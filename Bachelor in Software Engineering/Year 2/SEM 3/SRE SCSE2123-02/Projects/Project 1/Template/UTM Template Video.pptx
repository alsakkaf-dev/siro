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321" r:id="rId2"/>
    <p:sldId id="315" r:id="rId3"/>
    <p:sldId id="319" r:id="rId4"/>
    <p:sldId id="256" r:id="rId5"/>
    <p:sldId id="270" r:id="rId6"/>
    <p:sldId id="269" r:id="rId7"/>
    <p:sldId id="267" r:id="rId8"/>
    <p:sldId id="274" r:id="rId9"/>
    <p:sldId id="259" r:id="rId10"/>
    <p:sldId id="275" r:id="rId11"/>
    <p:sldId id="268" r:id="rId12"/>
    <p:sldId id="261" r:id="rId13"/>
    <p:sldId id="262" r:id="rId14"/>
    <p:sldId id="271" r:id="rId15"/>
    <p:sldId id="273" r:id="rId16"/>
    <p:sldId id="265" r:id="rId17"/>
    <p:sldId id="317" r:id="rId18"/>
    <p:sldId id="318" r:id="rId19"/>
    <p:sldId id="322" r:id="rId20"/>
    <p:sldId id="323" r:id="rId21"/>
    <p:sldId id="284" r:id="rId22"/>
    <p:sldId id="278" r:id="rId23"/>
    <p:sldId id="314" r:id="rId24"/>
    <p:sldId id="301" r:id="rId25"/>
    <p:sldId id="306" r:id="rId26"/>
    <p:sldId id="324" r:id="rId27"/>
    <p:sldId id="307" r:id="rId28"/>
    <p:sldId id="308" r:id="rId29"/>
    <p:sldId id="309" r:id="rId30"/>
    <p:sldId id="316" r:id="rId31"/>
    <p:sldId id="312" r:id="rId32"/>
    <p:sldId id="31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6C1D3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063" autoAdjust="0"/>
    <p:restoredTop sz="95342" autoAdjust="0"/>
  </p:normalViewPr>
  <p:slideViewPr>
    <p:cSldViewPr snapToGrid="0">
      <p:cViewPr varScale="1">
        <p:scale>
          <a:sx n="114" d="100"/>
          <a:sy n="114" d="100"/>
        </p:scale>
        <p:origin x="200" y="32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A509BF-53EE-4D84-844F-BEC1430829BC}" type="datetimeFigureOut">
              <a:rPr lang="en-US" smtClean="0"/>
              <a:t>11/10/25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2B6879-5321-45FF-A6AE-E6B1BB62CBAD}" type="slidenum">
              <a:rPr lang="en-US" smtClean="0"/>
              <a:t>‹#›</a:t>
            </a:fld>
            <a:endParaRPr lang="en-US"/>
          </a:p>
        </p:txBody>
      </p:sp>
    </p:spTree>
    <p:extLst>
      <p:ext uri="{BB962C8B-B14F-4D97-AF65-F5344CB8AC3E}">
        <p14:creationId xmlns:p14="http://schemas.microsoft.com/office/powerpoint/2010/main" val="3381741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fld id="{092B6879-5321-45FF-A6AE-E6B1BB62CBAD}" type="slidenum">
              <a:rPr lang="en-US" smtClean="0"/>
              <a:t>7</a:t>
            </a:fld>
            <a:endParaRPr lang="en-US"/>
          </a:p>
        </p:txBody>
      </p:sp>
    </p:spTree>
    <p:extLst>
      <p:ext uri="{BB962C8B-B14F-4D97-AF65-F5344CB8AC3E}">
        <p14:creationId xmlns:p14="http://schemas.microsoft.com/office/powerpoint/2010/main" val="13037694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C73F4BD2-F681-4682-A133-A395F45EFB31}" type="slidenum">
              <a:rPr lang="en-MY" smtClean="0"/>
              <a:t>27</a:t>
            </a:fld>
            <a:endParaRPr lang="en-MY"/>
          </a:p>
        </p:txBody>
      </p:sp>
    </p:spTree>
    <p:extLst>
      <p:ext uri="{BB962C8B-B14F-4D97-AF65-F5344CB8AC3E}">
        <p14:creationId xmlns:p14="http://schemas.microsoft.com/office/powerpoint/2010/main" val="9251812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4.svg"/><Relationship Id="rId7"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2.tiff"/><Relationship Id="rId5" Type="http://schemas.openxmlformats.org/officeDocument/2006/relationships/image" Target="../media/image6.svg"/><Relationship Id="rId10" Type="http://schemas.openxmlformats.org/officeDocument/2006/relationships/image" Target="../media/image10.svg"/><Relationship Id="rId4" Type="http://schemas.openxmlformats.org/officeDocument/2006/relationships/image" Target="../media/image5.png"/><Relationship Id="rId9"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A77FC49-908E-7282-71D1-FF9B45CC794D}"/>
              </a:ext>
            </a:extLst>
          </p:cNvPr>
          <p:cNvPicPr>
            <a:picLocks noChangeAspect="1"/>
          </p:cNvPicPr>
          <p:nvPr userDrawn="1"/>
        </p:nvPicPr>
        <p:blipFill>
          <a:blip r:embed="rId2">
            <a:alphaModFix amt="34000"/>
            <a:extLst>
              <a:ext uri="{28A0092B-C50C-407E-A947-70E740481C1C}">
                <a14:useLocalDpi xmlns:a14="http://schemas.microsoft.com/office/drawing/2010/main" val="0"/>
              </a:ext>
            </a:extLst>
          </a:blip>
          <a:stretch>
            <a:fillRect/>
          </a:stretch>
        </p:blipFill>
        <p:spPr>
          <a:xfrm rot="16200000">
            <a:off x="1428041" y="-1428041"/>
            <a:ext cx="6880030" cy="9736110"/>
          </a:xfrm>
          <a:prstGeom prst="rect">
            <a:avLst/>
          </a:prstGeom>
        </p:spPr>
      </p:pic>
      <p:pic>
        <p:nvPicPr>
          <p:cNvPr id="11" name="Picture 10">
            <a:extLst>
              <a:ext uri="{FF2B5EF4-FFF2-40B4-BE49-F238E27FC236}">
                <a16:creationId xmlns:a16="http://schemas.microsoft.com/office/drawing/2014/main" id="{B9FB5ACA-D821-A539-94D6-EEC7337F3AF1}"/>
              </a:ext>
            </a:extLst>
          </p:cNvPr>
          <p:cNvPicPr>
            <a:picLocks noChangeAspect="1"/>
          </p:cNvPicPr>
          <p:nvPr userDrawn="1"/>
        </p:nvPicPr>
        <p:blipFill>
          <a:blip r:embed="rId3">
            <a:alphaModFix amt="99000"/>
          </a:blip>
          <a:stretch>
            <a:fillRect/>
          </a:stretch>
        </p:blipFill>
        <p:spPr>
          <a:xfrm rot="10800000" flipV="1">
            <a:off x="59093" y="0"/>
            <a:ext cx="12073813" cy="3109189"/>
          </a:xfrm>
          <a:prstGeom prst="rect">
            <a:avLst/>
          </a:prstGeom>
        </p:spPr>
      </p:pic>
      <p:sp>
        <p:nvSpPr>
          <p:cNvPr id="3" name="Rectangle 2">
            <a:extLst>
              <a:ext uri="{FF2B5EF4-FFF2-40B4-BE49-F238E27FC236}">
                <a16:creationId xmlns:a16="http://schemas.microsoft.com/office/drawing/2014/main" id="{6500D8EF-2DF1-88B7-4784-92F60D932A2D}"/>
              </a:ext>
            </a:extLst>
          </p:cNvPr>
          <p:cNvSpPr/>
          <p:nvPr userDrawn="1"/>
        </p:nvSpPr>
        <p:spPr>
          <a:xfrm rot="5400000">
            <a:off x="5953544" y="641578"/>
            <a:ext cx="284909" cy="12192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7418E44-B184-3318-E83E-1ED0427C4C32}"/>
              </a:ext>
            </a:extLst>
          </p:cNvPr>
          <p:cNvSpPr txBox="1"/>
          <p:nvPr userDrawn="1"/>
        </p:nvSpPr>
        <p:spPr>
          <a:xfrm>
            <a:off x="5479363" y="6595121"/>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spTree>
    <p:extLst>
      <p:ext uri="{BB962C8B-B14F-4D97-AF65-F5344CB8AC3E}">
        <p14:creationId xmlns:p14="http://schemas.microsoft.com/office/powerpoint/2010/main" val="2959644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20C8336-6E97-19E8-88CA-FE902FF18424}"/>
              </a:ext>
            </a:extLst>
          </p:cNvPr>
          <p:cNvSpPr>
            <a:spLocks noGrp="1"/>
          </p:cNvSpPr>
          <p:nvPr>
            <p:ph type="dt" sz="half" idx="10"/>
          </p:nvPr>
        </p:nvSpPr>
        <p:spPr/>
        <p:txBody>
          <a:bodyPr/>
          <a:lstStyle/>
          <a:p>
            <a:fld id="{EF9959E7-45DE-4A2D-ACFD-0D8C8BBAB79F}" type="datetimeFigureOut">
              <a:rPr lang="en-US" smtClean="0"/>
              <a:t>11/10/25</a:t>
            </a:fld>
            <a:endParaRPr lang="en-US"/>
          </a:p>
        </p:txBody>
      </p:sp>
      <p:sp>
        <p:nvSpPr>
          <p:cNvPr id="4" name="Footer Placeholder 3">
            <a:extLst>
              <a:ext uri="{FF2B5EF4-FFF2-40B4-BE49-F238E27FC236}">
                <a16:creationId xmlns:a16="http://schemas.microsoft.com/office/drawing/2014/main" id="{940694A3-909C-4BC7-8684-CF6A8DF611A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EA586F0-1709-92BF-CEC8-7DFA93F80910}"/>
              </a:ext>
            </a:extLst>
          </p:cNvPr>
          <p:cNvSpPr>
            <a:spLocks noGrp="1"/>
          </p:cNvSpPr>
          <p:nvPr>
            <p:ph type="sldNum" sz="quarter" idx="12"/>
          </p:nvPr>
        </p:nvSpPr>
        <p:spPr/>
        <p:txBody>
          <a:bodyPr/>
          <a:lstStyle/>
          <a:p>
            <a:fld id="{B5912E74-8957-4046-8937-1199D0665174}" type="slidenum">
              <a:rPr lang="en-US" smtClean="0"/>
              <a:t>‹#›</a:t>
            </a:fld>
            <a:endParaRPr lang="en-US"/>
          </a:p>
        </p:txBody>
      </p:sp>
      <p:grpSp>
        <p:nvGrpSpPr>
          <p:cNvPr id="10" name="Group 9">
            <a:extLst>
              <a:ext uri="{FF2B5EF4-FFF2-40B4-BE49-F238E27FC236}">
                <a16:creationId xmlns:a16="http://schemas.microsoft.com/office/drawing/2014/main" id="{C7993728-E209-C557-FA87-A687A2439D90}"/>
              </a:ext>
            </a:extLst>
          </p:cNvPr>
          <p:cNvGrpSpPr/>
          <p:nvPr userDrawn="1"/>
        </p:nvGrpSpPr>
        <p:grpSpPr>
          <a:xfrm>
            <a:off x="0" y="0"/>
            <a:ext cx="4323456" cy="7438348"/>
            <a:chOff x="0" y="0"/>
            <a:chExt cx="4323456" cy="7438348"/>
          </a:xfrm>
        </p:grpSpPr>
        <p:pic>
          <p:nvPicPr>
            <p:cNvPr id="12" name="Graphic 11">
              <a:extLst>
                <a:ext uri="{FF2B5EF4-FFF2-40B4-BE49-F238E27FC236}">
                  <a16:creationId xmlns:a16="http://schemas.microsoft.com/office/drawing/2014/main" id="{C291997A-C196-DCDE-0EA0-51D4FDEDADA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18649" cy="4463581"/>
            </a:xfrm>
            <a:prstGeom prst="rect">
              <a:avLst/>
            </a:prstGeom>
          </p:spPr>
        </p:pic>
        <p:sp>
          <p:nvSpPr>
            <p:cNvPr id="2" name="Parallelogram 1">
              <a:extLst>
                <a:ext uri="{FF2B5EF4-FFF2-40B4-BE49-F238E27FC236}">
                  <a16:creationId xmlns:a16="http://schemas.microsoft.com/office/drawing/2014/main" id="{14354985-0AB8-E860-28D0-17AD10E6B863}"/>
                </a:ext>
              </a:extLst>
            </p:cNvPr>
            <p:cNvSpPr/>
            <p:nvPr userDrawn="1"/>
          </p:nvSpPr>
          <p:spPr>
            <a:xfrm rot="8446488">
              <a:off x="1155879" y="3069975"/>
              <a:ext cx="2214654" cy="3120244"/>
            </a:xfrm>
            <a:prstGeom prst="parallelogram">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arallelogram 5">
              <a:extLst>
                <a:ext uri="{FF2B5EF4-FFF2-40B4-BE49-F238E27FC236}">
                  <a16:creationId xmlns:a16="http://schemas.microsoft.com/office/drawing/2014/main" id="{9C95F9B9-2A5B-F93A-EA33-600D61519C46}"/>
                </a:ext>
              </a:extLst>
            </p:cNvPr>
            <p:cNvSpPr/>
            <p:nvPr userDrawn="1"/>
          </p:nvSpPr>
          <p:spPr>
            <a:xfrm rot="8446488">
              <a:off x="2539020" y="5497285"/>
              <a:ext cx="1784436" cy="1941063"/>
            </a:xfrm>
            <a:custGeom>
              <a:avLst/>
              <a:gdLst>
                <a:gd name="connsiteX0" fmla="*/ 0 w 2214654"/>
                <a:gd name="connsiteY0" fmla="*/ 3120244 h 3120244"/>
                <a:gd name="connsiteX1" fmla="*/ 553664 w 2214654"/>
                <a:gd name="connsiteY1" fmla="*/ 0 h 3120244"/>
                <a:gd name="connsiteX2" fmla="*/ 2214654 w 2214654"/>
                <a:gd name="connsiteY2" fmla="*/ 0 h 3120244"/>
                <a:gd name="connsiteX3" fmla="*/ 1660991 w 2214654"/>
                <a:gd name="connsiteY3" fmla="*/ 3120244 h 3120244"/>
                <a:gd name="connsiteX4" fmla="*/ 0 w 2214654"/>
                <a:gd name="connsiteY4" fmla="*/ 3120244 h 3120244"/>
                <a:gd name="connsiteX0" fmla="*/ 0 w 2214654"/>
                <a:gd name="connsiteY0" fmla="*/ 3120244 h 3120244"/>
                <a:gd name="connsiteX1" fmla="*/ 341522 w 2214654"/>
                <a:gd name="connsiteY1" fmla="*/ 1179181 h 3120244"/>
                <a:gd name="connsiteX2" fmla="*/ 2214654 w 2214654"/>
                <a:gd name="connsiteY2" fmla="*/ 0 h 3120244"/>
                <a:gd name="connsiteX3" fmla="*/ 1660991 w 2214654"/>
                <a:gd name="connsiteY3" fmla="*/ 3120244 h 3120244"/>
                <a:gd name="connsiteX4" fmla="*/ 0 w 2214654"/>
                <a:gd name="connsiteY4" fmla="*/ 3120244 h 3120244"/>
                <a:gd name="connsiteX0" fmla="*/ 0 w 1784436"/>
                <a:gd name="connsiteY0" fmla="*/ 1941063 h 1941063"/>
                <a:gd name="connsiteX1" fmla="*/ 341522 w 1784436"/>
                <a:gd name="connsiteY1" fmla="*/ 0 h 1941063"/>
                <a:gd name="connsiteX2" fmla="*/ 1784436 w 1784436"/>
                <a:gd name="connsiteY2" fmla="*/ 1205605 h 1941063"/>
                <a:gd name="connsiteX3" fmla="*/ 1660991 w 1784436"/>
                <a:gd name="connsiteY3" fmla="*/ 1941063 h 1941063"/>
                <a:gd name="connsiteX4" fmla="*/ 0 w 1784436"/>
                <a:gd name="connsiteY4" fmla="*/ 1941063 h 1941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4436" h="1941063">
                  <a:moveTo>
                    <a:pt x="0" y="1941063"/>
                  </a:moveTo>
                  <a:lnTo>
                    <a:pt x="341522" y="0"/>
                  </a:lnTo>
                  <a:lnTo>
                    <a:pt x="1784436" y="1205605"/>
                  </a:lnTo>
                  <a:lnTo>
                    <a:pt x="1660991" y="1941063"/>
                  </a:lnTo>
                  <a:lnTo>
                    <a:pt x="0" y="1941063"/>
                  </a:lnTo>
                  <a:close/>
                </a:path>
              </a:pathLst>
            </a:cu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 name="Graphic 14">
            <a:extLst>
              <a:ext uri="{FF2B5EF4-FFF2-40B4-BE49-F238E27FC236}">
                <a16:creationId xmlns:a16="http://schemas.microsoft.com/office/drawing/2014/main" id="{0B5606AF-41C6-0137-32A8-807A0A5D0D4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2126331" y="-1062392"/>
            <a:ext cx="2405080" cy="3385097"/>
          </a:xfrm>
          <a:prstGeom prst="rect">
            <a:avLst/>
          </a:prstGeom>
        </p:spPr>
      </p:pic>
      <p:pic>
        <p:nvPicPr>
          <p:cNvPr id="13" name="Picture 12">
            <a:extLst>
              <a:ext uri="{FF2B5EF4-FFF2-40B4-BE49-F238E27FC236}">
                <a16:creationId xmlns:a16="http://schemas.microsoft.com/office/drawing/2014/main" id="{9AF4D5AD-886B-F49D-187E-EF188BA5C869}"/>
              </a:ext>
            </a:extLst>
          </p:cNvPr>
          <p:cNvPicPr>
            <a:picLocks noChangeAspect="1"/>
          </p:cNvPicPr>
          <p:nvPr userDrawn="1"/>
        </p:nvPicPr>
        <p:blipFill>
          <a:blip r:embed="rId6">
            <a:alphaModFix amt="99000"/>
          </a:blip>
          <a:stretch>
            <a:fillRect/>
          </a:stretch>
        </p:blipFill>
        <p:spPr>
          <a:xfrm rot="5400000" flipV="1">
            <a:off x="-2602281" y="2616106"/>
            <a:ext cx="7046892" cy="1814681"/>
          </a:xfrm>
          <a:prstGeom prst="rect">
            <a:avLst/>
          </a:prstGeom>
        </p:spPr>
      </p:pic>
      <p:pic>
        <p:nvPicPr>
          <p:cNvPr id="16" name="Graphic 15">
            <a:extLst>
              <a:ext uri="{FF2B5EF4-FFF2-40B4-BE49-F238E27FC236}">
                <a16:creationId xmlns:a16="http://schemas.microsoft.com/office/drawing/2014/main" id="{ADB128DF-CD31-0CEB-4D7C-71A65806236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rot="10800000">
            <a:off x="283211" y="3743462"/>
            <a:ext cx="2080701" cy="2978013"/>
          </a:xfrm>
          <a:prstGeom prst="rect">
            <a:avLst/>
          </a:prstGeom>
        </p:spPr>
      </p:pic>
      <p:pic>
        <p:nvPicPr>
          <p:cNvPr id="25" name="Graphic 24">
            <a:extLst>
              <a:ext uri="{FF2B5EF4-FFF2-40B4-BE49-F238E27FC236}">
                <a16:creationId xmlns:a16="http://schemas.microsoft.com/office/drawing/2014/main" id="{3FF214BE-EBD1-4C75-B559-2A68D3A7182D}"/>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rot="5400000">
            <a:off x="1830037" y="6046777"/>
            <a:ext cx="419100" cy="790575"/>
          </a:xfrm>
          <a:prstGeom prst="rect">
            <a:avLst/>
          </a:prstGeom>
        </p:spPr>
      </p:pic>
    </p:spTree>
    <p:extLst>
      <p:ext uri="{BB962C8B-B14F-4D97-AF65-F5344CB8AC3E}">
        <p14:creationId xmlns:p14="http://schemas.microsoft.com/office/powerpoint/2010/main" val="864249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E22F56BC-829B-3BC8-96F9-8B26B69F0FD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6333" b="7973"/>
          <a:stretch/>
        </p:blipFill>
        <p:spPr>
          <a:xfrm>
            <a:off x="0" y="0"/>
            <a:ext cx="12192000" cy="6858000"/>
          </a:xfrm>
          <a:prstGeom prst="rect">
            <a:avLst/>
          </a:prstGeom>
        </p:spPr>
      </p:pic>
      <p:sp>
        <p:nvSpPr>
          <p:cNvPr id="34" name="Rectangle 33">
            <a:extLst>
              <a:ext uri="{FF2B5EF4-FFF2-40B4-BE49-F238E27FC236}">
                <a16:creationId xmlns:a16="http://schemas.microsoft.com/office/drawing/2014/main" id="{6D44EBC3-45F4-19C6-0AEB-16C907B4BCB5}"/>
              </a:ext>
            </a:extLst>
          </p:cNvPr>
          <p:cNvSpPr/>
          <p:nvPr userDrawn="1"/>
        </p:nvSpPr>
        <p:spPr>
          <a:xfrm>
            <a:off x="0" y="1"/>
            <a:ext cx="12192000" cy="6858000"/>
          </a:xfrm>
          <a:prstGeom prst="rect">
            <a:avLst/>
          </a:prstGeom>
          <a:gradFill flip="none" rotWithShape="1">
            <a:gsLst>
              <a:gs pos="12000">
                <a:srgbClr val="6C1D35">
                  <a:alpha val="68000"/>
                </a:srgbClr>
              </a:gs>
              <a:gs pos="77000">
                <a:schemeClr val="accent1">
                  <a:lumMod val="75000"/>
                </a:schemeClr>
              </a:gs>
            </a:gsLst>
            <a:lin ang="135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6528AE63-F58B-C295-2F24-0E7B07553C61}"/>
              </a:ext>
            </a:extLst>
          </p:cNvPr>
          <p:cNvSpPr>
            <a:spLocks noGrp="1"/>
          </p:cNvSpPr>
          <p:nvPr>
            <p:ph type="dt" sz="half" idx="10"/>
          </p:nvPr>
        </p:nvSpPr>
        <p:spPr/>
        <p:txBody>
          <a:bodyPr/>
          <a:lstStyle/>
          <a:p>
            <a:fld id="{EF9959E7-45DE-4A2D-ACFD-0D8C8BBAB79F}" type="datetimeFigureOut">
              <a:rPr lang="en-US" smtClean="0"/>
              <a:t>11/10/25</a:t>
            </a:fld>
            <a:endParaRPr lang="en-US"/>
          </a:p>
        </p:txBody>
      </p:sp>
      <p:sp>
        <p:nvSpPr>
          <p:cNvPr id="4" name="Footer Placeholder 3">
            <a:extLst>
              <a:ext uri="{FF2B5EF4-FFF2-40B4-BE49-F238E27FC236}">
                <a16:creationId xmlns:a16="http://schemas.microsoft.com/office/drawing/2014/main" id="{62D40798-1691-00D6-C3D9-64CC3EB826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1A835F-2749-4B9F-A9CB-5E0BF4302B2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41" name="Graphic 40">
            <a:extLst>
              <a:ext uri="{FF2B5EF4-FFF2-40B4-BE49-F238E27FC236}">
                <a16:creationId xmlns:a16="http://schemas.microsoft.com/office/drawing/2014/main" id="{BBA782F0-1339-9AD7-88E8-E482862A0C7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flipH="1">
            <a:off x="7112000" y="-35081"/>
            <a:ext cx="4917440" cy="6921189"/>
          </a:xfrm>
          <a:prstGeom prst="rect">
            <a:avLst/>
          </a:prstGeom>
        </p:spPr>
      </p:pic>
      <p:pic>
        <p:nvPicPr>
          <p:cNvPr id="42" name="Graphic 41">
            <a:extLst>
              <a:ext uri="{FF2B5EF4-FFF2-40B4-BE49-F238E27FC236}">
                <a16:creationId xmlns:a16="http://schemas.microsoft.com/office/drawing/2014/main" id="{955F31CF-FB2A-3612-E2CA-58665EF22E3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flipH="1">
            <a:off x="11268262" y="349094"/>
            <a:ext cx="2010036" cy="2829081"/>
          </a:xfrm>
          <a:prstGeom prst="rect">
            <a:avLst/>
          </a:prstGeom>
        </p:spPr>
      </p:pic>
    </p:spTree>
    <p:extLst>
      <p:ext uri="{BB962C8B-B14F-4D97-AF65-F5344CB8AC3E}">
        <p14:creationId xmlns:p14="http://schemas.microsoft.com/office/powerpoint/2010/main" val="1186884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d pag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9A0EB9F-5240-3366-0373-E8B7C3C2A4FE}"/>
              </a:ext>
            </a:extLst>
          </p:cNvPr>
          <p:cNvSpPr/>
          <p:nvPr userDrawn="1"/>
        </p:nvSpPr>
        <p:spPr>
          <a:xfrm>
            <a:off x="0" y="-2"/>
            <a:ext cx="12230100" cy="6858001"/>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BAF7B2D7-FB34-55B3-113A-7F96DDA7A845}"/>
              </a:ext>
            </a:extLst>
          </p:cNvPr>
          <p:cNvPicPr>
            <a:picLocks noChangeAspect="1"/>
          </p:cNvPicPr>
          <p:nvPr userDrawn="1"/>
        </p:nvPicPr>
        <p:blipFill rotWithShape="1">
          <a:blip r:embed="rId2">
            <a:alphaModFix amt="32000"/>
            <a:extLst>
              <a:ext uri="{28A0092B-C50C-407E-A947-70E740481C1C}">
                <a14:useLocalDpi xmlns:a14="http://schemas.microsoft.com/office/drawing/2010/main" val="0"/>
              </a:ext>
            </a:extLst>
          </a:blip>
          <a:srcRect l="20647"/>
          <a:stretch/>
        </p:blipFill>
        <p:spPr>
          <a:xfrm rot="16200000">
            <a:off x="2686050" y="-2686050"/>
            <a:ext cx="6858000" cy="12230100"/>
          </a:xfrm>
          <a:prstGeom prst="rect">
            <a:avLst/>
          </a:prstGeom>
        </p:spPr>
      </p:pic>
      <p:sp>
        <p:nvSpPr>
          <p:cNvPr id="3" name="Date Placeholder 2">
            <a:extLst>
              <a:ext uri="{FF2B5EF4-FFF2-40B4-BE49-F238E27FC236}">
                <a16:creationId xmlns:a16="http://schemas.microsoft.com/office/drawing/2014/main" id="{837B2BBA-3015-27B9-D210-D15544F2C44D}"/>
              </a:ext>
            </a:extLst>
          </p:cNvPr>
          <p:cNvSpPr>
            <a:spLocks noGrp="1"/>
          </p:cNvSpPr>
          <p:nvPr>
            <p:ph type="dt" sz="half" idx="10"/>
          </p:nvPr>
        </p:nvSpPr>
        <p:spPr/>
        <p:txBody>
          <a:bodyPr/>
          <a:lstStyle/>
          <a:p>
            <a:fld id="{EF9959E7-45DE-4A2D-ACFD-0D8C8BBAB79F}" type="datetimeFigureOut">
              <a:rPr lang="en-US" smtClean="0"/>
              <a:t>11/10/25</a:t>
            </a:fld>
            <a:endParaRPr lang="en-US"/>
          </a:p>
        </p:txBody>
      </p:sp>
      <p:sp>
        <p:nvSpPr>
          <p:cNvPr id="4" name="Footer Placeholder 3">
            <a:extLst>
              <a:ext uri="{FF2B5EF4-FFF2-40B4-BE49-F238E27FC236}">
                <a16:creationId xmlns:a16="http://schemas.microsoft.com/office/drawing/2014/main" id="{02FAB71C-4835-3D07-2B7F-A7456A46C5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DE7A9C-9AFC-99CF-42E5-627A58693AE1}"/>
              </a:ext>
            </a:extLst>
          </p:cNvPr>
          <p:cNvSpPr>
            <a:spLocks noGrp="1"/>
          </p:cNvSpPr>
          <p:nvPr>
            <p:ph type="sldNum" sz="quarter" idx="12"/>
          </p:nvPr>
        </p:nvSpPr>
        <p:spPr/>
        <p:txBody>
          <a:bodyPr/>
          <a:lstStyle/>
          <a:p>
            <a:fld id="{B5912E74-8957-4046-8937-1199D0665174}" type="slidenum">
              <a:rPr lang="en-US" smtClean="0"/>
              <a:t>‹#›</a:t>
            </a:fld>
            <a:endParaRPr lang="en-US"/>
          </a:p>
        </p:txBody>
      </p:sp>
    </p:spTree>
    <p:extLst>
      <p:ext uri="{BB962C8B-B14F-4D97-AF65-F5344CB8AC3E}">
        <p14:creationId xmlns:p14="http://schemas.microsoft.com/office/powerpoint/2010/main" val="2395643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ECAB3E7-A192-D902-B47D-B2CC33AF3A17}"/>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grpSp>
        <p:nvGrpSpPr>
          <p:cNvPr id="29" name="Group 28">
            <a:extLst>
              <a:ext uri="{FF2B5EF4-FFF2-40B4-BE49-F238E27FC236}">
                <a16:creationId xmlns:a16="http://schemas.microsoft.com/office/drawing/2014/main" id="{9956ED8E-CF4D-D756-5FA9-5F3263853A9C}"/>
              </a:ext>
            </a:extLst>
          </p:cNvPr>
          <p:cNvGrpSpPr/>
          <p:nvPr userDrawn="1"/>
        </p:nvGrpSpPr>
        <p:grpSpPr>
          <a:xfrm>
            <a:off x="0" y="6438899"/>
            <a:ext cx="4425450" cy="419100"/>
            <a:chOff x="0" y="6438899"/>
            <a:chExt cx="4425450" cy="419100"/>
          </a:xfrm>
        </p:grpSpPr>
        <p:sp>
          <p:nvSpPr>
            <p:cNvPr id="27" name="Rectangle 26">
              <a:extLst>
                <a:ext uri="{FF2B5EF4-FFF2-40B4-BE49-F238E27FC236}">
                  <a16:creationId xmlns:a16="http://schemas.microsoft.com/office/drawing/2014/main" id="{4185CCF7-2507-F40E-2E71-04B5C07C7F09}"/>
                </a:ext>
              </a:extLst>
            </p:cNvPr>
            <p:cNvSpPr/>
            <p:nvPr userDrawn="1"/>
          </p:nvSpPr>
          <p:spPr>
            <a:xfrm>
              <a:off x="0" y="6438900"/>
              <a:ext cx="4115884" cy="41909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Triangle 27">
              <a:extLst>
                <a:ext uri="{FF2B5EF4-FFF2-40B4-BE49-F238E27FC236}">
                  <a16:creationId xmlns:a16="http://schemas.microsoft.com/office/drawing/2014/main" id="{891B4BFE-7090-CB15-ACE2-E76D3D5E6402}"/>
                </a:ext>
              </a:extLst>
            </p:cNvPr>
            <p:cNvSpPr/>
            <p:nvPr userDrawn="1"/>
          </p:nvSpPr>
          <p:spPr>
            <a:xfrm>
              <a:off x="4115884" y="6438899"/>
              <a:ext cx="309566" cy="419100"/>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1796ACF-1284-B0D3-20AC-1A411B0BC639}"/>
              </a:ext>
            </a:extLst>
          </p:cNvPr>
          <p:cNvSpPr>
            <a:spLocks noGrp="1"/>
          </p:cNvSpPr>
          <p:nvPr>
            <p:ph type="title"/>
          </p:nvPr>
        </p:nvSpPr>
        <p:spPr>
          <a:xfrm>
            <a:off x="831850" y="1047751"/>
            <a:ext cx="10515600" cy="1500187"/>
          </a:xfrm>
        </p:spPr>
        <p:txBody>
          <a:bodyPr anchor="t">
            <a:normAutofit/>
          </a:bodyPr>
          <a:lstStyle>
            <a:lvl1pPr>
              <a:defRPr sz="4000">
                <a:latin typeface="+mn-lt"/>
              </a:defRPr>
            </a:lvl1pPr>
          </a:lstStyle>
          <a:p>
            <a:r>
              <a:rPr lang="en-US" dirty="0"/>
              <a:t>Click to edit Master title style</a:t>
            </a:r>
          </a:p>
        </p:txBody>
      </p:sp>
      <p:sp>
        <p:nvSpPr>
          <p:cNvPr id="3" name="Text Placeholder 2">
            <a:extLst>
              <a:ext uri="{FF2B5EF4-FFF2-40B4-BE49-F238E27FC236}">
                <a16:creationId xmlns:a16="http://schemas.microsoft.com/office/drawing/2014/main" id="{CAE66E6B-CFF2-F241-A3D1-4FD4DAC4FAC5}"/>
              </a:ext>
            </a:extLst>
          </p:cNvPr>
          <p:cNvSpPr>
            <a:spLocks noGrp="1"/>
          </p:cNvSpPr>
          <p:nvPr>
            <p:ph type="body" idx="1"/>
          </p:nvPr>
        </p:nvSpPr>
        <p:spPr>
          <a:xfrm>
            <a:off x="831850" y="2814638"/>
            <a:ext cx="10515600" cy="3357562"/>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916DBAF-8EC8-76B5-BD68-4EE498D12AED}"/>
              </a:ext>
            </a:extLst>
          </p:cNvPr>
          <p:cNvSpPr>
            <a:spLocks noGrp="1"/>
          </p:cNvSpPr>
          <p:nvPr>
            <p:ph type="dt" sz="half" idx="10"/>
          </p:nvPr>
        </p:nvSpPr>
        <p:spPr/>
        <p:txBody>
          <a:bodyPr/>
          <a:lstStyle/>
          <a:p>
            <a:fld id="{EF9959E7-45DE-4A2D-ACFD-0D8C8BBAB79F}" type="datetimeFigureOut">
              <a:rPr lang="en-US" smtClean="0"/>
              <a:t>11/10/25</a:t>
            </a:fld>
            <a:endParaRPr lang="en-US"/>
          </a:p>
        </p:txBody>
      </p:sp>
      <p:sp>
        <p:nvSpPr>
          <p:cNvPr id="5" name="Footer Placeholder 4">
            <a:extLst>
              <a:ext uri="{FF2B5EF4-FFF2-40B4-BE49-F238E27FC236}">
                <a16:creationId xmlns:a16="http://schemas.microsoft.com/office/drawing/2014/main" id="{14FC1A71-0977-DB43-6672-9DD2B43F03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41AA75-9A52-677C-BAAB-361020BE450C}"/>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1" name="Picture 10">
            <a:extLst>
              <a:ext uri="{FF2B5EF4-FFF2-40B4-BE49-F238E27FC236}">
                <a16:creationId xmlns:a16="http://schemas.microsoft.com/office/drawing/2014/main" id="{14CA6469-707B-4B2D-CE38-C2E80563F89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24" name="Group 23">
            <a:extLst>
              <a:ext uri="{FF2B5EF4-FFF2-40B4-BE49-F238E27FC236}">
                <a16:creationId xmlns:a16="http://schemas.microsoft.com/office/drawing/2014/main" id="{DB94ABDC-D409-D0CF-BFD9-E874B46B7EEF}"/>
              </a:ext>
            </a:extLst>
          </p:cNvPr>
          <p:cNvGrpSpPr/>
          <p:nvPr userDrawn="1"/>
        </p:nvGrpSpPr>
        <p:grpSpPr>
          <a:xfrm>
            <a:off x="0" y="0"/>
            <a:ext cx="2135014" cy="390908"/>
            <a:chOff x="0" y="0"/>
            <a:chExt cx="2135014" cy="390908"/>
          </a:xfrm>
        </p:grpSpPr>
        <p:sp>
          <p:nvSpPr>
            <p:cNvPr id="21" name="Rectangle 20">
              <a:extLst>
                <a:ext uri="{FF2B5EF4-FFF2-40B4-BE49-F238E27FC236}">
                  <a16:creationId xmlns:a16="http://schemas.microsoft.com/office/drawing/2014/main" id="{15CC8F0A-14AF-F65B-6D14-A51CBEFF1729}"/>
                </a:ext>
              </a:extLst>
            </p:cNvPr>
            <p:cNvSpPr/>
            <p:nvPr userDrawn="1"/>
          </p:nvSpPr>
          <p:spPr>
            <a:xfrm>
              <a:off x="0" y="1"/>
              <a:ext cx="1921715" cy="3909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7D170A48-ED14-4722-ED48-412F8B7C44AA}"/>
                </a:ext>
              </a:extLst>
            </p:cNvPr>
            <p:cNvSpPr/>
            <p:nvPr userDrawn="1"/>
          </p:nvSpPr>
          <p:spPr>
            <a:xfrm flipV="1">
              <a:off x="1921715" y="0"/>
              <a:ext cx="213299" cy="390907"/>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A4B6D801-7EDC-E981-F405-040472A43AB5}"/>
              </a:ext>
            </a:extLst>
          </p:cNvPr>
          <p:cNvGrpSpPr/>
          <p:nvPr userDrawn="1"/>
        </p:nvGrpSpPr>
        <p:grpSpPr>
          <a:xfrm>
            <a:off x="11930388" y="4900065"/>
            <a:ext cx="261612" cy="1456285"/>
            <a:chOff x="-7479" y="4982614"/>
            <a:chExt cx="261612" cy="1456285"/>
          </a:xfrm>
        </p:grpSpPr>
        <p:sp>
          <p:nvSpPr>
            <p:cNvPr id="32" name="Rectangle 31">
              <a:extLst>
                <a:ext uri="{FF2B5EF4-FFF2-40B4-BE49-F238E27FC236}">
                  <a16:creationId xmlns:a16="http://schemas.microsoft.com/office/drawing/2014/main" id="{790F7BDA-9A67-4500-FC96-D0DCA5669FC2}"/>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E6D3808A-7510-8E14-D035-56A7CA6C58A0}"/>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184226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45FB79D-2789-2E82-ACD5-FA141CFFB85B}"/>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sp>
        <p:nvSpPr>
          <p:cNvPr id="2" name="Title 1">
            <a:extLst>
              <a:ext uri="{FF2B5EF4-FFF2-40B4-BE49-F238E27FC236}">
                <a16:creationId xmlns:a16="http://schemas.microsoft.com/office/drawing/2014/main" id="{D306C3F4-36B0-1561-8EFF-3B31A7774228}"/>
              </a:ext>
            </a:extLst>
          </p:cNvPr>
          <p:cNvSpPr>
            <a:spLocks noGrp="1"/>
          </p:cNvSpPr>
          <p:nvPr>
            <p:ph type="ctrTitle"/>
          </p:nvPr>
        </p:nvSpPr>
        <p:spPr>
          <a:xfrm>
            <a:off x="1524000" y="1122363"/>
            <a:ext cx="9144000" cy="1381125"/>
          </a:xfrm>
        </p:spPr>
        <p:txBody>
          <a:bodyPr anchor="t">
            <a:normAutofit/>
          </a:bodyPr>
          <a:lstStyle>
            <a:lvl1pPr algn="l">
              <a:defRPr sz="4000">
                <a:latin typeface="+mn-lt"/>
              </a:defRPr>
            </a:lvl1pPr>
          </a:lstStyle>
          <a:p>
            <a:r>
              <a:rPr lang="en-US" dirty="0"/>
              <a:t>Click to edit Master title style</a:t>
            </a:r>
          </a:p>
        </p:txBody>
      </p:sp>
      <p:sp>
        <p:nvSpPr>
          <p:cNvPr id="3" name="Subtitle 2">
            <a:extLst>
              <a:ext uri="{FF2B5EF4-FFF2-40B4-BE49-F238E27FC236}">
                <a16:creationId xmlns:a16="http://schemas.microsoft.com/office/drawing/2014/main" id="{FDC4E23C-BC64-3E31-C7C9-1CCB71C593F3}"/>
              </a:ext>
            </a:extLst>
          </p:cNvPr>
          <p:cNvSpPr>
            <a:spLocks noGrp="1"/>
          </p:cNvSpPr>
          <p:nvPr>
            <p:ph type="subTitle" idx="1"/>
          </p:nvPr>
        </p:nvSpPr>
        <p:spPr>
          <a:xfrm>
            <a:off x="1524000" y="2601118"/>
            <a:ext cx="9144000" cy="3461751"/>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8BAAB4A-F681-D1CE-536F-A8600B878509}"/>
              </a:ext>
            </a:extLst>
          </p:cNvPr>
          <p:cNvSpPr>
            <a:spLocks noGrp="1"/>
          </p:cNvSpPr>
          <p:nvPr>
            <p:ph type="dt" sz="half" idx="10"/>
          </p:nvPr>
        </p:nvSpPr>
        <p:spPr/>
        <p:txBody>
          <a:bodyPr/>
          <a:lstStyle/>
          <a:p>
            <a:fld id="{EF9959E7-45DE-4A2D-ACFD-0D8C8BBAB79F}" type="datetimeFigureOut">
              <a:rPr lang="en-US" smtClean="0"/>
              <a:t>11/10/25</a:t>
            </a:fld>
            <a:endParaRPr lang="en-US"/>
          </a:p>
        </p:txBody>
      </p:sp>
      <p:sp>
        <p:nvSpPr>
          <p:cNvPr id="5" name="Footer Placeholder 4">
            <a:extLst>
              <a:ext uri="{FF2B5EF4-FFF2-40B4-BE49-F238E27FC236}">
                <a16:creationId xmlns:a16="http://schemas.microsoft.com/office/drawing/2014/main" id="{5872C815-2D69-C272-C63C-A195EBFE39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D7A072-5E8E-BDBB-35CA-3A355E5D5FFB}"/>
              </a:ext>
            </a:extLst>
          </p:cNvPr>
          <p:cNvSpPr>
            <a:spLocks noGrp="1"/>
          </p:cNvSpPr>
          <p:nvPr>
            <p:ph type="sldNum" sz="quarter" idx="12"/>
          </p:nvPr>
        </p:nvSpPr>
        <p:spPr/>
        <p:txBody>
          <a:bodyPr/>
          <a:lstStyle>
            <a:lvl1pPr>
              <a:defRPr>
                <a:solidFill>
                  <a:srgbClr val="6C1D35"/>
                </a:solidFill>
              </a:defRPr>
            </a:lvl1pPr>
          </a:lstStyle>
          <a:p>
            <a:fld id="{B5912E74-8957-4046-8937-1199D0665174}" type="slidenum">
              <a:rPr lang="en-US" smtClean="0"/>
              <a:pPr/>
              <a:t>‹#›</a:t>
            </a:fld>
            <a:endParaRPr lang="en-US" dirty="0"/>
          </a:p>
        </p:txBody>
      </p:sp>
      <p:pic>
        <p:nvPicPr>
          <p:cNvPr id="7" name="Picture 6">
            <a:extLst>
              <a:ext uri="{FF2B5EF4-FFF2-40B4-BE49-F238E27FC236}">
                <a16:creationId xmlns:a16="http://schemas.microsoft.com/office/drawing/2014/main" id="{1AFB2FEB-1CDE-753F-3231-2131ED23FF1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24" name="Group 23">
            <a:extLst>
              <a:ext uri="{FF2B5EF4-FFF2-40B4-BE49-F238E27FC236}">
                <a16:creationId xmlns:a16="http://schemas.microsoft.com/office/drawing/2014/main" id="{60EA2A08-0768-E840-71C5-CB5BA198C844}"/>
              </a:ext>
            </a:extLst>
          </p:cNvPr>
          <p:cNvGrpSpPr/>
          <p:nvPr userDrawn="1"/>
        </p:nvGrpSpPr>
        <p:grpSpPr>
          <a:xfrm>
            <a:off x="0" y="336866"/>
            <a:ext cx="838200" cy="390908"/>
            <a:chOff x="0" y="585597"/>
            <a:chExt cx="838200" cy="390908"/>
          </a:xfrm>
        </p:grpSpPr>
        <p:sp>
          <p:nvSpPr>
            <p:cNvPr id="22" name="Rectangle 21">
              <a:extLst>
                <a:ext uri="{FF2B5EF4-FFF2-40B4-BE49-F238E27FC236}">
                  <a16:creationId xmlns:a16="http://schemas.microsoft.com/office/drawing/2014/main" id="{87FE56D3-CDFF-99C8-081E-21872711345C}"/>
                </a:ext>
              </a:extLst>
            </p:cNvPr>
            <p:cNvSpPr/>
            <p:nvPr userDrawn="1"/>
          </p:nvSpPr>
          <p:spPr>
            <a:xfrm>
              <a:off x="0" y="585598"/>
              <a:ext cx="624901" cy="3909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55D81439-E4CF-3498-4773-82E6A34DB949}"/>
                </a:ext>
              </a:extLst>
            </p:cNvPr>
            <p:cNvSpPr/>
            <p:nvPr userDrawn="1"/>
          </p:nvSpPr>
          <p:spPr>
            <a:xfrm flipV="1">
              <a:off x="624901" y="585597"/>
              <a:ext cx="213299" cy="390907"/>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4F56CB3B-27D6-0844-017F-CFA08F52311B}"/>
              </a:ext>
            </a:extLst>
          </p:cNvPr>
          <p:cNvGrpSpPr/>
          <p:nvPr userDrawn="1"/>
        </p:nvGrpSpPr>
        <p:grpSpPr>
          <a:xfrm>
            <a:off x="11930388" y="4900065"/>
            <a:ext cx="261612" cy="1456285"/>
            <a:chOff x="-7479" y="4982614"/>
            <a:chExt cx="261612" cy="1456285"/>
          </a:xfrm>
        </p:grpSpPr>
        <p:sp>
          <p:nvSpPr>
            <p:cNvPr id="10" name="Rectangle 9">
              <a:extLst>
                <a:ext uri="{FF2B5EF4-FFF2-40B4-BE49-F238E27FC236}">
                  <a16:creationId xmlns:a16="http://schemas.microsoft.com/office/drawing/2014/main" id="{845E31CA-977D-9659-5E4D-1E4EC75ABA70}"/>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B4385F2-2245-0F8C-C446-564E2DE5084A}"/>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2065987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95386308-8E2B-C701-D9C5-CFF5B6D9F8D4}"/>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2" name="Title 1">
            <a:extLst>
              <a:ext uri="{FF2B5EF4-FFF2-40B4-BE49-F238E27FC236}">
                <a16:creationId xmlns:a16="http://schemas.microsoft.com/office/drawing/2014/main" id="{048221F6-B30E-6574-4F98-77B2C4903734}"/>
              </a:ext>
            </a:extLst>
          </p:cNvPr>
          <p:cNvSpPr>
            <a:spLocks noGrp="1"/>
          </p:cNvSpPr>
          <p:nvPr>
            <p:ph type="title"/>
          </p:nvPr>
        </p:nvSpPr>
        <p:spPr/>
        <p:txBody>
          <a:bodyPr>
            <a:normAutofit/>
          </a:bodyPr>
          <a:lstStyle>
            <a:lvl1pPr algn="ctr">
              <a:defRPr sz="4000">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ADB6BEFF-E786-80CC-C462-EC9F1C9C357F}"/>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7B6CF37-673E-EFC4-46AD-C8B8CC64E1D0}"/>
              </a:ext>
            </a:extLst>
          </p:cNvPr>
          <p:cNvSpPr>
            <a:spLocks noGrp="1"/>
          </p:cNvSpPr>
          <p:nvPr>
            <p:ph type="dt" sz="half" idx="10"/>
          </p:nvPr>
        </p:nvSpPr>
        <p:spPr/>
        <p:txBody>
          <a:bodyPr/>
          <a:lstStyle/>
          <a:p>
            <a:fld id="{EF9959E7-45DE-4A2D-ACFD-0D8C8BBAB79F}" type="datetimeFigureOut">
              <a:rPr lang="en-US" smtClean="0"/>
              <a:t>11/10/25</a:t>
            </a:fld>
            <a:endParaRPr lang="en-US"/>
          </a:p>
        </p:txBody>
      </p:sp>
      <p:sp>
        <p:nvSpPr>
          <p:cNvPr id="5" name="Footer Placeholder 4">
            <a:extLst>
              <a:ext uri="{FF2B5EF4-FFF2-40B4-BE49-F238E27FC236}">
                <a16:creationId xmlns:a16="http://schemas.microsoft.com/office/drawing/2014/main" id="{9C3B8A85-2B88-6B89-6CF8-4D396AB7B4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84774E-879A-AA6A-5AEF-0FD775B9793F}"/>
              </a:ext>
            </a:extLst>
          </p:cNvPr>
          <p:cNvSpPr>
            <a:spLocks noGrp="1"/>
          </p:cNvSpPr>
          <p:nvPr>
            <p:ph type="sldNum" sz="quarter" idx="12"/>
          </p:nvPr>
        </p:nvSpPr>
        <p:spPr/>
        <p:txBody>
          <a:bodyPr/>
          <a:lstStyle/>
          <a:p>
            <a:fld id="{B5912E74-8957-4046-8937-1199D0665174}" type="slidenum">
              <a:rPr lang="en-US" smtClean="0"/>
              <a:t>‹#›</a:t>
            </a:fld>
            <a:endParaRPr lang="en-US"/>
          </a:p>
        </p:txBody>
      </p:sp>
      <p:sp>
        <p:nvSpPr>
          <p:cNvPr id="8" name="Rectangle 7">
            <a:extLst>
              <a:ext uri="{FF2B5EF4-FFF2-40B4-BE49-F238E27FC236}">
                <a16:creationId xmlns:a16="http://schemas.microsoft.com/office/drawing/2014/main" id="{68F9B18A-4C13-213C-5ECD-7D00902A82F8}"/>
              </a:ext>
            </a:extLst>
          </p:cNvPr>
          <p:cNvSpPr/>
          <p:nvPr userDrawn="1"/>
        </p:nvSpPr>
        <p:spPr>
          <a:xfrm>
            <a:off x="3894421" y="21431"/>
            <a:ext cx="4460168" cy="2565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B8A0DAC0-1D7C-425C-A3EA-189775AB007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sp>
        <p:nvSpPr>
          <p:cNvPr id="11" name="Rectangle 10">
            <a:extLst>
              <a:ext uri="{FF2B5EF4-FFF2-40B4-BE49-F238E27FC236}">
                <a16:creationId xmlns:a16="http://schemas.microsoft.com/office/drawing/2014/main" id="{73A6FB34-FC21-998E-F2ED-B41CC15A4311}"/>
              </a:ext>
            </a:extLst>
          </p:cNvPr>
          <p:cNvSpPr/>
          <p:nvPr userDrawn="1"/>
        </p:nvSpPr>
        <p:spPr>
          <a:xfrm>
            <a:off x="-1" y="6808662"/>
            <a:ext cx="12249013" cy="10897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191E5DFC-83E6-86F2-21A3-C9353A831D94}"/>
              </a:ext>
            </a:extLst>
          </p:cNvPr>
          <p:cNvGrpSpPr/>
          <p:nvPr userDrawn="1"/>
        </p:nvGrpSpPr>
        <p:grpSpPr>
          <a:xfrm>
            <a:off x="11930388" y="4900065"/>
            <a:ext cx="261612" cy="1456285"/>
            <a:chOff x="-7479" y="4982614"/>
            <a:chExt cx="261612" cy="1456285"/>
          </a:xfrm>
        </p:grpSpPr>
        <p:sp>
          <p:nvSpPr>
            <p:cNvPr id="9" name="Rectangle 8">
              <a:extLst>
                <a:ext uri="{FF2B5EF4-FFF2-40B4-BE49-F238E27FC236}">
                  <a16:creationId xmlns:a16="http://schemas.microsoft.com/office/drawing/2014/main" id="{00E6CDA0-D409-8B80-7C3D-EE78328F12C7}"/>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1DCC3F2-36B2-C662-DECB-01503AFCAA9E}"/>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2848066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660D2230-4C54-C188-62C4-95CC76262BA7}"/>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11" name="Rectangle 10">
            <a:extLst>
              <a:ext uri="{FF2B5EF4-FFF2-40B4-BE49-F238E27FC236}">
                <a16:creationId xmlns:a16="http://schemas.microsoft.com/office/drawing/2014/main" id="{1466CAA0-852B-2260-4E79-4DCDC5D3C474}"/>
              </a:ext>
            </a:extLst>
          </p:cNvPr>
          <p:cNvSpPr/>
          <p:nvPr userDrawn="1"/>
        </p:nvSpPr>
        <p:spPr>
          <a:xfrm>
            <a:off x="-38100" y="1690688"/>
            <a:ext cx="12230100" cy="5167312"/>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D09984-B07C-717A-A1FC-A0212B127BE0}"/>
              </a:ext>
            </a:extLst>
          </p:cNvPr>
          <p:cNvSpPr>
            <a:spLocks noGrp="1"/>
          </p:cNvSpPr>
          <p:nvPr>
            <p:ph type="title"/>
          </p:nvPr>
        </p:nvSpPr>
        <p:spPr/>
        <p:txBody>
          <a:bodyPr>
            <a:normAutofit/>
          </a:bodyPr>
          <a:lstStyle>
            <a:lvl1pPr>
              <a:defRPr sz="4000">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D7D56CC2-F4AE-C871-25CA-0693B8E51D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04C4D5-028B-CF4F-DB83-2E7DAE1451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84ECB3-6230-1C4A-4271-8B1B329A9B88}"/>
              </a:ext>
            </a:extLst>
          </p:cNvPr>
          <p:cNvSpPr>
            <a:spLocks noGrp="1"/>
          </p:cNvSpPr>
          <p:nvPr>
            <p:ph type="dt" sz="half" idx="10"/>
          </p:nvPr>
        </p:nvSpPr>
        <p:spPr/>
        <p:txBody>
          <a:bodyPr/>
          <a:lstStyle/>
          <a:p>
            <a:fld id="{EF9959E7-45DE-4A2D-ACFD-0D8C8BBAB79F}" type="datetimeFigureOut">
              <a:rPr lang="en-US" smtClean="0"/>
              <a:t>11/10/25</a:t>
            </a:fld>
            <a:endParaRPr lang="en-US"/>
          </a:p>
        </p:txBody>
      </p:sp>
      <p:sp>
        <p:nvSpPr>
          <p:cNvPr id="6" name="Footer Placeholder 5">
            <a:extLst>
              <a:ext uri="{FF2B5EF4-FFF2-40B4-BE49-F238E27FC236}">
                <a16:creationId xmlns:a16="http://schemas.microsoft.com/office/drawing/2014/main" id="{A9D0EBE9-6EE3-30E5-37E9-966CEBBA44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D42C9F-71DE-08A3-B2D8-60F040A88956}"/>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0" name="Picture 9">
            <a:extLst>
              <a:ext uri="{FF2B5EF4-FFF2-40B4-BE49-F238E27FC236}">
                <a16:creationId xmlns:a16="http://schemas.microsoft.com/office/drawing/2014/main" id="{431BACEB-C3CA-5C73-C1CD-7E28828923B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8" name="Group 7">
            <a:extLst>
              <a:ext uri="{FF2B5EF4-FFF2-40B4-BE49-F238E27FC236}">
                <a16:creationId xmlns:a16="http://schemas.microsoft.com/office/drawing/2014/main" id="{F32450C2-7E85-EAB2-8C8F-8B13B9657507}"/>
              </a:ext>
            </a:extLst>
          </p:cNvPr>
          <p:cNvGrpSpPr/>
          <p:nvPr userDrawn="1"/>
        </p:nvGrpSpPr>
        <p:grpSpPr>
          <a:xfrm>
            <a:off x="11930388" y="4900065"/>
            <a:ext cx="261612" cy="1456285"/>
            <a:chOff x="-7479" y="4982614"/>
            <a:chExt cx="261612" cy="1456285"/>
          </a:xfrm>
        </p:grpSpPr>
        <p:sp>
          <p:nvSpPr>
            <p:cNvPr id="9" name="Rectangle 8">
              <a:extLst>
                <a:ext uri="{FF2B5EF4-FFF2-40B4-BE49-F238E27FC236}">
                  <a16:creationId xmlns:a16="http://schemas.microsoft.com/office/drawing/2014/main" id="{E593644A-0A35-6B8C-F216-AC1945DFC79E}"/>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A806244-EF9A-642C-8573-A2BFA17DB33E}"/>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16536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F169F28-4F60-04EA-2355-80F723258DB7}"/>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sp>
        <p:nvSpPr>
          <p:cNvPr id="2" name="Title 1">
            <a:extLst>
              <a:ext uri="{FF2B5EF4-FFF2-40B4-BE49-F238E27FC236}">
                <a16:creationId xmlns:a16="http://schemas.microsoft.com/office/drawing/2014/main" id="{D7D3BD4A-F379-8CFF-EBD6-707DD0E70908}"/>
              </a:ext>
            </a:extLst>
          </p:cNvPr>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FD159623-7488-E134-22F1-5329048ED4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9D7D39-C4CD-9439-3408-FF0BFA1B11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3750B8F-83C3-D985-5919-F1A3FDF4D0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CCF953-DD56-9B85-AB4B-B9C9F0FF06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D25C81-2863-04F8-8182-D218BA273C24}"/>
              </a:ext>
            </a:extLst>
          </p:cNvPr>
          <p:cNvSpPr>
            <a:spLocks noGrp="1"/>
          </p:cNvSpPr>
          <p:nvPr>
            <p:ph type="dt" sz="half" idx="10"/>
          </p:nvPr>
        </p:nvSpPr>
        <p:spPr/>
        <p:txBody>
          <a:bodyPr/>
          <a:lstStyle/>
          <a:p>
            <a:fld id="{EF9959E7-45DE-4A2D-ACFD-0D8C8BBAB79F}" type="datetimeFigureOut">
              <a:rPr lang="en-US" smtClean="0"/>
              <a:t>11/10/25</a:t>
            </a:fld>
            <a:endParaRPr lang="en-US"/>
          </a:p>
        </p:txBody>
      </p:sp>
      <p:sp>
        <p:nvSpPr>
          <p:cNvPr id="8" name="Footer Placeholder 7">
            <a:extLst>
              <a:ext uri="{FF2B5EF4-FFF2-40B4-BE49-F238E27FC236}">
                <a16:creationId xmlns:a16="http://schemas.microsoft.com/office/drawing/2014/main" id="{A3A521E1-8180-A360-8696-A84620A87D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3D6C59-8054-7190-9FD8-FAA596348D42}"/>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2" name="Picture 11">
            <a:extLst>
              <a:ext uri="{FF2B5EF4-FFF2-40B4-BE49-F238E27FC236}">
                <a16:creationId xmlns:a16="http://schemas.microsoft.com/office/drawing/2014/main" id="{C023B567-24C2-C088-6F75-913992BE2D8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sp>
        <p:nvSpPr>
          <p:cNvPr id="15" name="Rectangle 14">
            <a:extLst>
              <a:ext uri="{FF2B5EF4-FFF2-40B4-BE49-F238E27FC236}">
                <a16:creationId xmlns:a16="http://schemas.microsoft.com/office/drawing/2014/main" id="{A32B20C0-22D4-422D-2940-7F540F191BF7}"/>
              </a:ext>
            </a:extLst>
          </p:cNvPr>
          <p:cNvSpPr/>
          <p:nvPr userDrawn="1"/>
        </p:nvSpPr>
        <p:spPr>
          <a:xfrm>
            <a:off x="6764" y="342265"/>
            <a:ext cx="10269639" cy="4571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1870257A-EF80-EF1A-EE95-68EB9FBC2F71}"/>
              </a:ext>
            </a:extLst>
          </p:cNvPr>
          <p:cNvGrpSpPr/>
          <p:nvPr userDrawn="1"/>
        </p:nvGrpSpPr>
        <p:grpSpPr>
          <a:xfrm>
            <a:off x="11930388" y="4900065"/>
            <a:ext cx="261612" cy="1456285"/>
            <a:chOff x="-7479" y="4982614"/>
            <a:chExt cx="261612" cy="1456285"/>
          </a:xfrm>
        </p:grpSpPr>
        <p:sp>
          <p:nvSpPr>
            <p:cNvPr id="13" name="Rectangle 12">
              <a:extLst>
                <a:ext uri="{FF2B5EF4-FFF2-40B4-BE49-F238E27FC236}">
                  <a16:creationId xmlns:a16="http://schemas.microsoft.com/office/drawing/2014/main" id="{BAEA7E83-8757-44B8-B8ED-EFD855548FA2}"/>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603E4A3-2F29-E99E-59AA-19FD2D71718A}"/>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140199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C5A05E41-FECA-555C-4DA5-FBDABE88EAD3}"/>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grpSp>
        <p:nvGrpSpPr>
          <p:cNvPr id="13" name="Group 12">
            <a:extLst>
              <a:ext uri="{FF2B5EF4-FFF2-40B4-BE49-F238E27FC236}">
                <a16:creationId xmlns:a16="http://schemas.microsoft.com/office/drawing/2014/main" id="{6EFDB3D2-BABB-4614-ACBD-74206D54EFA7}"/>
              </a:ext>
            </a:extLst>
          </p:cNvPr>
          <p:cNvGrpSpPr/>
          <p:nvPr userDrawn="1"/>
        </p:nvGrpSpPr>
        <p:grpSpPr>
          <a:xfrm flipH="1">
            <a:off x="8896479" y="6438899"/>
            <a:ext cx="3295521" cy="419101"/>
            <a:chOff x="0" y="6438899"/>
            <a:chExt cx="4425450" cy="419100"/>
          </a:xfrm>
        </p:grpSpPr>
        <p:sp>
          <p:nvSpPr>
            <p:cNvPr id="14" name="Rectangle 13">
              <a:extLst>
                <a:ext uri="{FF2B5EF4-FFF2-40B4-BE49-F238E27FC236}">
                  <a16:creationId xmlns:a16="http://schemas.microsoft.com/office/drawing/2014/main" id="{B3C9DBE5-42FF-593C-82CE-C4B2774E3AD0}"/>
                </a:ext>
              </a:extLst>
            </p:cNvPr>
            <p:cNvSpPr/>
            <p:nvPr userDrawn="1"/>
          </p:nvSpPr>
          <p:spPr>
            <a:xfrm>
              <a:off x="0" y="6438900"/>
              <a:ext cx="4115884" cy="41909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ight Triangle 14">
              <a:extLst>
                <a:ext uri="{FF2B5EF4-FFF2-40B4-BE49-F238E27FC236}">
                  <a16:creationId xmlns:a16="http://schemas.microsoft.com/office/drawing/2014/main" id="{D8516993-C2D5-28D4-6E6E-D3A5B19FD20F}"/>
                </a:ext>
              </a:extLst>
            </p:cNvPr>
            <p:cNvSpPr/>
            <p:nvPr userDrawn="1"/>
          </p:nvSpPr>
          <p:spPr>
            <a:xfrm>
              <a:off x="4115884" y="6438899"/>
              <a:ext cx="309566" cy="419100"/>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EB218D0-0E4A-6601-1430-D75D1D89819B}"/>
              </a:ext>
            </a:extLst>
          </p:cNvPr>
          <p:cNvSpPr>
            <a:spLocks noGrp="1"/>
          </p:cNvSpPr>
          <p:nvPr>
            <p:ph type="title"/>
          </p:nvPr>
        </p:nvSpPr>
        <p:spPr>
          <a:xfrm>
            <a:off x="1364974" y="2766218"/>
            <a:ext cx="10515600" cy="1325563"/>
          </a:xfrm>
        </p:spPr>
        <p:txBody>
          <a:bodyPr/>
          <a:lstStyle>
            <a:lvl1pPr>
              <a:defRPr>
                <a:latin typeface="+mn-lt"/>
              </a:defRPr>
            </a:lvl1pPr>
          </a:lstStyle>
          <a:p>
            <a:r>
              <a:rPr lang="en-US" dirty="0"/>
              <a:t>Click to edit Master title style</a:t>
            </a:r>
          </a:p>
        </p:txBody>
      </p:sp>
      <p:sp>
        <p:nvSpPr>
          <p:cNvPr id="3" name="Date Placeholder 2">
            <a:extLst>
              <a:ext uri="{FF2B5EF4-FFF2-40B4-BE49-F238E27FC236}">
                <a16:creationId xmlns:a16="http://schemas.microsoft.com/office/drawing/2014/main" id="{65407DD1-72E8-53B4-A8B5-16105BC66947}"/>
              </a:ext>
            </a:extLst>
          </p:cNvPr>
          <p:cNvSpPr>
            <a:spLocks noGrp="1"/>
          </p:cNvSpPr>
          <p:nvPr>
            <p:ph type="dt" sz="half" idx="10"/>
          </p:nvPr>
        </p:nvSpPr>
        <p:spPr/>
        <p:txBody>
          <a:bodyPr/>
          <a:lstStyle/>
          <a:p>
            <a:fld id="{EF9959E7-45DE-4A2D-ACFD-0D8C8BBAB79F}" type="datetimeFigureOut">
              <a:rPr lang="en-US" smtClean="0"/>
              <a:t>11/10/25</a:t>
            </a:fld>
            <a:endParaRPr lang="en-US"/>
          </a:p>
        </p:txBody>
      </p:sp>
      <p:sp>
        <p:nvSpPr>
          <p:cNvPr id="4" name="Footer Placeholder 3">
            <a:extLst>
              <a:ext uri="{FF2B5EF4-FFF2-40B4-BE49-F238E27FC236}">
                <a16:creationId xmlns:a16="http://schemas.microsoft.com/office/drawing/2014/main" id="{F3621DE3-618B-CDA6-C30A-1DB7F4E9C6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568125-E5E8-EEE2-D064-3848DBBA63B9}"/>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0" name="Picture 9">
            <a:extLst>
              <a:ext uri="{FF2B5EF4-FFF2-40B4-BE49-F238E27FC236}">
                <a16:creationId xmlns:a16="http://schemas.microsoft.com/office/drawing/2014/main" id="{19F13517-FB38-BE9B-5A77-235BBF8CE80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6" name="Group 5">
            <a:extLst>
              <a:ext uri="{FF2B5EF4-FFF2-40B4-BE49-F238E27FC236}">
                <a16:creationId xmlns:a16="http://schemas.microsoft.com/office/drawing/2014/main" id="{715FA5D2-1257-770C-1E2F-2CCA5238FD2A}"/>
              </a:ext>
            </a:extLst>
          </p:cNvPr>
          <p:cNvGrpSpPr/>
          <p:nvPr userDrawn="1"/>
        </p:nvGrpSpPr>
        <p:grpSpPr>
          <a:xfrm>
            <a:off x="11930388" y="4900065"/>
            <a:ext cx="261612" cy="1456285"/>
            <a:chOff x="-7479" y="4982614"/>
            <a:chExt cx="261612" cy="1456285"/>
          </a:xfrm>
        </p:grpSpPr>
        <p:sp>
          <p:nvSpPr>
            <p:cNvPr id="7" name="Rectangle 6">
              <a:extLst>
                <a:ext uri="{FF2B5EF4-FFF2-40B4-BE49-F238E27FC236}">
                  <a16:creationId xmlns:a16="http://schemas.microsoft.com/office/drawing/2014/main" id="{F29FA834-B150-3245-D347-588904243A5E}"/>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8EF11FA-4280-83FF-5E5F-70581310F2C4}"/>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1611669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C80EC996-29B5-35CD-CAA8-09FAAB535A3F}"/>
              </a:ext>
            </a:extLst>
          </p:cNvPr>
          <p:cNvPicPr>
            <a:picLocks noChangeAspect="1"/>
          </p:cNvPicPr>
          <p:nvPr userDrawn="1"/>
        </p:nvPicPr>
        <p:blipFill>
          <a:blip r:embed="rId2"/>
          <a:stretch>
            <a:fillRect/>
          </a:stretch>
        </p:blipFill>
        <p:spPr>
          <a:xfrm rot="10800000" flipV="1">
            <a:off x="4713261" y="1270"/>
            <a:ext cx="7112053" cy="1831461"/>
          </a:xfrm>
          <a:prstGeom prst="rect">
            <a:avLst/>
          </a:prstGeom>
        </p:spPr>
      </p:pic>
      <p:sp>
        <p:nvSpPr>
          <p:cNvPr id="10" name="Rectangle 9">
            <a:extLst>
              <a:ext uri="{FF2B5EF4-FFF2-40B4-BE49-F238E27FC236}">
                <a16:creationId xmlns:a16="http://schemas.microsoft.com/office/drawing/2014/main" id="{C4E085B5-6456-E991-6904-BB25D1005185}"/>
              </a:ext>
            </a:extLst>
          </p:cNvPr>
          <p:cNvSpPr/>
          <p:nvPr userDrawn="1"/>
        </p:nvSpPr>
        <p:spPr>
          <a:xfrm>
            <a:off x="-38099" y="0"/>
            <a:ext cx="4764088" cy="6858000"/>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B5AF6C-3A58-DD89-B778-7C9B4E4937D6}"/>
              </a:ext>
            </a:extLst>
          </p:cNvPr>
          <p:cNvSpPr>
            <a:spLocks noGrp="1"/>
          </p:cNvSpPr>
          <p:nvPr>
            <p:ph type="title"/>
          </p:nvPr>
        </p:nvSpPr>
        <p:spPr>
          <a:xfrm>
            <a:off x="839788" y="457200"/>
            <a:ext cx="3771969" cy="1600200"/>
          </a:xfrm>
        </p:spPr>
        <p:txBody>
          <a:bodyPr anchor="b">
            <a:normAutofit/>
          </a:bodyPr>
          <a:lstStyle>
            <a:lvl1pPr>
              <a:defRPr sz="2800">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4C730643-5DEF-0301-05FB-43BFE78104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C84E7D-D23B-8AA6-561F-6482F0A1224C}"/>
              </a:ext>
            </a:extLst>
          </p:cNvPr>
          <p:cNvSpPr>
            <a:spLocks noGrp="1"/>
          </p:cNvSpPr>
          <p:nvPr>
            <p:ph type="body" sz="half" idx="2"/>
          </p:nvPr>
        </p:nvSpPr>
        <p:spPr>
          <a:xfrm>
            <a:off x="839788" y="2057400"/>
            <a:ext cx="377196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060D1C3-135E-09A0-2E54-EFBC9A5D9940}"/>
              </a:ext>
            </a:extLst>
          </p:cNvPr>
          <p:cNvSpPr>
            <a:spLocks noGrp="1"/>
          </p:cNvSpPr>
          <p:nvPr>
            <p:ph type="dt" sz="half" idx="10"/>
          </p:nvPr>
        </p:nvSpPr>
        <p:spPr/>
        <p:txBody>
          <a:bodyPr/>
          <a:lstStyle/>
          <a:p>
            <a:fld id="{EF9959E7-45DE-4A2D-ACFD-0D8C8BBAB79F}" type="datetimeFigureOut">
              <a:rPr lang="en-US" smtClean="0"/>
              <a:t>11/10/25</a:t>
            </a:fld>
            <a:endParaRPr lang="en-US"/>
          </a:p>
        </p:txBody>
      </p:sp>
      <p:sp>
        <p:nvSpPr>
          <p:cNvPr id="6" name="Footer Placeholder 5">
            <a:extLst>
              <a:ext uri="{FF2B5EF4-FFF2-40B4-BE49-F238E27FC236}">
                <a16:creationId xmlns:a16="http://schemas.microsoft.com/office/drawing/2014/main" id="{B1E11F67-329D-954C-CD5C-1AA093EC26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5EB87E-06D7-61E3-D9E0-49BF14B3E008}"/>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9" name="Picture 8">
            <a:extLst>
              <a:ext uri="{FF2B5EF4-FFF2-40B4-BE49-F238E27FC236}">
                <a16:creationId xmlns:a16="http://schemas.microsoft.com/office/drawing/2014/main" id="{0C8EA7C3-CAA4-9F46-F633-CAA69D61B61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sp>
        <p:nvSpPr>
          <p:cNvPr id="11" name="Rectangle 10">
            <a:extLst>
              <a:ext uri="{FF2B5EF4-FFF2-40B4-BE49-F238E27FC236}">
                <a16:creationId xmlns:a16="http://schemas.microsoft.com/office/drawing/2014/main" id="{7DD1F696-3383-CCD0-5F6F-4B9E89375262}"/>
              </a:ext>
            </a:extLst>
          </p:cNvPr>
          <p:cNvSpPr/>
          <p:nvPr userDrawn="1"/>
        </p:nvSpPr>
        <p:spPr>
          <a:xfrm rot="5400000">
            <a:off x="1324286" y="3399184"/>
            <a:ext cx="6858000" cy="5963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7DF8517-697A-D659-D645-CCC025297F18}"/>
              </a:ext>
            </a:extLst>
          </p:cNvPr>
          <p:cNvGrpSpPr/>
          <p:nvPr userDrawn="1"/>
        </p:nvGrpSpPr>
        <p:grpSpPr>
          <a:xfrm>
            <a:off x="11930388" y="4900065"/>
            <a:ext cx="261612" cy="1456285"/>
            <a:chOff x="-7479" y="4982614"/>
            <a:chExt cx="261612" cy="1456285"/>
          </a:xfrm>
        </p:grpSpPr>
        <p:sp>
          <p:nvSpPr>
            <p:cNvPr id="12" name="Rectangle 11">
              <a:extLst>
                <a:ext uri="{FF2B5EF4-FFF2-40B4-BE49-F238E27FC236}">
                  <a16:creationId xmlns:a16="http://schemas.microsoft.com/office/drawing/2014/main" id="{028F6DD2-968A-9801-9B22-22DBD1C894E0}"/>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F835E16-0810-A050-7387-E04FC0CFD8C9}"/>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41201097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BDE0F43-CB86-1C9B-53B1-54930B9BBDB8}"/>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2" name="Date Placeholder 1">
            <a:extLst>
              <a:ext uri="{FF2B5EF4-FFF2-40B4-BE49-F238E27FC236}">
                <a16:creationId xmlns:a16="http://schemas.microsoft.com/office/drawing/2014/main" id="{C938C0B1-8B0B-33DB-42B1-6BBD5950DE08}"/>
              </a:ext>
            </a:extLst>
          </p:cNvPr>
          <p:cNvSpPr>
            <a:spLocks noGrp="1"/>
          </p:cNvSpPr>
          <p:nvPr>
            <p:ph type="dt" sz="half" idx="10"/>
          </p:nvPr>
        </p:nvSpPr>
        <p:spPr/>
        <p:txBody>
          <a:bodyPr/>
          <a:lstStyle/>
          <a:p>
            <a:fld id="{EF9959E7-45DE-4A2D-ACFD-0D8C8BBAB79F}" type="datetimeFigureOut">
              <a:rPr lang="en-US" smtClean="0"/>
              <a:t>11/10/25</a:t>
            </a:fld>
            <a:endParaRPr lang="en-US"/>
          </a:p>
        </p:txBody>
      </p:sp>
      <p:sp>
        <p:nvSpPr>
          <p:cNvPr id="3" name="Footer Placeholder 2">
            <a:extLst>
              <a:ext uri="{FF2B5EF4-FFF2-40B4-BE49-F238E27FC236}">
                <a16:creationId xmlns:a16="http://schemas.microsoft.com/office/drawing/2014/main" id="{E07F86FD-0946-30C8-BC74-577779A4D6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2CEAC2-352E-92E4-C579-C2A59B6940E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6" name="Picture 5">
            <a:extLst>
              <a:ext uri="{FF2B5EF4-FFF2-40B4-BE49-F238E27FC236}">
                <a16:creationId xmlns:a16="http://schemas.microsoft.com/office/drawing/2014/main" id="{ABA7D5CF-8052-62A2-8652-9E5660A058F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5" name="Group 4">
            <a:extLst>
              <a:ext uri="{FF2B5EF4-FFF2-40B4-BE49-F238E27FC236}">
                <a16:creationId xmlns:a16="http://schemas.microsoft.com/office/drawing/2014/main" id="{7CEA865B-9359-931D-9136-36413785F784}"/>
              </a:ext>
            </a:extLst>
          </p:cNvPr>
          <p:cNvGrpSpPr/>
          <p:nvPr userDrawn="1"/>
        </p:nvGrpSpPr>
        <p:grpSpPr>
          <a:xfrm>
            <a:off x="11930388" y="4900065"/>
            <a:ext cx="261612" cy="1456285"/>
            <a:chOff x="-7479" y="4982614"/>
            <a:chExt cx="261612" cy="1456285"/>
          </a:xfrm>
        </p:grpSpPr>
        <p:sp>
          <p:nvSpPr>
            <p:cNvPr id="7" name="Rectangle 6">
              <a:extLst>
                <a:ext uri="{FF2B5EF4-FFF2-40B4-BE49-F238E27FC236}">
                  <a16:creationId xmlns:a16="http://schemas.microsoft.com/office/drawing/2014/main" id="{990C6828-16EB-91B9-7078-52ADFDC0F2F1}"/>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BEA9D62-1A2E-5482-2A68-9FCEFEB913F9}"/>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3996132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colo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6208AF-0FB5-0709-9E4A-86BB9C81B267}"/>
              </a:ext>
            </a:extLst>
          </p:cNvPr>
          <p:cNvSpPr/>
          <p:nvPr userDrawn="1"/>
        </p:nvSpPr>
        <p:spPr>
          <a:xfrm>
            <a:off x="-38100" y="0"/>
            <a:ext cx="12230100" cy="6858000"/>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57D46B25-0C92-A630-DD9E-0DC228627926}"/>
              </a:ext>
            </a:extLst>
          </p:cNvPr>
          <p:cNvGrpSpPr/>
          <p:nvPr userDrawn="1"/>
        </p:nvGrpSpPr>
        <p:grpSpPr>
          <a:xfrm>
            <a:off x="7180119" y="6473574"/>
            <a:ext cx="5011881" cy="390911"/>
            <a:chOff x="7180118" y="6489891"/>
            <a:chExt cx="5011881" cy="390911"/>
          </a:xfrm>
        </p:grpSpPr>
        <p:sp>
          <p:nvSpPr>
            <p:cNvPr id="16" name="Rectangle 15">
              <a:extLst>
                <a:ext uri="{FF2B5EF4-FFF2-40B4-BE49-F238E27FC236}">
                  <a16:creationId xmlns:a16="http://schemas.microsoft.com/office/drawing/2014/main" id="{BA51D9DD-D54B-BD6E-1FC0-1E96064A7DD4}"/>
                </a:ext>
              </a:extLst>
            </p:cNvPr>
            <p:cNvSpPr/>
            <p:nvPr userDrawn="1"/>
          </p:nvSpPr>
          <p:spPr>
            <a:xfrm rot="10800000">
              <a:off x="7393415" y="6489891"/>
              <a:ext cx="4798584" cy="3909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ight Triangle 16">
              <a:extLst>
                <a:ext uri="{FF2B5EF4-FFF2-40B4-BE49-F238E27FC236}">
                  <a16:creationId xmlns:a16="http://schemas.microsoft.com/office/drawing/2014/main" id="{B12D63A4-B45F-D7EE-07AE-ED4F2AA9FBF6}"/>
                </a:ext>
              </a:extLst>
            </p:cNvPr>
            <p:cNvSpPr/>
            <p:nvPr userDrawn="1"/>
          </p:nvSpPr>
          <p:spPr>
            <a:xfrm rot="10800000" flipV="1">
              <a:off x="7180118" y="6489895"/>
              <a:ext cx="213299" cy="390907"/>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CE4DBBFF-D866-CE38-8CC8-48E42BA7EFB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76220" y="283589"/>
            <a:ext cx="1470825" cy="497461"/>
          </a:xfrm>
          <a:prstGeom prst="rect">
            <a:avLst/>
          </a:prstGeom>
        </p:spPr>
      </p:pic>
      <p:sp>
        <p:nvSpPr>
          <p:cNvPr id="2" name="Date Placeholder 1">
            <a:extLst>
              <a:ext uri="{FF2B5EF4-FFF2-40B4-BE49-F238E27FC236}">
                <a16:creationId xmlns:a16="http://schemas.microsoft.com/office/drawing/2014/main" id="{C938C0B1-8B0B-33DB-42B1-6BBD5950DE08}"/>
              </a:ext>
            </a:extLst>
          </p:cNvPr>
          <p:cNvSpPr>
            <a:spLocks noGrp="1"/>
          </p:cNvSpPr>
          <p:nvPr>
            <p:ph type="dt" sz="half" idx="10"/>
          </p:nvPr>
        </p:nvSpPr>
        <p:spPr/>
        <p:txBody>
          <a:bodyPr/>
          <a:lstStyle/>
          <a:p>
            <a:fld id="{EF9959E7-45DE-4A2D-ACFD-0D8C8BBAB79F}" type="datetimeFigureOut">
              <a:rPr lang="en-US" smtClean="0"/>
              <a:t>11/10/25</a:t>
            </a:fld>
            <a:endParaRPr lang="en-US"/>
          </a:p>
        </p:txBody>
      </p:sp>
      <p:sp>
        <p:nvSpPr>
          <p:cNvPr id="3" name="Footer Placeholder 2">
            <a:extLst>
              <a:ext uri="{FF2B5EF4-FFF2-40B4-BE49-F238E27FC236}">
                <a16:creationId xmlns:a16="http://schemas.microsoft.com/office/drawing/2014/main" id="{E07F86FD-0946-30C8-BC74-577779A4D6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2CEAC2-352E-92E4-C579-C2A59B6940E0}"/>
              </a:ext>
            </a:extLst>
          </p:cNvPr>
          <p:cNvSpPr>
            <a:spLocks noGrp="1"/>
          </p:cNvSpPr>
          <p:nvPr>
            <p:ph type="sldNum" sz="quarter" idx="12"/>
          </p:nvPr>
        </p:nvSpPr>
        <p:spPr/>
        <p:txBody>
          <a:bodyPr/>
          <a:lstStyle/>
          <a:p>
            <a:fld id="{B5912E74-8957-4046-8937-1199D0665174}" type="slidenum">
              <a:rPr lang="en-US" smtClean="0"/>
              <a:t>‹#›</a:t>
            </a:fld>
            <a:endParaRPr lang="en-US"/>
          </a:p>
        </p:txBody>
      </p:sp>
      <p:grpSp>
        <p:nvGrpSpPr>
          <p:cNvPr id="10" name="Group 9">
            <a:extLst>
              <a:ext uri="{FF2B5EF4-FFF2-40B4-BE49-F238E27FC236}">
                <a16:creationId xmlns:a16="http://schemas.microsoft.com/office/drawing/2014/main" id="{DEECA337-96B6-AF15-88CE-5A1B9B8EBDB6}"/>
              </a:ext>
            </a:extLst>
          </p:cNvPr>
          <p:cNvGrpSpPr/>
          <p:nvPr userDrawn="1"/>
        </p:nvGrpSpPr>
        <p:grpSpPr>
          <a:xfrm>
            <a:off x="-58882" y="0"/>
            <a:ext cx="2130820" cy="390908"/>
            <a:chOff x="-58882" y="0"/>
            <a:chExt cx="2130820" cy="390908"/>
          </a:xfrm>
        </p:grpSpPr>
        <p:sp>
          <p:nvSpPr>
            <p:cNvPr id="13" name="Rectangle 12">
              <a:extLst>
                <a:ext uri="{FF2B5EF4-FFF2-40B4-BE49-F238E27FC236}">
                  <a16:creationId xmlns:a16="http://schemas.microsoft.com/office/drawing/2014/main" id="{755327DB-3941-6535-2638-26DDF5148B23}"/>
                </a:ext>
              </a:extLst>
            </p:cNvPr>
            <p:cNvSpPr/>
            <p:nvPr userDrawn="1"/>
          </p:nvSpPr>
          <p:spPr>
            <a:xfrm>
              <a:off x="-58882" y="1"/>
              <a:ext cx="1921715" cy="3909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ight Triangle 13">
              <a:extLst>
                <a:ext uri="{FF2B5EF4-FFF2-40B4-BE49-F238E27FC236}">
                  <a16:creationId xmlns:a16="http://schemas.microsoft.com/office/drawing/2014/main" id="{751988F2-DBDB-53FA-2E8B-DE674D6D2B6A}"/>
                </a:ext>
              </a:extLst>
            </p:cNvPr>
            <p:cNvSpPr/>
            <p:nvPr userDrawn="1"/>
          </p:nvSpPr>
          <p:spPr>
            <a:xfrm flipV="1">
              <a:off x="1858639" y="0"/>
              <a:ext cx="213299" cy="390907"/>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A5B451E3-7C30-F7E8-27F1-20A1711850CE}"/>
              </a:ext>
            </a:extLst>
          </p:cNvPr>
          <p:cNvGrpSpPr/>
          <p:nvPr userDrawn="1"/>
        </p:nvGrpSpPr>
        <p:grpSpPr>
          <a:xfrm>
            <a:off x="11930388" y="4900065"/>
            <a:ext cx="261612" cy="1456285"/>
            <a:chOff x="-7479" y="4982614"/>
            <a:chExt cx="261612" cy="1456285"/>
          </a:xfrm>
        </p:grpSpPr>
        <p:sp>
          <p:nvSpPr>
            <p:cNvPr id="7" name="Rectangle 6">
              <a:extLst>
                <a:ext uri="{FF2B5EF4-FFF2-40B4-BE49-F238E27FC236}">
                  <a16:creationId xmlns:a16="http://schemas.microsoft.com/office/drawing/2014/main" id="{2AF9E3A6-8792-EBEF-E21F-6506CA347F72}"/>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2D7814D-56F3-7C85-157F-E73DAB5F0429}"/>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3928284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450D105-3168-9AA2-1E36-18264E43F5DD}"/>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5" name="Date Placeholder 4">
            <a:extLst>
              <a:ext uri="{FF2B5EF4-FFF2-40B4-BE49-F238E27FC236}">
                <a16:creationId xmlns:a16="http://schemas.microsoft.com/office/drawing/2014/main" id="{EBC3EA9C-34EA-199C-CEF0-8463AAE7DDB7}"/>
              </a:ext>
            </a:extLst>
          </p:cNvPr>
          <p:cNvSpPr>
            <a:spLocks noGrp="1"/>
          </p:cNvSpPr>
          <p:nvPr>
            <p:ph type="dt" sz="half" idx="10"/>
          </p:nvPr>
        </p:nvSpPr>
        <p:spPr/>
        <p:txBody>
          <a:bodyPr/>
          <a:lstStyle/>
          <a:p>
            <a:fld id="{EF9959E7-45DE-4A2D-ACFD-0D8C8BBAB79F}" type="datetimeFigureOut">
              <a:rPr lang="en-US" smtClean="0"/>
              <a:t>11/10/25</a:t>
            </a:fld>
            <a:endParaRPr lang="en-US"/>
          </a:p>
        </p:txBody>
      </p:sp>
      <p:sp>
        <p:nvSpPr>
          <p:cNvPr id="6" name="Footer Placeholder 5">
            <a:extLst>
              <a:ext uri="{FF2B5EF4-FFF2-40B4-BE49-F238E27FC236}">
                <a16:creationId xmlns:a16="http://schemas.microsoft.com/office/drawing/2014/main" id="{A16D9ED6-2507-9043-2434-14990C2905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5142B-2BCF-3584-CF46-5568AF2394B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1E117FA9-E26A-4F12-3480-6499E26C73F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9" name="Group 8">
            <a:extLst>
              <a:ext uri="{FF2B5EF4-FFF2-40B4-BE49-F238E27FC236}">
                <a16:creationId xmlns:a16="http://schemas.microsoft.com/office/drawing/2014/main" id="{C2F26ABC-4A2D-3F29-949F-D733E61C91B2}"/>
              </a:ext>
            </a:extLst>
          </p:cNvPr>
          <p:cNvGrpSpPr/>
          <p:nvPr userDrawn="1"/>
        </p:nvGrpSpPr>
        <p:grpSpPr>
          <a:xfrm>
            <a:off x="11930388" y="4900065"/>
            <a:ext cx="261612" cy="1456285"/>
            <a:chOff x="-7479" y="4982614"/>
            <a:chExt cx="261612" cy="1456285"/>
          </a:xfrm>
        </p:grpSpPr>
        <p:sp>
          <p:nvSpPr>
            <p:cNvPr id="10" name="Rectangle 9">
              <a:extLst>
                <a:ext uri="{FF2B5EF4-FFF2-40B4-BE49-F238E27FC236}">
                  <a16:creationId xmlns:a16="http://schemas.microsoft.com/office/drawing/2014/main" id="{70ED001F-8063-F3C7-2FEF-E453A15D6F8A}"/>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8584E66-4123-80C8-F229-404A09AEC330}"/>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
        <p:nvSpPr>
          <p:cNvPr id="12" name="Rectangle 11">
            <a:extLst>
              <a:ext uri="{FF2B5EF4-FFF2-40B4-BE49-F238E27FC236}">
                <a16:creationId xmlns:a16="http://schemas.microsoft.com/office/drawing/2014/main" id="{812957FA-0954-130C-016A-4BAA3351102F}"/>
              </a:ext>
            </a:extLst>
          </p:cNvPr>
          <p:cNvSpPr/>
          <p:nvPr userDrawn="1"/>
        </p:nvSpPr>
        <p:spPr>
          <a:xfrm rot="5400000">
            <a:off x="6073139" y="761174"/>
            <a:ext cx="45719" cy="12192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6B5F1816-5F6B-7928-15B1-1910931B275B}"/>
              </a:ext>
            </a:extLst>
          </p:cNvPr>
          <p:cNvSpPr>
            <a:spLocks noGrp="1"/>
          </p:cNvSpPr>
          <p:nvPr>
            <p:ph type="title"/>
          </p:nvPr>
        </p:nvSpPr>
        <p:spPr>
          <a:xfrm>
            <a:off x="838198" y="781051"/>
            <a:ext cx="10515600" cy="1325563"/>
          </a:xfrm>
        </p:spPr>
        <p:txBody>
          <a:bodyPr/>
          <a:lstStyle>
            <a:lvl1pPr>
              <a:defRPr>
                <a:latin typeface="+mn-lt"/>
              </a:defRPr>
            </a:lvl1pPr>
          </a:lstStyle>
          <a:p>
            <a:r>
              <a:rPr lang="en-US" dirty="0"/>
              <a:t>Click to edit Master title style</a:t>
            </a:r>
          </a:p>
        </p:txBody>
      </p:sp>
    </p:spTree>
    <p:extLst>
      <p:ext uri="{BB962C8B-B14F-4D97-AF65-F5344CB8AC3E}">
        <p14:creationId xmlns:p14="http://schemas.microsoft.com/office/powerpoint/2010/main" val="27433504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450D105-3168-9AA2-1E36-18264E43F5DD}"/>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5" name="Date Placeholder 4">
            <a:extLst>
              <a:ext uri="{FF2B5EF4-FFF2-40B4-BE49-F238E27FC236}">
                <a16:creationId xmlns:a16="http://schemas.microsoft.com/office/drawing/2014/main" id="{EBC3EA9C-34EA-199C-CEF0-8463AAE7DDB7}"/>
              </a:ext>
            </a:extLst>
          </p:cNvPr>
          <p:cNvSpPr>
            <a:spLocks noGrp="1"/>
          </p:cNvSpPr>
          <p:nvPr>
            <p:ph type="dt" sz="half" idx="10"/>
          </p:nvPr>
        </p:nvSpPr>
        <p:spPr/>
        <p:txBody>
          <a:bodyPr/>
          <a:lstStyle/>
          <a:p>
            <a:fld id="{EF9959E7-45DE-4A2D-ACFD-0D8C8BBAB79F}" type="datetimeFigureOut">
              <a:rPr lang="en-US" smtClean="0"/>
              <a:t>11/10/25</a:t>
            </a:fld>
            <a:endParaRPr lang="en-US"/>
          </a:p>
        </p:txBody>
      </p:sp>
      <p:sp>
        <p:nvSpPr>
          <p:cNvPr id="6" name="Footer Placeholder 5">
            <a:extLst>
              <a:ext uri="{FF2B5EF4-FFF2-40B4-BE49-F238E27FC236}">
                <a16:creationId xmlns:a16="http://schemas.microsoft.com/office/drawing/2014/main" id="{A16D9ED6-2507-9043-2434-14990C2905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5142B-2BCF-3584-CF46-5568AF2394B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1E117FA9-E26A-4F12-3480-6499E26C73F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9" name="Group 8">
            <a:extLst>
              <a:ext uri="{FF2B5EF4-FFF2-40B4-BE49-F238E27FC236}">
                <a16:creationId xmlns:a16="http://schemas.microsoft.com/office/drawing/2014/main" id="{C2F26ABC-4A2D-3F29-949F-D733E61C91B2}"/>
              </a:ext>
            </a:extLst>
          </p:cNvPr>
          <p:cNvGrpSpPr/>
          <p:nvPr userDrawn="1"/>
        </p:nvGrpSpPr>
        <p:grpSpPr>
          <a:xfrm>
            <a:off x="11930388" y="4900065"/>
            <a:ext cx="261612" cy="1456285"/>
            <a:chOff x="-7479" y="4982614"/>
            <a:chExt cx="261612" cy="1456285"/>
          </a:xfrm>
        </p:grpSpPr>
        <p:sp>
          <p:nvSpPr>
            <p:cNvPr id="10" name="Rectangle 9">
              <a:extLst>
                <a:ext uri="{FF2B5EF4-FFF2-40B4-BE49-F238E27FC236}">
                  <a16:creationId xmlns:a16="http://schemas.microsoft.com/office/drawing/2014/main" id="{70ED001F-8063-F3C7-2FEF-E453A15D6F8A}"/>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8584E66-4123-80C8-F229-404A09AEC330}"/>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
        <p:nvSpPr>
          <p:cNvPr id="13" name="Rectangle 12">
            <a:extLst>
              <a:ext uri="{FF2B5EF4-FFF2-40B4-BE49-F238E27FC236}">
                <a16:creationId xmlns:a16="http://schemas.microsoft.com/office/drawing/2014/main" id="{CAE4AFB9-D289-5BB8-FC6E-3A98AE611BFD}"/>
              </a:ext>
            </a:extLst>
          </p:cNvPr>
          <p:cNvSpPr/>
          <p:nvPr userDrawn="1"/>
        </p:nvSpPr>
        <p:spPr>
          <a:xfrm rot="5400000">
            <a:off x="6079906" y="-6086095"/>
            <a:ext cx="45719" cy="12192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559C5E7F-48AB-BACC-5157-81B702629420}"/>
              </a:ext>
            </a:extLst>
          </p:cNvPr>
          <p:cNvSpPr>
            <a:spLocks noGrp="1"/>
          </p:cNvSpPr>
          <p:nvPr>
            <p:ph type="title"/>
          </p:nvPr>
        </p:nvSpPr>
        <p:spPr>
          <a:xfrm>
            <a:off x="838198" y="781051"/>
            <a:ext cx="10515600" cy="1325563"/>
          </a:xfrm>
        </p:spPr>
        <p:txBody>
          <a:bodyPr/>
          <a:lstStyle>
            <a:lvl1pPr>
              <a:defRPr>
                <a:latin typeface="+mn-lt"/>
              </a:defRPr>
            </a:lvl1pPr>
          </a:lstStyle>
          <a:p>
            <a:r>
              <a:rPr lang="en-US" dirty="0"/>
              <a:t>Click to edit Master title style</a:t>
            </a:r>
          </a:p>
        </p:txBody>
      </p:sp>
    </p:spTree>
    <p:extLst>
      <p:ext uri="{BB962C8B-B14F-4D97-AF65-F5344CB8AC3E}">
        <p14:creationId xmlns:p14="http://schemas.microsoft.com/office/powerpoint/2010/main" val="1788661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Layout2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E13ED-6077-A443-ABCC-AD2D75468A02}"/>
              </a:ext>
            </a:extLst>
          </p:cNvPr>
          <p:cNvSpPr>
            <a:spLocks noGrp="1"/>
          </p:cNvSpPr>
          <p:nvPr>
            <p:ph type="title"/>
          </p:nvPr>
        </p:nvSpPr>
        <p:spPr/>
        <p:txBody>
          <a:bodyPr/>
          <a:lstStyle/>
          <a:p>
            <a:r>
              <a:rPr lang="en-GB"/>
              <a:t>Click to edit Master title style</a:t>
            </a:r>
            <a:endParaRPr lang="en-US"/>
          </a:p>
        </p:txBody>
      </p:sp>
      <p:sp>
        <p:nvSpPr>
          <p:cNvPr id="3" name="Slide Number Placeholder 2">
            <a:extLst>
              <a:ext uri="{FF2B5EF4-FFF2-40B4-BE49-F238E27FC236}">
                <a16:creationId xmlns:a16="http://schemas.microsoft.com/office/drawing/2014/main" id="{48C33CC8-30FA-7D4F-B5FF-5CC190F93CF1}"/>
              </a:ext>
            </a:extLst>
          </p:cNvPr>
          <p:cNvSpPr>
            <a:spLocks noGrp="1"/>
          </p:cNvSpPr>
          <p:nvPr>
            <p:ph type="sldNum" sz="quarter" idx="10"/>
          </p:nvPr>
        </p:nvSpPr>
        <p:spPr/>
        <p:txBody>
          <a:bodyPr/>
          <a:lstStyle/>
          <a:p>
            <a:pPr>
              <a:defRPr/>
            </a:pPr>
            <a:fld id="{3F781150-1FB5-914F-8F90-3BA38EB3A9B3}" type="slidenum">
              <a:rPr lang="en-US" smtClean="0"/>
              <a:pPr>
                <a:defRPr/>
              </a:pPr>
              <a:t>‹#›</a:t>
            </a:fld>
            <a:endParaRPr lang="en-US"/>
          </a:p>
        </p:txBody>
      </p:sp>
      <p:sp>
        <p:nvSpPr>
          <p:cNvPr id="4" name="Прямоугольник 20">
            <a:extLst>
              <a:ext uri="{FF2B5EF4-FFF2-40B4-BE49-F238E27FC236}">
                <a16:creationId xmlns:a16="http://schemas.microsoft.com/office/drawing/2014/main" id="{560EE6AF-71FA-A047-B579-B47A88109281}"/>
              </a:ext>
            </a:extLst>
          </p:cNvPr>
          <p:cNvSpPr/>
          <p:nvPr userDrawn="1"/>
        </p:nvSpPr>
        <p:spPr>
          <a:xfrm rot="5400000">
            <a:off x="6070760" y="551563"/>
            <a:ext cx="45719" cy="11701465"/>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Tree>
    <p:extLst>
      <p:ext uri="{BB962C8B-B14F-4D97-AF65-F5344CB8AC3E}">
        <p14:creationId xmlns:p14="http://schemas.microsoft.com/office/powerpoint/2010/main" val="1040850284"/>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Layout20">
    <p:bg>
      <p:bgPr>
        <a:solidFill>
          <a:srgbClr val="4B473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1AA9A-AEC4-6046-A3F2-5369021A386F}"/>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a:p>
        </p:txBody>
      </p:sp>
      <p:sp>
        <p:nvSpPr>
          <p:cNvPr id="3" name="Slide Number Placeholder 2">
            <a:extLst>
              <a:ext uri="{FF2B5EF4-FFF2-40B4-BE49-F238E27FC236}">
                <a16:creationId xmlns:a16="http://schemas.microsoft.com/office/drawing/2014/main" id="{EC475A35-BAA4-3243-952D-99C48B8346A8}"/>
              </a:ext>
            </a:extLst>
          </p:cNvPr>
          <p:cNvSpPr>
            <a:spLocks noGrp="1"/>
          </p:cNvSpPr>
          <p:nvPr>
            <p:ph type="sldNum" sz="quarter" idx="10"/>
          </p:nvPr>
        </p:nvSpPr>
        <p:spPr/>
        <p:txBody>
          <a:bodyPr/>
          <a:lstStyle/>
          <a:p>
            <a:pPr>
              <a:defRPr/>
            </a:pPr>
            <a:fld id="{3F781150-1FB5-914F-8F90-3BA38EB3A9B3}" type="slidenum">
              <a:rPr lang="en-US" smtClean="0"/>
              <a:pPr>
                <a:defRPr/>
              </a:pPr>
              <a:t>‹#›</a:t>
            </a:fld>
            <a:endParaRPr lang="en-US"/>
          </a:p>
        </p:txBody>
      </p:sp>
      <p:cxnSp>
        <p:nvCxnSpPr>
          <p:cNvPr id="8" name="Straight Connector 7">
            <a:extLst>
              <a:ext uri="{FF2B5EF4-FFF2-40B4-BE49-F238E27FC236}">
                <a16:creationId xmlns:a16="http://schemas.microsoft.com/office/drawing/2014/main" id="{74C836B4-5E2D-D94D-B92C-56626921C682}"/>
              </a:ext>
            </a:extLst>
          </p:cNvPr>
          <p:cNvCxnSpPr/>
          <p:nvPr userDrawn="1"/>
        </p:nvCxnSpPr>
        <p:spPr>
          <a:xfrm>
            <a:off x="-12700" y="1016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1046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19975F-708A-F234-4722-AEB2343426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B87F26E-314A-B65E-03F9-0EADD49DAA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FC2CC6-2915-3AF9-A194-7961055772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9959E7-45DE-4A2D-ACFD-0D8C8BBAB79F}" type="datetimeFigureOut">
              <a:rPr lang="en-US" smtClean="0"/>
              <a:t>11/10/25</a:t>
            </a:fld>
            <a:endParaRPr lang="en-US"/>
          </a:p>
        </p:txBody>
      </p:sp>
      <p:sp>
        <p:nvSpPr>
          <p:cNvPr id="5" name="Footer Placeholder 4">
            <a:extLst>
              <a:ext uri="{FF2B5EF4-FFF2-40B4-BE49-F238E27FC236}">
                <a16:creationId xmlns:a16="http://schemas.microsoft.com/office/drawing/2014/main" id="{4994C745-1356-0A9F-002D-66D467AF4D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DC9A2B0-BC9C-678A-D6F9-6A0D62CAA9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912E74-8957-4046-8937-1199D0665174}" type="slidenum">
              <a:rPr lang="en-US" smtClean="0"/>
              <a:t>‹#›</a:t>
            </a:fld>
            <a:endParaRPr lang="en-US"/>
          </a:p>
        </p:txBody>
      </p:sp>
    </p:spTree>
    <p:extLst>
      <p:ext uri="{BB962C8B-B14F-4D97-AF65-F5344CB8AC3E}">
        <p14:creationId xmlns:p14="http://schemas.microsoft.com/office/powerpoint/2010/main" val="1015553595"/>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6" r:id="rId3"/>
    <p:sldLayoutId id="2147483662" r:id="rId4"/>
    <p:sldLayoutId id="2147483651" r:id="rId5"/>
    <p:sldLayoutId id="2147483649" r:id="rId6"/>
    <p:sldLayoutId id="2147483650" r:id="rId7"/>
    <p:sldLayoutId id="2147483652" r:id="rId8"/>
    <p:sldLayoutId id="2147483653" r:id="rId9"/>
    <p:sldLayoutId id="2147483654" r:id="rId10"/>
    <p:sldLayoutId id="2147483656" r:id="rId11"/>
    <p:sldLayoutId id="2147483655" r:id="rId12"/>
    <p:sldLayoutId id="2147483660" r:id="rId13"/>
    <p:sldLayoutId id="2147483657" r:id="rId14"/>
    <p:sldLayoutId id="2147483663" r:id="rId15"/>
    <p:sldLayoutId id="2147483667" r:id="rId16"/>
    <p:sldLayoutId id="2147483668" r:id="rId17"/>
  </p:sldLayoutIdLst>
  <p:txStyles>
    <p:titleStyle>
      <a:lvl1pPr algn="l" defTabSz="914400" rtl="0" eaLnBrk="1" latinLnBrk="0" hangingPunct="1">
        <a:lnSpc>
          <a:spcPct val="90000"/>
        </a:lnSpc>
        <a:spcBef>
          <a:spcPct val="0"/>
        </a:spcBef>
        <a:buNone/>
        <a:defRPr sz="40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5" Type="http://schemas.openxmlformats.org/officeDocument/2006/relationships/hyperlink" Target="https://freesvg.org/face-of-young-guy" TargetMode="External"/><Relationship Id="rId4" Type="http://schemas.openxmlformats.org/officeDocument/2006/relationships/image" Target="../media/image18.png"/></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5" Type="http://schemas.openxmlformats.org/officeDocument/2006/relationships/hyperlink" Target="https://freesvg.org/face-of-young-guy" TargetMode="External"/><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hyperlink" Target="https://freesvg.org/face-of-young-guy" TargetMode="External"/><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1.png"/><Relationship Id="rId1" Type="http://schemas.openxmlformats.org/officeDocument/2006/relationships/slideLayout" Target="../slideLayouts/slideLayout5.xml"/><Relationship Id="rId4" Type="http://schemas.openxmlformats.org/officeDocument/2006/relationships/hyperlink" Target="https://freesvg.org/face-of-young-guy"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1.png"/><Relationship Id="rId1" Type="http://schemas.openxmlformats.org/officeDocument/2006/relationships/slideLayout" Target="../slideLayouts/slideLayout6.xml"/><Relationship Id="rId4" Type="http://schemas.openxmlformats.org/officeDocument/2006/relationships/hyperlink" Target="https://freesvg.org/face-of-young-guy"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hyperlink" Target="https://freesvg.org/face-of-young-guy"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hyperlink" Target="https://freesvg.org/face-of-young-guy" TargetMode="Externa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 Id="rId4" Type="http://schemas.openxmlformats.org/officeDocument/2006/relationships/hyperlink" Target="https://freesvg.org/face-of-young-guy"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g"/><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24.jpeg"/></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jp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5.jpe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6.jpe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7.pn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4.xml"/><Relationship Id="rId5" Type="http://schemas.openxmlformats.org/officeDocument/2006/relationships/image" Target="../media/image31.svg"/><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image" Target="../media/image34.png"/><Relationship Id="rId21" Type="http://schemas.openxmlformats.org/officeDocument/2006/relationships/image" Target="../media/image19.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 Type="http://schemas.openxmlformats.org/officeDocument/2006/relationships/image" Target="../media/image33.png"/><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12.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20.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2.png"/><Relationship Id="rId1" Type="http://schemas.openxmlformats.org/officeDocument/2006/relationships/slideLayout" Target="../slideLayouts/slideLayout17.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2B2362F-EF82-97D1-8085-902821FA1D5F}"/>
              </a:ext>
            </a:extLst>
          </p:cNvPr>
          <p:cNvSpPr txBox="1"/>
          <p:nvPr/>
        </p:nvSpPr>
        <p:spPr>
          <a:xfrm>
            <a:off x="1706782" y="4698915"/>
            <a:ext cx="5943600" cy="1008225"/>
          </a:xfrm>
          <a:prstGeom prst="rect">
            <a:avLst/>
          </a:prstGeom>
          <a:noFill/>
        </p:spPr>
        <p:txBody>
          <a:bodyPr wrap="square" rtlCol="0">
            <a:spAutoFit/>
          </a:bodyPr>
          <a:lstStyle/>
          <a:p>
            <a:pPr>
              <a:lnSpc>
                <a:spcPct val="200000"/>
              </a:lnSpc>
            </a:pPr>
            <a:r>
              <a:rPr lang="en-MY" sz="1600" spc="300" dirty="0">
                <a:solidFill>
                  <a:schemeClr val="bg1"/>
                </a:solidFill>
              </a:rPr>
              <a:t>TEAM NAME:</a:t>
            </a:r>
          </a:p>
          <a:p>
            <a:pPr>
              <a:lnSpc>
                <a:spcPct val="200000"/>
              </a:lnSpc>
            </a:pPr>
            <a:r>
              <a:rPr lang="en-MY" sz="1600" spc="300" dirty="0">
                <a:solidFill>
                  <a:schemeClr val="bg1"/>
                </a:solidFill>
              </a:rPr>
              <a:t>TEAM MEMBER : </a:t>
            </a:r>
          </a:p>
        </p:txBody>
      </p:sp>
      <p:sp>
        <p:nvSpPr>
          <p:cNvPr id="9" name="TextBox 8">
            <a:extLst>
              <a:ext uri="{FF2B5EF4-FFF2-40B4-BE49-F238E27FC236}">
                <a16:creationId xmlns:a16="http://schemas.microsoft.com/office/drawing/2014/main" id="{E187E90E-A947-F2E4-F188-4C78E30FFB14}"/>
              </a:ext>
            </a:extLst>
          </p:cNvPr>
          <p:cNvSpPr txBox="1"/>
          <p:nvPr/>
        </p:nvSpPr>
        <p:spPr>
          <a:xfrm>
            <a:off x="1706782" y="3337191"/>
            <a:ext cx="8065867" cy="1077218"/>
          </a:xfrm>
          <a:prstGeom prst="rect">
            <a:avLst/>
          </a:prstGeom>
          <a:noFill/>
        </p:spPr>
        <p:txBody>
          <a:bodyPr wrap="square" rtlCol="0">
            <a:spAutoFit/>
          </a:bodyPr>
          <a:lstStyle/>
          <a:p>
            <a:r>
              <a:rPr lang="en-MY" sz="3200" spc="300" dirty="0">
                <a:solidFill>
                  <a:schemeClr val="bg1"/>
                </a:solidFill>
              </a:rPr>
              <a:t>PHASE 1 (P1) USER REQUIREMENTS DOCUMENTATION (URD)</a:t>
            </a:r>
          </a:p>
        </p:txBody>
      </p:sp>
      <p:sp>
        <p:nvSpPr>
          <p:cNvPr id="10" name="TextBox 9">
            <a:extLst>
              <a:ext uri="{FF2B5EF4-FFF2-40B4-BE49-F238E27FC236}">
                <a16:creationId xmlns:a16="http://schemas.microsoft.com/office/drawing/2014/main" id="{F9A31FEC-C1AB-A4DF-DA31-FC4B7684A9DD}"/>
              </a:ext>
            </a:extLst>
          </p:cNvPr>
          <p:cNvSpPr txBox="1"/>
          <p:nvPr/>
        </p:nvSpPr>
        <p:spPr>
          <a:xfrm>
            <a:off x="1706783" y="1997097"/>
            <a:ext cx="9471757" cy="1323439"/>
          </a:xfrm>
          <a:prstGeom prst="rect">
            <a:avLst/>
          </a:prstGeom>
          <a:noFill/>
        </p:spPr>
        <p:txBody>
          <a:bodyPr wrap="square" rtlCol="0">
            <a:spAutoFit/>
          </a:bodyPr>
          <a:lstStyle/>
          <a:p>
            <a:r>
              <a:rPr lang="en-US" sz="4000" b="1" kern="0" dirty="0">
                <a:solidFill>
                  <a:schemeClr val="bg1"/>
                </a:solidFill>
              </a:rPr>
              <a:t>SECJ2253 REQUIREMENTS ENGINEERING &amp; SOFTWARE MODELING (RESM)</a:t>
            </a:r>
          </a:p>
        </p:txBody>
      </p:sp>
      <p:pic>
        <p:nvPicPr>
          <p:cNvPr id="11" name="Picture 10">
            <a:extLst>
              <a:ext uri="{FF2B5EF4-FFF2-40B4-BE49-F238E27FC236}">
                <a16:creationId xmlns:a16="http://schemas.microsoft.com/office/drawing/2014/main" id="{E1FBF1DA-5BFF-1707-4D4A-FFFB821B06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6783" y="731099"/>
            <a:ext cx="2139445" cy="723600"/>
          </a:xfrm>
          <a:prstGeom prst="rect">
            <a:avLst/>
          </a:prstGeom>
        </p:spPr>
      </p:pic>
      <p:grpSp>
        <p:nvGrpSpPr>
          <p:cNvPr id="19" name="Group 18">
            <a:extLst>
              <a:ext uri="{FF2B5EF4-FFF2-40B4-BE49-F238E27FC236}">
                <a16:creationId xmlns:a16="http://schemas.microsoft.com/office/drawing/2014/main" id="{8526A73A-E833-94D8-3B96-626DBBC27FC5}"/>
              </a:ext>
            </a:extLst>
          </p:cNvPr>
          <p:cNvGrpSpPr/>
          <p:nvPr/>
        </p:nvGrpSpPr>
        <p:grpSpPr>
          <a:xfrm>
            <a:off x="243682" y="3008152"/>
            <a:ext cx="838200" cy="841694"/>
            <a:chOff x="0" y="585597"/>
            <a:chExt cx="838200" cy="390908"/>
          </a:xfrm>
          <a:solidFill>
            <a:schemeClr val="bg1">
              <a:lumMod val="65000"/>
            </a:schemeClr>
          </a:solidFill>
        </p:grpSpPr>
        <p:sp>
          <p:nvSpPr>
            <p:cNvPr id="20" name="Rectangle 19">
              <a:extLst>
                <a:ext uri="{FF2B5EF4-FFF2-40B4-BE49-F238E27FC236}">
                  <a16:creationId xmlns:a16="http://schemas.microsoft.com/office/drawing/2014/main" id="{AF9D891E-647D-0389-6628-4EE6EB7D852C}"/>
                </a:ext>
              </a:extLst>
            </p:cNvPr>
            <p:cNvSpPr/>
            <p:nvPr userDrawn="1"/>
          </p:nvSpPr>
          <p:spPr>
            <a:xfrm>
              <a:off x="0" y="585598"/>
              <a:ext cx="624901" cy="39090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1" name="Right Triangle 20">
              <a:extLst>
                <a:ext uri="{FF2B5EF4-FFF2-40B4-BE49-F238E27FC236}">
                  <a16:creationId xmlns:a16="http://schemas.microsoft.com/office/drawing/2014/main" id="{D91420ED-5903-A743-073E-ED4B56F92DD2}"/>
                </a:ext>
              </a:extLst>
            </p:cNvPr>
            <p:cNvSpPr/>
            <p:nvPr userDrawn="1"/>
          </p:nvSpPr>
          <p:spPr>
            <a:xfrm flipV="1">
              <a:off x="624901" y="585597"/>
              <a:ext cx="213299" cy="390907"/>
            </a:xfrm>
            <a:prstGeom prst="r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grpSp>
        <p:nvGrpSpPr>
          <p:cNvPr id="16" name="Group 15">
            <a:extLst>
              <a:ext uri="{FF2B5EF4-FFF2-40B4-BE49-F238E27FC236}">
                <a16:creationId xmlns:a16="http://schemas.microsoft.com/office/drawing/2014/main" id="{C20E858A-4845-23C9-B443-2E55F05FAEF2}"/>
              </a:ext>
            </a:extLst>
          </p:cNvPr>
          <p:cNvGrpSpPr/>
          <p:nvPr/>
        </p:nvGrpSpPr>
        <p:grpSpPr>
          <a:xfrm>
            <a:off x="0" y="3008153"/>
            <a:ext cx="838200" cy="841694"/>
            <a:chOff x="0" y="585597"/>
            <a:chExt cx="838200" cy="390908"/>
          </a:xfrm>
          <a:solidFill>
            <a:schemeClr val="bg1"/>
          </a:solidFill>
        </p:grpSpPr>
        <p:sp>
          <p:nvSpPr>
            <p:cNvPr id="17" name="Rectangle 16">
              <a:extLst>
                <a:ext uri="{FF2B5EF4-FFF2-40B4-BE49-F238E27FC236}">
                  <a16:creationId xmlns:a16="http://schemas.microsoft.com/office/drawing/2014/main" id="{BAE28CBC-C49B-EEF2-721E-8E91D122E2BA}"/>
                </a:ext>
              </a:extLst>
            </p:cNvPr>
            <p:cNvSpPr/>
            <p:nvPr userDrawn="1"/>
          </p:nvSpPr>
          <p:spPr>
            <a:xfrm>
              <a:off x="0" y="585598"/>
              <a:ext cx="624901" cy="39090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8" name="Right Triangle 17">
              <a:extLst>
                <a:ext uri="{FF2B5EF4-FFF2-40B4-BE49-F238E27FC236}">
                  <a16:creationId xmlns:a16="http://schemas.microsoft.com/office/drawing/2014/main" id="{C51E1D26-9907-4A93-EEED-313B135BF054}"/>
                </a:ext>
              </a:extLst>
            </p:cNvPr>
            <p:cNvSpPr/>
            <p:nvPr userDrawn="1"/>
          </p:nvSpPr>
          <p:spPr>
            <a:xfrm flipV="1">
              <a:off x="624901" y="585597"/>
              <a:ext cx="213299" cy="390907"/>
            </a:xfrm>
            <a:prstGeom prst="r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grpSp>
      <p:pic>
        <p:nvPicPr>
          <p:cNvPr id="2" name="Picture 1">
            <a:extLst>
              <a:ext uri="{FF2B5EF4-FFF2-40B4-BE49-F238E27FC236}">
                <a16:creationId xmlns:a16="http://schemas.microsoft.com/office/drawing/2014/main" id="{A0B02FD5-EB1B-0B91-AD16-E933188FD9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66513" y="6383329"/>
            <a:ext cx="2525487" cy="190060"/>
          </a:xfrm>
          <a:prstGeom prst="rect">
            <a:avLst/>
          </a:prstGeom>
        </p:spPr>
      </p:pic>
      <p:cxnSp>
        <p:nvCxnSpPr>
          <p:cNvPr id="5" name="Straight Connector 4">
            <a:extLst>
              <a:ext uri="{FF2B5EF4-FFF2-40B4-BE49-F238E27FC236}">
                <a16:creationId xmlns:a16="http://schemas.microsoft.com/office/drawing/2014/main" id="{B811AF99-4926-2858-7547-4E76321CA805}"/>
              </a:ext>
            </a:extLst>
          </p:cNvPr>
          <p:cNvCxnSpPr>
            <a:cxnSpLocks/>
            <a:endCxn id="2" idx="1"/>
          </p:cNvCxnSpPr>
          <p:nvPr/>
        </p:nvCxnSpPr>
        <p:spPr>
          <a:xfrm>
            <a:off x="-46838" y="6448292"/>
            <a:ext cx="9713351" cy="3006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3" descr="Cartoon person wearing glasses and holding a microphone&#10;&#10;AI-generated content may be incorrect.">
            <a:extLst>
              <a:ext uri="{FF2B5EF4-FFF2-40B4-BE49-F238E27FC236}">
                <a16:creationId xmlns:a16="http://schemas.microsoft.com/office/drawing/2014/main" id="{91F99F97-438B-1CA4-27E8-315DE0B45867}"/>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0226040" y="4668389"/>
            <a:ext cx="1905000" cy="1905000"/>
          </a:xfrm>
          <a:prstGeom prst="rect">
            <a:avLst/>
          </a:prstGeom>
        </p:spPr>
      </p:pic>
    </p:spTree>
    <p:extLst>
      <p:ext uri="{BB962C8B-B14F-4D97-AF65-F5344CB8AC3E}">
        <p14:creationId xmlns:p14="http://schemas.microsoft.com/office/powerpoint/2010/main" val="2103540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AD0E23-96B9-5B33-C4F6-4DBCE5F54F96}"/>
              </a:ext>
            </a:extLst>
          </p:cNvPr>
          <p:cNvSpPr txBox="1"/>
          <p:nvPr/>
        </p:nvSpPr>
        <p:spPr>
          <a:xfrm>
            <a:off x="2270453" y="4075108"/>
            <a:ext cx="5943600" cy="338554"/>
          </a:xfrm>
          <a:prstGeom prst="rect">
            <a:avLst/>
          </a:prstGeom>
          <a:noFill/>
        </p:spPr>
        <p:txBody>
          <a:bodyPr wrap="square" rtlCol="0">
            <a:spAutoFit/>
          </a:bodyPr>
          <a:lstStyle/>
          <a:p>
            <a:r>
              <a:rPr lang="en-MY" sz="1600" spc="300" dirty="0">
                <a:solidFill>
                  <a:schemeClr val="tx1">
                    <a:lumMod val="75000"/>
                    <a:lumOff val="25000"/>
                  </a:schemeClr>
                </a:solidFill>
              </a:rPr>
              <a:t>PRESENTATION TITLE / DESCRIPTION</a:t>
            </a:r>
          </a:p>
        </p:txBody>
      </p:sp>
      <p:sp>
        <p:nvSpPr>
          <p:cNvPr id="5" name="TextBox 4">
            <a:extLst>
              <a:ext uri="{FF2B5EF4-FFF2-40B4-BE49-F238E27FC236}">
                <a16:creationId xmlns:a16="http://schemas.microsoft.com/office/drawing/2014/main" id="{A857FEA5-9459-537C-E1D9-3C7D22507583}"/>
              </a:ext>
            </a:extLst>
          </p:cNvPr>
          <p:cNvSpPr txBox="1"/>
          <p:nvPr/>
        </p:nvSpPr>
        <p:spPr>
          <a:xfrm>
            <a:off x="2270453" y="3517933"/>
            <a:ext cx="5943600" cy="584775"/>
          </a:xfrm>
          <a:prstGeom prst="rect">
            <a:avLst/>
          </a:prstGeom>
          <a:noFill/>
        </p:spPr>
        <p:txBody>
          <a:bodyPr wrap="square" rtlCol="0">
            <a:spAutoFit/>
          </a:bodyPr>
          <a:lstStyle/>
          <a:p>
            <a:r>
              <a:rPr lang="en-MY" sz="3200" spc="300" dirty="0">
                <a:solidFill>
                  <a:schemeClr val="tx1">
                    <a:lumMod val="75000"/>
                    <a:lumOff val="25000"/>
                  </a:schemeClr>
                </a:solidFill>
              </a:rPr>
              <a:t>PRESENTATION SLIDE</a:t>
            </a:r>
          </a:p>
        </p:txBody>
      </p:sp>
      <p:sp>
        <p:nvSpPr>
          <p:cNvPr id="6" name="TextBox 5">
            <a:extLst>
              <a:ext uri="{FF2B5EF4-FFF2-40B4-BE49-F238E27FC236}">
                <a16:creationId xmlns:a16="http://schemas.microsoft.com/office/drawing/2014/main" id="{8E102EFA-FD94-7D1F-B76C-45B63CEC7823}"/>
              </a:ext>
            </a:extLst>
          </p:cNvPr>
          <p:cNvSpPr txBox="1"/>
          <p:nvPr/>
        </p:nvSpPr>
        <p:spPr>
          <a:xfrm>
            <a:off x="2270453" y="2210206"/>
            <a:ext cx="6431894" cy="1446550"/>
          </a:xfrm>
          <a:prstGeom prst="rect">
            <a:avLst/>
          </a:prstGeom>
          <a:noFill/>
        </p:spPr>
        <p:txBody>
          <a:bodyPr wrap="square" rtlCol="0">
            <a:spAutoFit/>
          </a:bodyPr>
          <a:lstStyle/>
          <a:p>
            <a:r>
              <a:rPr lang="en-US" sz="4400" b="1" kern="0" dirty="0">
                <a:solidFill>
                  <a:srgbClr val="6C1D35"/>
                </a:solidFill>
              </a:rPr>
              <a:t>UNIVERSITI TEKNOLOGI MALAYSIA</a:t>
            </a:r>
          </a:p>
        </p:txBody>
      </p:sp>
      <p:pic>
        <p:nvPicPr>
          <p:cNvPr id="7" name="Picture 6">
            <a:extLst>
              <a:ext uri="{FF2B5EF4-FFF2-40B4-BE49-F238E27FC236}">
                <a16:creationId xmlns:a16="http://schemas.microsoft.com/office/drawing/2014/main" id="{770A5E36-46DF-4261-B2A9-84180659C6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7149" y="599516"/>
            <a:ext cx="2249407" cy="751894"/>
          </a:xfrm>
          <a:prstGeom prst="rect">
            <a:avLst/>
          </a:prstGeom>
        </p:spPr>
      </p:pic>
      <p:pic>
        <p:nvPicPr>
          <p:cNvPr id="2" name="Picture 1">
            <a:extLst>
              <a:ext uri="{FF2B5EF4-FFF2-40B4-BE49-F238E27FC236}">
                <a16:creationId xmlns:a16="http://schemas.microsoft.com/office/drawing/2014/main" id="{0DAB95FE-9FB6-3175-C6AD-6B6A256E7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8429" y="6352942"/>
            <a:ext cx="2136771" cy="160806"/>
          </a:xfrm>
          <a:prstGeom prst="rect">
            <a:avLst/>
          </a:prstGeom>
        </p:spPr>
      </p:pic>
      <p:pic>
        <p:nvPicPr>
          <p:cNvPr id="3" name="Picture 2" descr="Cartoon person wearing glasses and holding a microphone&#10;&#10;AI-generated content may be incorrect.">
            <a:extLst>
              <a:ext uri="{FF2B5EF4-FFF2-40B4-BE49-F238E27FC236}">
                <a16:creationId xmlns:a16="http://schemas.microsoft.com/office/drawing/2014/main" id="{EC1F2466-9EF0-D91B-7F7A-FB6DA7AFB7EC}"/>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0226040" y="4668389"/>
            <a:ext cx="1905000" cy="1905000"/>
          </a:xfrm>
          <a:prstGeom prst="rect">
            <a:avLst/>
          </a:prstGeom>
        </p:spPr>
      </p:pic>
    </p:spTree>
    <p:extLst>
      <p:ext uri="{BB962C8B-B14F-4D97-AF65-F5344CB8AC3E}">
        <p14:creationId xmlns:p14="http://schemas.microsoft.com/office/powerpoint/2010/main" val="1793746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0A1D4B-B8AB-E542-44C2-7821E42AFAE0}"/>
              </a:ext>
            </a:extLst>
          </p:cNvPr>
          <p:cNvSpPr txBox="1"/>
          <p:nvPr/>
        </p:nvSpPr>
        <p:spPr>
          <a:xfrm>
            <a:off x="4246895" y="4790793"/>
            <a:ext cx="5943600" cy="338554"/>
          </a:xfrm>
          <a:prstGeom prst="rect">
            <a:avLst/>
          </a:prstGeom>
          <a:noFill/>
        </p:spPr>
        <p:txBody>
          <a:bodyPr wrap="square" rtlCol="0">
            <a:spAutoFit/>
          </a:bodyPr>
          <a:lstStyle/>
          <a:p>
            <a:r>
              <a:rPr lang="en-MY" sz="1600" spc="300" dirty="0">
                <a:solidFill>
                  <a:schemeClr val="tx1">
                    <a:lumMod val="75000"/>
                    <a:lumOff val="25000"/>
                  </a:schemeClr>
                </a:solidFill>
              </a:rPr>
              <a:t>PRESENTATION TITLE / DESCRIPTION</a:t>
            </a:r>
          </a:p>
        </p:txBody>
      </p:sp>
      <p:sp>
        <p:nvSpPr>
          <p:cNvPr id="3" name="TextBox 2">
            <a:extLst>
              <a:ext uri="{FF2B5EF4-FFF2-40B4-BE49-F238E27FC236}">
                <a16:creationId xmlns:a16="http://schemas.microsoft.com/office/drawing/2014/main" id="{FA22FE14-4D31-9066-788E-550367FE7507}"/>
              </a:ext>
            </a:extLst>
          </p:cNvPr>
          <p:cNvSpPr txBox="1"/>
          <p:nvPr/>
        </p:nvSpPr>
        <p:spPr>
          <a:xfrm>
            <a:off x="4246895" y="4287638"/>
            <a:ext cx="5943600" cy="461665"/>
          </a:xfrm>
          <a:prstGeom prst="rect">
            <a:avLst/>
          </a:prstGeom>
          <a:noFill/>
        </p:spPr>
        <p:txBody>
          <a:bodyPr wrap="square" rtlCol="0">
            <a:spAutoFit/>
          </a:bodyPr>
          <a:lstStyle/>
          <a:p>
            <a:r>
              <a:rPr lang="en-MY" sz="2400" spc="300" dirty="0">
                <a:solidFill>
                  <a:schemeClr val="tx1">
                    <a:lumMod val="75000"/>
                    <a:lumOff val="25000"/>
                  </a:schemeClr>
                </a:solidFill>
              </a:rPr>
              <a:t>PRESENTATION SLIDE</a:t>
            </a:r>
          </a:p>
        </p:txBody>
      </p:sp>
      <p:sp>
        <p:nvSpPr>
          <p:cNvPr id="4" name="TextBox 3">
            <a:extLst>
              <a:ext uri="{FF2B5EF4-FFF2-40B4-BE49-F238E27FC236}">
                <a16:creationId xmlns:a16="http://schemas.microsoft.com/office/drawing/2014/main" id="{8FA2359B-FA47-8309-5FD5-D51DACB42789}"/>
              </a:ext>
            </a:extLst>
          </p:cNvPr>
          <p:cNvSpPr txBox="1"/>
          <p:nvPr/>
        </p:nvSpPr>
        <p:spPr>
          <a:xfrm>
            <a:off x="4246895" y="2661180"/>
            <a:ext cx="5132079" cy="1323439"/>
          </a:xfrm>
          <a:prstGeom prst="rect">
            <a:avLst/>
          </a:prstGeom>
          <a:noFill/>
        </p:spPr>
        <p:txBody>
          <a:bodyPr wrap="square" rtlCol="0">
            <a:spAutoFit/>
          </a:bodyPr>
          <a:lstStyle/>
          <a:p>
            <a:r>
              <a:rPr lang="en-US" sz="4000" b="1" kern="0" dirty="0">
                <a:solidFill>
                  <a:srgbClr val="6C1D35"/>
                </a:solidFill>
              </a:rPr>
              <a:t>UNIVERSITI TEKNOLOGI MALAYSIA</a:t>
            </a:r>
          </a:p>
        </p:txBody>
      </p:sp>
      <p:pic>
        <p:nvPicPr>
          <p:cNvPr id="5" name="Picture 4">
            <a:extLst>
              <a:ext uri="{FF2B5EF4-FFF2-40B4-BE49-F238E27FC236}">
                <a16:creationId xmlns:a16="http://schemas.microsoft.com/office/drawing/2014/main" id="{7084184C-BDA4-1EED-A843-A55D7EBB6C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2795" y="344422"/>
            <a:ext cx="2249407" cy="751894"/>
          </a:xfrm>
          <a:prstGeom prst="rect">
            <a:avLst/>
          </a:prstGeom>
        </p:spPr>
      </p:pic>
      <p:pic>
        <p:nvPicPr>
          <p:cNvPr id="9" name="Picture 8">
            <a:extLst>
              <a:ext uri="{FF2B5EF4-FFF2-40B4-BE49-F238E27FC236}">
                <a16:creationId xmlns:a16="http://schemas.microsoft.com/office/drawing/2014/main" id="{14719AA7-B70D-336C-73F5-A522B614BE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3714" y="6529906"/>
            <a:ext cx="2060121" cy="155037"/>
          </a:xfrm>
          <a:prstGeom prst="rect">
            <a:avLst/>
          </a:prstGeom>
        </p:spPr>
      </p:pic>
      <p:cxnSp>
        <p:nvCxnSpPr>
          <p:cNvPr id="10" name="Straight Connector 9">
            <a:extLst>
              <a:ext uri="{FF2B5EF4-FFF2-40B4-BE49-F238E27FC236}">
                <a16:creationId xmlns:a16="http://schemas.microsoft.com/office/drawing/2014/main" id="{58BC7F27-4F90-296B-D41B-62FA9D80EDA4}"/>
              </a:ext>
            </a:extLst>
          </p:cNvPr>
          <p:cNvCxnSpPr>
            <a:cxnSpLocks/>
          </p:cNvCxnSpPr>
          <p:nvPr/>
        </p:nvCxnSpPr>
        <p:spPr>
          <a:xfrm>
            <a:off x="0" y="6626873"/>
            <a:ext cx="10286999" cy="0"/>
          </a:xfrm>
          <a:prstGeom prst="line">
            <a:avLst/>
          </a:prstGeom>
          <a:ln w="28575"/>
        </p:spPr>
        <p:style>
          <a:lnRef idx="1">
            <a:schemeClr val="accent2"/>
          </a:lnRef>
          <a:fillRef idx="0">
            <a:schemeClr val="accent2"/>
          </a:fillRef>
          <a:effectRef idx="0">
            <a:schemeClr val="accent2"/>
          </a:effectRef>
          <a:fontRef idx="minor">
            <a:schemeClr val="tx1"/>
          </a:fontRef>
        </p:style>
      </p:cxnSp>
      <p:pic>
        <p:nvPicPr>
          <p:cNvPr id="6" name="Picture 5" descr="Cartoon person wearing glasses and holding a microphone&#10;&#10;AI-generated content may be incorrect.">
            <a:extLst>
              <a:ext uri="{FF2B5EF4-FFF2-40B4-BE49-F238E27FC236}">
                <a16:creationId xmlns:a16="http://schemas.microsoft.com/office/drawing/2014/main" id="{AEFFB985-148F-40B4-5097-B1516C5E1456}"/>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0226040" y="4668389"/>
            <a:ext cx="1905000" cy="1905000"/>
          </a:xfrm>
          <a:prstGeom prst="rect">
            <a:avLst/>
          </a:prstGeom>
        </p:spPr>
      </p:pic>
    </p:spTree>
    <p:extLst>
      <p:ext uri="{BB962C8B-B14F-4D97-AF65-F5344CB8AC3E}">
        <p14:creationId xmlns:p14="http://schemas.microsoft.com/office/powerpoint/2010/main" val="1858941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A6896CFD-2A25-C02C-DFD9-CBB8D67797DA}"/>
              </a:ext>
            </a:extLst>
          </p:cNvPr>
          <p:cNvSpPr>
            <a:spLocks noGrp="1"/>
          </p:cNvSpPr>
          <p:nvPr>
            <p:ph type="title"/>
          </p:nvPr>
        </p:nvSpPr>
        <p:spPr>
          <a:xfrm>
            <a:off x="831850" y="1047751"/>
            <a:ext cx="10515600" cy="1500187"/>
          </a:xfrm>
        </p:spPr>
        <p:txBody>
          <a:bodyPr/>
          <a:lstStyle/>
          <a:p>
            <a:endParaRPr lang="en-US"/>
          </a:p>
        </p:txBody>
      </p:sp>
      <p:sp>
        <p:nvSpPr>
          <p:cNvPr id="9" name="TextBox 8">
            <a:extLst>
              <a:ext uri="{FF2B5EF4-FFF2-40B4-BE49-F238E27FC236}">
                <a16:creationId xmlns:a16="http://schemas.microsoft.com/office/drawing/2014/main" id="{730EACC6-2D61-9CD7-383F-34F4A25AD011}"/>
              </a:ext>
            </a:extLst>
          </p:cNvPr>
          <p:cNvSpPr txBox="1"/>
          <p:nvPr/>
        </p:nvSpPr>
        <p:spPr>
          <a:xfrm>
            <a:off x="1798115" y="3128557"/>
            <a:ext cx="4024134" cy="1938992"/>
          </a:xfrm>
          <a:prstGeom prst="rect">
            <a:avLst/>
          </a:prstGeom>
          <a:noFill/>
        </p:spPr>
        <p:txBody>
          <a:bodyPr wrap="square" lIns="0" rIns="0" rtlCol="0">
            <a:spAutoFit/>
          </a:bodyPr>
          <a:lstStyle/>
          <a:p>
            <a:pPr algn="just"/>
            <a:r>
              <a:rPr lang="en-US" sz="1200" b="0" i="0" dirty="0">
                <a:solidFill>
                  <a:srgbClr val="666666"/>
                </a:solidFill>
                <a:effectLst/>
              </a:rPr>
              <a:t>Lorem ipsum dolor sit </a:t>
            </a:r>
            <a:r>
              <a:rPr lang="en-US" sz="1200" b="0" i="0" dirty="0" err="1">
                <a:solidFill>
                  <a:srgbClr val="666666"/>
                </a:solidFill>
                <a:effectLst/>
              </a:rPr>
              <a:t>amet</a:t>
            </a:r>
            <a:r>
              <a:rPr lang="en-US" sz="1200" b="0" i="0" dirty="0">
                <a:solidFill>
                  <a:srgbClr val="666666"/>
                </a:solidFill>
                <a:effectLst/>
              </a:rPr>
              <a:t>, </a:t>
            </a:r>
            <a:r>
              <a:rPr lang="en-US" sz="1200" b="0" i="0" dirty="0" err="1">
                <a:solidFill>
                  <a:srgbClr val="666666"/>
                </a:solidFill>
                <a:effectLst/>
              </a:rPr>
              <a:t>consectetuer</a:t>
            </a:r>
            <a:r>
              <a:rPr lang="en-US" sz="1200" b="0" i="0" dirty="0">
                <a:solidFill>
                  <a:srgbClr val="666666"/>
                </a:solidFill>
                <a:effectLst/>
              </a:rPr>
              <a:t> </a:t>
            </a:r>
            <a:r>
              <a:rPr lang="en-US" sz="1200" b="0" i="0" dirty="0" err="1">
                <a:solidFill>
                  <a:srgbClr val="666666"/>
                </a:solidFill>
                <a:effectLst/>
              </a:rPr>
              <a:t>adipiscing</a:t>
            </a:r>
            <a:r>
              <a:rPr lang="en-US" sz="1200" b="0" i="0" dirty="0">
                <a:solidFill>
                  <a:srgbClr val="666666"/>
                </a:solidFill>
                <a:effectLst/>
              </a:rPr>
              <a:t> </a:t>
            </a:r>
            <a:r>
              <a:rPr lang="en-US" sz="1200" b="0" i="0" dirty="0" err="1">
                <a:solidFill>
                  <a:srgbClr val="666666"/>
                </a:solidFill>
                <a:effectLst/>
              </a:rPr>
              <a:t>elit</a:t>
            </a:r>
            <a:r>
              <a:rPr lang="en-US" sz="1200" b="0" i="0" dirty="0">
                <a:solidFill>
                  <a:srgbClr val="666666"/>
                </a:solidFill>
                <a:effectLst/>
              </a:rPr>
              <a:t>. Aenean </a:t>
            </a:r>
            <a:r>
              <a:rPr lang="en-US" sz="1200" b="0" i="0" dirty="0" err="1">
                <a:solidFill>
                  <a:srgbClr val="666666"/>
                </a:solidFill>
                <a:effectLst/>
              </a:rPr>
              <a:t>commodo</a:t>
            </a:r>
            <a:r>
              <a:rPr lang="en-US" sz="1200" b="0" i="0" dirty="0">
                <a:solidFill>
                  <a:srgbClr val="666666"/>
                </a:solidFill>
                <a:effectLst/>
              </a:rPr>
              <a:t> ligula </a:t>
            </a:r>
            <a:r>
              <a:rPr lang="en-US" sz="1200" b="0" i="0" dirty="0" err="1">
                <a:solidFill>
                  <a:srgbClr val="666666"/>
                </a:solidFill>
                <a:effectLst/>
              </a:rPr>
              <a:t>eget</a:t>
            </a:r>
            <a:r>
              <a:rPr lang="en-US" sz="1200" b="0" i="0" dirty="0">
                <a:solidFill>
                  <a:srgbClr val="666666"/>
                </a:solidFill>
                <a:effectLst/>
              </a:rPr>
              <a:t> dolor. Aenean </a:t>
            </a:r>
            <a:r>
              <a:rPr lang="en-US" sz="1200" b="0" i="0" dirty="0" err="1">
                <a:solidFill>
                  <a:srgbClr val="666666"/>
                </a:solidFill>
                <a:effectLst/>
              </a:rPr>
              <a:t>massa</a:t>
            </a:r>
            <a:r>
              <a:rPr lang="en-US" sz="1200" b="0" i="0" dirty="0">
                <a:solidFill>
                  <a:srgbClr val="666666"/>
                </a:solidFill>
                <a:effectLst/>
              </a:rPr>
              <a:t>. Cum sociis </a:t>
            </a:r>
            <a:r>
              <a:rPr lang="en-US" sz="1200" b="0" i="0" dirty="0" err="1">
                <a:solidFill>
                  <a:srgbClr val="666666"/>
                </a:solidFill>
                <a:effectLst/>
              </a:rPr>
              <a:t>natoque</a:t>
            </a:r>
            <a:r>
              <a:rPr lang="en-US" sz="1200" b="0" i="0" dirty="0">
                <a:solidFill>
                  <a:srgbClr val="666666"/>
                </a:solidFill>
                <a:effectLst/>
              </a:rPr>
              <a:t> </a:t>
            </a:r>
            <a:r>
              <a:rPr lang="en-US" sz="1200" b="0" i="0" dirty="0" err="1">
                <a:solidFill>
                  <a:srgbClr val="666666"/>
                </a:solidFill>
                <a:effectLst/>
              </a:rPr>
              <a:t>penatibus</a:t>
            </a:r>
            <a:r>
              <a:rPr lang="en-US" sz="1200" b="0" i="0" dirty="0">
                <a:solidFill>
                  <a:srgbClr val="666666"/>
                </a:solidFill>
                <a:effectLst/>
              </a:rPr>
              <a:t> et </a:t>
            </a:r>
            <a:r>
              <a:rPr lang="en-US" sz="1200" b="0" i="0" dirty="0" err="1">
                <a:solidFill>
                  <a:srgbClr val="666666"/>
                </a:solidFill>
                <a:effectLst/>
              </a:rPr>
              <a:t>magnis</a:t>
            </a:r>
            <a:r>
              <a:rPr lang="en-US" sz="1200" b="0" i="0" dirty="0">
                <a:solidFill>
                  <a:srgbClr val="666666"/>
                </a:solidFill>
                <a:effectLst/>
              </a:rPr>
              <a:t> dis parturient </a:t>
            </a:r>
            <a:r>
              <a:rPr lang="en-US" sz="1200" b="0" i="0" dirty="0" err="1">
                <a:solidFill>
                  <a:srgbClr val="666666"/>
                </a:solidFill>
                <a:effectLst/>
              </a:rPr>
              <a:t>montes</a:t>
            </a:r>
            <a:r>
              <a:rPr lang="en-US" sz="1200" b="0" i="0" dirty="0">
                <a:solidFill>
                  <a:srgbClr val="666666"/>
                </a:solidFill>
                <a:effectLst/>
              </a:rPr>
              <a:t>, </a:t>
            </a:r>
            <a:r>
              <a:rPr lang="en-US" sz="1200" b="0" i="0" dirty="0" err="1">
                <a:solidFill>
                  <a:srgbClr val="666666"/>
                </a:solidFill>
                <a:effectLst/>
              </a:rPr>
              <a:t>nascetur</a:t>
            </a:r>
            <a:r>
              <a:rPr lang="en-US" sz="1200" b="0" i="0" dirty="0">
                <a:solidFill>
                  <a:srgbClr val="666666"/>
                </a:solidFill>
                <a:effectLst/>
              </a:rPr>
              <a:t> </a:t>
            </a:r>
            <a:r>
              <a:rPr lang="en-US" sz="1200" b="0" i="0" dirty="0" err="1">
                <a:solidFill>
                  <a:srgbClr val="666666"/>
                </a:solidFill>
                <a:effectLst/>
              </a:rPr>
              <a:t>ridiculus</a:t>
            </a:r>
            <a:r>
              <a:rPr lang="en-US" sz="1200" b="0" i="0" dirty="0">
                <a:solidFill>
                  <a:srgbClr val="666666"/>
                </a:solidFill>
                <a:effectLst/>
              </a:rPr>
              <a:t> mus. Donec </a:t>
            </a:r>
            <a:r>
              <a:rPr lang="en-US" sz="1200" b="0" i="0" dirty="0" err="1">
                <a:solidFill>
                  <a:srgbClr val="666666"/>
                </a:solidFill>
                <a:effectLst/>
              </a:rPr>
              <a:t>quam</a:t>
            </a:r>
            <a:r>
              <a:rPr lang="en-US" sz="1200" b="0" i="0" dirty="0">
                <a:solidFill>
                  <a:srgbClr val="666666"/>
                </a:solidFill>
                <a:effectLst/>
              </a:rPr>
              <a:t> </a:t>
            </a:r>
            <a:r>
              <a:rPr lang="en-US" sz="1200" b="0" i="0" dirty="0" err="1">
                <a:solidFill>
                  <a:srgbClr val="666666"/>
                </a:solidFill>
                <a:effectLst/>
              </a:rPr>
              <a:t>felis</a:t>
            </a:r>
            <a:r>
              <a:rPr lang="en-US" sz="1200" b="0" i="0" dirty="0">
                <a:solidFill>
                  <a:srgbClr val="666666"/>
                </a:solidFill>
                <a:effectLst/>
              </a:rPr>
              <a:t>, </a:t>
            </a:r>
            <a:r>
              <a:rPr lang="en-US" sz="1200" b="0" i="0" dirty="0" err="1">
                <a:solidFill>
                  <a:srgbClr val="666666"/>
                </a:solidFill>
                <a:effectLst/>
              </a:rPr>
              <a:t>ultricies</a:t>
            </a:r>
            <a:r>
              <a:rPr lang="en-US" sz="1200" b="0" i="0" dirty="0">
                <a:solidFill>
                  <a:srgbClr val="666666"/>
                </a:solidFill>
                <a:effectLst/>
              </a:rPr>
              <a:t> </a:t>
            </a:r>
            <a:r>
              <a:rPr lang="en-US" sz="1200" b="0" i="0" dirty="0" err="1">
                <a:solidFill>
                  <a:srgbClr val="666666"/>
                </a:solidFill>
                <a:effectLst/>
              </a:rPr>
              <a:t>nec</a:t>
            </a:r>
            <a:r>
              <a:rPr lang="en-US" sz="1200" b="0" i="0" dirty="0">
                <a:solidFill>
                  <a:srgbClr val="666666"/>
                </a:solidFill>
                <a:effectLst/>
              </a:rPr>
              <a:t>, </a:t>
            </a:r>
            <a:r>
              <a:rPr lang="en-US" sz="1200" b="0" i="0" dirty="0" err="1">
                <a:solidFill>
                  <a:srgbClr val="666666"/>
                </a:solidFill>
                <a:effectLst/>
              </a:rPr>
              <a:t>pellentesque</a:t>
            </a:r>
            <a:r>
              <a:rPr lang="en-US" sz="1200" b="0" i="0" dirty="0">
                <a:solidFill>
                  <a:srgbClr val="666666"/>
                </a:solidFill>
                <a:effectLst/>
              </a:rPr>
              <a:t> </a:t>
            </a:r>
            <a:r>
              <a:rPr lang="en-US" sz="1200" b="0" i="0" dirty="0" err="1">
                <a:solidFill>
                  <a:srgbClr val="666666"/>
                </a:solidFill>
                <a:effectLst/>
              </a:rPr>
              <a:t>eu</a:t>
            </a:r>
            <a:r>
              <a:rPr lang="en-US" sz="1200" b="0" i="0" dirty="0">
                <a:solidFill>
                  <a:srgbClr val="666666"/>
                </a:solidFill>
                <a:effectLst/>
              </a:rPr>
              <a:t>, </a:t>
            </a:r>
            <a:r>
              <a:rPr lang="en-US" sz="1200" b="0" i="0" dirty="0" err="1">
                <a:solidFill>
                  <a:srgbClr val="666666"/>
                </a:solidFill>
                <a:effectLst/>
              </a:rPr>
              <a:t>pretium</a:t>
            </a:r>
            <a:r>
              <a:rPr lang="en-US" sz="1200" b="0" i="0" dirty="0">
                <a:solidFill>
                  <a:srgbClr val="666666"/>
                </a:solidFill>
                <a:effectLst/>
              </a:rPr>
              <a:t> </a:t>
            </a:r>
            <a:r>
              <a:rPr lang="en-US" sz="1200" b="0" i="0" dirty="0" err="1">
                <a:solidFill>
                  <a:srgbClr val="666666"/>
                </a:solidFill>
                <a:effectLst/>
              </a:rPr>
              <a:t>quis</a:t>
            </a:r>
            <a:r>
              <a:rPr lang="en-US" sz="1200" b="0" i="0" dirty="0">
                <a:solidFill>
                  <a:srgbClr val="666666"/>
                </a:solidFill>
                <a:effectLst/>
              </a:rPr>
              <a:t>, sem. </a:t>
            </a:r>
            <a:r>
              <a:rPr lang="en-US" sz="1200" b="0" i="0" dirty="0" err="1">
                <a:solidFill>
                  <a:srgbClr val="666666"/>
                </a:solidFill>
                <a:effectLst/>
              </a:rPr>
              <a:t>Nulla</a:t>
            </a:r>
            <a:r>
              <a:rPr lang="en-US" sz="1200" b="0" i="0" dirty="0">
                <a:solidFill>
                  <a:srgbClr val="666666"/>
                </a:solidFill>
                <a:effectLst/>
              </a:rPr>
              <a:t> </a:t>
            </a:r>
            <a:r>
              <a:rPr lang="en-US" sz="1200" b="0" i="0" dirty="0" err="1">
                <a:solidFill>
                  <a:srgbClr val="666666"/>
                </a:solidFill>
                <a:effectLst/>
              </a:rPr>
              <a:t>consequat</a:t>
            </a:r>
            <a:r>
              <a:rPr lang="en-US" sz="1200" b="0" i="0" dirty="0">
                <a:solidFill>
                  <a:srgbClr val="666666"/>
                </a:solidFill>
                <a:effectLst/>
              </a:rPr>
              <a:t> </a:t>
            </a:r>
            <a:r>
              <a:rPr lang="en-US" sz="1200" b="0" i="0" dirty="0" err="1">
                <a:solidFill>
                  <a:srgbClr val="666666"/>
                </a:solidFill>
                <a:effectLst/>
              </a:rPr>
              <a:t>massa</a:t>
            </a:r>
            <a:r>
              <a:rPr lang="en-US" sz="1200" b="0" i="0" dirty="0">
                <a:solidFill>
                  <a:srgbClr val="666666"/>
                </a:solidFill>
                <a:effectLst/>
              </a:rPr>
              <a:t> </a:t>
            </a:r>
            <a:r>
              <a:rPr lang="en-US" sz="1200" b="0" i="0" dirty="0" err="1">
                <a:solidFill>
                  <a:srgbClr val="666666"/>
                </a:solidFill>
                <a:effectLst/>
              </a:rPr>
              <a:t>quis</a:t>
            </a:r>
            <a:r>
              <a:rPr lang="en-US" sz="1200" b="0" i="0" dirty="0">
                <a:solidFill>
                  <a:srgbClr val="666666"/>
                </a:solidFill>
                <a:effectLst/>
              </a:rPr>
              <a:t> </a:t>
            </a:r>
            <a:r>
              <a:rPr lang="en-US" sz="1200" b="0" i="0" dirty="0" err="1">
                <a:solidFill>
                  <a:srgbClr val="666666"/>
                </a:solidFill>
                <a:effectLst/>
              </a:rPr>
              <a:t>enim</a:t>
            </a:r>
            <a:r>
              <a:rPr lang="en-US" sz="1200" b="0" i="0" dirty="0">
                <a:solidFill>
                  <a:srgbClr val="666666"/>
                </a:solidFill>
                <a:effectLst/>
              </a:rPr>
              <a:t>. Donec </a:t>
            </a:r>
            <a:r>
              <a:rPr lang="en-US" sz="1200" b="0" i="0" dirty="0" err="1">
                <a:solidFill>
                  <a:srgbClr val="666666"/>
                </a:solidFill>
                <a:effectLst/>
              </a:rPr>
              <a:t>pede</a:t>
            </a:r>
            <a:r>
              <a:rPr lang="en-US" sz="1200" b="0" i="0" dirty="0">
                <a:solidFill>
                  <a:srgbClr val="666666"/>
                </a:solidFill>
                <a:effectLst/>
              </a:rPr>
              <a:t> </a:t>
            </a:r>
            <a:r>
              <a:rPr lang="en-US" sz="1200" b="0" i="0" dirty="0" err="1">
                <a:solidFill>
                  <a:srgbClr val="666666"/>
                </a:solidFill>
                <a:effectLst/>
              </a:rPr>
              <a:t>justo</a:t>
            </a:r>
            <a:r>
              <a:rPr lang="en-US" sz="1200" b="0" i="0" dirty="0">
                <a:solidFill>
                  <a:srgbClr val="666666"/>
                </a:solidFill>
                <a:effectLst/>
              </a:rPr>
              <a:t>, </a:t>
            </a:r>
            <a:r>
              <a:rPr lang="en-US" sz="1200" b="0" i="0" dirty="0" err="1">
                <a:solidFill>
                  <a:srgbClr val="666666"/>
                </a:solidFill>
                <a:effectLst/>
              </a:rPr>
              <a:t>fringilla</a:t>
            </a:r>
            <a:r>
              <a:rPr lang="en-US" sz="1200" b="0" i="0" dirty="0">
                <a:solidFill>
                  <a:srgbClr val="666666"/>
                </a:solidFill>
                <a:effectLst/>
              </a:rPr>
              <a:t> vel, </a:t>
            </a:r>
            <a:r>
              <a:rPr lang="en-US" sz="1200" b="0" i="0" dirty="0" err="1">
                <a:solidFill>
                  <a:srgbClr val="666666"/>
                </a:solidFill>
                <a:effectLst/>
              </a:rPr>
              <a:t>aliquet</a:t>
            </a:r>
            <a:r>
              <a:rPr lang="en-US" sz="1200" b="0" i="0" dirty="0">
                <a:solidFill>
                  <a:srgbClr val="666666"/>
                </a:solidFill>
                <a:effectLst/>
              </a:rPr>
              <a:t> </a:t>
            </a:r>
            <a:r>
              <a:rPr lang="en-US" sz="1200" b="0" i="0" dirty="0" err="1">
                <a:solidFill>
                  <a:srgbClr val="666666"/>
                </a:solidFill>
                <a:effectLst/>
              </a:rPr>
              <a:t>nec</a:t>
            </a:r>
            <a:r>
              <a:rPr lang="en-US" sz="1200" b="0" i="0" dirty="0">
                <a:solidFill>
                  <a:srgbClr val="666666"/>
                </a:solidFill>
                <a:effectLst/>
              </a:rPr>
              <a:t>, </a:t>
            </a:r>
            <a:r>
              <a:rPr lang="en-US" sz="1200" b="0" i="0" dirty="0" err="1">
                <a:solidFill>
                  <a:srgbClr val="666666"/>
                </a:solidFill>
                <a:effectLst/>
              </a:rPr>
              <a:t>vulputate</a:t>
            </a:r>
            <a:r>
              <a:rPr lang="en-US" sz="1200" b="0" i="0" dirty="0">
                <a:solidFill>
                  <a:srgbClr val="666666"/>
                </a:solidFill>
                <a:effectLst/>
              </a:rPr>
              <a:t> </a:t>
            </a:r>
            <a:r>
              <a:rPr lang="en-US" sz="1200" b="0" i="0" dirty="0" err="1">
                <a:solidFill>
                  <a:srgbClr val="666666"/>
                </a:solidFill>
                <a:effectLst/>
              </a:rPr>
              <a:t>eget</a:t>
            </a:r>
            <a:r>
              <a:rPr lang="en-US" sz="1200" b="0" i="0" dirty="0">
                <a:solidFill>
                  <a:srgbClr val="666666"/>
                </a:solidFill>
                <a:effectLst/>
              </a:rPr>
              <a:t>, </a:t>
            </a:r>
            <a:r>
              <a:rPr lang="en-US" sz="1200" b="0" i="0" dirty="0" err="1">
                <a:solidFill>
                  <a:srgbClr val="666666"/>
                </a:solidFill>
                <a:effectLst/>
              </a:rPr>
              <a:t>arcu</a:t>
            </a:r>
            <a:r>
              <a:rPr lang="en-US" sz="1200" b="0" i="0" dirty="0">
                <a:solidFill>
                  <a:srgbClr val="666666"/>
                </a:solidFill>
                <a:effectLst/>
              </a:rPr>
              <a:t>. In </a:t>
            </a:r>
            <a:r>
              <a:rPr lang="en-US" sz="1200" b="0" i="0" dirty="0" err="1">
                <a:solidFill>
                  <a:srgbClr val="666666"/>
                </a:solidFill>
                <a:effectLst/>
              </a:rPr>
              <a:t>enim</a:t>
            </a:r>
            <a:r>
              <a:rPr lang="en-US" sz="1200" b="0" i="0" dirty="0">
                <a:solidFill>
                  <a:srgbClr val="666666"/>
                </a:solidFill>
                <a:effectLst/>
              </a:rPr>
              <a:t> </a:t>
            </a:r>
            <a:r>
              <a:rPr lang="en-US" sz="1200" b="0" i="0" dirty="0" err="1">
                <a:solidFill>
                  <a:srgbClr val="666666"/>
                </a:solidFill>
                <a:effectLst/>
              </a:rPr>
              <a:t>justo</a:t>
            </a:r>
            <a:r>
              <a:rPr lang="en-US" sz="1200" b="0" i="0" dirty="0">
                <a:solidFill>
                  <a:srgbClr val="666666"/>
                </a:solidFill>
                <a:effectLst/>
              </a:rPr>
              <a:t>, </a:t>
            </a:r>
            <a:r>
              <a:rPr lang="en-US" sz="1200" b="0" i="0" dirty="0" err="1">
                <a:solidFill>
                  <a:srgbClr val="666666"/>
                </a:solidFill>
                <a:effectLst/>
              </a:rPr>
              <a:t>rhoncus</a:t>
            </a:r>
            <a:r>
              <a:rPr lang="en-US" sz="1200" b="0" i="0" dirty="0">
                <a:solidFill>
                  <a:srgbClr val="666666"/>
                </a:solidFill>
                <a:effectLst/>
              </a:rPr>
              <a:t> </a:t>
            </a:r>
            <a:r>
              <a:rPr lang="en-US" sz="1200" b="0" i="0" dirty="0" err="1">
                <a:solidFill>
                  <a:srgbClr val="666666"/>
                </a:solidFill>
                <a:effectLst/>
              </a:rPr>
              <a:t>ut</a:t>
            </a:r>
            <a:r>
              <a:rPr lang="en-US" sz="1200" b="0" i="0" dirty="0">
                <a:solidFill>
                  <a:srgbClr val="666666"/>
                </a:solidFill>
                <a:effectLst/>
              </a:rPr>
              <a:t>, </a:t>
            </a:r>
            <a:r>
              <a:rPr lang="en-US" sz="1200" b="0" i="0" dirty="0" err="1">
                <a:solidFill>
                  <a:srgbClr val="666666"/>
                </a:solidFill>
                <a:effectLst/>
              </a:rPr>
              <a:t>imperdiet</a:t>
            </a:r>
            <a:r>
              <a:rPr lang="en-US" sz="1200" b="0" i="0" dirty="0">
                <a:solidFill>
                  <a:srgbClr val="666666"/>
                </a:solidFill>
                <a:effectLst/>
              </a:rPr>
              <a:t> a, </a:t>
            </a:r>
            <a:r>
              <a:rPr lang="en-US" sz="1200" b="0" i="0" dirty="0" err="1">
                <a:solidFill>
                  <a:srgbClr val="666666"/>
                </a:solidFill>
                <a:effectLst/>
              </a:rPr>
              <a:t>venenatis</a:t>
            </a:r>
            <a:r>
              <a:rPr lang="en-US" sz="1200" b="0" i="0" dirty="0">
                <a:solidFill>
                  <a:srgbClr val="666666"/>
                </a:solidFill>
                <a:effectLst/>
              </a:rPr>
              <a:t> vitae, </a:t>
            </a:r>
            <a:r>
              <a:rPr lang="en-US" sz="1200" b="0" i="0" dirty="0" err="1">
                <a:solidFill>
                  <a:srgbClr val="666666"/>
                </a:solidFill>
                <a:effectLst/>
              </a:rPr>
              <a:t>justo</a:t>
            </a:r>
            <a:r>
              <a:rPr lang="en-US" sz="1200" b="0" i="0" dirty="0">
                <a:solidFill>
                  <a:srgbClr val="666666"/>
                </a:solidFill>
                <a:effectLst/>
              </a:rPr>
              <a:t>. </a:t>
            </a:r>
            <a:r>
              <a:rPr lang="en-US" sz="1200" b="0" i="0" dirty="0" err="1">
                <a:solidFill>
                  <a:srgbClr val="666666"/>
                </a:solidFill>
                <a:effectLst/>
              </a:rPr>
              <a:t>Nullam</a:t>
            </a:r>
            <a:r>
              <a:rPr lang="en-US" sz="1200" b="0" i="0" dirty="0">
                <a:solidFill>
                  <a:srgbClr val="666666"/>
                </a:solidFill>
                <a:effectLst/>
              </a:rPr>
              <a:t> dictum </a:t>
            </a:r>
            <a:r>
              <a:rPr lang="en-US" sz="1200" b="0" i="0" dirty="0" err="1">
                <a:solidFill>
                  <a:srgbClr val="666666"/>
                </a:solidFill>
                <a:effectLst/>
              </a:rPr>
              <a:t>felis</a:t>
            </a:r>
            <a:r>
              <a:rPr lang="en-US" sz="1200" b="0" i="0" dirty="0">
                <a:solidFill>
                  <a:srgbClr val="666666"/>
                </a:solidFill>
                <a:effectLst/>
              </a:rPr>
              <a:t> </a:t>
            </a:r>
            <a:r>
              <a:rPr lang="en-US" sz="1200" b="0" i="0" dirty="0" err="1">
                <a:solidFill>
                  <a:srgbClr val="666666"/>
                </a:solidFill>
                <a:effectLst/>
              </a:rPr>
              <a:t>eu</a:t>
            </a:r>
            <a:r>
              <a:rPr lang="en-US" sz="1200" b="0" i="0" dirty="0">
                <a:solidFill>
                  <a:srgbClr val="666666"/>
                </a:solidFill>
                <a:effectLst/>
              </a:rPr>
              <a:t> </a:t>
            </a:r>
            <a:r>
              <a:rPr lang="en-US" sz="1200" b="0" i="0" dirty="0" err="1">
                <a:solidFill>
                  <a:srgbClr val="666666"/>
                </a:solidFill>
                <a:effectLst/>
              </a:rPr>
              <a:t>pede</a:t>
            </a:r>
            <a:r>
              <a:rPr lang="en-US" sz="1200" b="0" i="0" dirty="0">
                <a:solidFill>
                  <a:srgbClr val="666666"/>
                </a:solidFill>
                <a:effectLst/>
              </a:rPr>
              <a:t> </a:t>
            </a:r>
            <a:r>
              <a:rPr lang="en-US" sz="1200" b="0" i="0" dirty="0" err="1">
                <a:solidFill>
                  <a:srgbClr val="666666"/>
                </a:solidFill>
                <a:effectLst/>
              </a:rPr>
              <a:t>mollis</a:t>
            </a:r>
            <a:r>
              <a:rPr lang="en-US" sz="1200" b="0" i="0" dirty="0">
                <a:solidFill>
                  <a:srgbClr val="666666"/>
                </a:solidFill>
                <a:effectLst/>
              </a:rPr>
              <a:t> </a:t>
            </a:r>
            <a:r>
              <a:rPr lang="en-US" sz="1200" b="0" i="0" dirty="0" err="1">
                <a:solidFill>
                  <a:srgbClr val="666666"/>
                </a:solidFill>
                <a:effectLst/>
              </a:rPr>
              <a:t>pretium</a:t>
            </a:r>
            <a:r>
              <a:rPr lang="en-US" sz="1200" b="0" i="0" dirty="0">
                <a:solidFill>
                  <a:srgbClr val="666666"/>
                </a:solidFill>
                <a:effectLst/>
              </a:rPr>
              <a:t>. Integer </a:t>
            </a:r>
            <a:r>
              <a:rPr lang="en-US" sz="1200" b="0" i="0" dirty="0" err="1">
                <a:solidFill>
                  <a:srgbClr val="666666"/>
                </a:solidFill>
                <a:effectLst/>
              </a:rPr>
              <a:t>tincidunt</a:t>
            </a:r>
            <a:r>
              <a:rPr lang="en-US" sz="1200" b="0" i="0" dirty="0">
                <a:solidFill>
                  <a:srgbClr val="666666"/>
                </a:solidFill>
                <a:effectLst/>
              </a:rPr>
              <a:t>. Cras </a:t>
            </a:r>
            <a:r>
              <a:rPr lang="en-US" sz="1200" b="0" i="0" dirty="0" err="1">
                <a:solidFill>
                  <a:srgbClr val="666666"/>
                </a:solidFill>
                <a:effectLst/>
              </a:rPr>
              <a:t>dapibus</a:t>
            </a:r>
            <a:r>
              <a:rPr lang="en-US" sz="1200" b="0" i="0" dirty="0">
                <a:solidFill>
                  <a:srgbClr val="666666"/>
                </a:solidFill>
                <a:effectLst/>
              </a:rPr>
              <a:t>. </a:t>
            </a:r>
            <a:r>
              <a:rPr lang="en-US" sz="1200" b="0" i="0" dirty="0" err="1">
                <a:solidFill>
                  <a:srgbClr val="666666"/>
                </a:solidFill>
                <a:effectLst/>
              </a:rPr>
              <a:t>Vivamus</a:t>
            </a:r>
            <a:r>
              <a:rPr lang="en-US" sz="1200" b="0" i="0" dirty="0">
                <a:solidFill>
                  <a:srgbClr val="666666"/>
                </a:solidFill>
                <a:effectLst/>
              </a:rPr>
              <a:t> </a:t>
            </a:r>
            <a:r>
              <a:rPr lang="en-US" sz="1200" b="0" i="0" dirty="0" err="1">
                <a:solidFill>
                  <a:srgbClr val="666666"/>
                </a:solidFill>
                <a:effectLst/>
              </a:rPr>
              <a:t>elementum</a:t>
            </a:r>
            <a:r>
              <a:rPr lang="en-US" sz="1200" b="0" i="0" dirty="0">
                <a:solidFill>
                  <a:srgbClr val="666666"/>
                </a:solidFill>
                <a:effectLst/>
              </a:rPr>
              <a:t> semper nisi. Aenean </a:t>
            </a:r>
            <a:r>
              <a:rPr lang="en-US" sz="1200" b="0" i="0" dirty="0" err="1">
                <a:solidFill>
                  <a:srgbClr val="666666"/>
                </a:solidFill>
                <a:effectLst/>
              </a:rPr>
              <a:t>vulputate</a:t>
            </a:r>
            <a:r>
              <a:rPr lang="en-US" sz="1200" b="0" i="0" dirty="0">
                <a:solidFill>
                  <a:srgbClr val="666666"/>
                </a:solidFill>
                <a:effectLst/>
              </a:rPr>
              <a:t> </a:t>
            </a:r>
            <a:r>
              <a:rPr lang="en-US" sz="1200" b="0" i="0" dirty="0" err="1">
                <a:solidFill>
                  <a:srgbClr val="666666"/>
                </a:solidFill>
                <a:effectLst/>
              </a:rPr>
              <a:t>eleifend</a:t>
            </a:r>
            <a:r>
              <a:rPr lang="en-US" sz="1200" b="0" i="0" dirty="0">
                <a:solidFill>
                  <a:srgbClr val="666666"/>
                </a:solidFill>
                <a:effectLst/>
              </a:rPr>
              <a:t> </a:t>
            </a:r>
            <a:r>
              <a:rPr lang="en-US" sz="1200" b="0" i="0" dirty="0" err="1">
                <a:solidFill>
                  <a:srgbClr val="666666"/>
                </a:solidFill>
                <a:effectLst/>
              </a:rPr>
              <a:t>tellus</a:t>
            </a:r>
            <a:r>
              <a:rPr lang="en-US" sz="1200" b="0" i="0" dirty="0">
                <a:solidFill>
                  <a:srgbClr val="666666"/>
                </a:solidFill>
                <a:effectLst/>
              </a:rPr>
              <a:t>. </a:t>
            </a:r>
            <a:endParaRPr lang="en-US" sz="1200" dirty="0">
              <a:ea typeface="Roboto Condensed Light" panose="02000000000000000000" pitchFamily="2" charset="0"/>
              <a:cs typeface="Roboto Condensed Light" panose="02000000000000000000" pitchFamily="2" charset="0"/>
            </a:endParaRPr>
          </a:p>
        </p:txBody>
      </p:sp>
      <p:sp>
        <p:nvSpPr>
          <p:cNvPr id="14" name="TextBox 13">
            <a:extLst>
              <a:ext uri="{FF2B5EF4-FFF2-40B4-BE49-F238E27FC236}">
                <a16:creationId xmlns:a16="http://schemas.microsoft.com/office/drawing/2014/main" id="{17667E44-8503-533B-F3AE-F803596C04DE}"/>
              </a:ext>
            </a:extLst>
          </p:cNvPr>
          <p:cNvSpPr txBox="1"/>
          <p:nvPr/>
        </p:nvSpPr>
        <p:spPr>
          <a:xfrm>
            <a:off x="6283176" y="3128557"/>
            <a:ext cx="4024134" cy="1938992"/>
          </a:xfrm>
          <a:prstGeom prst="rect">
            <a:avLst/>
          </a:prstGeom>
          <a:noFill/>
        </p:spPr>
        <p:txBody>
          <a:bodyPr wrap="square" lIns="0" rIns="0" rtlCol="0">
            <a:spAutoFit/>
          </a:bodyPr>
          <a:lstStyle/>
          <a:p>
            <a:pPr algn="just"/>
            <a:r>
              <a:rPr lang="en-US" sz="1200" b="0" i="0" dirty="0">
                <a:solidFill>
                  <a:srgbClr val="666666"/>
                </a:solidFill>
                <a:effectLst/>
              </a:rPr>
              <a:t>Lorem ipsum dolor sit </a:t>
            </a:r>
            <a:r>
              <a:rPr lang="en-US" sz="1200" b="0" i="0" dirty="0" err="1">
                <a:solidFill>
                  <a:srgbClr val="666666"/>
                </a:solidFill>
                <a:effectLst/>
              </a:rPr>
              <a:t>amet</a:t>
            </a:r>
            <a:r>
              <a:rPr lang="en-US" sz="1200" b="0" i="0" dirty="0">
                <a:solidFill>
                  <a:srgbClr val="666666"/>
                </a:solidFill>
                <a:effectLst/>
              </a:rPr>
              <a:t>, </a:t>
            </a:r>
            <a:r>
              <a:rPr lang="en-US" sz="1200" b="0" i="0" dirty="0" err="1">
                <a:solidFill>
                  <a:srgbClr val="666666"/>
                </a:solidFill>
                <a:effectLst/>
              </a:rPr>
              <a:t>consectetuer</a:t>
            </a:r>
            <a:r>
              <a:rPr lang="en-US" sz="1200" b="0" i="0" dirty="0">
                <a:solidFill>
                  <a:srgbClr val="666666"/>
                </a:solidFill>
                <a:effectLst/>
              </a:rPr>
              <a:t> </a:t>
            </a:r>
            <a:r>
              <a:rPr lang="en-US" sz="1200" b="0" i="0" dirty="0" err="1">
                <a:solidFill>
                  <a:srgbClr val="666666"/>
                </a:solidFill>
                <a:effectLst/>
              </a:rPr>
              <a:t>adipiscing</a:t>
            </a:r>
            <a:r>
              <a:rPr lang="en-US" sz="1200" b="0" i="0" dirty="0">
                <a:solidFill>
                  <a:srgbClr val="666666"/>
                </a:solidFill>
                <a:effectLst/>
              </a:rPr>
              <a:t> </a:t>
            </a:r>
            <a:r>
              <a:rPr lang="en-US" sz="1200" b="0" i="0" dirty="0" err="1">
                <a:solidFill>
                  <a:srgbClr val="666666"/>
                </a:solidFill>
                <a:effectLst/>
              </a:rPr>
              <a:t>elit</a:t>
            </a:r>
            <a:r>
              <a:rPr lang="en-US" sz="1200" b="0" i="0" dirty="0">
                <a:solidFill>
                  <a:srgbClr val="666666"/>
                </a:solidFill>
                <a:effectLst/>
              </a:rPr>
              <a:t>. Aenean </a:t>
            </a:r>
            <a:r>
              <a:rPr lang="en-US" sz="1200" b="0" i="0" dirty="0" err="1">
                <a:solidFill>
                  <a:srgbClr val="666666"/>
                </a:solidFill>
                <a:effectLst/>
              </a:rPr>
              <a:t>commodo</a:t>
            </a:r>
            <a:r>
              <a:rPr lang="en-US" sz="1200" b="0" i="0" dirty="0">
                <a:solidFill>
                  <a:srgbClr val="666666"/>
                </a:solidFill>
                <a:effectLst/>
              </a:rPr>
              <a:t> ligula </a:t>
            </a:r>
            <a:r>
              <a:rPr lang="en-US" sz="1200" b="0" i="0" dirty="0" err="1">
                <a:solidFill>
                  <a:srgbClr val="666666"/>
                </a:solidFill>
                <a:effectLst/>
              </a:rPr>
              <a:t>eget</a:t>
            </a:r>
            <a:r>
              <a:rPr lang="en-US" sz="1200" b="0" i="0" dirty="0">
                <a:solidFill>
                  <a:srgbClr val="666666"/>
                </a:solidFill>
                <a:effectLst/>
              </a:rPr>
              <a:t> dolor. Aenean </a:t>
            </a:r>
            <a:r>
              <a:rPr lang="en-US" sz="1200" b="0" i="0" dirty="0" err="1">
                <a:solidFill>
                  <a:srgbClr val="666666"/>
                </a:solidFill>
                <a:effectLst/>
              </a:rPr>
              <a:t>massa</a:t>
            </a:r>
            <a:r>
              <a:rPr lang="en-US" sz="1200" b="0" i="0" dirty="0">
                <a:solidFill>
                  <a:srgbClr val="666666"/>
                </a:solidFill>
                <a:effectLst/>
              </a:rPr>
              <a:t>. Cum sociis </a:t>
            </a:r>
            <a:r>
              <a:rPr lang="en-US" sz="1200" b="0" i="0" dirty="0" err="1">
                <a:solidFill>
                  <a:srgbClr val="666666"/>
                </a:solidFill>
                <a:effectLst/>
              </a:rPr>
              <a:t>natoque</a:t>
            </a:r>
            <a:r>
              <a:rPr lang="en-US" sz="1200" b="0" i="0" dirty="0">
                <a:solidFill>
                  <a:srgbClr val="666666"/>
                </a:solidFill>
                <a:effectLst/>
              </a:rPr>
              <a:t> </a:t>
            </a:r>
            <a:r>
              <a:rPr lang="en-US" sz="1200" b="0" i="0" dirty="0" err="1">
                <a:solidFill>
                  <a:srgbClr val="666666"/>
                </a:solidFill>
                <a:effectLst/>
              </a:rPr>
              <a:t>penatibus</a:t>
            </a:r>
            <a:r>
              <a:rPr lang="en-US" sz="1200" b="0" i="0" dirty="0">
                <a:solidFill>
                  <a:srgbClr val="666666"/>
                </a:solidFill>
                <a:effectLst/>
              </a:rPr>
              <a:t> et </a:t>
            </a:r>
            <a:r>
              <a:rPr lang="en-US" sz="1200" b="0" i="0" dirty="0" err="1">
                <a:solidFill>
                  <a:srgbClr val="666666"/>
                </a:solidFill>
                <a:effectLst/>
              </a:rPr>
              <a:t>magnis</a:t>
            </a:r>
            <a:r>
              <a:rPr lang="en-US" sz="1200" b="0" i="0" dirty="0">
                <a:solidFill>
                  <a:srgbClr val="666666"/>
                </a:solidFill>
                <a:effectLst/>
              </a:rPr>
              <a:t> dis parturient </a:t>
            </a:r>
            <a:r>
              <a:rPr lang="en-US" sz="1200" b="0" i="0" dirty="0" err="1">
                <a:solidFill>
                  <a:srgbClr val="666666"/>
                </a:solidFill>
                <a:effectLst/>
              </a:rPr>
              <a:t>montes</a:t>
            </a:r>
            <a:r>
              <a:rPr lang="en-US" sz="1200" b="0" i="0" dirty="0">
                <a:solidFill>
                  <a:srgbClr val="666666"/>
                </a:solidFill>
                <a:effectLst/>
              </a:rPr>
              <a:t>, </a:t>
            </a:r>
            <a:r>
              <a:rPr lang="en-US" sz="1200" b="0" i="0" dirty="0" err="1">
                <a:solidFill>
                  <a:srgbClr val="666666"/>
                </a:solidFill>
                <a:effectLst/>
              </a:rPr>
              <a:t>nascetur</a:t>
            </a:r>
            <a:r>
              <a:rPr lang="en-US" sz="1200" b="0" i="0" dirty="0">
                <a:solidFill>
                  <a:srgbClr val="666666"/>
                </a:solidFill>
                <a:effectLst/>
              </a:rPr>
              <a:t> </a:t>
            </a:r>
            <a:r>
              <a:rPr lang="en-US" sz="1200" b="0" i="0" dirty="0" err="1">
                <a:solidFill>
                  <a:srgbClr val="666666"/>
                </a:solidFill>
                <a:effectLst/>
              </a:rPr>
              <a:t>ridiculus</a:t>
            </a:r>
            <a:r>
              <a:rPr lang="en-US" sz="1200" b="0" i="0" dirty="0">
                <a:solidFill>
                  <a:srgbClr val="666666"/>
                </a:solidFill>
                <a:effectLst/>
              </a:rPr>
              <a:t> mus. Donec </a:t>
            </a:r>
            <a:r>
              <a:rPr lang="en-US" sz="1200" b="0" i="0" dirty="0" err="1">
                <a:solidFill>
                  <a:srgbClr val="666666"/>
                </a:solidFill>
                <a:effectLst/>
              </a:rPr>
              <a:t>quam</a:t>
            </a:r>
            <a:r>
              <a:rPr lang="en-US" sz="1200" b="0" i="0" dirty="0">
                <a:solidFill>
                  <a:srgbClr val="666666"/>
                </a:solidFill>
                <a:effectLst/>
              </a:rPr>
              <a:t> </a:t>
            </a:r>
            <a:r>
              <a:rPr lang="en-US" sz="1200" b="0" i="0" dirty="0" err="1">
                <a:solidFill>
                  <a:srgbClr val="666666"/>
                </a:solidFill>
                <a:effectLst/>
              </a:rPr>
              <a:t>felis</a:t>
            </a:r>
            <a:r>
              <a:rPr lang="en-US" sz="1200" b="0" i="0" dirty="0">
                <a:solidFill>
                  <a:srgbClr val="666666"/>
                </a:solidFill>
                <a:effectLst/>
              </a:rPr>
              <a:t>, </a:t>
            </a:r>
            <a:r>
              <a:rPr lang="en-US" sz="1200" b="0" i="0" dirty="0" err="1">
                <a:solidFill>
                  <a:srgbClr val="666666"/>
                </a:solidFill>
                <a:effectLst/>
              </a:rPr>
              <a:t>ultricies</a:t>
            </a:r>
            <a:r>
              <a:rPr lang="en-US" sz="1200" b="0" i="0" dirty="0">
                <a:solidFill>
                  <a:srgbClr val="666666"/>
                </a:solidFill>
                <a:effectLst/>
              </a:rPr>
              <a:t> </a:t>
            </a:r>
            <a:r>
              <a:rPr lang="en-US" sz="1200" b="0" i="0" dirty="0" err="1">
                <a:solidFill>
                  <a:srgbClr val="666666"/>
                </a:solidFill>
                <a:effectLst/>
              </a:rPr>
              <a:t>nec</a:t>
            </a:r>
            <a:r>
              <a:rPr lang="en-US" sz="1200" b="0" i="0" dirty="0">
                <a:solidFill>
                  <a:srgbClr val="666666"/>
                </a:solidFill>
                <a:effectLst/>
              </a:rPr>
              <a:t>, </a:t>
            </a:r>
            <a:r>
              <a:rPr lang="en-US" sz="1200" b="0" i="0" dirty="0" err="1">
                <a:solidFill>
                  <a:srgbClr val="666666"/>
                </a:solidFill>
                <a:effectLst/>
              </a:rPr>
              <a:t>pellentesque</a:t>
            </a:r>
            <a:r>
              <a:rPr lang="en-US" sz="1200" b="0" i="0" dirty="0">
                <a:solidFill>
                  <a:srgbClr val="666666"/>
                </a:solidFill>
                <a:effectLst/>
              </a:rPr>
              <a:t> </a:t>
            </a:r>
            <a:r>
              <a:rPr lang="en-US" sz="1200" b="0" i="0" dirty="0" err="1">
                <a:solidFill>
                  <a:srgbClr val="666666"/>
                </a:solidFill>
                <a:effectLst/>
              </a:rPr>
              <a:t>eu</a:t>
            </a:r>
            <a:r>
              <a:rPr lang="en-US" sz="1200" b="0" i="0" dirty="0">
                <a:solidFill>
                  <a:srgbClr val="666666"/>
                </a:solidFill>
                <a:effectLst/>
              </a:rPr>
              <a:t>, </a:t>
            </a:r>
            <a:r>
              <a:rPr lang="en-US" sz="1200" b="0" i="0" dirty="0" err="1">
                <a:solidFill>
                  <a:srgbClr val="666666"/>
                </a:solidFill>
                <a:effectLst/>
              </a:rPr>
              <a:t>pretium</a:t>
            </a:r>
            <a:r>
              <a:rPr lang="en-US" sz="1200" b="0" i="0" dirty="0">
                <a:solidFill>
                  <a:srgbClr val="666666"/>
                </a:solidFill>
                <a:effectLst/>
              </a:rPr>
              <a:t> </a:t>
            </a:r>
            <a:r>
              <a:rPr lang="en-US" sz="1200" b="0" i="0" dirty="0" err="1">
                <a:solidFill>
                  <a:srgbClr val="666666"/>
                </a:solidFill>
                <a:effectLst/>
              </a:rPr>
              <a:t>quis</a:t>
            </a:r>
            <a:r>
              <a:rPr lang="en-US" sz="1200" b="0" i="0" dirty="0">
                <a:solidFill>
                  <a:srgbClr val="666666"/>
                </a:solidFill>
                <a:effectLst/>
              </a:rPr>
              <a:t>, sem. </a:t>
            </a:r>
            <a:r>
              <a:rPr lang="en-US" sz="1200" b="0" i="0" dirty="0" err="1">
                <a:solidFill>
                  <a:srgbClr val="666666"/>
                </a:solidFill>
                <a:effectLst/>
              </a:rPr>
              <a:t>Nulla</a:t>
            </a:r>
            <a:r>
              <a:rPr lang="en-US" sz="1200" b="0" i="0" dirty="0">
                <a:solidFill>
                  <a:srgbClr val="666666"/>
                </a:solidFill>
                <a:effectLst/>
              </a:rPr>
              <a:t> </a:t>
            </a:r>
            <a:r>
              <a:rPr lang="en-US" sz="1200" b="0" i="0" dirty="0" err="1">
                <a:solidFill>
                  <a:srgbClr val="666666"/>
                </a:solidFill>
                <a:effectLst/>
              </a:rPr>
              <a:t>consequat</a:t>
            </a:r>
            <a:r>
              <a:rPr lang="en-US" sz="1200" b="0" i="0" dirty="0">
                <a:solidFill>
                  <a:srgbClr val="666666"/>
                </a:solidFill>
                <a:effectLst/>
              </a:rPr>
              <a:t> </a:t>
            </a:r>
            <a:r>
              <a:rPr lang="en-US" sz="1200" b="0" i="0" dirty="0" err="1">
                <a:solidFill>
                  <a:srgbClr val="666666"/>
                </a:solidFill>
                <a:effectLst/>
              </a:rPr>
              <a:t>massa</a:t>
            </a:r>
            <a:r>
              <a:rPr lang="en-US" sz="1200" b="0" i="0" dirty="0">
                <a:solidFill>
                  <a:srgbClr val="666666"/>
                </a:solidFill>
                <a:effectLst/>
              </a:rPr>
              <a:t> </a:t>
            </a:r>
            <a:r>
              <a:rPr lang="en-US" sz="1200" b="0" i="0" dirty="0" err="1">
                <a:solidFill>
                  <a:srgbClr val="666666"/>
                </a:solidFill>
                <a:effectLst/>
              </a:rPr>
              <a:t>quis</a:t>
            </a:r>
            <a:r>
              <a:rPr lang="en-US" sz="1200" b="0" i="0" dirty="0">
                <a:solidFill>
                  <a:srgbClr val="666666"/>
                </a:solidFill>
                <a:effectLst/>
              </a:rPr>
              <a:t> </a:t>
            </a:r>
            <a:r>
              <a:rPr lang="en-US" sz="1200" b="0" i="0" dirty="0" err="1">
                <a:solidFill>
                  <a:srgbClr val="666666"/>
                </a:solidFill>
                <a:effectLst/>
              </a:rPr>
              <a:t>enim</a:t>
            </a:r>
            <a:r>
              <a:rPr lang="en-US" sz="1200" b="0" i="0" dirty="0">
                <a:solidFill>
                  <a:srgbClr val="666666"/>
                </a:solidFill>
                <a:effectLst/>
              </a:rPr>
              <a:t>. Donec </a:t>
            </a:r>
            <a:r>
              <a:rPr lang="en-US" sz="1200" b="0" i="0" dirty="0" err="1">
                <a:solidFill>
                  <a:srgbClr val="666666"/>
                </a:solidFill>
                <a:effectLst/>
              </a:rPr>
              <a:t>pede</a:t>
            </a:r>
            <a:r>
              <a:rPr lang="en-US" sz="1200" b="0" i="0" dirty="0">
                <a:solidFill>
                  <a:srgbClr val="666666"/>
                </a:solidFill>
                <a:effectLst/>
              </a:rPr>
              <a:t> </a:t>
            </a:r>
            <a:r>
              <a:rPr lang="en-US" sz="1200" b="0" i="0" dirty="0" err="1">
                <a:solidFill>
                  <a:srgbClr val="666666"/>
                </a:solidFill>
                <a:effectLst/>
              </a:rPr>
              <a:t>justo</a:t>
            </a:r>
            <a:r>
              <a:rPr lang="en-US" sz="1200" b="0" i="0" dirty="0">
                <a:solidFill>
                  <a:srgbClr val="666666"/>
                </a:solidFill>
                <a:effectLst/>
              </a:rPr>
              <a:t>, </a:t>
            </a:r>
            <a:r>
              <a:rPr lang="en-US" sz="1200" b="0" i="0" dirty="0" err="1">
                <a:solidFill>
                  <a:srgbClr val="666666"/>
                </a:solidFill>
                <a:effectLst/>
              </a:rPr>
              <a:t>fringilla</a:t>
            </a:r>
            <a:r>
              <a:rPr lang="en-US" sz="1200" b="0" i="0" dirty="0">
                <a:solidFill>
                  <a:srgbClr val="666666"/>
                </a:solidFill>
                <a:effectLst/>
              </a:rPr>
              <a:t> vel, </a:t>
            </a:r>
            <a:r>
              <a:rPr lang="en-US" sz="1200" b="0" i="0" dirty="0" err="1">
                <a:solidFill>
                  <a:srgbClr val="666666"/>
                </a:solidFill>
                <a:effectLst/>
              </a:rPr>
              <a:t>aliquet</a:t>
            </a:r>
            <a:r>
              <a:rPr lang="en-US" sz="1200" b="0" i="0" dirty="0">
                <a:solidFill>
                  <a:srgbClr val="666666"/>
                </a:solidFill>
                <a:effectLst/>
              </a:rPr>
              <a:t> </a:t>
            </a:r>
            <a:r>
              <a:rPr lang="en-US" sz="1200" b="0" i="0" dirty="0" err="1">
                <a:solidFill>
                  <a:srgbClr val="666666"/>
                </a:solidFill>
                <a:effectLst/>
              </a:rPr>
              <a:t>nec</a:t>
            </a:r>
            <a:r>
              <a:rPr lang="en-US" sz="1200" b="0" i="0" dirty="0">
                <a:solidFill>
                  <a:srgbClr val="666666"/>
                </a:solidFill>
                <a:effectLst/>
              </a:rPr>
              <a:t>, </a:t>
            </a:r>
            <a:r>
              <a:rPr lang="en-US" sz="1200" b="0" i="0" dirty="0" err="1">
                <a:solidFill>
                  <a:srgbClr val="666666"/>
                </a:solidFill>
                <a:effectLst/>
              </a:rPr>
              <a:t>vulputate</a:t>
            </a:r>
            <a:r>
              <a:rPr lang="en-US" sz="1200" b="0" i="0" dirty="0">
                <a:solidFill>
                  <a:srgbClr val="666666"/>
                </a:solidFill>
                <a:effectLst/>
              </a:rPr>
              <a:t> </a:t>
            </a:r>
            <a:r>
              <a:rPr lang="en-US" sz="1200" b="0" i="0" dirty="0" err="1">
                <a:solidFill>
                  <a:srgbClr val="666666"/>
                </a:solidFill>
                <a:effectLst/>
              </a:rPr>
              <a:t>eget</a:t>
            </a:r>
            <a:r>
              <a:rPr lang="en-US" sz="1200" b="0" i="0" dirty="0">
                <a:solidFill>
                  <a:srgbClr val="666666"/>
                </a:solidFill>
                <a:effectLst/>
              </a:rPr>
              <a:t>, </a:t>
            </a:r>
            <a:r>
              <a:rPr lang="en-US" sz="1200" b="0" i="0" dirty="0" err="1">
                <a:solidFill>
                  <a:srgbClr val="666666"/>
                </a:solidFill>
                <a:effectLst/>
              </a:rPr>
              <a:t>arcu</a:t>
            </a:r>
            <a:r>
              <a:rPr lang="en-US" sz="1200" b="0" i="0" dirty="0">
                <a:solidFill>
                  <a:srgbClr val="666666"/>
                </a:solidFill>
                <a:effectLst/>
              </a:rPr>
              <a:t>. In </a:t>
            </a:r>
            <a:r>
              <a:rPr lang="en-US" sz="1200" b="0" i="0" dirty="0" err="1">
                <a:solidFill>
                  <a:srgbClr val="666666"/>
                </a:solidFill>
                <a:effectLst/>
              </a:rPr>
              <a:t>enim</a:t>
            </a:r>
            <a:r>
              <a:rPr lang="en-US" sz="1200" b="0" i="0" dirty="0">
                <a:solidFill>
                  <a:srgbClr val="666666"/>
                </a:solidFill>
                <a:effectLst/>
              </a:rPr>
              <a:t> </a:t>
            </a:r>
            <a:r>
              <a:rPr lang="en-US" sz="1200" b="0" i="0" dirty="0" err="1">
                <a:solidFill>
                  <a:srgbClr val="666666"/>
                </a:solidFill>
                <a:effectLst/>
              </a:rPr>
              <a:t>justo</a:t>
            </a:r>
            <a:r>
              <a:rPr lang="en-US" sz="1200" b="0" i="0" dirty="0">
                <a:solidFill>
                  <a:srgbClr val="666666"/>
                </a:solidFill>
                <a:effectLst/>
              </a:rPr>
              <a:t>, </a:t>
            </a:r>
            <a:r>
              <a:rPr lang="en-US" sz="1200" b="0" i="0" dirty="0" err="1">
                <a:solidFill>
                  <a:srgbClr val="666666"/>
                </a:solidFill>
                <a:effectLst/>
              </a:rPr>
              <a:t>rhoncus</a:t>
            </a:r>
            <a:r>
              <a:rPr lang="en-US" sz="1200" b="0" i="0" dirty="0">
                <a:solidFill>
                  <a:srgbClr val="666666"/>
                </a:solidFill>
                <a:effectLst/>
              </a:rPr>
              <a:t> </a:t>
            </a:r>
            <a:r>
              <a:rPr lang="en-US" sz="1200" b="0" i="0" dirty="0" err="1">
                <a:solidFill>
                  <a:srgbClr val="666666"/>
                </a:solidFill>
                <a:effectLst/>
              </a:rPr>
              <a:t>ut</a:t>
            </a:r>
            <a:r>
              <a:rPr lang="en-US" sz="1200" b="0" i="0" dirty="0">
                <a:solidFill>
                  <a:srgbClr val="666666"/>
                </a:solidFill>
                <a:effectLst/>
              </a:rPr>
              <a:t>, </a:t>
            </a:r>
            <a:r>
              <a:rPr lang="en-US" sz="1200" b="0" i="0" dirty="0" err="1">
                <a:solidFill>
                  <a:srgbClr val="666666"/>
                </a:solidFill>
                <a:effectLst/>
              </a:rPr>
              <a:t>imperdiet</a:t>
            </a:r>
            <a:r>
              <a:rPr lang="en-US" sz="1200" b="0" i="0" dirty="0">
                <a:solidFill>
                  <a:srgbClr val="666666"/>
                </a:solidFill>
                <a:effectLst/>
              </a:rPr>
              <a:t> a, </a:t>
            </a:r>
            <a:r>
              <a:rPr lang="en-US" sz="1200" b="0" i="0" dirty="0" err="1">
                <a:solidFill>
                  <a:srgbClr val="666666"/>
                </a:solidFill>
                <a:effectLst/>
              </a:rPr>
              <a:t>venenatis</a:t>
            </a:r>
            <a:r>
              <a:rPr lang="en-US" sz="1200" b="0" i="0" dirty="0">
                <a:solidFill>
                  <a:srgbClr val="666666"/>
                </a:solidFill>
                <a:effectLst/>
              </a:rPr>
              <a:t> vitae, </a:t>
            </a:r>
            <a:r>
              <a:rPr lang="en-US" sz="1200" b="0" i="0" dirty="0" err="1">
                <a:solidFill>
                  <a:srgbClr val="666666"/>
                </a:solidFill>
                <a:effectLst/>
              </a:rPr>
              <a:t>justo</a:t>
            </a:r>
            <a:r>
              <a:rPr lang="en-US" sz="1200" b="0" i="0" dirty="0">
                <a:solidFill>
                  <a:srgbClr val="666666"/>
                </a:solidFill>
                <a:effectLst/>
              </a:rPr>
              <a:t>. </a:t>
            </a:r>
            <a:r>
              <a:rPr lang="en-US" sz="1200" b="0" i="0" dirty="0" err="1">
                <a:solidFill>
                  <a:srgbClr val="666666"/>
                </a:solidFill>
                <a:effectLst/>
              </a:rPr>
              <a:t>Nullam</a:t>
            </a:r>
            <a:r>
              <a:rPr lang="en-US" sz="1200" b="0" i="0" dirty="0">
                <a:solidFill>
                  <a:srgbClr val="666666"/>
                </a:solidFill>
                <a:effectLst/>
              </a:rPr>
              <a:t> dictum </a:t>
            </a:r>
            <a:r>
              <a:rPr lang="en-US" sz="1200" b="0" i="0" dirty="0" err="1">
                <a:solidFill>
                  <a:srgbClr val="666666"/>
                </a:solidFill>
                <a:effectLst/>
              </a:rPr>
              <a:t>felis</a:t>
            </a:r>
            <a:r>
              <a:rPr lang="en-US" sz="1200" b="0" i="0" dirty="0">
                <a:solidFill>
                  <a:srgbClr val="666666"/>
                </a:solidFill>
                <a:effectLst/>
              </a:rPr>
              <a:t> </a:t>
            </a:r>
            <a:r>
              <a:rPr lang="en-US" sz="1200" b="0" i="0" dirty="0" err="1">
                <a:solidFill>
                  <a:srgbClr val="666666"/>
                </a:solidFill>
                <a:effectLst/>
              </a:rPr>
              <a:t>eu</a:t>
            </a:r>
            <a:r>
              <a:rPr lang="en-US" sz="1200" b="0" i="0" dirty="0">
                <a:solidFill>
                  <a:srgbClr val="666666"/>
                </a:solidFill>
                <a:effectLst/>
              </a:rPr>
              <a:t> </a:t>
            </a:r>
            <a:r>
              <a:rPr lang="en-US" sz="1200" b="0" i="0" dirty="0" err="1">
                <a:solidFill>
                  <a:srgbClr val="666666"/>
                </a:solidFill>
                <a:effectLst/>
              </a:rPr>
              <a:t>pede</a:t>
            </a:r>
            <a:r>
              <a:rPr lang="en-US" sz="1200" b="0" i="0" dirty="0">
                <a:solidFill>
                  <a:srgbClr val="666666"/>
                </a:solidFill>
                <a:effectLst/>
              </a:rPr>
              <a:t> </a:t>
            </a:r>
            <a:r>
              <a:rPr lang="en-US" sz="1200" b="0" i="0" dirty="0" err="1">
                <a:solidFill>
                  <a:srgbClr val="666666"/>
                </a:solidFill>
                <a:effectLst/>
              </a:rPr>
              <a:t>mollis</a:t>
            </a:r>
            <a:r>
              <a:rPr lang="en-US" sz="1200" b="0" i="0" dirty="0">
                <a:solidFill>
                  <a:srgbClr val="666666"/>
                </a:solidFill>
                <a:effectLst/>
              </a:rPr>
              <a:t> </a:t>
            </a:r>
            <a:r>
              <a:rPr lang="en-US" sz="1200" b="0" i="0" dirty="0" err="1">
                <a:solidFill>
                  <a:srgbClr val="666666"/>
                </a:solidFill>
                <a:effectLst/>
              </a:rPr>
              <a:t>pretium</a:t>
            </a:r>
            <a:r>
              <a:rPr lang="en-US" sz="1200" b="0" i="0" dirty="0">
                <a:solidFill>
                  <a:srgbClr val="666666"/>
                </a:solidFill>
                <a:effectLst/>
              </a:rPr>
              <a:t>. Integer </a:t>
            </a:r>
            <a:r>
              <a:rPr lang="en-US" sz="1200" b="0" i="0" dirty="0" err="1">
                <a:solidFill>
                  <a:srgbClr val="666666"/>
                </a:solidFill>
                <a:effectLst/>
              </a:rPr>
              <a:t>tincidunt</a:t>
            </a:r>
            <a:r>
              <a:rPr lang="en-US" sz="1200" b="0" i="0" dirty="0">
                <a:solidFill>
                  <a:srgbClr val="666666"/>
                </a:solidFill>
                <a:effectLst/>
              </a:rPr>
              <a:t>. Cras </a:t>
            </a:r>
            <a:r>
              <a:rPr lang="en-US" sz="1200" b="0" i="0" dirty="0" err="1">
                <a:solidFill>
                  <a:srgbClr val="666666"/>
                </a:solidFill>
                <a:effectLst/>
              </a:rPr>
              <a:t>dapibus</a:t>
            </a:r>
            <a:r>
              <a:rPr lang="en-US" sz="1200" b="0" i="0" dirty="0">
                <a:solidFill>
                  <a:srgbClr val="666666"/>
                </a:solidFill>
                <a:effectLst/>
              </a:rPr>
              <a:t>. </a:t>
            </a:r>
            <a:r>
              <a:rPr lang="en-US" sz="1200" b="0" i="0" dirty="0" err="1">
                <a:solidFill>
                  <a:srgbClr val="666666"/>
                </a:solidFill>
                <a:effectLst/>
              </a:rPr>
              <a:t>Vivamus</a:t>
            </a:r>
            <a:r>
              <a:rPr lang="en-US" sz="1200" b="0" i="0" dirty="0">
                <a:solidFill>
                  <a:srgbClr val="666666"/>
                </a:solidFill>
                <a:effectLst/>
              </a:rPr>
              <a:t> </a:t>
            </a:r>
            <a:r>
              <a:rPr lang="en-US" sz="1200" b="0" i="0" dirty="0" err="1">
                <a:solidFill>
                  <a:srgbClr val="666666"/>
                </a:solidFill>
                <a:effectLst/>
              </a:rPr>
              <a:t>elementum</a:t>
            </a:r>
            <a:r>
              <a:rPr lang="en-US" sz="1200" b="0" i="0" dirty="0">
                <a:solidFill>
                  <a:srgbClr val="666666"/>
                </a:solidFill>
                <a:effectLst/>
              </a:rPr>
              <a:t> semper nisi. Aenean </a:t>
            </a:r>
            <a:r>
              <a:rPr lang="en-US" sz="1200" b="0" i="0" dirty="0" err="1">
                <a:solidFill>
                  <a:srgbClr val="666666"/>
                </a:solidFill>
                <a:effectLst/>
              </a:rPr>
              <a:t>vulputate</a:t>
            </a:r>
            <a:r>
              <a:rPr lang="en-US" sz="1200" b="0" i="0" dirty="0">
                <a:solidFill>
                  <a:srgbClr val="666666"/>
                </a:solidFill>
                <a:effectLst/>
              </a:rPr>
              <a:t> </a:t>
            </a:r>
            <a:r>
              <a:rPr lang="en-US" sz="1200" b="0" i="0" dirty="0" err="1">
                <a:solidFill>
                  <a:srgbClr val="666666"/>
                </a:solidFill>
                <a:effectLst/>
              </a:rPr>
              <a:t>eleifend</a:t>
            </a:r>
            <a:r>
              <a:rPr lang="en-US" sz="1200" b="0" i="0" dirty="0">
                <a:solidFill>
                  <a:srgbClr val="666666"/>
                </a:solidFill>
                <a:effectLst/>
              </a:rPr>
              <a:t> </a:t>
            </a:r>
            <a:r>
              <a:rPr lang="en-US" sz="1200" b="0" i="0" dirty="0" err="1">
                <a:solidFill>
                  <a:srgbClr val="666666"/>
                </a:solidFill>
                <a:effectLst/>
              </a:rPr>
              <a:t>tellus</a:t>
            </a:r>
            <a:r>
              <a:rPr lang="en-US" sz="1200" b="0" i="0" dirty="0">
                <a:solidFill>
                  <a:srgbClr val="666666"/>
                </a:solidFill>
                <a:effectLst/>
              </a:rPr>
              <a:t>. </a:t>
            </a:r>
            <a:endParaRPr lang="en-US" sz="1200" dirty="0">
              <a:ea typeface="Roboto Condensed Light" panose="02000000000000000000" pitchFamily="2" charset="0"/>
              <a:cs typeface="Roboto Condensed Light" panose="02000000000000000000" pitchFamily="2" charset="0"/>
            </a:endParaRPr>
          </a:p>
        </p:txBody>
      </p:sp>
      <p:pic>
        <p:nvPicPr>
          <p:cNvPr id="3" name="Picture 2">
            <a:extLst>
              <a:ext uri="{FF2B5EF4-FFF2-40B4-BE49-F238E27FC236}">
                <a16:creationId xmlns:a16="http://schemas.microsoft.com/office/drawing/2014/main" id="{60BB93CE-FE44-B264-B29B-62D7A48557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pic>
        <p:nvPicPr>
          <p:cNvPr id="2" name="Picture 1" descr="Cartoon person wearing glasses and holding a microphone&#10;&#10;AI-generated content may be incorrect.">
            <a:extLst>
              <a:ext uri="{FF2B5EF4-FFF2-40B4-BE49-F238E27FC236}">
                <a16:creationId xmlns:a16="http://schemas.microsoft.com/office/drawing/2014/main" id="{9D4EEF81-0B8E-D017-8191-9C8824FE188E}"/>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0014167" y="4762694"/>
            <a:ext cx="1905000" cy="1905000"/>
          </a:xfrm>
          <a:prstGeom prst="rect">
            <a:avLst/>
          </a:prstGeom>
        </p:spPr>
      </p:pic>
    </p:spTree>
    <p:extLst>
      <p:ext uri="{BB962C8B-B14F-4D97-AF65-F5344CB8AC3E}">
        <p14:creationId xmlns:p14="http://schemas.microsoft.com/office/powerpoint/2010/main" val="1482244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1FB2F59-E19D-7E86-09AC-E5DBDF5DED6E}"/>
              </a:ext>
            </a:extLst>
          </p:cNvPr>
          <p:cNvSpPr txBox="1"/>
          <p:nvPr/>
        </p:nvSpPr>
        <p:spPr>
          <a:xfrm>
            <a:off x="1524000" y="2615593"/>
            <a:ext cx="9144000" cy="3046988"/>
          </a:xfrm>
          <a:prstGeom prst="rect">
            <a:avLst/>
          </a:prstGeom>
          <a:noFill/>
        </p:spPr>
        <p:txBody>
          <a:bodyPr wrap="square" lIns="0" rIns="0" rtlCol="0">
            <a:spAutoFit/>
          </a:bodyPr>
          <a:lstStyle/>
          <a:p>
            <a:pPr algn="ctr"/>
            <a:r>
              <a:rPr lang="en-US" sz="1200" b="0" i="0" dirty="0">
                <a:solidFill>
                  <a:srgbClr val="666666"/>
                </a:solidFill>
                <a:effectLst/>
              </a:rPr>
              <a:t>Lorem ipsum dolor sit </a:t>
            </a:r>
            <a:r>
              <a:rPr lang="en-US" sz="1200" b="0" i="0" dirty="0" err="1">
                <a:solidFill>
                  <a:srgbClr val="666666"/>
                </a:solidFill>
                <a:effectLst/>
              </a:rPr>
              <a:t>amet</a:t>
            </a:r>
            <a:r>
              <a:rPr lang="en-US" sz="1200" b="0" i="0" dirty="0">
                <a:solidFill>
                  <a:srgbClr val="666666"/>
                </a:solidFill>
                <a:effectLst/>
              </a:rPr>
              <a:t>, </a:t>
            </a:r>
            <a:r>
              <a:rPr lang="en-US" sz="1200" b="0" i="0" dirty="0" err="1">
                <a:solidFill>
                  <a:srgbClr val="666666"/>
                </a:solidFill>
                <a:effectLst/>
              </a:rPr>
              <a:t>consectetuer</a:t>
            </a:r>
            <a:r>
              <a:rPr lang="en-US" sz="1200" b="0" i="0" dirty="0">
                <a:solidFill>
                  <a:srgbClr val="666666"/>
                </a:solidFill>
                <a:effectLst/>
              </a:rPr>
              <a:t> </a:t>
            </a:r>
            <a:r>
              <a:rPr lang="en-US" sz="1200" b="0" i="0" dirty="0" err="1">
                <a:solidFill>
                  <a:srgbClr val="666666"/>
                </a:solidFill>
                <a:effectLst/>
              </a:rPr>
              <a:t>adipiscing</a:t>
            </a:r>
            <a:r>
              <a:rPr lang="en-US" sz="1200" b="0" i="0" dirty="0">
                <a:solidFill>
                  <a:srgbClr val="666666"/>
                </a:solidFill>
                <a:effectLst/>
              </a:rPr>
              <a:t> </a:t>
            </a:r>
            <a:r>
              <a:rPr lang="en-US" sz="1200" b="0" i="0" dirty="0" err="1">
                <a:solidFill>
                  <a:srgbClr val="666666"/>
                </a:solidFill>
                <a:effectLst/>
              </a:rPr>
              <a:t>elit</a:t>
            </a:r>
            <a:r>
              <a:rPr lang="en-US" sz="1200" b="0" i="0" dirty="0">
                <a:solidFill>
                  <a:srgbClr val="666666"/>
                </a:solidFill>
                <a:effectLst/>
              </a:rPr>
              <a:t>. Aenean </a:t>
            </a:r>
            <a:r>
              <a:rPr lang="en-US" sz="1200" b="0" i="0" dirty="0" err="1">
                <a:solidFill>
                  <a:srgbClr val="666666"/>
                </a:solidFill>
                <a:effectLst/>
              </a:rPr>
              <a:t>commodo</a:t>
            </a:r>
            <a:r>
              <a:rPr lang="en-US" sz="1200" b="0" i="0" dirty="0">
                <a:solidFill>
                  <a:srgbClr val="666666"/>
                </a:solidFill>
                <a:effectLst/>
              </a:rPr>
              <a:t> ligula </a:t>
            </a:r>
            <a:r>
              <a:rPr lang="en-US" sz="1200" b="0" i="0" dirty="0" err="1">
                <a:solidFill>
                  <a:srgbClr val="666666"/>
                </a:solidFill>
                <a:effectLst/>
              </a:rPr>
              <a:t>eget</a:t>
            </a:r>
            <a:r>
              <a:rPr lang="en-US" sz="1200" b="0" i="0" dirty="0">
                <a:solidFill>
                  <a:srgbClr val="666666"/>
                </a:solidFill>
                <a:effectLst/>
              </a:rPr>
              <a:t> dolor. Aenean </a:t>
            </a:r>
            <a:r>
              <a:rPr lang="en-US" sz="1200" b="0" i="0" dirty="0" err="1">
                <a:solidFill>
                  <a:srgbClr val="666666"/>
                </a:solidFill>
                <a:effectLst/>
              </a:rPr>
              <a:t>massa</a:t>
            </a:r>
            <a:r>
              <a:rPr lang="en-US" sz="1200" b="0" i="0" dirty="0">
                <a:solidFill>
                  <a:srgbClr val="666666"/>
                </a:solidFill>
                <a:effectLst/>
              </a:rPr>
              <a:t>. Cum sociis </a:t>
            </a:r>
            <a:r>
              <a:rPr lang="en-US" sz="1200" b="0" i="0" dirty="0" err="1">
                <a:solidFill>
                  <a:srgbClr val="666666"/>
                </a:solidFill>
                <a:effectLst/>
              </a:rPr>
              <a:t>natoque</a:t>
            </a:r>
            <a:r>
              <a:rPr lang="en-US" sz="1200" b="0" i="0" dirty="0">
                <a:solidFill>
                  <a:srgbClr val="666666"/>
                </a:solidFill>
                <a:effectLst/>
              </a:rPr>
              <a:t> </a:t>
            </a:r>
            <a:r>
              <a:rPr lang="en-US" sz="1200" b="0" i="0" dirty="0" err="1">
                <a:solidFill>
                  <a:srgbClr val="666666"/>
                </a:solidFill>
                <a:effectLst/>
              </a:rPr>
              <a:t>penatibus</a:t>
            </a:r>
            <a:r>
              <a:rPr lang="en-US" sz="1200" b="0" i="0" dirty="0">
                <a:solidFill>
                  <a:srgbClr val="666666"/>
                </a:solidFill>
                <a:effectLst/>
              </a:rPr>
              <a:t> et </a:t>
            </a:r>
            <a:r>
              <a:rPr lang="en-US" sz="1200" b="0" i="0" dirty="0" err="1">
                <a:solidFill>
                  <a:srgbClr val="666666"/>
                </a:solidFill>
                <a:effectLst/>
              </a:rPr>
              <a:t>magnis</a:t>
            </a:r>
            <a:r>
              <a:rPr lang="en-US" sz="1200" b="0" i="0" dirty="0">
                <a:solidFill>
                  <a:srgbClr val="666666"/>
                </a:solidFill>
                <a:effectLst/>
              </a:rPr>
              <a:t> dis parturient </a:t>
            </a:r>
            <a:r>
              <a:rPr lang="en-US" sz="1200" b="0" i="0" dirty="0" err="1">
                <a:solidFill>
                  <a:srgbClr val="666666"/>
                </a:solidFill>
                <a:effectLst/>
              </a:rPr>
              <a:t>montes</a:t>
            </a:r>
            <a:r>
              <a:rPr lang="en-US" sz="1200" b="0" i="0" dirty="0">
                <a:solidFill>
                  <a:srgbClr val="666666"/>
                </a:solidFill>
                <a:effectLst/>
              </a:rPr>
              <a:t>, </a:t>
            </a:r>
            <a:r>
              <a:rPr lang="en-US" sz="1200" b="0" i="0" dirty="0" err="1">
                <a:solidFill>
                  <a:srgbClr val="666666"/>
                </a:solidFill>
                <a:effectLst/>
              </a:rPr>
              <a:t>nascetur</a:t>
            </a:r>
            <a:r>
              <a:rPr lang="en-US" sz="1200" b="0" i="0" dirty="0">
                <a:solidFill>
                  <a:srgbClr val="666666"/>
                </a:solidFill>
                <a:effectLst/>
              </a:rPr>
              <a:t> </a:t>
            </a:r>
            <a:r>
              <a:rPr lang="en-US" sz="1200" b="0" i="0" dirty="0" err="1">
                <a:solidFill>
                  <a:srgbClr val="666666"/>
                </a:solidFill>
                <a:effectLst/>
              </a:rPr>
              <a:t>ridiculus</a:t>
            </a:r>
            <a:r>
              <a:rPr lang="en-US" sz="1200" b="0" i="0" dirty="0">
                <a:solidFill>
                  <a:srgbClr val="666666"/>
                </a:solidFill>
                <a:effectLst/>
              </a:rPr>
              <a:t> mus. Donec </a:t>
            </a:r>
            <a:r>
              <a:rPr lang="en-US" sz="1200" b="0" i="0" dirty="0" err="1">
                <a:solidFill>
                  <a:srgbClr val="666666"/>
                </a:solidFill>
                <a:effectLst/>
              </a:rPr>
              <a:t>quam</a:t>
            </a:r>
            <a:r>
              <a:rPr lang="en-US" sz="1200" b="0" i="0" dirty="0">
                <a:solidFill>
                  <a:srgbClr val="666666"/>
                </a:solidFill>
                <a:effectLst/>
              </a:rPr>
              <a:t> </a:t>
            </a:r>
            <a:r>
              <a:rPr lang="en-US" sz="1200" b="0" i="0" dirty="0" err="1">
                <a:solidFill>
                  <a:srgbClr val="666666"/>
                </a:solidFill>
                <a:effectLst/>
              </a:rPr>
              <a:t>felis</a:t>
            </a:r>
            <a:r>
              <a:rPr lang="en-US" sz="1200" b="0" i="0" dirty="0">
                <a:solidFill>
                  <a:srgbClr val="666666"/>
                </a:solidFill>
                <a:effectLst/>
              </a:rPr>
              <a:t>, </a:t>
            </a:r>
            <a:r>
              <a:rPr lang="en-US" sz="1200" b="0" i="0" dirty="0" err="1">
                <a:solidFill>
                  <a:srgbClr val="666666"/>
                </a:solidFill>
                <a:effectLst/>
              </a:rPr>
              <a:t>ultricies</a:t>
            </a:r>
            <a:r>
              <a:rPr lang="en-US" sz="1200" b="0" i="0" dirty="0">
                <a:solidFill>
                  <a:srgbClr val="666666"/>
                </a:solidFill>
                <a:effectLst/>
              </a:rPr>
              <a:t> </a:t>
            </a:r>
            <a:r>
              <a:rPr lang="en-US" sz="1200" b="0" i="0" dirty="0" err="1">
                <a:solidFill>
                  <a:srgbClr val="666666"/>
                </a:solidFill>
                <a:effectLst/>
              </a:rPr>
              <a:t>nec</a:t>
            </a:r>
            <a:r>
              <a:rPr lang="en-US" sz="1200" b="0" i="0" dirty="0">
                <a:solidFill>
                  <a:srgbClr val="666666"/>
                </a:solidFill>
                <a:effectLst/>
              </a:rPr>
              <a:t>, </a:t>
            </a:r>
            <a:r>
              <a:rPr lang="en-US" sz="1200" b="0" i="0" dirty="0" err="1">
                <a:solidFill>
                  <a:srgbClr val="666666"/>
                </a:solidFill>
                <a:effectLst/>
              </a:rPr>
              <a:t>pellentesque</a:t>
            </a:r>
            <a:r>
              <a:rPr lang="en-US" sz="1200" b="0" i="0" dirty="0">
                <a:solidFill>
                  <a:srgbClr val="666666"/>
                </a:solidFill>
                <a:effectLst/>
              </a:rPr>
              <a:t> </a:t>
            </a:r>
            <a:r>
              <a:rPr lang="en-US" sz="1200" b="0" i="0" dirty="0" err="1">
                <a:solidFill>
                  <a:srgbClr val="666666"/>
                </a:solidFill>
                <a:effectLst/>
              </a:rPr>
              <a:t>eu</a:t>
            </a:r>
            <a:r>
              <a:rPr lang="en-US" sz="1200" b="0" i="0" dirty="0">
                <a:solidFill>
                  <a:srgbClr val="666666"/>
                </a:solidFill>
                <a:effectLst/>
              </a:rPr>
              <a:t>, </a:t>
            </a:r>
            <a:r>
              <a:rPr lang="en-US" sz="1200" b="0" i="0" dirty="0" err="1">
                <a:solidFill>
                  <a:srgbClr val="666666"/>
                </a:solidFill>
                <a:effectLst/>
              </a:rPr>
              <a:t>pretium</a:t>
            </a:r>
            <a:r>
              <a:rPr lang="en-US" sz="1200" b="0" i="0" dirty="0">
                <a:solidFill>
                  <a:srgbClr val="666666"/>
                </a:solidFill>
                <a:effectLst/>
              </a:rPr>
              <a:t> </a:t>
            </a:r>
            <a:r>
              <a:rPr lang="en-US" sz="1200" b="0" i="0" dirty="0" err="1">
                <a:solidFill>
                  <a:srgbClr val="666666"/>
                </a:solidFill>
                <a:effectLst/>
              </a:rPr>
              <a:t>quis</a:t>
            </a:r>
            <a:r>
              <a:rPr lang="en-US" sz="1200" b="0" i="0" dirty="0">
                <a:solidFill>
                  <a:srgbClr val="666666"/>
                </a:solidFill>
                <a:effectLst/>
              </a:rPr>
              <a:t>, sem. </a:t>
            </a:r>
            <a:r>
              <a:rPr lang="en-US" sz="1200" b="0" i="0" dirty="0" err="1">
                <a:solidFill>
                  <a:srgbClr val="666666"/>
                </a:solidFill>
                <a:effectLst/>
              </a:rPr>
              <a:t>Nulla</a:t>
            </a:r>
            <a:r>
              <a:rPr lang="en-US" sz="1200" b="0" i="0" dirty="0">
                <a:solidFill>
                  <a:srgbClr val="666666"/>
                </a:solidFill>
                <a:effectLst/>
              </a:rPr>
              <a:t> </a:t>
            </a:r>
            <a:r>
              <a:rPr lang="en-US" sz="1200" b="0" i="0" dirty="0" err="1">
                <a:solidFill>
                  <a:srgbClr val="666666"/>
                </a:solidFill>
                <a:effectLst/>
              </a:rPr>
              <a:t>consequat</a:t>
            </a:r>
            <a:r>
              <a:rPr lang="en-US" sz="1200" b="0" i="0" dirty="0">
                <a:solidFill>
                  <a:srgbClr val="666666"/>
                </a:solidFill>
                <a:effectLst/>
              </a:rPr>
              <a:t> </a:t>
            </a:r>
            <a:r>
              <a:rPr lang="en-US" sz="1200" b="0" i="0" dirty="0" err="1">
                <a:solidFill>
                  <a:srgbClr val="666666"/>
                </a:solidFill>
                <a:effectLst/>
              </a:rPr>
              <a:t>massa</a:t>
            </a:r>
            <a:r>
              <a:rPr lang="en-US" sz="1200" b="0" i="0" dirty="0">
                <a:solidFill>
                  <a:srgbClr val="666666"/>
                </a:solidFill>
                <a:effectLst/>
              </a:rPr>
              <a:t> </a:t>
            </a:r>
            <a:r>
              <a:rPr lang="en-US" sz="1200" b="0" i="0" dirty="0" err="1">
                <a:solidFill>
                  <a:srgbClr val="666666"/>
                </a:solidFill>
                <a:effectLst/>
              </a:rPr>
              <a:t>quis</a:t>
            </a:r>
            <a:r>
              <a:rPr lang="en-US" sz="1200" b="0" i="0" dirty="0">
                <a:solidFill>
                  <a:srgbClr val="666666"/>
                </a:solidFill>
                <a:effectLst/>
              </a:rPr>
              <a:t> </a:t>
            </a:r>
            <a:r>
              <a:rPr lang="en-US" sz="1200" b="0" i="0" dirty="0" err="1">
                <a:solidFill>
                  <a:srgbClr val="666666"/>
                </a:solidFill>
                <a:effectLst/>
              </a:rPr>
              <a:t>enim</a:t>
            </a:r>
            <a:r>
              <a:rPr lang="en-US" sz="1200" b="0" i="0" dirty="0">
                <a:solidFill>
                  <a:srgbClr val="666666"/>
                </a:solidFill>
                <a:effectLst/>
              </a:rPr>
              <a:t>. Donec </a:t>
            </a:r>
            <a:r>
              <a:rPr lang="en-US" sz="1200" b="0" i="0" dirty="0" err="1">
                <a:solidFill>
                  <a:srgbClr val="666666"/>
                </a:solidFill>
                <a:effectLst/>
              </a:rPr>
              <a:t>pede</a:t>
            </a:r>
            <a:r>
              <a:rPr lang="en-US" sz="1200" b="0" i="0" dirty="0">
                <a:solidFill>
                  <a:srgbClr val="666666"/>
                </a:solidFill>
                <a:effectLst/>
              </a:rPr>
              <a:t> </a:t>
            </a:r>
            <a:r>
              <a:rPr lang="en-US" sz="1200" b="0" i="0" dirty="0" err="1">
                <a:solidFill>
                  <a:srgbClr val="666666"/>
                </a:solidFill>
                <a:effectLst/>
              </a:rPr>
              <a:t>justo</a:t>
            </a:r>
            <a:r>
              <a:rPr lang="en-US" sz="1200" b="0" i="0" dirty="0">
                <a:solidFill>
                  <a:srgbClr val="666666"/>
                </a:solidFill>
                <a:effectLst/>
              </a:rPr>
              <a:t>, </a:t>
            </a:r>
            <a:r>
              <a:rPr lang="en-US" sz="1200" b="0" i="0" dirty="0" err="1">
                <a:solidFill>
                  <a:srgbClr val="666666"/>
                </a:solidFill>
                <a:effectLst/>
              </a:rPr>
              <a:t>fringilla</a:t>
            </a:r>
            <a:r>
              <a:rPr lang="en-US" sz="1200" b="0" i="0" dirty="0">
                <a:solidFill>
                  <a:srgbClr val="666666"/>
                </a:solidFill>
                <a:effectLst/>
              </a:rPr>
              <a:t> vel, </a:t>
            </a:r>
            <a:r>
              <a:rPr lang="en-US" sz="1200" b="0" i="0" dirty="0" err="1">
                <a:solidFill>
                  <a:srgbClr val="666666"/>
                </a:solidFill>
                <a:effectLst/>
              </a:rPr>
              <a:t>aliquet</a:t>
            </a:r>
            <a:r>
              <a:rPr lang="en-US" sz="1200" b="0" i="0" dirty="0">
                <a:solidFill>
                  <a:srgbClr val="666666"/>
                </a:solidFill>
                <a:effectLst/>
              </a:rPr>
              <a:t> </a:t>
            </a:r>
            <a:r>
              <a:rPr lang="en-US" sz="1200" b="0" i="0" dirty="0" err="1">
                <a:solidFill>
                  <a:srgbClr val="666666"/>
                </a:solidFill>
                <a:effectLst/>
              </a:rPr>
              <a:t>nec</a:t>
            </a:r>
            <a:r>
              <a:rPr lang="en-US" sz="1200" b="0" i="0" dirty="0">
                <a:solidFill>
                  <a:srgbClr val="666666"/>
                </a:solidFill>
                <a:effectLst/>
              </a:rPr>
              <a:t>, </a:t>
            </a:r>
            <a:r>
              <a:rPr lang="en-US" sz="1200" b="0" i="0" dirty="0" err="1">
                <a:solidFill>
                  <a:srgbClr val="666666"/>
                </a:solidFill>
                <a:effectLst/>
              </a:rPr>
              <a:t>vulputate</a:t>
            </a:r>
            <a:r>
              <a:rPr lang="en-US" sz="1200" b="0" i="0" dirty="0">
                <a:solidFill>
                  <a:srgbClr val="666666"/>
                </a:solidFill>
                <a:effectLst/>
              </a:rPr>
              <a:t> </a:t>
            </a:r>
            <a:r>
              <a:rPr lang="en-US" sz="1200" b="0" i="0" dirty="0" err="1">
                <a:solidFill>
                  <a:srgbClr val="666666"/>
                </a:solidFill>
                <a:effectLst/>
              </a:rPr>
              <a:t>eget</a:t>
            </a:r>
            <a:r>
              <a:rPr lang="en-US" sz="1200" b="0" i="0" dirty="0">
                <a:solidFill>
                  <a:srgbClr val="666666"/>
                </a:solidFill>
                <a:effectLst/>
              </a:rPr>
              <a:t>, </a:t>
            </a:r>
            <a:r>
              <a:rPr lang="en-US" sz="1200" b="0" i="0" dirty="0" err="1">
                <a:solidFill>
                  <a:srgbClr val="666666"/>
                </a:solidFill>
                <a:effectLst/>
              </a:rPr>
              <a:t>arcu</a:t>
            </a:r>
            <a:r>
              <a:rPr lang="en-US" sz="1200" b="0" i="0" dirty="0">
                <a:solidFill>
                  <a:srgbClr val="666666"/>
                </a:solidFill>
                <a:effectLst/>
              </a:rPr>
              <a:t>. In </a:t>
            </a:r>
            <a:r>
              <a:rPr lang="en-US" sz="1200" b="0" i="0" dirty="0" err="1">
                <a:solidFill>
                  <a:srgbClr val="666666"/>
                </a:solidFill>
                <a:effectLst/>
              </a:rPr>
              <a:t>enim</a:t>
            </a:r>
            <a:r>
              <a:rPr lang="en-US" sz="1200" b="0" i="0" dirty="0">
                <a:solidFill>
                  <a:srgbClr val="666666"/>
                </a:solidFill>
                <a:effectLst/>
              </a:rPr>
              <a:t> </a:t>
            </a:r>
            <a:r>
              <a:rPr lang="en-US" sz="1200" b="0" i="0" dirty="0" err="1">
                <a:solidFill>
                  <a:srgbClr val="666666"/>
                </a:solidFill>
                <a:effectLst/>
              </a:rPr>
              <a:t>justo</a:t>
            </a:r>
            <a:r>
              <a:rPr lang="en-US" sz="1200" b="0" i="0" dirty="0">
                <a:solidFill>
                  <a:srgbClr val="666666"/>
                </a:solidFill>
                <a:effectLst/>
              </a:rPr>
              <a:t>, </a:t>
            </a:r>
            <a:r>
              <a:rPr lang="en-US" sz="1200" b="0" i="0" dirty="0" err="1">
                <a:solidFill>
                  <a:srgbClr val="666666"/>
                </a:solidFill>
                <a:effectLst/>
              </a:rPr>
              <a:t>rhoncus</a:t>
            </a:r>
            <a:r>
              <a:rPr lang="en-US" sz="1200" b="0" i="0" dirty="0">
                <a:solidFill>
                  <a:srgbClr val="666666"/>
                </a:solidFill>
                <a:effectLst/>
              </a:rPr>
              <a:t> </a:t>
            </a:r>
            <a:r>
              <a:rPr lang="en-US" sz="1200" b="0" i="0" dirty="0" err="1">
                <a:solidFill>
                  <a:srgbClr val="666666"/>
                </a:solidFill>
                <a:effectLst/>
              </a:rPr>
              <a:t>ut</a:t>
            </a:r>
            <a:r>
              <a:rPr lang="en-US" sz="1200" b="0" i="0" dirty="0">
                <a:solidFill>
                  <a:srgbClr val="666666"/>
                </a:solidFill>
                <a:effectLst/>
              </a:rPr>
              <a:t>, </a:t>
            </a:r>
            <a:r>
              <a:rPr lang="en-US" sz="1200" b="0" i="0" dirty="0" err="1">
                <a:solidFill>
                  <a:srgbClr val="666666"/>
                </a:solidFill>
                <a:effectLst/>
              </a:rPr>
              <a:t>imperdiet</a:t>
            </a:r>
            <a:r>
              <a:rPr lang="en-US" sz="1200" b="0" i="0" dirty="0">
                <a:solidFill>
                  <a:srgbClr val="666666"/>
                </a:solidFill>
                <a:effectLst/>
              </a:rPr>
              <a:t> a, </a:t>
            </a:r>
            <a:r>
              <a:rPr lang="en-US" sz="1200" b="0" i="0" dirty="0" err="1">
                <a:solidFill>
                  <a:srgbClr val="666666"/>
                </a:solidFill>
                <a:effectLst/>
              </a:rPr>
              <a:t>venenatis</a:t>
            </a:r>
            <a:r>
              <a:rPr lang="en-US" sz="1200" b="0" i="0" dirty="0">
                <a:solidFill>
                  <a:srgbClr val="666666"/>
                </a:solidFill>
                <a:effectLst/>
              </a:rPr>
              <a:t> vitae, </a:t>
            </a:r>
            <a:r>
              <a:rPr lang="en-US" sz="1200" b="0" i="0" dirty="0" err="1">
                <a:solidFill>
                  <a:srgbClr val="666666"/>
                </a:solidFill>
                <a:effectLst/>
              </a:rPr>
              <a:t>justo</a:t>
            </a:r>
            <a:r>
              <a:rPr lang="en-US" sz="1200" b="0" i="0" dirty="0">
                <a:solidFill>
                  <a:srgbClr val="666666"/>
                </a:solidFill>
                <a:effectLst/>
              </a:rPr>
              <a:t>. </a:t>
            </a:r>
            <a:r>
              <a:rPr lang="en-US" sz="1200" b="0" i="0" dirty="0" err="1">
                <a:solidFill>
                  <a:srgbClr val="666666"/>
                </a:solidFill>
                <a:effectLst/>
              </a:rPr>
              <a:t>Nullam</a:t>
            </a:r>
            <a:r>
              <a:rPr lang="en-US" sz="1200" b="0" i="0" dirty="0">
                <a:solidFill>
                  <a:srgbClr val="666666"/>
                </a:solidFill>
                <a:effectLst/>
              </a:rPr>
              <a:t> dictum </a:t>
            </a:r>
            <a:r>
              <a:rPr lang="en-US" sz="1200" b="0" i="0" dirty="0" err="1">
                <a:solidFill>
                  <a:srgbClr val="666666"/>
                </a:solidFill>
                <a:effectLst/>
              </a:rPr>
              <a:t>felis</a:t>
            </a:r>
            <a:r>
              <a:rPr lang="en-US" sz="1200" b="0" i="0" dirty="0">
                <a:solidFill>
                  <a:srgbClr val="666666"/>
                </a:solidFill>
                <a:effectLst/>
              </a:rPr>
              <a:t> </a:t>
            </a:r>
            <a:r>
              <a:rPr lang="en-US" sz="1200" b="0" i="0" dirty="0" err="1">
                <a:solidFill>
                  <a:srgbClr val="666666"/>
                </a:solidFill>
                <a:effectLst/>
              </a:rPr>
              <a:t>eu</a:t>
            </a:r>
            <a:r>
              <a:rPr lang="en-US" sz="1200" b="0" i="0" dirty="0">
                <a:solidFill>
                  <a:srgbClr val="666666"/>
                </a:solidFill>
                <a:effectLst/>
              </a:rPr>
              <a:t> </a:t>
            </a:r>
            <a:r>
              <a:rPr lang="en-US" sz="1200" b="0" i="0" dirty="0" err="1">
                <a:solidFill>
                  <a:srgbClr val="666666"/>
                </a:solidFill>
                <a:effectLst/>
              </a:rPr>
              <a:t>pede</a:t>
            </a:r>
            <a:r>
              <a:rPr lang="en-US" sz="1200" b="0" i="0" dirty="0">
                <a:solidFill>
                  <a:srgbClr val="666666"/>
                </a:solidFill>
                <a:effectLst/>
              </a:rPr>
              <a:t> </a:t>
            </a:r>
            <a:r>
              <a:rPr lang="en-US" sz="1200" b="0" i="0" dirty="0" err="1">
                <a:solidFill>
                  <a:srgbClr val="666666"/>
                </a:solidFill>
                <a:effectLst/>
              </a:rPr>
              <a:t>mollis</a:t>
            </a:r>
            <a:r>
              <a:rPr lang="en-US" sz="1200" b="0" i="0" dirty="0">
                <a:solidFill>
                  <a:srgbClr val="666666"/>
                </a:solidFill>
                <a:effectLst/>
              </a:rPr>
              <a:t> </a:t>
            </a:r>
            <a:r>
              <a:rPr lang="en-US" sz="1200" b="0" i="0" dirty="0" err="1">
                <a:solidFill>
                  <a:srgbClr val="666666"/>
                </a:solidFill>
                <a:effectLst/>
              </a:rPr>
              <a:t>pretium</a:t>
            </a:r>
            <a:r>
              <a:rPr lang="en-US" sz="1200" b="0" i="0" dirty="0">
                <a:solidFill>
                  <a:srgbClr val="666666"/>
                </a:solidFill>
                <a:effectLst/>
              </a:rPr>
              <a:t>. Integer </a:t>
            </a:r>
            <a:r>
              <a:rPr lang="en-US" sz="1200" b="0" i="0" dirty="0" err="1">
                <a:solidFill>
                  <a:srgbClr val="666666"/>
                </a:solidFill>
                <a:effectLst/>
              </a:rPr>
              <a:t>tincidunt</a:t>
            </a:r>
            <a:r>
              <a:rPr lang="en-US" sz="1200" b="0" i="0" dirty="0">
                <a:solidFill>
                  <a:srgbClr val="666666"/>
                </a:solidFill>
                <a:effectLst/>
              </a:rPr>
              <a:t>. Cras </a:t>
            </a:r>
            <a:r>
              <a:rPr lang="en-US" sz="1200" b="0" i="0" dirty="0" err="1">
                <a:solidFill>
                  <a:srgbClr val="666666"/>
                </a:solidFill>
                <a:effectLst/>
              </a:rPr>
              <a:t>dapibus</a:t>
            </a:r>
            <a:r>
              <a:rPr lang="en-US" sz="1200" b="0" i="0" dirty="0">
                <a:solidFill>
                  <a:srgbClr val="666666"/>
                </a:solidFill>
                <a:effectLst/>
              </a:rPr>
              <a:t>. </a:t>
            </a:r>
            <a:r>
              <a:rPr lang="en-US" sz="1200" b="0" i="0" dirty="0" err="1">
                <a:solidFill>
                  <a:srgbClr val="666666"/>
                </a:solidFill>
                <a:effectLst/>
              </a:rPr>
              <a:t>Vivamus</a:t>
            </a:r>
            <a:r>
              <a:rPr lang="en-US" sz="1200" b="0" i="0" dirty="0">
                <a:solidFill>
                  <a:srgbClr val="666666"/>
                </a:solidFill>
                <a:effectLst/>
              </a:rPr>
              <a:t> </a:t>
            </a:r>
            <a:r>
              <a:rPr lang="en-US" sz="1200" b="0" i="0" dirty="0" err="1">
                <a:solidFill>
                  <a:srgbClr val="666666"/>
                </a:solidFill>
                <a:effectLst/>
              </a:rPr>
              <a:t>elementum</a:t>
            </a:r>
            <a:r>
              <a:rPr lang="en-US" sz="1200" b="0" i="0" dirty="0">
                <a:solidFill>
                  <a:srgbClr val="666666"/>
                </a:solidFill>
                <a:effectLst/>
              </a:rPr>
              <a:t> semper nisi. Aenean </a:t>
            </a:r>
            <a:r>
              <a:rPr lang="en-US" sz="1200" b="0" i="0" dirty="0" err="1">
                <a:solidFill>
                  <a:srgbClr val="666666"/>
                </a:solidFill>
                <a:effectLst/>
              </a:rPr>
              <a:t>vulputate</a:t>
            </a:r>
            <a:r>
              <a:rPr lang="en-US" sz="1200" b="0" i="0" dirty="0">
                <a:solidFill>
                  <a:srgbClr val="666666"/>
                </a:solidFill>
                <a:effectLst/>
              </a:rPr>
              <a:t> </a:t>
            </a:r>
            <a:r>
              <a:rPr lang="en-US" sz="1200" b="0" i="0" dirty="0" err="1">
                <a:solidFill>
                  <a:srgbClr val="666666"/>
                </a:solidFill>
                <a:effectLst/>
              </a:rPr>
              <a:t>eleifend</a:t>
            </a:r>
            <a:r>
              <a:rPr lang="en-US" sz="1200" b="0" i="0" dirty="0">
                <a:solidFill>
                  <a:srgbClr val="666666"/>
                </a:solidFill>
                <a:effectLst/>
              </a:rPr>
              <a:t> </a:t>
            </a:r>
            <a:r>
              <a:rPr lang="en-US" sz="1200" b="0" i="0" dirty="0" err="1">
                <a:solidFill>
                  <a:srgbClr val="666666"/>
                </a:solidFill>
                <a:effectLst/>
              </a:rPr>
              <a:t>tellus</a:t>
            </a:r>
            <a:r>
              <a:rPr lang="en-US" sz="1200" b="0" i="0" dirty="0">
                <a:solidFill>
                  <a:srgbClr val="666666"/>
                </a:solidFill>
                <a:effectLst/>
              </a:rPr>
              <a:t>. </a:t>
            </a:r>
          </a:p>
          <a:p>
            <a:pPr algn="ctr"/>
            <a:endParaRPr lang="en-US" sz="1200" dirty="0">
              <a:solidFill>
                <a:srgbClr val="666666"/>
              </a:solidFill>
            </a:endParaRPr>
          </a:p>
          <a:p>
            <a:pPr algn="ctr"/>
            <a:r>
              <a:rPr lang="en-US" sz="1200" b="0" i="0" dirty="0">
                <a:solidFill>
                  <a:srgbClr val="666666"/>
                </a:solidFill>
                <a:effectLst/>
              </a:rPr>
              <a:t>Aenean </a:t>
            </a:r>
            <a:r>
              <a:rPr lang="en-US" sz="1200" b="0" i="0" dirty="0" err="1">
                <a:solidFill>
                  <a:srgbClr val="666666"/>
                </a:solidFill>
                <a:effectLst/>
              </a:rPr>
              <a:t>leo</a:t>
            </a:r>
            <a:r>
              <a:rPr lang="en-US" sz="1200" b="0" i="0" dirty="0">
                <a:solidFill>
                  <a:srgbClr val="666666"/>
                </a:solidFill>
                <a:effectLst/>
              </a:rPr>
              <a:t> ligula, </a:t>
            </a:r>
            <a:r>
              <a:rPr lang="en-US" sz="1200" b="0" i="0" dirty="0" err="1">
                <a:solidFill>
                  <a:srgbClr val="666666"/>
                </a:solidFill>
                <a:effectLst/>
              </a:rPr>
              <a:t>porttitor</a:t>
            </a:r>
            <a:r>
              <a:rPr lang="en-US" sz="1200" b="0" i="0" dirty="0">
                <a:solidFill>
                  <a:srgbClr val="666666"/>
                </a:solidFill>
                <a:effectLst/>
              </a:rPr>
              <a:t> </a:t>
            </a:r>
            <a:r>
              <a:rPr lang="en-US" sz="1200" b="0" i="0" dirty="0" err="1">
                <a:solidFill>
                  <a:srgbClr val="666666"/>
                </a:solidFill>
                <a:effectLst/>
              </a:rPr>
              <a:t>eu</a:t>
            </a:r>
            <a:r>
              <a:rPr lang="en-US" sz="1200" b="0" i="0" dirty="0">
                <a:solidFill>
                  <a:srgbClr val="666666"/>
                </a:solidFill>
                <a:effectLst/>
              </a:rPr>
              <a:t>, </a:t>
            </a:r>
            <a:r>
              <a:rPr lang="en-US" sz="1200" b="0" i="0" dirty="0" err="1">
                <a:solidFill>
                  <a:srgbClr val="666666"/>
                </a:solidFill>
                <a:effectLst/>
              </a:rPr>
              <a:t>consequat</a:t>
            </a:r>
            <a:r>
              <a:rPr lang="en-US" sz="1200" b="0" i="0" dirty="0">
                <a:solidFill>
                  <a:srgbClr val="666666"/>
                </a:solidFill>
                <a:effectLst/>
              </a:rPr>
              <a:t> vitae, </a:t>
            </a:r>
            <a:r>
              <a:rPr lang="en-US" sz="1200" b="0" i="0" dirty="0" err="1">
                <a:solidFill>
                  <a:srgbClr val="666666"/>
                </a:solidFill>
                <a:effectLst/>
              </a:rPr>
              <a:t>eleifend</a:t>
            </a:r>
            <a:r>
              <a:rPr lang="en-US" sz="1200" b="0" i="0" dirty="0">
                <a:solidFill>
                  <a:srgbClr val="666666"/>
                </a:solidFill>
                <a:effectLst/>
              </a:rPr>
              <a:t> ac, </a:t>
            </a:r>
            <a:r>
              <a:rPr lang="en-US" sz="1200" b="0" i="0" dirty="0" err="1">
                <a:solidFill>
                  <a:srgbClr val="666666"/>
                </a:solidFill>
                <a:effectLst/>
              </a:rPr>
              <a:t>enim</a:t>
            </a:r>
            <a:r>
              <a:rPr lang="en-US" sz="1200" b="0" i="0" dirty="0">
                <a:solidFill>
                  <a:srgbClr val="666666"/>
                </a:solidFill>
                <a:effectLst/>
              </a:rPr>
              <a:t>. </a:t>
            </a:r>
            <a:r>
              <a:rPr lang="en-US" sz="1200" b="0" i="0" dirty="0" err="1">
                <a:solidFill>
                  <a:srgbClr val="666666"/>
                </a:solidFill>
                <a:effectLst/>
              </a:rPr>
              <a:t>Aliquam</a:t>
            </a:r>
            <a:r>
              <a:rPr lang="en-US" sz="1200" b="0" i="0" dirty="0">
                <a:solidFill>
                  <a:srgbClr val="666666"/>
                </a:solidFill>
                <a:effectLst/>
              </a:rPr>
              <a:t> lorem ante, </a:t>
            </a:r>
            <a:r>
              <a:rPr lang="en-US" sz="1200" b="0" i="0" dirty="0" err="1">
                <a:solidFill>
                  <a:srgbClr val="666666"/>
                </a:solidFill>
                <a:effectLst/>
              </a:rPr>
              <a:t>dapibus</a:t>
            </a:r>
            <a:r>
              <a:rPr lang="en-US" sz="1200" b="0" i="0" dirty="0">
                <a:solidFill>
                  <a:srgbClr val="666666"/>
                </a:solidFill>
                <a:effectLst/>
              </a:rPr>
              <a:t> in, </a:t>
            </a:r>
            <a:r>
              <a:rPr lang="en-US" sz="1200" b="0" i="0" dirty="0" err="1">
                <a:solidFill>
                  <a:srgbClr val="666666"/>
                </a:solidFill>
                <a:effectLst/>
              </a:rPr>
              <a:t>viverra</a:t>
            </a:r>
            <a:r>
              <a:rPr lang="en-US" sz="1200" b="0" i="0" dirty="0">
                <a:solidFill>
                  <a:srgbClr val="666666"/>
                </a:solidFill>
                <a:effectLst/>
              </a:rPr>
              <a:t> </a:t>
            </a:r>
            <a:r>
              <a:rPr lang="en-US" sz="1200" b="0" i="0" dirty="0" err="1">
                <a:solidFill>
                  <a:srgbClr val="666666"/>
                </a:solidFill>
                <a:effectLst/>
              </a:rPr>
              <a:t>quis</a:t>
            </a:r>
            <a:r>
              <a:rPr lang="en-US" sz="1200" b="0" i="0" dirty="0">
                <a:solidFill>
                  <a:srgbClr val="666666"/>
                </a:solidFill>
                <a:effectLst/>
              </a:rPr>
              <a:t>, </a:t>
            </a:r>
            <a:r>
              <a:rPr lang="en-US" sz="1200" b="0" i="0" dirty="0" err="1">
                <a:solidFill>
                  <a:srgbClr val="666666"/>
                </a:solidFill>
                <a:effectLst/>
              </a:rPr>
              <a:t>feugiat</a:t>
            </a:r>
            <a:r>
              <a:rPr lang="en-US" sz="1200" b="0" i="0" dirty="0">
                <a:solidFill>
                  <a:srgbClr val="666666"/>
                </a:solidFill>
                <a:effectLst/>
              </a:rPr>
              <a:t> a, </a:t>
            </a:r>
            <a:r>
              <a:rPr lang="en-US" sz="1200" b="0" i="0" dirty="0" err="1">
                <a:solidFill>
                  <a:srgbClr val="666666"/>
                </a:solidFill>
                <a:effectLst/>
              </a:rPr>
              <a:t>tellus</a:t>
            </a:r>
            <a:r>
              <a:rPr lang="en-US" sz="1200" b="0" i="0" dirty="0">
                <a:solidFill>
                  <a:srgbClr val="666666"/>
                </a:solidFill>
                <a:effectLst/>
              </a:rPr>
              <a:t>. </a:t>
            </a:r>
            <a:r>
              <a:rPr lang="en-US" sz="1200" b="0" i="0" dirty="0" err="1">
                <a:solidFill>
                  <a:srgbClr val="666666"/>
                </a:solidFill>
                <a:effectLst/>
              </a:rPr>
              <a:t>Phasellus</a:t>
            </a:r>
            <a:r>
              <a:rPr lang="en-US" sz="1200" b="0" i="0" dirty="0">
                <a:solidFill>
                  <a:srgbClr val="666666"/>
                </a:solidFill>
                <a:effectLst/>
              </a:rPr>
              <a:t> </a:t>
            </a:r>
            <a:r>
              <a:rPr lang="en-US" sz="1200" b="0" i="0" dirty="0" err="1">
                <a:solidFill>
                  <a:srgbClr val="666666"/>
                </a:solidFill>
                <a:effectLst/>
              </a:rPr>
              <a:t>viverra</a:t>
            </a:r>
            <a:r>
              <a:rPr lang="en-US" sz="1200" b="0" i="0" dirty="0">
                <a:solidFill>
                  <a:srgbClr val="666666"/>
                </a:solidFill>
                <a:effectLst/>
              </a:rPr>
              <a:t> </a:t>
            </a:r>
            <a:r>
              <a:rPr lang="en-US" sz="1200" b="0" i="0" dirty="0" err="1">
                <a:solidFill>
                  <a:srgbClr val="666666"/>
                </a:solidFill>
                <a:effectLst/>
              </a:rPr>
              <a:t>nulla</a:t>
            </a:r>
            <a:r>
              <a:rPr lang="en-US" sz="1200" b="0" i="0" dirty="0">
                <a:solidFill>
                  <a:srgbClr val="666666"/>
                </a:solidFill>
                <a:effectLst/>
              </a:rPr>
              <a:t> </a:t>
            </a:r>
            <a:r>
              <a:rPr lang="en-US" sz="1200" b="0" i="0" dirty="0" err="1">
                <a:solidFill>
                  <a:srgbClr val="666666"/>
                </a:solidFill>
                <a:effectLst/>
              </a:rPr>
              <a:t>ut</a:t>
            </a:r>
            <a:r>
              <a:rPr lang="en-US" sz="1200" b="0" i="0" dirty="0">
                <a:solidFill>
                  <a:srgbClr val="666666"/>
                </a:solidFill>
                <a:effectLst/>
              </a:rPr>
              <a:t> </a:t>
            </a:r>
            <a:r>
              <a:rPr lang="en-US" sz="1200" b="0" i="0" dirty="0" err="1">
                <a:solidFill>
                  <a:srgbClr val="666666"/>
                </a:solidFill>
                <a:effectLst/>
              </a:rPr>
              <a:t>metus</a:t>
            </a:r>
            <a:r>
              <a:rPr lang="en-US" sz="1200" b="0" i="0" dirty="0">
                <a:solidFill>
                  <a:srgbClr val="666666"/>
                </a:solidFill>
                <a:effectLst/>
              </a:rPr>
              <a:t> </a:t>
            </a:r>
            <a:r>
              <a:rPr lang="en-US" sz="1200" b="0" i="0" dirty="0" err="1">
                <a:solidFill>
                  <a:srgbClr val="666666"/>
                </a:solidFill>
                <a:effectLst/>
              </a:rPr>
              <a:t>varius</a:t>
            </a:r>
            <a:r>
              <a:rPr lang="en-US" sz="1200" b="0" i="0" dirty="0">
                <a:solidFill>
                  <a:srgbClr val="666666"/>
                </a:solidFill>
                <a:effectLst/>
              </a:rPr>
              <a:t> </a:t>
            </a:r>
            <a:r>
              <a:rPr lang="en-US" sz="1200" b="0" i="0" dirty="0" err="1">
                <a:solidFill>
                  <a:srgbClr val="666666"/>
                </a:solidFill>
                <a:effectLst/>
              </a:rPr>
              <a:t>laoreet</a:t>
            </a:r>
            <a:r>
              <a:rPr lang="en-US" sz="1200" b="0" i="0" dirty="0">
                <a:solidFill>
                  <a:srgbClr val="666666"/>
                </a:solidFill>
                <a:effectLst/>
              </a:rPr>
              <a:t>. </a:t>
            </a:r>
            <a:r>
              <a:rPr lang="en-US" sz="1200" b="0" i="0" dirty="0" err="1">
                <a:solidFill>
                  <a:srgbClr val="666666"/>
                </a:solidFill>
                <a:effectLst/>
              </a:rPr>
              <a:t>Quisque</a:t>
            </a:r>
            <a:r>
              <a:rPr lang="en-US" sz="1200" b="0" i="0" dirty="0">
                <a:solidFill>
                  <a:srgbClr val="666666"/>
                </a:solidFill>
                <a:effectLst/>
              </a:rPr>
              <a:t> </a:t>
            </a:r>
            <a:r>
              <a:rPr lang="en-US" sz="1200" b="0" i="0" dirty="0" err="1">
                <a:solidFill>
                  <a:srgbClr val="666666"/>
                </a:solidFill>
                <a:effectLst/>
              </a:rPr>
              <a:t>rutrum</a:t>
            </a:r>
            <a:r>
              <a:rPr lang="en-US" sz="1200" b="0" i="0" dirty="0">
                <a:solidFill>
                  <a:srgbClr val="666666"/>
                </a:solidFill>
                <a:effectLst/>
              </a:rPr>
              <a:t>. Aenean </a:t>
            </a:r>
            <a:r>
              <a:rPr lang="en-US" sz="1200" b="0" i="0" dirty="0" err="1">
                <a:solidFill>
                  <a:srgbClr val="666666"/>
                </a:solidFill>
                <a:effectLst/>
              </a:rPr>
              <a:t>imperdiet</a:t>
            </a:r>
            <a:r>
              <a:rPr lang="en-US" sz="1200" b="0" i="0" dirty="0">
                <a:solidFill>
                  <a:srgbClr val="666666"/>
                </a:solidFill>
                <a:effectLst/>
              </a:rPr>
              <a:t>. </a:t>
            </a:r>
            <a:r>
              <a:rPr lang="en-US" sz="1200" b="0" i="0" dirty="0" err="1">
                <a:solidFill>
                  <a:srgbClr val="666666"/>
                </a:solidFill>
                <a:effectLst/>
              </a:rPr>
              <a:t>Etiam</a:t>
            </a:r>
            <a:r>
              <a:rPr lang="en-US" sz="1200" b="0" i="0" dirty="0">
                <a:solidFill>
                  <a:srgbClr val="666666"/>
                </a:solidFill>
                <a:effectLst/>
              </a:rPr>
              <a:t> </a:t>
            </a:r>
            <a:r>
              <a:rPr lang="en-US" sz="1200" b="0" i="0" dirty="0" err="1">
                <a:solidFill>
                  <a:srgbClr val="666666"/>
                </a:solidFill>
                <a:effectLst/>
              </a:rPr>
              <a:t>ultricies</a:t>
            </a:r>
            <a:r>
              <a:rPr lang="en-US" sz="1200" b="0" i="0" dirty="0">
                <a:solidFill>
                  <a:srgbClr val="666666"/>
                </a:solidFill>
                <a:effectLst/>
              </a:rPr>
              <a:t> nisi vel </a:t>
            </a:r>
            <a:r>
              <a:rPr lang="en-US" sz="1200" b="0" i="0" dirty="0" err="1">
                <a:solidFill>
                  <a:srgbClr val="666666"/>
                </a:solidFill>
                <a:effectLst/>
              </a:rPr>
              <a:t>augue</a:t>
            </a:r>
            <a:r>
              <a:rPr lang="en-US" sz="1200" b="0" i="0" dirty="0">
                <a:solidFill>
                  <a:srgbClr val="666666"/>
                </a:solidFill>
                <a:effectLst/>
              </a:rPr>
              <a:t>. </a:t>
            </a:r>
            <a:r>
              <a:rPr lang="en-US" sz="1200" b="0" i="0" dirty="0" err="1">
                <a:solidFill>
                  <a:srgbClr val="666666"/>
                </a:solidFill>
                <a:effectLst/>
              </a:rPr>
              <a:t>Curabitur</a:t>
            </a:r>
            <a:r>
              <a:rPr lang="en-US" sz="1200" b="0" i="0" dirty="0">
                <a:solidFill>
                  <a:srgbClr val="666666"/>
                </a:solidFill>
                <a:effectLst/>
              </a:rPr>
              <a:t> </a:t>
            </a:r>
            <a:r>
              <a:rPr lang="en-US" sz="1200" b="0" i="0" dirty="0" err="1">
                <a:solidFill>
                  <a:srgbClr val="666666"/>
                </a:solidFill>
                <a:effectLst/>
              </a:rPr>
              <a:t>ullamcorper</a:t>
            </a:r>
            <a:r>
              <a:rPr lang="en-US" sz="1200" b="0" i="0" dirty="0">
                <a:solidFill>
                  <a:srgbClr val="666666"/>
                </a:solidFill>
                <a:effectLst/>
              </a:rPr>
              <a:t> </a:t>
            </a:r>
            <a:r>
              <a:rPr lang="en-US" sz="1200" b="0" i="0" dirty="0" err="1">
                <a:solidFill>
                  <a:srgbClr val="666666"/>
                </a:solidFill>
                <a:effectLst/>
              </a:rPr>
              <a:t>ultricies</a:t>
            </a:r>
            <a:r>
              <a:rPr lang="en-US" sz="1200" b="0" i="0" dirty="0">
                <a:solidFill>
                  <a:srgbClr val="666666"/>
                </a:solidFill>
                <a:effectLst/>
              </a:rPr>
              <a:t> nisi. Nam </a:t>
            </a:r>
            <a:r>
              <a:rPr lang="en-US" sz="1200" b="0" i="0" dirty="0" err="1">
                <a:solidFill>
                  <a:srgbClr val="666666"/>
                </a:solidFill>
                <a:effectLst/>
              </a:rPr>
              <a:t>eget</a:t>
            </a:r>
            <a:r>
              <a:rPr lang="en-US" sz="1200" b="0" i="0" dirty="0">
                <a:solidFill>
                  <a:srgbClr val="666666"/>
                </a:solidFill>
                <a:effectLst/>
              </a:rPr>
              <a:t> dui. </a:t>
            </a:r>
            <a:r>
              <a:rPr lang="en-US" sz="1200" b="0" i="0" dirty="0" err="1">
                <a:solidFill>
                  <a:srgbClr val="666666"/>
                </a:solidFill>
                <a:effectLst/>
              </a:rPr>
              <a:t>Etiam</a:t>
            </a:r>
            <a:r>
              <a:rPr lang="en-US" sz="1200" b="0" i="0" dirty="0">
                <a:solidFill>
                  <a:srgbClr val="666666"/>
                </a:solidFill>
                <a:effectLst/>
              </a:rPr>
              <a:t> </a:t>
            </a:r>
            <a:r>
              <a:rPr lang="en-US" sz="1200" b="0" i="0" dirty="0" err="1">
                <a:solidFill>
                  <a:srgbClr val="666666"/>
                </a:solidFill>
                <a:effectLst/>
              </a:rPr>
              <a:t>rhoncus</a:t>
            </a:r>
            <a:r>
              <a:rPr lang="en-US" sz="1200" b="0" i="0" dirty="0">
                <a:solidFill>
                  <a:srgbClr val="666666"/>
                </a:solidFill>
                <a:effectLst/>
              </a:rPr>
              <a:t>. Maecenas tempus, </a:t>
            </a:r>
            <a:r>
              <a:rPr lang="en-US" sz="1200" b="0" i="0" dirty="0" err="1">
                <a:solidFill>
                  <a:srgbClr val="666666"/>
                </a:solidFill>
                <a:effectLst/>
              </a:rPr>
              <a:t>tellus</a:t>
            </a:r>
            <a:r>
              <a:rPr lang="en-US" sz="1200" b="0" i="0" dirty="0">
                <a:solidFill>
                  <a:srgbClr val="666666"/>
                </a:solidFill>
                <a:effectLst/>
              </a:rPr>
              <a:t> </a:t>
            </a:r>
            <a:r>
              <a:rPr lang="en-US" sz="1200" b="0" i="0" dirty="0" err="1">
                <a:solidFill>
                  <a:srgbClr val="666666"/>
                </a:solidFill>
                <a:effectLst/>
              </a:rPr>
              <a:t>eget</a:t>
            </a:r>
            <a:r>
              <a:rPr lang="en-US" sz="1200" b="0" i="0" dirty="0">
                <a:solidFill>
                  <a:srgbClr val="666666"/>
                </a:solidFill>
                <a:effectLst/>
              </a:rPr>
              <a:t> </a:t>
            </a:r>
            <a:r>
              <a:rPr lang="en-US" sz="1200" b="0" i="0" dirty="0" err="1">
                <a:solidFill>
                  <a:srgbClr val="666666"/>
                </a:solidFill>
                <a:effectLst/>
              </a:rPr>
              <a:t>condimentum</a:t>
            </a:r>
            <a:r>
              <a:rPr lang="en-US" sz="1200" b="0" i="0" dirty="0">
                <a:solidFill>
                  <a:srgbClr val="666666"/>
                </a:solidFill>
                <a:effectLst/>
              </a:rPr>
              <a:t> </a:t>
            </a:r>
            <a:r>
              <a:rPr lang="en-US" sz="1200" b="0" i="0" dirty="0" err="1">
                <a:solidFill>
                  <a:srgbClr val="666666"/>
                </a:solidFill>
                <a:effectLst/>
              </a:rPr>
              <a:t>rhoncus</a:t>
            </a:r>
            <a:r>
              <a:rPr lang="en-US" sz="1200" b="0" i="0" dirty="0">
                <a:solidFill>
                  <a:srgbClr val="666666"/>
                </a:solidFill>
                <a:effectLst/>
              </a:rPr>
              <a:t>, </a:t>
            </a:r>
            <a:r>
              <a:rPr lang="en-US" sz="1200" b="0" i="0" dirty="0" err="1">
                <a:solidFill>
                  <a:srgbClr val="666666"/>
                </a:solidFill>
                <a:effectLst/>
              </a:rPr>
              <a:t>sem</a:t>
            </a:r>
            <a:r>
              <a:rPr lang="en-US" sz="1200" b="0" i="0" dirty="0">
                <a:solidFill>
                  <a:srgbClr val="666666"/>
                </a:solidFill>
                <a:effectLst/>
              </a:rPr>
              <a:t> </a:t>
            </a:r>
            <a:r>
              <a:rPr lang="en-US" sz="1200" b="0" i="0" dirty="0" err="1">
                <a:solidFill>
                  <a:srgbClr val="666666"/>
                </a:solidFill>
                <a:effectLst/>
              </a:rPr>
              <a:t>quam</a:t>
            </a:r>
            <a:r>
              <a:rPr lang="en-US" sz="1200" b="0" i="0" dirty="0">
                <a:solidFill>
                  <a:srgbClr val="666666"/>
                </a:solidFill>
                <a:effectLst/>
              </a:rPr>
              <a:t> semper libero, sit </a:t>
            </a:r>
            <a:r>
              <a:rPr lang="en-US" sz="1200" b="0" i="0" dirty="0" err="1">
                <a:solidFill>
                  <a:srgbClr val="666666"/>
                </a:solidFill>
                <a:effectLst/>
              </a:rPr>
              <a:t>amet</a:t>
            </a:r>
            <a:r>
              <a:rPr lang="en-US" sz="1200" b="0" i="0" dirty="0">
                <a:solidFill>
                  <a:srgbClr val="666666"/>
                </a:solidFill>
                <a:effectLst/>
              </a:rPr>
              <a:t> </a:t>
            </a:r>
            <a:r>
              <a:rPr lang="en-US" sz="1200" b="0" i="0" dirty="0" err="1">
                <a:solidFill>
                  <a:srgbClr val="666666"/>
                </a:solidFill>
                <a:effectLst/>
              </a:rPr>
              <a:t>adipiscing</a:t>
            </a:r>
            <a:r>
              <a:rPr lang="en-US" sz="1200" b="0" i="0" dirty="0">
                <a:solidFill>
                  <a:srgbClr val="666666"/>
                </a:solidFill>
                <a:effectLst/>
              </a:rPr>
              <a:t> </a:t>
            </a:r>
            <a:r>
              <a:rPr lang="en-US" sz="1200" b="0" i="0" dirty="0" err="1">
                <a:solidFill>
                  <a:srgbClr val="666666"/>
                </a:solidFill>
                <a:effectLst/>
              </a:rPr>
              <a:t>sem</a:t>
            </a:r>
            <a:r>
              <a:rPr lang="en-US" sz="1200" b="0" i="0" dirty="0">
                <a:solidFill>
                  <a:srgbClr val="666666"/>
                </a:solidFill>
                <a:effectLst/>
              </a:rPr>
              <a:t> </a:t>
            </a:r>
            <a:r>
              <a:rPr lang="en-US" sz="1200" b="0" i="0" dirty="0" err="1">
                <a:solidFill>
                  <a:srgbClr val="666666"/>
                </a:solidFill>
                <a:effectLst/>
              </a:rPr>
              <a:t>neque</a:t>
            </a:r>
            <a:r>
              <a:rPr lang="en-US" sz="1200" b="0" i="0" dirty="0">
                <a:solidFill>
                  <a:srgbClr val="666666"/>
                </a:solidFill>
                <a:effectLst/>
              </a:rPr>
              <a:t> sed ipsum. Nam </a:t>
            </a:r>
            <a:r>
              <a:rPr lang="en-US" sz="1200" b="0" i="0" dirty="0" err="1">
                <a:solidFill>
                  <a:srgbClr val="666666"/>
                </a:solidFill>
                <a:effectLst/>
              </a:rPr>
              <a:t>quam</a:t>
            </a:r>
            <a:r>
              <a:rPr lang="en-US" sz="1200" b="0" i="0" dirty="0">
                <a:solidFill>
                  <a:srgbClr val="666666"/>
                </a:solidFill>
                <a:effectLst/>
              </a:rPr>
              <a:t> </a:t>
            </a:r>
            <a:r>
              <a:rPr lang="en-US" sz="1200" b="0" i="0" dirty="0" err="1">
                <a:solidFill>
                  <a:srgbClr val="666666"/>
                </a:solidFill>
                <a:effectLst/>
              </a:rPr>
              <a:t>nunc</a:t>
            </a:r>
            <a:r>
              <a:rPr lang="en-US" sz="1200" b="0" i="0" dirty="0">
                <a:solidFill>
                  <a:srgbClr val="666666"/>
                </a:solidFill>
                <a:effectLst/>
              </a:rPr>
              <a:t>, </a:t>
            </a:r>
            <a:r>
              <a:rPr lang="en-US" sz="1200" b="0" i="0" dirty="0" err="1">
                <a:solidFill>
                  <a:srgbClr val="666666"/>
                </a:solidFill>
                <a:effectLst/>
              </a:rPr>
              <a:t>blandit</a:t>
            </a:r>
            <a:r>
              <a:rPr lang="en-US" sz="1200" b="0" i="0" dirty="0">
                <a:solidFill>
                  <a:srgbClr val="666666"/>
                </a:solidFill>
                <a:effectLst/>
              </a:rPr>
              <a:t> vel, </a:t>
            </a:r>
            <a:r>
              <a:rPr lang="en-US" sz="1200" b="0" i="0" dirty="0" err="1">
                <a:solidFill>
                  <a:srgbClr val="666666"/>
                </a:solidFill>
                <a:effectLst/>
              </a:rPr>
              <a:t>luctus</a:t>
            </a:r>
            <a:r>
              <a:rPr lang="en-US" sz="1200" b="0" i="0" dirty="0">
                <a:solidFill>
                  <a:srgbClr val="666666"/>
                </a:solidFill>
                <a:effectLst/>
              </a:rPr>
              <a:t> pulvinar, </a:t>
            </a:r>
            <a:r>
              <a:rPr lang="en-US" sz="1200" b="0" i="0" dirty="0" err="1">
                <a:solidFill>
                  <a:srgbClr val="666666"/>
                </a:solidFill>
                <a:effectLst/>
              </a:rPr>
              <a:t>hendrerit</a:t>
            </a:r>
            <a:r>
              <a:rPr lang="en-US" sz="1200" b="0" i="0" dirty="0">
                <a:solidFill>
                  <a:srgbClr val="666666"/>
                </a:solidFill>
                <a:effectLst/>
              </a:rPr>
              <a:t> id, lorem. Maecenas </a:t>
            </a:r>
            <a:r>
              <a:rPr lang="en-US" sz="1200" b="0" i="0" dirty="0" err="1">
                <a:solidFill>
                  <a:srgbClr val="666666"/>
                </a:solidFill>
                <a:effectLst/>
              </a:rPr>
              <a:t>nec</a:t>
            </a:r>
            <a:r>
              <a:rPr lang="en-US" sz="1200" b="0" i="0" dirty="0">
                <a:solidFill>
                  <a:srgbClr val="666666"/>
                </a:solidFill>
                <a:effectLst/>
              </a:rPr>
              <a:t> </a:t>
            </a:r>
            <a:r>
              <a:rPr lang="en-US" sz="1200" b="0" i="0" dirty="0" err="1">
                <a:solidFill>
                  <a:srgbClr val="666666"/>
                </a:solidFill>
                <a:effectLst/>
              </a:rPr>
              <a:t>odio</a:t>
            </a:r>
            <a:r>
              <a:rPr lang="en-US" sz="1200" b="0" i="0" dirty="0">
                <a:solidFill>
                  <a:srgbClr val="666666"/>
                </a:solidFill>
                <a:effectLst/>
              </a:rPr>
              <a:t> et ante </a:t>
            </a:r>
            <a:r>
              <a:rPr lang="en-US" sz="1200" b="0" i="0" dirty="0" err="1">
                <a:solidFill>
                  <a:srgbClr val="666666"/>
                </a:solidFill>
                <a:effectLst/>
              </a:rPr>
              <a:t>tincidunt</a:t>
            </a:r>
            <a:r>
              <a:rPr lang="en-US" sz="1200" b="0" i="0" dirty="0">
                <a:solidFill>
                  <a:srgbClr val="666666"/>
                </a:solidFill>
                <a:effectLst/>
              </a:rPr>
              <a:t> tempus. Donec vitae </a:t>
            </a:r>
            <a:r>
              <a:rPr lang="en-US" sz="1200" b="0" i="0" dirty="0" err="1">
                <a:solidFill>
                  <a:srgbClr val="666666"/>
                </a:solidFill>
                <a:effectLst/>
              </a:rPr>
              <a:t>sapien</a:t>
            </a:r>
            <a:r>
              <a:rPr lang="en-US" sz="1200" b="0" i="0" dirty="0">
                <a:solidFill>
                  <a:srgbClr val="666666"/>
                </a:solidFill>
                <a:effectLst/>
              </a:rPr>
              <a:t> </a:t>
            </a:r>
            <a:r>
              <a:rPr lang="en-US" sz="1200" b="0" i="0" dirty="0" err="1">
                <a:solidFill>
                  <a:srgbClr val="666666"/>
                </a:solidFill>
                <a:effectLst/>
              </a:rPr>
              <a:t>ut</a:t>
            </a:r>
            <a:r>
              <a:rPr lang="en-US" sz="1200" b="0" i="0" dirty="0">
                <a:solidFill>
                  <a:srgbClr val="666666"/>
                </a:solidFill>
                <a:effectLst/>
              </a:rPr>
              <a:t> libero </a:t>
            </a:r>
            <a:r>
              <a:rPr lang="en-US" sz="1200" b="0" i="0" dirty="0" err="1">
                <a:solidFill>
                  <a:srgbClr val="666666"/>
                </a:solidFill>
                <a:effectLst/>
              </a:rPr>
              <a:t>venenatis</a:t>
            </a:r>
            <a:r>
              <a:rPr lang="en-US" sz="1200" b="0" i="0" dirty="0">
                <a:solidFill>
                  <a:srgbClr val="666666"/>
                </a:solidFill>
                <a:effectLst/>
              </a:rPr>
              <a:t> </a:t>
            </a:r>
            <a:r>
              <a:rPr lang="en-US" sz="1200" b="0" i="0" dirty="0" err="1">
                <a:solidFill>
                  <a:srgbClr val="666666"/>
                </a:solidFill>
                <a:effectLst/>
              </a:rPr>
              <a:t>faucibus</a:t>
            </a:r>
            <a:r>
              <a:rPr lang="en-US" sz="1200" b="0" i="0" dirty="0">
                <a:solidFill>
                  <a:srgbClr val="666666"/>
                </a:solidFill>
                <a:effectLst/>
              </a:rPr>
              <a:t>. </a:t>
            </a:r>
            <a:r>
              <a:rPr lang="en-US" sz="1200" b="0" i="0" dirty="0" err="1">
                <a:solidFill>
                  <a:srgbClr val="666666"/>
                </a:solidFill>
                <a:effectLst/>
              </a:rPr>
              <a:t>Nullam</a:t>
            </a:r>
            <a:r>
              <a:rPr lang="en-US" sz="1200" b="0" i="0" dirty="0">
                <a:solidFill>
                  <a:srgbClr val="666666"/>
                </a:solidFill>
                <a:effectLst/>
              </a:rPr>
              <a:t> </a:t>
            </a:r>
            <a:r>
              <a:rPr lang="en-US" sz="1200" b="0" i="0" dirty="0" err="1">
                <a:solidFill>
                  <a:srgbClr val="666666"/>
                </a:solidFill>
                <a:effectLst/>
              </a:rPr>
              <a:t>quis</a:t>
            </a:r>
            <a:r>
              <a:rPr lang="en-US" sz="1200" b="0" i="0" dirty="0">
                <a:solidFill>
                  <a:srgbClr val="666666"/>
                </a:solidFill>
                <a:effectLst/>
              </a:rPr>
              <a:t> ante. </a:t>
            </a:r>
            <a:r>
              <a:rPr lang="en-US" sz="1200" b="0" i="0" dirty="0" err="1">
                <a:solidFill>
                  <a:srgbClr val="666666"/>
                </a:solidFill>
                <a:effectLst/>
              </a:rPr>
              <a:t>Etiam</a:t>
            </a:r>
            <a:r>
              <a:rPr lang="en-US" sz="1200" b="0" i="0" dirty="0">
                <a:solidFill>
                  <a:srgbClr val="666666"/>
                </a:solidFill>
                <a:effectLst/>
              </a:rPr>
              <a:t> sit </a:t>
            </a:r>
            <a:r>
              <a:rPr lang="en-US" sz="1200" b="0" i="0" dirty="0" err="1">
                <a:solidFill>
                  <a:srgbClr val="666666"/>
                </a:solidFill>
                <a:effectLst/>
              </a:rPr>
              <a:t>amet</a:t>
            </a:r>
            <a:r>
              <a:rPr lang="en-US" sz="1200" b="0" i="0" dirty="0">
                <a:solidFill>
                  <a:srgbClr val="666666"/>
                </a:solidFill>
                <a:effectLst/>
              </a:rPr>
              <a:t> </a:t>
            </a:r>
            <a:r>
              <a:rPr lang="en-US" sz="1200" b="0" i="0" dirty="0" err="1">
                <a:solidFill>
                  <a:srgbClr val="666666"/>
                </a:solidFill>
                <a:effectLst/>
              </a:rPr>
              <a:t>orci</a:t>
            </a:r>
            <a:r>
              <a:rPr lang="en-US" sz="1200" b="0" i="0" dirty="0">
                <a:solidFill>
                  <a:srgbClr val="666666"/>
                </a:solidFill>
                <a:effectLst/>
              </a:rPr>
              <a:t> </a:t>
            </a:r>
            <a:r>
              <a:rPr lang="en-US" sz="1200" b="0" i="0" dirty="0" err="1">
                <a:solidFill>
                  <a:srgbClr val="666666"/>
                </a:solidFill>
                <a:effectLst/>
              </a:rPr>
              <a:t>eget</a:t>
            </a:r>
            <a:r>
              <a:rPr lang="en-US" sz="1200" b="0" i="0" dirty="0">
                <a:solidFill>
                  <a:srgbClr val="666666"/>
                </a:solidFill>
                <a:effectLst/>
              </a:rPr>
              <a:t> eros </a:t>
            </a:r>
            <a:r>
              <a:rPr lang="en-US" sz="1200" b="0" i="0" dirty="0" err="1">
                <a:solidFill>
                  <a:srgbClr val="666666"/>
                </a:solidFill>
                <a:effectLst/>
              </a:rPr>
              <a:t>faucibus</a:t>
            </a:r>
            <a:r>
              <a:rPr lang="en-US" sz="1200" b="0" i="0" dirty="0">
                <a:solidFill>
                  <a:srgbClr val="666666"/>
                </a:solidFill>
                <a:effectLst/>
              </a:rPr>
              <a:t> </a:t>
            </a:r>
            <a:r>
              <a:rPr lang="en-US" sz="1200" b="0" i="0" dirty="0" err="1">
                <a:solidFill>
                  <a:srgbClr val="666666"/>
                </a:solidFill>
                <a:effectLst/>
              </a:rPr>
              <a:t>tincidunt</a:t>
            </a:r>
            <a:r>
              <a:rPr lang="en-US" sz="1200" b="0" i="0" dirty="0">
                <a:solidFill>
                  <a:srgbClr val="666666"/>
                </a:solidFill>
                <a:effectLst/>
              </a:rPr>
              <a:t>.</a:t>
            </a:r>
          </a:p>
          <a:p>
            <a:pPr algn="ctr"/>
            <a:endParaRPr lang="en-US" sz="1200" dirty="0">
              <a:solidFill>
                <a:srgbClr val="666666"/>
              </a:solidFill>
              <a:ea typeface="Roboto Condensed Light" panose="02000000000000000000" pitchFamily="2" charset="0"/>
              <a:cs typeface="Roboto Condensed Light" panose="02000000000000000000" pitchFamily="2" charset="0"/>
            </a:endParaRPr>
          </a:p>
          <a:p>
            <a:pPr algn="ctr"/>
            <a:r>
              <a:rPr lang="en-US" sz="1200" b="0" i="0" dirty="0">
                <a:solidFill>
                  <a:srgbClr val="666666"/>
                </a:solidFill>
                <a:effectLst/>
              </a:rPr>
              <a:t>Lorem ipsum dolor sit </a:t>
            </a:r>
            <a:r>
              <a:rPr lang="en-US" sz="1200" b="0" i="0" dirty="0" err="1">
                <a:solidFill>
                  <a:srgbClr val="666666"/>
                </a:solidFill>
                <a:effectLst/>
              </a:rPr>
              <a:t>amet</a:t>
            </a:r>
            <a:r>
              <a:rPr lang="en-US" sz="1200" b="0" i="0" dirty="0">
                <a:solidFill>
                  <a:srgbClr val="666666"/>
                </a:solidFill>
                <a:effectLst/>
              </a:rPr>
              <a:t>, </a:t>
            </a:r>
            <a:r>
              <a:rPr lang="en-US" sz="1200" b="0" i="0" dirty="0" err="1">
                <a:solidFill>
                  <a:srgbClr val="666666"/>
                </a:solidFill>
                <a:effectLst/>
              </a:rPr>
              <a:t>consectetuer</a:t>
            </a:r>
            <a:r>
              <a:rPr lang="en-US" sz="1200" b="0" i="0" dirty="0">
                <a:solidFill>
                  <a:srgbClr val="666666"/>
                </a:solidFill>
                <a:effectLst/>
              </a:rPr>
              <a:t> </a:t>
            </a:r>
            <a:r>
              <a:rPr lang="en-US" sz="1200" b="0" i="0" dirty="0" err="1">
                <a:solidFill>
                  <a:srgbClr val="666666"/>
                </a:solidFill>
                <a:effectLst/>
              </a:rPr>
              <a:t>adipiscing</a:t>
            </a:r>
            <a:r>
              <a:rPr lang="en-US" sz="1200" b="0" i="0" dirty="0">
                <a:solidFill>
                  <a:srgbClr val="666666"/>
                </a:solidFill>
                <a:effectLst/>
              </a:rPr>
              <a:t> </a:t>
            </a:r>
            <a:r>
              <a:rPr lang="en-US" sz="1200" b="0" i="0" dirty="0" err="1">
                <a:solidFill>
                  <a:srgbClr val="666666"/>
                </a:solidFill>
                <a:effectLst/>
              </a:rPr>
              <a:t>elit</a:t>
            </a:r>
            <a:r>
              <a:rPr lang="en-US" sz="1200" b="0" i="0" dirty="0">
                <a:solidFill>
                  <a:srgbClr val="666666"/>
                </a:solidFill>
                <a:effectLst/>
              </a:rPr>
              <a:t>. Aenean </a:t>
            </a:r>
            <a:r>
              <a:rPr lang="en-US" sz="1200" b="0" i="0" dirty="0" err="1">
                <a:solidFill>
                  <a:srgbClr val="666666"/>
                </a:solidFill>
                <a:effectLst/>
              </a:rPr>
              <a:t>commodo</a:t>
            </a:r>
            <a:r>
              <a:rPr lang="en-US" sz="1200" b="0" i="0" dirty="0">
                <a:solidFill>
                  <a:srgbClr val="666666"/>
                </a:solidFill>
                <a:effectLst/>
              </a:rPr>
              <a:t> ligula </a:t>
            </a:r>
            <a:r>
              <a:rPr lang="en-US" sz="1200" b="0" i="0" dirty="0" err="1">
                <a:solidFill>
                  <a:srgbClr val="666666"/>
                </a:solidFill>
                <a:effectLst/>
              </a:rPr>
              <a:t>eget</a:t>
            </a:r>
            <a:r>
              <a:rPr lang="en-US" sz="1200" b="0" i="0" dirty="0">
                <a:solidFill>
                  <a:srgbClr val="666666"/>
                </a:solidFill>
                <a:effectLst/>
              </a:rPr>
              <a:t> dolor. Aenean </a:t>
            </a:r>
            <a:r>
              <a:rPr lang="en-US" sz="1200" b="0" i="0" dirty="0" err="1">
                <a:solidFill>
                  <a:srgbClr val="666666"/>
                </a:solidFill>
                <a:effectLst/>
              </a:rPr>
              <a:t>massa</a:t>
            </a:r>
            <a:r>
              <a:rPr lang="en-US" sz="1200" b="0" i="0" dirty="0">
                <a:solidFill>
                  <a:srgbClr val="666666"/>
                </a:solidFill>
                <a:effectLst/>
              </a:rPr>
              <a:t>. Cum sociis </a:t>
            </a:r>
            <a:r>
              <a:rPr lang="en-US" sz="1200" b="0" i="0" dirty="0" err="1">
                <a:solidFill>
                  <a:srgbClr val="666666"/>
                </a:solidFill>
                <a:effectLst/>
              </a:rPr>
              <a:t>natoque</a:t>
            </a:r>
            <a:r>
              <a:rPr lang="en-US" sz="1200" b="0" i="0" dirty="0">
                <a:solidFill>
                  <a:srgbClr val="666666"/>
                </a:solidFill>
                <a:effectLst/>
              </a:rPr>
              <a:t> </a:t>
            </a:r>
            <a:r>
              <a:rPr lang="en-US" sz="1200" b="0" i="0" dirty="0" err="1">
                <a:solidFill>
                  <a:srgbClr val="666666"/>
                </a:solidFill>
                <a:effectLst/>
              </a:rPr>
              <a:t>penatibus</a:t>
            </a:r>
            <a:r>
              <a:rPr lang="en-US" sz="1200" b="0" i="0" dirty="0">
                <a:solidFill>
                  <a:srgbClr val="666666"/>
                </a:solidFill>
                <a:effectLst/>
              </a:rPr>
              <a:t> et </a:t>
            </a:r>
            <a:r>
              <a:rPr lang="en-US" sz="1200" b="0" i="0" dirty="0" err="1">
                <a:solidFill>
                  <a:srgbClr val="666666"/>
                </a:solidFill>
                <a:effectLst/>
              </a:rPr>
              <a:t>magnis</a:t>
            </a:r>
            <a:r>
              <a:rPr lang="en-US" sz="1200" b="0" i="0" dirty="0">
                <a:solidFill>
                  <a:srgbClr val="666666"/>
                </a:solidFill>
                <a:effectLst/>
              </a:rPr>
              <a:t> dis parturient </a:t>
            </a:r>
            <a:r>
              <a:rPr lang="en-US" sz="1200" b="0" i="0" dirty="0" err="1">
                <a:solidFill>
                  <a:srgbClr val="666666"/>
                </a:solidFill>
                <a:effectLst/>
              </a:rPr>
              <a:t>montes</a:t>
            </a:r>
            <a:r>
              <a:rPr lang="en-US" sz="1200" b="0" i="0" dirty="0">
                <a:solidFill>
                  <a:srgbClr val="666666"/>
                </a:solidFill>
                <a:effectLst/>
              </a:rPr>
              <a:t>, </a:t>
            </a:r>
            <a:r>
              <a:rPr lang="en-US" sz="1200" b="0" i="0" dirty="0" err="1">
                <a:solidFill>
                  <a:srgbClr val="666666"/>
                </a:solidFill>
                <a:effectLst/>
              </a:rPr>
              <a:t>nascetur</a:t>
            </a:r>
            <a:r>
              <a:rPr lang="en-US" sz="1200" b="0" i="0" dirty="0">
                <a:solidFill>
                  <a:srgbClr val="666666"/>
                </a:solidFill>
                <a:effectLst/>
              </a:rPr>
              <a:t> </a:t>
            </a:r>
            <a:r>
              <a:rPr lang="en-US" sz="1200" b="0" i="0" dirty="0" err="1">
                <a:solidFill>
                  <a:srgbClr val="666666"/>
                </a:solidFill>
                <a:effectLst/>
              </a:rPr>
              <a:t>ridiculus</a:t>
            </a:r>
            <a:r>
              <a:rPr lang="en-US" sz="1200" b="0" i="0" dirty="0">
                <a:solidFill>
                  <a:srgbClr val="666666"/>
                </a:solidFill>
                <a:effectLst/>
              </a:rPr>
              <a:t> mus. Donec </a:t>
            </a:r>
            <a:r>
              <a:rPr lang="en-US" sz="1200" b="0" i="0" dirty="0" err="1">
                <a:solidFill>
                  <a:srgbClr val="666666"/>
                </a:solidFill>
                <a:effectLst/>
              </a:rPr>
              <a:t>quam</a:t>
            </a:r>
            <a:r>
              <a:rPr lang="en-US" sz="1200" b="0" i="0" dirty="0">
                <a:solidFill>
                  <a:srgbClr val="666666"/>
                </a:solidFill>
                <a:effectLst/>
              </a:rPr>
              <a:t> </a:t>
            </a:r>
            <a:r>
              <a:rPr lang="en-US" sz="1200" b="0" i="0" dirty="0" err="1">
                <a:solidFill>
                  <a:srgbClr val="666666"/>
                </a:solidFill>
                <a:effectLst/>
              </a:rPr>
              <a:t>felis</a:t>
            </a:r>
            <a:r>
              <a:rPr lang="en-US" sz="1200" b="0" i="0" dirty="0">
                <a:solidFill>
                  <a:srgbClr val="666666"/>
                </a:solidFill>
                <a:effectLst/>
              </a:rPr>
              <a:t>, </a:t>
            </a:r>
            <a:r>
              <a:rPr lang="en-US" sz="1200" b="0" i="0" dirty="0" err="1">
                <a:solidFill>
                  <a:srgbClr val="666666"/>
                </a:solidFill>
                <a:effectLst/>
              </a:rPr>
              <a:t>ultricies</a:t>
            </a:r>
            <a:r>
              <a:rPr lang="en-US" sz="1200" b="0" i="0" dirty="0">
                <a:solidFill>
                  <a:srgbClr val="666666"/>
                </a:solidFill>
                <a:effectLst/>
              </a:rPr>
              <a:t> </a:t>
            </a:r>
            <a:r>
              <a:rPr lang="en-US" sz="1200" b="0" i="0" dirty="0" err="1">
                <a:solidFill>
                  <a:srgbClr val="666666"/>
                </a:solidFill>
                <a:effectLst/>
              </a:rPr>
              <a:t>nec</a:t>
            </a:r>
            <a:r>
              <a:rPr lang="en-US" sz="1200" b="0" i="0" dirty="0">
                <a:solidFill>
                  <a:srgbClr val="666666"/>
                </a:solidFill>
                <a:effectLst/>
              </a:rPr>
              <a:t>, </a:t>
            </a:r>
            <a:r>
              <a:rPr lang="en-US" sz="1200" b="0" i="0" dirty="0" err="1">
                <a:solidFill>
                  <a:srgbClr val="666666"/>
                </a:solidFill>
                <a:effectLst/>
              </a:rPr>
              <a:t>pellentesque</a:t>
            </a:r>
            <a:r>
              <a:rPr lang="en-US" sz="1200" b="0" i="0" dirty="0">
                <a:solidFill>
                  <a:srgbClr val="666666"/>
                </a:solidFill>
                <a:effectLst/>
              </a:rPr>
              <a:t> </a:t>
            </a:r>
            <a:r>
              <a:rPr lang="en-US" sz="1200" b="0" i="0" dirty="0" err="1">
                <a:solidFill>
                  <a:srgbClr val="666666"/>
                </a:solidFill>
                <a:effectLst/>
              </a:rPr>
              <a:t>eu</a:t>
            </a:r>
            <a:r>
              <a:rPr lang="en-US" sz="1200" b="0" i="0" dirty="0">
                <a:solidFill>
                  <a:srgbClr val="666666"/>
                </a:solidFill>
                <a:effectLst/>
              </a:rPr>
              <a:t>, </a:t>
            </a:r>
            <a:r>
              <a:rPr lang="en-US" sz="1200" b="0" i="0" dirty="0" err="1">
                <a:solidFill>
                  <a:srgbClr val="666666"/>
                </a:solidFill>
                <a:effectLst/>
              </a:rPr>
              <a:t>pretium</a:t>
            </a:r>
            <a:r>
              <a:rPr lang="en-US" sz="1200" b="0" i="0" dirty="0">
                <a:solidFill>
                  <a:srgbClr val="666666"/>
                </a:solidFill>
                <a:effectLst/>
              </a:rPr>
              <a:t> </a:t>
            </a:r>
            <a:r>
              <a:rPr lang="en-US" sz="1200" b="0" i="0" dirty="0" err="1">
                <a:solidFill>
                  <a:srgbClr val="666666"/>
                </a:solidFill>
                <a:effectLst/>
              </a:rPr>
              <a:t>quis</a:t>
            </a:r>
            <a:r>
              <a:rPr lang="en-US" sz="1200" b="0" i="0" dirty="0">
                <a:solidFill>
                  <a:srgbClr val="666666"/>
                </a:solidFill>
                <a:effectLst/>
              </a:rPr>
              <a:t>, sem. </a:t>
            </a:r>
            <a:r>
              <a:rPr lang="en-US" sz="1200" b="0" i="0" dirty="0" err="1">
                <a:solidFill>
                  <a:srgbClr val="666666"/>
                </a:solidFill>
                <a:effectLst/>
              </a:rPr>
              <a:t>Nulla</a:t>
            </a:r>
            <a:r>
              <a:rPr lang="en-US" sz="1200" b="0" i="0" dirty="0">
                <a:solidFill>
                  <a:srgbClr val="666666"/>
                </a:solidFill>
                <a:effectLst/>
              </a:rPr>
              <a:t> </a:t>
            </a:r>
            <a:r>
              <a:rPr lang="en-US" sz="1200" b="0" i="0" dirty="0" err="1">
                <a:solidFill>
                  <a:srgbClr val="666666"/>
                </a:solidFill>
                <a:effectLst/>
              </a:rPr>
              <a:t>consequat</a:t>
            </a:r>
            <a:r>
              <a:rPr lang="en-US" sz="1200" b="0" i="0" dirty="0">
                <a:solidFill>
                  <a:srgbClr val="666666"/>
                </a:solidFill>
                <a:effectLst/>
              </a:rPr>
              <a:t> </a:t>
            </a:r>
            <a:r>
              <a:rPr lang="en-US" sz="1200" b="0" i="0" dirty="0" err="1">
                <a:solidFill>
                  <a:srgbClr val="666666"/>
                </a:solidFill>
                <a:effectLst/>
              </a:rPr>
              <a:t>massa</a:t>
            </a:r>
            <a:r>
              <a:rPr lang="en-US" sz="1200" b="0" i="0" dirty="0">
                <a:solidFill>
                  <a:srgbClr val="666666"/>
                </a:solidFill>
                <a:effectLst/>
              </a:rPr>
              <a:t> </a:t>
            </a:r>
            <a:r>
              <a:rPr lang="en-US" sz="1200" b="0" i="0" dirty="0" err="1">
                <a:solidFill>
                  <a:srgbClr val="666666"/>
                </a:solidFill>
                <a:effectLst/>
              </a:rPr>
              <a:t>quis</a:t>
            </a:r>
            <a:r>
              <a:rPr lang="en-US" sz="1200" b="0" i="0" dirty="0">
                <a:solidFill>
                  <a:srgbClr val="666666"/>
                </a:solidFill>
                <a:effectLst/>
              </a:rPr>
              <a:t> </a:t>
            </a:r>
            <a:r>
              <a:rPr lang="en-US" sz="1200" b="0" i="0" dirty="0" err="1">
                <a:solidFill>
                  <a:srgbClr val="666666"/>
                </a:solidFill>
                <a:effectLst/>
              </a:rPr>
              <a:t>enim</a:t>
            </a:r>
            <a:r>
              <a:rPr lang="en-US" sz="1200" b="0" i="0" dirty="0">
                <a:solidFill>
                  <a:srgbClr val="666666"/>
                </a:solidFill>
                <a:effectLst/>
              </a:rPr>
              <a:t>. Donec </a:t>
            </a:r>
            <a:r>
              <a:rPr lang="en-US" sz="1200" b="0" i="0" dirty="0" err="1">
                <a:solidFill>
                  <a:srgbClr val="666666"/>
                </a:solidFill>
                <a:effectLst/>
              </a:rPr>
              <a:t>pede</a:t>
            </a:r>
            <a:r>
              <a:rPr lang="en-US" sz="1200" b="0" i="0" dirty="0">
                <a:solidFill>
                  <a:srgbClr val="666666"/>
                </a:solidFill>
                <a:effectLst/>
              </a:rPr>
              <a:t> </a:t>
            </a:r>
            <a:r>
              <a:rPr lang="en-US" sz="1200" b="0" i="0" dirty="0" err="1">
                <a:solidFill>
                  <a:srgbClr val="666666"/>
                </a:solidFill>
                <a:effectLst/>
              </a:rPr>
              <a:t>justo</a:t>
            </a:r>
            <a:r>
              <a:rPr lang="en-US" sz="1200" b="0" i="0" dirty="0">
                <a:solidFill>
                  <a:srgbClr val="666666"/>
                </a:solidFill>
                <a:effectLst/>
              </a:rPr>
              <a:t>, </a:t>
            </a:r>
            <a:r>
              <a:rPr lang="en-US" sz="1200" b="0" i="0" dirty="0" err="1">
                <a:solidFill>
                  <a:srgbClr val="666666"/>
                </a:solidFill>
                <a:effectLst/>
              </a:rPr>
              <a:t>fringilla</a:t>
            </a:r>
            <a:r>
              <a:rPr lang="en-US" sz="1200" b="0" i="0" dirty="0">
                <a:solidFill>
                  <a:srgbClr val="666666"/>
                </a:solidFill>
                <a:effectLst/>
              </a:rPr>
              <a:t> vel, </a:t>
            </a:r>
            <a:r>
              <a:rPr lang="en-US" sz="1200" b="0" i="0" dirty="0" err="1">
                <a:solidFill>
                  <a:srgbClr val="666666"/>
                </a:solidFill>
                <a:effectLst/>
              </a:rPr>
              <a:t>aliquet</a:t>
            </a:r>
            <a:r>
              <a:rPr lang="en-US" sz="1200" b="0" i="0" dirty="0">
                <a:solidFill>
                  <a:srgbClr val="666666"/>
                </a:solidFill>
                <a:effectLst/>
              </a:rPr>
              <a:t> </a:t>
            </a:r>
            <a:r>
              <a:rPr lang="en-US" sz="1200" b="0" i="0" dirty="0" err="1">
                <a:solidFill>
                  <a:srgbClr val="666666"/>
                </a:solidFill>
                <a:effectLst/>
              </a:rPr>
              <a:t>nec</a:t>
            </a:r>
            <a:r>
              <a:rPr lang="en-US" sz="1200" b="0" i="0" dirty="0">
                <a:solidFill>
                  <a:srgbClr val="666666"/>
                </a:solidFill>
                <a:effectLst/>
              </a:rPr>
              <a:t>, </a:t>
            </a:r>
            <a:r>
              <a:rPr lang="en-US" sz="1200" b="0" i="0" dirty="0" err="1">
                <a:solidFill>
                  <a:srgbClr val="666666"/>
                </a:solidFill>
                <a:effectLst/>
              </a:rPr>
              <a:t>vulputate</a:t>
            </a:r>
            <a:r>
              <a:rPr lang="en-US" sz="1200" b="0" i="0" dirty="0">
                <a:solidFill>
                  <a:srgbClr val="666666"/>
                </a:solidFill>
                <a:effectLst/>
              </a:rPr>
              <a:t> </a:t>
            </a:r>
            <a:r>
              <a:rPr lang="en-US" sz="1200" b="0" i="0" dirty="0" err="1">
                <a:solidFill>
                  <a:srgbClr val="666666"/>
                </a:solidFill>
                <a:effectLst/>
              </a:rPr>
              <a:t>eget</a:t>
            </a:r>
            <a:r>
              <a:rPr lang="en-US" sz="1200" b="0" i="0" dirty="0">
                <a:solidFill>
                  <a:srgbClr val="666666"/>
                </a:solidFill>
                <a:effectLst/>
              </a:rPr>
              <a:t>, </a:t>
            </a:r>
            <a:r>
              <a:rPr lang="en-US" sz="1200" b="0" i="0" dirty="0" err="1">
                <a:solidFill>
                  <a:srgbClr val="666666"/>
                </a:solidFill>
                <a:effectLst/>
              </a:rPr>
              <a:t>arcu</a:t>
            </a:r>
            <a:r>
              <a:rPr lang="en-US" sz="1200" b="0" i="0" dirty="0">
                <a:solidFill>
                  <a:srgbClr val="666666"/>
                </a:solidFill>
                <a:effectLst/>
              </a:rPr>
              <a:t>. In </a:t>
            </a:r>
            <a:r>
              <a:rPr lang="en-US" sz="1200" b="0" i="0" dirty="0" err="1">
                <a:solidFill>
                  <a:srgbClr val="666666"/>
                </a:solidFill>
                <a:effectLst/>
              </a:rPr>
              <a:t>enim</a:t>
            </a:r>
            <a:r>
              <a:rPr lang="en-US" sz="1200" b="0" i="0" dirty="0">
                <a:solidFill>
                  <a:srgbClr val="666666"/>
                </a:solidFill>
                <a:effectLst/>
              </a:rPr>
              <a:t> </a:t>
            </a:r>
            <a:r>
              <a:rPr lang="en-US" sz="1200" b="0" i="0" dirty="0" err="1">
                <a:solidFill>
                  <a:srgbClr val="666666"/>
                </a:solidFill>
                <a:effectLst/>
              </a:rPr>
              <a:t>justo</a:t>
            </a:r>
            <a:r>
              <a:rPr lang="en-US" sz="1200" b="0" i="0" dirty="0">
                <a:solidFill>
                  <a:srgbClr val="666666"/>
                </a:solidFill>
                <a:effectLst/>
              </a:rPr>
              <a:t>, </a:t>
            </a:r>
            <a:r>
              <a:rPr lang="en-US" sz="1200" b="0" i="0" dirty="0" err="1">
                <a:solidFill>
                  <a:srgbClr val="666666"/>
                </a:solidFill>
                <a:effectLst/>
              </a:rPr>
              <a:t>rhoncus</a:t>
            </a:r>
            <a:r>
              <a:rPr lang="en-US" sz="1200" b="0" i="0" dirty="0">
                <a:solidFill>
                  <a:srgbClr val="666666"/>
                </a:solidFill>
                <a:effectLst/>
              </a:rPr>
              <a:t> </a:t>
            </a:r>
            <a:r>
              <a:rPr lang="en-US" sz="1200" b="0" i="0" dirty="0" err="1">
                <a:solidFill>
                  <a:srgbClr val="666666"/>
                </a:solidFill>
                <a:effectLst/>
              </a:rPr>
              <a:t>ut</a:t>
            </a:r>
            <a:r>
              <a:rPr lang="en-US" sz="1200" b="0" i="0" dirty="0">
                <a:solidFill>
                  <a:srgbClr val="666666"/>
                </a:solidFill>
                <a:effectLst/>
              </a:rPr>
              <a:t>, </a:t>
            </a:r>
            <a:r>
              <a:rPr lang="en-US" sz="1200" b="0" i="0" dirty="0" err="1">
                <a:solidFill>
                  <a:srgbClr val="666666"/>
                </a:solidFill>
                <a:effectLst/>
              </a:rPr>
              <a:t>imperdiet</a:t>
            </a:r>
            <a:r>
              <a:rPr lang="en-US" sz="1200" b="0" i="0" dirty="0">
                <a:solidFill>
                  <a:srgbClr val="666666"/>
                </a:solidFill>
                <a:effectLst/>
              </a:rPr>
              <a:t> a, </a:t>
            </a:r>
            <a:r>
              <a:rPr lang="en-US" sz="1200" b="0" i="0" dirty="0" err="1">
                <a:solidFill>
                  <a:srgbClr val="666666"/>
                </a:solidFill>
                <a:effectLst/>
              </a:rPr>
              <a:t>venenatis</a:t>
            </a:r>
            <a:r>
              <a:rPr lang="en-US" sz="1200" b="0" i="0" dirty="0">
                <a:solidFill>
                  <a:srgbClr val="666666"/>
                </a:solidFill>
                <a:effectLst/>
              </a:rPr>
              <a:t> vitae, </a:t>
            </a:r>
            <a:r>
              <a:rPr lang="en-US" sz="1200" b="0" i="0" dirty="0" err="1">
                <a:solidFill>
                  <a:srgbClr val="666666"/>
                </a:solidFill>
                <a:effectLst/>
              </a:rPr>
              <a:t>justo</a:t>
            </a:r>
            <a:r>
              <a:rPr lang="en-US" sz="1200" b="0" i="0" dirty="0">
                <a:solidFill>
                  <a:srgbClr val="666666"/>
                </a:solidFill>
                <a:effectLst/>
              </a:rPr>
              <a:t>. </a:t>
            </a:r>
            <a:r>
              <a:rPr lang="en-US" sz="1200" b="0" i="0" dirty="0" err="1">
                <a:solidFill>
                  <a:srgbClr val="666666"/>
                </a:solidFill>
                <a:effectLst/>
              </a:rPr>
              <a:t>Nullam</a:t>
            </a:r>
            <a:r>
              <a:rPr lang="en-US" sz="1200" b="0" i="0" dirty="0">
                <a:solidFill>
                  <a:srgbClr val="666666"/>
                </a:solidFill>
                <a:effectLst/>
              </a:rPr>
              <a:t> dictum </a:t>
            </a:r>
            <a:r>
              <a:rPr lang="en-US" sz="1200" b="0" i="0" dirty="0" err="1">
                <a:solidFill>
                  <a:srgbClr val="666666"/>
                </a:solidFill>
                <a:effectLst/>
              </a:rPr>
              <a:t>felis</a:t>
            </a:r>
            <a:r>
              <a:rPr lang="en-US" sz="1200" b="0" i="0" dirty="0">
                <a:solidFill>
                  <a:srgbClr val="666666"/>
                </a:solidFill>
                <a:effectLst/>
              </a:rPr>
              <a:t> </a:t>
            </a:r>
            <a:r>
              <a:rPr lang="en-US" sz="1200" b="0" i="0" dirty="0" err="1">
                <a:solidFill>
                  <a:srgbClr val="666666"/>
                </a:solidFill>
                <a:effectLst/>
              </a:rPr>
              <a:t>eu</a:t>
            </a:r>
            <a:r>
              <a:rPr lang="en-US" sz="1200" b="0" i="0" dirty="0">
                <a:solidFill>
                  <a:srgbClr val="666666"/>
                </a:solidFill>
                <a:effectLst/>
              </a:rPr>
              <a:t> </a:t>
            </a:r>
            <a:r>
              <a:rPr lang="en-US" sz="1200" b="0" i="0" dirty="0" err="1">
                <a:solidFill>
                  <a:srgbClr val="666666"/>
                </a:solidFill>
                <a:effectLst/>
              </a:rPr>
              <a:t>pede</a:t>
            </a:r>
            <a:r>
              <a:rPr lang="en-US" sz="1200" b="0" i="0" dirty="0">
                <a:solidFill>
                  <a:srgbClr val="666666"/>
                </a:solidFill>
                <a:effectLst/>
              </a:rPr>
              <a:t> </a:t>
            </a:r>
            <a:r>
              <a:rPr lang="en-US" sz="1200" b="0" i="0" dirty="0" err="1">
                <a:solidFill>
                  <a:srgbClr val="666666"/>
                </a:solidFill>
                <a:effectLst/>
              </a:rPr>
              <a:t>mollis</a:t>
            </a:r>
            <a:r>
              <a:rPr lang="en-US" sz="1200" b="0" i="0" dirty="0">
                <a:solidFill>
                  <a:srgbClr val="666666"/>
                </a:solidFill>
                <a:effectLst/>
              </a:rPr>
              <a:t> </a:t>
            </a:r>
            <a:r>
              <a:rPr lang="en-US" sz="1200" b="0" i="0" dirty="0" err="1">
                <a:solidFill>
                  <a:srgbClr val="666666"/>
                </a:solidFill>
                <a:effectLst/>
              </a:rPr>
              <a:t>pretium</a:t>
            </a:r>
            <a:r>
              <a:rPr lang="en-US" sz="1200" b="0" i="0" dirty="0">
                <a:solidFill>
                  <a:srgbClr val="666666"/>
                </a:solidFill>
                <a:effectLst/>
              </a:rPr>
              <a:t>. Integer </a:t>
            </a:r>
            <a:r>
              <a:rPr lang="en-US" sz="1200" b="0" i="0" dirty="0" err="1">
                <a:solidFill>
                  <a:srgbClr val="666666"/>
                </a:solidFill>
                <a:effectLst/>
              </a:rPr>
              <a:t>tincidunt</a:t>
            </a:r>
            <a:r>
              <a:rPr lang="en-US" sz="1200" b="0" i="0" dirty="0">
                <a:solidFill>
                  <a:srgbClr val="666666"/>
                </a:solidFill>
                <a:effectLst/>
              </a:rPr>
              <a:t>. Cras </a:t>
            </a:r>
            <a:r>
              <a:rPr lang="en-US" sz="1200" b="0" i="0" dirty="0" err="1">
                <a:solidFill>
                  <a:srgbClr val="666666"/>
                </a:solidFill>
                <a:effectLst/>
              </a:rPr>
              <a:t>dapibus</a:t>
            </a:r>
            <a:r>
              <a:rPr lang="en-US" sz="1200" b="0" i="0" dirty="0">
                <a:solidFill>
                  <a:srgbClr val="666666"/>
                </a:solidFill>
                <a:effectLst/>
              </a:rPr>
              <a:t>. </a:t>
            </a:r>
            <a:r>
              <a:rPr lang="en-US" sz="1200" b="0" i="0" dirty="0" err="1">
                <a:solidFill>
                  <a:srgbClr val="666666"/>
                </a:solidFill>
                <a:effectLst/>
              </a:rPr>
              <a:t>Vivamus</a:t>
            </a:r>
            <a:r>
              <a:rPr lang="en-US" sz="1200" b="0" i="0" dirty="0">
                <a:solidFill>
                  <a:srgbClr val="666666"/>
                </a:solidFill>
                <a:effectLst/>
              </a:rPr>
              <a:t> </a:t>
            </a:r>
            <a:r>
              <a:rPr lang="en-US" sz="1200" b="0" i="0" dirty="0" err="1">
                <a:solidFill>
                  <a:srgbClr val="666666"/>
                </a:solidFill>
                <a:effectLst/>
              </a:rPr>
              <a:t>elementum</a:t>
            </a:r>
            <a:r>
              <a:rPr lang="en-US" sz="1200" b="0" i="0" dirty="0">
                <a:solidFill>
                  <a:srgbClr val="666666"/>
                </a:solidFill>
                <a:effectLst/>
              </a:rPr>
              <a:t> semper nisi. Aenean </a:t>
            </a:r>
            <a:r>
              <a:rPr lang="en-US" sz="1200" b="0" i="0" dirty="0" err="1">
                <a:solidFill>
                  <a:srgbClr val="666666"/>
                </a:solidFill>
                <a:effectLst/>
              </a:rPr>
              <a:t>vulputate</a:t>
            </a:r>
            <a:r>
              <a:rPr lang="en-US" sz="1200" b="0" i="0" dirty="0">
                <a:solidFill>
                  <a:srgbClr val="666666"/>
                </a:solidFill>
                <a:effectLst/>
              </a:rPr>
              <a:t> </a:t>
            </a:r>
            <a:r>
              <a:rPr lang="en-US" sz="1200" b="0" i="0" dirty="0" err="1">
                <a:solidFill>
                  <a:srgbClr val="666666"/>
                </a:solidFill>
                <a:effectLst/>
              </a:rPr>
              <a:t>eleifend</a:t>
            </a:r>
            <a:r>
              <a:rPr lang="en-US" sz="1200" b="0" i="0" dirty="0">
                <a:solidFill>
                  <a:srgbClr val="666666"/>
                </a:solidFill>
                <a:effectLst/>
              </a:rPr>
              <a:t> </a:t>
            </a:r>
            <a:r>
              <a:rPr lang="en-US" sz="1200" b="0" i="0" dirty="0" err="1">
                <a:solidFill>
                  <a:srgbClr val="666666"/>
                </a:solidFill>
                <a:effectLst/>
              </a:rPr>
              <a:t>tellus</a:t>
            </a:r>
            <a:r>
              <a:rPr lang="en-US" sz="1200" b="0" i="0" dirty="0">
                <a:solidFill>
                  <a:srgbClr val="666666"/>
                </a:solidFill>
                <a:effectLst/>
              </a:rPr>
              <a:t>. </a:t>
            </a:r>
          </a:p>
          <a:p>
            <a:pPr algn="ctr"/>
            <a:endParaRPr lang="en-US" sz="1200" dirty="0">
              <a:ea typeface="Roboto Condensed Light" panose="02000000000000000000" pitchFamily="2" charset="0"/>
              <a:cs typeface="Roboto Condensed Light" panose="02000000000000000000" pitchFamily="2" charset="0"/>
            </a:endParaRPr>
          </a:p>
        </p:txBody>
      </p:sp>
      <p:sp>
        <p:nvSpPr>
          <p:cNvPr id="7" name="Title 1">
            <a:extLst>
              <a:ext uri="{FF2B5EF4-FFF2-40B4-BE49-F238E27FC236}">
                <a16:creationId xmlns:a16="http://schemas.microsoft.com/office/drawing/2014/main" id="{DC33507F-306A-4550-E549-C869A96AD1F4}"/>
              </a:ext>
            </a:extLst>
          </p:cNvPr>
          <p:cNvSpPr>
            <a:spLocks noGrp="1"/>
          </p:cNvSpPr>
          <p:nvPr>
            <p:ph type="ctrTitle"/>
          </p:nvPr>
        </p:nvSpPr>
        <p:spPr>
          <a:xfrm>
            <a:off x="1524000" y="1122363"/>
            <a:ext cx="9144000" cy="1381125"/>
          </a:xfrm>
        </p:spPr>
        <p:txBody>
          <a:bodyPr/>
          <a:lstStyle/>
          <a:p>
            <a:endParaRPr lang="en-US"/>
          </a:p>
        </p:txBody>
      </p:sp>
      <p:pic>
        <p:nvPicPr>
          <p:cNvPr id="2" name="Picture 1">
            <a:extLst>
              <a:ext uri="{FF2B5EF4-FFF2-40B4-BE49-F238E27FC236}">
                <a16:creationId xmlns:a16="http://schemas.microsoft.com/office/drawing/2014/main" id="{045E698A-0049-78A0-7E7E-D51BF2E6D3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pic>
        <p:nvPicPr>
          <p:cNvPr id="3" name="Picture 2" descr="Cartoon person wearing glasses and holding a microphone&#10;&#10;AI-generated content may be incorrect.">
            <a:extLst>
              <a:ext uri="{FF2B5EF4-FFF2-40B4-BE49-F238E27FC236}">
                <a16:creationId xmlns:a16="http://schemas.microsoft.com/office/drawing/2014/main" id="{65F9E3A4-D29B-E6B0-3AA1-E97D9FD21A83}"/>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0203737" y="4836117"/>
            <a:ext cx="1905000" cy="1905000"/>
          </a:xfrm>
          <a:prstGeom prst="rect">
            <a:avLst/>
          </a:prstGeom>
        </p:spPr>
      </p:pic>
    </p:spTree>
    <p:extLst>
      <p:ext uri="{BB962C8B-B14F-4D97-AF65-F5344CB8AC3E}">
        <p14:creationId xmlns:p14="http://schemas.microsoft.com/office/powerpoint/2010/main" val="1853359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9C12763-9475-AE00-434A-31F721C5B9A4}"/>
              </a:ext>
            </a:extLst>
          </p:cNvPr>
          <p:cNvSpPr txBox="1"/>
          <p:nvPr/>
        </p:nvSpPr>
        <p:spPr>
          <a:xfrm>
            <a:off x="998669" y="3779017"/>
            <a:ext cx="2406493" cy="600164"/>
          </a:xfrm>
          <a:prstGeom prst="rect">
            <a:avLst/>
          </a:prstGeom>
          <a:noFill/>
        </p:spPr>
        <p:txBody>
          <a:bodyPr wrap="square" lIns="0" rIns="0" rtlCol="0">
            <a:spAutoFit/>
          </a:bodyPr>
          <a:lstStyle/>
          <a:p>
            <a:pPr algn="ctr"/>
            <a:r>
              <a:rPr lang="en-US" sz="11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sp>
        <p:nvSpPr>
          <p:cNvPr id="5" name="TextBox 4">
            <a:extLst>
              <a:ext uri="{FF2B5EF4-FFF2-40B4-BE49-F238E27FC236}">
                <a16:creationId xmlns:a16="http://schemas.microsoft.com/office/drawing/2014/main" id="{49AB57DA-B5B0-EFA5-BDA3-C8370762771A}"/>
              </a:ext>
            </a:extLst>
          </p:cNvPr>
          <p:cNvSpPr txBox="1"/>
          <p:nvPr/>
        </p:nvSpPr>
        <p:spPr>
          <a:xfrm>
            <a:off x="928096" y="3510174"/>
            <a:ext cx="2557175" cy="307777"/>
          </a:xfrm>
          <a:prstGeom prst="rect">
            <a:avLst/>
          </a:prstGeom>
          <a:noFill/>
        </p:spPr>
        <p:txBody>
          <a:bodyPr wrap="none" rtlCol="0">
            <a:spAutoFit/>
          </a:bodyPr>
          <a:lstStyle/>
          <a:p>
            <a:pPr algn="ctr"/>
            <a:r>
              <a:rPr lang="en-US" sz="1400" dirty="0"/>
              <a:t>LORUM IPSUM DOLOR SIT AMET</a:t>
            </a:r>
          </a:p>
        </p:txBody>
      </p:sp>
      <p:grpSp>
        <p:nvGrpSpPr>
          <p:cNvPr id="12" name="Group 11">
            <a:extLst>
              <a:ext uri="{FF2B5EF4-FFF2-40B4-BE49-F238E27FC236}">
                <a16:creationId xmlns:a16="http://schemas.microsoft.com/office/drawing/2014/main" id="{E3804633-828B-77D7-A1C8-54D11659CB97}"/>
              </a:ext>
            </a:extLst>
          </p:cNvPr>
          <p:cNvGrpSpPr/>
          <p:nvPr/>
        </p:nvGrpSpPr>
        <p:grpSpPr>
          <a:xfrm>
            <a:off x="4530097" y="2814547"/>
            <a:ext cx="582460" cy="582460"/>
            <a:chOff x="4592877" y="2531202"/>
            <a:chExt cx="776613" cy="776613"/>
          </a:xfrm>
        </p:grpSpPr>
        <p:sp>
          <p:nvSpPr>
            <p:cNvPr id="13" name="Oval 12">
              <a:extLst>
                <a:ext uri="{FF2B5EF4-FFF2-40B4-BE49-F238E27FC236}">
                  <a16:creationId xmlns:a16="http://schemas.microsoft.com/office/drawing/2014/main" id="{4FB3BA71-5B35-B13A-1311-30411CCD41CA}"/>
                </a:ext>
              </a:extLst>
            </p:cNvPr>
            <p:cNvSpPr/>
            <p:nvPr/>
          </p:nvSpPr>
          <p:spPr>
            <a:xfrm>
              <a:off x="4592877" y="2531202"/>
              <a:ext cx="776613" cy="7766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4" name="Group 13">
              <a:extLst>
                <a:ext uri="{FF2B5EF4-FFF2-40B4-BE49-F238E27FC236}">
                  <a16:creationId xmlns:a16="http://schemas.microsoft.com/office/drawing/2014/main" id="{8D980150-235A-33DC-25D2-FBD25CE5DD67}"/>
                </a:ext>
              </a:extLst>
            </p:cNvPr>
            <p:cNvGrpSpPr/>
            <p:nvPr/>
          </p:nvGrpSpPr>
          <p:grpSpPr>
            <a:xfrm>
              <a:off x="4740676" y="2693289"/>
              <a:ext cx="481012" cy="452438"/>
              <a:chOff x="8106304" y="3879322"/>
              <a:chExt cx="481012" cy="452438"/>
            </a:xfrm>
            <a:solidFill>
              <a:schemeClr val="bg1"/>
            </a:solidFill>
          </p:grpSpPr>
          <p:sp>
            <p:nvSpPr>
              <p:cNvPr id="15" name="Freeform 32">
                <a:extLst>
                  <a:ext uri="{FF2B5EF4-FFF2-40B4-BE49-F238E27FC236}">
                    <a16:creationId xmlns:a16="http://schemas.microsoft.com/office/drawing/2014/main" id="{29A5D22D-5FD3-DE6E-70B7-F1E45F2CB247}"/>
                  </a:ext>
                </a:extLst>
              </p:cNvPr>
              <p:cNvSpPr>
                <a:spLocks noEditPoints="1"/>
              </p:cNvSpPr>
              <p:nvPr/>
            </p:nvSpPr>
            <p:spPr bwMode="auto">
              <a:xfrm>
                <a:off x="8166629" y="3939647"/>
                <a:ext cx="361950" cy="241300"/>
              </a:xfrm>
              <a:custGeom>
                <a:avLst/>
                <a:gdLst>
                  <a:gd name="T0" fmla="*/ 92 w 96"/>
                  <a:gd name="T1" fmla="*/ 0 h 64"/>
                  <a:gd name="T2" fmla="*/ 4 w 96"/>
                  <a:gd name="T3" fmla="*/ 0 h 64"/>
                  <a:gd name="T4" fmla="*/ 0 w 96"/>
                  <a:gd name="T5" fmla="*/ 4 h 64"/>
                  <a:gd name="T6" fmla="*/ 0 w 96"/>
                  <a:gd name="T7" fmla="*/ 60 h 64"/>
                  <a:gd name="T8" fmla="*/ 4 w 96"/>
                  <a:gd name="T9" fmla="*/ 64 h 64"/>
                  <a:gd name="T10" fmla="*/ 92 w 96"/>
                  <a:gd name="T11" fmla="*/ 64 h 64"/>
                  <a:gd name="T12" fmla="*/ 96 w 96"/>
                  <a:gd name="T13" fmla="*/ 60 h 64"/>
                  <a:gd name="T14" fmla="*/ 96 w 96"/>
                  <a:gd name="T15" fmla="*/ 4 h 64"/>
                  <a:gd name="T16" fmla="*/ 92 w 96"/>
                  <a:gd name="T17" fmla="*/ 0 h 64"/>
                  <a:gd name="T18" fmla="*/ 92 w 96"/>
                  <a:gd name="T19" fmla="*/ 60 h 64"/>
                  <a:gd name="T20" fmla="*/ 4 w 96"/>
                  <a:gd name="T21" fmla="*/ 60 h 64"/>
                  <a:gd name="T22" fmla="*/ 4 w 96"/>
                  <a:gd name="T23" fmla="*/ 4 h 64"/>
                  <a:gd name="T24" fmla="*/ 92 w 96"/>
                  <a:gd name="T25" fmla="*/ 4 h 64"/>
                  <a:gd name="T26" fmla="*/ 92 w 96"/>
                  <a:gd name="T2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6" h="64">
                    <a:moveTo>
                      <a:pt x="92" y="0"/>
                    </a:moveTo>
                    <a:cubicBezTo>
                      <a:pt x="4" y="0"/>
                      <a:pt x="4" y="0"/>
                      <a:pt x="4" y="0"/>
                    </a:cubicBezTo>
                    <a:cubicBezTo>
                      <a:pt x="2" y="0"/>
                      <a:pt x="0" y="2"/>
                      <a:pt x="0" y="4"/>
                    </a:cubicBezTo>
                    <a:cubicBezTo>
                      <a:pt x="0" y="60"/>
                      <a:pt x="0" y="60"/>
                      <a:pt x="0" y="60"/>
                    </a:cubicBezTo>
                    <a:cubicBezTo>
                      <a:pt x="0" y="62"/>
                      <a:pt x="2" y="64"/>
                      <a:pt x="4" y="64"/>
                    </a:cubicBezTo>
                    <a:cubicBezTo>
                      <a:pt x="92" y="64"/>
                      <a:pt x="92" y="64"/>
                      <a:pt x="92" y="64"/>
                    </a:cubicBezTo>
                    <a:cubicBezTo>
                      <a:pt x="94" y="64"/>
                      <a:pt x="96" y="62"/>
                      <a:pt x="96" y="60"/>
                    </a:cubicBezTo>
                    <a:cubicBezTo>
                      <a:pt x="96" y="4"/>
                      <a:pt x="96" y="4"/>
                      <a:pt x="96" y="4"/>
                    </a:cubicBezTo>
                    <a:cubicBezTo>
                      <a:pt x="96" y="2"/>
                      <a:pt x="94" y="0"/>
                      <a:pt x="92" y="0"/>
                    </a:cubicBezTo>
                    <a:close/>
                    <a:moveTo>
                      <a:pt x="92" y="60"/>
                    </a:moveTo>
                    <a:cubicBezTo>
                      <a:pt x="4" y="60"/>
                      <a:pt x="4" y="60"/>
                      <a:pt x="4" y="60"/>
                    </a:cubicBezTo>
                    <a:cubicBezTo>
                      <a:pt x="4" y="4"/>
                      <a:pt x="4" y="4"/>
                      <a:pt x="4" y="4"/>
                    </a:cubicBezTo>
                    <a:cubicBezTo>
                      <a:pt x="92" y="4"/>
                      <a:pt x="92" y="4"/>
                      <a:pt x="92" y="4"/>
                    </a:cubicBezTo>
                    <a:lnTo>
                      <a:pt x="92" y="60"/>
                    </a:lnTo>
                    <a:close/>
                  </a:path>
                </a:pathLst>
              </a:custGeom>
              <a:grpFill/>
              <a:ln>
                <a:noFill/>
              </a:ln>
            </p:spPr>
            <p:txBody>
              <a:bodyPr vert="horz" wrap="square" lIns="68580" tIns="34290" rIns="68580" bIns="34290" numCol="1" anchor="t" anchorCtr="0" compatLnSpc="1">
                <a:prstTxWarp prst="textNoShape">
                  <a:avLst/>
                </a:prstTxWarp>
              </a:bodyPr>
              <a:lstStyle/>
              <a:p>
                <a:endParaRPr lang="id-ID" sz="1350"/>
              </a:p>
            </p:txBody>
          </p:sp>
          <p:sp>
            <p:nvSpPr>
              <p:cNvPr id="16" name="Freeform 33">
                <a:extLst>
                  <a:ext uri="{FF2B5EF4-FFF2-40B4-BE49-F238E27FC236}">
                    <a16:creationId xmlns:a16="http://schemas.microsoft.com/office/drawing/2014/main" id="{6B213234-B0EC-E7FD-4118-071B8893A2DD}"/>
                  </a:ext>
                </a:extLst>
              </p:cNvPr>
              <p:cNvSpPr>
                <a:spLocks noEditPoints="1"/>
              </p:cNvSpPr>
              <p:nvPr/>
            </p:nvSpPr>
            <p:spPr bwMode="auto">
              <a:xfrm>
                <a:off x="8106304" y="3879322"/>
                <a:ext cx="481012" cy="452438"/>
              </a:xfrm>
              <a:custGeom>
                <a:avLst/>
                <a:gdLst>
                  <a:gd name="T0" fmla="*/ 116 w 128"/>
                  <a:gd name="T1" fmla="*/ 0 h 120"/>
                  <a:gd name="T2" fmla="*/ 12 w 128"/>
                  <a:gd name="T3" fmla="*/ 0 h 120"/>
                  <a:gd name="T4" fmla="*/ 0 w 128"/>
                  <a:gd name="T5" fmla="*/ 12 h 120"/>
                  <a:gd name="T6" fmla="*/ 0 w 128"/>
                  <a:gd name="T7" fmla="*/ 92 h 120"/>
                  <a:gd name="T8" fmla="*/ 12 w 128"/>
                  <a:gd name="T9" fmla="*/ 104 h 120"/>
                  <a:gd name="T10" fmla="*/ 52 w 128"/>
                  <a:gd name="T11" fmla="*/ 104 h 120"/>
                  <a:gd name="T12" fmla="*/ 52 w 128"/>
                  <a:gd name="T13" fmla="*/ 109 h 120"/>
                  <a:gd name="T14" fmla="*/ 27 w 128"/>
                  <a:gd name="T15" fmla="*/ 112 h 120"/>
                  <a:gd name="T16" fmla="*/ 24 w 128"/>
                  <a:gd name="T17" fmla="*/ 116 h 120"/>
                  <a:gd name="T18" fmla="*/ 28 w 128"/>
                  <a:gd name="T19" fmla="*/ 120 h 120"/>
                  <a:gd name="T20" fmla="*/ 100 w 128"/>
                  <a:gd name="T21" fmla="*/ 120 h 120"/>
                  <a:gd name="T22" fmla="*/ 104 w 128"/>
                  <a:gd name="T23" fmla="*/ 116 h 120"/>
                  <a:gd name="T24" fmla="*/ 101 w 128"/>
                  <a:gd name="T25" fmla="*/ 112 h 120"/>
                  <a:gd name="T26" fmla="*/ 76 w 128"/>
                  <a:gd name="T27" fmla="*/ 109 h 120"/>
                  <a:gd name="T28" fmla="*/ 76 w 128"/>
                  <a:gd name="T29" fmla="*/ 104 h 120"/>
                  <a:gd name="T30" fmla="*/ 116 w 128"/>
                  <a:gd name="T31" fmla="*/ 104 h 120"/>
                  <a:gd name="T32" fmla="*/ 128 w 128"/>
                  <a:gd name="T33" fmla="*/ 92 h 120"/>
                  <a:gd name="T34" fmla="*/ 128 w 128"/>
                  <a:gd name="T35" fmla="*/ 12 h 120"/>
                  <a:gd name="T36" fmla="*/ 116 w 128"/>
                  <a:gd name="T37" fmla="*/ 0 h 120"/>
                  <a:gd name="T38" fmla="*/ 120 w 128"/>
                  <a:gd name="T39" fmla="*/ 92 h 120"/>
                  <a:gd name="T40" fmla="*/ 116 w 128"/>
                  <a:gd name="T41" fmla="*/ 96 h 120"/>
                  <a:gd name="T42" fmla="*/ 80 w 128"/>
                  <a:gd name="T43" fmla="*/ 96 h 120"/>
                  <a:gd name="T44" fmla="*/ 48 w 128"/>
                  <a:gd name="T45" fmla="*/ 96 h 120"/>
                  <a:gd name="T46" fmla="*/ 12 w 128"/>
                  <a:gd name="T47" fmla="*/ 96 h 120"/>
                  <a:gd name="T48" fmla="*/ 8 w 128"/>
                  <a:gd name="T49" fmla="*/ 92 h 120"/>
                  <a:gd name="T50" fmla="*/ 8 w 128"/>
                  <a:gd name="T51" fmla="*/ 12 h 120"/>
                  <a:gd name="T52" fmla="*/ 12 w 128"/>
                  <a:gd name="T53" fmla="*/ 8 h 120"/>
                  <a:gd name="T54" fmla="*/ 116 w 128"/>
                  <a:gd name="T55" fmla="*/ 8 h 120"/>
                  <a:gd name="T56" fmla="*/ 120 w 128"/>
                  <a:gd name="T57" fmla="*/ 12 h 120"/>
                  <a:gd name="T58" fmla="*/ 120 w 128"/>
                  <a:gd name="T59" fmla="*/ 9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28" h="120">
                    <a:moveTo>
                      <a:pt x="116" y="0"/>
                    </a:moveTo>
                    <a:cubicBezTo>
                      <a:pt x="12" y="0"/>
                      <a:pt x="12" y="0"/>
                      <a:pt x="12" y="0"/>
                    </a:cubicBezTo>
                    <a:cubicBezTo>
                      <a:pt x="5" y="0"/>
                      <a:pt x="0" y="5"/>
                      <a:pt x="0" y="12"/>
                    </a:cubicBezTo>
                    <a:cubicBezTo>
                      <a:pt x="0" y="92"/>
                      <a:pt x="0" y="92"/>
                      <a:pt x="0" y="92"/>
                    </a:cubicBezTo>
                    <a:cubicBezTo>
                      <a:pt x="0" y="99"/>
                      <a:pt x="5" y="104"/>
                      <a:pt x="12" y="104"/>
                    </a:cubicBezTo>
                    <a:cubicBezTo>
                      <a:pt x="52" y="104"/>
                      <a:pt x="52" y="104"/>
                      <a:pt x="52" y="104"/>
                    </a:cubicBezTo>
                    <a:cubicBezTo>
                      <a:pt x="52" y="109"/>
                      <a:pt x="52" y="109"/>
                      <a:pt x="52" y="109"/>
                    </a:cubicBezTo>
                    <a:cubicBezTo>
                      <a:pt x="27" y="112"/>
                      <a:pt x="27" y="112"/>
                      <a:pt x="27" y="112"/>
                    </a:cubicBezTo>
                    <a:cubicBezTo>
                      <a:pt x="25" y="113"/>
                      <a:pt x="24" y="114"/>
                      <a:pt x="24" y="116"/>
                    </a:cubicBezTo>
                    <a:cubicBezTo>
                      <a:pt x="24" y="118"/>
                      <a:pt x="26" y="120"/>
                      <a:pt x="28" y="120"/>
                    </a:cubicBezTo>
                    <a:cubicBezTo>
                      <a:pt x="100" y="120"/>
                      <a:pt x="100" y="120"/>
                      <a:pt x="100" y="120"/>
                    </a:cubicBezTo>
                    <a:cubicBezTo>
                      <a:pt x="102" y="120"/>
                      <a:pt x="104" y="118"/>
                      <a:pt x="104" y="116"/>
                    </a:cubicBezTo>
                    <a:cubicBezTo>
                      <a:pt x="104" y="114"/>
                      <a:pt x="103" y="113"/>
                      <a:pt x="101" y="112"/>
                    </a:cubicBezTo>
                    <a:cubicBezTo>
                      <a:pt x="76" y="109"/>
                      <a:pt x="76" y="109"/>
                      <a:pt x="76" y="109"/>
                    </a:cubicBezTo>
                    <a:cubicBezTo>
                      <a:pt x="76" y="104"/>
                      <a:pt x="76" y="104"/>
                      <a:pt x="76" y="104"/>
                    </a:cubicBezTo>
                    <a:cubicBezTo>
                      <a:pt x="116" y="104"/>
                      <a:pt x="116" y="104"/>
                      <a:pt x="116" y="104"/>
                    </a:cubicBezTo>
                    <a:cubicBezTo>
                      <a:pt x="123" y="104"/>
                      <a:pt x="128" y="99"/>
                      <a:pt x="128" y="92"/>
                    </a:cubicBezTo>
                    <a:cubicBezTo>
                      <a:pt x="128" y="12"/>
                      <a:pt x="128" y="12"/>
                      <a:pt x="128" y="12"/>
                    </a:cubicBezTo>
                    <a:cubicBezTo>
                      <a:pt x="128" y="5"/>
                      <a:pt x="123" y="0"/>
                      <a:pt x="116" y="0"/>
                    </a:cubicBezTo>
                    <a:close/>
                    <a:moveTo>
                      <a:pt x="120" y="92"/>
                    </a:moveTo>
                    <a:cubicBezTo>
                      <a:pt x="120" y="94"/>
                      <a:pt x="118" y="96"/>
                      <a:pt x="116" y="96"/>
                    </a:cubicBezTo>
                    <a:cubicBezTo>
                      <a:pt x="80" y="96"/>
                      <a:pt x="80" y="96"/>
                      <a:pt x="80" y="96"/>
                    </a:cubicBezTo>
                    <a:cubicBezTo>
                      <a:pt x="48" y="96"/>
                      <a:pt x="48" y="96"/>
                      <a:pt x="48" y="96"/>
                    </a:cubicBezTo>
                    <a:cubicBezTo>
                      <a:pt x="12" y="96"/>
                      <a:pt x="12" y="96"/>
                      <a:pt x="12" y="96"/>
                    </a:cubicBezTo>
                    <a:cubicBezTo>
                      <a:pt x="10" y="96"/>
                      <a:pt x="8" y="94"/>
                      <a:pt x="8" y="92"/>
                    </a:cubicBezTo>
                    <a:cubicBezTo>
                      <a:pt x="8" y="12"/>
                      <a:pt x="8" y="12"/>
                      <a:pt x="8" y="12"/>
                    </a:cubicBezTo>
                    <a:cubicBezTo>
                      <a:pt x="8" y="10"/>
                      <a:pt x="10" y="8"/>
                      <a:pt x="12" y="8"/>
                    </a:cubicBezTo>
                    <a:cubicBezTo>
                      <a:pt x="116" y="8"/>
                      <a:pt x="116" y="8"/>
                      <a:pt x="116" y="8"/>
                    </a:cubicBezTo>
                    <a:cubicBezTo>
                      <a:pt x="118" y="8"/>
                      <a:pt x="120" y="10"/>
                      <a:pt x="120" y="12"/>
                    </a:cubicBezTo>
                    <a:lnTo>
                      <a:pt x="120" y="92"/>
                    </a:lnTo>
                    <a:close/>
                  </a:path>
                </a:pathLst>
              </a:custGeom>
              <a:grpFill/>
              <a:ln>
                <a:noFill/>
              </a:ln>
            </p:spPr>
            <p:txBody>
              <a:bodyPr vert="horz" wrap="square" lIns="68580" tIns="34290" rIns="68580" bIns="34290" numCol="1" anchor="t" anchorCtr="0" compatLnSpc="1">
                <a:prstTxWarp prst="textNoShape">
                  <a:avLst/>
                </a:prstTxWarp>
              </a:bodyPr>
              <a:lstStyle/>
              <a:p>
                <a:endParaRPr lang="id-ID" sz="1350"/>
              </a:p>
            </p:txBody>
          </p:sp>
        </p:grpSp>
      </p:grpSp>
      <p:grpSp>
        <p:nvGrpSpPr>
          <p:cNvPr id="17" name="Group 16">
            <a:extLst>
              <a:ext uri="{FF2B5EF4-FFF2-40B4-BE49-F238E27FC236}">
                <a16:creationId xmlns:a16="http://schemas.microsoft.com/office/drawing/2014/main" id="{33C5322B-F665-E02E-5A29-76EDF2E3E036}"/>
              </a:ext>
            </a:extLst>
          </p:cNvPr>
          <p:cNvGrpSpPr/>
          <p:nvPr/>
        </p:nvGrpSpPr>
        <p:grpSpPr>
          <a:xfrm>
            <a:off x="7152903" y="2814547"/>
            <a:ext cx="582460" cy="582460"/>
            <a:chOff x="6822510" y="2531202"/>
            <a:chExt cx="776613" cy="776613"/>
          </a:xfrm>
        </p:grpSpPr>
        <p:sp>
          <p:nvSpPr>
            <p:cNvPr id="18" name="Oval 17">
              <a:extLst>
                <a:ext uri="{FF2B5EF4-FFF2-40B4-BE49-F238E27FC236}">
                  <a16:creationId xmlns:a16="http://schemas.microsoft.com/office/drawing/2014/main" id="{22AF954C-B6FE-EC43-4FA0-14F5CED4CF87}"/>
                </a:ext>
              </a:extLst>
            </p:cNvPr>
            <p:cNvSpPr/>
            <p:nvPr/>
          </p:nvSpPr>
          <p:spPr>
            <a:xfrm>
              <a:off x="6822510" y="2531202"/>
              <a:ext cx="776613" cy="77661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Freeform 34">
              <a:extLst>
                <a:ext uri="{FF2B5EF4-FFF2-40B4-BE49-F238E27FC236}">
                  <a16:creationId xmlns:a16="http://schemas.microsoft.com/office/drawing/2014/main" id="{5FA6B053-AF3C-82F2-3DCA-BE242773AC1E}"/>
                </a:ext>
              </a:extLst>
            </p:cNvPr>
            <p:cNvSpPr>
              <a:spLocks noEditPoints="1"/>
            </p:cNvSpPr>
            <p:nvPr/>
          </p:nvSpPr>
          <p:spPr bwMode="auto">
            <a:xfrm>
              <a:off x="6962371" y="2678208"/>
              <a:ext cx="496887" cy="482600"/>
            </a:xfrm>
            <a:custGeom>
              <a:avLst/>
              <a:gdLst>
                <a:gd name="T0" fmla="*/ 94 w 132"/>
                <a:gd name="T1" fmla="*/ 0 h 128"/>
                <a:gd name="T2" fmla="*/ 56 w 132"/>
                <a:gd name="T3" fmla="*/ 27 h 128"/>
                <a:gd name="T4" fmla="*/ 55 w 132"/>
                <a:gd name="T5" fmla="*/ 27 h 128"/>
                <a:gd name="T6" fmla="*/ 14 w 132"/>
                <a:gd name="T7" fmla="*/ 69 h 128"/>
                <a:gd name="T8" fmla="*/ 1 w 132"/>
                <a:gd name="T9" fmla="*/ 110 h 128"/>
                <a:gd name="T10" fmla="*/ 14 w 132"/>
                <a:gd name="T11" fmla="*/ 128 h 128"/>
                <a:gd name="T12" fmla="*/ 53 w 132"/>
                <a:gd name="T13" fmla="*/ 118 h 128"/>
                <a:gd name="T14" fmla="*/ 120 w 132"/>
                <a:gd name="T15" fmla="*/ 53 h 128"/>
                <a:gd name="T16" fmla="*/ 64 w 132"/>
                <a:gd name="T17" fmla="*/ 95 h 128"/>
                <a:gd name="T18" fmla="*/ 99 w 132"/>
                <a:gd name="T19" fmla="*/ 47 h 128"/>
                <a:gd name="T20" fmla="*/ 95 w 132"/>
                <a:gd name="T21" fmla="*/ 67 h 128"/>
                <a:gd name="T22" fmla="*/ 64 w 132"/>
                <a:gd name="T23" fmla="*/ 98 h 128"/>
                <a:gd name="T24" fmla="*/ 59 w 132"/>
                <a:gd name="T25" fmla="*/ 81 h 128"/>
                <a:gd name="T26" fmla="*/ 46 w 132"/>
                <a:gd name="T27" fmla="*/ 68 h 128"/>
                <a:gd name="T28" fmla="*/ 92 w 132"/>
                <a:gd name="T29" fmla="*/ 36 h 128"/>
                <a:gd name="T30" fmla="*/ 59 w 132"/>
                <a:gd name="T31" fmla="*/ 81 h 128"/>
                <a:gd name="T32" fmla="*/ 30 w 132"/>
                <a:gd name="T33" fmla="*/ 64 h 128"/>
                <a:gd name="T34" fmla="*/ 80 w 132"/>
                <a:gd name="T35" fmla="*/ 29 h 128"/>
                <a:gd name="T36" fmla="*/ 17 w 132"/>
                <a:gd name="T37" fmla="*/ 119 h 128"/>
                <a:gd name="T38" fmla="*/ 8 w 132"/>
                <a:gd name="T39" fmla="*/ 114 h 128"/>
                <a:gd name="T40" fmla="*/ 13 w 132"/>
                <a:gd name="T41" fmla="*/ 96 h 128"/>
                <a:gd name="T42" fmla="*/ 32 w 132"/>
                <a:gd name="T43" fmla="*/ 116 h 128"/>
                <a:gd name="T44" fmla="*/ 35 w 132"/>
                <a:gd name="T45" fmla="*/ 115 h 128"/>
                <a:gd name="T46" fmla="*/ 14 w 132"/>
                <a:gd name="T47" fmla="*/ 92 h 128"/>
                <a:gd name="T48" fmla="*/ 19 w 132"/>
                <a:gd name="T49" fmla="*/ 75 h 128"/>
                <a:gd name="T50" fmla="*/ 52 w 132"/>
                <a:gd name="T51" fmla="*/ 110 h 128"/>
                <a:gd name="T52" fmla="*/ 35 w 132"/>
                <a:gd name="T53" fmla="*/ 115 h 128"/>
                <a:gd name="T54" fmla="*/ 108 w 132"/>
                <a:gd name="T55" fmla="*/ 54 h 128"/>
                <a:gd name="T56" fmla="*/ 98 w 132"/>
                <a:gd name="T57" fmla="*/ 30 h 128"/>
                <a:gd name="T58" fmla="*/ 81 w 132"/>
                <a:gd name="T59" fmla="*/ 13 h 128"/>
                <a:gd name="T60" fmla="*/ 112 w 132"/>
                <a:gd name="T61" fmla="*/ 16 h 128"/>
                <a:gd name="T62" fmla="*/ 115 w 132"/>
                <a:gd name="T63" fmla="*/ 47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2" h="128">
                  <a:moveTo>
                    <a:pt x="118" y="10"/>
                  </a:moveTo>
                  <a:cubicBezTo>
                    <a:pt x="111" y="4"/>
                    <a:pt x="102" y="0"/>
                    <a:pt x="94" y="0"/>
                  </a:cubicBezTo>
                  <a:cubicBezTo>
                    <a:pt x="87" y="0"/>
                    <a:pt x="80" y="3"/>
                    <a:pt x="75" y="8"/>
                  </a:cubicBezTo>
                  <a:cubicBezTo>
                    <a:pt x="56" y="27"/>
                    <a:pt x="56" y="27"/>
                    <a:pt x="56" y="27"/>
                  </a:cubicBezTo>
                  <a:cubicBezTo>
                    <a:pt x="56" y="27"/>
                    <a:pt x="56" y="27"/>
                    <a:pt x="55" y="27"/>
                  </a:cubicBezTo>
                  <a:cubicBezTo>
                    <a:pt x="55" y="27"/>
                    <a:pt x="55" y="27"/>
                    <a:pt x="55" y="27"/>
                  </a:cubicBezTo>
                  <a:cubicBezTo>
                    <a:pt x="55" y="27"/>
                    <a:pt x="55" y="27"/>
                    <a:pt x="55" y="27"/>
                  </a:cubicBezTo>
                  <a:cubicBezTo>
                    <a:pt x="14" y="69"/>
                    <a:pt x="14" y="69"/>
                    <a:pt x="14" y="69"/>
                  </a:cubicBezTo>
                  <a:cubicBezTo>
                    <a:pt x="12" y="71"/>
                    <a:pt x="11" y="73"/>
                    <a:pt x="10" y="76"/>
                  </a:cubicBezTo>
                  <a:cubicBezTo>
                    <a:pt x="1" y="110"/>
                    <a:pt x="1" y="110"/>
                    <a:pt x="1" y="110"/>
                  </a:cubicBezTo>
                  <a:cubicBezTo>
                    <a:pt x="1" y="110"/>
                    <a:pt x="0" y="113"/>
                    <a:pt x="0" y="114"/>
                  </a:cubicBezTo>
                  <a:cubicBezTo>
                    <a:pt x="0" y="122"/>
                    <a:pt x="6" y="128"/>
                    <a:pt x="14" y="128"/>
                  </a:cubicBezTo>
                  <a:cubicBezTo>
                    <a:pt x="16" y="128"/>
                    <a:pt x="19" y="127"/>
                    <a:pt x="19" y="127"/>
                  </a:cubicBezTo>
                  <a:cubicBezTo>
                    <a:pt x="53" y="118"/>
                    <a:pt x="53" y="118"/>
                    <a:pt x="53" y="118"/>
                  </a:cubicBezTo>
                  <a:cubicBezTo>
                    <a:pt x="55" y="118"/>
                    <a:pt x="57" y="116"/>
                    <a:pt x="59" y="114"/>
                  </a:cubicBezTo>
                  <a:cubicBezTo>
                    <a:pt x="120" y="53"/>
                    <a:pt x="120" y="53"/>
                    <a:pt x="120" y="53"/>
                  </a:cubicBezTo>
                  <a:cubicBezTo>
                    <a:pt x="132" y="42"/>
                    <a:pt x="130" y="23"/>
                    <a:pt x="118" y="10"/>
                  </a:cubicBezTo>
                  <a:close/>
                  <a:moveTo>
                    <a:pt x="64" y="95"/>
                  </a:moveTo>
                  <a:cubicBezTo>
                    <a:pt x="64" y="92"/>
                    <a:pt x="63" y="88"/>
                    <a:pt x="61" y="85"/>
                  </a:cubicBezTo>
                  <a:cubicBezTo>
                    <a:pt x="99" y="47"/>
                    <a:pt x="99" y="47"/>
                    <a:pt x="99" y="47"/>
                  </a:cubicBezTo>
                  <a:cubicBezTo>
                    <a:pt x="101" y="54"/>
                    <a:pt x="100" y="62"/>
                    <a:pt x="95" y="67"/>
                  </a:cubicBezTo>
                  <a:cubicBezTo>
                    <a:pt x="95" y="67"/>
                    <a:pt x="95" y="67"/>
                    <a:pt x="95" y="67"/>
                  </a:cubicBezTo>
                  <a:cubicBezTo>
                    <a:pt x="95" y="67"/>
                    <a:pt x="95" y="67"/>
                    <a:pt x="95" y="67"/>
                  </a:cubicBezTo>
                  <a:cubicBezTo>
                    <a:pt x="64" y="98"/>
                    <a:pt x="64" y="98"/>
                    <a:pt x="64" y="98"/>
                  </a:cubicBezTo>
                  <a:cubicBezTo>
                    <a:pt x="64" y="97"/>
                    <a:pt x="64" y="96"/>
                    <a:pt x="64" y="95"/>
                  </a:cubicBezTo>
                  <a:close/>
                  <a:moveTo>
                    <a:pt x="59" y="81"/>
                  </a:moveTo>
                  <a:cubicBezTo>
                    <a:pt x="58" y="79"/>
                    <a:pt x="56" y="76"/>
                    <a:pt x="54" y="74"/>
                  </a:cubicBezTo>
                  <a:cubicBezTo>
                    <a:pt x="51" y="72"/>
                    <a:pt x="49" y="70"/>
                    <a:pt x="46" y="68"/>
                  </a:cubicBezTo>
                  <a:cubicBezTo>
                    <a:pt x="84" y="30"/>
                    <a:pt x="84" y="30"/>
                    <a:pt x="84" y="30"/>
                  </a:cubicBezTo>
                  <a:cubicBezTo>
                    <a:pt x="87" y="31"/>
                    <a:pt x="90" y="33"/>
                    <a:pt x="92" y="36"/>
                  </a:cubicBezTo>
                  <a:cubicBezTo>
                    <a:pt x="94" y="38"/>
                    <a:pt x="96" y="40"/>
                    <a:pt x="97" y="43"/>
                  </a:cubicBezTo>
                  <a:lnTo>
                    <a:pt x="59" y="81"/>
                  </a:lnTo>
                  <a:close/>
                  <a:moveTo>
                    <a:pt x="42" y="66"/>
                  </a:moveTo>
                  <a:cubicBezTo>
                    <a:pt x="38" y="65"/>
                    <a:pt x="34" y="64"/>
                    <a:pt x="30" y="64"/>
                  </a:cubicBezTo>
                  <a:cubicBezTo>
                    <a:pt x="61" y="33"/>
                    <a:pt x="61" y="33"/>
                    <a:pt x="61" y="33"/>
                  </a:cubicBezTo>
                  <a:cubicBezTo>
                    <a:pt x="66" y="28"/>
                    <a:pt x="73" y="27"/>
                    <a:pt x="80" y="29"/>
                  </a:cubicBezTo>
                  <a:lnTo>
                    <a:pt x="42" y="66"/>
                  </a:lnTo>
                  <a:close/>
                  <a:moveTo>
                    <a:pt x="17" y="119"/>
                  </a:moveTo>
                  <a:cubicBezTo>
                    <a:pt x="16" y="120"/>
                    <a:pt x="15" y="120"/>
                    <a:pt x="14" y="120"/>
                  </a:cubicBezTo>
                  <a:cubicBezTo>
                    <a:pt x="11" y="120"/>
                    <a:pt x="8" y="117"/>
                    <a:pt x="8" y="114"/>
                  </a:cubicBezTo>
                  <a:cubicBezTo>
                    <a:pt x="8" y="113"/>
                    <a:pt x="8" y="112"/>
                    <a:pt x="8" y="112"/>
                  </a:cubicBezTo>
                  <a:cubicBezTo>
                    <a:pt x="13" y="96"/>
                    <a:pt x="13" y="96"/>
                    <a:pt x="13" y="96"/>
                  </a:cubicBezTo>
                  <a:cubicBezTo>
                    <a:pt x="17" y="96"/>
                    <a:pt x="22" y="98"/>
                    <a:pt x="26" y="102"/>
                  </a:cubicBezTo>
                  <a:cubicBezTo>
                    <a:pt x="30" y="106"/>
                    <a:pt x="32" y="111"/>
                    <a:pt x="32" y="116"/>
                  </a:cubicBezTo>
                  <a:lnTo>
                    <a:pt x="17" y="119"/>
                  </a:lnTo>
                  <a:close/>
                  <a:moveTo>
                    <a:pt x="35" y="115"/>
                  </a:moveTo>
                  <a:cubicBezTo>
                    <a:pt x="35" y="109"/>
                    <a:pt x="33" y="104"/>
                    <a:pt x="29" y="99"/>
                  </a:cubicBezTo>
                  <a:cubicBezTo>
                    <a:pt x="25" y="95"/>
                    <a:pt x="19" y="93"/>
                    <a:pt x="14" y="92"/>
                  </a:cubicBezTo>
                  <a:cubicBezTo>
                    <a:pt x="18" y="78"/>
                    <a:pt x="18" y="78"/>
                    <a:pt x="18" y="78"/>
                  </a:cubicBezTo>
                  <a:cubicBezTo>
                    <a:pt x="18" y="77"/>
                    <a:pt x="19" y="76"/>
                    <a:pt x="19" y="75"/>
                  </a:cubicBezTo>
                  <a:cubicBezTo>
                    <a:pt x="27" y="69"/>
                    <a:pt x="40" y="71"/>
                    <a:pt x="48" y="80"/>
                  </a:cubicBezTo>
                  <a:cubicBezTo>
                    <a:pt x="57" y="89"/>
                    <a:pt x="59" y="102"/>
                    <a:pt x="52" y="110"/>
                  </a:cubicBezTo>
                  <a:cubicBezTo>
                    <a:pt x="51" y="110"/>
                    <a:pt x="51" y="111"/>
                    <a:pt x="50" y="111"/>
                  </a:cubicBezTo>
                  <a:lnTo>
                    <a:pt x="35" y="115"/>
                  </a:lnTo>
                  <a:close/>
                  <a:moveTo>
                    <a:pt x="115" y="47"/>
                  </a:moveTo>
                  <a:cubicBezTo>
                    <a:pt x="108" y="54"/>
                    <a:pt x="108" y="54"/>
                    <a:pt x="108" y="54"/>
                  </a:cubicBezTo>
                  <a:cubicBezTo>
                    <a:pt x="108" y="53"/>
                    <a:pt x="108" y="52"/>
                    <a:pt x="108" y="51"/>
                  </a:cubicBezTo>
                  <a:cubicBezTo>
                    <a:pt x="107" y="43"/>
                    <a:pt x="104" y="36"/>
                    <a:pt x="98" y="30"/>
                  </a:cubicBezTo>
                  <a:cubicBezTo>
                    <a:pt x="91" y="24"/>
                    <a:pt x="83" y="20"/>
                    <a:pt x="74" y="20"/>
                  </a:cubicBezTo>
                  <a:cubicBezTo>
                    <a:pt x="81" y="13"/>
                    <a:pt x="81" y="13"/>
                    <a:pt x="81" y="13"/>
                  </a:cubicBezTo>
                  <a:cubicBezTo>
                    <a:pt x="84" y="10"/>
                    <a:pt x="89" y="8"/>
                    <a:pt x="94" y="8"/>
                  </a:cubicBezTo>
                  <a:cubicBezTo>
                    <a:pt x="100" y="8"/>
                    <a:pt x="107" y="11"/>
                    <a:pt x="112" y="16"/>
                  </a:cubicBezTo>
                  <a:cubicBezTo>
                    <a:pt x="117" y="21"/>
                    <a:pt x="120" y="27"/>
                    <a:pt x="120" y="33"/>
                  </a:cubicBezTo>
                  <a:cubicBezTo>
                    <a:pt x="120" y="38"/>
                    <a:pt x="118" y="43"/>
                    <a:pt x="115" y="47"/>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id-ID" sz="1350"/>
            </a:p>
          </p:txBody>
        </p:sp>
      </p:grpSp>
      <p:grpSp>
        <p:nvGrpSpPr>
          <p:cNvPr id="20" name="Group 19">
            <a:extLst>
              <a:ext uri="{FF2B5EF4-FFF2-40B4-BE49-F238E27FC236}">
                <a16:creationId xmlns:a16="http://schemas.microsoft.com/office/drawing/2014/main" id="{1EE6D357-60D7-F257-94EF-AF2A5CCAA4A6}"/>
              </a:ext>
            </a:extLst>
          </p:cNvPr>
          <p:cNvGrpSpPr/>
          <p:nvPr/>
        </p:nvGrpSpPr>
        <p:grpSpPr>
          <a:xfrm>
            <a:off x="1910687" y="2814547"/>
            <a:ext cx="582460" cy="582460"/>
            <a:chOff x="2363244" y="2531202"/>
            <a:chExt cx="776613" cy="776613"/>
          </a:xfrm>
        </p:grpSpPr>
        <p:sp>
          <p:nvSpPr>
            <p:cNvPr id="21" name="Oval 20">
              <a:extLst>
                <a:ext uri="{FF2B5EF4-FFF2-40B4-BE49-F238E27FC236}">
                  <a16:creationId xmlns:a16="http://schemas.microsoft.com/office/drawing/2014/main" id="{CCAF82F7-55A4-AD43-CAF0-2D777F7800A7}"/>
                </a:ext>
              </a:extLst>
            </p:cNvPr>
            <p:cNvSpPr/>
            <p:nvPr/>
          </p:nvSpPr>
          <p:spPr>
            <a:xfrm>
              <a:off x="2363244" y="2531202"/>
              <a:ext cx="776613" cy="77661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22" name="Group 21">
              <a:extLst>
                <a:ext uri="{FF2B5EF4-FFF2-40B4-BE49-F238E27FC236}">
                  <a16:creationId xmlns:a16="http://schemas.microsoft.com/office/drawing/2014/main" id="{BA68B415-54F9-5294-B445-8C8E33309810}"/>
                </a:ext>
              </a:extLst>
            </p:cNvPr>
            <p:cNvGrpSpPr/>
            <p:nvPr/>
          </p:nvGrpSpPr>
          <p:grpSpPr>
            <a:xfrm>
              <a:off x="2586449" y="2678208"/>
              <a:ext cx="330200" cy="482600"/>
              <a:chOff x="6258454" y="3849160"/>
              <a:chExt cx="330200" cy="482600"/>
            </a:xfrm>
            <a:solidFill>
              <a:schemeClr val="bg1"/>
            </a:solidFill>
          </p:grpSpPr>
          <p:sp>
            <p:nvSpPr>
              <p:cNvPr id="23" name="Freeform 35">
                <a:extLst>
                  <a:ext uri="{FF2B5EF4-FFF2-40B4-BE49-F238E27FC236}">
                    <a16:creationId xmlns:a16="http://schemas.microsoft.com/office/drawing/2014/main" id="{26F5C6FB-D9FD-9530-3A38-9AACE2BBC088}"/>
                  </a:ext>
                </a:extLst>
              </p:cNvPr>
              <p:cNvSpPr>
                <a:spLocks noEditPoints="1"/>
              </p:cNvSpPr>
              <p:nvPr/>
            </p:nvSpPr>
            <p:spPr bwMode="auto">
              <a:xfrm>
                <a:off x="6258454" y="3849160"/>
                <a:ext cx="330200" cy="482600"/>
              </a:xfrm>
              <a:custGeom>
                <a:avLst/>
                <a:gdLst>
                  <a:gd name="T0" fmla="*/ 44 w 88"/>
                  <a:gd name="T1" fmla="*/ 0 h 128"/>
                  <a:gd name="T2" fmla="*/ 0 w 88"/>
                  <a:gd name="T3" fmla="*/ 44 h 128"/>
                  <a:gd name="T4" fmla="*/ 20 w 88"/>
                  <a:gd name="T5" fmla="*/ 92 h 128"/>
                  <a:gd name="T6" fmla="*/ 44 w 88"/>
                  <a:gd name="T7" fmla="*/ 128 h 128"/>
                  <a:gd name="T8" fmla="*/ 68 w 88"/>
                  <a:gd name="T9" fmla="*/ 92 h 128"/>
                  <a:gd name="T10" fmla="*/ 88 w 88"/>
                  <a:gd name="T11" fmla="*/ 44 h 128"/>
                  <a:gd name="T12" fmla="*/ 44 w 88"/>
                  <a:gd name="T13" fmla="*/ 0 h 128"/>
                  <a:gd name="T14" fmla="*/ 54 w 88"/>
                  <a:gd name="T15" fmla="*/ 109 h 128"/>
                  <a:gd name="T16" fmla="*/ 35 w 88"/>
                  <a:gd name="T17" fmla="*/ 111 h 128"/>
                  <a:gd name="T18" fmla="*/ 32 w 88"/>
                  <a:gd name="T19" fmla="*/ 104 h 128"/>
                  <a:gd name="T20" fmla="*/ 32 w 88"/>
                  <a:gd name="T21" fmla="*/ 103 h 128"/>
                  <a:gd name="T22" fmla="*/ 57 w 88"/>
                  <a:gd name="T23" fmla="*/ 100 h 128"/>
                  <a:gd name="T24" fmla="*/ 56 w 88"/>
                  <a:gd name="T25" fmla="*/ 104 h 128"/>
                  <a:gd name="T26" fmla="*/ 54 w 88"/>
                  <a:gd name="T27" fmla="*/ 109 h 128"/>
                  <a:gd name="T28" fmla="*/ 31 w 88"/>
                  <a:gd name="T29" fmla="*/ 100 h 128"/>
                  <a:gd name="T30" fmla="*/ 28 w 88"/>
                  <a:gd name="T31" fmla="*/ 92 h 128"/>
                  <a:gd name="T32" fmla="*/ 60 w 88"/>
                  <a:gd name="T33" fmla="*/ 92 h 128"/>
                  <a:gd name="T34" fmla="*/ 58 w 88"/>
                  <a:gd name="T35" fmla="*/ 96 h 128"/>
                  <a:gd name="T36" fmla="*/ 31 w 88"/>
                  <a:gd name="T37" fmla="*/ 100 h 128"/>
                  <a:gd name="T38" fmla="*/ 44 w 88"/>
                  <a:gd name="T39" fmla="*/ 120 h 128"/>
                  <a:gd name="T40" fmla="*/ 36 w 88"/>
                  <a:gd name="T41" fmla="*/ 115 h 128"/>
                  <a:gd name="T42" fmla="*/ 53 w 88"/>
                  <a:gd name="T43" fmla="*/ 113 h 128"/>
                  <a:gd name="T44" fmla="*/ 44 w 88"/>
                  <a:gd name="T45" fmla="*/ 120 h 128"/>
                  <a:gd name="T46" fmla="*/ 63 w 88"/>
                  <a:gd name="T47" fmla="*/ 84 h 128"/>
                  <a:gd name="T48" fmla="*/ 25 w 88"/>
                  <a:gd name="T49" fmla="*/ 84 h 128"/>
                  <a:gd name="T50" fmla="*/ 19 w 88"/>
                  <a:gd name="T51" fmla="*/ 71 h 128"/>
                  <a:gd name="T52" fmla="*/ 8 w 88"/>
                  <a:gd name="T53" fmla="*/ 44 h 128"/>
                  <a:gd name="T54" fmla="*/ 44 w 88"/>
                  <a:gd name="T55" fmla="*/ 8 h 128"/>
                  <a:gd name="T56" fmla="*/ 80 w 88"/>
                  <a:gd name="T57" fmla="*/ 44 h 128"/>
                  <a:gd name="T58" fmla="*/ 69 w 88"/>
                  <a:gd name="T59" fmla="*/ 71 h 128"/>
                  <a:gd name="T60" fmla="*/ 63 w 88"/>
                  <a:gd name="T61" fmla="*/ 8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8" h="128">
                    <a:moveTo>
                      <a:pt x="44" y="0"/>
                    </a:moveTo>
                    <a:cubicBezTo>
                      <a:pt x="20" y="0"/>
                      <a:pt x="0" y="20"/>
                      <a:pt x="0" y="44"/>
                    </a:cubicBezTo>
                    <a:cubicBezTo>
                      <a:pt x="0" y="60"/>
                      <a:pt x="15" y="77"/>
                      <a:pt x="20" y="92"/>
                    </a:cubicBezTo>
                    <a:cubicBezTo>
                      <a:pt x="28" y="115"/>
                      <a:pt x="27" y="128"/>
                      <a:pt x="44" y="128"/>
                    </a:cubicBezTo>
                    <a:cubicBezTo>
                      <a:pt x="61" y="128"/>
                      <a:pt x="60" y="115"/>
                      <a:pt x="68" y="92"/>
                    </a:cubicBezTo>
                    <a:cubicBezTo>
                      <a:pt x="73" y="77"/>
                      <a:pt x="88" y="60"/>
                      <a:pt x="88" y="44"/>
                    </a:cubicBezTo>
                    <a:cubicBezTo>
                      <a:pt x="88" y="20"/>
                      <a:pt x="68" y="0"/>
                      <a:pt x="44" y="0"/>
                    </a:cubicBezTo>
                    <a:close/>
                    <a:moveTo>
                      <a:pt x="54" y="109"/>
                    </a:moveTo>
                    <a:cubicBezTo>
                      <a:pt x="35" y="111"/>
                      <a:pt x="35" y="111"/>
                      <a:pt x="35" y="111"/>
                    </a:cubicBezTo>
                    <a:cubicBezTo>
                      <a:pt x="34" y="109"/>
                      <a:pt x="33" y="107"/>
                      <a:pt x="32" y="104"/>
                    </a:cubicBezTo>
                    <a:cubicBezTo>
                      <a:pt x="32" y="104"/>
                      <a:pt x="32" y="104"/>
                      <a:pt x="32" y="103"/>
                    </a:cubicBezTo>
                    <a:cubicBezTo>
                      <a:pt x="57" y="100"/>
                      <a:pt x="57" y="100"/>
                      <a:pt x="57" y="100"/>
                    </a:cubicBezTo>
                    <a:cubicBezTo>
                      <a:pt x="57" y="102"/>
                      <a:pt x="56" y="103"/>
                      <a:pt x="56" y="104"/>
                    </a:cubicBezTo>
                    <a:cubicBezTo>
                      <a:pt x="55" y="106"/>
                      <a:pt x="55" y="107"/>
                      <a:pt x="54" y="109"/>
                    </a:cubicBezTo>
                    <a:close/>
                    <a:moveTo>
                      <a:pt x="31" y="100"/>
                    </a:moveTo>
                    <a:cubicBezTo>
                      <a:pt x="30" y="97"/>
                      <a:pt x="29" y="95"/>
                      <a:pt x="28" y="92"/>
                    </a:cubicBezTo>
                    <a:cubicBezTo>
                      <a:pt x="60" y="92"/>
                      <a:pt x="60" y="92"/>
                      <a:pt x="60" y="92"/>
                    </a:cubicBezTo>
                    <a:cubicBezTo>
                      <a:pt x="59" y="93"/>
                      <a:pt x="59" y="95"/>
                      <a:pt x="58" y="96"/>
                    </a:cubicBezTo>
                    <a:lnTo>
                      <a:pt x="31" y="100"/>
                    </a:lnTo>
                    <a:close/>
                    <a:moveTo>
                      <a:pt x="44" y="120"/>
                    </a:moveTo>
                    <a:cubicBezTo>
                      <a:pt x="40" y="120"/>
                      <a:pt x="38" y="120"/>
                      <a:pt x="36" y="115"/>
                    </a:cubicBezTo>
                    <a:cubicBezTo>
                      <a:pt x="53" y="113"/>
                      <a:pt x="53" y="113"/>
                      <a:pt x="53" y="113"/>
                    </a:cubicBezTo>
                    <a:cubicBezTo>
                      <a:pt x="51" y="119"/>
                      <a:pt x="49" y="120"/>
                      <a:pt x="44" y="120"/>
                    </a:cubicBezTo>
                    <a:close/>
                    <a:moveTo>
                      <a:pt x="63" y="84"/>
                    </a:moveTo>
                    <a:cubicBezTo>
                      <a:pt x="25" y="84"/>
                      <a:pt x="25" y="84"/>
                      <a:pt x="25" y="84"/>
                    </a:cubicBezTo>
                    <a:cubicBezTo>
                      <a:pt x="23" y="80"/>
                      <a:pt x="21" y="75"/>
                      <a:pt x="19" y="71"/>
                    </a:cubicBezTo>
                    <a:cubicBezTo>
                      <a:pt x="13" y="62"/>
                      <a:pt x="8" y="52"/>
                      <a:pt x="8" y="44"/>
                    </a:cubicBezTo>
                    <a:cubicBezTo>
                      <a:pt x="8" y="24"/>
                      <a:pt x="24" y="8"/>
                      <a:pt x="44" y="8"/>
                    </a:cubicBezTo>
                    <a:cubicBezTo>
                      <a:pt x="64" y="8"/>
                      <a:pt x="80" y="24"/>
                      <a:pt x="80" y="44"/>
                    </a:cubicBezTo>
                    <a:cubicBezTo>
                      <a:pt x="80" y="52"/>
                      <a:pt x="75" y="62"/>
                      <a:pt x="69" y="71"/>
                    </a:cubicBezTo>
                    <a:cubicBezTo>
                      <a:pt x="67" y="75"/>
                      <a:pt x="65" y="80"/>
                      <a:pt x="63"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24" name="Freeform 36">
                <a:extLst>
                  <a:ext uri="{FF2B5EF4-FFF2-40B4-BE49-F238E27FC236}">
                    <a16:creationId xmlns:a16="http://schemas.microsoft.com/office/drawing/2014/main" id="{FD0D6017-56CC-1D4E-A086-2D0F483D2074}"/>
                  </a:ext>
                </a:extLst>
              </p:cNvPr>
              <p:cNvSpPr>
                <a:spLocks/>
              </p:cNvSpPr>
              <p:nvPr/>
            </p:nvSpPr>
            <p:spPr bwMode="auto">
              <a:xfrm>
                <a:off x="6333066" y="3925360"/>
                <a:ext cx="96837" cy="96838"/>
              </a:xfrm>
              <a:custGeom>
                <a:avLst/>
                <a:gdLst>
                  <a:gd name="T0" fmla="*/ 24 w 26"/>
                  <a:gd name="T1" fmla="*/ 0 h 26"/>
                  <a:gd name="T2" fmla="*/ 0 w 26"/>
                  <a:gd name="T3" fmla="*/ 24 h 26"/>
                  <a:gd name="T4" fmla="*/ 2 w 26"/>
                  <a:gd name="T5" fmla="*/ 26 h 26"/>
                  <a:gd name="T6" fmla="*/ 4 w 26"/>
                  <a:gd name="T7" fmla="*/ 24 h 26"/>
                  <a:gd name="T8" fmla="*/ 24 w 26"/>
                  <a:gd name="T9" fmla="*/ 4 h 26"/>
                  <a:gd name="T10" fmla="*/ 26 w 26"/>
                  <a:gd name="T11" fmla="*/ 2 h 26"/>
                  <a:gd name="T12" fmla="*/ 24 w 26"/>
                  <a:gd name="T13" fmla="*/ 0 h 26"/>
                </a:gdLst>
                <a:ahLst/>
                <a:cxnLst>
                  <a:cxn ang="0">
                    <a:pos x="T0" y="T1"/>
                  </a:cxn>
                  <a:cxn ang="0">
                    <a:pos x="T2" y="T3"/>
                  </a:cxn>
                  <a:cxn ang="0">
                    <a:pos x="T4" y="T5"/>
                  </a:cxn>
                  <a:cxn ang="0">
                    <a:pos x="T6" y="T7"/>
                  </a:cxn>
                  <a:cxn ang="0">
                    <a:pos x="T8" y="T9"/>
                  </a:cxn>
                  <a:cxn ang="0">
                    <a:pos x="T10" y="T11"/>
                  </a:cxn>
                  <a:cxn ang="0">
                    <a:pos x="T12" y="T13"/>
                  </a:cxn>
                </a:cxnLst>
                <a:rect l="0" t="0" r="r" b="b"/>
                <a:pathLst>
                  <a:path w="26" h="26">
                    <a:moveTo>
                      <a:pt x="24" y="0"/>
                    </a:moveTo>
                    <a:cubicBezTo>
                      <a:pt x="11" y="0"/>
                      <a:pt x="0" y="11"/>
                      <a:pt x="0" y="24"/>
                    </a:cubicBezTo>
                    <a:cubicBezTo>
                      <a:pt x="0" y="25"/>
                      <a:pt x="1" y="26"/>
                      <a:pt x="2" y="26"/>
                    </a:cubicBezTo>
                    <a:cubicBezTo>
                      <a:pt x="3" y="26"/>
                      <a:pt x="4" y="25"/>
                      <a:pt x="4" y="24"/>
                    </a:cubicBezTo>
                    <a:cubicBezTo>
                      <a:pt x="4" y="13"/>
                      <a:pt x="13" y="4"/>
                      <a:pt x="24" y="4"/>
                    </a:cubicBezTo>
                    <a:cubicBezTo>
                      <a:pt x="25" y="4"/>
                      <a:pt x="26" y="3"/>
                      <a:pt x="26" y="2"/>
                    </a:cubicBezTo>
                    <a:cubicBezTo>
                      <a:pt x="26" y="1"/>
                      <a:pt x="25"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grpSp>
      </p:grpSp>
      <p:grpSp>
        <p:nvGrpSpPr>
          <p:cNvPr id="25" name="Group 24">
            <a:extLst>
              <a:ext uri="{FF2B5EF4-FFF2-40B4-BE49-F238E27FC236}">
                <a16:creationId xmlns:a16="http://schemas.microsoft.com/office/drawing/2014/main" id="{DABFF113-E47B-F8CE-073A-400218575C00}"/>
              </a:ext>
            </a:extLst>
          </p:cNvPr>
          <p:cNvGrpSpPr/>
          <p:nvPr/>
        </p:nvGrpSpPr>
        <p:grpSpPr>
          <a:xfrm>
            <a:off x="9775709" y="2814547"/>
            <a:ext cx="582460" cy="582460"/>
            <a:chOff x="9052143" y="2531202"/>
            <a:chExt cx="776613" cy="776613"/>
          </a:xfrm>
        </p:grpSpPr>
        <p:sp>
          <p:nvSpPr>
            <p:cNvPr id="26" name="Oval 25">
              <a:extLst>
                <a:ext uri="{FF2B5EF4-FFF2-40B4-BE49-F238E27FC236}">
                  <a16:creationId xmlns:a16="http://schemas.microsoft.com/office/drawing/2014/main" id="{083720EB-6B4D-0E7D-7BBF-A757E4734260}"/>
                </a:ext>
              </a:extLst>
            </p:cNvPr>
            <p:cNvSpPr/>
            <p:nvPr/>
          </p:nvSpPr>
          <p:spPr>
            <a:xfrm>
              <a:off x="9052143" y="2531202"/>
              <a:ext cx="776613" cy="7766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27" name="Group 26">
              <a:extLst>
                <a:ext uri="{FF2B5EF4-FFF2-40B4-BE49-F238E27FC236}">
                  <a16:creationId xmlns:a16="http://schemas.microsoft.com/office/drawing/2014/main" id="{F11328AF-595D-0944-8571-708FA42BA1AC}"/>
                </a:ext>
              </a:extLst>
            </p:cNvPr>
            <p:cNvGrpSpPr/>
            <p:nvPr/>
          </p:nvGrpSpPr>
          <p:grpSpPr>
            <a:xfrm>
              <a:off x="9195766" y="2716308"/>
              <a:ext cx="481012" cy="406400"/>
              <a:chOff x="8106304" y="2931585"/>
              <a:chExt cx="481012" cy="406400"/>
            </a:xfrm>
            <a:solidFill>
              <a:schemeClr val="bg1"/>
            </a:solidFill>
          </p:grpSpPr>
          <p:sp>
            <p:nvSpPr>
              <p:cNvPr id="28" name="Freeform 42">
                <a:extLst>
                  <a:ext uri="{FF2B5EF4-FFF2-40B4-BE49-F238E27FC236}">
                    <a16:creationId xmlns:a16="http://schemas.microsoft.com/office/drawing/2014/main" id="{6CEAA32E-20E9-09E9-0DEC-F151B663AB86}"/>
                  </a:ext>
                </a:extLst>
              </p:cNvPr>
              <p:cNvSpPr>
                <a:spLocks noEditPoints="1"/>
              </p:cNvSpPr>
              <p:nvPr/>
            </p:nvSpPr>
            <p:spPr bwMode="auto">
              <a:xfrm>
                <a:off x="8226954" y="3037947"/>
                <a:ext cx="241300" cy="239713"/>
              </a:xfrm>
              <a:custGeom>
                <a:avLst/>
                <a:gdLst>
                  <a:gd name="T0" fmla="*/ 32 w 64"/>
                  <a:gd name="T1" fmla="*/ 0 h 64"/>
                  <a:gd name="T2" fmla="*/ 0 w 64"/>
                  <a:gd name="T3" fmla="*/ 32 h 64"/>
                  <a:gd name="T4" fmla="*/ 32 w 64"/>
                  <a:gd name="T5" fmla="*/ 64 h 64"/>
                  <a:gd name="T6" fmla="*/ 64 w 64"/>
                  <a:gd name="T7" fmla="*/ 32 h 64"/>
                  <a:gd name="T8" fmla="*/ 32 w 64"/>
                  <a:gd name="T9" fmla="*/ 0 h 64"/>
                  <a:gd name="T10" fmla="*/ 50 w 64"/>
                  <a:gd name="T11" fmla="*/ 48 h 64"/>
                  <a:gd name="T12" fmla="*/ 16 w 64"/>
                  <a:gd name="T13" fmla="*/ 50 h 64"/>
                  <a:gd name="T14" fmla="*/ 14 w 64"/>
                  <a:gd name="T15" fmla="*/ 16 h 64"/>
                  <a:gd name="T16" fmla="*/ 48 w 64"/>
                  <a:gd name="T17" fmla="*/ 14 h 64"/>
                  <a:gd name="T18" fmla="*/ 50 w 64"/>
                  <a:gd name="T19" fmla="*/ 4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0"/>
                    </a:moveTo>
                    <a:cubicBezTo>
                      <a:pt x="14" y="0"/>
                      <a:pt x="0" y="14"/>
                      <a:pt x="0" y="32"/>
                    </a:cubicBezTo>
                    <a:cubicBezTo>
                      <a:pt x="0" y="50"/>
                      <a:pt x="14" y="64"/>
                      <a:pt x="32" y="64"/>
                    </a:cubicBezTo>
                    <a:cubicBezTo>
                      <a:pt x="50" y="64"/>
                      <a:pt x="64" y="50"/>
                      <a:pt x="64" y="32"/>
                    </a:cubicBezTo>
                    <a:cubicBezTo>
                      <a:pt x="64" y="14"/>
                      <a:pt x="50" y="0"/>
                      <a:pt x="32" y="0"/>
                    </a:cubicBezTo>
                    <a:close/>
                    <a:moveTo>
                      <a:pt x="50" y="48"/>
                    </a:moveTo>
                    <a:cubicBezTo>
                      <a:pt x="42" y="58"/>
                      <a:pt x="26" y="59"/>
                      <a:pt x="16" y="50"/>
                    </a:cubicBezTo>
                    <a:cubicBezTo>
                      <a:pt x="6" y="42"/>
                      <a:pt x="5" y="26"/>
                      <a:pt x="14" y="16"/>
                    </a:cubicBezTo>
                    <a:cubicBezTo>
                      <a:pt x="22" y="6"/>
                      <a:pt x="38" y="5"/>
                      <a:pt x="48" y="14"/>
                    </a:cubicBezTo>
                    <a:cubicBezTo>
                      <a:pt x="58" y="22"/>
                      <a:pt x="59" y="38"/>
                      <a:pt x="50" y="48"/>
                    </a:cubicBezTo>
                    <a:close/>
                  </a:path>
                </a:pathLst>
              </a:custGeom>
              <a:grpFill/>
              <a:ln>
                <a:noFill/>
              </a:ln>
            </p:spPr>
            <p:txBody>
              <a:bodyPr vert="horz" wrap="square" lIns="68580" tIns="34290" rIns="68580" bIns="34290" numCol="1" anchor="t" anchorCtr="0" compatLnSpc="1">
                <a:prstTxWarp prst="textNoShape">
                  <a:avLst/>
                </a:prstTxWarp>
              </a:bodyPr>
              <a:lstStyle/>
              <a:p>
                <a:endParaRPr lang="id-ID" sz="1350"/>
              </a:p>
            </p:txBody>
          </p:sp>
          <p:sp>
            <p:nvSpPr>
              <p:cNvPr id="29" name="Freeform 43">
                <a:extLst>
                  <a:ext uri="{FF2B5EF4-FFF2-40B4-BE49-F238E27FC236}">
                    <a16:creationId xmlns:a16="http://schemas.microsoft.com/office/drawing/2014/main" id="{C94643F3-922B-C0BB-41E8-D1A4122E51A4}"/>
                  </a:ext>
                </a:extLst>
              </p:cNvPr>
              <p:cNvSpPr>
                <a:spLocks/>
              </p:cNvSpPr>
              <p:nvPr/>
            </p:nvSpPr>
            <p:spPr bwMode="auto">
              <a:xfrm>
                <a:off x="8287279" y="3096685"/>
                <a:ext cx="68262" cy="68263"/>
              </a:xfrm>
              <a:custGeom>
                <a:avLst/>
                <a:gdLst>
                  <a:gd name="T0" fmla="*/ 16 w 18"/>
                  <a:gd name="T1" fmla="*/ 0 h 18"/>
                  <a:gd name="T2" fmla="*/ 0 w 18"/>
                  <a:gd name="T3" fmla="*/ 16 h 18"/>
                  <a:gd name="T4" fmla="*/ 0 w 18"/>
                  <a:gd name="T5" fmla="*/ 16 h 18"/>
                  <a:gd name="T6" fmla="*/ 2 w 18"/>
                  <a:gd name="T7" fmla="*/ 18 h 18"/>
                  <a:gd name="T8" fmla="*/ 4 w 18"/>
                  <a:gd name="T9" fmla="*/ 16 h 18"/>
                  <a:gd name="T10" fmla="*/ 4 w 18"/>
                  <a:gd name="T11" fmla="*/ 16 h 18"/>
                  <a:gd name="T12" fmla="*/ 16 w 18"/>
                  <a:gd name="T13" fmla="*/ 4 h 18"/>
                  <a:gd name="T14" fmla="*/ 18 w 18"/>
                  <a:gd name="T15" fmla="*/ 2 h 18"/>
                  <a:gd name="T16" fmla="*/ 16 w 18"/>
                  <a:gd name="T1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18">
                    <a:moveTo>
                      <a:pt x="16" y="0"/>
                    </a:moveTo>
                    <a:cubicBezTo>
                      <a:pt x="7" y="0"/>
                      <a:pt x="0" y="7"/>
                      <a:pt x="0" y="16"/>
                    </a:cubicBezTo>
                    <a:cubicBezTo>
                      <a:pt x="0" y="16"/>
                      <a:pt x="0" y="16"/>
                      <a:pt x="0" y="16"/>
                    </a:cubicBezTo>
                    <a:cubicBezTo>
                      <a:pt x="0" y="17"/>
                      <a:pt x="1" y="18"/>
                      <a:pt x="2" y="18"/>
                    </a:cubicBezTo>
                    <a:cubicBezTo>
                      <a:pt x="3" y="18"/>
                      <a:pt x="4" y="17"/>
                      <a:pt x="4" y="16"/>
                    </a:cubicBezTo>
                    <a:cubicBezTo>
                      <a:pt x="4" y="16"/>
                      <a:pt x="4" y="16"/>
                      <a:pt x="4" y="16"/>
                    </a:cubicBezTo>
                    <a:cubicBezTo>
                      <a:pt x="4" y="9"/>
                      <a:pt x="9" y="4"/>
                      <a:pt x="16" y="4"/>
                    </a:cubicBezTo>
                    <a:cubicBezTo>
                      <a:pt x="17" y="4"/>
                      <a:pt x="18" y="3"/>
                      <a:pt x="18" y="2"/>
                    </a:cubicBezTo>
                    <a:cubicBezTo>
                      <a:pt x="18" y="1"/>
                      <a:pt x="17" y="0"/>
                      <a:pt x="16" y="0"/>
                    </a:cubicBezTo>
                    <a:close/>
                  </a:path>
                </a:pathLst>
              </a:custGeom>
              <a:grpFill/>
              <a:ln>
                <a:noFill/>
              </a:ln>
            </p:spPr>
            <p:txBody>
              <a:bodyPr vert="horz" wrap="square" lIns="68580" tIns="34290" rIns="68580" bIns="34290" numCol="1" anchor="t" anchorCtr="0" compatLnSpc="1">
                <a:prstTxWarp prst="textNoShape">
                  <a:avLst/>
                </a:prstTxWarp>
              </a:bodyPr>
              <a:lstStyle/>
              <a:p>
                <a:endParaRPr lang="id-ID" sz="1350"/>
              </a:p>
            </p:txBody>
          </p:sp>
          <p:sp>
            <p:nvSpPr>
              <p:cNvPr id="30" name="Freeform 44">
                <a:extLst>
                  <a:ext uri="{FF2B5EF4-FFF2-40B4-BE49-F238E27FC236}">
                    <a16:creationId xmlns:a16="http://schemas.microsoft.com/office/drawing/2014/main" id="{8B583F3A-A4AD-1CF2-9FEF-BF3571A0088F}"/>
                  </a:ext>
                </a:extLst>
              </p:cNvPr>
              <p:cNvSpPr>
                <a:spLocks noEditPoints="1"/>
              </p:cNvSpPr>
              <p:nvPr/>
            </p:nvSpPr>
            <p:spPr bwMode="auto">
              <a:xfrm>
                <a:off x="8106304" y="2931585"/>
                <a:ext cx="481012" cy="406400"/>
              </a:xfrm>
              <a:custGeom>
                <a:avLst/>
                <a:gdLst>
                  <a:gd name="T0" fmla="*/ 118 w 128"/>
                  <a:gd name="T1" fmla="*/ 24 h 108"/>
                  <a:gd name="T2" fmla="*/ 101 w 128"/>
                  <a:gd name="T3" fmla="*/ 21 h 108"/>
                  <a:gd name="T4" fmla="*/ 95 w 128"/>
                  <a:gd name="T5" fmla="*/ 8 h 108"/>
                  <a:gd name="T6" fmla="*/ 84 w 128"/>
                  <a:gd name="T7" fmla="*/ 0 h 108"/>
                  <a:gd name="T8" fmla="*/ 44 w 128"/>
                  <a:gd name="T9" fmla="*/ 0 h 108"/>
                  <a:gd name="T10" fmla="*/ 33 w 128"/>
                  <a:gd name="T11" fmla="*/ 8 h 108"/>
                  <a:gd name="T12" fmla="*/ 27 w 128"/>
                  <a:gd name="T13" fmla="*/ 21 h 108"/>
                  <a:gd name="T14" fmla="*/ 10 w 128"/>
                  <a:gd name="T15" fmla="*/ 24 h 108"/>
                  <a:gd name="T16" fmla="*/ 0 w 128"/>
                  <a:gd name="T17" fmla="*/ 36 h 108"/>
                  <a:gd name="T18" fmla="*/ 0 w 128"/>
                  <a:gd name="T19" fmla="*/ 96 h 108"/>
                  <a:gd name="T20" fmla="*/ 12 w 128"/>
                  <a:gd name="T21" fmla="*/ 108 h 108"/>
                  <a:gd name="T22" fmla="*/ 116 w 128"/>
                  <a:gd name="T23" fmla="*/ 108 h 108"/>
                  <a:gd name="T24" fmla="*/ 128 w 128"/>
                  <a:gd name="T25" fmla="*/ 96 h 108"/>
                  <a:gd name="T26" fmla="*/ 128 w 128"/>
                  <a:gd name="T27" fmla="*/ 36 h 108"/>
                  <a:gd name="T28" fmla="*/ 118 w 128"/>
                  <a:gd name="T29" fmla="*/ 24 h 108"/>
                  <a:gd name="T30" fmla="*/ 120 w 128"/>
                  <a:gd name="T31" fmla="*/ 96 h 108"/>
                  <a:gd name="T32" fmla="*/ 116 w 128"/>
                  <a:gd name="T33" fmla="*/ 100 h 108"/>
                  <a:gd name="T34" fmla="*/ 12 w 128"/>
                  <a:gd name="T35" fmla="*/ 100 h 108"/>
                  <a:gd name="T36" fmla="*/ 8 w 128"/>
                  <a:gd name="T37" fmla="*/ 96 h 108"/>
                  <a:gd name="T38" fmla="*/ 8 w 128"/>
                  <a:gd name="T39" fmla="*/ 36 h 108"/>
                  <a:gd name="T40" fmla="*/ 11 w 128"/>
                  <a:gd name="T41" fmla="*/ 32 h 108"/>
                  <a:gd name="T42" fmla="*/ 33 w 128"/>
                  <a:gd name="T43" fmla="*/ 28 h 108"/>
                  <a:gd name="T44" fmla="*/ 40 w 128"/>
                  <a:gd name="T45" fmla="*/ 11 h 108"/>
                  <a:gd name="T46" fmla="*/ 44 w 128"/>
                  <a:gd name="T47" fmla="*/ 8 h 108"/>
                  <a:gd name="T48" fmla="*/ 84 w 128"/>
                  <a:gd name="T49" fmla="*/ 8 h 108"/>
                  <a:gd name="T50" fmla="*/ 88 w 128"/>
                  <a:gd name="T51" fmla="*/ 11 h 108"/>
                  <a:gd name="T52" fmla="*/ 95 w 128"/>
                  <a:gd name="T53" fmla="*/ 28 h 108"/>
                  <a:gd name="T54" fmla="*/ 117 w 128"/>
                  <a:gd name="T55" fmla="*/ 32 h 108"/>
                  <a:gd name="T56" fmla="*/ 120 w 128"/>
                  <a:gd name="T57" fmla="*/ 36 h 108"/>
                  <a:gd name="T58" fmla="*/ 120 w 128"/>
                  <a:gd name="T59" fmla="*/ 9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28" h="108">
                    <a:moveTo>
                      <a:pt x="118" y="24"/>
                    </a:moveTo>
                    <a:cubicBezTo>
                      <a:pt x="101" y="21"/>
                      <a:pt x="101" y="21"/>
                      <a:pt x="101" y="21"/>
                    </a:cubicBezTo>
                    <a:cubicBezTo>
                      <a:pt x="95" y="8"/>
                      <a:pt x="95" y="8"/>
                      <a:pt x="95" y="8"/>
                    </a:cubicBezTo>
                    <a:cubicBezTo>
                      <a:pt x="93" y="3"/>
                      <a:pt x="89" y="0"/>
                      <a:pt x="84" y="0"/>
                    </a:cubicBezTo>
                    <a:cubicBezTo>
                      <a:pt x="44" y="0"/>
                      <a:pt x="44" y="0"/>
                      <a:pt x="44" y="0"/>
                    </a:cubicBezTo>
                    <a:cubicBezTo>
                      <a:pt x="39" y="0"/>
                      <a:pt x="35" y="3"/>
                      <a:pt x="33" y="8"/>
                    </a:cubicBezTo>
                    <a:cubicBezTo>
                      <a:pt x="27" y="21"/>
                      <a:pt x="27" y="21"/>
                      <a:pt x="27" y="21"/>
                    </a:cubicBezTo>
                    <a:cubicBezTo>
                      <a:pt x="10" y="24"/>
                      <a:pt x="10" y="24"/>
                      <a:pt x="10" y="24"/>
                    </a:cubicBezTo>
                    <a:cubicBezTo>
                      <a:pt x="4" y="25"/>
                      <a:pt x="0" y="30"/>
                      <a:pt x="0" y="36"/>
                    </a:cubicBezTo>
                    <a:cubicBezTo>
                      <a:pt x="0" y="96"/>
                      <a:pt x="0" y="96"/>
                      <a:pt x="0" y="96"/>
                    </a:cubicBezTo>
                    <a:cubicBezTo>
                      <a:pt x="0" y="103"/>
                      <a:pt x="5" y="108"/>
                      <a:pt x="12" y="108"/>
                    </a:cubicBezTo>
                    <a:cubicBezTo>
                      <a:pt x="116" y="108"/>
                      <a:pt x="116" y="108"/>
                      <a:pt x="116" y="108"/>
                    </a:cubicBezTo>
                    <a:cubicBezTo>
                      <a:pt x="123" y="108"/>
                      <a:pt x="128" y="103"/>
                      <a:pt x="128" y="96"/>
                    </a:cubicBezTo>
                    <a:cubicBezTo>
                      <a:pt x="128" y="36"/>
                      <a:pt x="128" y="36"/>
                      <a:pt x="128" y="36"/>
                    </a:cubicBezTo>
                    <a:cubicBezTo>
                      <a:pt x="128" y="30"/>
                      <a:pt x="124" y="25"/>
                      <a:pt x="118" y="24"/>
                    </a:cubicBezTo>
                    <a:close/>
                    <a:moveTo>
                      <a:pt x="120" y="96"/>
                    </a:moveTo>
                    <a:cubicBezTo>
                      <a:pt x="120" y="98"/>
                      <a:pt x="118" y="100"/>
                      <a:pt x="116" y="100"/>
                    </a:cubicBezTo>
                    <a:cubicBezTo>
                      <a:pt x="12" y="100"/>
                      <a:pt x="12" y="100"/>
                      <a:pt x="12" y="100"/>
                    </a:cubicBezTo>
                    <a:cubicBezTo>
                      <a:pt x="10" y="100"/>
                      <a:pt x="8" y="98"/>
                      <a:pt x="8" y="96"/>
                    </a:cubicBezTo>
                    <a:cubicBezTo>
                      <a:pt x="8" y="36"/>
                      <a:pt x="8" y="36"/>
                      <a:pt x="8" y="36"/>
                    </a:cubicBezTo>
                    <a:cubicBezTo>
                      <a:pt x="8" y="34"/>
                      <a:pt x="9" y="32"/>
                      <a:pt x="11" y="32"/>
                    </a:cubicBezTo>
                    <a:cubicBezTo>
                      <a:pt x="33" y="28"/>
                      <a:pt x="33" y="28"/>
                      <a:pt x="33" y="28"/>
                    </a:cubicBezTo>
                    <a:cubicBezTo>
                      <a:pt x="40" y="11"/>
                      <a:pt x="40" y="11"/>
                      <a:pt x="40" y="11"/>
                    </a:cubicBezTo>
                    <a:cubicBezTo>
                      <a:pt x="41" y="9"/>
                      <a:pt x="42" y="8"/>
                      <a:pt x="44" y="8"/>
                    </a:cubicBezTo>
                    <a:cubicBezTo>
                      <a:pt x="84" y="8"/>
                      <a:pt x="84" y="8"/>
                      <a:pt x="84" y="8"/>
                    </a:cubicBezTo>
                    <a:cubicBezTo>
                      <a:pt x="86" y="8"/>
                      <a:pt x="87" y="9"/>
                      <a:pt x="88" y="11"/>
                    </a:cubicBezTo>
                    <a:cubicBezTo>
                      <a:pt x="95" y="28"/>
                      <a:pt x="95" y="28"/>
                      <a:pt x="95" y="28"/>
                    </a:cubicBezTo>
                    <a:cubicBezTo>
                      <a:pt x="117" y="32"/>
                      <a:pt x="117" y="32"/>
                      <a:pt x="117" y="32"/>
                    </a:cubicBezTo>
                    <a:cubicBezTo>
                      <a:pt x="119" y="32"/>
                      <a:pt x="120" y="34"/>
                      <a:pt x="120" y="36"/>
                    </a:cubicBezTo>
                    <a:lnTo>
                      <a:pt x="120" y="96"/>
                    </a:lnTo>
                    <a:close/>
                  </a:path>
                </a:pathLst>
              </a:custGeom>
              <a:grpFill/>
              <a:ln>
                <a:noFill/>
              </a:ln>
            </p:spPr>
            <p:txBody>
              <a:bodyPr vert="horz" wrap="square" lIns="68580" tIns="34290" rIns="68580" bIns="34290" numCol="1" anchor="t" anchorCtr="0" compatLnSpc="1">
                <a:prstTxWarp prst="textNoShape">
                  <a:avLst/>
                </a:prstTxWarp>
              </a:bodyPr>
              <a:lstStyle/>
              <a:p>
                <a:endParaRPr lang="id-ID" sz="1350"/>
              </a:p>
            </p:txBody>
          </p:sp>
        </p:grpSp>
      </p:grpSp>
      <p:sp>
        <p:nvSpPr>
          <p:cNvPr id="34" name="Title 3">
            <a:extLst>
              <a:ext uri="{FF2B5EF4-FFF2-40B4-BE49-F238E27FC236}">
                <a16:creationId xmlns:a16="http://schemas.microsoft.com/office/drawing/2014/main" id="{6A6FAA6A-D5A2-D497-081C-DCE5B78111EB}"/>
              </a:ext>
            </a:extLst>
          </p:cNvPr>
          <p:cNvSpPr>
            <a:spLocks noGrp="1"/>
          </p:cNvSpPr>
          <p:nvPr>
            <p:ph type="title"/>
          </p:nvPr>
        </p:nvSpPr>
        <p:spPr>
          <a:xfrm>
            <a:off x="838200" y="365125"/>
            <a:ext cx="10515600" cy="1325563"/>
          </a:xfrm>
        </p:spPr>
        <p:txBody>
          <a:bodyPr/>
          <a:lstStyle/>
          <a:p>
            <a:endParaRPr lang="en-US" dirty="0"/>
          </a:p>
        </p:txBody>
      </p:sp>
      <p:sp>
        <p:nvSpPr>
          <p:cNvPr id="35" name="TextBox 34">
            <a:extLst>
              <a:ext uri="{FF2B5EF4-FFF2-40B4-BE49-F238E27FC236}">
                <a16:creationId xmlns:a16="http://schemas.microsoft.com/office/drawing/2014/main" id="{3047D21A-D362-8E31-F6C9-834ABCF8E4BF}"/>
              </a:ext>
            </a:extLst>
          </p:cNvPr>
          <p:cNvSpPr txBox="1"/>
          <p:nvPr/>
        </p:nvSpPr>
        <p:spPr>
          <a:xfrm>
            <a:off x="3596212" y="3779017"/>
            <a:ext cx="2406493" cy="600164"/>
          </a:xfrm>
          <a:prstGeom prst="rect">
            <a:avLst/>
          </a:prstGeom>
          <a:noFill/>
        </p:spPr>
        <p:txBody>
          <a:bodyPr wrap="square" lIns="0" rIns="0" rtlCol="0">
            <a:spAutoFit/>
          </a:bodyPr>
          <a:lstStyle/>
          <a:p>
            <a:pPr algn="ctr"/>
            <a:r>
              <a:rPr lang="en-US" sz="11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sp>
        <p:nvSpPr>
          <p:cNvPr id="36" name="TextBox 35">
            <a:extLst>
              <a:ext uri="{FF2B5EF4-FFF2-40B4-BE49-F238E27FC236}">
                <a16:creationId xmlns:a16="http://schemas.microsoft.com/office/drawing/2014/main" id="{8C1C5A0C-F547-5582-B01D-8C742856BE24}"/>
              </a:ext>
            </a:extLst>
          </p:cNvPr>
          <p:cNvSpPr txBox="1"/>
          <p:nvPr/>
        </p:nvSpPr>
        <p:spPr>
          <a:xfrm>
            <a:off x="3525639" y="3510174"/>
            <a:ext cx="2557175" cy="307777"/>
          </a:xfrm>
          <a:prstGeom prst="rect">
            <a:avLst/>
          </a:prstGeom>
          <a:noFill/>
        </p:spPr>
        <p:txBody>
          <a:bodyPr wrap="none" rtlCol="0">
            <a:spAutoFit/>
          </a:bodyPr>
          <a:lstStyle/>
          <a:p>
            <a:pPr algn="ctr"/>
            <a:r>
              <a:rPr lang="en-US" sz="1400" dirty="0"/>
              <a:t>LORUM IPSUM DOLOR SIT AMET</a:t>
            </a:r>
          </a:p>
        </p:txBody>
      </p:sp>
      <p:sp>
        <p:nvSpPr>
          <p:cNvPr id="37" name="TextBox 36">
            <a:extLst>
              <a:ext uri="{FF2B5EF4-FFF2-40B4-BE49-F238E27FC236}">
                <a16:creationId xmlns:a16="http://schemas.microsoft.com/office/drawing/2014/main" id="{F3D1CC01-E371-76D8-B094-B2831BE38DE4}"/>
              </a:ext>
            </a:extLst>
          </p:cNvPr>
          <p:cNvSpPr txBox="1"/>
          <p:nvPr/>
        </p:nvSpPr>
        <p:spPr>
          <a:xfrm>
            <a:off x="6223960" y="3769216"/>
            <a:ext cx="2406493" cy="600164"/>
          </a:xfrm>
          <a:prstGeom prst="rect">
            <a:avLst/>
          </a:prstGeom>
          <a:noFill/>
        </p:spPr>
        <p:txBody>
          <a:bodyPr wrap="square" lIns="0" rIns="0" rtlCol="0">
            <a:spAutoFit/>
          </a:bodyPr>
          <a:lstStyle/>
          <a:p>
            <a:pPr algn="ctr"/>
            <a:r>
              <a:rPr lang="en-US" sz="11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sp>
        <p:nvSpPr>
          <p:cNvPr id="38" name="TextBox 37">
            <a:extLst>
              <a:ext uri="{FF2B5EF4-FFF2-40B4-BE49-F238E27FC236}">
                <a16:creationId xmlns:a16="http://schemas.microsoft.com/office/drawing/2014/main" id="{245932C9-8632-2A4A-51B0-F3258DB70723}"/>
              </a:ext>
            </a:extLst>
          </p:cNvPr>
          <p:cNvSpPr txBox="1"/>
          <p:nvPr/>
        </p:nvSpPr>
        <p:spPr>
          <a:xfrm>
            <a:off x="6153387" y="3500373"/>
            <a:ext cx="2557175" cy="307777"/>
          </a:xfrm>
          <a:prstGeom prst="rect">
            <a:avLst/>
          </a:prstGeom>
          <a:noFill/>
        </p:spPr>
        <p:txBody>
          <a:bodyPr wrap="none" rtlCol="0">
            <a:spAutoFit/>
          </a:bodyPr>
          <a:lstStyle/>
          <a:p>
            <a:pPr algn="ctr"/>
            <a:r>
              <a:rPr lang="en-US" sz="1400" dirty="0"/>
              <a:t>LORUM IPSUM DOLOR SIT AMET</a:t>
            </a:r>
          </a:p>
        </p:txBody>
      </p:sp>
      <p:sp>
        <p:nvSpPr>
          <p:cNvPr id="39" name="TextBox 38">
            <a:extLst>
              <a:ext uri="{FF2B5EF4-FFF2-40B4-BE49-F238E27FC236}">
                <a16:creationId xmlns:a16="http://schemas.microsoft.com/office/drawing/2014/main" id="{8F1AD2B4-8D00-2766-D2AC-CCC4CF9206B1}"/>
              </a:ext>
            </a:extLst>
          </p:cNvPr>
          <p:cNvSpPr txBox="1"/>
          <p:nvPr/>
        </p:nvSpPr>
        <p:spPr>
          <a:xfrm>
            <a:off x="8786838" y="3764754"/>
            <a:ext cx="2406493" cy="600164"/>
          </a:xfrm>
          <a:prstGeom prst="rect">
            <a:avLst/>
          </a:prstGeom>
          <a:noFill/>
        </p:spPr>
        <p:txBody>
          <a:bodyPr wrap="square" lIns="0" rIns="0" rtlCol="0">
            <a:spAutoFit/>
          </a:bodyPr>
          <a:lstStyle/>
          <a:p>
            <a:pPr algn="ctr"/>
            <a:r>
              <a:rPr lang="en-US" sz="11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sp>
        <p:nvSpPr>
          <p:cNvPr id="40" name="TextBox 39">
            <a:extLst>
              <a:ext uri="{FF2B5EF4-FFF2-40B4-BE49-F238E27FC236}">
                <a16:creationId xmlns:a16="http://schemas.microsoft.com/office/drawing/2014/main" id="{E9828113-B122-BA4A-510D-48A4211D2B1F}"/>
              </a:ext>
            </a:extLst>
          </p:cNvPr>
          <p:cNvSpPr txBox="1"/>
          <p:nvPr/>
        </p:nvSpPr>
        <p:spPr>
          <a:xfrm>
            <a:off x="8716265" y="3495911"/>
            <a:ext cx="2557175" cy="307777"/>
          </a:xfrm>
          <a:prstGeom prst="rect">
            <a:avLst/>
          </a:prstGeom>
          <a:noFill/>
        </p:spPr>
        <p:txBody>
          <a:bodyPr wrap="none" rtlCol="0">
            <a:spAutoFit/>
          </a:bodyPr>
          <a:lstStyle/>
          <a:p>
            <a:pPr algn="ctr"/>
            <a:r>
              <a:rPr lang="en-US" sz="1400" dirty="0"/>
              <a:t>LORUM IPSUM DOLOR SIT AMET</a:t>
            </a:r>
          </a:p>
        </p:txBody>
      </p:sp>
      <p:pic>
        <p:nvPicPr>
          <p:cNvPr id="2" name="Picture 1">
            <a:extLst>
              <a:ext uri="{FF2B5EF4-FFF2-40B4-BE49-F238E27FC236}">
                <a16:creationId xmlns:a16="http://schemas.microsoft.com/office/drawing/2014/main" id="{349D8A22-FDE9-03B0-EABB-6E05E539B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sp>
        <p:nvSpPr>
          <p:cNvPr id="7" name="TextBox 6">
            <a:extLst>
              <a:ext uri="{FF2B5EF4-FFF2-40B4-BE49-F238E27FC236}">
                <a16:creationId xmlns:a16="http://schemas.microsoft.com/office/drawing/2014/main" id="{3734ECD7-E53A-1FC4-6DA9-EDE5E3843265}"/>
              </a:ext>
            </a:extLst>
          </p:cNvPr>
          <p:cNvSpPr txBox="1"/>
          <p:nvPr/>
        </p:nvSpPr>
        <p:spPr>
          <a:xfrm>
            <a:off x="1430705" y="1922489"/>
            <a:ext cx="9144000" cy="461665"/>
          </a:xfrm>
          <a:prstGeom prst="rect">
            <a:avLst/>
          </a:prstGeom>
          <a:noFill/>
        </p:spPr>
        <p:txBody>
          <a:bodyPr wrap="square" lIns="0" rIns="0" rtlCol="0">
            <a:spAutoFit/>
          </a:bodyPr>
          <a:lstStyle/>
          <a:p>
            <a:pPr algn="ctr"/>
            <a:r>
              <a:rPr lang="en-US" sz="1200" b="0" i="0" dirty="0">
                <a:solidFill>
                  <a:srgbClr val="666666"/>
                </a:solidFill>
                <a:effectLst/>
              </a:rPr>
              <a:t>Lorem ipsum dolor sit </a:t>
            </a:r>
            <a:r>
              <a:rPr lang="en-US" sz="1200" b="0" i="0" dirty="0" err="1">
                <a:solidFill>
                  <a:srgbClr val="666666"/>
                </a:solidFill>
                <a:effectLst/>
              </a:rPr>
              <a:t>amet</a:t>
            </a:r>
            <a:r>
              <a:rPr lang="en-US" sz="1200" b="0" i="0" dirty="0">
                <a:solidFill>
                  <a:srgbClr val="666666"/>
                </a:solidFill>
                <a:effectLst/>
              </a:rPr>
              <a:t>, </a:t>
            </a:r>
            <a:r>
              <a:rPr lang="en-US" sz="1200" b="0" i="0" dirty="0" err="1">
                <a:solidFill>
                  <a:srgbClr val="666666"/>
                </a:solidFill>
                <a:effectLst/>
              </a:rPr>
              <a:t>consectetuer</a:t>
            </a:r>
            <a:r>
              <a:rPr lang="en-US" sz="1200" b="0" i="0" dirty="0">
                <a:solidFill>
                  <a:srgbClr val="666666"/>
                </a:solidFill>
                <a:effectLst/>
              </a:rPr>
              <a:t> </a:t>
            </a:r>
            <a:r>
              <a:rPr lang="en-US" sz="1200" b="0" i="0" dirty="0" err="1">
                <a:solidFill>
                  <a:srgbClr val="666666"/>
                </a:solidFill>
                <a:effectLst/>
              </a:rPr>
              <a:t>adipiscing</a:t>
            </a:r>
            <a:r>
              <a:rPr lang="en-US" sz="1200" b="0" i="0" dirty="0">
                <a:solidFill>
                  <a:srgbClr val="666666"/>
                </a:solidFill>
                <a:effectLst/>
              </a:rPr>
              <a:t> </a:t>
            </a:r>
            <a:r>
              <a:rPr lang="en-US" sz="1200" b="0" i="0" dirty="0" err="1">
                <a:solidFill>
                  <a:srgbClr val="666666"/>
                </a:solidFill>
                <a:effectLst/>
              </a:rPr>
              <a:t>elit</a:t>
            </a:r>
            <a:r>
              <a:rPr lang="en-US" sz="1200" b="0" i="0" dirty="0">
                <a:solidFill>
                  <a:srgbClr val="666666"/>
                </a:solidFill>
                <a:effectLst/>
              </a:rPr>
              <a:t>. Aenean </a:t>
            </a:r>
            <a:r>
              <a:rPr lang="en-US" sz="1200" b="0" i="0" dirty="0" err="1">
                <a:solidFill>
                  <a:srgbClr val="666666"/>
                </a:solidFill>
                <a:effectLst/>
              </a:rPr>
              <a:t>commodo</a:t>
            </a:r>
            <a:r>
              <a:rPr lang="en-US" sz="1200" b="0" i="0" dirty="0">
                <a:solidFill>
                  <a:srgbClr val="666666"/>
                </a:solidFill>
                <a:effectLst/>
              </a:rPr>
              <a:t> ligula </a:t>
            </a:r>
            <a:r>
              <a:rPr lang="en-US" sz="1200" b="0" i="0" dirty="0" err="1">
                <a:solidFill>
                  <a:srgbClr val="666666"/>
                </a:solidFill>
                <a:effectLst/>
              </a:rPr>
              <a:t>eget</a:t>
            </a:r>
            <a:r>
              <a:rPr lang="en-US" sz="1200" b="0" i="0" dirty="0">
                <a:solidFill>
                  <a:srgbClr val="666666"/>
                </a:solidFill>
                <a:effectLst/>
              </a:rPr>
              <a:t> dolor. Aenean </a:t>
            </a:r>
            <a:r>
              <a:rPr lang="en-US" sz="1200" b="0" i="0" dirty="0" err="1">
                <a:solidFill>
                  <a:srgbClr val="666666"/>
                </a:solidFill>
                <a:effectLst/>
              </a:rPr>
              <a:t>massa</a:t>
            </a:r>
            <a:r>
              <a:rPr lang="en-US" sz="1200" b="0" i="0" dirty="0">
                <a:solidFill>
                  <a:srgbClr val="666666"/>
                </a:solidFill>
                <a:effectLst/>
              </a:rPr>
              <a:t>. Cum sociis </a:t>
            </a:r>
            <a:r>
              <a:rPr lang="en-US" sz="1200" b="0" i="0" dirty="0" err="1">
                <a:solidFill>
                  <a:srgbClr val="666666"/>
                </a:solidFill>
                <a:effectLst/>
              </a:rPr>
              <a:t>natoque</a:t>
            </a:r>
            <a:r>
              <a:rPr lang="en-US" sz="1200" b="0" i="0" dirty="0">
                <a:solidFill>
                  <a:srgbClr val="666666"/>
                </a:solidFill>
                <a:effectLst/>
              </a:rPr>
              <a:t> </a:t>
            </a:r>
            <a:r>
              <a:rPr lang="en-US" sz="1200" b="0" i="0" dirty="0" err="1">
                <a:solidFill>
                  <a:srgbClr val="666666"/>
                </a:solidFill>
                <a:effectLst/>
              </a:rPr>
              <a:t>penatibus</a:t>
            </a:r>
            <a:r>
              <a:rPr lang="en-US" sz="1200" b="0" i="0" dirty="0">
                <a:solidFill>
                  <a:srgbClr val="666666"/>
                </a:solidFill>
                <a:effectLst/>
              </a:rPr>
              <a:t> et </a:t>
            </a:r>
            <a:r>
              <a:rPr lang="en-US" sz="1200" b="0" i="0" dirty="0" err="1">
                <a:solidFill>
                  <a:srgbClr val="666666"/>
                </a:solidFill>
                <a:effectLst/>
              </a:rPr>
              <a:t>magnis</a:t>
            </a:r>
            <a:r>
              <a:rPr lang="en-US" sz="1200" b="0" i="0" dirty="0">
                <a:solidFill>
                  <a:srgbClr val="666666"/>
                </a:solidFill>
                <a:effectLst/>
              </a:rPr>
              <a:t> dis parturient </a:t>
            </a:r>
            <a:r>
              <a:rPr lang="en-US" sz="1200" b="0" i="0" dirty="0" err="1">
                <a:solidFill>
                  <a:srgbClr val="666666"/>
                </a:solidFill>
                <a:effectLst/>
              </a:rPr>
              <a:t>montes</a:t>
            </a:r>
            <a:r>
              <a:rPr lang="en-US" sz="1200" b="0" i="0" dirty="0">
                <a:solidFill>
                  <a:srgbClr val="666666"/>
                </a:solidFill>
                <a:effectLst/>
              </a:rPr>
              <a:t>, </a:t>
            </a:r>
            <a:r>
              <a:rPr lang="en-US" sz="1200" b="0" i="0" dirty="0" err="1">
                <a:solidFill>
                  <a:srgbClr val="666666"/>
                </a:solidFill>
                <a:effectLst/>
              </a:rPr>
              <a:t>nascetur</a:t>
            </a:r>
            <a:r>
              <a:rPr lang="en-US" sz="1200" b="0" i="0" dirty="0">
                <a:solidFill>
                  <a:srgbClr val="666666"/>
                </a:solidFill>
                <a:effectLst/>
              </a:rPr>
              <a:t> </a:t>
            </a:r>
            <a:r>
              <a:rPr lang="en-US" sz="1200" b="0" i="0" dirty="0" err="1">
                <a:solidFill>
                  <a:srgbClr val="666666"/>
                </a:solidFill>
                <a:effectLst/>
              </a:rPr>
              <a:t>ridiculus</a:t>
            </a:r>
            <a:r>
              <a:rPr lang="en-US" sz="1200" b="0" i="0" dirty="0">
                <a:solidFill>
                  <a:srgbClr val="666666"/>
                </a:solidFill>
                <a:effectLst/>
              </a:rPr>
              <a:t> mus. Donec </a:t>
            </a:r>
            <a:r>
              <a:rPr lang="en-US" sz="1200" b="0" i="0" dirty="0" err="1">
                <a:solidFill>
                  <a:srgbClr val="666666"/>
                </a:solidFill>
                <a:effectLst/>
              </a:rPr>
              <a:t>quam</a:t>
            </a:r>
            <a:r>
              <a:rPr lang="en-US" sz="1200" b="0" i="0" dirty="0">
                <a:solidFill>
                  <a:srgbClr val="666666"/>
                </a:solidFill>
                <a:effectLst/>
              </a:rPr>
              <a:t> </a:t>
            </a:r>
            <a:r>
              <a:rPr lang="en-US" sz="1200" b="0" i="0" dirty="0" err="1">
                <a:solidFill>
                  <a:srgbClr val="666666"/>
                </a:solidFill>
                <a:effectLst/>
              </a:rPr>
              <a:t>felis</a:t>
            </a:r>
            <a:r>
              <a:rPr lang="en-US" sz="1200" b="0" i="0" dirty="0">
                <a:solidFill>
                  <a:srgbClr val="666666"/>
                </a:solidFill>
                <a:effectLst/>
              </a:rPr>
              <a:t>, </a:t>
            </a:r>
            <a:r>
              <a:rPr lang="en-US" sz="1200" b="0" i="0" dirty="0" err="1">
                <a:solidFill>
                  <a:srgbClr val="666666"/>
                </a:solidFill>
                <a:effectLst/>
              </a:rPr>
              <a:t>ultricies</a:t>
            </a:r>
            <a:r>
              <a:rPr lang="en-US" sz="1200" b="0" i="0" dirty="0">
                <a:solidFill>
                  <a:srgbClr val="666666"/>
                </a:solidFill>
                <a:effectLst/>
              </a:rPr>
              <a:t> </a:t>
            </a:r>
            <a:r>
              <a:rPr lang="en-US" sz="1200" b="0" i="0" dirty="0" err="1">
                <a:solidFill>
                  <a:srgbClr val="666666"/>
                </a:solidFill>
                <a:effectLst/>
              </a:rPr>
              <a:t>nec</a:t>
            </a:r>
            <a:r>
              <a:rPr lang="en-US" sz="1200" b="0" i="0" dirty="0">
                <a:solidFill>
                  <a:srgbClr val="666666"/>
                </a:solidFill>
                <a:effectLst/>
              </a:rPr>
              <a:t>, </a:t>
            </a:r>
            <a:r>
              <a:rPr lang="en-US" sz="1200" b="0" i="0" dirty="0" err="1">
                <a:solidFill>
                  <a:srgbClr val="666666"/>
                </a:solidFill>
                <a:effectLst/>
              </a:rPr>
              <a:t>pellentesque</a:t>
            </a:r>
            <a:r>
              <a:rPr lang="en-US" sz="1200" b="0" i="0" dirty="0">
                <a:solidFill>
                  <a:srgbClr val="666666"/>
                </a:solidFill>
                <a:effectLst/>
              </a:rPr>
              <a:t> </a:t>
            </a:r>
            <a:r>
              <a:rPr lang="en-US" sz="1200" b="0" i="0" dirty="0" err="1">
                <a:solidFill>
                  <a:srgbClr val="666666"/>
                </a:solidFill>
                <a:effectLst/>
              </a:rPr>
              <a:t>eu</a:t>
            </a:r>
            <a:r>
              <a:rPr lang="en-US" sz="1200" b="0" i="0" dirty="0">
                <a:solidFill>
                  <a:srgbClr val="666666"/>
                </a:solidFill>
                <a:effectLst/>
              </a:rPr>
              <a:t>, </a:t>
            </a:r>
            <a:r>
              <a:rPr lang="en-US" sz="1200" b="0" i="0" dirty="0" err="1">
                <a:solidFill>
                  <a:srgbClr val="666666"/>
                </a:solidFill>
                <a:effectLst/>
              </a:rPr>
              <a:t>pretium</a:t>
            </a:r>
            <a:r>
              <a:rPr lang="en-US" sz="1200" b="0" i="0" dirty="0">
                <a:solidFill>
                  <a:srgbClr val="666666"/>
                </a:solidFill>
                <a:effectLst/>
              </a:rPr>
              <a:t> </a:t>
            </a:r>
            <a:r>
              <a:rPr lang="en-US" sz="1200" b="0" i="0" dirty="0" err="1">
                <a:solidFill>
                  <a:srgbClr val="666666"/>
                </a:solidFill>
                <a:effectLst/>
              </a:rPr>
              <a:t>quis</a:t>
            </a:r>
            <a:r>
              <a:rPr lang="en-US" sz="1200" b="0" i="0" dirty="0">
                <a:solidFill>
                  <a:srgbClr val="666666"/>
                </a:solidFill>
                <a:effectLst/>
              </a:rPr>
              <a:t>, sem. </a:t>
            </a:r>
            <a:endParaRPr lang="en-US" sz="1200" dirty="0">
              <a:ea typeface="Roboto Condensed Light" panose="02000000000000000000" pitchFamily="2" charset="0"/>
              <a:cs typeface="Roboto Condensed Light" panose="02000000000000000000" pitchFamily="2" charset="0"/>
            </a:endParaRPr>
          </a:p>
        </p:txBody>
      </p:sp>
      <p:sp>
        <p:nvSpPr>
          <p:cNvPr id="8" name="TextBox 7">
            <a:extLst>
              <a:ext uri="{FF2B5EF4-FFF2-40B4-BE49-F238E27FC236}">
                <a16:creationId xmlns:a16="http://schemas.microsoft.com/office/drawing/2014/main" id="{843ED69A-B60D-1833-C5A3-5E87E5AF4649}"/>
              </a:ext>
            </a:extLst>
          </p:cNvPr>
          <p:cNvSpPr txBox="1"/>
          <p:nvPr/>
        </p:nvSpPr>
        <p:spPr>
          <a:xfrm>
            <a:off x="1676400" y="4964632"/>
            <a:ext cx="7824439" cy="1200329"/>
          </a:xfrm>
          <a:prstGeom prst="rect">
            <a:avLst/>
          </a:prstGeom>
          <a:noFill/>
        </p:spPr>
        <p:txBody>
          <a:bodyPr wrap="square" lIns="0" rIns="0" rtlCol="0">
            <a:spAutoFit/>
          </a:bodyPr>
          <a:lstStyle/>
          <a:p>
            <a:pPr algn="ctr"/>
            <a:r>
              <a:rPr lang="en-US" sz="1200" b="0" i="0" dirty="0">
                <a:solidFill>
                  <a:srgbClr val="666666"/>
                </a:solidFill>
                <a:effectLst/>
              </a:rPr>
              <a:t>Lorem ipsum dolor sit </a:t>
            </a:r>
            <a:r>
              <a:rPr lang="en-US" sz="1200" b="0" i="0" dirty="0" err="1">
                <a:solidFill>
                  <a:srgbClr val="666666"/>
                </a:solidFill>
                <a:effectLst/>
              </a:rPr>
              <a:t>amet</a:t>
            </a:r>
            <a:r>
              <a:rPr lang="en-US" sz="1200" b="0" i="0" dirty="0">
                <a:solidFill>
                  <a:srgbClr val="666666"/>
                </a:solidFill>
                <a:effectLst/>
              </a:rPr>
              <a:t>, </a:t>
            </a:r>
            <a:r>
              <a:rPr lang="en-US" sz="1200" b="0" i="0" dirty="0" err="1">
                <a:solidFill>
                  <a:srgbClr val="666666"/>
                </a:solidFill>
                <a:effectLst/>
              </a:rPr>
              <a:t>consectetuer</a:t>
            </a:r>
            <a:r>
              <a:rPr lang="en-US" sz="1200" b="0" i="0" dirty="0">
                <a:solidFill>
                  <a:srgbClr val="666666"/>
                </a:solidFill>
                <a:effectLst/>
              </a:rPr>
              <a:t> </a:t>
            </a:r>
            <a:r>
              <a:rPr lang="en-US" sz="1200" b="0" i="0" dirty="0" err="1">
                <a:solidFill>
                  <a:srgbClr val="666666"/>
                </a:solidFill>
                <a:effectLst/>
              </a:rPr>
              <a:t>adipiscing</a:t>
            </a:r>
            <a:r>
              <a:rPr lang="en-US" sz="1200" b="0" i="0" dirty="0">
                <a:solidFill>
                  <a:srgbClr val="666666"/>
                </a:solidFill>
                <a:effectLst/>
              </a:rPr>
              <a:t> </a:t>
            </a:r>
            <a:r>
              <a:rPr lang="en-US" sz="1200" b="0" i="0" dirty="0" err="1">
                <a:solidFill>
                  <a:srgbClr val="666666"/>
                </a:solidFill>
                <a:effectLst/>
              </a:rPr>
              <a:t>elit</a:t>
            </a:r>
            <a:r>
              <a:rPr lang="en-US" sz="1200" b="0" i="0" dirty="0">
                <a:solidFill>
                  <a:srgbClr val="666666"/>
                </a:solidFill>
                <a:effectLst/>
              </a:rPr>
              <a:t>. Aenean </a:t>
            </a:r>
            <a:r>
              <a:rPr lang="en-US" sz="1200" b="0" i="0" dirty="0" err="1">
                <a:solidFill>
                  <a:srgbClr val="666666"/>
                </a:solidFill>
                <a:effectLst/>
              </a:rPr>
              <a:t>commodo</a:t>
            </a:r>
            <a:r>
              <a:rPr lang="en-US" sz="1200" b="0" i="0" dirty="0">
                <a:solidFill>
                  <a:srgbClr val="666666"/>
                </a:solidFill>
                <a:effectLst/>
              </a:rPr>
              <a:t> ligula </a:t>
            </a:r>
            <a:r>
              <a:rPr lang="en-US" sz="1200" b="0" i="0" dirty="0" err="1">
                <a:solidFill>
                  <a:srgbClr val="666666"/>
                </a:solidFill>
                <a:effectLst/>
              </a:rPr>
              <a:t>eget</a:t>
            </a:r>
            <a:r>
              <a:rPr lang="en-US" sz="1200" b="0" i="0" dirty="0">
                <a:solidFill>
                  <a:srgbClr val="666666"/>
                </a:solidFill>
                <a:effectLst/>
              </a:rPr>
              <a:t> dolor. Aenean </a:t>
            </a:r>
            <a:r>
              <a:rPr lang="en-US" sz="1200" b="0" i="0" dirty="0" err="1">
                <a:solidFill>
                  <a:srgbClr val="666666"/>
                </a:solidFill>
                <a:effectLst/>
              </a:rPr>
              <a:t>massa</a:t>
            </a:r>
            <a:r>
              <a:rPr lang="en-US" sz="1200" b="0" i="0" dirty="0">
                <a:solidFill>
                  <a:srgbClr val="666666"/>
                </a:solidFill>
                <a:effectLst/>
              </a:rPr>
              <a:t>. Cum sociis </a:t>
            </a:r>
            <a:r>
              <a:rPr lang="en-US" sz="1200" b="0" i="0" dirty="0" err="1">
                <a:solidFill>
                  <a:srgbClr val="666666"/>
                </a:solidFill>
                <a:effectLst/>
              </a:rPr>
              <a:t>natoque</a:t>
            </a:r>
            <a:r>
              <a:rPr lang="en-US" sz="1200" b="0" i="0" dirty="0">
                <a:solidFill>
                  <a:srgbClr val="666666"/>
                </a:solidFill>
                <a:effectLst/>
              </a:rPr>
              <a:t> </a:t>
            </a:r>
            <a:r>
              <a:rPr lang="en-US" sz="1200" b="0" i="0" dirty="0" err="1">
                <a:solidFill>
                  <a:srgbClr val="666666"/>
                </a:solidFill>
                <a:effectLst/>
              </a:rPr>
              <a:t>penatibus</a:t>
            </a:r>
            <a:r>
              <a:rPr lang="en-US" sz="1200" b="0" i="0" dirty="0">
                <a:solidFill>
                  <a:srgbClr val="666666"/>
                </a:solidFill>
                <a:effectLst/>
              </a:rPr>
              <a:t> et </a:t>
            </a:r>
            <a:r>
              <a:rPr lang="en-US" sz="1200" b="0" i="0" dirty="0" err="1">
                <a:solidFill>
                  <a:srgbClr val="666666"/>
                </a:solidFill>
                <a:effectLst/>
              </a:rPr>
              <a:t>magnis</a:t>
            </a:r>
            <a:r>
              <a:rPr lang="en-US" sz="1200" b="0" i="0" dirty="0">
                <a:solidFill>
                  <a:srgbClr val="666666"/>
                </a:solidFill>
                <a:effectLst/>
              </a:rPr>
              <a:t> dis parturient </a:t>
            </a:r>
            <a:r>
              <a:rPr lang="en-US" sz="1200" b="0" i="0" dirty="0" err="1">
                <a:solidFill>
                  <a:srgbClr val="666666"/>
                </a:solidFill>
                <a:effectLst/>
              </a:rPr>
              <a:t>montes</a:t>
            </a:r>
            <a:r>
              <a:rPr lang="en-US" sz="1200" b="0" i="0" dirty="0">
                <a:solidFill>
                  <a:srgbClr val="666666"/>
                </a:solidFill>
                <a:effectLst/>
              </a:rPr>
              <a:t>, </a:t>
            </a:r>
            <a:r>
              <a:rPr lang="en-US" sz="1200" b="0" i="0" dirty="0" err="1">
                <a:solidFill>
                  <a:srgbClr val="666666"/>
                </a:solidFill>
                <a:effectLst/>
              </a:rPr>
              <a:t>nascetur</a:t>
            </a:r>
            <a:r>
              <a:rPr lang="en-US" sz="1200" b="0" i="0" dirty="0">
                <a:solidFill>
                  <a:srgbClr val="666666"/>
                </a:solidFill>
                <a:effectLst/>
              </a:rPr>
              <a:t> </a:t>
            </a:r>
            <a:r>
              <a:rPr lang="en-US" sz="1200" b="0" i="0" dirty="0" err="1">
                <a:solidFill>
                  <a:srgbClr val="666666"/>
                </a:solidFill>
                <a:effectLst/>
              </a:rPr>
              <a:t>ridiculus</a:t>
            </a:r>
            <a:r>
              <a:rPr lang="en-US" sz="1200" b="0" i="0" dirty="0">
                <a:solidFill>
                  <a:srgbClr val="666666"/>
                </a:solidFill>
                <a:effectLst/>
              </a:rPr>
              <a:t> mus. Donec </a:t>
            </a:r>
            <a:r>
              <a:rPr lang="en-US" sz="1200" b="0" i="0" dirty="0" err="1">
                <a:solidFill>
                  <a:srgbClr val="666666"/>
                </a:solidFill>
                <a:effectLst/>
              </a:rPr>
              <a:t>quam</a:t>
            </a:r>
            <a:r>
              <a:rPr lang="en-US" sz="1200" b="0" i="0" dirty="0">
                <a:solidFill>
                  <a:srgbClr val="666666"/>
                </a:solidFill>
                <a:effectLst/>
              </a:rPr>
              <a:t> </a:t>
            </a:r>
            <a:r>
              <a:rPr lang="en-US" sz="1200" b="0" i="0" dirty="0" err="1">
                <a:solidFill>
                  <a:srgbClr val="666666"/>
                </a:solidFill>
                <a:effectLst/>
              </a:rPr>
              <a:t>felis</a:t>
            </a:r>
            <a:r>
              <a:rPr lang="en-US" sz="1200" b="0" i="0" dirty="0">
                <a:solidFill>
                  <a:srgbClr val="666666"/>
                </a:solidFill>
                <a:effectLst/>
              </a:rPr>
              <a:t>, </a:t>
            </a:r>
            <a:r>
              <a:rPr lang="en-US" sz="1200" b="0" i="0" dirty="0" err="1">
                <a:solidFill>
                  <a:srgbClr val="666666"/>
                </a:solidFill>
                <a:effectLst/>
              </a:rPr>
              <a:t>ultricies</a:t>
            </a:r>
            <a:r>
              <a:rPr lang="en-US" sz="1200" b="0" i="0" dirty="0">
                <a:solidFill>
                  <a:srgbClr val="666666"/>
                </a:solidFill>
                <a:effectLst/>
              </a:rPr>
              <a:t> </a:t>
            </a:r>
            <a:r>
              <a:rPr lang="en-US" sz="1200" b="0" i="0" dirty="0" err="1">
                <a:solidFill>
                  <a:srgbClr val="666666"/>
                </a:solidFill>
                <a:effectLst/>
              </a:rPr>
              <a:t>nec</a:t>
            </a:r>
            <a:r>
              <a:rPr lang="en-US" sz="1200" b="0" i="0" dirty="0">
                <a:solidFill>
                  <a:srgbClr val="666666"/>
                </a:solidFill>
                <a:effectLst/>
              </a:rPr>
              <a:t>, </a:t>
            </a:r>
            <a:r>
              <a:rPr lang="en-US" sz="1200" b="0" i="0" dirty="0" err="1">
                <a:solidFill>
                  <a:srgbClr val="666666"/>
                </a:solidFill>
                <a:effectLst/>
              </a:rPr>
              <a:t>pellentesque</a:t>
            </a:r>
            <a:r>
              <a:rPr lang="en-US" sz="1200" b="0" i="0" dirty="0">
                <a:solidFill>
                  <a:srgbClr val="666666"/>
                </a:solidFill>
                <a:effectLst/>
              </a:rPr>
              <a:t> </a:t>
            </a:r>
            <a:r>
              <a:rPr lang="en-US" sz="1200" b="0" i="0" dirty="0" err="1">
                <a:solidFill>
                  <a:srgbClr val="666666"/>
                </a:solidFill>
                <a:effectLst/>
              </a:rPr>
              <a:t>eu</a:t>
            </a:r>
            <a:r>
              <a:rPr lang="en-US" sz="1200" b="0" i="0" dirty="0">
                <a:solidFill>
                  <a:srgbClr val="666666"/>
                </a:solidFill>
                <a:effectLst/>
              </a:rPr>
              <a:t>, </a:t>
            </a:r>
            <a:r>
              <a:rPr lang="en-US" sz="1200" b="0" i="0" dirty="0" err="1">
                <a:solidFill>
                  <a:srgbClr val="666666"/>
                </a:solidFill>
                <a:effectLst/>
              </a:rPr>
              <a:t>pretium</a:t>
            </a:r>
            <a:r>
              <a:rPr lang="en-US" sz="1200" b="0" i="0" dirty="0">
                <a:solidFill>
                  <a:srgbClr val="666666"/>
                </a:solidFill>
                <a:effectLst/>
              </a:rPr>
              <a:t> </a:t>
            </a:r>
            <a:r>
              <a:rPr lang="en-US" sz="1200" b="0" i="0" dirty="0" err="1">
                <a:solidFill>
                  <a:srgbClr val="666666"/>
                </a:solidFill>
                <a:effectLst/>
              </a:rPr>
              <a:t>quis</a:t>
            </a:r>
            <a:r>
              <a:rPr lang="en-US" sz="1200" b="0" i="0" dirty="0">
                <a:solidFill>
                  <a:srgbClr val="666666"/>
                </a:solidFill>
                <a:effectLst/>
              </a:rPr>
              <a:t>, sem. </a:t>
            </a:r>
            <a:r>
              <a:rPr lang="en-US" sz="1200" b="0" i="0" dirty="0" err="1">
                <a:solidFill>
                  <a:srgbClr val="666666"/>
                </a:solidFill>
                <a:effectLst/>
              </a:rPr>
              <a:t>Nulla</a:t>
            </a:r>
            <a:r>
              <a:rPr lang="en-US" sz="1200" b="0" i="0" dirty="0">
                <a:solidFill>
                  <a:srgbClr val="666666"/>
                </a:solidFill>
                <a:effectLst/>
              </a:rPr>
              <a:t> </a:t>
            </a:r>
            <a:r>
              <a:rPr lang="en-US" sz="1200" b="0" i="0" dirty="0" err="1">
                <a:solidFill>
                  <a:srgbClr val="666666"/>
                </a:solidFill>
                <a:effectLst/>
              </a:rPr>
              <a:t>consequat</a:t>
            </a:r>
            <a:r>
              <a:rPr lang="en-US" sz="1200" b="0" i="0" dirty="0">
                <a:solidFill>
                  <a:srgbClr val="666666"/>
                </a:solidFill>
                <a:effectLst/>
              </a:rPr>
              <a:t> </a:t>
            </a:r>
            <a:r>
              <a:rPr lang="en-US" sz="1200" b="0" i="0" dirty="0" err="1">
                <a:solidFill>
                  <a:srgbClr val="666666"/>
                </a:solidFill>
                <a:effectLst/>
              </a:rPr>
              <a:t>massa</a:t>
            </a:r>
            <a:r>
              <a:rPr lang="en-US" sz="1200" b="0" i="0" dirty="0">
                <a:solidFill>
                  <a:srgbClr val="666666"/>
                </a:solidFill>
                <a:effectLst/>
              </a:rPr>
              <a:t> </a:t>
            </a:r>
            <a:r>
              <a:rPr lang="en-US" sz="1200" b="0" i="0" dirty="0" err="1">
                <a:solidFill>
                  <a:srgbClr val="666666"/>
                </a:solidFill>
                <a:effectLst/>
              </a:rPr>
              <a:t>quis</a:t>
            </a:r>
            <a:r>
              <a:rPr lang="en-US" sz="1200" b="0" i="0" dirty="0">
                <a:solidFill>
                  <a:srgbClr val="666666"/>
                </a:solidFill>
                <a:effectLst/>
              </a:rPr>
              <a:t> </a:t>
            </a:r>
            <a:r>
              <a:rPr lang="en-US" sz="1200" b="0" i="0" dirty="0" err="1">
                <a:solidFill>
                  <a:srgbClr val="666666"/>
                </a:solidFill>
                <a:effectLst/>
              </a:rPr>
              <a:t>enim</a:t>
            </a:r>
            <a:r>
              <a:rPr lang="en-US" sz="1200" b="0" i="0" dirty="0">
                <a:solidFill>
                  <a:srgbClr val="666666"/>
                </a:solidFill>
                <a:effectLst/>
              </a:rPr>
              <a:t>. Donec </a:t>
            </a:r>
            <a:r>
              <a:rPr lang="en-US" sz="1200" b="0" i="0" dirty="0" err="1">
                <a:solidFill>
                  <a:srgbClr val="666666"/>
                </a:solidFill>
                <a:effectLst/>
              </a:rPr>
              <a:t>pede</a:t>
            </a:r>
            <a:r>
              <a:rPr lang="en-US" sz="1200" b="0" i="0" dirty="0">
                <a:solidFill>
                  <a:srgbClr val="666666"/>
                </a:solidFill>
                <a:effectLst/>
              </a:rPr>
              <a:t> </a:t>
            </a:r>
            <a:r>
              <a:rPr lang="en-US" sz="1200" b="0" i="0" dirty="0" err="1">
                <a:solidFill>
                  <a:srgbClr val="666666"/>
                </a:solidFill>
                <a:effectLst/>
              </a:rPr>
              <a:t>justo</a:t>
            </a:r>
            <a:r>
              <a:rPr lang="en-US" sz="1200" b="0" i="0" dirty="0">
                <a:solidFill>
                  <a:srgbClr val="666666"/>
                </a:solidFill>
                <a:effectLst/>
              </a:rPr>
              <a:t>, </a:t>
            </a:r>
            <a:r>
              <a:rPr lang="en-US" sz="1200" b="0" i="0" dirty="0" err="1">
                <a:solidFill>
                  <a:srgbClr val="666666"/>
                </a:solidFill>
                <a:effectLst/>
              </a:rPr>
              <a:t>fringilla</a:t>
            </a:r>
            <a:r>
              <a:rPr lang="en-US" sz="1200" b="0" i="0" dirty="0">
                <a:solidFill>
                  <a:srgbClr val="666666"/>
                </a:solidFill>
                <a:effectLst/>
              </a:rPr>
              <a:t> vel, </a:t>
            </a:r>
            <a:r>
              <a:rPr lang="en-US" sz="1200" b="0" i="0" dirty="0" err="1">
                <a:solidFill>
                  <a:srgbClr val="666666"/>
                </a:solidFill>
                <a:effectLst/>
              </a:rPr>
              <a:t>aliquet</a:t>
            </a:r>
            <a:r>
              <a:rPr lang="en-US" sz="1200" b="0" i="0" dirty="0">
                <a:solidFill>
                  <a:srgbClr val="666666"/>
                </a:solidFill>
                <a:effectLst/>
              </a:rPr>
              <a:t> </a:t>
            </a:r>
            <a:r>
              <a:rPr lang="en-US" sz="1200" b="0" i="0" dirty="0" err="1">
                <a:solidFill>
                  <a:srgbClr val="666666"/>
                </a:solidFill>
                <a:effectLst/>
              </a:rPr>
              <a:t>nec</a:t>
            </a:r>
            <a:r>
              <a:rPr lang="en-US" sz="1200" b="0" i="0" dirty="0">
                <a:solidFill>
                  <a:srgbClr val="666666"/>
                </a:solidFill>
                <a:effectLst/>
              </a:rPr>
              <a:t>, </a:t>
            </a:r>
            <a:r>
              <a:rPr lang="en-US" sz="1200" b="0" i="0" dirty="0" err="1">
                <a:solidFill>
                  <a:srgbClr val="666666"/>
                </a:solidFill>
                <a:effectLst/>
              </a:rPr>
              <a:t>vulputate</a:t>
            </a:r>
            <a:r>
              <a:rPr lang="en-US" sz="1200" b="0" i="0" dirty="0">
                <a:solidFill>
                  <a:srgbClr val="666666"/>
                </a:solidFill>
                <a:effectLst/>
              </a:rPr>
              <a:t> </a:t>
            </a:r>
            <a:r>
              <a:rPr lang="en-US" sz="1200" b="0" i="0" dirty="0" err="1">
                <a:solidFill>
                  <a:srgbClr val="666666"/>
                </a:solidFill>
                <a:effectLst/>
              </a:rPr>
              <a:t>eget</a:t>
            </a:r>
            <a:r>
              <a:rPr lang="en-US" sz="1200" b="0" i="0" dirty="0">
                <a:solidFill>
                  <a:srgbClr val="666666"/>
                </a:solidFill>
                <a:effectLst/>
              </a:rPr>
              <a:t>, </a:t>
            </a:r>
            <a:r>
              <a:rPr lang="en-US" sz="1200" b="0" i="0" dirty="0" err="1">
                <a:solidFill>
                  <a:srgbClr val="666666"/>
                </a:solidFill>
                <a:effectLst/>
              </a:rPr>
              <a:t>arcu</a:t>
            </a:r>
            <a:r>
              <a:rPr lang="en-US" sz="1200" b="0" i="0" dirty="0">
                <a:solidFill>
                  <a:srgbClr val="666666"/>
                </a:solidFill>
                <a:effectLst/>
              </a:rPr>
              <a:t>. In </a:t>
            </a:r>
            <a:r>
              <a:rPr lang="en-US" sz="1200" b="0" i="0" dirty="0" err="1">
                <a:solidFill>
                  <a:srgbClr val="666666"/>
                </a:solidFill>
                <a:effectLst/>
              </a:rPr>
              <a:t>enim</a:t>
            </a:r>
            <a:r>
              <a:rPr lang="en-US" sz="1200" b="0" i="0" dirty="0">
                <a:solidFill>
                  <a:srgbClr val="666666"/>
                </a:solidFill>
                <a:effectLst/>
              </a:rPr>
              <a:t> </a:t>
            </a:r>
            <a:r>
              <a:rPr lang="en-US" sz="1200" b="0" i="0" dirty="0" err="1">
                <a:solidFill>
                  <a:srgbClr val="666666"/>
                </a:solidFill>
                <a:effectLst/>
              </a:rPr>
              <a:t>justo</a:t>
            </a:r>
            <a:r>
              <a:rPr lang="en-US" sz="1200" b="0" i="0" dirty="0">
                <a:solidFill>
                  <a:srgbClr val="666666"/>
                </a:solidFill>
                <a:effectLst/>
              </a:rPr>
              <a:t>, </a:t>
            </a:r>
            <a:r>
              <a:rPr lang="en-US" sz="1200" b="0" i="0" dirty="0" err="1">
                <a:solidFill>
                  <a:srgbClr val="666666"/>
                </a:solidFill>
                <a:effectLst/>
              </a:rPr>
              <a:t>rhoncus</a:t>
            </a:r>
            <a:r>
              <a:rPr lang="en-US" sz="1200" b="0" i="0" dirty="0">
                <a:solidFill>
                  <a:srgbClr val="666666"/>
                </a:solidFill>
                <a:effectLst/>
              </a:rPr>
              <a:t> </a:t>
            </a:r>
            <a:r>
              <a:rPr lang="en-US" sz="1200" b="0" i="0" dirty="0" err="1">
                <a:solidFill>
                  <a:srgbClr val="666666"/>
                </a:solidFill>
                <a:effectLst/>
              </a:rPr>
              <a:t>ut</a:t>
            </a:r>
            <a:r>
              <a:rPr lang="en-US" sz="1200" b="0" i="0" dirty="0">
                <a:solidFill>
                  <a:srgbClr val="666666"/>
                </a:solidFill>
                <a:effectLst/>
              </a:rPr>
              <a:t>, </a:t>
            </a:r>
            <a:r>
              <a:rPr lang="en-US" sz="1200" b="0" i="0" dirty="0" err="1">
                <a:solidFill>
                  <a:srgbClr val="666666"/>
                </a:solidFill>
                <a:effectLst/>
              </a:rPr>
              <a:t>imperdiet</a:t>
            </a:r>
            <a:r>
              <a:rPr lang="en-US" sz="1200" b="0" i="0" dirty="0">
                <a:solidFill>
                  <a:srgbClr val="666666"/>
                </a:solidFill>
                <a:effectLst/>
              </a:rPr>
              <a:t> a, </a:t>
            </a:r>
            <a:r>
              <a:rPr lang="en-US" sz="1200" b="0" i="0" dirty="0" err="1">
                <a:solidFill>
                  <a:srgbClr val="666666"/>
                </a:solidFill>
                <a:effectLst/>
              </a:rPr>
              <a:t>venenatis</a:t>
            </a:r>
            <a:r>
              <a:rPr lang="en-US" sz="1200" b="0" i="0" dirty="0">
                <a:solidFill>
                  <a:srgbClr val="666666"/>
                </a:solidFill>
                <a:effectLst/>
              </a:rPr>
              <a:t> vitae, </a:t>
            </a:r>
            <a:r>
              <a:rPr lang="en-US" sz="1200" b="0" i="0" dirty="0" err="1">
                <a:solidFill>
                  <a:srgbClr val="666666"/>
                </a:solidFill>
                <a:effectLst/>
              </a:rPr>
              <a:t>justo</a:t>
            </a:r>
            <a:r>
              <a:rPr lang="en-US" sz="1200" b="0" i="0" dirty="0">
                <a:solidFill>
                  <a:srgbClr val="666666"/>
                </a:solidFill>
                <a:effectLst/>
              </a:rPr>
              <a:t>. </a:t>
            </a:r>
            <a:r>
              <a:rPr lang="en-US" sz="1200" b="0" i="0" dirty="0" err="1">
                <a:solidFill>
                  <a:srgbClr val="666666"/>
                </a:solidFill>
                <a:effectLst/>
              </a:rPr>
              <a:t>Nullam</a:t>
            </a:r>
            <a:r>
              <a:rPr lang="en-US" sz="1200" b="0" i="0" dirty="0">
                <a:solidFill>
                  <a:srgbClr val="666666"/>
                </a:solidFill>
                <a:effectLst/>
              </a:rPr>
              <a:t> dictum </a:t>
            </a:r>
            <a:r>
              <a:rPr lang="en-US" sz="1200" b="0" i="0" dirty="0" err="1">
                <a:solidFill>
                  <a:srgbClr val="666666"/>
                </a:solidFill>
                <a:effectLst/>
              </a:rPr>
              <a:t>felis</a:t>
            </a:r>
            <a:r>
              <a:rPr lang="en-US" sz="1200" b="0" i="0" dirty="0">
                <a:solidFill>
                  <a:srgbClr val="666666"/>
                </a:solidFill>
                <a:effectLst/>
              </a:rPr>
              <a:t> </a:t>
            </a:r>
            <a:r>
              <a:rPr lang="en-US" sz="1200" b="0" i="0" dirty="0" err="1">
                <a:solidFill>
                  <a:srgbClr val="666666"/>
                </a:solidFill>
                <a:effectLst/>
              </a:rPr>
              <a:t>eu</a:t>
            </a:r>
            <a:r>
              <a:rPr lang="en-US" sz="1200" b="0" i="0" dirty="0">
                <a:solidFill>
                  <a:srgbClr val="666666"/>
                </a:solidFill>
                <a:effectLst/>
              </a:rPr>
              <a:t> </a:t>
            </a:r>
            <a:r>
              <a:rPr lang="en-US" sz="1200" b="0" i="0" dirty="0" err="1">
                <a:solidFill>
                  <a:srgbClr val="666666"/>
                </a:solidFill>
                <a:effectLst/>
              </a:rPr>
              <a:t>pede</a:t>
            </a:r>
            <a:r>
              <a:rPr lang="en-US" sz="1200" b="0" i="0" dirty="0">
                <a:solidFill>
                  <a:srgbClr val="666666"/>
                </a:solidFill>
                <a:effectLst/>
              </a:rPr>
              <a:t> </a:t>
            </a:r>
            <a:r>
              <a:rPr lang="en-US" sz="1200" b="0" i="0" dirty="0" err="1">
                <a:solidFill>
                  <a:srgbClr val="666666"/>
                </a:solidFill>
                <a:effectLst/>
              </a:rPr>
              <a:t>mollis</a:t>
            </a:r>
            <a:r>
              <a:rPr lang="en-US" sz="1200" b="0" i="0" dirty="0">
                <a:solidFill>
                  <a:srgbClr val="666666"/>
                </a:solidFill>
                <a:effectLst/>
              </a:rPr>
              <a:t> </a:t>
            </a:r>
            <a:r>
              <a:rPr lang="en-US" sz="1200" b="0" i="0" dirty="0" err="1">
                <a:solidFill>
                  <a:srgbClr val="666666"/>
                </a:solidFill>
                <a:effectLst/>
              </a:rPr>
              <a:t>pretium</a:t>
            </a:r>
            <a:r>
              <a:rPr lang="en-US" sz="1200" b="0" i="0" dirty="0">
                <a:solidFill>
                  <a:srgbClr val="666666"/>
                </a:solidFill>
                <a:effectLst/>
              </a:rPr>
              <a:t>. Integer </a:t>
            </a:r>
            <a:r>
              <a:rPr lang="en-US" sz="1200" b="0" i="0" dirty="0" err="1">
                <a:solidFill>
                  <a:srgbClr val="666666"/>
                </a:solidFill>
                <a:effectLst/>
              </a:rPr>
              <a:t>tincidunt</a:t>
            </a:r>
            <a:r>
              <a:rPr lang="en-US" sz="1200" b="0" i="0" dirty="0">
                <a:solidFill>
                  <a:srgbClr val="666666"/>
                </a:solidFill>
                <a:effectLst/>
              </a:rPr>
              <a:t>. Cras </a:t>
            </a:r>
            <a:r>
              <a:rPr lang="en-US" sz="1200" b="0" i="0" dirty="0" err="1">
                <a:solidFill>
                  <a:srgbClr val="666666"/>
                </a:solidFill>
                <a:effectLst/>
              </a:rPr>
              <a:t>dapibus</a:t>
            </a:r>
            <a:r>
              <a:rPr lang="en-US" sz="1200" b="0" i="0" dirty="0">
                <a:solidFill>
                  <a:srgbClr val="666666"/>
                </a:solidFill>
                <a:effectLst/>
              </a:rPr>
              <a:t>. </a:t>
            </a:r>
            <a:r>
              <a:rPr lang="en-US" sz="1200" b="0" i="0" dirty="0" err="1">
                <a:solidFill>
                  <a:srgbClr val="666666"/>
                </a:solidFill>
                <a:effectLst/>
              </a:rPr>
              <a:t>Vivamus</a:t>
            </a:r>
            <a:r>
              <a:rPr lang="en-US" sz="1200" b="0" i="0" dirty="0">
                <a:solidFill>
                  <a:srgbClr val="666666"/>
                </a:solidFill>
                <a:effectLst/>
              </a:rPr>
              <a:t> </a:t>
            </a:r>
            <a:r>
              <a:rPr lang="en-US" sz="1200" b="0" i="0" dirty="0" err="1">
                <a:solidFill>
                  <a:srgbClr val="666666"/>
                </a:solidFill>
                <a:effectLst/>
              </a:rPr>
              <a:t>elementum</a:t>
            </a:r>
            <a:r>
              <a:rPr lang="en-US" sz="1200" b="0" i="0" dirty="0">
                <a:solidFill>
                  <a:srgbClr val="666666"/>
                </a:solidFill>
                <a:effectLst/>
              </a:rPr>
              <a:t> semper nisi. Aenean </a:t>
            </a:r>
            <a:r>
              <a:rPr lang="en-US" sz="1200" b="0" i="0" dirty="0" err="1">
                <a:solidFill>
                  <a:srgbClr val="666666"/>
                </a:solidFill>
                <a:effectLst/>
              </a:rPr>
              <a:t>vulputate</a:t>
            </a:r>
            <a:r>
              <a:rPr lang="en-US" sz="1200" b="0" i="0" dirty="0">
                <a:solidFill>
                  <a:srgbClr val="666666"/>
                </a:solidFill>
                <a:effectLst/>
              </a:rPr>
              <a:t> </a:t>
            </a:r>
            <a:r>
              <a:rPr lang="en-US" sz="1200" b="0" i="0" dirty="0" err="1">
                <a:solidFill>
                  <a:srgbClr val="666666"/>
                </a:solidFill>
                <a:effectLst/>
              </a:rPr>
              <a:t>eleifend</a:t>
            </a:r>
            <a:r>
              <a:rPr lang="en-US" sz="1200" b="0" i="0" dirty="0">
                <a:solidFill>
                  <a:srgbClr val="666666"/>
                </a:solidFill>
                <a:effectLst/>
              </a:rPr>
              <a:t> </a:t>
            </a:r>
            <a:r>
              <a:rPr lang="en-US" sz="1200" b="0" i="0" dirty="0" err="1">
                <a:solidFill>
                  <a:srgbClr val="666666"/>
                </a:solidFill>
                <a:effectLst/>
              </a:rPr>
              <a:t>tellus</a:t>
            </a:r>
            <a:r>
              <a:rPr lang="en-US" sz="1200" b="0" i="0" dirty="0">
                <a:solidFill>
                  <a:srgbClr val="666666"/>
                </a:solidFill>
                <a:effectLst/>
              </a:rPr>
              <a:t>. </a:t>
            </a:r>
          </a:p>
          <a:p>
            <a:pPr algn="ctr"/>
            <a:endParaRPr lang="en-US" sz="1200" dirty="0">
              <a:ea typeface="Roboto Condensed Light" panose="02000000000000000000" pitchFamily="2" charset="0"/>
              <a:cs typeface="Roboto Condensed Light" panose="02000000000000000000" pitchFamily="2" charset="0"/>
            </a:endParaRPr>
          </a:p>
        </p:txBody>
      </p:sp>
      <p:pic>
        <p:nvPicPr>
          <p:cNvPr id="3" name="Picture 2" descr="Cartoon person wearing glasses and holding a microphone&#10;&#10;AI-generated content may be incorrect.">
            <a:extLst>
              <a:ext uri="{FF2B5EF4-FFF2-40B4-BE49-F238E27FC236}">
                <a16:creationId xmlns:a16="http://schemas.microsoft.com/office/drawing/2014/main" id="{E37F5889-3902-CE51-99AA-21B1CA3CC7B5}"/>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0070354" y="4753882"/>
            <a:ext cx="1905000" cy="1905000"/>
          </a:xfrm>
          <a:prstGeom prst="rect">
            <a:avLst/>
          </a:prstGeom>
        </p:spPr>
      </p:pic>
    </p:spTree>
    <p:extLst>
      <p:ext uri="{BB962C8B-B14F-4D97-AF65-F5344CB8AC3E}">
        <p14:creationId xmlns:p14="http://schemas.microsoft.com/office/powerpoint/2010/main" val="1151843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812CF-61BE-A88B-76FD-2E1C6A882311}"/>
              </a:ext>
            </a:extLst>
          </p:cNvPr>
          <p:cNvSpPr>
            <a:spLocks noGrp="1"/>
          </p:cNvSpPr>
          <p:nvPr>
            <p:ph type="title"/>
          </p:nvPr>
        </p:nvSpPr>
        <p:spPr/>
        <p:txBody>
          <a:bodyPr/>
          <a:lstStyle/>
          <a:p>
            <a:endParaRPr lang="en-US"/>
          </a:p>
        </p:txBody>
      </p:sp>
      <p:sp>
        <p:nvSpPr>
          <p:cNvPr id="4" name="Oval 3">
            <a:extLst>
              <a:ext uri="{FF2B5EF4-FFF2-40B4-BE49-F238E27FC236}">
                <a16:creationId xmlns:a16="http://schemas.microsoft.com/office/drawing/2014/main" id="{0396A5E9-D1D7-1B6A-1F6D-2DD218B7F8EA}"/>
              </a:ext>
            </a:extLst>
          </p:cNvPr>
          <p:cNvSpPr/>
          <p:nvPr/>
        </p:nvSpPr>
        <p:spPr>
          <a:xfrm>
            <a:off x="1147811" y="3156581"/>
            <a:ext cx="1620180" cy="1620180"/>
          </a:xfrm>
          <a:prstGeom prst="ellipse">
            <a:avLst/>
          </a:prstGeom>
          <a:noFill/>
          <a:ln w="69850">
            <a:solidFill>
              <a:schemeClr val="bg1">
                <a:lumMod val="75000"/>
                <a:alpha val="3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5" name="Arc 4">
            <a:extLst>
              <a:ext uri="{FF2B5EF4-FFF2-40B4-BE49-F238E27FC236}">
                <a16:creationId xmlns:a16="http://schemas.microsoft.com/office/drawing/2014/main" id="{A9EC7268-198F-4198-ED76-F584F8A57F91}"/>
              </a:ext>
            </a:extLst>
          </p:cNvPr>
          <p:cNvSpPr/>
          <p:nvPr/>
        </p:nvSpPr>
        <p:spPr>
          <a:xfrm>
            <a:off x="1148657" y="3157427"/>
            <a:ext cx="1618488" cy="1618488"/>
          </a:xfrm>
          <a:prstGeom prst="arc">
            <a:avLst>
              <a:gd name="adj1" fmla="val 10766207"/>
              <a:gd name="adj2" fmla="val 0"/>
            </a:avLst>
          </a:prstGeom>
          <a:ln w="69850" cap="rnd">
            <a:solidFill>
              <a:schemeClr val="accent1"/>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6" name="Oval 5">
            <a:extLst>
              <a:ext uri="{FF2B5EF4-FFF2-40B4-BE49-F238E27FC236}">
                <a16:creationId xmlns:a16="http://schemas.microsoft.com/office/drawing/2014/main" id="{D4E66C27-26BE-8220-1444-2F5AE022FD7A}"/>
              </a:ext>
            </a:extLst>
          </p:cNvPr>
          <p:cNvSpPr/>
          <p:nvPr/>
        </p:nvSpPr>
        <p:spPr>
          <a:xfrm>
            <a:off x="2767991" y="3156581"/>
            <a:ext cx="1620180" cy="1620180"/>
          </a:xfrm>
          <a:prstGeom prst="ellipse">
            <a:avLst/>
          </a:prstGeom>
          <a:noFill/>
          <a:ln w="69850">
            <a:solidFill>
              <a:schemeClr val="bg1">
                <a:lumMod val="75000"/>
                <a:alpha val="3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7" name="Arc 6">
            <a:extLst>
              <a:ext uri="{FF2B5EF4-FFF2-40B4-BE49-F238E27FC236}">
                <a16:creationId xmlns:a16="http://schemas.microsoft.com/office/drawing/2014/main" id="{3FB03390-1EE2-2FF5-8113-4D27447F4BCB}"/>
              </a:ext>
            </a:extLst>
          </p:cNvPr>
          <p:cNvSpPr/>
          <p:nvPr/>
        </p:nvSpPr>
        <p:spPr>
          <a:xfrm rot="10800000">
            <a:off x="2768837" y="3157427"/>
            <a:ext cx="1618488" cy="1618488"/>
          </a:xfrm>
          <a:prstGeom prst="arc">
            <a:avLst>
              <a:gd name="adj1" fmla="val 10766207"/>
              <a:gd name="adj2" fmla="val 0"/>
            </a:avLst>
          </a:prstGeom>
          <a:ln w="69850" cap="rnd">
            <a:solidFill>
              <a:schemeClr val="accent2"/>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8" name="Oval 7">
            <a:extLst>
              <a:ext uri="{FF2B5EF4-FFF2-40B4-BE49-F238E27FC236}">
                <a16:creationId xmlns:a16="http://schemas.microsoft.com/office/drawing/2014/main" id="{4E671923-7E68-E5AF-2198-A5E608A7C74A}"/>
              </a:ext>
            </a:extLst>
          </p:cNvPr>
          <p:cNvSpPr/>
          <p:nvPr/>
        </p:nvSpPr>
        <p:spPr>
          <a:xfrm>
            <a:off x="4387473" y="3156581"/>
            <a:ext cx="1620180" cy="1620180"/>
          </a:xfrm>
          <a:prstGeom prst="ellipse">
            <a:avLst/>
          </a:prstGeom>
          <a:noFill/>
          <a:ln w="69850">
            <a:solidFill>
              <a:schemeClr val="bg1">
                <a:lumMod val="75000"/>
                <a:alpha val="3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9" name="Arc 8">
            <a:extLst>
              <a:ext uri="{FF2B5EF4-FFF2-40B4-BE49-F238E27FC236}">
                <a16:creationId xmlns:a16="http://schemas.microsoft.com/office/drawing/2014/main" id="{9BAA26EA-D518-CCE7-8C1B-072B9D8573FF}"/>
              </a:ext>
            </a:extLst>
          </p:cNvPr>
          <p:cNvSpPr/>
          <p:nvPr/>
        </p:nvSpPr>
        <p:spPr>
          <a:xfrm>
            <a:off x="4388319" y="3157427"/>
            <a:ext cx="1618488" cy="1618488"/>
          </a:xfrm>
          <a:prstGeom prst="arc">
            <a:avLst>
              <a:gd name="adj1" fmla="val 10766207"/>
              <a:gd name="adj2" fmla="val 0"/>
            </a:avLst>
          </a:prstGeom>
          <a:ln w="69850" cap="rnd">
            <a:solidFill>
              <a:schemeClr val="accent3"/>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0" name="Oval 9">
            <a:extLst>
              <a:ext uri="{FF2B5EF4-FFF2-40B4-BE49-F238E27FC236}">
                <a16:creationId xmlns:a16="http://schemas.microsoft.com/office/drawing/2014/main" id="{4AB93935-6EDA-4AB8-A6A8-3AED86CCE6E5}"/>
              </a:ext>
            </a:extLst>
          </p:cNvPr>
          <p:cNvSpPr/>
          <p:nvPr/>
        </p:nvSpPr>
        <p:spPr>
          <a:xfrm>
            <a:off x="6007653" y="3156581"/>
            <a:ext cx="1620180" cy="1620180"/>
          </a:xfrm>
          <a:prstGeom prst="ellipse">
            <a:avLst/>
          </a:prstGeom>
          <a:noFill/>
          <a:ln w="69850">
            <a:solidFill>
              <a:schemeClr val="bg1">
                <a:lumMod val="75000"/>
                <a:alpha val="3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Arc 10">
            <a:extLst>
              <a:ext uri="{FF2B5EF4-FFF2-40B4-BE49-F238E27FC236}">
                <a16:creationId xmlns:a16="http://schemas.microsoft.com/office/drawing/2014/main" id="{12FBDB2D-AC1E-5044-2C81-3ED22987F3FD}"/>
              </a:ext>
            </a:extLst>
          </p:cNvPr>
          <p:cNvSpPr/>
          <p:nvPr/>
        </p:nvSpPr>
        <p:spPr>
          <a:xfrm rot="10800000">
            <a:off x="6008499" y="3157427"/>
            <a:ext cx="1618488" cy="1618488"/>
          </a:xfrm>
          <a:prstGeom prst="arc">
            <a:avLst>
              <a:gd name="adj1" fmla="val 10766207"/>
              <a:gd name="adj2" fmla="val 0"/>
            </a:avLst>
          </a:prstGeom>
          <a:ln w="69850" cap="rnd">
            <a:solidFill>
              <a:schemeClr val="accent4"/>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2" name="Oval 11">
            <a:extLst>
              <a:ext uri="{FF2B5EF4-FFF2-40B4-BE49-F238E27FC236}">
                <a16:creationId xmlns:a16="http://schemas.microsoft.com/office/drawing/2014/main" id="{2E54BC50-2A82-DA59-5E45-9C40CF380B2F}"/>
              </a:ext>
            </a:extLst>
          </p:cNvPr>
          <p:cNvSpPr/>
          <p:nvPr/>
        </p:nvSpPr>
        <p:spPr>
          <a:xfrm>
            <a:off x="1801082" y="3018011"/>
            <a:ext cx="313638" cy="313638"/>
          </a:xfrm>
          <a:prstGeom prst="ellipse">
            <a:avLst/>
          </a:prstGeom>
          <a:solidFill>
            <a:schemeClr val="accent1"/>
          </a:solidFill>
          <a:ln>
            <a:noFill/>
          </a:ln>
          <a:effectLst/>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solidFill>
                  <a:schemeClr val="bg1"/>
                </a:solidFill>
                <a:ea typeface="Open Sans" panose="020B0606030504020204" pitchFamily="34" charset="0"/>
                <a:cs typeface="Open Sans" panose="020B0606030504020204" pitchFamily="34" charset="0"/>
              </a:rPr>
              <a:t>1</a:t>
            </a:r>
          </a:p>
        </p:txBody>
      </p:sp>
      <p:sp>
        <p:nvSpPr>
          <p:cNvPr id="13" name="Oval 12">
            <a:extLst>
              <a:ext uri="{FF2B5EF4-FFF2-40B4-BE49-F238E27FC236}">
                <a16:creationId xmlns:a16="http://schemas.microsoft.com/office/drawing/2014/main" id="{29B7FB6F-B777-4C1D-9D06-166BFD33D92C}"/>
              </a:ext>
            </a:extLst>
          </p:cNvPr>
          <p:cNvSpPr/>
          <p:nvPr/>
        </p:nvSpPr>
        <p:spPr>
          <a:xfrm>
            <a:off x="3419583" y="4611392"/>
            <a:ext cx="313638" cy="313638"/>
          </a:xfrm>
          <a:prstGeom prst="ellipse">
            <a:avLst/>
          </a:prstGeom>
          <a:solidFill>
            <a:schemeClr val="accent2"/>
          </a:solidFill>
          <a:ln>
            <a:noFill/>
          </a:ln>
          <a:effectLst/>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solidFill>
                  <a:schemeClr val="bg1"/>
                </a:solidFill>
              </a:rPr>
              <a:t>2</a:t>
            </a:r>
          </a:p>
        </p:txBody>
      </p:sp>
      <p:sp>
        <p:nvSpPr>
          <p:cNvPr id="14" name="Oval 13">
            <a:extLst>
              <a:ext uri="{FF2B5EF4-FFF2-40B4-BE49-F238E27FC236}">
                <a16:creationId xmlns:a16="http://schemas.microsoft.com/office/drawing/2014/main" id="{F40EF7A0-5A6E-BAA6-546E-1AFBE6AE02B4}"/>
              </a:ext>
            </a:extLst>
          </p:cNvPr>
          <p:cNvSpPr/>
          <p:nvPr/>
        </p:nvSpPr>
        <p:spPr>
          <a:xfrm>
            <a:off x="5023470" y="3017399"/>
            <a:ext cx="313638" cy="313638"/>
          </a:xfrm>
          <a:prstGeom prst="ellipse">
            <a:avLst/>
          </a:prstGeom>
          <a:solidFill>
            <a:schemeClr val="accent3"/>
          </a:solidFill>
          <a:ln>
            <a:noFill/>
          </a:ln>
          <a:effectLst/>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solidFill>
                  <a:schemeClr val="bg1"/>
                </a:solidFill>
              </a:rPr>
              <a:t>3</a:t>
            </a:r>
          </a:p>
        </p:txBody>
      </p:sp>
      <p:sp>
        <p:nvSpPr>
          <p:cNvPr id="15" name="Oval 14">
            <a:extLst>
              <a:ext uri="{FF2B5EF4-FFF2-40B4-BE49-F238E27FC236}">
                <a16:creationId xmlns:a16="http://schemas.microsoft.com/office/drawing/2014/main" id="{2EC17EA8-C106-FEFA-0544-751ECEE88C7B}"/>
              </a:ext>
            </a:extLst>
          </p:cNvPr>
          <p:cNvSpPr/>
          <p:nvPr/>
        </p:nvSpPr>
        <p:spPr>
          <a:xfrm>
            <a:off x="6659232" y="4619519"/>
            <a:ext cx="313638" cy="313638"/>
          </a:xfrm>
          <a:prstGeom prst="ellipse">
            <a:avLst/>
          </a:prstGeom>
          <a:solidFill>
            <a:schemeClr val="accent4"/>
          </a:solidFill>
          <a:ln>
            <a:noFill/>
          </a:ln>
          <a:effectLst/>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solidFill>
                  <a:schemeClr val="bg1"/>
                </a:solidFill>
              </a:rPr>
              <a:t>4</a:t>
            </a:r>
          </a:p>
        </p:txBody>
      </p:sp>
      <p:grpSp>
        <p:nvGrpSpPr>
          <p:cNvPr id="24" name="Group 23">
            <a:extLst>
              <a:ext uri="{FF2B5EF4-FFF2-40B4-BE49-F238E27FC236}">
                <a16:creationId xmlns:a16="http://schemas.microsoft.com/office/drawing/2014/main" id="{C7C98147-9701-A631-F27A-2649D35FE51B}"/>
              </a:ext>
            </a:extLst>
          </p:cNvPr>
          <p:cNvGrpSpPr/>
          <p:nvPr/>
        </p:nvGrpSpPr>
        <p:grpSpPr>
          <a:xfrm>
            <a:off x="4854663" y="3623771"/>
            <a:ext cx="685800" cy="685800"/>
            <a:chOff x="6719583" y="2712870"/>
            <a:chExt cx="914400" cy="914400"/>
          </a:xfrm>
        </p:grpSpPr>
        <p:sp>
          <p:nvSpPr>
            <p:cNvPr id="25" name="Oval 24">
              <a:extLst>
                <a:ext uri="{FF2B5EF4-FFF2-40B4-BE49-F238E27FC236}">
                  <a16:creationId xmlns:a16="http://schemas.microsoft.com/office/drawing/2014/main" id="{DDCDF098-4195-BA51-7B42-8184FD6D7B0B}"/>
                </a:ext>
              </a:extLst>
            </p:cNvPr>
            <p:cNvSpPr/>
            <p:nvPr/>
          </p:nvSpPr>
          <p:spPr>
            <a:xfrm>
              <a:off x="6719583" y="2712870"/>
              <a:ext cx="914400" cy="914400"/>
            </a:xfrm>
            <a:prstGeom prst="ellipse">
              <a:avLst/>
            </a:prstGeom>
            <a:solidFill>
              <a:schemeClr val="accent3"/>
            </a:solidFill>
            <a:ln>
              <a:no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26" name="Freeform 5">
              <a:extLst>
                <a:ext uri="{FF2B5EF4-FFF2-40B4-BE49-F238E27FC236}">
                  <a16:creationId xmlns:a16="http://schemas.microsoft.com/office/drawing/2014/main" id="{F640AEAE-7671-A76F-99FA-5F64AB7EF332}"/>
                </a:ext>
              </a:extLst>
            </p:cNvPr>
            <p:cNvSpPr>
              <a:spLocks noEditPoints="1"/>
            </p:cNvSpPr>
            <p:nvPr/>
          </p:nvSpPr>
          <p:spPr bwMode="auto">
            <a:xfrm>
              <a:off x="6949896" y="2930203"/>
              <a:ext cx="465137" cy="466725"/>
            </a:xfrm>
            <a:custGeom>
              <a:avLst/>
              <a:gdLst>
                <a:gd name="T0" fmla="*/ 0 w 124"/>
                <a:gd name="T1" fmla="*/ 62 h 124"/>
                <a:gd name="T2" fmla="*/ 124 w 124"/>
                <a:gd name="T3" fmla="*/ 62 h 124"/>
                <a:gd name="T4" fmla="*/ 116 w 124"/>
                <a:gd name="T5" fmla="*/ 60 h 124"/>
                <a:gd name="T6" fmla="*/ 87 w 124"/>
                <a:gd name="T7" fmla="*/ 35 h 124"/>
                <a:gd name="T8" fmla="*/ 116 w 124"/>
                <a:gd name="T9" fmla="*/ 60 h 124"/>
                <a:gd name="T10" fmla="*/ 43 w 124"/>
                <a:gd name="T11" fmla="*/ 95 h 124"/>
                <a:gd name="T12" fmla="*/ 60 w 124"/>
                <a:gd name="T13" fmla="*/ 116 h 124"/>
                <a:gd name="T14" fmla="*/ 64 w 124"/>
                <a:gd name="T15" fmla="*/ 8 h 124"/>
                <a:gd name="T16" fmla="*/ 64 w 124"/>
                <a:gd name="T17" fmla="*/ 36 h 124"/>
                <a:gd name="T18" fmla="*/ 64 w 124"/>
                <a:gd name="T19" fmla="*/ 8 h 124"/>
                <a:gd name="T20" fmla="*/ 100 w 124"/>
                <a:gd name="T21" fmla="*/ 23 h 124"/>
                <a:gd name="T22" fmla="*/ 71 w 124"/>
                <a:gd name="T23" fmla="*/ 9 h 124"/>
                <a:gd name="T24" fmla="*/ 60 w 124"/>
                <a:gd name="T25" fmla="*/ 36 h 124"/>
                <a:gd name="T26" fmla="*/ 60 w 124"/>
                <a:gd name="T27" fmla="*/ 8 h 124"/>
                <a:gd name="T28" fmla="*/ 38 w 124"/>
                <a:gd name="T29" fmla="*/ 31 h 124"/>
                <a:gd name="T30" fmla="*/ 53 w 124"/>
                <a:gd name="T31" fmla="*/ 9 h 124"/>
                <a:gd name="T32" fmla="*/ 40 w 124"/>
                <a:gd name="T33" fmla="*/ 36 h 124"/>
                <a:gd name="T34" fmla="*/ 60 w 124"/>
                <a:gd name="T35" fmla="*/ 60 h 124"/>
                <a:gd name="T36" fmla="*/ 40 w 124"/>
                <a:gd name="T37" fmla="*/ 36 h 124"/>
                <a:gd name="T38" fmla="*/ 60 w 124"/>
                <a:gd name="T39" fmla="*/ 88 h 124"/>
                <a:gd name="T40" fmla="*/ 36 w 124"/>
                <a:gd name="T41" fmla="*/ 64 h 124"/>
                <a:gd name="T42" fmla="*/ 53 w 124"/>
                <a:gd name="T43" fmla="*/ 115 h 124"/>
                <a:gd name="T44" fmla="*/ 40 w 124"/>
                <a:gd name="T45" fmla="*/ 96 h 124"/>
                <a:gd name="T46" fmla="*/ 64 w 124"/>
                <a:gd name="T47" fmla="*/ 116 h 124"/>
                <a:gd name="T48" fmla="*/ 81 w 124"/>
                <a:gd name="T49" fmla="*/ 95 h 124"/>
                <a:gd name="T50" fmla="*/ 64 w 124"/>
                <a:gd name="T51" fmla="*/ 116 h 124"/>
                <a:gd name="T52" fmla="*/ 97 w 124"/>
                <a:gd name="T53" fmla="*/ 103 h 124"/>
                <a:gd name="T54" fmla="*/ 84 w 124"/>
                <a:gd name="T55" fmla="*/ 96 h 124"/>
                <a:gd name="T56" fmla="*/ 64 w 124"/>
                <a:gd name="T57" fmla="*/ 88 h 124"/>
                <a:gd name="T58" fmla="*/ 88 w 124"/>
                <a:gd name="T59" fmla="*/ 64 h 124"/>
                <a:gd name="T60" fmla="*/ 64 w 124"/>
                <a:gd name="T61" fmla="*/ 60 h 124"/>
                <a:gd name="T62" fmla="*/ 84 w 124"/>
                <a:gd name="T63" fmla="*/ 36 h 124"/>
                <a:gd name="T64" fmla="*/ 64 w 124"/>
                <a:gd name="T65" fmla="*/ 60 h 124"/>
                <a:gd name="T66" fmla="*/ 37 w 124"/>
                <a:gd name="T67" fmla="*/ 35 h 124"/>
                <a:gd name="T68" fmla="*/ 8 w 124"/>
                <a:gd name="T69" fmla="*/ 60 h 124"/>
                <a:gd name="T70" fmla="*/ 8 w 124"/>
                <a:gd name="T71" fmla="*/ 64 h 124"/>
                <a:gd name="T72" fmla="*/ 38 w 124"/>
                <a:gd name="T73" fmla="*/ 93 h 124"/>
                <a:gd name="T74" fmla="*/ 8 w 124"/>
                <a:gd name="T75" fmla="*/ 64 h 124"/>
                <a:gd name="T76" fmla="*/ 86 w 124"/>
                <a:gd name="T77" fmla="*/ 93 h 124"/>
                <a:gd name="T78" fmla="*/ 116 w 124"/>
                <a:gd name="T79" fmla="*/ 6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4" h="124">
                  <a:moveTo>
                    <a:pt x="62" y="0"/>
                  </a:moveTo>
                  <a:cubicBezTo>
                    <a:pt x="28" y="0"/>
                    <a:pt x="0" y="28"/>
                    <a:pt x="0" y="62"/>
                  </a:cubicBezTo>
                  <a:cubicBezTo>
                    <a:pt x="0" y="96"/>
                    <a:pt x="28" y="124"/>
                    <a:pt x="62" y="124"/>
                  </a:cubicBezTo>
                  <a:cubicBezTo>
                    <a:pt x="96" y="124"/>
                    <a:pt x="124" y="96"/>
                    <a:pt x="124" y="62"/>
                  </a:cubicBezTo>
                  <a:cubicBezTo>
                    <a:pt x="124" y="28"/>
                    <a:pt x="96" y="0"/>
                    <a:pt x="62" y="0"/>
                  </a:cubicBezTo>
                  <a:close/>
                  <a:moveTo>
                    <a:pt x="116" y="60"/>
                  </a:moveTo>
                  <a:cubicBezTo>
                    <a:pt x="92" y="60"/>
                    <a:pt x="92" y="60"/>
                    <a:pt x="92" y="60"/>
                  </a:cubicBezTo>
                  <a:cubicBezTo>
                    <a:pt x="92" y="51"/>
                    <a:pt x="90" y="43"/>
                    <a:pt x="87" y="35"/>
                  </a:cubicBezTo>
                  <a:cubicBezTo>
                    <a:pt x="93" y="33"/>
                    <a:pt x="98" y="30"/>
                    <a:pt x="102" y="26"/>
                  </a:cubicBezTo>
                  <a:cubicBezTo>
                    <a:pt x="110" y="35"/>
                    <a:pt x="115" y="47"/>
                    <a:pt x="116" y="60"/>
                  </a:cubicBezTo>
                  <a:close/>
                  <a:moveTo>
                    <a:pt x="60" y="116"/>
                  </a:moveTo>
                  <a:cubicBezTo>
                    <a:pt x="53" y="110"/>
                    <a:pt x="48" y="103"/>
                    <a:pt x="43" y="95"/>
                  </a:cubicBezTo>
                  <a:cubicBezTo>
                    <a:pt x="49" y="93"/>
                    <a:pt x="54" y="92"/>
                    <a:pt x="60" y="92"/>
                  </a:cubicBezTo>
                  <a:cubicBezTo>
                    <a:pt x="60" y="116"/>
                    <a:pt x="60" y="116"/>
                    <a:pt x="60" y="116"/>
                  </a:cubicBezTo>
                  <a:cubicBezTo>
                    <a:pt x="60" y="116"/>
                    <a:pt x="60" y="116"/>
                    <a:pt x="60" y="116"/>
                  </a:cubicBezTo>
                  <a:close/>
                  <a:moveTo>
                    <a:pt x="64" y="8"/>
                  </a:moveTo>
                  <a:cubicBezTo>
                    <a:pt x="72" y="14"/>
                    <a:pt x="78" y="23"/>
                    <a:pt x="82" y="33"/>
                  </a:cubicBezTo>
                  <a:cubicBezTo>
                    <a:pt x="76" y="35"/>
                    <a:pt x="70" y="36"/>
                    <a:pt x="64" y="36"/>
                  </a:cubicBezTo>
                  <a:cubicBezTo>
                    <a:pt x="64" y="8"/>
                    <a:pt x="64" y="8"/>
                    <a:pt x="64" y="8"/>
                  </a:cubicBezTo>
                  <a:cubicBezTo>
                    <a:pt x="64" y="8"/>
                    <a:pt x="64" y="8"/>
                    <a:pt x="64" y="8"/>
                  </a:cubicBezTo>
                  <a:close/>
                  <a:moveTo>
                    <a:pt x="71" y="9"/>
                  </a:moveTo>
                  <a:cubicBezTo>
                    <a:pt x="82" y="11"/>
                    <a:pt x="92" y="16"/>
                    <a:pt x="100" y="23"/>
                  </a:cubicBezTo>
                  <a:cubicBezTo>
                    <a:pt x="95" y="26"/>
                    <a:pt x="91" y="29"/>
                    <a:pt x="86" y="31"/>
                  </a:cubicBezTo>
                  <a:cubicBezTo>
                    <a:pt x="82" y="23"/>
                    <a:pt x="77" y="15"/>
                    <a:pt x="71" y="9"/>
                  </a:cubicBezTo>
                  <a:close/>
                  <a:moveTo>
                    <a:pt x="60" y="8"/>
                  </a:moveTo>
                  <a:cubicBezTo>
                    <a:pt x="60" y="36"/>
                    <a:pt x="60" y="36"/>
                    <a:pt x="60" y="36"/>
                  </a:cubicBezTo>
                  <a:cubicBezTo>
                    <a:pt x="54" y="36"/>
                    <a:pt x="48" y="35"/>
                    <a:pt x="42" y="33"/>
                  </a:cubicBezTo>
                  <a:cubicBezTo>
                    <a:pt x="46" y="23"/>
                    <a:pt x="52" y="14"/>
                    <a:pt x="60" y="8"/>
                  </a:cubicBezTo>
                  <a:cubicBezTo>
                    <a:pt x="60" y="8"/>
                    <a:pt x="60" y="8"/>
                    <a:pt x="60" y="8"/>
                  </a:cubicBezTo>
                  <a:close/>
                  <a:moveTo>
                    <a:pt x="38" y="31"/>
                  </a:moveTo>
                  <a:cubicBezTo>
                    <a:pt x="33" y="29"/>
                    <a:pt x="29" y="26"/>
                    <a:pt x="24" y="23"/>
                  </a:cubicBezTo>
                  <a:cubicBezTo>
                    <a:pt x="32" y="16"/>
                    <a:pt x="42" y="11"/>
                    <a:pt x="53" y="9"/>
                  </a:cubicBezTo>
                  <a:cubicBezTo>
                    <a:pt x="47" y="15"/>
                    <a:pt x="42" y="23"/>
                    <a:pt x="38" y="31"/>
                  </a:cubicBezTo>
                  <a:close/>
                  <a:moveTo>
                    <a:pt x="40" y="36"/>
                  </a:moveTo>
                  <a:cubicBezTo>
                    <a:pt x="47" y="38"/>
                    <a:pt x="53" y="40"/>
                    <a:pt x="60" y="40"/>
                  </a:cubicBezTo>
                  <a:cubicBezTo>
                    <a:pt x="60" y="60"/>
                    <a:pt x="60" y="60"/>
                    <a:pt x="60" y="60"/>
                  </a:cubicBezTo>
                  <a:cubicBezTo>
                    <a:pt x="36" y="60"/>
                    <a:pt x="36" y="60"/>
                    <a:pt x="36" y="60"/>
                  </a:cubicBezTo>
                  <a:cubicBezTo>
                    <a:pt x="36" y="52"/>
                    <a:pt x="38" y="44"/>
                    <a:pt x="40" y="36"/>
                  </a:cubicBezTo>
                  <a:close/>
                  <a:moveTo>
                    <a:pt x="60" y="64"/>
                  </a:moveTo>
                  <a:cubicBezTo>
                    <a:pt x="60" y="88"/>
                    <a:pt x="60" y="88"/>
                    <a:pt x="60" y="88"/>
                  </a:cubicBezTo>
                  <a:cubicBezTo>
                    <a:pt x="54" y="88"/>
                    <a:pt x="48" y="89"/>
                    <a:pt x="42" y="91"/>
                  </a:cubicBezTo>
                  <a:cubicBezTo>
                    <a:pt x="38" y="83"/>
                    <a:pt x="36" y="74"/>
                    <a:pt x="36" y="64"/>
                  </a:cubicBezTo>
                  <a:lnTo>
                    <a:pt x="60" y="64"/>
                  </a:lnTo>
                  <a:close/>
                  <a:moveTo>
                    <a:pt x="53" y="115"/>
                  </a:moveTo>
                  <a:cubicBezTo>
                    <a:pt x="43" y="114"/>
                    <a:pt x="34" y="109"/>
                    <a:pt x="27" y="103"/>
                  </a:cubicBezTo>
                  <a:cubicBezTo>
                    <a:pt x="31" y="100"/>
                    <a:pt x="35" y="98"/>
                    <a:pt x="40" y="96"/>
                  </a:cubicBezTo>
                  <a:cubicBezTo>
                    <a:pt x="43" y="103"/>
                    <a:pt x="48" y="110"/>
                    <a:pt x="53" y="115"/>
                  </a:cubicBezTo>
                  <a:close/>
                  <a:moveTo>
                    <a:pt x="64" y="116"/>
                  </a:moveTo>
                  <a:cubicBezTo>
                    <a:pt x="64" y="92"/>
                    <a:pt x="64" y="92"/>
                    <a:pt x="64" y="92"/>
                  </a:cubicBezTo>
                  <a:cubicBezTo>
                    <a:pt x="70" y="92"/>
                    <a:pt x="75" y="93"/>
                    <a:pt x="81" y="95"/>
                  </a:cubicBezTo>
                  <a:cubicBezTo>
                    <a:pt x="76" y="103"/>
                    <a:pt x="71" y="110"/>
                    <a:pt x="64" y="116"/>
                  </a:cubicBezTo>
                  <a:cubicBezTo>
                    <a:pt x="64" y="116"/>
                    <a:pt x="64" y="116"/>
                    <a:pt x="64" y="116"/>
                  </a:cubicBezTo>
                  <a:close/>
                  <a:moveTo>
                    <a:pt x="84" y="96"/>
                  </a:moveTo>
                  <a:cubicBezTo>
                    <a:pt x="89" y="98"/>
                    <a:pt x="93" y="100"/>
                    <a:pt x="97" y="103"/>
                  </a:cubicBezTo>
                  <a:cubicBezTo>
                    <a:pt x="90" y="109"/>
                    <a:pt x="81" y="114"/>
                    <a:pt x="71" y="115"/>
                  </a:cubicBezTo>
                  <a:cubicBezTo>
                    <a:pt x="76" y="110"/>
                    <a:pt x="81" y="103"/>
                    <a:pt x="84" y="96"/>
                  </a:cubicBezTo>
                  <a:close/>
                  <a:moveTo>
                    <a:pt x="82" y="91"/>
                  </a:moveTo>
                  <a:cubicBezTo>
                    <a:pt x="76" y="89"/>
                    <a:pt x="70" y="88"/>
                    <a:pt x="64" y="88"/>
                  </a:cubicBezTo>
                  <a:cubicBezTo>
                    <a:pt x="64" y="64"/>
                    <a:pt x="64" y="64"/>
                    <a:pt x="64" y="64"/>
                  </a:cubicBezTo>
                  <a:cubicBezTo>
                    <a:pt x="88" y="64"/>
                    <a:pt x="88" y="64"/>
                    <a:pt x="88" y="64"/>
                  </a:cubicBezTo>
                  <a:cubicBezTo>
                    <a:pt x="88" y="74"/>
                    <a:pt x="86" y="83"/>
                    <a:pt x="82" y="91"/>
                  </a:cubicBezTo>
                  <a:close/>
                  <a:moveTo>
                    <a:pt x="64" y="60"/>
                  </a:moveTo>
                  <a:cubicBezTo>
                    <a:pt x="64" y="40"/>
                    <a:pt x="64" y="40"/>
                    <a:pt x="64" y="40"/>
                  </a:cubicBezTo>
                  <a:cubicBezTo>
                    <a:pt x="71" y="40"/>
                    <a:pt x="77" y="38"/>
                    <a:pt x="84" y="36"/>
                  </a:cubicBezTo>
                  <a:cubicBezTo>
                    <a:pt x="86" y="44"/>
                    <a:pt x="88" y="52"/>
                    <a:pt x="88" y="60"/>
                  </a:cubicBezTo>
                  <a:lnTo>
                    <a:pt x="64" y="60"/>
                  </a:lnTo>
                  <a:close/>
                  <a:moveTo>
                    <a:pt x="22" y="26"/>
                  </a:moveTo>
                  <a:cubicBezTo>
                    <a:pt x="26" y="30"/>
                    <a:pt x="31" y="33"/>
                    <a:pt x="37" y="35"/>
                  </a:cubicBezTo>
                  <a:cubicBezTo>
                    <a:pt x="34" y="43"/>
                    <a:pt x="32" y="51"/>
                    <a:pt x="32" y="60"/>
                  </a:cubicBezTo>
                  <a:cubicBezTo>
                    <a:pt x="8" y="60"/>
                    <a:pt x="8" y="60"/>
                    <a:pt x="8" y="60"/>
                  </a:cubicBezTo>
                  <a:cubicBezTo>
                    <a:pt x="9" y="47"/>
                    <a:pt x="14" y="35"/>
                    <a:pt x="22" y="26"/>
                  </a:cubicBezTo>
                  <a:close/>
                  <a:moveTo>
                    <a:pt x="8" y="64"/>
                  </a:moveTo>
                  <a:cubicBezTo>
                    <a:pt x="32" y="64"/>
                    <a:pt x="32" y="64"/>
                    <a:pt x="32" y="64"/>
                  </a:cubicBezTo>
                  <a:cubicBezTo>
                    <a:pt x="32" y="74"/>
                    <a:pt x="34" y="84"/>
                    <a:pt x="38" y="93"/>
                  </a:cubicBezTo>
                  <a:cubicBezTo>
                    <a:pt x="33" y="95"/>
                    <a:pt x="28" y="97"/>
                    <a:pt x="24" y="100"/>
                  </a:cubicBezTo>
                  <a:cubicBezTo>
                    <a:pt x="15" y="91"/>
                    <a:pt x="9" y="78"/>
                    <a:pt x="8" y="64"/>
                  </a:cubicBezTo>
                  <a:close/>
                  <a:moveTo>
                    <a:pt x="100" y="100"/>
                  </a:moveTo>
                  <a:cubicBezTo>
                    <a:pt x="96" y="97"/>
                    <a:pt x="91" y="95"/>
                    <a:pt x="86" y="93"/>
                  </a:cubicBezTo>
                  <a:cubicBezTo>
                    <a:pt x="90" y="84"/>
                    <a:pt x="92" y="74"/>
                    <a:pt x="92" y="64"/>
                  </a:cubicBezTo>
                  <a:cubicBezTo>
                    <a:pt x="116" y="64"/>
                    <a:pt x="116" y="64"/>
                    <a:pt x="116" y="64"/>
                  </a:cubicBezTo>
                  <a:cubicBezTo>
                    <a:pt x="115" y="78"/>
                    <a:pt x="109" y="91"/>
                    <a:pt x="100" y="100"/>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id-ID" sz="1350"/>
            </a:p>
          </p:txBody>
        </p:sp>
      </p:grpSp>
      <p:grpSp>
        <p:nvGrpSpPr>
          <p:cNvPr id="27" name="Group 26">
            <a:extLst>
              <a:ext uri="{FF2B5EF4-FFF2-40B4-BE49-F238E27FC236}">
                <a16:creationId xmlns:a16="http://schemas.microsoft.com/office/drawing/2014/main" id="{2ACF0582-67FB-A430-67C8-3815FCD5B5A3}"/>
              </a:ext>
            </a:extLst>
          </p:cNvPr>
          <p:cNvGrpSpPr/>
          <p:nvPr/>
        </p:nvGrpSpPr>
        <p:grpSpPr>
          <a:xfrm>
            <a:off x="6473151" y="3623771"/>
            <a:ext cx="685800" cy="685800"/>
            <a:chOff x="8877567" y="2712870"/>
            <a:chExt cx="914400" cy="914400"/>
          </a:xfrm>
        </p:grpSpPr>
        <p:sp>
          <p:nvSpPr>
            <p:cNvPr id="28" name="Oval 27">
              <a:extLst>
                <a:ext uri="{FF2B5EF4-FFF2-40B4-BE49-F238E27FC236}">
                  <a16:creationId xmlns:a16="http://schemas.microsoft.com/office/drawing/2014/main" id="{CF9ECD51-EEDB-E972-EF96-D1FF260D491B}"/>
                </a:ext>
              </a:extLst>
            </p:cNvPr>
            <p:cNvSpPr/>
            <p:nvPr/>
          </p:nvSpPr>
          <p:spPr>
            <a:xfrm>
              <a:off x="8877567" y="2712870"/>
              <a:ext cx="914400" cy="914400"/>
            </a:xfrm>
            <a:prstGeom prst="ellipse">
              <a:avLst/>
            </a:prstGeom>
            <a:solidFill>
              <a:schemeClr val="accent4"/>
            </a:solidFill>
            <a:ln>
              <a:no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grpSp>
          <p:nvGrpSpPr>
            <p:cNvPr id="29" name="Group 28">
              <a:extLst>
                <a:ext uri="{FF2B5EF4-FFF2-40B4-BE49-F238E27FC236}">
                  <a16:creationId xmlns:a16="http://schemas.microsoft.com/office/drawing/2014/main" id="{DAD01A18-9421-A417-B328-D67B17D4BE77}"/>
                </a:ext>
              </a:extLst>
            </p:cNvPr>
            <p:cNvGrpSpPr/>
            <p:nvPr/>
          </p:nvGrpSpPr>
          <p:grpSpPr>
            <a:xfrm>
              <a:off x="9094261" y="2962682"/>
              <a:ext cx="481012" cy="392113"/>
              <a:chOff x="7085013" y="4876801"/>
              <a:chExt cx="481012" cy="392113"/>
            </a:xfrm>
            <a:solidFill>
              <a:schemeClr val="bg1"/>
            </a:solidFill>
          </p:grpSpPr>
          <p:sp>
            <p:nvSpPr>
              <p:cNvPr id="30" name="Freeform 6">
                <a:extLst>
                  <a:ext uri="{FF2B5EF4-FFF2-40B4-BE49-F238E27FC236}">
                    <a16:creationId xmlns:a16="http://schemas.microsoft.com/office/drawing/2014/main" id="{46872CB2-A131-D177-C1BF-9D117D24CD1D}"/>
                  </a:ext>
                </a:extLst>
              </p:cNvPr>
              <p:cNvSpPr>
                <a:spLocks noEditPoints="1"/>
              </p:cNvSpPr>
              <p:nvPr/>
            </p:nvSpPr>
            <p:spPr bwMode="auto">
              <a:xfrm>
                <a:off x="7416800" y="4997451"/>
                <a:ext cx="88900" cy="120650"/>
              </a:xfrm>
              <a:custGeom>
                <a:avLst/>
                <a:gdLst>
                  <a:gd name="T0" fmla="*/ 11 w 24"/>
                  <a:gd name="T1" fmla="*/ 2 h 32"/>
                  <a:gd name="T2" fmla="*/ 8 w 24"/>
                  <a:gd name="T3" fmla="*/ 0 h 32"/>
                  <a:gd name="T4" fmla="*/ 4 w 24"/>
                  <a:gd name="T5" fmla="*/ 0 h 32"/>
                  <a:gd name="T6" fmla="*/ 0 w 24"/>
                  <a:gd name="T7" fmla="*/ 4 h 32"/>
                  <a:gd name="T8" fmla="*/ 0 w 24"/>
                  <a:gd name="T9" fmla="*/ 28 h 32"/>
                  <a:gd name="T10" fmla="*/ 4 w 24"/>
                  <a:gd name="T11" fmla="*/ 32 h 32"/>
                  <a:gd name="T12" fmla="*/ 20 w 24"/>
                  <a:gd name="T13" fmla="*/ 32 h 32"/>
                  <a:gd name="T14" fmla="*/ 24 w 24"/>
                  <a:gd name="T15" fmla="*/ 28 h 32"/>
                  <a:gd name="T16" fmla="*/ 24 w 24"/>
                  <a:gd name="T17" fmla="*/ 22 h 32"/>
                  <a:gd name="T18" fmla="*/ 23 w 24"/>
                  <a:gd name="T19" fmla="*/ 20 h 32"/>
                  <a:gd name="T20" fmla="*/ 11 w 24"/>
                  <a:gd name="T21" fmla="*/ 2 h 32"/>
                  <a:gd name="T22" fmla="*/ 20 w 24"/>
                  <a:gd name="T23" fmla="*/ 28 h 32"/>
                  <a:gd name="T24" fmla="*/ 4 w 24"/>
                  <a:gd name="T25" fmla="*/ 28 h 32"/>
                  <a:gd name="T26" fmla="*/ 4 w 24"/>
                  <a:gd name="T27" fmla="*/ 4 h 32"/>
                  <a:gd name="T28" fmla="*/ 8 w 24"/>
                  <a:gd name="T29" fmla="*/ 4 h 32"/>
                  <a:gd name="T30" fmla="*/ 20 w 24"/>
                  <a:gd name="T31" fmla="*/ 22 h 32"/>
                  <a:gd name="T32" fmla="*/ 20 w 24"/>
                  <a:gd name="T33" fmla="*/ 2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32">
                    <a:moveTo>
                      <a:pt x="11" y="2"/>
                    </a:moveTo>
                    <a:cubicBezTo>
                      <a:pt x="11" y="1"/>
                      <a:pt x="9" y="0"/>
                      <a:pt x="8" y="0"/>
                    </a:cubicBezTo>
                    <a:cubicBezTo>
                      <a:pt x="4" y="0"/>
                      <a:pt x="4" y="0"/>
                      <a:pt x="4" y="0"/>
                    </a:cubicBezTo>
                    <a:cubicBezTo>
                      <a:pt x="2" y="0"/>
                      <a:pt x="0" y="2"/>
                      <a:pt x="0" y="4"/>
                    </a:cubicBezTo>
                    <a:cubicBezTo>
                      <a:pt x="0" y="28"/>
                      <a:pt x="0" y="28"/>
                      <a:pt x="0" y="28"/>
                    </a:cubicBezTo>
                    <a:cubicBezTo>
                      <a:pt x="0" y="30"/>
                      <a:pt x="2" y="32"/>
                      <a:pt x="4" y="32"/>
                    </a:cubicBezTo>
                    <a:cubicBezTo>
                      <a:pt x="20" y="32"/>
                      <a:pt x="20" y="32"/>
                      <a:pt x="20" y="32"/>
                    </a:cubicBezTo>
                    <a:cubicBezTo>
                      <a:pt x="22" y="32"/>
                      <a:pt x="24" y="30"/>
                      <a:pt x="24" y="28"/>
                    </a:cubicBezTo>
                    <a:cubicBezTo>
                      <a:pt x="24" y="22"/>
                      <a:pt x="24" y="22"/>
                      <a:pt x="24" y="22"/>
                    </a:cubicBezTo>
                    <a:cubicBezTo>
                      <a:pt x="24" y="21"/>
                      <a:pt x="24" y="20"/>
                      <a:pt x="23" y="20"/>
                    </a:cubicBezTo>
                    <a:lnTo>
                      <a:pt x="11" y="2"/>
                    </a:lnTo>
                    <a:close/>
                    <a:moveTo>
                      <a:pt x="20" y="28"/>
                    </a:moveTo>
                    <a:cubicBezTo>
                      <a:pt x="4" y="28"/>
                      <a:pt x="4" y="28"/>
                      <a:pt x="4" y="28"/>
                    </a:cubicBezTo>
                    <a:cubicBezTo>
                      <a:pt x="4" y="4"/>
                      <a:pt x="4" y="4"/>
                      <a:pt x="4" y="4"/>
                    </a:cubicBezTo>
                    <a:cubicBezTo>
                      <a:pt x="8" y="4"/>
                      <a:pt x="8" y="4"/>
                      <a:pt x="8" y="4"/>
                    </a:cubicBezTo>
                    <a:cubicBezTo>
                      <a:pt x="20" y="22"/>
                      <a:pt x="20" y="22"/>
                      <a:pt x="20" y="22"/>
                    </a:cubicBezTo>
                    <a:lnTo>
                      <a:pt x="2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1" name="Freeform 7">
                <a:extLst>
                  <a:ext uri="{FF2B5EF4-FFF2-40B4-BE49-F238E27FC236}">
                    <a16:creationId xmlns:a16="http://schemas.microsoft.com/office/drawing/2014/main" id="{F77008FD-B301-7FFF-35F4-73311377685C}"/>
                  </a:ext>
                </a:extLst>
              </p:cNvPr>
              <p:cNvSpPr>
                <a:spLocks noEditPoints="1"/>
              </p:cNvSpPr>
              <p:nvPr/>
            </p:nvSpPr>
            <p:spPr bwMode="auto">
              <a:xfrm>
                <a:off x="7085013" y="4876801"/>
                <a:ext cx="481012" cy="392113"/>
              </a:xfrm>
              <a:custGeom>
                <a:avLst/>
                <a:gdLst>
                  <a:gd name="T0" fmla="*/ 126 w 128"/>
                  <a:gd name="T1" fmla="*/ 49 h 104"/>
                  <a:gd name="T2" fmla="*/ 110 w 128"/>
                  <a:gd name="T3" fmla="*/ 25 h 104"/>
                  <a:gd name="T4" fmla="*/ 100 w 128"/>
                  <a:gd name="T5" fmla="*/ 20 h 104"/>
                  <a:gd name="T6" fmla="*/ 84 w 128"/>
                  <a:gd name="T7" fmla="*/ 20 h 104"/>
                  <a:gd name="T8" fmla="*/ 84 w 128"/>
                  <a:gd name="T9" fmla="*/ 12 h 104"/>
                  <a:gd name="T10" fmla="*/ 72 w 128"/>
                  <a:gd name="T11" fmla="*/ 0 h 104"/>
                  <a:gd name="T12" fmla="*/ 12 w 128"/>
                  <a:gd name="T13" fmla="*/ 0 h 104"/>
                  <a:gd name="T14" fmla="*/ 0 w 128"/>
                  <a:gd name="T15" fmla="*/ 12 h 104"/>
                  <a:gd name="T16" fmla="*/ 0 w 128"/>
                  <a:gd name="T17" fmla="*/ 56 h 104"/>
                  <a:gd name="T18" fmla="*/ 12 w 128"/>
                  <a:gd name="T19" fmla="*/ 68 h 104"/>
                  <a:gd name="T20" fmla="*/ 12 w 128"/>
                  <a:gd name="T21" fmla="*/ 68 h 104"/>
                  <a:gd name="T22" fmla="*/ 12 w 128"/>
                  <a:gd name="T23" fmla="*/ 80 h 104"/>
                  <a:gd name="T24" fmla="*/ 24 w 128"/>
                  <a:gd name="T25" fmla="*/ 92 h 104"/>
                  <a:gd name="T26" fmla="*/ 29 w 128"/>
                  <a:gd name="T27" fmla="*/ 92 h 104"/>
                  <a:gd name="T28" fmla="*/ 44 w 128"/>
                  <a:gd name="T29" fmla="*/ 104 h 104"/>
                  <a:gd name="T30" fmla="*/ 59 w 128"/>
                  <a:gd name="T31" fmla="*/ 92 h 104"/>
                  <a:gd name="T32" fmla="*/ 81 w 128"/>
                  <a:gd name="T33" fmla="*/ 92 h 104"/>
                  <a:gd name="T34" fmla="*/ 96 w 128"/>
                  <a:gd name="T35" fmla="*/ 104 h 104"/>
                  <a:gd name="T36" fmla="*/ 111 w 128"/>
                  <a:gd name="T37" fmla="*/ 92 h 104"/>
                  <a:gd name="T38" fmla="*/ 116 w 128"/>
                  <a:gd name="T39" fmla="*/ 92 h 104"/>
                  <a:gd name="T40" fmla="*/ 128 w 128"/>
                  <a:gd name="T41" fmla="*/ 80 h 104"/>
                  <a:gd name="T42" fmla="*/ 128 w 128"/>
                  <a:gd name="T43" fmla="*/ 56 h 104"/>
                  <a:gd name="T44" fmla="*/ 126 w 128"/>
                  <a:gd name="T45" fmla="*/ 49 h 104"/>
                  <a:gd name="T46" fmla="*/ 12 w 128"/>
                  <a:gd name="T47" fmla="*/ 60 h 104"/>
                  <a:gd name="T48" fmla="*/ 8 w 128"/>
                  <a:gd name="T49" fmla="*/ 56 h 104"/>
                  <a:gd name="T50" fmla="*/ 8 w 128"/>
                  <a:gd name="T51" fmla="*/ 12 h 104"/>
                  <a:gd name="T52" fmla="*/ 12 w 128"/>
                  <a:gd name="T53" fmla="*/ 8 h 104"/>
                  <a:gd name="T54" fmla="*/ 72 w 128"/>
                  <a:gd name="T55" fmla="*/ 8 h 104"/>
                  <a:gd name="T56" fmla="*/ 76 w 128"/>
                  <a:gd name="T57" fmla="*/ 12 h 104"/>
                  <a:gd name="T58" fmla="*/ 76 w 128"/>
                  <a:gd name="T59" fmla="*/ 20 h 104"/>
                  <a:gd name="T60" fmla="*/ 76 w 128"/>
                  <a:gd name="T61" fmla="*/ 28 h 104"/>
                  <a:gd name="T62" fmla="*/ 76 w 128"/>
                  <a:gd name="T63" fmla="*/ 56 h 104"/>
                  <a:gd name="T64" fmla="*/ 72 w 128"/>
                  <a:gd name="T65" fmla="*/ 60 h 104"/>
                  <a:gd name="T66" fmla="*/ 12 w 128"/>
                  <a:gd name="T67" fmla="*/ 60 h 104"/>
                  <a:gd name="T68" fmla="*/ 44 w 128"/>
                  <a:gd name="T69" fmla="*/ 96 h 104"/>
                  <a:gd name="T70" fmla="*/ 36 w 128"/>
                  <a:gd name="T71" fmla="*/ 88 h 104"/>
                  <a:gd name="T72" fmla="*/ 44 w 128"/>
                  <a:gd name="T73" fmla="*/ 80 h 104"/>
                  <a:gd name="T74" fmla="*/ 52 w 128"/>
                  <a:gd name="T75" fmla="*/ 88 h 104"/>
                  <a:gd name="T76" fmla="*/ 44 w 128"/>
                  <a:gd name="T77" fmla="*/ 96 h 104"/>
                  <a:gd name="T78" fmla="*/ 96 w 128"/>
                  <a:gd name="T79" fmla="*/ 96 h 104"/>
                  <a:gd name="T80" fmla="*/ 88 w 128"/>
                  <a:gd name="T81" fmla="*/ 88 h 104"/>
                  <a:gd name="T82" fmla="*/ 96 w 128"/>
                  <a:gd name="T83" fmla="*/ 80 h 104"/>
                  <a:gd name="T84" fmla="*/ 104 w 128"/>
                  <a:gd name="T85" fmla="*/ 88 h 104"/>
                  <a:gd name="T86" fmla="*/ 96 w 128"/>
                  <a:gd name="T87" fmla="*/ 96 h 104"/>
                  <a:gd name="T88" fmla="*/ 120 w 128"/>
                  <a:gd name="T89" fmla="*/ 80 h 104"/>
                  <a:gd name="T90" fmla="*/ 116 w 128"/>
                  <a:gd name="T91" fmla="*/ 84 h 104"/>
                  <a:gd name="T92" fmla="*/ 111 w 128"/>
                  <a:gd name="T93" fmla="*/ 84 h 104"/>
                  <a:gd name="T94" fmla="*/ 96 w 128"/>
                  <a:gd name="T95" fmla="*/ 72 h 104"/>
                  <a:gd name="T96" fmla="*/ 81 w 128"/>
                  <a:gd name="T97" fmla="*/ 84 h 104"/>
                  <a:gd name="T98" fmla="*/ 59 w 128"/>
                  <a:gd name="T99" fmla="*/ 84 h 104"/>
                  <a:gd name="T100" fmla="*/ 44 w 128"/>
                  <a:gd name="T101" fmla="*/ 72 h 104"/>
                  <a:gd name="T102" fmla="*/ 29 w 128"/>
                  <a:gd name="T103" fmla="*/ 84 h 104"/>
                  <a:gd name="T104" fmla="*/ 24 w 128"/>
                  <a:gd name="T105" fmla="*/ 84 h 104"/>
                  <a:gd name="T106" fmla="*/ 20 w 128"/>
                  <a:gd name="T107" fmla="*/ 80 h 104"/>
                  <a:gd name="T108" fmla="*/ 20 w 128"/>
                  <a:gd name="T109" fmla="*/ 68 h 104"/>
                  <a:gd name="T110" fmla="*/ 72 w 128"/>
                  <a:gd name="T111" fmla="*/ 68 h 104"/>
                  <a:gd name="T112" fmla="*/ 84 w 128"/>
                  <a:gd name="T113" fmla="*/ 56 h 104"/>
                  <a:gd name="T114" fmla="*/ 84 w 128"/>
                  <a:gd name="T115" fmla="*/ 28 h 104"/>
                  <a:gd name="T116" fmla="*/ 100 w 128"/>
                  <a:gd name="T117" fmla="*/ 28 h 104"/>
                  <a:gd name="T118" fmla="*/ 103 w 128"/>
                  <a:gd name="T119" fmla="*/ 30 h 104"/>
                  <a:gd name="T120" fmla="*/ 119 w 128"/>
                  <a:gd name="T121" fmla="*/ 54 h 104"/>
                  <a:gd name="T122" fmla="*/ 120 w 128"/>
                  <a:gd name="T123" fmla="*/ 56 h 104"/>
                  <a:gd name="T124" fmla="*/ 120 w 128"/>
                  <a:gd name="T125" fmla="*/ 8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8" h="104">
                    <a:moveTo>
                      <a:pt x="126" y="49"/>
                    </a:moveTo>
                    <a:cubicBezTo>
                      <a:pt x="110" y="25"/>
                      <a:pt x="110" y="25"/>
                      <a:pt x="110" y="25"/>
                    </a:cubicBezTo>
                    <a:cubicBezTo>
                      <a:pt x="108" y="22"/>
                      <a:pt x="104" y="20"/>
                      <a:pt x="100" y="20"/>
                    </a:cubicBezTo>
                    <a:cubicBezTo>
                      <a:pt x="84" y="20"/>
                      <a:pt x="84" y="20"/>
                      <a:pt x="84" y="20"/>
                    </a:cubicBezTo>
                    <a:cubicBezTo>
                      <a:pt x="84" y="12"/>
                      <a:pt x="84" y="12"/>
                      <a:pt x="84" y="12"/>
                    </a:cubicBezTo>
                    <a:cubicBezTo>
                      <a:pt x="84" y="5"/>
                      <a:pt x="79" y="0"/>
                      <a:pt x="72" y="0"/>
                    </a:cubicBezTo>
                    <a:cubicBezTo>
                      <a:pt x="12" y="0"/>
                      <a:pt x="12" y="0"/>
                      <a:pt x="12" y="0"/>
                    </a:cubicBezTo>
                    <a:cubicBezTo>
                      <a:pt x="5" y="0"/>
                      <a:pt x="0" y="5"/>
                      <a:pt x="0" y="12"/>
                    </a:cubicBezTo>
                    <a:cubicBezTo>
                      <a:pt x="0" y="56"/>
                      <a:pt x="0" y="56"/>
                      <a:pt x="0" y="56"/>
                    </a:cubicBezTo>
                    <a:cubicBezTo>
                      <a:pt x="0" y="63"/>
                      <a:pt x="5" y="68"/>
                      <a:pt x="12" y="68"/>
                    </a:cubicBezTo>
                    <a:cubicBezTo>
                      <a:pt x="12" y="68"/>
                      <a:pt x="12" y="68"/>
                      <a:pt x="12" y="68"/>
                    </a:cubicBezTo>
                    <a:cubicBezTo>
                      <a:pt x="12" y="80"/>
                      <a:pt x="12" y="80"/>
                      <a:pt x="12" y="80"/>
                    </a:cubicBezTo>
                    <a:cubicBezTo>
                      <a:pt x="12" y="87"/>
                      <a:pt x="17" y="92"/>
                      <a:pt x="24" y="92"/>
                    </a:cubicBezTo>
                    <a:cubicBezTo>
                      <a:pt x="29" y="92"/>
                      <a:pt x="29" y="92"/>
                      <a:pt x="29" y="92"/>
                    </a:cubicBezTo>
                    <a:cubicBezTo>
                      <a:pt x="30" y="99"/>
                      <a:pt x="37" y="104"/>
                      <a:pt x="44" y="104"/>
                    </a:cubicBezTo>
                    <a:cubicBezTo>
                      <a:pt x="51" y="104"/>
                      <a:pt x="58" y="99"/>
                      <a:pt x="59" y="92"/>
                    </a:cubicBezTo>
                    <a:cubicBezTo>
                      <a:pt x="81" y="92"/>
                      <a:pt x="81" y="92"/>
                      <a:pt x="81" y="92"/>
                    </a:cubicBezTo>
                    <a:cubicBezTo>
                      <a:pt x="82" y="99"/>
                      <a:pt x="89" y="104"/>
                      <a:pt x="96" y="104"/>
                    </a:cubicBezTo>
                    <a:cubicBezTo>
                      <a:pt x="103" y="104"/>
                      <a:pt x="110" y="99"/>
                      <a:pt x="111" y="92"/>
                    </a:cubicBezTo>
                    <a:cubicBezTo>
                      <a:pt x="116" y="92"/>
                      <a:pt x="116" y="92"/>
                      <a:pt x="116" y="92"/>
                    </a:cubicBezTo>
                    <a:cubicBezTo>
                      <a:pt x="123" y="92"/>
                      <a:pt x="128" y="87"/>
                      <a:pt x="128" y="80"/>
                    </a:cubicBezTo>
                    <a:cubicBezTo>
                      <a:pt x="128" y="56"/>
                      <a:pt x="128" y="56"/>
                      <a:pt x="128" y="56"/>
                    </a:cubicBezTo>
                    <a:cubicBezTo>
                      <a:pt x="128" y="54"/>
                      <a:pt x="127" y="51"/>
                      <a:pt x="126" y="49"/>
                    </a:cubicBezTo>
                    <a:close/>
                    <a:moveTo>
                      <a:pt x="12" y="60"/>
                    </a:moveTo>
                    <a:cubicBezTo>
                      <a:pt x="10" y="60"/>
                      <a:pt x="8" y="58"/>
                      <a:pt x="8" y="56"/>
                    </a:cubicBezTo>
                    <a:cubicBezTo>
                      <a:pt x="8" y="12"/>
                      <a:pt x="8" y="12"/>
                      <a:pt x="8" y="12"/>
                    </a:cubicBezTo>
                    <a:cubicBezTo>
                      <a:pt x="8" y="10"/>
                      <a:pt x="10" y="8"/>
                      <a:pt x="12" y="8"/>
                    </a:cubicBezTo>
                    <a:cubicBezTo>
                      <a:pt x="72" y="8"/>
                      <a:pt x="72" y="8"/>
                      <a:pt x="72" y="8"/>
                    </a:cubicBezTo>
                    <a:cubicBezTo>
                      <a:pt x="74" y="8"/>
                      <a:pt x="76" y="10"/>
                      <a:pt x="76" y="12"/>
                    </a:cubicBezTo>
                    <a:cubicBezTo>
                      <a:pt x="76" y="20"/>
                      <a:pt x="76" y="20"/>
                      <a:pt x="76" y="20"/>
                    </a:cubicBezTo>
                    <a:cubicBezTo>
                      <a:pt x="76" y="28"/>
                      <a:pt x="76" y="28"/>
                      <a:pt x="76" y="28"/>
                    </a:cubicBezTo>
                    <a:cubicBezTo>
                      <a:pt x="76" y="56"/>
                      <a:pt x="76" y="56"/>
                      <a:pt x="76" y="56"/>
                    </a:cubicBezTo>
                    <a:cubicBezTo>
                      <a:pt x="76" y="58"/>
                      <a:pt x="74" y="60"/>
                      <a:pt x="72" y="60"/>
                    </a:cubicBezTo>
                    <a:lnTo>
                      <a:pt x="12" y="60"/>
                    </a:lnTo>
                    <a:close/>
                    <a:moveTo>
                      <a:pt x="44" y="96"/>
                    </a:moveTo>
                    <a:cubicBezTo>
                      <a:pt x="40" y="96"/>
                      <a:pt x="36" y="92"/>
                      <a:pt x="36" y="88"/>
                    </a:cubicBezTo>
                    <a:cubicBezTo>
                      <a:pt x="36" y="84"/>
                      <a:pt x="40" y="80"/>
                      <a:pt x="44" y="80"/>
                    </a:cubicBezTo>
                    <a:cubicBezTo>
                      <a:pt x="48" y="80"/>
                      <a:pt x="52" y="84"/>
                      <a:pt x="52" y="88"/>
                    </a:cubicBezTo>
                    <a:cubicBezTo>
                      <a:pt x="52" y="92"/>
                      <a:pt x="48" y="96"/>
                      <a:pt x="44" y="96"/>
                    </a:cubicBezTo>
                    <a:close/>
                    <a:moveTo>
                      <a:pt x="96" y="96"/>
                    </a:moveTo>
                    <a:cubicBezTo>
                      <a:pt x="92" y="96"/>
                      <a:pt x="88" y="92"/>
                      <a:pt x="88" y="88"/>
                    </a:cubicBezTo>
                    <a:cubicBezTo>
                      <a:pt x="88" y="84"/>
                      <a:pt x="92" y="80"/>
                      <a:pt x="96" y="80"/>
                    </a:cubicBezTo>
                    <a:cubicBezTo>
                      <a:pt x="100" y="80"/>
                      <a:pt x="104" y="84"/>
                      <a:pt x="104" y="88"/>
                    </a:cubicBezTo>
                    <a:cubicBezTo>
                      <a:pt x="104" y="92"/>
                      <a:pt x="100" y="96"/>
                      <a:pt x="96" y="96"/>
                    </a:cubicBezTo>
                    <a:close/>
                    <a:moveTo>
                      <a:pt x="120" y="80"/>
                    </a:moveTo>
                    <a:cubicBezTo>
                      <a:pt x="120" y="82"/>
                      <a:pt x="118" y="84"/>
                      <a:pt x="116" y="84"/>
                    </a:cubicBezTo>
                    <a:cubicBezTo>
                      <a:pt x="111" y="84"/>
                      <a:pt x="111" y="84"/>
                      <a:pt x="111" y="84"/>
                    </a:cubicBezTo>
                    <a:cubicBezTo>
                      <a:pt x="110" y="77"/>
                      <a:pt x="103" y="72"/>
                      <a:pt x="96" y="72"/>
                    </a:cubicBezTo>
                    <a:cubicBezTo>
                      <a:pt x="89" y="72"/>
                      <a:pt x="82" y="77"/>
                      <a:pt x="81" y="84"/>
                    </a:cubicBezTo>
                    <a:cubicBezTo>
                      <a:pt x="59" y="84"/>
                      <a:pt x="59" y="84"/>
                      <a:pt x="59" y="84"/>
                    </a:cubicBezTo>
                    <a:cubicBezTo>
                      <a:pt x="58" y="77"/>
                      <a:pt x="51" y="72"/>
                      <a:pt x="44" y="72"/>
                    </a:cubicBezTo>
                    <a:cubicBezTo>
                      <a:pt x="37" y="72"/>
                      <a:pt x="30" y="77"/>
                      <a:pt x="29" y="84"/>
                    </a:cubicBezTo>
                    <a:cubicBezTo>
                      <a:pt x="24" y="84"/>
                      <a:pt x="24" y="84"/>
                      <a:pt x="24" y="84"/>
                    </a:cubicBezTo>
                    <a:cubicBezTo>
                      <a:pt x="22" y="84"/>
                      <a:pt x="20" y="82"/>
                      <a:pt x="20" y="80"/>
                    </a:cubicBezTo>
                    <a:cubicBezTo>
                      <a:pt x="20" y="68"/>
                      <a:pt x="20" y="68"/>
                      <a:pt x="20" y="68"/>
                    </a:cubicBezTo>
                    <a:cubicBezTo>
                      <a:pt x="72" y="68"/>
                      <a:pt x="72" y="68"/>
                      <a:pt x="72" y="68"/>
                    </a:cubicBezTo>
                    <a:cubicBezTo>
                      <a:pt x="79" y="68"/>
                      <a:pt x="84" y="63"/>
                      <a:pt x="84" y="56"/>
                    </a:cubicBezTo>
                    <a:cubicBezTo>
                      <a:pt x="84" y="28"/>
                      <a:pt x="84" y="28"/>
                      <a:pt x="84" y="28"/>
                    </a:cubicBezTo>
                    <a:cubicBezTo>
                      <a:pt x="100" y="28"/>
                      <a:pt x="100" y="28"/>
                      <a:pt x="100" y="28"/>
                    </a:cubicBezTo>
                    <a:cubicBezTo>
                      <a:pt x="101" y="28"/>
                      <a:pt x="103" y="29"/>
                      <a:pt x="103" y="30"/>
                    </a:cubicBezTo>
                    <a:cubicBezTo>
                      <a:pt x="119" y="54"/>
                      <a:pt x="119" y="54"/>
                      <a:pt x="119" y="54"/>
                    </a:cubicBezTo>
                    <a:cubicBezTo>
                      <a:pt x="120" y="54"/>
                      <a:pt x="120" y="55"/>
                      <a:pt x="120" y="56"/>
                    </a:cubicBezTo>
                    <a:lnTo>
                      <a:pt x="120" y="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grpSp>
      </p:grpSp>
      <p:grpSp>
        <p:nvGrpSpPr>
          <p:cNvPr id="32" name="Group 31">
            <a:extLst>
              <a:ext uri="{FF2B5EF4-FFF2-40B4-BE49-F238E27FC236}">
                <a16:creationId xmlns:a16="http://schemas.microsoft.com/office/drawing/2014/main" id="{CB4B5132-346E-6365-A960-A9DD8244747A}"/>
              </a:ext>
            </a:extLst>
          </p:cNvPr>
          <p:cNvGrpSpPr/>
          <p:nvPr/>
        </p:nvGrpSpPr>
        <p:grpSpPr>
          <a:xfrm>
            <a:off x="3233489" y="3623771"/>
            <a:ext cx="685800" cy="685800"/>
            <a:chOff x="4558017" y="2712870"/>
            <a:chExt cx="914400" cy="914400"/>
          </a:xfrm>
        </p:grpSpPr>
        <p:sp>
          <p:nvSpPr>
            <p:cNvPr id="33" name="Oval 32">
              <a:extLst>
                <a:ext uri="{FF2B5EF4-FFF2-40B4-BE49-F238E27FC236}">
                  <a16:creationId xmlns:a16="http://schemas.microsoft.com/office/drawing/2014/main" id="{992FDD6D-FA52-78F5-3C69-B7F6A85C140A}"/>
                </a:ext>
              </a:extLst>
            </p:cNvPr>
            <p:cNvSpPr/>
            <p:nvPr/>
          </p:nvSpPr>
          <p:spPr>
            <a:xfrm>
              <a:off x="4558017" y="2712870"/>
              <a:ext cx="914400" cy="914400"/>
            </a:xfrm>
            <a:prstGeom prst="ellipse">
              <a:avLst/>
            </a:prstGeom>
            <a:solidFill>
              <a:schemeClr val="accent2"/>
            </a:solidFill>
            <a:ln>
              <a:no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grpSp>
          <p:nvGrpSpPr>
            <p:cNvPr id="34" name="Group 33">
              <a:extLst>
                <a:ext uri="{FF2B5EF4-FFF2-40B4-BE49-F238E27FC236}">
                  <a16:creationId xmlns:a16="http://schemas.microsoft.com/office/drawing/2014/main" id="{E276CA50-1F8D-AFD0-7D16-55D9D6AE0CAE}"/>
                </a:ext>
              </a:extLst>
            </p:cNvPr>
            <p:cNvGrpSpPr/>
            <p:nvPr/>
          </p:nvGrpSpPr>
          <p:grpSpPr>
            <a:xfrm>
              <a:off x="4774711" y="2917439"/>
              <a:ext cx="481012" cy="482600"/>
              <a:chOff x="4198938" y="2905126"/>
              <a:chExt cx="481012" cy="482600"/>
            </a:xfrm>
            <a:solidFill>
              <a:schemeClr val="bg1"/>
            </a:solidFill>
          </p:grpSpPr>
          <p:sp>
            <p:nvSpPr>
              <p:cNvPr id="35" name="Freeform 57">
                <a:extLst>
                  <a:ext uri="{FF2B5EF4-FFF2-40B4-BE49-F238E27FC236}">
                    <a16:creationId xmlns:a16="http://schemas.microsoft.com/office/drawing/2014/main" id="{153D8E5E-D27D-61CB-EFF6-72920DDCFFE7}"/>
                  </a:ext>
                </a:extLst>
              </p:cNvPr>
              <p:cNvSpPr>
                <a:spLocks noEditPoints="1"/>
              </p:cNvSpPr>
              <p:nvPr/>
            </p:nvSpPr>
            <p:spPr bwMode="auto">
              <a:xfrm>
                <a:off x="4198938" y="2905126"/>
                <a:ext cx="150812" cy="482600"/>
              </a:xfrm>
              <a:custGeom>
                <a:avLst/>
                <a:gdLst>
                  <a:gd name="T0" fmla="*/ 32 w 40"/>
                  <a:gd name="T1" fmla="*/ 24 h 128"/>
                  <a:gd name="T2" fmla="*/ 32 w 40"/>
                  <a:gd name="T3" fmla="*/ 12 h 128"/>
                  <a:gd name="T4" fmla="*/ 20 w 40"/>
                  <a:gd name="T5" fmla="*/ 0 h 128"/>
                  <a:gd name="T6" fmla="*/ 8 w 40"/>
                  <a:gd name="T7" fmla="*/ 12 h 128"/>
                  <a:gd name="T8" fmla="*/ 8 w 40"/>
                  <a:gd name="T9" fmla="*/ 24 h 128"/>
                  <a:gd name="T10" fmla="*/ 0 w 40"/>
                  <a:gd name="T11" fmla="*/ 40 h 128"/>
                  <a:gd name="T12" fmla="*/ 8 w 40"/>
                  <a:gd name="T13" fmla="*/ 56 h 128"/>
                  <a:gd name="T14" fmla="*/ 8 w 40"/>
                  <a:gd name="T15" fmla="*/ 116 h 128"/>
                  <a:gd name="T16" fmla="*/ 20 w 40"/>
                  <a:gd name="T17" fmla="*/ 128 h 128"/>
                  <a:gd name="T18" fmla="*/ 32 w 40"/>
                  <a:gd name="T19" fmla="*/ 116 h 128"/>
                  <a:gd name="T20" fmla="*/ 32 w 40"/>
                  <a:gd name="T21" fmla="*/ 56 h 128"/>
                  <a:gd name="T22" fmla="*/ 40 w 40"/>
                  <a:gd name="T23" fmla="*/ 40 h 128"/>
                  <a:gd name="T24" fmla="*/ 32 w 40"/>
                  <a:gd name="T25" fmla="*/ 24 h 128"/>
                  <a:gd name="T26" fmla="*/ 16 w 40"/>
                  <a:gd name="T27" fmla="*/ 12 h 128"/>
                  <a:gd name="T28" fmla="*/ 20 w 40"/>
                  <a:gd name="T29" fmla="*/ 8 h 128"/>
                  <a:gd name="T30" fmla="*/ 24 w 40"/>
                  <a:gd name="T31" fmla="*/ 12 h 128"/>
                  <a:gd name="T32" fmla="*/ 24 w 40"/>
                  <a:gd name="T33" fmla="*/ 20 h 128"/>
                  <a:gd name="T34" fmla="*/ 20 w 40"/>
                  <a:gd name="T35" fmla="*/ 20 h 128"/>
                  <a:gd name="T36" fmla="*/ 16 w 40"/>
                  <a:gd name="T37" fmla="*/ 20 h 128"/>
                  <a:gd name="T38" fmla="*/ 16 w 40"/>
                  <a:gd name="T39" fmla="*/ 12 h 128"/>
                  <a:gd name="T40" fmla="*/ 24 w 40"/>
                  <a:gd name="T41" fmla="*/ 116 h 128"/>
                  <a:gd name="T42" fmla="*/ 20 w 40"/>
                  <a:gd name="T43" fmla="*/ 120 h 128"/>
                  <a:gd name="T44" fmla="*/ 16 w 40"/>
                  <a:gd name="T45" fmla="*/ 116 h 128"/>
                  <a:gd name="T46" fmla="*/ 16 w 40"/>
                  <a:gd name="T47" fmla="*/ 60 h 128"/>
                  <a:gd name="T48" fmla="*/ 20 w 40"/>
                  <a:gd name="T49" fmla="*/ 60 h 128"/>
                  <a:gd name="T50" fmla="*/ 24 w 40"/>
                  <a:gd name="T51" fmla="*/ 60 h 128"/>
                  <a:gd name="T52" fmla="*/ 24 w 40"/>
                  <a:gd name="T53" fmla="*/ 116 h 128"/>
                  <a:gd name="T54" fmla="*/ 31 w 40"/>
                  <a:gd name="T55" fmla="*/ 43 h 128"/>
                  <a:gd name="T56" fmla="*/ 31 w 40"/>
                  <a:gd name="T57" fmla="*/ 44 h 128"/>
                  <a:gd name="T58" fmla="*/ 30 w 40"/>
                  <a:gd name="T59" fmla="*/ 47 h 128"/>
                  <a:gd name="T60" fmla="*/ 30 w 40"/>
                  <a:gd name="T61" fmla="*/ 47 h 128"/>
                  <a:gd name="T62" fmla="*/ 27 w 40"/>
                  <a:gd name="T63" fmla="*/ 50 h 128"/>
                  <a:gd name="T64" fmla="*/ 27 w 40"/>
                  <a:gd name="T65" fmla="*/ 50 h 128"/>
                  <a:gd name="T66" fmla="*/ 24 w 40"/>
                  <a:gd name="T67" fmla="*/ 51 h 128"/>
                  <a:gd name="T68" fmla="*/ 20 w 40"/>
                  <a:gd name="T69" fmla="*/ 52 h 128"/>
                  <a:gd name="T70" fmla="*/ 16 w 40"/>
                  <a:gd name="T71" fmla="*/ 51 h 128"/>
                  <a:gd name="T72" fmla="*/ 13 w 40"/>
                  <a:gd name="T73" fmla="*/ 50 h 128"/>
                  <a:gd name="T74" fmla="*/ 13 w 40"/>
                  <a:gd name="T75" fmla="*/ 50 h 128"/>
                  <a:gd name="T76" fmla="*/ 10 w 40"/>
                  <a:gd name="T77" fmla="*/ 47 h 128"/>
                  <a:gd name="T78" fmla="*/ 10 w 40"/>
                  <a:gd name="T79" fmla="*/ 47 h 128"/>
                  <a:gd name="T80" fmla="*/ 9 w 40"/>
                  <a:gd name="T81" fmla="*/ 44 h 128"/>
                  <a:gd name="T82" fmla="*/ 9 w 40"/>
                  <a:gd name="T83" fmla="*/ 43 h 128"/>
                  <a:gd name="T84" fmla="*/ 8 w 40"/>
                  <a:gd name="T85" fmla="*/ 40 h 128"/>
                  <a:gd name="T86" fmla="*/ 9 w 40"/>
                  <a:gd name="T87" fmla="*/ 37 h 128"/>
                  <a:gd name="T88" fmla="*/ 9 w 40"/>
                  <a:gd name="T89" fmla="*/ 36 h 128"/>
                  <a:gd name="T90" fmla="*/ 10 w 40"/>
                  <a:gd name="T91" fmla="*/ 33 h 128"/>
                  <a:gd name="T92" fmla="*/ 10 w 40"/>
                  <a:gd name="T93" fmla="*/ 33 h 128"/>
                  <a:gd name="T94" fmla="*/ 13 w 40"/>
                  <a:gd name="T95" fmla="*/ 30 h 128"/>
                  <a:gd name="T96" fmla="*/ 13 w 40"/>
                  <a:gd name="T97" fmla="*/ 30 h 128"/>
                  <a:gd name="T98" fmla="*/ 16 w 40"/>
                  <a:gd name="T99" fmla="*/ 29 h 128"/>
                  <a:gd name="T100" fmla="*/ 20 w 40"/>
                  <a:gd name="T101" fmla="*/ 28 h 128"/>
                  <a:gd name="T102" fmla="*/ 24 w 40"/>
                  <a:gd name="T103" fmla="*/ 29 h 128"/>
                  <a:gd name="T104" fmla="*/ 27 w 40"/>
                  <a:gd name="T105" fmla="*/ 30 h 128"/>
                  <a:gd name="T106" fmla="*/ 27 w 40"/>
                  <a:gd name="T107" fmla="*/ 30 h 128"/>
                  <a:gd name="T108" fmla="*/ 30 w 40"/>
                  <a:gd name="T109" fmla="*/ 33 h 128"/>
                  <a:gd name="T110" fmla="*/ 30 w 40"/>
                  <a:gd name="T111" fmla="*/ 33 h 128"/>
                  <a:gd name="T112" fmla="*/ 31 w 40"/>
                  <a:gd name="T113" fmla="*/ 36 h 128"/>
                  <a:gd name="T114" fmla="*/ 31 w 40"/>
                  <a:gd name="T115" fmla="*/ 37 h 128"/>
                  <a:gd name="T116" fmla="*/ 32 w 40"/>
                  <a:gd name="T117" fmla="*/ 40 h 128"/>
                  <a:gd name="T118" fmla="*/ 31 w 40"/>
                  <a:gd name="T119" fmla="*/ 4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0" h="128">
                    <a:moveTo>
                      <a:pt x="32" y="24"/>
                    </a:moveTo>
                    <a:cubicBezTo>
                      <a:pt x="32" y="12"/>
                      <a:pt x="32" y="12"/>
                      <a:pt x="32" y="12"/>
                    </a:cubicBezTo>
                    <a:cubicBezTo>
                      <a:pt x="32" y="5"/>
                      <a:pt x="27" y="0"/>
                      <a:pt x="20" y="0"/>
                    </a:cubicBezTo>
                    <a:cubicBezTo>
                      <a:pt x="13" y="0"/>
                      <a:pt x="8" y="5"/>
                      <a:pt x="8" y="12"/>
                    </a:cubicBezTo>
                    <a:cubicBezTo>
                      <a:pt x="8" y="24"/>
                      <a:pt x="8" y="24"/>
                      <a:pt x="8" y="24"/>
                    </a:cubicBezTo>
                    <a:cubicBezTo>
                      <a:pt x="3" y="28"/>
                      <a:pt x="0" y="33"/>
                      <a:pt x="0" y="40"/>
                    </a:cubicBezTo>
                    <a:cubicBezTo>
                      <a:pt x="0" y="47"/>
                      <a:pt x="3" y="52"/>
                      <a:pt x="8" y="56"/>
                    </a:cubicBezTo>
                    <a:cubicBezTo>
                      <a:pt x="8" y="116"/>
                      <a:pt x="8" y="116"/>
                      <a:pt x="8" y="116"/>
                    </a:cubicBezTo>
                    <a:cubicBezTo>
                      <a:pt x="8" y="123"/>
                      <a:pt x="13" y="128"/>
                      <a:pt x="20" y="128"/>
                    </a:cubicBezTo>
                    <a:cubicBezTo>
                      <a:pt x="27" y="128"/>
                      <a:pt x="32" y="123"/>
                      <a:pt x="32" y="116"/>
                    </a:cubicBezTo>
                    <a:cubicBezTo>
                      <a:pt x="32" y="56"/>
                      <a:pt x="32" y="56"/>
                      <a:pt x="32" y="56"/>
                    </a:cubicBezTo>
                    <a:cubicBezTo>
                      <a:pt x="37" y="52"/>
                      <a:pt x="40" y="47"/>
                      <a:pt x="40" y="40"/>
                    </a:cubicBezTo>
                    <a:cubicBezTo>
                      <a:pt x="40" y="33"/>
                      <a:pt x="37" y="28"/>
                      <a:pt x="32" y="24"/>
                    </a:cubicBezTo>
                    <a:close/>
                    <a:moveTo>
                      <a:pt x="16" y="12"/>
                    </a:moveTo>
                    <a:cubicBezTo>
                      <a:pt x="16" y="10"/>
                      <a:pt x="18" y="8"/>
                      <a:pt x="20" y="8"/>
                    </a:cubicBezTo>
                    <a:cubicBezTo>
                      <a:pt x="22" y="8"/>
                      <a:pt x="24" y="10"/>
                      <a:pt x="24" y="12"/>
                    </a:cubicBezTo>
                    <a:cubicBezTo>
                      <a:pt x="24" y="20"/>
                      <a:pt x="24" y="20"/>
                      <a:pt x="24" y="20"/>
                    </a:cubicBezTo>
                    <a:cubicBezTo>
                      <a:pt x="23" y="20"/>
                      <a:pt x="21" y="20"/>
                      <a:pt x="20" y="20"/>
                    </a:cubicBezTo>
                    <a:cubicBezTo>
                      <a:pt x="19" y="20"/>
                      <a:pt x="17" y="20"/>
                      <a:pt x="16" y="20"/>
                    </a:cubicBezTo>
                    <a:lnTo>
                      <a:pt x="16" y="12"/>
                    </a:lnTo>
                    <a:close/>
                    <a:moveTo>
                      <a:pt x="24" y="116"/>
                    </a:moveTo>
                    <a:cubicBezTo>
                      <a:pt x="24" y="118"/>
                      <a:pt x="22" y="120"/>
                      <a:pt x="20" y="120"/>
                    </a:cubicBezTo>
                    <a:cubicBezTo>
                      <a:pt x="18" y="120"/>
                      <a:pt x="16" y="118"/>
                      <a:pt x="16" y="116"/>
                    </a:cubicBezTo>
                    <a:cubicBezTo>
                      <a:pt x="16" y="60"/>
                      <a:pt x="16" y="60"/>
                      <a:pt x="16" y="60"/>
                    </a:cubicBezTo>
                    <a:cubicBezTo>
                      <a:pt x="17" y="60"/>
                      <a:pt x="19" y="60"/>
                      <a:pt x="20" y="60"/>
                    </a:cubicBezTo>
                    <a:cubicBezTo>
                      <a:pt x="21" y="60"/>
                      <a:pt x="23" y="60"/>
                      <a:pt x="24" y="60"/>
                    </a:cubicBezTo>
                    <a:lnTo>
                      <a:pt x="24" y="116"/>
                    </a:lnTo>
                    <a:close/>
                    <a:moveTo>
                      <a:pt x="31" y="43"/>
                    </a:moveTo>
                    <a:cubicBezTo>
                      <a:pt x="31" y="44"/>
                      <a:pt x="31" y="44"/>
                      <a:pt x="31" y="44"/>
                    </a:cubicBezTo>
                    <a:cubicBezTo>
                      <a:pt x="31" y="45"/>
                      <a:pt x="30" y="46"/>
                      <a:pt x="30" y="47"/>
                    </a:cubicBezTo>
                    <a:cubicBezTo>
                      <a:pt x="30" y="47"/>
                      <a:pt x="30" y="47"/>
                      <a:pt x="30" y="47"/>
                    </a:cubicBezTo>
                    <a:cubicBezTo>
                      <a:pt x="29" y="48"/>
                      <a:pt x="28" y="49"/>
                      <a:pt x="27" y="50"/>
                    </a:cubicBezTo>
                    <a:cubicBezTo>
                      <a:pt x="27" y="50"/>
                      <a:pt x="27" y="50"/>
                      <a:pt x="27" y="50"/>
                    </a:cubicBezTo>
                    <a:cubicBezTo>
                      <a:pt x="26" y="50"/>
                      <a:pt x="25" y="51"/>
                      <a:pt x="24" y="51"/>
                    </a:cubicBezTo>
                    <a:cubicBezTo>
                      <a:pt x="23" y="52"/>
                      <a:pt x="21" y="52"/>
                      <a:pt x="20" y="52"/>
                    </a:cubicBezTo>
                    <a:cubicBezTo>
                      <a:pt x="19" y="52"/>
                      <a:pt x="17" y="52"/>
                      <a:pt x="16" y="51"/>
                    </a:cubicBezTo>
                    <a:cubicBezTo>
                      <a:pt x="15" y="51"/>
                      <a:pt x="14" y="50"/>
                      <a:pt x="13" y="50"/>
                    </a:cubicBezTo>
                    <a:cubicBezTo>
                      <a:pt x="13" y="50"/>
                      <a:pt x="13" y="50"/>
                      <a:pt x="13" y="50"/>
                    </a:cubicBezTo>
                    <a:cubicBezTo>
                      <a:pt x="12" y="49"/>
                      <a:pt x="11" y="48"/>
                      <a:pt x="10" y="47"/>
                    </a:cubicBezTo>
                    <a:cubicBezTo>
                      <a:pt x="10" y="47"/>
                      <a:pt x="10" y="47"/>
                      <a:pt x="10" y="47"/>
                    </a:cubicBezTo>
                    <a:cubicBezTo>
                      <a:pt x="10" y="46"/>
                      <a:pt x="9" y="45"/>
                      <a:pt x="9" y="44"/>
                    </a:cubicBezTo>
                    <a:cubicBezTo>
                      <a:pt x="9" y="44"/>
                      <a:pt x="9" y="44"/>
                      <a:pt x="9" y="43"/>
                    </a:cubicBezTo>
                    <a:cubicBezTo>
                      <a:pt x="8" y="42"/>
                      <a:pt x="8" y="41"/>
                      <a:pt x="8" y="40"/>
                    </a:cubicBezTo>
                    <a:cubicBezTo>
                      <a:pt x="8" y="39"/>
                      <a:pt x="8" y="38"/>
                      <a:pt x="9" y="37"/>
                    </a:cubicBezTo>
                    <a:cubicBezTo>
                      <a:pt x="9" y="36"/>
                      <a:pt x="9" y="36"/>
                      <a:pt x="9" y="36"/>
                    </a:cubicBezTo>
                    <a:cubicBezTo>
                      <a:pt x="9" y="35"/>
                      <a:pt x="10" y="34"/>
                      <a:pt x="10" y="33"/>
                    </a:cubicBezTo>
                    <a:cubicBezTo>
                      <a:pt x="10" y="33"/>
                      <a:pt x="10" y="33"/>
                      <a:pt x="10" y="33"/>
                    </a:cubicBezTo>
                    <a:cubicBezTo>
                      <a:pt x="11" y="32"/>
                      <a:pt x="12" y="31"/>
                      <a:pt x="13" y="30"/>
                    </a:cubicBezTo>
                    <a:cubicBezTo>
                      <a:pt x="13" y="30"/>
                      <a:pt x="13" y="30"/>
                      <a:pt x="13" y="30"/>
                    </a:cubicBezTo>
                    <a:cubicBezTo>
                      <a:pt x="14" y="30"/>
                      <a:pt x="15" y="29"/>
                      <a:pt x="16" y="29"/>
                    </a:cubicBezTo>
                    <a:cubicBezTo>
                      <a:pt x="17" y="28"/>
                      <a:pt x="19" y="28"/>
                      <a:pt x="20" y="28"/>
                    </a:cubicBezTo>
                    <a:cubicBezTo>
                      <a:pt x="21" y="28"/>
                      <a:pt x="23" y="28"/>
                      <a:pt x="24" y="29"/>
                    </a:cubicBezTo>
                    <a:cubicBezTo>
                      <a:pt x="25" y="29"/>
                      <a:pt x="26" y="30"/>
                      <a:pt x="27" y="30"/>
                    </a:cubicBezTo>
                    <a:cubicBezTo>
                      <a:pt x="27" y="30"/>
                      <a:pt x="27" y="30"/>
                      <a:pt x="27" y="30"/>
                    </a:cubicBezTo>
                    <a:cubicBezTo>
                      <a:pt x="28" y="31"/>
                      <a:pt x="29" y="32"/>
                      <a:pt x="30" y="33"/>
                    </a:cubicBezTo>
                    <a:cubicBezTo>
                      <a:pt x="30" y="33"/>
                      <a:pt x="30" y="33"/>
                      <a:pt x="30" y="33"/>
                    </a:cubicBezTo>
                    <a:cubicBezTo>
                      <a:pt x="30" y="34"/>
                      <a:pt x="31" y="35"/>
                      <a:pt x="31" y="36"/>
                    </a:cubicBezTo>
                    <a:cubicBezTo>
                      <a:pt x="31" y="36"/>
                      <a:pt x="31" y="36"/>
                      <a:pt x="31" y="37"/>
                    </a:cubicBezTo>
                    <a:cubicBezTo>
                      <a:pt x="32" y="38"/>
                      <a:pt x="32" y="39"/>
                      <a:pt x="32" y="40"/>
                    </a:cubicBezTo>
                    <a:cubicBezTo>
                      <a:pt x="32" y="41"/>
                      <a:pt x="32" y="42"/>
                      <a:pt x="3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6" name="Freeform 58">
                <a:extLst>
                  <a:ext uri="{FF2B5EF4-FFF2-40B4-BE49-F238E27FC236}">
                    <a16:creationId xmlns:a16="http://schemas.microsoft.com/office/drawing/2014/main" id="{DA01613C-CEF8-C59A-BBBC-AA0D6C82ADD2}"/>
                  </a:ext>
                </a:extLst>
              </p:cNvPr>
              <p:cNvSpPr>
                <a:spLocks noEditPoints="1"/>
              </p:cNvSpPr>
              <p:nvPr/>
            </p:nvSpPr>
            <p:spPr bwMode="auto">
              <a:xfrm>
                <a:off x="4529138" y="2905126"/>
                <a:ext cx="150812" cy="482600"/>
              </a:xfrm>
              <a:custGeom>
                <a:avLst/>
                <a:gdLst>
                  <a:gd name="T0" fmla="*/ 32 w 40"/>
                  <a:gd name="T1" fmla="*/ 24 h 128"/>
                  <a:gd name="T2" fmla="*/ 32 w 40"/>
                  <a:gd name="T3" fmla="*/ 12 h 128"/>
                  <a:gd name="T4" fmla="*/ 20 w 40"/>
                  <a:gd name="T5" fmla="*/ 0 h 128"/>
                  <a:gd name="T6" fmla="*/ 8 w 40"/>
                  <a:gd name="T7" fmla="*/ 12 h 128"/>
                  <a:gd name="T8" fmla="*/ 8 w 40"/>
                  <a:gd name="T9" fmla="*/ 24 h 128"/>
                  <a:gd name="T10" fmla="*/ 0 w 40"/>
                  <a:gd name="T11" fmla="*/ 40 h 128"/>
                  <a:gd name="T12" fmla="*/ 8 w 40"/>
                  <a:gd name="T13" fmla="*/ 56 h 128"/>
                  <a:gd name="T14" fmla="*/ 8 w 40"/>
                  <a:gd name="T15" fmla="*/ 116 h 128"/>
                  <a:gd name="T16" fmla="*/ 20 w 40"/>
                  <a:gd name="T17" fmla="*/ 128 h 128"/>
                  <a:gd name="T18" fmla="*/ 32 w 40"/>
                  <a:gd name="T19" fmla="*/ 116 h 128"/>
                  <a:gd name="T20" fmla="*/ 32 w 40"/>
                  <a:gd name="T21" fmla="*/ 56 h 128"/>
                  <a:gd name="T22" fmla="*/ 40 w 40"/>
                  <a:gd name="T23" fmla="*/ 40 h 128"/>
                  <a:gd name="T24" fmla="*/ 32 w 40"/>
                  <a:gd name="T25" fmla="*/ 24 h 128"/>
                  <a:gd name="T26" fmla="*/ 16 w 40"/>
                  <a:gd name="T27" fmla="*/ 12 h 128"/>
                  <a:gd name="T28" fmla="*/ 20 w 40"/>
                  <a:gd name="T29" fmla="*/ 8 h 128"/>
                  <a:gd name="T30" fmla="*/ 24 w 40"/>
                  <a:gd name="T31" fmla="*/ 12 h 128"/>
                  <a:gd name="T32" fmla="*/ 24 w 40"/>
                  <a:gd name="T33" fmla="*/ 20 h 128"/>
                  <a:gd name="T34" fmla="*/ 20 w 40"/>
                  <a:gd name="T35" fmla="*/ 20 h 128"/>
                  <a:gd name="T36" fmla="*/ 16 w 40"/>
                  <a:gd name="T37" fmla="*/ 20 h 128"/>
                  <a:gd name="T38" fmla="*/ 16 w 40"/>
                  <a:gd name="T39" fmla="*/ 12 h 128"/>
                  <a:gd name="T40" fmla="*/ 24 w 40"/>
                  <a:gd name="T41" fmla="*/ 116 h 128"/>
                  <a:gd name="T42" fmla="*/ 20 w 40"/>
                  <a:gd name="T43" fmla="*/ 120 h 128"/>
                  <a:gd name="T44" fmla="*/ 16 w 40"/>
                  <a:gd name="T45" fmla="*/ 116 h 128"/>
                  <a:gd name="T46" fmla="*/ 16 w 40"/>
                  <a:gd name="T47" fmla="*/ 60 h 128"/>
                  <a:gd name="T48" fmla="*/ 20 w 40"/>
                  <a:gd name="T49" fmla="*/ 60 h 128"/>
                  <a:gd name="T50" fmla="*/ 24 w 40"/>
                  <a:gd name="T51" fmla="*/ 60 h 128"/>
                  <a:gd name="T52" fmla="*/ 24 w 40"/>
                  <a:gd name="T53" fmla="*/ 116 h 128"/>
                  <a:gd name="T54" fmla="*/ 31 w 40"/>
                  <a:gd name="T55" fmla="*/ 43 h 128"/>
                  <a:gd name="T56" fmla="*/ 31 w 40"/>
                  <a:gd name="T57" fmla="*/ 44 h 128"/>
                  <a:gd name="T58" fmla="*/ 30 w 40"/>
                  <a:gd name="T59" fmla="*/ 47 h 128"/>
                  <a:gd name="T60" fmla="*/ 30 w 40"/>
                  <a:gd name="T61" fmla="*/ 47 h 128"/>
                  <a:gd name="T62" fmla="*/ 27 w 40"/>
                  <a:gd name="T63" fmla="*/ 50 h 128"/>
                  <a:gd name="T64" fmla="*/ 27 w 40"/>
                  <a:gd name="T65" fmla="*/ 50 h 128"/>
                  <a:gd name="T66" fmla="*/ 24 w 40"/>
                  <a:gd name="T67" fmla="*/ 51 h 128"/>
                  <a:gd name="T68" fmla="*/ 20 w 40"/>
                  <a:gd name="T69" fmla="*/ 52 h 128"/>
                  <a:gd name="T70" fmla="*/ 16 w 40"/>
                  <a:gd name="T71" fmla="*/ 51 h 128"/>
                  <a:gd name="T72" fmla="*/ 13 w 40"/>
                  <a:gd name="T73" fmla="*/ 50 h 128"/>
                  <a:gd name="T74" fmla="*/ 13 w 40"/>
                  <a:gd name="T75" fmla="*/ 50 h 128"/>
                  <a:gd name="T76" fmla="*/ 10 w 40"/>
                  <a:gd name="T77" fmla="*/ 47 h 128"/>
                  <a:gd name="T78" fmla="*/ 10 w 40"/>
                  <a:gd name="T79" fmla="*/ 47 h 128"/>
                  <a:gd name="T80" fmla="*/ 9 w 40"/>
                  <a:gd name="T81" fmla="*/ 44 h 128"/>
                  <a:gd name="T82" fmla="*/ 9 w 40"/>
                  <a:gd name="T83" fmla="*/ 43 h 128"/>
                  <a:gd name="T84" fmla="*/ 8 w 40"/>
                  <a:gd name="T85" fmla="*/ 40 h 128"/>
                  <a:gd name="T86" fmla="*/ 9 w 40"/>
                  <a:gd name="T87" fmla="*/ 37 h 128"/>
                  <a:gd name="T88" fmla="*/ 9 w 40"/>
                  <a:gd name="T89" fmla="*/ 36 h 128"/>
                  <a:gd name="T90" fmla="*/ 10 w 40"/>
                  <a:gd name="T91" fmla="*/ 33 h 128"/>
                  <a:gd name="T92" fmla="*/ 10 w 40"/>
                  <a:gd name="T93" fmla="*/ 33 h 128"/>
                  <a:gd name="T94" fmla="*/ 13 w 40"/>
                  <a:gd name="T95" fmla="*/ 30 h 128"/>
                  <a:gd name="T96" fmla="*/ 13 w 40"/>
                  <a:gd name="T97" fmla="*/ 30 h 128"/>
                  <a:gd name="T98" fmla="*/ 16 w 40"/>
                  <a:gd name="T99" fmla="*/ 29 h 128"/>
                  <a:gd name="T100" fmla="*/ 20 w 40"/>
                  <a:gd name="T101" fmla="*/ 28 h 128"/>
                  <a:gd name="T102" fmla="*/ 24 w 40"/>
                  <a:gd name="T103" fmla="*/ 29 h 128"/>
                  <a:gd name="T104" fmla="*/ 27 w 40"/>
                  <a:gd name="T105" fmla="*/ 30 h 128"/>
                  <a:gd name="T106" fmla="*/ 27 w 40"/>
                  <a:gd name="T107" fmla="*/ 30 h 128"/>
                  <a:gd name="T108" fmla="*/ 30 w 40"/>
                  <a:gd name="T109" fmla="*/ 33 h 128"/>
                  <a:gd name="T110" fmla="*/ 30 w 40"/>
                  <a:gd name="T111" fmla="*/ 33 h 128"/>
                  <a:gd name="T112" fmla="*/ 31 w 40"/>
                  <a:gd name="T113" fmla="*/ 36 h 128"/>
                  <a:gd name="T114" fmla="*/ 31 w 40"/>
                  <a:gd name="T115" fmla="*/ 37 h 128"/>
                  <a:gd name="T116" fmla="*/ 32 w 40"/>
                  <a:gd name="T117" fmla="*/ 40 h 128"/>
                  <a:gd name="T118" fmla="*/ 31 w 40"/>
                  <a:gd name="T119" fmla="*/ 4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0" h="128">
                    <a:moveTo>
                      <a:pt x="32" y="24"/>
                    </a:moveTo>
                    <a:cubicBezTo>
                      <a:pt x="32" y="12"/>
                      <a:pt x="32" y="12"/>
                      <a:pt x="32" y="12"/>
                    </a:cubicBezTo>
                    <a:cubicBezTo>
                      <a:pt x="32" y="5"/>
                      <a:pt x="27" y="0"/>
                      <a:pt x="20" y="0"/>
                    </a:cubicBezTo>
                    <a:cubicBezTo>
                      <a:pt x="13" y="0"/>
                      <a:pt x="8" y="5"/>
                      <a:pt x="8" y="12"/>
                    </a:cubicBezTo>
                    <a:cubicBezTo>
                      <a:pt x="8" y="24"/>
                      <a:pt x="8" y="24"/>
                      <a:pt x="8" y="24"/>
                    </a:cubicBezTo>
                    <a:cubicBezTo>
                      <a:pt x="3" y="28"/>
                      <a:pt x="0" y="33"/>
                      <a:pt x="0" y="40"/>
                    </a:cubicBezTo>
                    <a:cubicBezTo>
                      <a:pt x="0" y="47"/>
                      <a:pt x="3" y="52"/>
                      <a:pt x="8" y="56"/>
                    </a:cubicBezTo>
                    <a:cubicBezTo>
                      <a:pt x="8" y="116"/>
                      <a:pt x="8" y="116"/>
                      <a:pt x="8" y="116"/>
                    </a:cubicBezTo>
                    <a:cubicBezTo>
                      <a:pt x="8" y="123"/>
                      <a:pt x="13" y="128"/>
                      <a:pt x="20" y="128"/>
                    </a:cubicBezTo>
                    <a:cubicBezTo>
                      <a:pt x="27" y="128"/>
                      <a:pt x="32" y="123"/>
                      <a:pt x="32" y="116"/>
                    </a:cubicBezTo>
                    <a:cubicBezTo>
                      <a:pt x="32" y="56"/>
                      <a:pt x="32" y="56"/>
                      <a:pt x="32" y="56"/>
                    </a:cubicBezTo>
                    <a:cubicBezTo>
                      <a:pt x="37" y="52"/>
                      <a:pt x="40" y="47"/>
                      <a:pt x="40" y="40"/>
                    </a:cubicBezTo>
                    <a:cubicBezTo>
                      <a:pt x="40" y="33"/>
                      <a:pt x="37" y="28"/>
                      <a:pt x="32" y="24"/>
                    </a:cubicBezTo>
                    <a:close/>
                    <a:moveTo>
                      <a:pt x="16" y="12"/>
                    </a:moveTo>
                    <a:cubicBezTo>
                      <a:pt x="16" y="10"/>
                      <a:pt x="18" y="8"/>
                      <a:pt x="20" y="8"/>
                    </a:cubicBezTo>
                    <a:cubicBezTo>
                      <a:pt x="22" y="8"/>
                      <a:pt x="24" y="10"/>
                      <a:pt x="24" y="12"/>
                    </a:cubicBezTo>
                    <a:cubicBezTo>
                      <a:pt x="24" y="20"/>
                      <a:pt x="24" y="20"/>
                      <a:pt x="24" y="20"/>
                    </a:cubicBezTo>
                    <a:cubicBezTo>
                      <a:pt x="23" y="20"/>
                      <a:pt x="21" y="20"/>
                      <a:pt x="20" y="20"/>
                    </a:cubicBezTo>
                    <a:cubicBezTo>
                      <a:pt x="19" y="20"/>
                      <a:pt x="17" y="20"/>
                      <a:pt x="16" y="20"/>
                    </a:cubicBezTo>
                    <a:lnTo>
                      <a:pt x="16" y="12"/>
                    </a:lnTo>
                    <a:close/>
                    <a:moveTo>
                      <a:pt x="24" y="116"/>
                    </a:moveTo>
                    <a:cubicBezTo>
                      <a:pt x="24" y="118"/>
                      <a:pt x="22" y="120"/>
                      <a:pt x="20" y="120"/>
                    </a:cubicBezTo>
                    <a:cubicBezTo>
                      <a:pt x="18" y="120"/>
                      <a:pt x="16" y="118"/>
                      <a:pt x="16" y="116"/>
                    </a:cubicBezTo>
                    <a:cubicBezTo>
                      <a:pt x="16" y="60"/>
                      <a:pt x="16" y="60"/>
                      <a:pt x="16" y="60"/>
                    </a:cubicBezTo>
                    <a:cubicBezTo>
                      <a:pt x="17" y="60"/>
                      <a:pt x="19" y="60"/>
                      <a:pt x="20" y="60"/>
                    </a:cubicBezTo>
                    <a:cubicBezTo>
                      <a:pt x="21" y="60"/>
                      <a:pt x="23" y="60"/>
                      <a:pt x="24" y="60"/>
                    </a:cubicBezTo>
                    <a:lnTo>
                      <a:pt x="24" y="116"/>
                    </a:lnTo>
                    <a:close/>
                    <a:moveTo>
                      <a:pt x="31" y="43"/>
                    </a:moveTo>
                    <a:cubicBezTo>
                      <a:pt x="31" y="44"/>
                      <a:pt x="31" y="44"/>
                      <a:pt x="31" y="44"/>
                    </a:cubicBezTo>
                    <a:cubicBezTo>
                      <a:pt x="31" y="45"/>
                      <a:pt x="30" y="46"/>
                      <a:pt x="30" y="47"/>
                    </a:cubicBezTo>
                    <a:cubicBezTo>
                      <a:pt x="30" y="47"/>
                      <a:pt x="30" y="47"/>
                      <a:pt x="30" y="47"/>
                    </a:cubicBezTo>
                    <a:cubicBezTo>
                      <a:pt x="29" y="48"/>
                      <a:pt x="28" y="49"/>
                      <a:pt x="27" y="50"/>
                    </a:cubicBezTo>
                    <a:cubicBezTo>
                      <a:pt x="27" y="50"/>
                      <a:pt x="27" y="50"/>
                      <a:pt x="27" y="50"/>
                    </a:cubicBezTo>
                    <a:cubicBezTo>
                      <a:pt x="26" y="50"/>
                      <a:pt x="25" y="51"/>
                      <a:pt x="24" y="51"/>
                    </a:cubicBezTo>
                    <a:cubicBezTo>
                      <a:pt x="23" y="52"/>
                      <a:pt x="21" y="52"/>
                      <a:pt x="20" y="52"/>
                    </a:cubicBezTo>
                    <a:cubicBezTo>
                      <a:pt x="19" y="52"/>
                      <a:pt x="17" y="52"/>
                      <a:pt x="16" y="51"/>
                    </a:cubicBezTo>
                    <a:cubicBezTo>
                      <a:pt x="15" y="51"/>
                      <a:pt x="14" y="50"/>
                      <a:pt x="13" y="50"/>
                    </a:cubicBezTo>
                    <a:cubicBezTo>
                      <a:pt x="13" y="50"/>
                      <a:pt x="13" y="50"/>
                      <a:pt x="13" y="50"/>
                    </a:cubicBezTo>
                    <a:cubicBezTo>
                      <a:pt x="12" y="49"/>
                      <a:pt x="11" y="48"/>
                      <a:pt x="10" y="47"/>
                    </a:cubicBezTo>
                    <a:cubicBezTo>
                      <a:pt x="10" y="47"/>
                      <a:pt x="10" y="47"/>
                      <a:pt x="10" y="47"/>
                    </a:cubicBezTo>
                    <a:cubicBezTo>
                      <a:pt x="10" y="46"/>
                      <a:pt x="9" y="45"/>
                      <a:pt x="9" y="44"/>
                    </a:cubicBezTo>
                    <a:cubicBezTo>
                      <a:pt x="9" y="44"/>
                      <a:pt x="9" y="44"/>
                      <a:pt x="9" y="43"/>
                    </a:cubicBezTo>
                    <a:cubicBezTo>
                      <a:pt x="8" y="42"/>
                      <a:pt x="8" y="41"/>
                      <a:pt x="8" y="40"/>
                    </a:cubicBezTo>
                    <a:cubicBezTo>
                      <a:pt x="8" y="39"/>
                      <a:pt x="8" y="38"/>
                      <a:pt x="9" y="37"/>
                    </a:cubicBezTo>
                    <a:cubicBezTo>
                      <a:pt x="9" y="36"/>
                      <a:pt x="9" y="36"/>
                      <a:pt x="9" y="36"/>
                    </a:cubicBezTo>
                    <a:cubicBezTo>
                      <a:pt x="9" y="35"/>
                      <a:pt x="10" y="34"/>
                      <a:pt x="10" y="33"/>
                    </a:cubicBezTo>
                    <a:cubicBezTo>
                      <a:pt x="10" y="33"/>
                      <a:pt x="10" y="33"/>
                      <a:pt x="10" y="33"/>
                    </a:cubicBezTo>
                    <a:cubicBezTo>
                      <a:pt x="11" y="32"/>
                      <a:pt x="12" y="31"/>
                      <a:pt x="13" y="30"/>
                    </a:cubicBezTo>
                    <a:cubicBezTo>
                      <a:pt x="13" y="30"/>
                      <a:pt x="13" y="30"/>
                      <a:pt x="13" y="30"/>
                    </a:cubicBezTo>
                    <a:cubicBezTo>
                      <a:pt x="14" y="30"/>
                      <a:pt x="15" y="29"/>
                      <a:pt x="16" y="29"/>
                    </a:cubicBezTo>
                    <a:cubicBezTo>
                      <a:pt x="17" y="28"/>
                      <a:pt x="19" y="28"/>
                      <a:pt x="20" y="28"/>
                    </a:cubicBezTo>
                    <a:cubicBezTo>
                      <a:pt x="21" y="28"/>
                      <a:pt x="23" y="28"/>
                      <a:pt x="24" y="29"/>
                    </a:cubicBezTo>
                    <a:cubicBezTo>
                      <a:pt x="25" y="29"/>
                      <a:pt x="26" y="30"/>
                      <a:pt x="27" y="30"/>
                    </a:cubicBezTo>
                    <a:cubicBezTo>
                      <a:pt x="27" y="30"/>
                      <a:pt x="27" y="30"/>
                      <a:pt x="27" y="30"/>
                    </a:cubicBezTo>
                    <a:cubicBezTo>
                      <a:pt x="28" y="31"/>
                      <a:pt x="29" y="32"/>
                      <a:pt x="30" y="33"/>
                    </a:cubicBezTo>
                    <a:cubicBezTo>
                      <a:pt x="30" y="33"/>
                      <a:pt x="30" y="33"/>
                      <a:pt x="30" y="33"/>
                    </a:cubicBezTo>
                    <a:cubicBezTo>
                      <a:pt x="30" y="34"/>
                      <a:pt x="31" y="35"/>
                      <a:pt x="31" y="36"/>
                    </a:cubicBezTo>
                    <a:cubicBezTo>
                      <a:pt x="31" y="36"/>
                      <a:pt x="31" y="36"/>
                      <a:pt x="31" y="37"/>
                    </a:cubicBezTo>
                    <a:cubicBezTo>
                      <a:pt x="32" y="38"/>
                      <a:pt x="32" y="39"/>
                      <a:pt x="32" y="40"/>
                    </a:cubicBezTo>
                    <a:cubicBezTo>
                      <a:pt x="32" y="41"/>
                      <a:pt x="32" y="42"/>
                      <a:pt x="3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7" name="Freeform 59">
                <a:extLst>
                  <a:ext uri="{FF2B5EF4-FFF2-40B4-BE49-F238E27FC236}">
                    <a16:creationId xmlns:a16="http://schemas.microsoft.com/office/drawing/2014/main" id="{DDAD44B7-8A95-36F6-48FC-73A19E3437AA}"/>
                  </a:ext>
                </a:extLst>
              </p:cNvPr>
              <p:cNvSpPr>
                <a:spLocks noEditPoints="1"/>
              </p:cNvSpPr>
              <p:nvPr/>
            </p:nvSpPr>
            <p:spPr bwMode="auto">
              <a:xfrm>
                <a:off x="4364038" y="2905126"/>
                <a:ext cx="150812" cy="482600"/>
              </a:xfrm>
              <a:custGeom>
                <a:avLst/>
                <a:gdLst>
                  <a:gd name="T0" fmla="*/ 32 w 40"/>
                  <a:gd name="T1" fmla="*/ 72 h 128"/>
                  <a:gd name="T2" fmla="*/ 32 w 40"/>
                  <a:gd name="T3" fmla="*/ 12 h 128"/>
                  <a:gd name="T4" fmla="*/ 20 w 40"/>
                  <a:gd name="T5" fmla="*/ 0 h 128"/>
                  <a:gd name="T6" fmla="*/ 8 w 40"/>
                  <a:gd name="T7" fmla="*/ 12 h 128"/>
                  <a:gd name="T8" fmla="*/ 8 w 40"/>
                  <a:gd name="T9" fmla="*/ 72 h 128"/>
                  <a:gd name="T10" fmla="*/ 0 w 40"/>
                  <a:gd name="T11" fmla="*/ 88 h 128"/>
                  <a:gd name="T12" fmla="*/ 8 w 40"/>
                  <a:gd name="T13" fmla="*/ 104 h 128"/>
                  <a:gd name="T14" fmla="*/ 8 w 40"/>
                  <a:gd name="T15" fmla="*/ 116 h 128"/>
                  <a:gd name="T16" fmla="*/ 20 w 40"/>
                  <a:gd name="T17" fmla="*/ 128 h 128"/>
                  <a:gd name="T18" fmla="*/ 32 w 40"/>
                  <a:gd name="T19" fmla="*/ 116 h 128"/>
                  <a:gd name="T20" fmla="*/ 32 w 40"/>
                  <a:gd name="T21" fmla="*/ 104 h 128"/>
                  <a:gd name="T22" fmla="*/ 40 w 40"/>
                  <a:gd name="T23" fmla="*/ 88 h 128"/>
                  <a:gd name="T24" fmla="*/ 32 w 40"/>
                  <a:gd name="T25" fmla="*/ 72 h 128"/>
                  <a:gd name="T26" fmla="*/ 16 w 40"/>
                  <a:gd name="T27" fmla="*/ 12 h 128"/>
                  <a:gd name="T28" fmla="*/ 20 w 40"/>
                  <a:gd name="T29" fmla="*/ 8 h 128"/>
                  <a:gd name="T30" fmla="*/ 24 w 40"/>
                  <a:gd name="T31" fmla="*/ 12 h 128"/>
                  <a:gd name="T32" fmla="*/ 24 w 40"/>
                  <a:gd name="T33" fmla="*/ 68 h 128"/>
                  <a:gd name="T34" fmla="*/ 20 w 40"/>
                  <a:gd name="T35" fmla="*/ 68 h 128"/>
                  <a:gd name="T36" fmla="*/ 16 w 40"/>
                  <a:gd name="T37" fmla="*/ 68 h 128"/>
                  <a:gd name="T38" fmla="*/ 16 w 40"/>
                  <a:gd name="T39" fmla="*/ 12 h 128"/>
                  <a:gd name="T40" fmla="*/ 24 w 40"/>
                  <a:gd name="T41" fmla="*/ 116 h 128"/>
                  <a:gd name="T42" fmla="*/ 20 w 40"/>
                  <a:gd name="T43" fmla="*/ 120 h 128"/>
                  <a:gd name="T44" fmla="*/ 16 w 40"/>
                  <a:gd name="T45" fmla="*/ 116 h 128"/>
                  <a:gd name="T46" fmla="*/ 16 w 40"/>
                  <a:gd name="T47" fmla="*/ 108 h 128"/>
                  <a:gd name="T48" fmla="*/ 20 w 40"/>
                  <a:gd name="T49" fmla="*/ 108 h 128"/>
                  <a:gd name="T50" fmla="*/ 24 w 40"/>
                  <a:gd name="T51" fmla="*/ 108 h 128"/>
                  <a:gd name="T52" fmla="*/ 24 w 40"/>
                  <a:gd name="T53" fmla="*/ 116 h 128"/>
                  <a:gd name="T54" fmla="*/ 31 w 40"/>
                  <a:gd name="T55" fmla="*/ 91 h 128"/>
                  <a:gd name="T56" fmla="*/ 31 w 40"/>
                  <a:gd name="T57" fmla="*/ 92 h 128"/>
                  <a:gd name="T58" fmla="*/ 30 w 40"/>
                  <a:gd name="T59" fmla="*/ 95 h 128"/>
                  <a:gd name="T60" fmla="*/ 30 w 40"/>
                  <a:gd name="T61" fmla="*/ 95 h 128"/>
                  <a:gd name="T62" fmla="*/ 27 w 40"/>
                  <a:gd name="T63" fmla="*/ 98 h 128"/>
                  <a:gd name="T64" fmla="*/ 27 w 40"/>
                  <a:gd name="T65" fmla="*/ 98 h 128"/>
                  <a:gd name="T66" fmla="*/ 24 w 40"/>
                  <a:gd name="T67" fmla="*/ 99 h 128"/>
                  <a:gd name="T68" fmla="*/ 20 w 40"/>
                  <a:gd name="T69" fmla="*/ 100 h 128"/>
                  <a:gd name="T70" fmla="*/ 16 w 40"/>
                  <a:gd name="T71" fmla="*/ 99 h 128"/>
                  <a:gd name="T72" fmla="*/ 13 w 40"/>
                  <a:gd name="T73" fmla="*/ 98 h 128"/>
                  <a:gd name="T74" fmla="*/ 13 w 40"/>
                  <a:gd name="T75" fmla="*/ 98 h 128"/>
                  <a:gd name="T76" fmla="*/ 10 w 40"/>
                  <a:gd name="T77" fmla="*/ 95 h 128"/>
                  <a:gd name="T78" fmla="*/ 10 w 40"/>
                  <a:gd name="T79" fmla="*/ 95 h 128"/>
                  <a:gd name="T80" fmla="*/ 9 w 40"/>
                  <a:gd name="T81" fmla="*/ 92 h 128"/>
                  <a:gd name="T82" fmla="*/ 9 w 40"/>
                  <a:gd name="T83" fmla="*/ 91 h 128"/>
                  <a:gd name="T84" fmla="*/ 8 w 40"/>
                  <a:gd name="T85" fmla="*/ 88 h 128"/>
                  <a:gd name="T86" fmla="*/ 9 w 40"/>
                  <a:gd name="T87" fmla="*/ 85 h 128"/>
                  <a:gd name="T88" fmla="*/ 9 w 40"/>
                  <a:gd name="T89" fmla="*/ 84 h 128"/>
                  <a:gd name="T90" fmla="*/ 10 w 40"/>
                  <a:gd name="T91" fmla="*/ 81 h 128"/>
                  <a:gd name="T92" fmla="*/ 10 w 40"/>
                  <a:gd name="T93" fmla="*/ 81 h 128"/>
                  <a:gd name="T94" fmla="*/ 13 w 40"/>
                  <a:gd name="T95" fmla="*/ 78 h 128"/>
                  <a:gd name="T96" fmla="*/ 13 w 40"/>
                  <a:gd name="T97" fmla="*/ 78 h 128"/>
                  <a:gd name="T98" fmla="*/ 16 w 40"/>
                  <a:gd name="T99" fmla="*/ 77 h 128"/>
                  <a:gd name="T100" fmla="*/ 20 w 40"/>
                  <a:gd name="T101" fmla="*/ 76 h 128"/>
                  <a:gd name="T102" fmla="*/ 24 w 40"/>
                  <a:gd name="T103" fmla="*/ 77 h 128"/>
                  <a:gd name="T104" fmla="*/ 27 w 40"/>
                  <a:gd name="T105" fmla="*/ 78 h 128"/>
                  <a:gd name="T106" fmla="*/ 27 w 40"/>
                  <a:gd name="T107" fmla="*/ 78 h 128"/>
                  <a:gd name="T108" fmla="*/ 30 w 40"/>
                  <a:gd name="T109" fmla="*/ 81 h 128"/>
                  <a:gd name="T110" fmla="*/ 30 w 40"/>
                  <a:gd name="T111" fmla="*/ 81 h 128"/>
                  <a:gd name="T112" fmla="*/ 31 w 40"/>
                  <a:gd name="T113" fmla="*/ 84 h 128"/>
                  <a:gd name="T114" fmla="*/ 31 w 40"/>
                  <a:gd name="T115" fmla="*/ 85 h 128"/>
                  <a:gd name="T116" fmla="*/ 32 w 40"/>
                  <a:gd name="T117" fmla="*/ 88 h 128"/>
                  <a:gd name="T118" fmla="*/ 31 w 40"/>
                  <a:gd name="T119" fmla="*/ 9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0" h="128">
                    <a:moveTo>
                      <a:pt x="32" y="72"/>
                    </a:moveTo>
                    <a:cubicBezTo>
                      <a:pt x="32" y="12"/>
                      <a:pt x="32" y="12"/>
                      <a:pt x="32" y="12"/>
                    </a:cubicBezTo>
                    <a:cubicBezTo>
                      <a:pt x="32" y="5"/>
                      <a:pt x="27" y="0"/>
                      <a:pt x="20" y="0"/>
                    </a:cubicBezTo>
                    <a:cubicBezTo>
                      <a:pt x="13" y="0"/>
                      <a:pt x="8" y="5"/>
                      <a:pt x="8" y="12"/>
                    </a:cubicBezTo>
                    <a:cubicBezTo>
                      <a:pt x="8" y="72"/>
                      <a:pt x="8" y="72"/>
                      <a:pt x="8" y="72"/>
                    </a:cubicBezTo>
                    <a:cubicBezTo>
                      <a:pt x="3" y="76"/>
                      <a:pt x="0" y="81"/>
                      <a:pt x="0" y="88"/>
                    </a:cubicBezTo>
                    <a:cubicBezTo>
                      <a:pt x="0" y="95"/>
                      <a:pt x="3" y="100"/>
                      <a:pt x="8" y="104"/>
                    </a:cubicBezTo>
                    <a:cubicBezTo>
                      <a:pt x="8" y="116"/>
                      <a:pt x="8" y="116"/>
                      <a:pt x="8" y="116"/>
                    </a:cubicBezTo>
                    <a:cubicBezTo>
                      <a:pt x="8" y="123"/>
                      <a:pt x="13" y="128"/>
                      <a:pt x="20" y="128"/>
                    </a:cubicBezTo>
                    <a:cubicBezTo>
                      <a:pt x="27" y="128"/>
                      <a:pt x="32" y="123"/>
                      <a:pt x="32" y="116"/>
                    </a:cubicBezTo>
                    <a:cubicBezTo>
                      <a:pt x="32" y="104"/>
                      <a:pt x="32" y="104"/>
                      <a:pt x="32" y="104"/>
                    </a:cubicBezTo>
                    <a:cubicBezTo>
                      <a:pt x="37" y="100"/>
                      <a:pt x="40" y="95"/>
                      <a:pt x="40" y="88"/>
                    </a:cubicBezTo>
                    <a:cubicBezTo>
                      <a:pt x="40" y="81"/>
                      <a:pt x="37" y="76"/>
                      <a:pt x="32" y="72"/>
                    </a:cubicBezTo>
                    <a:close/>
                    <a:moveTo>
                      <a:pt x="16" y="12"/>
                    </a:moveTo>
                    <a:cubicBezTo>
                      <a:pt x="16" y="10"/>
                      <a:pt x="18" y="8"/>
                      <a:pt x="20" y="8"/>
                    </a:cubicBezTo>
                    <a:cubicBezTo>
                      <a:pt x="22" y="8"/>
                      <a:pt x="24" y="10"/>
                      <a:pt x="24" y="12"/>
                    </a:cubicBezTo>
                    <a:cubicBezTo>
                      <a:pt x="24" y="68"/>
                      <a:pt x="24" y="68"/>
                      <a:pt x="24" y="68"/>
                    </a:cubicBezTo>
                    <a:cubicBezTo>
                      <a:pt x="23" y="68"/>
                      <a:pt x="21" y="68"/>
                      <a:pt x="20" y="68"/>
                    </a:cubicBezTo>
                    <a:cubicBezTo>
                      <a:pt x="19" y="68"/>
                      <a:pt x="17" y="68"/>
                      <a:pt x="16" y="68"/>
                    </a:cubicBezTo>
                    <a:lnTo>
                      <a:pt x="16" y="12"/>
                    </a:lnTo>
                    <a:close/>
                    <a:moveTo>
                      <a:pt x="24" y="116"/>
                    </a:moveTo>
                    <a:cubicBezTo>
                      <a:pt x="24" y="118"/>
                      <a:pt x="22" y="120"/>
                      <a:pt x="20" y="120"/>
                    </a:cubicBezTo>
                    <a:cubicBezTo>
                      <a:pt x="18" y="120"/>
                      <a:pt x="16" y="118"/>
                      <a:pt x="16" y="116"/>
                    </a:cubicBezTo>
                    <a:cubicBezTo>
                      <a:pt x="16" y="108"/>
                      <a:pt x="16" y="108"/>
                      <a:pt x="16" y="108"/>
                    </a:cubicBezTo>
                    <a:cubicBezTo>
                      <a:pt x="17" y="108"/>
                      <a:pt x="19" y="108"/>
                      <a:pt x="20" y="108"/>
                    </a:cubicBezTo>
                    <a:cubicBezTo>
                      <a:pt x="21" y="108"/>
                      <a:pt x="23" y="108"/>
                      <a:pt x="24" y="108"/>
                    </a:cubicBezTo>
                    <a:lnTo>
                      <a:pt x="24" y="116"/>
                    </a:lnTo>
                    <a:close/>
                    <a:moveTo>
                      <a:pt x="31" y="91"/>
                    </a:moveTo>
                    <a:cubicBezTo>
                      <a:pt x="31" y="92"/>
                      <a:pt x="31" y="92"/>
                      <a:pt x="31" y="92"/>
                    </a:cubicBezTo>
                    <a:cubicBezTo>
                      <a:pt x="31" y="93"/>
                      <a:pt x="30" y="94"/>
                      <a:pt x="30" y="95"/>
                    </a:cubicBezTo>
                    <a:cubicBezTo>
                      <a:pt x="30" y="95"/>
                      <a:pt x="30" y="95"/>
                      <a:pt x="30" y="95"/>
                    </a:cubicBezTo>
                    <a:cubicBezTo>
                      <a:pt x="29" y="96"/>
                      <a:pt x="28" y="97"/>
                      <a:pt x="27" y="98"/>
                    </a:cubicBezTo>
                    <a:cubicBezTo>
                      <a:pt x="27" y="98"/>
                      <a:pt x="27" y="98"/>
                      <a:pt x="27" y="98"/>
                    </a:cubicBezTo>
                    <a:cubicBezTo>
                      <a:pt x="26" y="98"/>
                      <a:pt x="25" y="99"/>
                      <a:pt x="24" y="99"/>
                    </a:cubicBezTo>
                    <a:cubicBezTo>
                      <a:pt x="23" y="100"/>
                      <a:pt x="21" y="100"/>
                      <a:pt x="20" y="100"/>
                    </a:cubicBezTo>
                    <a:cubicBezTo>
                      <a:pt x="19" y="100"/>
                      <a:pt x="17" y="100"/>
                      <a:pt x="16" y="99"/>
                    </a:cubicBezTo>
                    <a:cubicBezTo>
                      <a:pt x="15" y="99"/>
                      <a:pt x="14" y="98"/>
                      <a:pt x="13" y="98"/>
                    </a:cubicBezTo>
                    <a:cubicBezTo>
                      <a:pt x="13" y="98"/>
                      <a:pt x="13" y="98"/>
                      <a:pt x="13" y="98"/>
                    </a:cubicBezTo>
                    <a:cubicBezTo>
                      <a:pt x="12" y="97"/>
                      <a:pt x="11" y="96"/>
                      <a:pt x="10" y="95"/>
                    </a:cubicBezTo>
                    <a:cubicBezTo>
                      <a:pt x="10" y="95"/>
                      <a:pt x="10" y="95"/>
                      <a:pt x="10" y="95"/>
                    </a:cubicBezTo>
                    <a:cubicBezTo>
                      <a:pt x="10" y="94"/>
                      <a:pt x="9" y="93"/>
                      <a:pt x="9" y="92"/>
                    </a:cubicBezTo>
                    <a:cubicBezTo>
                      <a:pt x="9" y="92"/>
                      <a:pt x="9" y="92"/>
                      <a:pt x="9" y="91"/>
                    </a:cubicBezTo>
                    <a:cubicBezTo>
                      <a:pt x="8" y="90"/>
                      <a:pt x="8" y="89"/>
                      <a:pt x="8" y="88"/>
                    </a:cubicBezTo>
                    <a:cubicBezTo>
                      <a:pt x="8" y="87"/>
                      <a:pt x="8" y="86"/>
                      <a:pt x="9" y="85"/>
                    </a:cubicBezTo>
                    <a:cubicBezTo>
                      <a:pt x="9" y="84"/>
                      <a:pt x="9" y="84"/>
                      <a:pt x="9" y="84"/>
                    </a:cubicBezTo>
                    <a:cubicBezTo>
                      <a:pt x="9" y="83"/>
                      <a:pt x="10" y="82"/>
                      <a:pt x="10" y="81"/>
                    </a:cubicBezTo>
                    <a:cubicBezTo>
                      <a:pt x="10" y="81"/>
                      <a:pt x="10" y="81"/>
                      <a:pt x="10" y="81"/>
                    </a:cubicBezTo>
                    <a:cubicBezTo>
                      <a:pt x="11" y="80"/>
                      <a:pt x="12" y="79"/>
                      <a:pt x="13" y="78"/>
                    </a:cubicBezTo>
                    <a:cubicBezTo>
                      <a:pt x="13" y="78"/>
                      <a:pt x="13" y="78"/>
                      <a:pt x="13" y="78"/>
                    </a:cubicBezTo>
                    <a:cubicBezTo>
                      <a:pt x="14" y="78"/>
                      <a:pt x="15" y="77"/>
                      <a:pt x="16" y="77"/>
                    </a:cubicBezTo>
                    <a:cubicBezTo>
                      <a:pt x="17" y="76"/>
                      <a:pt x="19" y="76"/>
                      <a:pt x="20" y="76"/>
                    </a:cubicBezTo>
                    <a:cubicBezTo>
                      <a:pt x="21" y="76"/>
                      <a:pt x="23" y="76"/>
                      <a:pt x="24" y="77"/>
                    </a:cubicBezTo>
                    <a:cubicBezTo>
                      <a:pt x="25" y="77"/>
                      <a:pt x="26" y="78"/>
                      <a:pt x="27" y="78"/>
                    </a:cubicBezTo>
                    <a:cubicBezTo>
                      <a:pt x="27" y="78"/>
                      <a:pt x="27" y="78"/>
                      <a:pt x="27" y="78"/>
                    </a:cubicBezTo>
                    <a:cubicBezTo>
                      <a:pt x="28" y="79"/>
                      <a:pt x="29" y="80"/>
                      <a:pt x="30" y="81"/>
                    </a:cubicBezTo>
                    <a:cubicBezTo>
                      <a:pt x="30" y="81"/>
                      <a:pt x="30" y="81"/>
                      <a:pt x="30" y="81"/>
                    </a:cubicBezTo>
                    <a:cubicBezTo>
                      <a:pt x="30" y="82"/>
                      <a:pt x="31" y="83"/>
                      <a:pt x="31" y="84"/>
                    </a:cubicBezTo>
                    <a:cubicBezTo>
                      <a:pt x="31" y="84"/>
                      <a:pt x="31" y="84"/>
                      <a:pt x="31" y="85"/>
                    </a:cubicBezTo>
                    <a:cubicBezTo>
                      <a:pt x="32" y="86"/>
                      <a:pt x="32" y="87"/>
                      <a:pt x="32" y="88"/>
                    </a:cubicBezTo>
                    <a:cubicBezTo>
                      <a:pt x="32" y="89"/>
                      <a:pt x="32" y="90"/>
                      <a:pt x="31" y="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grpSp>
      </p:grpSp>
      <p:grpSp>
        <p:nvGrpSpPr>
          <p:cNvPr id="38" name="Group 37">
            <a:extLst>
              <a:ext uri="{FF2B5EF4-FFF2-40B4-BE49-F238E27FC236}">
                <a16:creationId xmlns:a16="http://schemas.microsoft.com/office/drawing/2014/main" id="{787285E0-83A6-4904-E29C-7AC8A59BEF3F}"/>
              </a:ext>
            </a:extLst>
          </p:cNvPr>
          <p:cNvGrpSpPr/>
          <p:nvPr/>
        </p:nvGrpSpPr>
        <p:grpSpPr>
          <a:xfrm>
            <a:off x="1615001" y="3623771"/>
            <a:ext cx="685800" cy="685800"/>
            <a:chOff x="2400033" y="2712870"/>
            <a:chExt cx="914400" cy="914400"/>
          </a:xfrm>
        </p:grpSpPr>
        <p:sp>
          <p:nvSpPr>
            <p:cNvPr id="39" name="Oval 38">
              <a:extLst>
                <a:ext uri="{FF2B5EF4-FFF2-40B4-BE49-F238E27FC236}">
                  <a16:creationId xmlns:a16="http://schemas.microsoft.com/office/drawing/2014/main" id="{43BB223C-E95E-E3CF-AE4C-FFE70DC970B9}"/>
                </a:ext>
              </a:extLst>
            </p:cNvPr>
            <p:cNvSpPr/>
            <p:nvPr/>
          </p:nvSpPr>
          <p:spPr>
            <a:xfrm>
              <a:off x="2400033" y="2712870"/>
              <a:ext cx="914400" cy="914400"/>
            </a:xfrm>
            <a:prstGeom prst="ellipse">
              <a:avLst/>
            </a:prstGeom>
            <a:solidFill>
              <a:schemeClr val="accent1"/>
            </a:solidFill>
            <a:ln>
              <a:no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40" name="Freeform 60">
              <a:extLst>
                <a:ext uri="{FF2B5EF4-FFF2-40B4-BE49-F238E27FC236}">
                  <a16:creationId xmlns:a16="http://schemas.microsoft.com/office/drawing/2014/main" id="{EE04A43C-A71F-E5D2-C65A-9418A4DABF3C}"/>
                </a:ext>
              </a:extLst>
            </p:cNvPr>
            <p:cNvSpPr>
              <a:spLocks noEditPoints="1"/>
            </p:cNvSpPr>
            <p:nvPr/>
          </p:nvSpPr>
          <p:spPr bwMode="auto">
            <a:xfrm>
              <a:off x="2616727" y="2917439"/>
              <a:ext cx="481012" cy="482600"/>
            </a:xfrm>
            <a:custGeom>
              <a:avLst/>
              <a:gdLst>
                <a:gd name="T0" fmla="*/ 126 w 128"/>
                <a:gd name="T1" fmla="*/ 1 h 128"/>
                <a:gd name="T2" fmla="*/ 124 w 128"/>
                <a:gd name="T3" fmla="*/ 0 h 128"/>
                <a:gd name="T4" fmla="*/ 122 w 128"/>
                <a:gd name="T5" fmla="*/ 1 h 128"/>
                <a:gd name="T6" fmla="*/ 2 w 128"/>
                <a:gd name="T7" fmla="*/ 81 h 128"/>
                <a:gd name="T8" fmla="*/ 0 w 128"/>
                <a:gd name="T9" fmla="*/ 84 h 128"/>
                <a:gd name="T10" fmla="*/ 3 w 128"/>
                <a:gd name="T11" fmla="*/ 88 h 128"/>
                <a:gd name="T12" fmla="*/ 34 w 128"/>
                <a:gd name="T13" fmla="*/ 100 h 128"/>
                <a:gd name="T14" fmla="*/ 49 w 128"/>
                <a:gd name="T15" fmla="*/ 126 h 128"/>
                <a:gd name="T16" fmla="*/ 52 w 128"/>
                <a:gd name="T17" fmla="*/ 128 h 128"/>
                <a:gd name="T18" fmla="*/ 52 w 128"/>
                <a:gd name="T19" fmla="*/ 128 h 128"/>
                <a:gd name="T20" fmla="*/ 55 w 128"/>
                <a:gd name="T21" fmla="*/ 126 h 128"/>
                <a:gd name="T22" fmla="*/ 64 w 128"/>
                <a:gd name="T23" fmla="*/ 112 h 128"/>
                <a:gd name="T24" fmla="*/ 103 w 128"/>
                <a:gd name="T25" fmla="*/ 128 h 128"/>
                <a:gd name="T26" fmla="*/ 104 w 128"/>
                <a:gd name="T27" fmla="*/ 128 h 128"/>
                <a:gd name="T28" fmla="*/ 106 w 128"/>
                <a:gd name="T29" fmla="*/ 127 h 128"/>
                <a:gd name="T30" fmla="*/ 108 w 128"/>
                <a:gd name="T31" fmla="*/ 125 h 128"/>
                <a:gd name="T32" fmla="*/ 128 w 128"/>
                <a:gd name="T33" fmla="*/ 5 h 128"/>
                <a:gd name="T34" fmla="*/ 126 w 128"/>
                <a:gd name="T35" fmla="*/ 1 h 128"/>
                <a:gd name="T36" fmla="*/ 13 w 128"/>
                <a:gd name="T37" fmla="*/ 83 h 128"/>
                <a:gd name="T38" fmla="*/ 105 w 128"/>
                <a:gd name="T39" fmla="*/ 21 h 128"/>
                <a:gd name="T40" fmla="*/ 38 w 128"/>
                <a:gd name="T41" fmla="*/ 93 h 128"/>
                <a:gd name="T42" fmla="*/ 37 w 128"/>
                <a:gd name="T43" fmla="*/ 93 h 128"/>
                <a:gd name="T44" fmla="*/ 13 w 128"/>
                <a:gd name="T45" fmla="*/ 83 h 128"/>
                <a:gd name="T46" fmla="*/ 41 w 128"/>
                <a:gd name="T47" fmla="*/ 96 h 128"/>
                <a:gd name="T48" fmla="*/ 41 w 128"/>
                <a:gd name="T49" fmla="*/ 96 h 128"/>
                <a:gd name="T50" fmla="*/ 117 w 128"/>
                <a:gd name="T51" fmla="*/ 15 h 128"/>
                <a:gd name="T52" fmla="*/ 52 w 128"/>
                <a:gd name="T53" fmla="*/ 116 h 128"/>
                <a:gd name="T54" fmla="*/ 41 w 128"/>
                <a:gd name="T55" fmla="*/ 96 h 128"/>
                <a:gd name="T56" fmla="*/ 101 w 128"/>
                <a:gd name="T57" fmla="*/ 118 h 128"/>
                <a:gd name="T58" fmla="*/ 67 w 128"/>
                <a:gd name="T59" fmla="*/ 105 h 128"/>
                <a:gd name="T60" fmla="*/ 64 w 128"/>
                <a:gd name="T61" fmla="*/ 104 h 128"/>
                <a:gd name="T62" fmla="*/ 117 w 128"/>
                <a:gd name="T63" fmla="*/ 23 h 128"/>
                <a:gd name="T64" fmla="*/ 101 w 128"/>
                <a:gd name="T65" fmla="*/ 11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8" h="128">
                  <a:moveTo>
                    <a:pt x="126" y="1"/>
                  </a:moveTo>
                  <a:cubicBezTo>
                    <a:pt x="126" y="0"/>
                    <a:pt x="125" y="0"/>
                    <a:pt x="124" y="0"/>
                  </a:cubicBezTo>
                  <a:cubicBezTo>
                    <a:pt x="123" y="0"/>
                    <a:pt x="122" y="0"/>
                    <a:pt x="122" y="1"/>
                  </a:cubicBezTo>
                  <a:cubicBezTo>
                    <a:pt x="2" y="81"/>
                    <a:pt x="2" y="81"/>
                    <a:pt x="2" y="81"/>
                  </a:cubicBezTo>
                  <a:cubicBezTo>
                    <a:pt x="1" y="81"/>
                    <a:pt x="0" y="83"/>
                    <a:pt x="0" y="84"/>
                  </a:cubicBezTo>
                  <a:cubicBezTo>
                    <a:pt x="0" y="86"/>
                    <a:pt x="1" y="87"/>
                    <a:pt x="3" y="88"/>
                  </a:cubicBezTo>
                  <a:cubicBezTo>
                    <a:pt x="34" y="100"/>
                    <a:pt x="34" y="100"/>
                    <a:pt x="34" y="100"/>
                  </a:cubicBezTo>
                  <a:cubicBezTo>
                    <a:pt x="49" y="126"/>
                    <a:pt x="49" y="126"/>
                    <a:pt x="49" y="126"/>
                  </a:cubicBezTo>
                  <a:cubicBezTo>
                    <a:pt x="49" y="127"/>
                    <a:pt x="51" y="128"/>
                    <a:pt x="52" y="128"/>
                  </a:cubicBezTo>
                  <a:cubicBezTo>
                    <a:pt x="52" y="128"/>
                    <a:pt x="52" y="128"/>
                    <a:pt x="52" y="128"/>
                  </a:cubicBezTo>
                  <a:cubicBezTo>
                    <a:pt x="53" y="128"/>
                    <a:pt x="55" y="127"/>
                    <a:pt x="55" y="126"/>
                  </a:cubicBezTo>
                  <a:cubicBezTo>
                    <a:pt x="64" y="112"/>
                    <a:pt x="64" y="112"/>
                    <a:pt x="64" y="112"/>
                  </a:cubicBezTo>
                  <a:cubicBezTo>
                    <a:pt x="103" y="128"/>
                    <a:pt x="103" y="128"/>
                    <a:pt x="103" y="128"/>
                  </a:cubicBezTo>
                  <a:cubicBezTo>
                    <a:pt x="103" y="128"/>
                    <a:pt x="103" y="128"/>
                    <a:pt x="104" y="128"/>
                  </a:cubicBezTo>
                  <a:cubicBezTo>
                    <a:pt x="105" y="128"/>
                    <a:pt x="105" y="128"/>
                    <a:pt x="106" y="127"/>
                  </a:cubicBezTo>
                  <a:cubicBezTo>
                    <a:pt x="107" y="127"/>
                    <a:pt x="108" y="126"/>
                    <a:pt x="108" y="125"/>
                  </a:cubicBezTo>
                  <a:cubicBezTo>
                    <a:pt x="128" y="5"/>
                    <a:pt x="128" y="5"/>
                    <a:pt x="128" y="5"/>
                  </a:cubicBezTo>
                  <a:cubicBezTo>
                    <a:pt x="128" y="3"/>
                    <a:pt x="128" y="2"/>
                    <a:pt x="126" y="1"/>
                  </a:cubicBezTo>
                  <a:close/>
                  <a:moveTo>
                    <a:pt x="13" y="83"/>
                  </a:moveTo>
                  <a:cubicBezTo>
                    <a:pt x="105" y="21"/>
                    <a:pt x="105" y="21"/>
                    <a:pt x="105" y="21"/>
                  </a:cubicBezTo>
                  <a:cubicBezTo>
                    <a:pt x="38" y="93"/>
                    <a:pt x="38" y="93"/>
                    <a:pt x="38" y="93"/>
                  </a:cubicBezTo>
                  <a:cubicBezTo>
                    <a:pt x="37" y="93"/>
                    <a:pt x="37" y="93"/>
                    <a:pt x="37" y="93"/>
                  </a:cubicBezTo>
                  <a:lnTo>
                    <a:pt x="13" y="83"/>
                  </a:lnTo>
                  <a:close/>
                  <a:moveTo>
                    <a:pt x="41" y="96"/>
                  </a:moveTo>
                  <a:cubicBezTo>
                    <a:pt x="41" y="96"/>
                    <a:pt x="41" y="96"/>
                    <a:pt x="41" y="96"/>
                  </a:cubicBezTo>
                  <a:cubicBezTo>
                    <a:pt x="117" y="15"/>
                    <a:pt x="117" y="15"/>
                    <a:pt x="117" y="15"/>
                  </a:cubicBezTo>
                  <a:cubicBezTo>
                    <a:pt x="52" y="116"/>
                    <a:pt x="52" y="116"/>
                    <a:pt x="52" y="116"/>
                  </a:cubicBezTo>
                  <a:lnTo>
                    <a:pt x="41" y="96"/>
                  </a:lnTo>
                  <a:close/>
                  <a:moveTo>
                    <a:pt x="101" y="118"/>
                  </a:moveTo>
                  <a:cubicBezTo>
                    <a:pt x="67" y="105"/>
                    <a:pt x="67" y="105"/>
                    <a:pt x="67" y="105"/>
                  </a:cubicBezTo>
                  <a:cubicBezTo>
                    <a:pt x="66" y="104"/>
                    <a:pt x="65" y="104"/>
                    <a:pt x="64" y="104"/>
                  </a:cubicBezTo>
                  <a:cubicBezTo>
                    <a:pt x="117" y="23"/>
                    <a:pt x="117" y="23"/>
                    <a:pt x="117" y="23"/>
                  </a:cubicBezTo>
                  <a:lnTo>
                    <a:pt x="101" y="118"/>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id-ID" sz="1350"/>
            </a:p>
          </p:txBody>
        </p:sp>
      </p:grpSp>
      <p:sp>
        <p:nvSpPr>
          <p:cNvPr id="41" name="TextBox 40">
            <a:extLst>
              <a:ext uri="{FF2B5EF4-FFF2-40B4-BE49-F238E27FC236}">
                <a16:creationId xmlns:a16="http://schemas.microsoft.com/office/drawing/2014/main" id="{C1CC165D-40C1-5FB6-F9F1-B76F9A2EF185}"/>
              </a:ext>
            </a:extLst>
          </p:cNvPr>
          <p:cNvSpPr txBox="1"/>
          <p:nvPr/>
        </p:nvSpPr>
        <p:spPr>
          <a:xfrm>
            <a:off x="826996" y="2313084"/>
            <a:ext cx="2406493" cy="600164"/>
          </a:xfrm>
          <a:prstGeom prst="rect">
            <a:avLst/>
          </a:prstGeom>
          <a:noFill/>
        </p:spPr>
        <p:txBody>
          <a:bodyPr wrap="square" lIns="0" rIns="0" rtlCol="0">
            <a:spAutoFit/>
          </a:bodyPr>
          <a:lstStyle/>
          <a:p>
            <a:pPr algn="ctr"/>
            <a:r>
              <a:rPr lang="en-US" sz="11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sp>
        <p:nvSpPr>
          <p:cNvPr id="42" name="TextBox 41">
            <a:extLst>
              <a:ext uri="{FF2B5EF4-FFF2-40B4-BE49-F238E27FC236}">
                <a16:creationId xmlns:a16="http://schemas.microsoft.com/office/drawing/2014/main" id="{2FB36276-F9FD-ADA2-1985-72493E772D6E}"/>
              </a:ext>
            </a:extLst>
          </p:cNvPr>
          <p:cNvSpPr txBox="1"/>
          <p:nvPr/>
        </p:nvSpPr>
        <p:spPr>
          <a:xfrm>
            <a:off x="756423" y="2044241"/>
            <a:ext cx="2557175" cy="307777"/>
          </a:xfrm>
          <a:prstGeom prst="rect">
            <a:avLst/>
          </a:prstGeom>
          <a:noFill/>
        </p:spPr>
        <p:txBody>
          <a:bodyPr wrap="none" rtlCol="0">
            <a:spAutoFit/>
          </a:bodyPr>
          <a:lstStyle/>
          <a:p>
            <a:pPr algn="ctr"/>
            <a:r>
              <a:rPr lang="en-US" sz="1400" dirty="0"/>
              <a:t>LORUM IPSUM DOLOR SIT AMET</a:t>
            </a:r>
          </a:p>
        </p:txBody>
      </p:sp>
      <p:sp>
        <p:nvSpPr>
          <p:cNvPr id="43" name="TextBox 42">
            <a:extLst>
              <a:ext uri="{FF2B5EF4-FFF2-40B4-BE49-F238E27FC236}">
                <a16:creationId xmlns:a16="http://schemas.microsoft.com/office/drawing/2014/main" id="{D91C943F-9542-6128-6BB1-F29077B28134}"/>
              </a:ext>
            </a:extLst>
          </p:cNvPr>
          <p:cNvSpPr txBox="1"/>
          <p:nvPr/>
        </p:nvSpPr>
        <p:spPr>
          <a:xfrm>
            <a:off x="2448170" y="5337492"/>
            <a:ext cx="2406493" cy="600164"/>
          </a:xfrm>
          <a:prstGeom prst="rect">
            <a:avLst/>
          </a:prstGeom>
          <a:noFill/>
        </p:spPr>
        <p:txBody>
          <a:bodyPr wrap="square" lIns="0" rIns="0" rtlCol="0">
            <a:spAutoFit/>
          </a:bodyPr>
          <a:lstStyle/>
          <a:p>
            <a:pPr algn="ctr"/>
            <a:r>
              <a:rPr lang="en-US" sz="11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sp>
        <p:nvSpPr>
          <p:cNvPr id="44" name="TextBox 43">
            <a:extLst>
              <a:ext uri="{FF2B5EF4-FFF2-40B4-BE49-F238E27FC236}">
                <a16:creationId xmlns:a16="http://schemas.microsoft.com/office/drawing/2014/main" id="{145A5631-73CA-C88D-BA6A-383F3BC646BC}"/>
              </a:ext>
            </a:extLst>
          </p:cNvPr>
          <p:cNvSpPr txBox="1"/>
          <p:nvPr/>
        </p:nvSpPr>
        <p:spPr>
          <a:xfrm>
            <a:off x="2377597" y="5068649"/>
            <a:ext cx="2557175" cy="307777"/>
          </a:xfrm>
          <a:prstGeom prst="rect">
            <a:avLst/>
          </a:prstGeom>
          <a:noFill/>
        </p:spPr>
        <p:txBody>
          <a:bodyPr wrap="none" rtlCol="0">
            <a:spAutoFit/>
          </a:bodyPr>
          <a:lstStyle/>
          <a:p>
            <a:pPr algn="ctr"/>
            <a:r>
              <a:rPr lang="en-US" sz="1400" dirty="0"/>
              <a:t>LORUM IPSUM DOLOR SIT AMET</a:t>
            </a:r>
          </a:p>
        </p:txBody>
      </p:sp>
      <p:sp>
        <p:nvSpPr>
          <p:cNvPr id="45" name="TextBox 44">
            <a:extLst>
              <a:ext uri="{FF2B5EF4-FFF2-40B4-BE49-F238E27FC236}">
                <a16:creationId xmlns:a16="http://schemas.microsoft.com/office/drawing/2014/main" id="{350F616A-7418-D5D0-7157-1C6CC22E828C}"/>
              </a:ext>
            </a:extLst>
          </p:cNvPr>
          <p:cNvSpPr txBox="1"/>
          <p:nvPr/>
        </p:nvSpPr>
        <p:spPr>
          <a:xfrm>
            <a:off x="3986549" y="2310790"/>
            <a:ext cx="2406493" cy="600164"/>
          </a:xfrm>
          <a:prstGeom prst="rect">
            <a:avLst/>
          </a:prstGeom>
          <a:noFill/>
        </p:spPr>
        <p:txBody>
          <a:bodyPr wrap="square" lIns="0" rIns="0" rtlCol="0">
            <a:spAutoFit/>
          </a:bodyPr>
          <a:lstStyle/>
          <a:p>
            <a:pPr algn="ctr"/>
            <a:r>
              <a:rPr lang="en-US" sz="11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sp>
        <p:nvSpPr>
          <p:cNvPr id="46" name="TextBox 45">
            <a:extLst>
              <a:ext uri="{FF2B5EF4-FFF2-40B4-BE49-F238E27FC236}">
                <a16:creationId xmlns:a16="http://schemas.microsoft.com/office/drawing/2014/main" id="{176ED008-6377-CC13-74A9-180F8ABA19C7}"/>
              </a:ext>
            </a:extLst>
          </p:cNvPr>
          <p:cNvSpPr txBox="1"/>
          <p:nvPr/>
        </p:nvSpPr>
        <p:spPr>
          <a:xfrm>
            <a:off x="3915976" y="2041947"/>
            <a:ext cx="2557175" cy="307777"/>
          </a:xfrm>
          <a:prstGeom prst="rect">
            <a:avLst/>
          </a:prstGeom>
          <a:noFill/>
        </p:spPr>
        <p:txBody>
          <a:bodyPr wrap="none" rtlCol="0">
            <a:spAutoFit/>
          </a:bodyPr>
          <a:lstStyle/>
          <a:p>
            <a:pPr algn="ctr"/>
            <a:r>
              <a:rPr lang="en-US" sz="1400" dirty="0"/>
              <a:t>LORUM IPSUM DOLOR SIT AMET</a:t>
            </a:r>
          </a:p>
        </p:txBody>
      </p:sp>
      <p:sp>
        <p:nvSpPr>
          <p:cNvPr id="47" name="TextBox 46">
            <a:extLst>
              <a:ext uri="{FF2B5EF4-FFF2-40B4-BE49-F238E27FC236}">
                <a16:creationId xmlns:a16="http://schemas.microsoft.com/office/drawing/2014/main" id="{5AB6981A-3343-ACD8-73A9-3B46E4571F9A}"/>
              </a:ext>
            </a:extLst>
          </p:cNvPr>
          <p:cNvSpPr txBox="1"/>
          <p:nvPr/>
        </p:nvSpPr>
        <p:spPr>
          <a:xfrm>
            <a:off x="5622539" y="5337492"/>
            <a:ext cx="2406493" cy="600164"/>
          </a:xfrm>
          <a:prstGeom prst="rect">
            <a:avLst/>
          </a:prstGeom>
          <a:noFill/>
        </p:spPr>
        <p:txBody>
          <a:bodyPr wrap="square" lIns="0" rIns="0" rtlCol="0">
            <a:spAutoFit/>
          </a:bodyPr>
          <a:lstStyle/>
          <a:p>
            <a:pPr algn="ctr"/>
            <a:r>
              <a:rPr lang="en-US" sz="11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sp>
        <p:nvSpPr>
          <p:cNvPr id="48" name="TextBox 47">
            <a:extLst>
              <a:ext uri="{FF2B5EF4-FFF2-40B4-BE49-F238E27FC236}">
                <a16:creationId xmlns:a16="http://schemas.microsoft.com/office/drawing/2014/main" id="{7281630C-3AFC-B957-530F-26497F39D76B}"/>
              </a:ext>
            </a:extLst>
          </p:cNvPr>
          <p:cNvSpPr txBox="1"/>
          <p:nvPr/>
        </p:nvSpPr>
        <p:spPr>
          <a:xfrm>
            <a:off x="5551966" y="5068649"/>
            <a:ext cx="2557175" cy="307777"/>
          </a:xfrm>
          <a:prstGeom prst="rect">
            <a:avLst/>
          </a:prstGeom>
          <a:noFill/>
        </p:spPr>
        <p:txBody>
          <a:bodyPr wrap="none" rtlCol="0">
            <a:spAutoFit/>
          </a:bodyPr>
          <a:lstStyle/>
          <a:p>
            <a:pPr algn="ctr"/>
            <a:r>
              <a:rPr lang="en-US" sz="1400" dirty="0"/>
              <a:t>LORUM IPSUM DOLOR SIT AMET</a:t>
            </a:r>
          </a:p>
        </p:txBody>
      </p:sp>
      <p:sp>
        <p:nvSpPr>
          <p:cNvPr id="50" name="TextBox 49">
            <a:extLst>
              <a:ext uri="{FF2B5EF4-FFF2-40B4-BE49-F238E27FC236}">
                <a16:creationId xmlns:a16="http://schemas.microsoft.com/office/drawing/2014/main" id="{BAC19653-4277-607A-1D22-93888C2D4A30}"/>
              </a:ext>
            </a:extLst>
          </p:cNvPr>
          <p:cNvSpPr txBox="1"/>
          <p:nvPr/>
        </p:nvSpPr>
        <p:spPr>
          <a:xfrm>
            <a:off x="8473369" y="2041947"/>
            <a:ext cx="2865600" cy="1384995"/>
          </a:xfrm>
          <a:prstGeom prst="rect">
            <a:avLst/>
          </a:prstGeom>
          <a:noFill/>
        </p:spPr>
        <p:txBody>
          <a:bodyPr wrap="square" lIns="0" rIns="0" rtlCol="0">
            <a:spAutoFit/>
          </a:bodyPr>
          <a:lstStyle/>
          <a:p>
            <a:pPr algn="just"/>
            <a:r>
              <a:rPr lang="en-US" sz="1200" dirty="0">
                <a:ea typeface="Roboto Condensed Light" panose="02000000000000000000" pitchFamily="2" charset="0"/>
                <a:cs typeface="Roboto Condensed Light" panose="020000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p>
        </p:txBody>
      </p:sp>
      <p:sp>
        <p:nvSpPr>
          <p:cNvPr id="51" name="TextBox 50">
            <a:extLst>
              <a:ext uri="{FF2B5EF4-FFF2-40B4-BE49-F238E27FC236}">
                <a16:creationId xmlns:a16="http://schemas.microsoft.com/office/drawing/2014/main" id="{B098C4FD-1493-6083-F73C-18AE32921796}"/>
              </a:ext>
            </a:extLst>
          </p:cNvPr>
          <p:cNvSpPr txBox="1"/>
          <p:nvPr/>
        </p:nvSpPr>
        <p:spPr>
          <a:xfrm>
            <a:off x="8489642" y="3495205"/>
            <a:ext cx="2865600" cy="1384995"/>
          </a:xfrm>
          <a:prstGeom prst="rect">
            <a:avLst/>
          </a:prstGeom>
          <a:noFill/>
        </p:spPr>
        <p:txBody>
          <a:bodyPr wrap="square" lIns="0" rIns="0" rtlCol="0">
            <a:spAutoFit/>
          </a:bodyPr>
          <a:lstStyle/>
          <a:p>
            <a:pPr algn="just"/>
            <a:r>
              <a:rPr lang="en-US" sz="1200" dirty="0">
                <a:ea typeface="Roboto Condensed Light" panose="02000000000000000000" pitchFamily="2" charset="0"/>
                <a:cs typeface="Roboto Condensed Light" panose="020000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p>
        </p:txBody>
      </p:sp>
      <p:cxnSp>
        <p:nvCxnSpPr>
          <p:cNvPr id="53" name="Straight Connector 52">
            <a:extLst>
              <a:ext uri="{FF2B5EF4-FFF2-40B4-BE49-F238E27FC236}">
                <a16:creationId xmlns:a16="http://schemas.microsoft.com/office/drawing/2014/main" id="{2CDDE96C-C2E5-7FF4-271A-DCD89DD27AE9}"/>
              </a:ext>
            </a:extLst>
          </p:cNvPr>
          <p:cNvCxnSpPr/>
          <p:nvPr/>
        </p:nvCxnSpPr>
        <p:spPr>
          <a:xfrm>
            <a:off x="8251200" y="2058677"/>
            <a:ext cx="0" cy="4258053"/>
          </a:xfrm>
          <a:prstGeom prst="line">
            <a:avLst/>
          </a:prstGeom>
          <a:ln>
            <a:solidFill>
              <a:schemeClr val="bg1">
                <a:lumMod val="75000"/>
              </a:schemeClr>
            </a:solidFill>
            <a:prstDash val="sysDash"/>
          </a:ln>
        </p:spPr>
        <p:style>
          <a:lnRef idx="1">
            <a:schemeClr val="dk1"/>
          </a:lnRef>
          <a:fillRef idx="0">
            <a:schemeClr val="dk1"/>
          </a:fillRef>
          <a:effectRef idx="0">
            <a:schemeClr val="dk1"/>
          </a:effectRef>
          <a:fontRef idx="minor">
            <a:schemeClr val="tx1"/>
          </a:fontRef>
        </p:style>
      </p:cxnSp>
      <p:pic>
        <p:nvPicPr>
          <p:cNvPr id="3" name="Picture 2">
            <a:extLst>
              <a:ext uri="{FF2B5EF4-FFF2-40B4-BE49-F238E27FC236}">
                <a16:creationId xmlns:a16="http://schemas.microsoft.com/office/drawing/2014/main" id="{BE8E74E3-D0F6-B1D8-B1C2-A1D968A231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pic>
        <p:nvPicPr>
          <p:cNvPr id="16" name="Picture 15" descr="Cartoon person wearing glasses and holding a microphone&#10;&#10;AI-generated content may be incorrect.">
            <a:extLst>
              <a:ext uri="{FF2B5EF4-FFF2-40B4-BE49-F238E27FC236}">
                <a16:creationId xmlns:a16="http://schemas.microsoft.com/office/drawing/2014/main" id="{870DADD8-CD64-61E6-E984-675C0D1D585C}"/>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0226040" y="4668389"/>
            <a:ext cx="1905000" cy="1905000"/>
          </a:xfrm>
          <a:prstGeom prst="rect">
            <a:avLst/>
          </a:prstGeom>
        </p:spPr>
      </p:pic>
    </p:spTree>
    <p:extLst>
      <p:ext uri="{BB962C8B-B14F-4D97-AF65-F5344CB8AC3E}">
        <p14:creationId xmlns:p14="http://schemas.microsoft.com/office/powerpoint/2010/main" val="506695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26EEF-7A9F-2219-5482-DE11B3238F93}"/>
              </a:ext>
            </a:extLst>
          </p:cNvPr>
          <p:cNvSpPr>
            <a:spLocks noGrp="1"/>
          </p:cNvSpPr>
          <p:nvPr>
            <p:ph type="title"/>
          </p:nvPr>
        </p:nvSpPr>
        <p:spPr/>
        <p:txBody>
          <a:bodyPr/>
          <a:lstStyle/>
          <a:p>
            <a:endParaRPr lang="en-US"/>
          </a:p>
        </p:txBody>
      </p:sp>
      <p:sp>
        <p:nvSpPr>
          <p:cNvPr id="5" name="TextBox 4">
            <a:extLst>
              <a:ext uri="{FF2B5EF4-FFF2-40B4-BE49-F238E27FC236}">
                <a16:creationId xmlns:a16="http://schemas.microsoft.com/office/drawing/2014/main" id="{FB0FC5DD-AAE9-AB50-A01B-C231AAAAF334}"/>
              </a:ext>
            </a:extLst>
          </p:cNvPr>
          <p:cNvSpPr txBox="1"/>
          <p:nvPr/>
        </p:nvSpPr>
        <p:spPr>
          <a:xfrm>
            <a:off x="2835038" y="5014993"/>
            <a:ext cx="2885574" cy="830997"/>
          </a:xfrm>
          <a:prstGeom prst="rect">
            <a:avLst/>
          </a:prstGeom>
          <a:noFill/>
        </p:spPr>
        <p:txBody>
          <a:bodyPr wrap="square" rtlCol="0">
            <a:spAutoFit/>
          </a:bodyPr>
          <a:lstStyle>
            <a:defPPr>
              <a:defRPr lang="ko-KR"/>
            </a:defPPr>
            <a:lvl1pPr>
              <a:defRPr sz="1100">
                <a:solidFill>
                  <a:schemeClr val="tx1">
                    <a:lumMod val="75000"/>
                    <a:lumOff val="25000"/>
                  </a:schemeClr>
                </a:solidFill>
              </a:defRPr>
            </a:lvl1pPr>
          </a:lstStyle>
          <a:p>
            <a:pPr algn="ctr"/>
            <a:r>
              <a:rPr lang="en-US" altLang="ko-KR" sz="1200" dirty="0">
                <a:solidFill>
                  <a:schemeClr val="bg1"/>
                </a:solidFill>
                <a:cs typeface="Lato" panose="020F0502020204030203" pitchFamily="34" charset="0"/>
              </a:rPr>
              <a:t>Lorem ipsum dolor sit amet, consectetur adipiscing elit, sed do eiusmod tempor incididunt ut labore et dolore magna aliqua.</a:t>
            </a:r>
          </a:p>
        </p:txBody>
      </p:sp>
      <p:sp>
        <p:nvSpPr>
          <p:cNvPr id="6" name="TextBox 5">
            <a:extLst>
              <a:ext uri="{FF2B5EF4-FFF2-40B4-BE49-F238E27FC236}">
                <a16:creationId xmlns:a16="http://schemas.microsoft.com/office/drawing/2014/main" id="{496F8B5D-3C09-DE9A-28E2-667B5EB4970F}"/>
              </a:ext>
            </a:extLst>
          </p:cNvPr>
          <p:cNvSpPr txBox="1"/>
          <p:nvPr/>
        </p:nvSpPr>
        <p:spPr>
          <a:xfrm>
            <a:off x="6628624" y="5014993"/>
            <a:ext cx="2885574" cy="830997"/>
          </a:xfrm>
          <a:prstGeom prst="rect">
            <a:avLst/>
          </a:prstGeom>
          <a:noFill/>
        </p:spPr>
        <p:txBody>
          <a:bodyPr wrap="square" rtlCol="0">
            <a:spAutoFit/>
          </a:bodyPr>
          <a:lstStyle>
            <a:defPPr>
              <a:defRPr lang="ko-KR"/>
            </a:defPPr>
            <a:lvl1pPr>
              <a:defRPr sz="1100">
                <a:solidFill>
                  <a:schemeClr val="tx1">
                    <a:lumMod val="75000"/>
                    <a:lumOff val="25000"/>
                  </a:schemeClr>
                </a:solidFill>
              </a:defRPr>
            </a:lvl1pPr>
          </a:lstStyle>
          <a:p>
            <a:pPr algn="ctr"/>
            <a:r>
              <a:rPr lang="en-US" altLang="ko-KR" sz="1200" dirty="0">
                <a:solidFill>
                  <a:schemeClr val="bg1"/>
                </a:solidFill>
                <a:cs typeface="Lato" panose="020F0502020204030203" pitchFamily="34" charset="0"/>
              </a:rPr>
              <a:t>Lorem ipsum dolor sit amet, consectetur adipiscing elit, sed do eiusmod tempor incididunt ut labore et dolore magna aliqua.</a:t>
            </a:r>
          </a:p>
        </p:txBody>
      </p:sp>
      <p:sp>
        <p:nvSpPr>
          <p:cNvPr id="7" name="TextBox 6">
            <a:extLst>
              <a:ext uri="{FF2B5EF4-FFF2-40B4-BE49-F238E27FC236}">
                <a16:creationId xmlns:a16="http://schemas.microsoft.com/office/drawing/2014/main" id="{C23D6BA9-9D93-C618-5311-F3B90D0B98B8}"/>
              </a:ext>
            </a:extLst>
          </p:cNvPr>
          <p:cNvSpPr txBox="1"/>
          <p:nvPr/>
        </p:nvSpPr>
        <p:spPr>
          <a:xfrm>
            <a:off x="2835038" y="3192608"/>
            <a:ext cx="2885574" cy="830997"/>
          </a:xfrm>
          <a:prstGeom prst="rect">
            <a:avLst/>
          </a:prstGeom>
          <a:noFill/>
        </p:spPr>
        <p:txBody>
          <a:bodyPr wrap="square" rtlCol="0">
            <a:spAutoFit/>
          </a:bodyPr>
          <a:lstStyle>
            <a:defPPr>
              <a:defRPr lang="ko-KR"/>
            </a:defPPr>
            <a:lvl1pPr>
              <a:defRPr sz="1100">
                <a:solidFill>
                  <a:schemeClr val="tx1">
                    <a:lumMod val="75000"/>
                    <a:lumOff val="25000"/>
                  </a:schemeClr>
                </a:solidFill>
              </a:defRPr>
            </a:lvl1pPr>
          </a:lstStyle>
          <a:p>
            <a:pPr algn="ctr"/>
            <a:r>
              <a:rPr lang="en-US" altLang="ko-KR" sz="1200" dirty="0">
                <a:solidFill>
                  <a:schemeClr val="bg1"/>
                </a:solidFill>
                <a:cs typeface="Lato" panose="020F0502020204030203" pitchFamily="34" charset="0"/>
              </a:rPr>
              <a:t>Lorem ipsum dolor sit amet, consectetur adipiscing elit, sed do eiusmod tempor incididunt ut labore et dolore magna aliqua.</a:t>
            </a:r>
          </a:p>
        </p:txBody>
      </p:sp>
      <p:sp>
        <p:nvSpPr>
          <p:cNvPr id="8" name="TextBox 7">
            <a:extLst>
              <a:ext uri="{FF2B5EF4-FFF2-40B4-BE49-F238E27FC236}">
                <a16:creationId xmlns:a16="http://schemas.microsoft.com/office/drawing/2014/main" id="{A035A321-A32C-BAB1-C191-45F6F08AC208}"/>
              </a:ext>
            </a:extLst>
          </p:cNvPr>
          <p:cNvSpPr txBox="1"/>
          <p:nvPr/>
        </p:nvSpPr>
        <p:spPr>
          <a:xfrm>
            <a:off x="6628624" y="3192608"/>
            <a:ext cx="2885574" cy="830997"/>
          </a:xfrm>
          <a:prstGeom prst="rect">
            <a:avLst/>
          </a:prstGeom>
          <a:noFill/>
        </p:spPr>
        <p:txBody>
          <a:bodyPr wrap="square" rtlCol="0">
            <a:spAutoFit/>
          </a:bodyPr>
          <a:lstStyle>
            <a:defPPr>
              <a:defRPr lang="ko-KR"/>
            </a:defPPr>
            <a:lvl1pPr>
              <a:defRPr sz="1100">
                <a:solidFill>
                  <a:schemeClr val="tx1">
                    <a:lumMod val="75000"/>
                    <a:lumOff val="25000"/>
                  </a:schemeClr>
                </a:solidFill>
              </a:defRPr>
            </a:lvl1pPr>
          </a:lstStyle>
          <a:p>
            <a:pPr algn="ctr"/>
            <a:r>
              <a:rPr lang="en-US" altLang="ko-KR" sz="1200" dirty="0">
                <a:solidFill>
                  <a:schemeClr val="bg1"/>
                </a:solidFill>
                <a:cs typeface="Lato" panose="020F0502020204030203" pitchFamily="34" charset="0"/>
              </a:rPr>
              <a:t>Lorem ipsum dolor sit amet, consectetur adipiscing elit, sed do eiusmod tempor incididunt ut labore et dolore magna aliqua.</a:t>
            </a:r>
          </a:p>
        </p:txBody>
      </p:sp>
      <p:grpSp>
        <p:nvGrpSpPr>
          <p:cNvPr id="9" name="Google Shape;10300;p67">
            <a:extLst>
              <a:ext uri="{FF2B5EF4-FFF2-40B4-BE49-F238E27FC236}">
                <a16:creationId xmlns:a16="http://schemas.microsoft.com/office/drawing/2014/main" id="{E4F94722-688C-6A89-54CC-FF39D94972C1}"/>
              </a:ext>
            </a:extLst>
          </p:cNvPr>
          <p:cNvGrpSpPr/>
          <p:nvPr/>
        </p:nvGrpSpPr>
        <p:grpSpPr>
          <a:xfrm>
            <a:off x="7864733" y="2666893"/>
            <a:ext cx="439460" cy="309545"/>
            <a:chOff x="-1199300" y="3279250"/>
            <a:chExt cx="293025" cy="206400"/>
          </a:xfrm>
          <a:solidFill>
            <a:schemeClr val="bg1"/>
          </a:solidFill>
        </p:grpSpPr>
        <p:sp>
          <p:nvSpPr>
            <p:cNvPr id="10" name="Google Shape;10301;p67">
              <a:extLst>
                <a:ext uri="{FF2B5EF4-FFF2-40B4-BE49-F238E27FC236}">
                  <a16:creationId xmlns:a16="http://schemas.microsoft.com/office/drawing/2014/main" id="{641032CA-B490-E9CE-EC9E-E610E54F99C5}"/>
                </a:ext>
              </a:extLst>
            </p:cNvPr>
            <p:cNvSpPr/>
            <p:nvPr/>
          </p:nvSpPr>
          <p:spPr>
            <a:xfrm>
              <a:off x="-1183550" y="3395050"/>
              <a:ext cx="261525" cy="90600"/>
            </a:xfrm>
            <a:custGeom>
              <a:avLst/>
              <a:gdLst/>
              <a:ahLst/>
              <a:cxnLst/>
              <a:rect l="l" t="t" r="r" b="b"/>
              <a:pathLst>
                <a:path w="10461" h="3624" extrusionOk="0">
                  <a:moveTo>
                    <a:pt x="3498" y="0"/>
                  </a:moveTo>
                  <a:lnTo>
                    <a:pt x="1" y="3529"/>
                  </a:lnTo>
                  <a:cubicBezTo>
                    <a:pt x="127" y="3623"/>
                    <a:pt x="284" y="3623"/>
                    <a:pt x="442" y="3623"/>
                  </a:cubicBezTo>
                  <a:lnTo>
                    <a:pt x="10051" y="3623"/>
                  </a:lnTo>
                  <a:cubicBezTo>
                    <a:pt x="10208" y="3623"/>
                    <a:pt x="10366" y="3560"/>
                    <a:pt x="10460" y="3529"/>
                  </a:cubicBezTo>
                  <a:lnTo>
                    <a:pt x="6963" y="0"/>
                  </a:lnTo>
                  <a:lnTo>
                    <a:pt x="5986" y="977"/>
                  </a:lnTo>
                  <a:cubicBezTo>
                    <a:pt x="5797" y="1166"/>
                    <a:pt x="5522" y="1260"/>
                    <a:pt x="5242" y="1260"/>
                  </a:cubicBezTo>
                  <a:cubicBezTo>
                    <a:pt x="4963" y="1260"/>
                    <a:pt x="4679" y="1166"/>
                    <a:pt x="4474" y="977"/>
                  </a:cubicBezTo>
                  <a:lnTo>
                    <a:pt x="3498" y="0"/>
                  </a:lnTo>
                  <a:close/>
                </a:path>
              </a:pathLst>
            </a:custGeom>
            <a:grpFill/>
            <a:ln>
              <a:noFill/>
            </a:ln>
          </p:spPr>
          <p:txBody>
            <a:bodyPr spcFirstLastPara="1" wrap="square" lIns="121900" tIns="121900" rIns="121900" bIns="121900" anchor="ctr" anchorCtr="0">
              <a:noAutofit/>
            </a:bodyPr>
            <a:lstStyle/>
            <a:p>
              <a:endParaRPr sz="2400"/>
            </a:p>
          </p:txBody>
        </p:sp>
        <p:sp>
          <p:nvSpPr>
            <p:cNvPr id="11" name="Google Shape;10302;p67">
              <a:extLst>
                <a:ext uri="{FF2B5EF4-FFF2-40B4-BE49-F238E27FC236}">
                  <a16:creationId xmlns:a16="http://schemas.microsoft.com/office/drawing/2014/main" id="{F13E31B9-361C-B07A-1814-498CCC378BEC}"/>
                </a:ext>
              </a:extLst>
            </p:cNvPr>
            <p:cNvSpPr/>
            <p:nvPr/>
          </p:nvSpPr>
          <p:spPr>
            <a:xfrm>
              <a:off x="-1184325" y="3279250"/>
              <a:ext cx="261500" cy="129400"/>
            </a:xfrm>
            <a:custGeom>
              <a:avLst/>
              <a:gdLst/>
              <a:ahLst/>
              <a:cxnLst/>
              <a:rect l="l" t="t" r="r" b="b"/>
              <a:pathLst>
                <a:path w="10460" h="5176" extrusionOk="0">
                  <a:moveTo>
                    <a:pt x="410" y="1"/>
                  </a:moveTo>
                  <a:cubicBezTo>
                    <a:pt x="252" y="1"/>
                    <a:pt x="95" y="64"/>
                    <a:pt x="0" y="95"/>
                  </a:cubicBezTo>
                  <a:lnTo>
                    <a:pt x="3781" y="3876"/>
                  </a:lnTo>
                  <a:lnTo>
                    <a:pt x="4978" y="5105"/>
                  </a:lnTo>
                  <a:cubicBezTo>
                    <a:pt x="5041" y="5152"/>
                    <a:pt x="5143" y="5175"/>
                    <a:pt x="5246" y="5175"/>
                  </a:cubicBezTo>
                  <a:cubicBezTo>
                    <a:pt x="5348" y="5175"/>
                    <a:pt x="5450" y="5152"/>
                    <a:pt x="5513" y="5105"/>
                  </a:cubicBezTo>
                  <a:lnTo>
                    <a:pt x="6711" y="3876"/>
                  </a:lnTo>
                  <a:lnTo>
                    <a:pt x="10460" y="95"/>
                  </a:lnTo>
                  <a:cubicBezTo>
                    <a:pt x="10334" y="1"/>
                    <a:pt x="10176" y="1"/>
                    <a:pt x="10019" y="1"/>
                  </a:cubicBezTo>
                  <a:close/>
                </a:path>
              </a:pathLst>
            </a:custGeom>
            <a:grpFill/>
            <a:ln>
              <a:noFill/>
            </a:ln>
          </p:spPr>
          <p:txBody>
            <a:bodyPr spcFirstLastPara="1" wrap="square" lIns="121900" tIns="121900" rIns="121900" bIns="121900" anchor="ctr" anchorCtr="0">
              <a:noAutofit/>
            </a:bodyPr>
            <a:lstStyle/>
            <a:p>
              <a:endParaRPr sz="2400"/>
            </a:p>
          </p:txBody>
        </p:sp>
        <p:sp>
          <p:nvSpPr>
            <p:cNvPr id="12" name="Google Shape;10303;p67">
              <a:extLst>
                <a:ext uri="{FF2B5EF4-FFF2-40B4-BE49-F238E27FC236}">
                  <a16:creationId xmlns:a16="http://schemas.microsoft.com/office/drawing/2014/main" id="{A62320A1-A1F0-B23C-4415-82B6026E096A}"/>
                </a:ext>
              </a:extLst>
            </p:cNvPr>
            <p:cNvSpPr/>
            <p:nvPr/>
          </p:nvSpPr>
          <p:spPr>
            <a:xfrm>
              <a:off x="-1199300" y="3294225"/>
              <a:ext cx="90600" cy="175650"/>
            </a:xfrm>
            <a:custGeom>
              <a:avLst/>
              <a:gdLst/>
              <a:ahLst/>
              <a:cxnLst/>
              <a:rect l="l" t="t" r="r" b="b"/>
              <a:pathLst>
                <a:path w="3624" h="7026" extrusionOk="0">
                  <a:moveTo>
                    <a:pt x="126" y="0"/>
                  </a:moveTo>
                  <a:cubicBezTo>
                    <a:pt x="32" y="126"/>
                    <a:pt x="0" y="284"/>
                    <a:pt x="0" y="441"/>
                  </a:cubicBezTo>
                  <a:lnTo>
                    <a:pt x="0" y="6585"/>
                  </a:lnTo>
                  <a:cubicBezTo>
                    <a:pt x="0" y="6742"/>
                    <a:pt x="32" y="6900"/>
                    <a:pt x="126" y="7026"/>
                  </a:cubicBezTo>
                  <a:lnTo>
                    <a:pt x="3624" y="3466"/>
                  </a:lnTo>
                  <a:lnTo>
                    <a:pt x="126" y="0"/>
                  </a:lnTo>
                  <a:close/>
                </a:path>
              </a:pathLst>
            </a:custGeom>
            <a:grpFill/>
            <a:ln>
              <a:noFill/>
            </a:ln>
          </p:spPr>
          <p:txBody>
            <a:bodyPr spcFirstLastPara="1" wrap="square" lIns="121900" tIns="121900" rIns="121900" bIns="121900" anchor="ctr" anchorCtr="0">
              <a:noAutofit/>
            </a:bodyPr>
            <a:lstStyle/>
            <a:p>
              <a:endParaRPr sz="2400"/>
            </a:p>
          </p:txBody>
        </p:sp>
        <p:sp>
          <p:nvSpPr>
            <p:cNvPr id="13" name="Google Shape;10304;p67">
              <a:extLst>
                <a:ext uri="{FF2B5EF4-FFF2-40B4-BE49-F238E27FC236}">
                  <a16:creationId xmlns:a16="http://schemas.microsoft.com/office/drawing/2014/main" id="{0F99BD6A-5117-5871-F232-CB83894C5F04}"/>
                </a:ext>
              </a:extLst>
            </p:cNvPr>
            <p:cNvSpPr/>
            <p:nvPr/>
          </p:nvSpPr>
          <p:spPr>
            <a:xfrm>
              <a:off x="-996875" y="3294225"/>
              <a:ext cx="90600" cy="177225"/>
            </a:xfrm>
            <a:custGeom>
              <a:avLst/>
              <a:gdLst/>
              <a:ahLst/>
              <a:cxnLst/>
              <a:rect l="l" t="t" r="r" b="b"/>
              <a:pathLst>
                <a:path w="3624" h="7089" extrusionOk="0">
                  <a:moveTo>
                    <a:pt x="3529" y="0"/>
                  </a:moveTo>
                  <a:lnTo>
                    <a:pt x="0" y="3529"/>
                  </a:lnTo>
                  <a:lnTo>
                    <a:pt x="3529" y="7089"/>
                  </a:lnTo>
                  <a:cubicBezTo>
                    <a:pt x="3592" y="6963"/>
                    <a:pt x="3623" y="6805"/>
                    <a:pt x="3623" y="6648"/>
                  </a:cubicBezTo>
                  <a:lnTo>
                    <a:pt x="3623" y="504"/>
                  </a:lnTo>
                  <a:cubicBezTo>
                    <a:pt x="3592" y="284"/>
                    <a:pt x="3560" y="126"/>
                    <a:pt x="3529"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4" name="Google Shape;10309;p67">
            <a:extLst>
              <a:ext uri="{FF2B5EF4-FFF2-40B4-BE49-F238E27FC236}">
                <a16:creationId xmlns:a16="http://schemas.microsoft.com/office/drawing/2014/main" id="{C31193F1-D23E-15E8-3815-5C1A8A1F9BE4}"/>
              </a:ext>
            </a:extLst>
          </p:cNvPr>
          <p:cNvGrpSpPr/>
          <p:nvPr/>
        </p:nvGrpSpPr>
        <p:grpSpPr>
          <a:xfrm>
            <a:off x="4071193" y="4487512"/>
            <a:ext cx="439460" cy="437097"/>
            <a:chOff x="-6329100" y="3632100"/>
            <a:chExt cx="293025" cy="291450"/>
          </a:xfrm>
          <a:solidFill>
            <a:schemeClr val="bg1"/>
          </a:solidFill>
        </p:grpSpPr>
        <p:sp>
          <p:nvSpPr>
            <p:cNvPr id="15" name="Google Shape;10310;p67">
              <a:extLst>
                <a:ext uri="{FF2B5EF4-FFF2-40B4-BE49-F238E27FC236}">
                  <a16:creationId xmlns:a16="http://schemas.microsoft.com/office/drawing/2014/main" id="{69658FBE-7510-BC87-FC0B-5E5BC43FEF43}"/>
                </a:ext>
              </a:extLst>
            </p:cNvPr>
            <p:cNvSpPr/>
            <p:nvPr/>
          </p:nvSpPr>
          <p:spPr>
            <a:xfrm>
              <a:off x="-6210700" y="3751600"/>
              <a:ext cx="174625" cy="171950"/>
            </a:xfrm>
            <a:custGeom>
              <a:avLst/>
              <a:gdLst/>
              <a:ahLst/>
              <a:cxnLst/>
              <a:rect l="l" t="t" r="r" b="b"/>
              <a:pathLst>
                <a:path w="6985" h="6878" extrusionOk="0">
                  <a:moveTo>
                    <a:pt x="492" y="0"/>
                  </a:moveTo>
                  <a:cubicBezTo>
                    <a:pt x="219" y="0"/>
                    <a:pt x="0" y="235"/>
                    <a:pt x="85" y="545"/>
                  </a:cubicBezTo>
                  <a:lnTo>
                    <a:pt x="1503" y="5712"/>
                  </a:lnTo>
                  <a:cubicBezTo>
                    <a:pt x="1559" y="5882"/>
                    <a:pt x="1707" y="5984"/>
                    <a:pt x="1856" y="5984"/>
                  </a:cubicBezTo>
                  <a:cubicBezTo>
                    <a:pt x="1956" y="5984"/>
                    <a:pt x="2057" y="5939"/>
                    <a:pt x="2133" y="5838"/>
                  </a:cubicBezTo>
                  <a:lnTo>
                    <a:pt x="2889" y="4735"/>
                  </a:lnTo>
                  <a:lnTo>
                    <a:pt x="3739" y="5712"/>
                  </a:lnTo>
                  <a:lnTo>
                    <a:pt x="4622" y="6594"/>
                  </a:lnTo>
                  <a:cubicBezTo>
                    <a:pt x="4811" y="6783"/>
                    <a:pt x="5086" y="6878"/>
                    <a:pt x="5362" y="6878"/>
                  </a:cubicBezTo>
                  <a:cubicBezTo>
                    <a:pt x="5638" y="6878"/>
                    <a:pt x="5913" y="6783"/>
                    <a:pt x="6102" y="6594"/>
                  </a:cubicBezTo>
                  <a:lnTo>
                    <a:pt x="6575" y="6122"/>
                  </a:lnTo>
                  <a:cubicBezTo>
                    <a:pt x="6984" y="5712"/>
                    <a:pt x="6984" y="5113"/>
                    <a:pt x="6575" y="4672"/>
                  </a:cubicBezTo>
                  <a:lnTo>
                    <a:pt x="4811" y="2814"/>
                  </a:lnTo>
                  <a:lnTo>
                    <a:pt x="5913" y="2058"/>
                  </a:lnTo>
                  <a:cubicBezTo>
                    <a:pt x="6134" y="1900"/>
                    <a:pt x="6102" y="1522"/>
                    <a:pt x="5787" y="1427"/>
                  </a:cubicBezTo>
                  <a:lnTo>
                    <a:pt x="589" y="10"/>
                  </a:lnTo>
                  <a:cubicBezTo>
                    <a:pt x="556" y="3"/>
                    <a:pt x="524" y="0"/>
                    <a:pt x="492" y="0"/>
                  </a:cubicBezTo>
                  <a:close/>
                </a:path>
              </a:pathLst>
            </a:custGeom>
            <a:grpFill/>
            <a:ln>
              <a:noFill/>
            </a:ln>
          </p:spPr>
          <p:txBody>
            <a:bodyPr spcFirstLastPara="1" wrap="square" lIns="121900" tIns="121900" rIns="121900" bIns="121900" anchor="ctr" anchorCtr="0">
              <a:noAutofit/>
            </a:bodyPr>
            <a:lstStyle/>
            <a:p>
              <a:endParaRPr sz="2400"/>
            </a:p>
          </p:txBody>
        </p:sp>
        <p:sp>
          <p:nvSpPr>
            <p:cNvPr id="16" name="Google Shape;10311;p67">
              <a:extLst>
                <a:ext uri="{FF2B5EF4-FFF2-40B4-BE49-F238E27FC236}">
                  <a16:creationId xmlns:a16="http://schemas.microsoft.com/office/drawing/2014/main" id="{EBCDC680-0990-B22B-76FC-3F9A7858D8E3}"/>
                </a:ext>
              </a:extLst>
            </p:cNvPr>
            <p:cNvSpPr/>
            <p:nvPr/>
          </p:nvSpPr>
          <p:spPr>
            <a:xfrm>
              <a:off x="-6272400" y="3691975"/>
              <a:ext cx="136300" cy="135500"/>
            </a:xfrm>
            <a:custGeom>
              <a:avLst/>
              <a:gdLst/>
              <a:ahLst/>
              <a:cxnLst/>
              <a:rect l="l" t="t" r="r" b="b"/>
              <a:pathLst>
                <a:path w="5452" h="5420" extrusionOk="0">
                  <a:moveTo>
                    <a:pt x="2742" y="0"/>
                  </a:moveTo>
                  <a:cubicBezTo>
                    <a:pt x="1261" y="0"/>
                    <a:pt x="1" y="1229"/>
                    <a:pt x="1" y="2710"/>
                  </a:cubicBezTo>
                  <a:cubicBezTo>
                    <a:pt x="1" y="4127"/>
                    <a:pt x="1041" y="5293"/>
                    <a:pt x="2427" y="5419"/>
                  </a:cubicBezTo>
                  <a:lnTo>
                    <a:pt x="2112" y="4317"/>
                  </a:lnTo>
                  <a:cubicBezTo>
                    <a:pt x="1482" y="4096"/>
                    <a:pt x="1009" y="3466"/>
                    <a:pt x="1009" y="2741"/>
                  </a:cubicBezTo>
                  <a:cubicBezTo>
                    <a:pt x="1041" y="1765"/>
                    <a:pt x="1828" y="1009"/>
                    <a:pt x="2773" y="1009"/>
                  </a:cubicBezTo>
                  <a:cubicBezTo>
                    <a:pt x="3530" y="1009"/>
                    <a:pt x="4128" y="1481"/>
                    <a:pt x="4349" y="2143"/>
                  </a:cubicBezTo>
                  <a:lnTo>
                    <a:pt x="5451" y="2458"/>
                  </a:lnTo>
                  <a:cubicBezTo>
                    <a:pt x="5294" y="1072"/>
                    <a:pt x="4160" y="0"/>
                    <a:pt x="2742" y="0"/>
                  </a:cubicBezTo>
                  <a:close/>
                </a:path>
              </a:pathLst>
            </a:custGeom>
            <a:grpFill/>
            <a:ln>
              <a:noFill/>
            </a:ln>
          </p:spPr>
          <p:txBody>
            <a:bodyPr spcFirstLastPara="1" wrap="square" lIns="121900" tIns="121900" rIns="121900" bIns="121900" anchor="ctr" anchorCtr="0">
              <a:noAutofit/>
            </a:bodyPr>
            <a:lstStyle/>
            <a:p>
              <a:endParaRPr sz="2400"/>
            </a:p>
          </p:txBody>
        </p:sp>
        <p:sp>
          <p:nvSpPr>
            <p:cNvPr id="17" name="Google Shape;10312;p67">
              <a:extLst>
                <a:ext uri="{FF2B5EF4-FFF2-40B4-BE49-F238E27FC236}">
                  <a16:creationId xmlns:a16="http://schemas.microsoft.com/office/drawing/2014/main" id="{995A8186-4770-2942-3F65-412D8F8E1A46}"/>
                </a:ext>
              </a:extLst>
            </p:cNvPr>
            <p:cNvSpPr/>
            <p:nvPr/>
          </p:nvSpPr>
          <p:spPr>
            <a:xfrm>
              <a:off x="-6329100" y="3632100"/>
              <a:ext cx="257575" cy="256025"/>
            </a:xfrm>
            <a:custGeom>
              <a:avLst/>
              <a:gdLst/>
              <a:ahLst/>
              <a:cxnLst/>
              <a:rect l="l" t="t" r="r" b="b"/>
              <a:pathLst>
                <a:path w="10303" h="10241" extrusionOk="0">
                  <a:moveTo>
                    <a:pt x="5136" y="1"/>
                  </a:moveTo>
                  <a:cubicBezTo>
                    <a:pt x="2301" y="1"/>
                    <a:pt x="1" y="2269"/>
                    <a:pt x="1" y="5105"/>
                  </a:cubicBezTo>
                  <a:cubicBezTo>
                    <a:pt x="1" y="7972"/>
                    <a:pt x="2332" y="10240"/>
                    <a:pt x="5136" y="10240"/>
                  </a:cubicBezTo>
                  <a:cubicBezTo>
                    <a:pt x="5262" y="10240"/>
                    <a:pt x="5356" y="10240"/>
                    <a:pt x="5451" y="10177"/>
                  </a:cubicBezTo>
                  <a:lnTo>
                    <a:pt x="4978" y="8444"/>
                  </a:lnTo>
                  <a:cubicBezTo>
                    <a:pt x="4959" y="8445"/>
                    <a:pt x="4940" y="8445"/>
                    <a:pt x="4921" y="8445"/>
                  </a:cubicBezTo>
                  <a:cubicBezTo>
                    <a:pt x="3089" y="8445"/>
                    <a:pt x="1639" y="6945"/>
                    <a:pt x="1639" y="5105"/>
                  </a:cubicBezTo>
                  <a:cubicBezTo>
                    <a:pt x="1639" y="3214"/>
                    <a:pt x="3151" y="1702"/>
                    <a:pt x="5073" y="1702"/>
                  </a:cubicBezTo>
                  <a:cubicBezTo>
                    <a:pt x="6900" y="1702"/>
                    <a:pt x="8412" y="3151"/>
                    <a:pt x="8475" y="4979"/>
                  </a:cubicBezTo>
                  <a:lnTo>
                    <a:pt x="10208" y="5451"/>
                  </a:lnTo>
                  <a:cubicBezTo>
                    <a:pt x="10303" y="4002"/>
                    <a:pt x="9799" y="2553"/>
                    <a:pt x="8759" y="1482"/>
                  </a:cubicBezTo>
                  <a:cubicBezTo>
                    <a:pt x="7782" y="505"/>
                    <a:pt x="6522" y="1"/>
                    <a:pt x="5136" y="1"/>
                  </a:cubicBezTo>
                  <a:close/>
                </a:path>
              </a:pathLst>
            </a:custGeom>
            <a:grpFill/>
            <a:ln>
              <a:noFill/>
            </a:ln>
          </p:spPr>
          <p:txBody>
            <a:bodyPr spcFirstLastPara="1" wrap="square" lIns="121900" tIns="121900" rIns="121900" bIns="121900" anchor="ctr" anchorCtr="0">
              <a:noAutofit/>
            </a:bodyPr>
            <a:lstStyle/>
            <a:p>
              <a:endParaRPr sz="2400"/>
            </a:p>
          </p:txBody>
        </p:sp>
      </p:grpSp>
      <p:sp>
        <p:nvSpPr>
          <p:cNvPr id="18" name="Freeform 194">
            <a:extLst>
              <a:ext uri="{FF2B5EF4-FFF2-40B4-BE49-F238E27FC236}">
                <a16:creationId xmlns:a16="http://schemas.microsoft.com/office/drawing/2014/main" id="{8778391B-BD03-3384-FC34-CF184394CFB3}"/>
              </a:ext>
            </a:extLst>
          </p:cNvPr>
          <p:cNvSpPr>
            <a:spLocks noChangeAspect="1" noEditPoints="1"/>
          </p:cNvSpPr>
          <p:nvPr/>
        </p:nvSpPr>
        <p:spPr bwMode="auto">
          <a:xfrm>
            <a:off x="4049917" y="2649697"/>
            <a:ext cx="417036" cy="415536"/>
          </a:xfrm>
          <a:custGeom>
            <a:avLst/>
            <a:gdLst/>
            <a:ahLst/>
            <a:cxnLst>
              <a:cxn ang="0">
                <a:pos x="2" y="160"/>
              </a:cxn>
              <a:cxn ang="0">
                <a:pos x="15" y="202"/>
              </a:cxn>
              <a:cxn ang="0">
                <a:pos x="70" y="259"/>
              </a:cxn>
              <a:cxn ang="0">
                <a:pos x="183" y="270"/>
              </a:cxn>
              <a:cxn ang="0">
                <a:pos x="242" y="232"/>
              </a:cxn>
              <a:cxn ang="0">
                <a:pos x="267" y="193"/>
              </a:cxn>
              <a:cxn ang="0">
                <a:pos x="278" y="139"/>
              </a:cxn>
              <a:cxn ang="0">
                <a:pos x="268" y="88"/>
              </a:cxn>
              <a:cxn ang="0">
                <a:pos x="237" y="40"/>
              </a:cxn>
              <a:cxn ang="0">
                <a:pos x="196" y="12"/>
              </a:cxn>
              <a:cxn ang="0">
                <a:pos x="171" y="3"/>
              </a:cxn>
              <a:cxn ang="0">
                <a:pos x="94" y="7"/>
              </a:cxn>
              <a:cxn ang="0">
                <a:pos x="48" y="34"/>
              </a:cxn>
              <a:cxn ang="0">
                <a:pos x="15" y="75"/>
              </a:cxn>
              <a:cxn ang="0">
                <a:pos x="115" y="9"/>
              </a:cxn>
              <a:cxn ang="0">
                <a:pos x="136" y="7"/>
              </a:cxn>
              <a:cxn ang="0">
                <a:pos x="155" y="14"/>
              </a:cxn>
              <a:cxn ang="0">
                <a:pos x="172" y="14"/>
              </a:cxn>
              <a:cxn ang="0">
                <a:pos x="187" y="18"/>
              </a:cxn>
              <a:cxn ang="0">
                <a:pos x="183" y="21"/>
              </a:cxn>
              <a:cxn ang="0">
                <a:pos x="161" y="30"/>
              </a:cxn>
              <a:cxn ang="0">
                <a:pos x="164" y="44"/>
              </a:cxn>
              <a:cxn ang="0">
                <a:pos x="177" y="53"/>
              </a:cxn>
              <a:cxn ang="0">
                <a:pos x="197" y="27"/>
              </a:cxn>
              <a:cxn ang="0">
                <a:pos x="211" y="32"/>
              </a:cxn>
              <a:cxn ang="0">
                <a:pos x="223" y="38"/>
              </a:cxn>
              <a:cxn ang="0">
                <a:pos x="229" y="57"/>
              </a:cxn>
              <a:cxn ang="0">
                <a:pos x="225" y="67"/>
              </a:cxn>
              <a:cxn ang="0">
                <a:pos x="218" y="59"/>
              </a:cxn>
              <a:cxn ang="0">
                <a:pos x="200" y="62"/>
              </a:cxn>
              <a:cxn ang="0">
                <a:pos x="212" y="69"/>
              </a:cxn>
              <a:cxn ang="0">
                <a:pos x="183" y="80"/>
              </a:cxn>
              <a:cxn ang="0">
                <a:pos x="169" y="90"/>
              </a:cxn>
              <a:cxn ang="0">
                <a:pos x="151" y="107"/>
              </a:cxn>
              <a:cxn ang="0">
                <a:pos x="140" y="118"/>
              </a:cxn>
              <a:cxn ang="0">
                <a:pos x="116" y="116"/>
              </a:cxn>
              <a:cxn ang="0">
                <a:pos x="97" y="140"/>
              </a:cxn>
              <a:cxn ang="0">
                <a:pos x="122" y="138"/>
              </a:cxn>
              <a:cxn ang="0">
                <a:pos x="118" y="153"/>
              </a:cxn>
              <a:cxn ang="0">
                <a:pos x="144" y="172"/>
              </a:cxn>
              <a:cxn ang="0">
                <a:pos x="163" y="164"/>
              </a:cxn>
              <a:cxn ang="0">
                <a:pos x="179" y="170"/>
              </a:cxn>
              <a:cxn ang="0">
                <a:pos x="195" y="175"/>
              </a:cxn>
              <a:cxn ang="0">
                <a:pos x="217" y="190"/>
              </a:cxn>
              <a:cxn ang="0">
                <a:pos x="234" y="202"/>
              </a:cxn>
              <a:cxn ang="0">
                <a:pos x="170" y="266"/>
              </a:cxn>
              <a:cxn ang="0">
                <a:pos x="150" y="237"/>
              </a:cxn>
              <a:cxn ang="0">
                <a:pos x="135" y="210"/>
              </a:cxn>
              <a:cxn ang="0">
                <a:pos x="142" y="191"/>
              </a:cxn>
              <a:cxn ang="0">
                <a:pos x="137" y="177"/>
              </a:cxn>
              <a:cxn ang="0">
                <a:pos x="119" y="161"/>
              </a:cxn>
              <a:cxn ang="0">
                <a:pos x="91" y="152"/>
              </a:cxn>
              <a:cxn ang="0">
                <a:pos x="75" y="139"/>
              </a:cxn>
              <a:cxn ang="0">
                <a:pos x="62" y="112"/>
              </a:cxn>
              <a:cxn ang="0">
                <a:pos x="65" y="133"/>
              </a:cxn>
              <a:cxn ang="0">
                <a:pos x="54" y="115"/>
              </a:cxn>
              <a:cxn ang="0">
                <a:pos x="47" y="92"/>
              </a:cxn>
              <a:cxn ang="0">
                <a:pos x="61" y="63"/>
              </a:cxn>
              <a:cxn ang="0">
                <a:pos x="58" y="46"/>
              </a:cxn>
            </a:cxnLst>
            <a:rect l="0" t="0" r="r" b="b"/>
            <a:pathLst>
              <a:path w="278" h="277">
                <a:moveTo>
                  <a:pt x="3" y="111"/>
                </a:moveTo>
                <a:cubicBezTo>
                  <a:pt x="2" y="113"/>
                  <a:pt x="2" y="115"/>
                  <a:pt x="2" y="117"/>
                </a:cubicBezTo>
                <a:cubicBezTo>
                  <a:pt x="1" y="120"/>
                  <a:pt x="1" y="122"/>
                  <a:pt x="1" y="124"/>
                </a:cubicBezTo>
                <a:cubicBezTo>
                  <a:pt x="0" y="129"/>
                  <a:pt x="0" y="134"/>
                  <a:pt x="0" y="139"/>
                </a:cubicBezTo>
                <a:cubicBezTo>
                  <a:pt x="0" y="143"/>
                  <a:pt x="0" y="148"/>
                  <a:pt x="1" y="153"/>
                </a:cubicBezTo>
                <a:cubicBezTo>
                  <a:pt x="1" y="155"/>
                  <a:pt x="1" y="157"/>
                  <a:pt x="2" y="160"/>
                </a:cubicBezTo>
                <a:cubicBezTo>
                  <a:pt x="2" y="162"/>
                  <a:pt x="2" y="164"/>
                  <a:pt x="3" y="167"/>
                </a:cubicBezTo>
                <a:cubicBezTo>
                  <a:pt x="3" y="169"/>
                  <a:pt x="4" y="171"/>
                  <a:pt x="4" y="173"/>
                </a:cubicBezTo>
                <a:cubicBezTo>
                  <a:pt x="5" y="178"/>
                  <a:pt x="7" y="182"/>
                  <a:pt x="8" y="186"/>
                </a:cubicBezTo>
                <a:cubicBezTo>
                  <a:pt x="9" y="188"/>
                  <a:pt x="10" y="191"/>
                  <a:pt x="11" y="193"/>
                </a:cubicBezTo>
                <a:cubicBezTo>
                  <a:pt x="12" y="195"/>
                  <a:pt x="13" y="197"/>
                  <a:pt x="14" y="199"/>
                </a:cubicBezTo>
                <a:cubicBezTo>
                  <a:pt x="14" y="200"/>
                  <a:pt x="15" y="201"/>
                  <a:pt x="15" y="202"/>
                </a:cubicBezTo>
                <a:cubicBezTo>
                  <a:pt x="16" y="204"/>
                  <a:pt x="17" y="206"/>
                  <a:pt x="18" y="208"/>
                </a:cubicBezTo>
                <a:cubicBezTo>
                  <a:pt x="22" y="214"/>
                  <a:pt x="25" y="219"/>
                  <a:pt x="30" y="224"/>
                </a:cubicBezTo>
                <a:cubicBezTo>
                  <a:pt x="32" y="227"/>
                  <a:pt x="34" y="230"/>
                  <a:pt x="36" y="232"/>
                </a:cubicBezTo>
                <a:cubicBezTo>
                  <a:pt x="38" y="234"/>
                  <a:pt x="39" y="235"/>
                  <a:pt x="41" y="237"/>
                </a:cubicBezTo>
                <a:cubicBezTo>
                  <a:pt x="42" y="238"/>
                  <a:pt x="44" y="240"/>
                  <a:pt x="45" y="241"/>
                </a:cubicBezTo>
                <a:cubicBezTo>
                  <a:pt x="53" y="248"/>
                  <a:pt x="61" y="254"/>
                  <a:pt x="70" y="259"/>
                </a:cubicBezTo>
                <a:cubicBezTo>
                  <a:pt x="72" y="260"/>
                  <a:pt x="74" y="261"/>
                  <a:pt x="76" y="262"/>
                </a:cubicBezTo>
                <a:cubicBezTo>
                  <a:pt x="80" y="264"/>
                  <a:pt x="84" y="266"/>
                  <a:pt x="88" y="268"/>
                </a:cubicBezTo>
                <a:cubicBezTo>
                  <a:pt x="90" y="269"/>
                  <a:pt x="92" y="269"/>
                  <a:pt x="94" y="270"/>
                </a:cubicBezTo>
                <a:cubicBezTo>
                  <a:pt x="108" y="275"/>
                  <a:pt x="123" y="277"/>
                  <a:pt x="139" y="277"/>
                </a:cubicBezTo>
                <a:cubicBezTo>
                  <a:pt x="149" y="277"/>
                  <a:pt x="160" y="276"/>
                  <a:pt x="170" y="274"/>
                </a:cubicBezTo>
                <a:cubicBezTo>
                  <a:pt x="174" y="273"/>
                  <a:pt x="179" y="272"/>
                  <a:pt x="183" y="270"/>
                </a:cubicBezTo>
                <a:cubicBezTo>
                  <a:pt x="186" y="269"/>
                  <a:pt x="188" y="269"/>
                  <a:pt x="190" y="268"/>
                </a:cubicBezTo>
                <a:cubicBezTo>
                  <a:pt x="194" y="266"/>
                  <a:pt x="198" y="264"/>
                  <a:pt x="202" y="262"/>
                </a:cubicBezTo>
                <a:cubicBezTo>
                  <a:pt x="204" y="261"/>
                  <a:pt x="206" y="260"/>
                  <a:pt x="208" y="259"/>
                </a:cubicBezTo>
                <a:cubicBezTo>
                  <a:pt x="217" y="254"/>
                  <a:pt x="225" y="248"/>
                  <a:pt x="232" y="241"/>
                </a:cubicBezTo>
                <a:cubicBezTo>
                  <a:pt x="234" y="240"/>
                  <a:pt x="236" y="238"/>
                  <a:pt x="237" y="237"/>
                </a:cubicBezTo>
                <a:cubicBezTo>
                  <a:pt x="239" y="235"/>
                  <a:pt x="240" y="234"/>
                  <a:pt x="242" y="232"/>
                </a:cubicBezTo>
                <a:cubicBezTo>
                  <a:pt x="244" y="230"/>
                  <a:pt x="246" y="227"/>
                  <a:pt x="248" y="224"/>
                </a:cubicBezTo>
                <a:cubicBezTo>
                  <a:pt x="251" y="220"/>
                  <a:pt x="254" y="216"/>
                  <a:pt x="257" y="211"/>
                </a:cubicBezTo>
                <a:cubicBezTo>
                  <a:pt x="258" y="210"/>
                  <a:pt x="259" y="209"/>
                  <a:pt x="259" y="208"/>
                </a:cubicBezTo>
                <a:cubicBezTo>
                  <a:pt x="260" y="206"/>
                  <a:pt x="262" y="204"/>
                  <a:pt x="263" y="202"/>
                </a:cubicBezTo>
                <a:cubicBezTo>
                  <a:pt x="263" y="201"/>
                  <a:pt x="264" y="200"/>
                  <a:pt x="264" y="199"/>
                </a:cubicBezTo>
                <a:cubicBezTo>
                  <a:pt x="265" y="197"/>
                  <a:pt x="266" y="195"/>
                  <a:pt x="267" y="193"/>
                </a:cubicBezTo>
                <a:cubicBezTo>
                  <a:pt x="268" y="191"/>
                  <a:pt x="269" y="188"/>
                  <a:pt x="269" y="186"/>
                </a:cubicBezTo>
                <a:cubicBezTo>
                  <a:pt x="271" y="182"/>
                  <a:pt x="272" y="178"/>
                  <a:pt x="273" y="173"/>
                </a:cubicBezTo>
                <a:cubicBezTo>
                  <a:pt x="274" y="171"/>
                  <a:pt x="274" y="169"/>
                  <a:pt x="275" y="167"/>
                </a:cubicBezTo>
                <a:cubicBezTo>
                  <a:pt x="275" y="164"/>
                  <a:pt x="276" y="162"/>
                  <a:pt x="276" y="160"/>
                </a:cubicBezTo>
                <a:cubicBezTo>
                  <a:pt x="277" y="157"/>
                  <a:pt x="277" y="155"/>
                  <a:pt x="277" y="153"/>
                </a:cubicBezTo>
                <a:cubicBezTo>
                  <a:pt x="278" y="148"/>
                  <a:pt x="278" y="143"/>
                  <a:pt x="278" y="139"/>
                </a:cubicBezTo>
                <a:cubicBezTo>
                  <a:pt x="278" y="134"/>
                  <a:pt x="278" y="129"/>
                  <a:pt x="277" y="124"/>
                </a:cubicBezTo>
                <a:cubicBezTo>
                  <a:pt x="277" y="122"/>
                  <a:pt x="277" y="120"/>
                  <a:pt x="276" y="117"/>
                </a:cubicBezTo>
                <a:cubicBezTo>
                  <a:pt x="276" y="115"/>
                  <a:pt x="275" y="113"/>
                  <a:pt x="275" y="111"/>
                </a:cubicBezTo>
                <a:cubicBezTo>
                  <a:pt x="274" y="108"/>
                  <a:pt x="274" y="106"/>
                  <a:pt x="273" y="104"/>
                </a:cubicBezTo>
                <a:cubicBezTo>
                  <a:pt x="272" y="99"/>
                  <a:pt x="271" y="95"/>
                  <a:pt x="269" y="91"/>
                </a:cubicBezTo>
                <a:cubicBezTo>
                  <a:pt x="269" y="90"/>
                  <a:pt x="269" y="89"/>
                  <a:pt x="268" y="88"/>
                </a:cubicBezTo>
                <a:cubicBezTo>
                  <a:pt x="267" y="85"/>
                  <a:pt x="266" y="81"/>
                  <a:pt x="264" y="78"/>
                </a:cubicBezTo>
                <a:cubicBezTo>
                  <a:pt x="264" y="77"/>
                  <a:pt x="263" y="76"/>
                  <a:pt x="263" y="75"/>
                </a:cubicBezTo>
                <a:cubicBezTo>
                  <a:pt x="262" y="73"/>
                  <a:pt x="260" y="71"/>
                  <a:pt x="259" y="69"/>
                </a:cubicBezTo>
                <a:cubicBezTo>
                  <a:pt x="256" y="64"/>
                  <a:pt x="252" y="58"/>
                  <a:pt x="248" y="53"/>
                </a:cubicBezTo>
                <a:cubicBezTo>
                  <a:pt x="246" y="50"/>
                  <a:pt x="244" y="48"/>
                  <a:pt x="242" y="45"/>
                </a:cubicBezTo>
                <a:cubicBezTo>
                  <a:pt x="240" y="44"/>
                  <a:pt x="239" y="42"/>
                  <a:pt x="237" y="40"/>
                </a:cubicBezTo>
                <a:cubicBezTo>
                  <a:pt x="236" y="39"/>
                  <a:pt x="234" y="37"/>
                  <a:pt x="232" y="36"/>
                </a:cubicBezTo>
                <a:cubicBezTo>
                  <a:pt x="229" y="33"/>
                  <a:pt x="226" y="30"/>
                  <a:pt x="222" y="28"/>
                </a:cubicBezTo>
                <a:cubicBezTo>
                  <a:pt x="218" y="24"/>
                  <a:pt x="213" y="21"/>
                  <a:pt x="208" y="18"/>
                </a:cubicBezTo>
                <a:cubicBezTo>
                  <a:pt x="206" y="17"/>
                  <a:pt x="204" y="16"/>
                  <a:pt x="202" y="15"/>
                </a:cubicBezTo>
                <a:cubicBezTo>
                  <a:pt x="201" y="14"/>
                  <a:pt x="200" y="14"/>
                  <a:pt x="199" y="14"/>
                </a:cubicBezTo>
                <a:cubicBezTo>
                  <a:pt x="198" y="13"/>
                  <a:pt x="197" y="12"/>
                  <a:pt x="196" y="12"/>
                </a:cubicBezTo>
                <a:cubicBezTo>
                  <a:pt x="196" y="12"/>
                  <a:pt x="195" y="12"/>
                  <a:pt x="195" y="11"/>
                </a:cubicBezTo>
                <a:cubicBezTo>
                  <a:pt x="193" y="11"/>
                  <a:pt x="191" y="10"/>
                  <a:pt x="190" y="9"/>
                </a:cubicBezTo>
                <a:cubicBezTo>
                  <a:pt x="190" y="9"/>
                  <a:pt x="190" y="9"/>
                  <a:pt x="190" y="9"/>
                </a:cubicBezTo>
                <a:cubicBezTo>
                  <a:pt x="188" y="9"/>
                  <a:pt x="186" y="8"/>
                  <a:pt x="184" y="7"/>
                </a:cubicBezTo>
                <a:cubicBezTo>
                  <a:pt x="184" y="7"/>
                  <a:pt x="184" y="7"/>
                  <a:pt x="183" y="7"/>
                </a:cubicBezTo>
                <a:cubicBezTo>
                  <a:pt x="179" y="6"/>
                  <a:pt x="175" y="4"/>
                  <a:pt x="171" y="3"/>
                </a:cubicBezTo>
                <a:cubicBezTo>
                  <a:pt x="169" y="3"/>
                  <a:pt x="168" y="3"/>
                  <a:pt x="167" y="3"/>
                </a:cubicBezTo>
                <a:cubicBezTo>
                  <a:pt x="166" y="2"/>
                  <a:pt x="165" y="2"/>
                  <a:pt x="164" y="2"/>
                </a:cubicBezTo>
                <a:cubicBezTo>
                  <a:pt x="157" y="1"/>
                  <a:pt x="149" y="0"/>
                  <a:pt x="141" y="0"/>
                </a:cubicBezTo>
                <a:cubicBezTo>
                  <a:pt x="141" y="0"/>
                  <a:pt x="140" y="0"/>
                  <a:pt x="139" y="0"/>
                </a:cubicBezTo>
                <a:cubicBezTo>
                  <a:pt x="137" y="0"/>
                  <a:pt x="136" y="0"/>
                  <a:pt x="135" y="0"/>
                </a:cubicBezTo>
                <a:cubicBezTo>
                  <a:pt x="121" y="0"/>
                  <a:pt x="107" y="3"/>
                  <a:pt x="94" y="7"/>
                </a:cubicBezTo>
                <a:cubicBezTo>
                  <a:pt x="92" y="8"/>
                  <a:pt x="90" y="9"/>
                  <a:pt x="88" y="9"/>
                </a:cubicBezTo>
                <a:cubicBezTo>
                  <a:pt x="87" y="10"/>
                  <a:pt x="87" y="10"/>
                  <a:pt x="86" y="10"/>
                </a:cubicBezTo>
                <a:cubicBezTo>
                  <a:pt x="85" y="11"/>
                  <a:pt x="83" y="11"/>
                  <a:pt x="82" y="12"/>
                </a:cubicBezTo>
                <a:cubicBezTo>
                  <a:pt x="80" y="13"/>
                  <a:pt x="78" y="14"/>
                  <a:pt x="76" y="15"/>
                </a:cubicBezTo>
                <a:cubicBezTo>
                  <a:pt x="74" y="16"/>
                  <a:pt x="72" y="17"/>
                  <a:pt x="70" y="18"/>
                </a:cubicBezTo>
                <a:cubicBezTo>
                  <a:pt x="62" y="23"/>
                  <a:pt x="55" y="28"/>
                  <a:pt x="48" y="34"/>
                </a:cubicBezTo>
                <a:cubicBezTo>
                  <a:pt x="47" y="34"/>
                  <a:pt x="46" y="35"/>
                  <a:pt x="45" y="36"/>
                </a:cubicBezTo>
                <a:cubicBezTo>
                  <a:pt x="44" y="37"/>
                  <a:pt x="42" y="39"/>
                  <a:pt x="41" y="40"/>
                </a:cubicBezTo>
                <a:cubicBezTo>
                  <a:pt x="39" y="42"/>
                  <a:pt x="38" y="44"/>
                  <a:pt x="36" y="45"/>
                </a:cubicBezTo>
                <a:cubicBezTo>
                  <a:pt x="34" y="48"/>
                  <a:pt x="32" y="50"/>
                  <a:pt x="30" y="53"/>
                </a:cubicBezTo>
                <a:cubicBezTo>
                  <a:pt x="25" y="58"/>
                  <a:pt x="22" y="64"/>
                  <a:pt x="18" y="69"/>
                </a:cubicBezTo>
                <a:cubicBezTo>
                  <a:pt x="17" y="71"/>
                  <a:pt x="16" y="73"/>
                  <a:pt x="15" y="75"/>
                </a:cubicBezTo>
                <a:cubicBezTo>
                  <a:pt x="15" y="76"/>
                  <a:pt x="14" y="77"/>
                  <a:pt x="14" y="78"/>
                </a:cubicBezTo>
                <a:cubicBezTo>
                  <a:pt x="12" y="81"/>
                  <a:pt x="11" y="85"/>
                  <a:pt x="10" y="88"/>
                </a:cubicBezTo>
                <a:cubicBezTo>
                  <a:pt x="9" y="89"/>
                  <a:pt x="9" y="90"/>
                  <a:pt x="8" y="91"/>
                </a:cubicBezTo>
                <a:cubicBezTo>
                  <a:pt x="7" y="95"/>
                  <a:pt x="5" y="99"/>
                  <a:pt x="4" y="104"/>
                </a:cubicBezTo>
                <a:cubicBezTo>
                  <a:pt x="4" y="106"/>
                  <a:pt x="3" y="108"/>
                  <a:pt x="3" y="111"/>
                </a:cubicBezTo>
                <a:moveTo>
                  <a:pt x="115" y="9"/>
                </a:moveTo>
                <a:cubicBezTo>
                  <a:pt x="116" y="10"/>
                  <a:pt x="116" y="10"/>
                  <a:pt x="116" y="10"/>
                </a:cubicBezTo>
                <a:cubicBezTo>
                  <a:pt x="118" y="10"/>
                  <a:pt x="119" y="10"/>
                  <a:pt x="121" y="10"/>
                </a:cubicBezTo>
                <a:cubicBezTo>
                  <a:pt x="122" y="10"/>
                  <a:pt x="123" y="10"/>
                  <a:pt x="125" y="10"/>
                </a:cubicBezTo>
                <a:cubicBezTo>
                  <a:pt x="127" y="10"/>
                  <a:pt x="131" y="13"/>
                  <a:pt x="133" y="12"/>
                </a:cubicBezTo>
                <a:cubicBezTo>
                  <a:pt x="134" y="11"/>
                  <a:pt x="134" y="11"/>
                  <a:pt x="134" y="10"/>
                </a:cubicBezTo>
                <a:cubicBezTo>
                  <a:pt x="135" y="9"/>
                  <a:pt x="135" y="8"/>
                  <a:pt x="136" y="7"/>
                </a:cubicBezTo>
                <a:cubicBezTo>
                  <a:pt x="137" y="7"/>
                  <a:pt x="138" y="7"/>
                  <a:pt x="139" y="7"/>
                </a:cubicBezTo>
                <a:cubicBezTo>
                  <a:pt x="148" y="7"/>
                  <a:pt x="157" y="8"/>
                  <a:pt x="165" y="10"/>
                </a:cubicBezTo>
                <a:cubicBezTo>
                  <a:pt x="165" y="11"/>
                  <a:pt x="164" y="10"/>
                  <a:pt x="163" y="11"/>
                </a:cubicBezTo>
                <a:cubicBezTo>
                  <a:pt x="162" y="11"/>
                  <a:pt x="161" y="12"/>
                  <a:pt x="160" y="12"/>
                </a:cubicBezTo>
                <a:cubicBezTo>
                  <a:pt x="158" y="13"/>
                  <a:pt x="155" y="12"/>
                  <a:pt x="153" y="12"/>
                </a:cubicBezTo>
                <a:cubicBezTo>
                  <a:pt x="153" y="13"/>
                  <a:pt x="154" y="13"/>
                  <a:pt x="155" y="14"/>
                </a:cubicBezTo>
                <a:cubicBezTo>
                  <a:pt x="157" y="15"/>
                  <a:pt x="159" y="15"/>
                  <a:pt x="162" y="14"/>
                </a:cubicBezTo>
                <a:cubicBezTo>
                  <a:pt x="163" y="14"/>
                  <a:pt x="165" y="15"/>
                  <a:pt x="166" y="14"/>
                </a:cubicBezTo>
                <a:cubicBezTo>
                  <a:pt x="167" y="13"/>
                  <a:pt x="167" y="12"/>
                  <a:pt x="168" y="11"/>
                </a:cubicBezTo>
                <a:cubicBezTo>
                  <a:pt x="168" y="11"/>
                  <a:pt x="169" y="11"/>
                  <a:pt x="169" y="11"/>
                </a:cubicBezTo>
                <a:cubicBezTo>
                  <a:pt x="171" y="11"/>
                  <a:pt x="172" y="11"/>
                  <a:pt x="173" y="12"/>
                </a:cubicBezTo>
                <a:cubicBezTo>
                  <a:pt x="173" y="13"/>
                  <a:pt x="172" y="13"/>
                  <a:pt x="172" y="14"/>
                </a:cubicBezTo>
                <a:cubicBezTo>
                  <a:pt x="173" y="14"/>
                  <a:pt x="175" y="14"/>
                  <a:pt x="176" y="12"/>
                </a:cubicBezTo>
                <a:cubicBezTo>
                  <a:pt x="176" y="13"/>
                  <a:pt x="177" y="13"/>
                  <a:pt x="177" y="13"/>
                </a:cubicBezTo>
                <a:cubicBezTo>
                  <a:pt x="179" y="13"/>
                  <a:pt x="181" y="14"/>
                  <a:pt x="183" y="15"/>
                </a:cubicBezTo>
                <a:cubicBezTo>
                  <a:pt x="186" y="16"/>
                  <a:pt x="189" y="17"/>
                  <a:pt x="192" y="18"/>
                </a:cubicBezTo>
                <a:cubicBezTo>
                  <a:pt x="191" y="19"/>
                  <a:pt x="191" y="19"/>
                  <a:pt x="190" y="19"/>
                </a:cubicBezTo>
                <a:cubicBezTo>
                  <a:pt x="189" y="19"/>
                  <a:pt x="189" y="17"/>
                  <a:pt x="187" y="18"/>
                </a:cubicBezTo>
                <a:cubicBezTo>
                  <a:pt x="187" y="20"/>
                  <a:pt x="189" y="20"/>
                  <a:pt x="190" y="21"/>
                </a:cubicBezTo>
                <a:cubicBezTo>
                  <a:pt x="191" y="22"/>
                  <a:pt x="193" y="23"/>
                  <a:pt x="193" y="24"/>
                </a:cubicBezTo>
                <a:cubicBezTo>
                  <a:pt x="192" y="27"/>
                  <a:pt x="190" y="24"/>
                  <a:pt x="188" y="24"/>
                </a:cubicBezTo>
                <a:cubicBezTo>
                  <a:pt x="186" y="24"/>
                  <a:pt x="183" y="28"/>
                  <a:pt x="181" y="25"/>
                </a:cubicBezTo>
                <a:cubicBezTo>
                  <a:pt x="181" y="23"/>
                  <a:pt x="183" y="23"/>
                  <a:pt x="184" y="21"/>
                </a:cubicBezTo>
                <a:cubicBezTo>
                  <a:pt x="183" y="21"/>
                  <a:pt x="183" y="21"/>
                  <a:pt x="183" y="21"/>
                </a:cubicBezTo>
                <a:cubicBezTo>
                  <a:pt x="182" y="22"/>
                  <a:pt x="181" y="22"/>
                  <a:pt x="180" y="22"/>
                </a:cubicBezTo>
                <a:cubicBezTo>
                  <a:pt x="180" y="23"/>
                  <a:pt x="179" y="23"/>
                  <a:pt x="177" y="24"/>
                </a:cubicBezTo>
                <a:cubicBezTo>
                  <a:pt x="176" y="24"/>
                  <a:pt x="175" y="24"/>
                  <a:pt x="174" y="24"/>
                </a:cubicBezTo>
                <a:cubicBezTo>
                  <a:pt x="173" y="25"/>
                  <a:pt x="171" y="26"/>
                  <a:pt x="169" y="27"/>
                </a:cubicBezTo>
                <a:cubicBezTo>
                  <a:pt x="169" y="27"/>
                  <a:pt x="168" y="27"/>
                  <a:pt x="167" y="27"/>
                </a:cubicBezTo>
                <a:cubicBezTo>
                  <a:pt x="165" y="28"/>
                  <a:pt x="163" y="29"/>
                  <a:pt x="161" y="30"/>
                </a:cubicBezTo>
                <a:cubicBezTo>
                  <a:pt x="159" y="31"/>
                  <a:pt x="157" y="32"/>
                  <a:pt x="156" y="33"/>
                </a:cubicBezTo>
                <a:cubicBezTo>
                  <a:pt x="155" y="33"/>
                  <a:pt x="154" y="35"/>
                  <a:pt x="154" y="36"/>
                </a:cubicBezTo>
                <a:cubicBezTo>
                  <a:pt x="154" y="37"/>
                  <a:pt x="156" y="37"/>
                  <a:pt x="156" y="38"/>
                </a:cubicBezTo>
                <a:cubicBezTo>
                  <a:pt x="156" y="39"/>
                  <a:pt x="155" y="40"/>
                  <a:pt x="155" y="41"/>
                </a:cubicBezTo>
                <a:cubicBezTo>
                  <a:pt x="156" y="41"/>
                  <a:pt x="157" y="41"/>
                  <a:pt x="158" y="41"/>
                </a:cubicBezTo>
                <a:cubicBezTo>
                  <a:pt x="161" y="41"/>
                  <a:pt x="162" y="43"/>
                  <a:pt x="164" y="44"/>
                </a:cubicBezTo>
                <a:cubicBezTo>
                  <a:pt x="165" y="45"/>
                  <a:pt x="167" y="46"/>
                  <a:pt x="169" y="46"/>
                </a:cubicBezTo>
                <a:cubicBezTo>
                  <a:pt x="171" y="46"/>
                  <a:pt x="173" y="45"/>
                  <a:pt x="173" y="47"/>
                </a:cubicBezTo>
                <a:cubicBezTo>
                  <a:pt x="174" y="48"/>
                  <a:pt x="171" y="49"/>
                  <a:pt x="171" y="50"/>
                </a:cubicBezTo>
                <a:cubicBezTo>
                  <a:pt x="172" y="51"/>
                  <a:pt x="171" y="52"/>
                  <a:pt x="171" y="53"/>
                </a:cubicBezTo>
                <a:cubicBezTo>
                  <a:pt x="171" y="54"/>
                  <a:pt x="172" y="56"/>
                  <a:pt x="173" y="56"/>
                </a:cubicBezTo>
                <a:cubicBezTo>
                  <a:pt x="174" y="56"/>
                  <a:pt x="177" y="55"/>
                  <a:pt x="177" y="53"/>
                </a:cubicBezTo>
                <a:cubicBezTo>
                  <a:pt x="178" y="51"/>
                  <a:pt x="178" y="49"/>
                  <a:pt x="179" y="48"/>
                </a:cubicBezTo>
                <a:cubicBezTo>
                  <a:pt x="186" y="48"/>
                  <a:pt x="192" y="44"/>
                  <a:pt x="191" y="37"/>
                </a:cubicBezTo>
                <a:cubicBezTo>
                  <a:pt x="191" y="37"/>
                  <a:pt x="191" y="36"/>
                  <a:pt x="191" y="35"/>
                </a:cubicBezTo>
                <a:cubicBezTo>
                  <a:pt x="191" y="34"/>
                  <a:pt x="193" y="33"/>
                  <a:pt x="193" y="31"/>
                </a:cubicBezTo>
                <a:cubicBezTo>
                  <a:pt x="194" y="31"/>
                  <a:pt x="194" y="30"/>
                  <a:pt x="195" y="30"/>
                </a:cubicBezTo>
                <a:cubicBezTo>
                  <a:pt x="195" y="29"/>
                  <a:pt x="196" y="28"/>
                  <a:pt x="197" y="27"/>
                </a:cubicBezTo>
                <a:cubicBezTo>
                  <a:pt x="197" y="27"/>
                  <a:pt x="197" y="27"/>
                  <a:pt x="197" y="27"/>
                </a:cubicBezTo>
                <a:cubicBezTo>
                  <a:pt x="198" y="27"/>
                  <a:pt x="198" y="27"/>
                  <a:pt x="199" y="27"/>
                </a:cubicBezTo>
                <a:cubicBezTo>
                  <a:pt x="200" y="28"/>
                  <a:pt x="201" y="28"/>
                  <a:pt x="203" y="28"/>
                </a:cubicBezTo>
                <a:cubicBezTo>
                  <a:pt x="203" y="28"/>
                  <a:pt x="204" y="27"/>
                  <a:pt x="205" y="28"/>
                </a:cubicBezTo>
                <a:cubicBezTo>
                  <a:pt x="207" y="28"/>
                  <a:pt x="207" y="30"/>
                  <a:pt x="209" y="30"/>
                </a:cubicBezTo>
                <a:cubicBezTo>
                  <a:pt x="210" y="31"/>
                  <a:pt x="211" y="31"/>
                  <a:pt x="211" y="32"/>
                </a:cubicBezTo>
                <a:cubicBezTo>
                  <a:pt x="211" y="34"/>
                  <a:pt x="209" y="34"/>
                  <a:pt x="209" y="35"/>
                </a:cubicBezTo>
                <a:cubicBezTo>
                  <a:pt x="209" y="35"/>
                  <a:pt x="209" y="35"/>
                  <a:pt x="209" y="35"/>
                </a:cubicBezTo>
                <a:cubicBezTo>
                  <a:pt x="210" y="37"/>
                  <a:pt x="211" y="38"/>
                  <a:pt x="212" y="38"/>
                </a:cubicBezTo>
                <a:cubicBezTo>
                  <a:pt x="213" y="38"/>
                  <a:pt x="214" y="37"/>
                  <a:pt x="215" y="37"/>
                </a:cubicBezTo>
                <a:cubicBezTo>
                  <a:pt x="217" y="36"/>
                  <a:pt x="218" y="35"/>
                  <a:pt x="219" y="34"/>
                </a:cubicBezTo>
                <a:cubicBezTo>
                  <a:pt x="220" y="35"/>
                  <a:pt x="222" y="36"/>
                  <a:pt x="223" y="38"/>
                </a:cubicBezTo>
                <a:cubicBezTo>
                  <a:pt x="223" y="38"/>
                  <a:pt x="223" y="39"/>
                  <a:pt x="223" y="39"/>
                </a:cubicBezTo>
                <a:cubicBezTo>
                  <a:pt x="224" y="41"/>
                  <a:pt x="223" y="42"/>
                  <a:pt x="223" y="44"/>
                </a:cubicBezTo>
                <a:cubicBezTo>
                  <a:pt x="223" y="46"/>
                  <a:pt x="227" y="46"/>
                  <a:pt x="228" y="47"/>
                </a:cubicBezTo>
                <a:cubicBezTo>
                  <a:pt x="229" y="48"/>
                  <a:pt x="229" y="49"/>
                  <a:pt x="229" y="49"/>
                </a:cubicBezTo>
                <a:cubicBezTo>
                  <a:pt x="230" y="50"/>
                  <a:pt x="231" y="50"/>
                  <a:pt x="231" y="51"/>
                </a:cubicBezTo>
                <a:cubicBezTo>
                  <a:pt x="231" y="54"/>
                  <a:pt x="229" y="54"/>
                  <a:pt x="229" y="57"/>
                </a:cubicBezTo>
                <a:cubicBezTo>
                  <a:pt x="228" y="58"/>
                  <a:pt x="227" y="58"/>
                  <a:pt x="227" y="59"/>
                </a:cubicBezTo>
                <a:cubicBezTo>
                  <a:pt x="227" y="62"/>
                  <a:pt x="231" y="60"/>
                  <a:pt x="232" y="62"/>
                </a:cubicBezTo>
                <a:cubicBezTo>
                  <a:pt x="232" y="63"/>
                  <a:pt x="231" y="64"/>
                  <a:pt x="231" y="65"/>
                </a:cubicBezTo>
                <a:cubicBezTo>
                  <a:pt x="232" y="66"/>
                  <a:pt x="232" y="69"/>
                  <a:pt x="230" y="69"/>
                </a:cubicBezTo>
                <a:cubicBezTo>
                  <a:pt x="229" y="69"/>
                  <a:pt x="229" y="67"/>
                  <a:pt x="227" y="67"/>
                </a:cubicBezTo>
                <a:cubicBezTo>
                  <a:pt x="227" y="67"/>
                  <a:pt x="226" y="67"/>
                  <a:pt x="225" y="67"/>
                </a:cubicBezTo>
                <a:cubicBezTo>
                  <a:pt x="224" y="66"/>
                  <a:pt x="223" y="66"/>
                  <a:pt x="222" y="66"/>
                </a:cubicBezTo>
                <a:cubicBezTo>
                  <a:pt x="221" y="66"/>
                  <a:pt x="219" y="66"/>
                  <a:pt x="218" y="65"/>
                </a:cubicBezTo>
                <a:cubicBezTo>
                  <a:pt x="219" y="63"/>
                  <a:pt x="222" y="61"/>
                  <a:pt x="224" y="59"/>
                </a:cubicBezTo>
                <a:cubicBezTo>
                  <a:pt x="225" y="58"/>
                  <a:pt x="226" y="58"/>
                  <a:pt x="226" y="56"/>
                </a:cubicBezTo>
                <a:cubicBezTo>
                  <a:pt x="224" y="55"/>
                  <a:pt x="223" y="57"/>
                  <a:pt x="222" y="57"/>
                </a:cubicBezTo>
                <a:cubicBezTo>
                  <a:pt x="220" y="58"/>
                  <a:pt x="219" y="59"/>
                  <a:pt x="218" y="59"/>
                </a:cubicBezTo>
                <a:cubicBezTo>
                  <a:pt x="215" y="60"/>
                  <a:pt x="212" y="58"/>
                  <a:pt x="210" y="60"/>
                </a:cubicBezTo>
                <a:cubicBezTo>
                  <a:pt x="209" y="61"/>
                  <a:pt x="212" y="60"/>
                  <a:pt x="212" y="62"/>
                </a:cubicBezTo>
                <a:cubicBezTo>
                  <a:pt x="211" y="62"/>
                  <a:pt x="210" y="62"/>
                  <a:pt x="209" y="62"/>
                </a:cubicBezTo>
                <a:cubicBezTo>
                  <a:pt x="208" y="61"/>
                  <a:pt x="209" y="60"/>
                  <a:pt x="208" y="60"/>
                </a:cubicBezTo>
                <a:cubicBezTo>
                  <a:pt x="208" y="59"/>
                  <a:pt x="205" y="59"/>
                  <a:pt x="203" y="59"/>
                </a:cubicBezTo>
                <a:cubicBezTo>
                  <a:pt x="202" y="59"/>
                  <a:pt x="200" y="60"/>
                  <a:pt x="200" y="62"/>
                </a:cubicBezTo>
                <a:cubicBezTo>
                  <a:pt x="202" y="63"/>
                  <a:pt x="205" y="61"/>
                  <a:pt x="206" y="63"/>
                </a:cubicBezTo>
                <a:cubicBezTo>
                  <a:pt x="205" y="65"/>
                  <a:pt x="202" y="66"/>
                  <a:pt x="203" y="68"/>
                </a:cubicBezTo>
                <a:cubicBezTo>
                  <a:pt x="203" y="69"/>
                  <a:pt x="204" y="71"/>
                  <a:pt x="205" y="71"/>
                </a:cubicBezTo>
                <a:cubicBezTo>
                  <a:pt x="206" y="71"/>
                  <a:pt x="206" y="70"/>
                  <a:pt x="207" y="70"/>
                </a:cubicBezTo>
                <a:cubicBezTo>
                  <a:pt x="208" y="70"/>
                  <a:pt x="208" y="71"/>
                  <a:pt x="209" y="71"/>
                </a:cubicBezTo>
                <a:cubicBezTo>
                  <a:pt x="210" y="70"/>
                  <a:pt x="211" y="68"/>
                  <a:pt x="212" y="69"/>
                </a:cubicBezTo>
                <a:cubicBezTo>
                  <a:pt x="214" y="71"/>
                  <a:pt x="211" y="72"/>
                  <a:pt x="209" y="73"/>
                </a:cubicBezTo>
                <a:cubicBezTo>
                  <a:pt x="206" y="74"/>
                  <a:pt x="203" y="74"/>
                  <a:pt x="201" y="75"/>
                </a:cubicBezTo>
                <a:cubicBezTo>
                  <a:pt x="200" y="75"/>
                  <a:pt x="197" y="79"/>
                  <a:pt x="196" y="76"/>
                </a:cubicBezTo>
                <a:cubicBezTo>
                  <a:pt x="196" y="74"/>
                  <a:pt x="198" y="75"/>
                  <a:pt x="198" y="73"/>
                </a:cubicBezTo>
                <a:cubicBezTo>
                  <a:pt x="196" y="73"/>
                  <a:pt x="194" y="74"/>
                  <a:pt x="192" y="75"/>
                </a:cubicBezTo>
                <a:cubicBezTo>
                  <a:pt x="189" y="76"/>
                  <a:pt x="184" y="77"/>
                  <a:pt x="183" y="80"/>
                </a:cubicBezTo>
                <a:cubicBezTo>
                  <a:pt x="183" y="81"/>
                  <a:pt x="183" y="82"/>
                  <a:pt x="183" y="83"/>
                </a:cubicBezTo>
                <a:cubicBezTo>
                  <a:pt x="183" y="83"/>
                  <a:pt x="180" y="83"/>
                  <a:pt x="179" y="83"/>
                </a:cubicBezTo>
                <a:cubicBezTo>
                  <a:pt x="178" y="84"/>
                  <a:pt x="177" y="85"/>
                  <a:pt x="176" y="85"/>
                </a:cubicBezTo>
                <a:cubicBezTo>
                  <a:pt x="175" y="85"/>
                  <a:pt x="174" y="85"/>
                  <a:pt x="174" y="85"/>
                </a:cubicBezTo>
                <a:cubicBezTo>
                  <a:pt x="173" y="86"/>
                  <a:pt x="172" y="87"/>
                  <a:pt x="171" y="88"/>
                </a:cubicBezTo>
                <a:cubicBezTo>
                  <a:pt x="170" y="89"/>
                  <a:pt x="169" y="89"/>
                  <a:pt x="169" y="90"/>
                </a:cubicBezTo>
                <a:cubicBezTo>
                  <a:pt x="168" y="90"/>
                  <a:pt x="168" y="92"/>
                  <a:pt x="166" y="93"/>
                </a:cubicBezTo>
                <a:cubicBezTo>
                  <a:pt x="165" y="93"/>
                  <a:pt x="165" y="92"/>
                  <a:pt x="164" y="93"/>
                </a:cubicBezTo>
                <a:cubicBezTo>
                  <a:pt x="164" y="94"/>
                  <a:pt x="165" y="97"/>
                  <a:pt x="164" y="99"/>
                </a:cubicBezTo>
                <a:cubicBezTo>
                  <a:pt x="162" y="100"/>
                  <a:pt x="160" y="101"/>
                  <a:pt x="158" y="103"/>
                </a:cubicBezTo>
                <a:cubicBezTo>
                  <a:pt x="157" y="103"/>
                  <a:pt x="155" y="104"/>
                  <a:pt x="154" y="104"/>
                </a:cubicBezTo>
                <a:cubicBezTo>
                  <a:pt x="153" y="105"/>
                  <a:pt x="152" y="106"/>
                  <a:pt x="151" y="107"/>
                </a:cubicBezTo>
                <a:cubicBezTo>
                  <a:pt x="148" y="108"/>
                  <a:pt x="144" y="110"/>
                  <a:pt x="144" y="115"/>
                </a:cubicBezTo>
                <a:cubicBezTo>
                  <a:pt x="144" y="116"/>
                  <a:pt x="145" y="117"/>
                  <a:pt x="145" y="118"/>
                </a:cubicBezTo>
                <a:cubicBezTo>
                  <a:pt x="145" y="118"/>
                  <a:pt x="145" y="119"/>
                  <a:pt x="145" y="120"/>
                </a:cubicBezTo>
                <a:cubicBezTo>
                  <a:pt x="145" y="121"/>
                  <a:pt x="146" y="123"/>
                  <a:pt x="145" y="124"/>
                </a:cubicBezTo>
                <a:cubicBezTo>
                  <a:pt x="143" y="123"/>
                  <a:pt x="140" y="123"/>
                  <a:pt x="139" y="122"/>
                </a:cubicBezTo>
                <a:cubicBezTo>
                  <a:pt x="139" y="120"/>
                  <a:pt x="140" y="119"/>
                  <a:pt x="140" y="118"/>
                </a:cubicBezTo>
                <a:cubicBezTo>
                  <a:pt x="139" y="117"/>
                  <a:pt x="138" y="115"/>
                  <a:pt x="137" y="115"/>
                </a:cubicBezTo>
                <a:cubicBezTo>
                  <a:pt x="136" y="114"/>
                  <a:pt x="135" y="115"/>
                  <a:pt x="134" y="115"/>
                </a:cubicBezTo>
                <a:cubicBezTo>
                  <a:pt x="133" y="115"/>
                  <a:pt x="132" y="114"/>
                  <a:pt x="131" y="114"/>
                </a:cubicBezTo>
                <a:cubicBezTo>
                  <a:pt x="129" y="113"/>
                  <a:pt x="127" y="114"/>
                  <a:pt x="125" y="114"/>
                </a:cubicBezTo>
                <a:cubicBezTo>
                  <a:pt x="123" y="115"/>
                  <a:pt x="122" y="117"/>
                  <a:pt x="119" y="117"/>
                </a:cubicBezTo>
                <a:cubicBezTo>
                  <a:pt x="118" y="117"/>
                  <a:pt x="117" y="116"/>
                  <a:pt x="116" y="116"/>
                </a:cubicBezTo>
                <a:cubicBezTo>
                  <a:pt x="115" y="115"/>
                  <a:pt x="113" y="115"/>
                  <a:pt x="112" y="115"/>
                </a:cubicBezTo>
                <a:cubicBezTo>
                  <a:pt x="109" y="115"/>
                  <a:pt x="107" y="117"/>
                  <a:pt x="105" y="118"/>
                </a:cubicBezTo>
                <a:cubicBezTo>
                  <a:pt x="103" y="119"/>
                  <a:pt x="101" y="121"/>
                  <a:pt x="100" y="123"/>
                </a:cubicBezTo>
                <a:cubicBezTo>
                  <a:pt x="100" y="124"/>
                  <a:pt x="100" y="125"/>
                  <a:pt x="100" y="126"/>
                </a:cubicBezTo>
                <a:cubicBezTo>
                  <a:pt x="99" y="127"/>
                  <a:pt x="99" y="128"/>
                  <a:pt x="98" y="128"/>
                </a:cubicBezTo>
                <a:cubicBezTo>
                  <a:pt x="97" y="131"/>
                  <a:pt x="95" y="135"/>
                  <a:pt x="97" y="140"/>
                </a:cubicBezTo>
                <a:cubicBezTo>
                  <a:pt x="97" y="140"/>
                  <a:pt x="99" y="144"/>
                  <a:pt x="99" y="145"/>
                </a:cubicBezTo>
                <a:cubicBezTo>
                  <a:pt x="100" y="146"/>
                  <a:pt x="102" y="147"/>
                  <a:pt x="104" y="147"/>
                </a:cubicBezTo>
                <a:cubicBezTo>
                  <a:pt x="105" y="147"/>
                  <a:pt x="106" y="146"/>
                  <a:pt x="107" y="146"/>
                </a:cubicBezTo>
                <a:cubicBezTo>
                  <a:pt x="108" y="146"/>
                  <a:pt x="110" y="146"/>
                  <a:pt x="111" y="146"/>
                </a:cubicBezTo>
                <a:cubicBezTo>
                  <a:pt x="114" y="145"/>
                  <a:pt x="113" y="140"/>
                  <a:pt x="117" y="139"/>
                </a:cubicBezTo>
                <a:cubicBezTo>
                  <a:pt x="118" y="138"/>
                  <a:pt x="120" y="138"/>
                  <a:pt x="122" y="138"/>
                </a:cubicBezTo>
                <a:cubicBezTo>
                  <a:pt x="123" y="138"/>
                  <a:pt x="123" y="140"/>
                  <a:pt x="123" y="141"/>
                </a:cubicBezTo>
                <a:cubicBezTo>
                  <a:pt x="123" y="141"/>
                  <a:pt x="122" y="142"/>
                  <a:pt x="122" y="143"/>
                </a:cubicBezTo>
                <a:cubicBezTo>
                  <a:pt x="122" y="144"/>
                  <a:pt x="122" y="145"/>
                  <a:pt x="121" y="146"/>
                </a:cubicBezTo>
                <a:cubicBezTo>
                  <a:pt x="121" y="147"/>
                  <a:pt x="120" y="148"/>
                  <a:pt x="119" y="149"/>
                </a:cubicBezTo>
                <a:cubicBezTo>
                  <a:pt x="119" y="149"/>
                  <a:pt x="119" y="150"/>
                  <a:pt x="119" y="151"/>
                </a:cubicBezTo>
                <a:cubicBezTo>
                  <a:pt x="119" y="152"/>
                  <a:pt x="118" y="152"/>
                  <a:pt x="118" y="153"/>
                </a:cubicBezTo>
                <a:cubicBezTo>
                  <a:pt x="121" y="155"/>
                  <a:pt x="125" y="153"/>
                  <a:pt x="128" y="153"/>
                </a:cubicBezTo>
                <a:cubicBezTo>
                  <a:pt x="129" y="154"/>
                  <a:pt x="132" y="155"/>
                  <a:pt x="132" y="157"/>
                </a:cubicBezTo>
                <a:cubicBezTo>
                  <a:pt x="132" y="158"/>
                  <a:pt x="131" y="159"/>
                  <a:pt x="130" y="161"/>
                </a:cubicBezTo>
                <a:cubicBezTo>
                  <a:pt x="130" y="162"/>
                  <a:pt x="129" y="165"/>
                  <a:pt x="129" y="166"/>
                </a:cubicBezTo>
                <a:cubicBezTo>
                  <a:pt x="129" y="169"/>
                  <a:pt x="133" y="173"/>
                  <a:pt x="136" y="173"/>
                </a:cubicBezTo>
                <a:cubicBezTo>
                  <a:pt x="138" y="173"/>
                  <a:pt x="140" y="170"/>
                  <a:pt x="144" y="172"/>
                </a:cubicBezTo>
                <a:cubicBezTo>
                  <a:pt x="145" y="172"/>
                  <a:pt x="146" y="174"/>
                  <a:pt x="147" y="174"/>
                </a:cubicBezTo>
                <a:cubicBezTo>
                  <a:pt x="148" y="174"/>
                  <a:pt x="150" y="172"/>
                  <a:pt x="150" y="171"/>
                </a:cubicBezTo>
                <a:cubicBezTo>
                  <a:pt x="151" y="169"/>
                  <a:pt x="151" y="168"/>
                  <a:pt x="153" y="167"/>
                </a:cubicBezTo>
                <a:cubicBezTo>
                  <a:pt x="154" y="166"/>
                  <a:pt x="156" y="167"/>
                  <a:pt x="158" y="166"/>
                </a:cubicBezTo>
                <a:cubicBezTo>
                  <a:pt x="159" y="166"/>
                  <a:pt x="159" y="165"/>
                  <a:pt x="160" y="164"/>
                </a:cubicBezTo>
                <a:cubicBezTo>
                  <a:pt x="161" y="164"/>
                  <a:pt x="162" y="163"/>
                  <a:pt x="163" y="164"/>
                </a:cubicBezTo>
                <a:cubicBezTo>
                  <a:pt x="164" y="165"/>
                  <a:pt x="161" y="165"/>
                  <a:pt x="162" y="167"/>
                </a:cubicBezTo>
                <a:cubicBezTo>
                  <a:pt x="164" y="168"/>
                  <a:pt x="165" y="165"/>
                  <a:pt x="167" y="165"/>
                </a:cubicBezTo>
                <a:cubicBezTo>
                  <a:pt x="167" y="165"/>
                  <a:pt x="169" y="166"/>
                  <a:pt x="170" y="166"/>
                </a:cubicBezTo>
                <a:cubicBezTo>
                  <a:pt x="171" y="167"/>
                  <a:pt x="171" y="168"/>
                  <a:pt x="173" y="168"/>
                </a:cubicBezTo>
                <a:cubicBezTo>
                  <a:pt x="173" y="168"/>
                  <a:pt x="175" y="168"/>
                  <a:pt x="176" y="168"/>
                </a:cubicBezTo>
                <a:cubicBezTo>
                  <a:pt x="177" y="168"/>
                  <a:pt x="178" y="170"/>
                  <a:pt x="179" y="170"/>
                </a:cubicBezTo>
                <a:cubicBezTo>
                  <a:pt x="181" y="169"/>
                  <a:pt x="182" y="168"/>
                  <a:pt x="183" y="168"/>
                </a:cubicBezTo>
                <a:cubicBezTo>
                  <a:pt x="185" y="167"/>
                  <a:pt x="186" y="168"/>
                  <a:pt x="188" y="170"/>
                </a:cubicBezTo>
                <a:cubicBezTo>
                  <a:pt x="189" y="170"/>
                  <a:pt x="189" y="168"/>
                  <a:pt x="190" y="169"/>
                </a:cubicBezTo>
                <a:cubicBezTo>
                  <a:pt x="189" y="170"/>
                  <a:pt x="190" y="171"/>
                  <a:pt x="191" y="172"/>
                </a:cubicBezTo>
                <a:cubicBezTo>
                  <a:pt x="191" y="172"/>
                  <a:pt x="191" y="173"/>
                  <a:pt x="191" y="173"/>
                </a:cubicBezTo>
                <a:cubicBezTo>
                  <a:pt x="192" y="174"/>
                  <a:pt x="194" y="174"/>
                  <a:pt x="195" y="175"/>
                </a:cubicBezTo>
                <a:cubicBezTo>
                  <a:pt x="196" y="175"/>
                  <a:pt x="196" y="177"/>
                  <a:pt x="198" y="178"/>
                </a:cubicBezTo>
                <a:cubicBezTo>
                  <a:pt x="199" y="179"/>
                  <a:pt x="201" y="181"/>
                  <a:pt x="203" y="181"/>
                </a:cubicBezTo>
                <a:cubicBezTo>
                  <a:pt x="204" y="181"/>
                  <a:pt x="206" y="181"/>
                  <a:pt x="207" y="181"/>
                </a:cubicBezTo>
                <a:cubicBezTo>
                  <a:pt x="210" y="181"/>
                  <a:pt x="212" y="183"/>
                  <a:pt x="214" y="184"/>
                </a:cubicBezTo>
                <a:cubicBezTo>
                  <a:pt x="215" y="185"/>
                  <a:pt x="217" y="186"/>
                  <a:pt x="217" y="187"/>
                </a:cubicBezTo>
                <a:cubicBezTo>
                  <a:pt x="217" y="188"/>
                  <a:pt x="217" y="189"/>
                  <a:pt x="217" y="190"/>
                </a:cubicBezTo>
                <a:cubicBezTo>
                  <a:pt x="218" y="192"/>
                  <a:pt x="221" y="193"/>
                  <a:pt x="220" y="196"/>
                </a:cubicBezTo>
                <a:cubicBezTo>
                  <a:pt x="220" y="197"/>
                  <a:pt x="221" y="197"/>
                  <a:pt x="222" y="198"/>
                </a:cubicBezTo>
                <a:cubicBezTo>
                  <a:pt x="223" y="198"/>
                  <a:pt x="224" y="199"/>
                  <a:pt x="225" y="199"/>
                </a:cubicBezTo>
                <a:cubicBezTo>
                  <a:pt x="225" y="200"/>
                  <a:pt x="226" y="199"/>
                  <a:pt x="227" y="199"/>
                </a:cubicBezTo>
                <a:cubicBezTo>
                  <a:pt x="228" y="199"/>
                  <a:pt x="229" y="200"/>
                  <a:pt x="231" y="201"/>
                </a:cubicBezTo>
                <a:cubicBezTo>
                  <a:pt x="232" y="201"/>
                  <a:pt x="233" y="201"/>
                  <a:pt x="234" y="202"/>
                </a:cubicBezTo>
                <a:cubicBezTo>
                  <a:pt x="234" y="202"/>
                  <a:pt x="235" y="204"/>
                  <a:pt x="235" y="204"/>
                </a:cubicBezTo>
                <a:cubicBezTo>
                  <a:pt x="236" y="205"/>
                  <a:pt x="237" y="204"/>
                  <a:pt x="238" y="204"/>
                </a:cubicBezTo>
                <a:cubicBezTo>
                  <a:pt x="240" y="204"/>
                  <a:pt x="242" y="205"/>
                  <a:pt x="244" y="205"/>
                </a:cubicBezTo>
                <a:cubicBezTo>
                  <a:pt x="245" y="205"/>
                  <a:pt x="245" y="205"/>
                  <a:pt x="246" y="205"/>
                </a:cubicBezTo>
                <a:cubicBezTo>
                  <a:pt x="248" y="205"/>
                  <a:pt x="249" y="206"/>
                  <a:pt x="251" y="208"/>
                </a:cubicBezTo>
                <a:cubicBezTo>
                  <a:pt x="233" y="237"/>
                  <a:pt x="204" y="258"/>
                  <a:pt x="170" y="266"/>
                </a:cubicBezTo>
                <a:cubicBezTo>
                  <a:pt x="170" y="265"/>
                  <a:pt x="169" y="264"/>
                  <a:pt x="169" y="262"/>
                </a:cubicBezTo>
                <a:cubicBezTo>
                  <a:pt x="169" y="260"/>
                  <a:pt x="169" y="258"/>
                  <a:pt x="169" y="255"/>
                </a:cubicBezTo>
                <a:cubicBezTo>
                  <a:pt x="169" y="253"/>
                  <a:pt x="168" y="250"/>
                  <a:pt x="168" y="249"/>
                </a:cubicBezTo>
                <a:cubicBezTo>
                  <a:pt x="167" y="247"/>
                  <a:pt x="164" y="245"/>
                  <a:pt x="162" y="244"/>
                </a:cubicBezTo>
                <a:cubicBezTo>
                  <a:pt x="161" y="244"/>
                  <a:pt x="160" y="243"/>
                  <a:pt x="159" y="243"/>
                </a:cubicBezTo>
                <a:cubicBezTo>
                  <a:pt x="156" y="242"/>
                  <a:pt x="151" y="239"/>
                  <a:pt x="150" y="237"/>
                </a:cubicBezTo>
                <a:cubicBezTo>
                  <a:pt x="150" y="236"/>
                  <a:pt x="150" y="235"/>
                  <a:pt x="150" y="234"/>
                </a:cubicBezTo>
                <a:cubicBezTo>
                  <a:pt x="149" y="233"/>
                  <a:pt x="148" y="231"/>
                  <a:pt x="147" y="230"/>
                </a:cubicBezTo>
                <a:cubicBezTo>
                  <a:pt x="145" y="227"/>
                  <a:pt x="143" y="224"/>
                  <a:pt x="142" y="221"/>
                </a:cubicBezTo>
                <a:cubicBezTo>
                  <a:pt x="141" y="219"/>
                  <a:pt x="140" y="218"/>
                  <a:pt x="139" y="216"/>
                </a:cubicBezTo>
                <a:cubicBezTo>
                  <a:pt x="138" y="216"/>
                  <a:pt x="136" y="215"/>
                  <a:pt x="136" y="214"/>
                </a:cubicBezTo>
                <a:cubicBezTo>
                  <a:pt x="136" y="213"/>
                  <a:pt x="135" y="211"/>
                  <a:pt x="135" y="210"/>
                </a:cubicBezTo>
                <a:cubicBezTo>
                  <a:pt x="135" y="208"/>
                  <a:pt x="138" y="207"/>
                  <a:pt x="138" y="206"/>
                </a:cubicBezTo>
                <a:cubicBezTo>
                  <a:pt x="138" y="205"/>
                  <a:pt x="136" y="204"/>
                  <a:pt x="136" y="203"/>
                </a:cubicBezTo>
                <a:cubicBezTo>
                  <a:pt x="135" y="201"/>
                  <a:pt x="136" y="200"/>
                  <a:pt x="137" y="198"/>
                </a:cubicBezTo>
                <a:cubicBezTo>
                  <a:pt x="138" y="197"/>
                  <a:pt x="138" y="196"/>
                  <a:pt x="138" y="196"/>
                </a:cubicBezTo>
                <a:cubicBezTo>
                  <a:pt x="139" y="195"/>
                  <a:pt x="140" y="195"/>
                  <a:pt x="141" y="194"/>
                </a:cubicBezTo>
                <a:cubicBezTo>
                  <a:pt x="141" y="193"/>
                  <a:pt x="141" y="192"/>
                  <a:pt x="142" y="191"/>
                </a:cubicBezTo>
                <a:cubicBezTo>
                  <a:pt x="143" y="190"/>
                  <a:pt x="145" y="189"/>
                  <a:pt x="145" y="188"/>
                </a:cubicBezTo>
                <a:cubicBezTo>
                  <a:pt x="146" y="187"/>
                  <a:pt x="146" y="181"/>
                  <a:pt x="145" y="180"/>
                </a:cubicBezTo>
                <a:cubicBezTo>
                  <a:pt x="145" y="178"/>
                  <a:pt x="144" y="178"/>
                  <a:pt x="144" y="177"/>
                </a:cubicBezTo>
                <a:cubicBezTo>
                  <a:pt x="143" y="175"/>
                  <a:pt x="143" y="173"/>
                  <a:pt x="141" y="173"/>
                </a:cubicBezTo>
                <a:cubicBezTo>
                  <a:pt x="140" y="173"/>
                  <a:pt x="139" y="174"/>
                  <a:pt x="138" y="175"/>
                </a:cubicBezTo>
                <a:cubicBezTo>
                  <a:pt x="138" y="176"/>
                  <a:pt x="138" y="177"/>
                  <a:pt x="137" y="177"/>
                </a:cubicBezTo>
                <a:cubicBezTo>
                  <a:pt x="135" y="178"/>
                  <a:pt x="135" y="176"/>
                  <a:pt x="133" y="175"/>
                </a:cubicBezTo>
                <a:cubicBezTo>
                  <a:pt x="132" y="175"/>
                  <a:pt x="131" y="175"/>
                  <a:pt x="130" y="175"/>
                </a:cubicBezTo>
                <a:cubicBezTo>
                  <a:pt x="129" y="174"/>
                  <a:pt x="128" y="172"/>
                  <a:pt x="127" y="171"/>
                </a:cubicBezTo>
                <a:cubicBezTo>
                  <a:pt x="126" y="170"/>
                  <a:pt x="124" y="171"/>
                  <a:pt x="124" y="170"/>
                </a:cubicBezTo>
                <a:cubicBezTo>
                  <a:pt x="123" y="169"/>
                  <a:pt x="124" y="168"/>
                  <a:pt x="124" y="167"/>
                </a:cubicBezTo>
                <a:cubicBezTo>
                  <a:pt x="122" y="166"/>
                  <a:pt x="120" y="162"/>
                  <a:pt x="119" y="161"/>
                </a:cubicBezTo>
                <a:cubicBezTo>
                  <a:pt x="117" y="161"/>
                  <a:pt x="115" y="161"/>
                  <a:pt x="114" y="160"/>
                </a:cubicBezTo>
                <a:cubicBezTo>
                  <a:pt x="113" y="160"/>
                  <a:pt x="112" y="160"/>
                  <a:pt x="112" y="159"/>
                </a:cubicBezTo>
                <a:cubicBezTo>
                  <a:pt x="111" y="159"/>
                  <a:pt x="110" y="159"/>
                  <a:pt x="109" y="159"/>
                </a:cubicBezTo>
                <a:cubicBezTo>
                  <a:pt x="106" y="157"/>
                  <a:pt x="104" y="153"/>
                  <a:pt x="101" y="153"/>
                </a:cubicBezTo>
                <a:cubicBezTo>
                  <a:pt x="99" y="153"/>
                  <a:pt x="98" y="154"/>
                  <a:pt x="96" y="154"/>
                </a:cubicBezTo>
                <a:cubicBezTo>
                  <a:pt x="95" y="154"/>
                  <a:pt x="93" y="153"/>
                  <a:pt x="91" y="152"/>
                </a:cubicBezTo>
                <a:cubicBezTo>
                  <a:pt x="89" y="151"/>
                  <a:pt x="87" y="151"/>
                  <a:pt x="85" y="150"/>
                </a:cubicBezTo>
                <a:cubicBezTo>
                  <a:pt x="84" y="150"/>
                  <a:pt x="83" y="148"/>
                  <a:pt x="82" y="148"/>
                </a:cubicBezTo>
                <a:cubicBezTo>
                  <a:pt x="82" y="148"/>
                  <a:pt x="80" y="147"/>
                  <a:pt x="80" y="147"/>
                </a:cubicBezTo>
                <a:cubicBezTo>
                  <a:pt x="79" y="147"/>
                  <a:pt x="78" y="146"/>
                  <a:pt x="77" y="145"/>
                </a:cubicBezTo>
                <a:cubicBezTo>
                  <a:pt x="75" y="144"/>
                  <a:pt x="74" y="143"/>
                  <a:pt x="74" y="142"/>
                </a:cubicBezTo>
                <a:cubicBezTo>
                  <a:pt x="74" y="141"/>
                  <a:pt x="75" y="140"/>
                  <a:pt x="75" y="139"/>
                </a:cubicBezTo>
                <a:cubicBezTo>
                  <a:pt x="76" y="135"/>
                  <a:pt x="73" y="133"/>
                  <a:pt x="71" y="130"/>
                </a:cubicBezTo>
                <a:cubicBezTo>
                  <a:pt x="70" y="129"/>
                  <a:pt x="69" y="128"/>
                  <a:pt x="68" y="126"/>
                </a:cubicBezTo>
                <a:cubicBezTo>
                  <a:pt x="68" y="125"/>
                  <a:pt x="68" y="125"/>
                  <a:pt x="68" y="124"/>
                </a:cubicBezTo>
                <a:cubicBezTo>
                  <a:pt x="67" y="123"/>
                  <a:pt x="66" y="122"/>
                  <a:pt x="65" y="121"/>
                </a:cubicBezTo>
                <a:cubicBezTo>
                  <a:pt x="64" y="119"/>
                  <a:pt x="62" y="118"/>
                  <a:pt x="62" y="117"/>
                </a:cubicBezTo>
                <a:cubicBezTo>
                  <a:pt x="62" y="115"/>
                  <a:pt x="63" y="113"/>
                  <a:pt x="62" y="112"/>
                </a:cubicBezTo>
                <a:cubicBezTo>
                  <a:pt x="61" y="109"/>
                  <a:pt x="57" y="110"/>
                  <a:pt x="58" y="114"/>
                </a:cubicBezTo>
                <a:cubicBezTo>
                  <a:pt x="58" y="115"/>
                  <a:pt x="59" y="116"/>
                  <a:pt x="60" y="117"/>
                </a:cubicBezTo>
                <a:cubicBezTo>
                  <a:pt x="60" y="118"/>
                  <a:pt x="60" y="119"/>
                  <a:pt x="60" y="121"/>
                </a:cubicBezTo>
                <a:cubicBezTo>
                  <a:pt x="61" y="122"/>
                  <a:pt x="62" y="123"/>
                  <a:pt x="62" y="124"/>
                </a:cubicBezTo>
                <a:cubicBezTo>
                  <a:pt x="63" y="126"/>
                  <a:pt x="63" y="128"/>
                  <a:pt x="64" y="130"/>
                </a:cubicBezTo>
                <a:cubicBezTo>
                  <a:pt x="64" y="131"/>
                  <a:pt x="66" y="132"/>
                  <a:pt x="65" y="133"/>
                </a:cubicBezTo>
                <a:cubicBezTo>
                  <a:pt x="63" y="133"/>
                  <a:pt x="63" y="132"/>
                  <a:pt x="62" y="131"/>
                </a:cubicBezTo>
                <a:cubicBezTo>
                  <a:pt x="62" y="131"/>
                  <a:pt x="60" y="130"/>
                  <a:pt x="60" y="129"/>
                </a:cubicBezTo>
                <a:cubicBezTo>
                  <a:pt x="59" y="128"/>
                  <a:pt x="60" y="127"/>
                  <a:pt x="60" y="126"/>
                </a:cubicBezTo>
                <a:cubicBezTo>
                  <a:pt x="59" y="124"/>
                  <a:pt x="55" y="124"/>
                  <a:pt x="55" y="121"/>
                </a:cubicBezTo>
                <a:cubicBezTo>
                  <a:pt x="55" y="120"/>
                  <a:pt x="57" y="120"/>
                  <a:pt x="57" y="119"/>
                </a:cubicBezTo>
                <a:cubicBezTo>
                  <a:pt x="57" y="117"/>
                  <a:pt x="55" y="116"/>
                  <a:pt x="54" y="115"/>
                </a:cubicBezTo>
                <a:cubicBezTo>
                  <a:pt x="54" y="114"/>
                  <a:pt x="54" y="112"/>
                  <a:pt x="54" y="110"/>
                </a:cubicBezTo>
                <a:cubicBezTo>
                  <a:pt x="54" y="109"/>
                  <a:pt x="54" y="107"/>
                  <a:pt x="54" y="106"/>
                </a:cubicBezTo>
                <a:cubicBezTo>
                  <a:pt x="53" y="105"/>
                  <a:pt x="52" y="103"/>
                  <a:pt x="51" y="103"/>
                </a:cubicBezTo>
                <a:cubicBezTo>
                  <a:pt x="49" y="102"/>
                  <a:pt x="48" y="103"/>
                  <a:pt x="48" y="101"/>
                </a:cubicBezTo>
                <a:cubicBezTo>
                  <a:pt x="47" y="101"/>
                  <a:pt x="47" y="99"/>
                  <a:pt x="47" y="98"/>
                </a:cubicBezTo>
                <a:cubicBezTo>
                  <a:pt x="46" y="96"/>
                  <a:pt x="47" y="94"/>
                  <a:pt x="47" y="92"/>
                </a:cubicBezTo>
                <a:cubicBezTo>
                  <a:pt x="46" y="90"/>
                  <a:pt x="46" y="88"/>
                  <a:pt x="47" y="86"/>
                </a:cubicBezTo>
                <a:cubicBezTo>
                  <a:pt x="47" y="85"/>
                  <a:pt x="49" y="84"/>
                  <a:pt x="49" y="83"/>
                </a:cubicBezTo>
                <a:cubicBezTo>
                  <a:pt x="50" y="82"/>
                  <a:pt x="50" y="80"/>
                  <a:pt x="51" y="79"/>
                </a:cubicBezTo>
                <a:cubicBezTo>
                  <a:pt x="52" y="77"/>
                  <a:pt x="54" y="76"/>
                  <a:pt x="56" y="74"/>
                </a:cubicBezTo>
                <a:cubicBezTo>
                  <a:pt x="57" y="72"/>
                  <a:pt x="59" y="70"/>
                  <a:pt x="60" y="67"/>
                </a:cubicBezTo>
                <a:cubicBezTo>
                  <a:pt x="60" y="66"/>
                  <a:pt x="61" y="64"/>
                  <a:pt x="61" y="63"/>
                </a:cubicBezTo>
                <a:cubicBezTo>
                  <a:pt x="61" y="62"/>
                  <a:pt x="58" y="61"/>
                  <a:pt x="58" y="59"/>
                </a:cubicBezTo>
                <a:cubicBezTo>
                  <a:pt x="59" y="58"/>
                  <a:pt x="60" y="58"/>
                  <a:pt x="61" y="57"/>
                </a:cubicBezTo>
                <a:cubicBezTo>
                  <a:pt x="61" y="57"/>
                  <a:pt x="61" y="55"/>
                  <a:pt x="61" y="54"/>
                </a:cubicBezTo>
                <a:cubicBezTo>
                  <a:pt x="61" y="53"/>
                  <a:pt x="60" y="51"/>
                  <a:pt x="61" y="50"/>
                </a:cubicBezTo>
                <a:cubicBezTo>
                  <a:pt x="61" y="49"/>
                  <a:pt x="63" y="48"/>
                  <a:pt x="62" y="47"/>
                </a:cubicBezTo>
                <a:cubicBezTo>
                  <a:pt x="61" y="45"/>
                  <a:pt x="59" y="47"/>
                  <a:pt x="58" y="46"/>
                </a:cubicBezTo>
                <a:cubicBezTo>
                  <a:pt x="57" y="46"/>
                  <a:pt x="58" y="45"/>
                  <a:pt x="58" y="43"/>
                </a:cubicBezTo>
                <a:cubicBezTo>
                  <a:pt x="58" y="42"/>
                  <a:pt x="58" y="42"/>
                  <a:pt x="58" y="41"/>
                </a:cubicBezTo>
                <a:cubicBezTo>
                  <a:pt x="58" y="41"/>
                  <a:pt x="59" y="39"/>
                  <a:pt x="59" y="39"/>
                </a:cubicBezTo>
                <a:cubicBezTo>
                  <a:pt x="58" y="38"/>
                  <a:pt x="58" y="37"/>
                  <a:pt x="57" y="36"/>
                </a:cubicBezTo>
                <a:cubicBezTo>
                  <a:pt x="74" y="23"/>
                  <a:pt x="94" y="13"/>
                  <a:pt x="115" y="9"/>
                </a:cubicBezTo>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18">
            <a:extLst>
              <a:ext uri="{FF2B5EF4-FFF2-40B4-BE49-F238E27FC236}">
                <a16:creationId xmlns:a16="http://schemas.microsoft.com/office/drawing/2014/main" id="{83D34F1D-F792-2FC4-A5CF-CA5D0CD6C453}"/>
              </a:ext>
            </a:extLst>
          </p:cNvPr>
          <p:cNvSpPr>
            <a:spLocks noChangeAspect="1" noEditPoints="1"/>
          </p:cNvSpPr>
          <p:nvPr/>
        </p:nvSpPr>
        <p:spPr bwMode="auto">
          <a:xfrm>
            <a:off x="7838052" y="4486414"/>
            <a:ext cx="385535" cy="384032"/>
          </a:xfrm>
          <a:custGeom>
            <a:avLst/>
            <a:gdLst/>
            <a:ahLst/>
            <a:cxnLst>
              <a:cxn ang="0">
                <a:pos x="0" y="128"/>
              </a:cxn>
              <a:cxn ang="0">
                <a:pos x="257" y="128"/>
              </a:cxn>
              <a:cxn ang="0">
                <a:pos x="173" y="226"/>
              </a:cxn>
              <a:cxn ang="0">
                <a:pos x="189" y="189"/>
              </a:cxn>
              <a:cxn ang="0">
                <a:pos x="227" y="173"/>
              </a:cxn>
              <a:cxn ang="0">
                <a:pos x="30" y="173"/>
              </a:cxn>
              <a:cxn ang="0">
                <a:pos x="68" y="189"/>
              </a:cxn>
              <a:cxn ang="0">
                <a:pos x="84" y="226"/>
              </a:cxn>
              <a:cxn ang="0">
                <a:pos x="84" y="30"/>
              </a:cxn>
              <a:cxn ang="0">
                <a:pos x="68" y="67"/>
              </a:cxn>
              <a:cxn ang="0">
                <a:pos x="30" y="83"/>
              </a:cxn>
              <a:cxn ang="0">
                <a:pos x="234" y="118"/>
              </a:cxn>
              <a:cxn ang="0">
                <a:pos x="194" y="90"/>
              </a:cxn>
              <a:cxn ang="0">
                <a:pos x="194" y="166"/>
              </a:cxn>
              <a:cxn ang="0">
                <a:pos x="234" y="138"/>
              </a:cxn>
              <a:cxn ang="0">
                <a:pos x="23" y="138"/>
              </a:cxn>
              <a:cxn ang="0">
                <a:pos x="63" y="166"/>
              </a:cxn>
              <a:cxn ang="0">
                <a:pos x="63" y="90"/>
              </a:cxn>
              <a:cxn ang="0">
                <a:pos x="23" y="118"/>
              </a:cxn>
              <a:cxn ang="0">
                <a:pos x="176" y="118"/>
              </a:cxn>
              <a:cxn ang="0">
                <a:pos x="138" y="80"/>
              </a:cxn>
              <a:cxn ang="0">
                <a:pos x="176" y="118"/>
              </a:cxn>
              <a:cxn ang="0">
                <a:pos x="138" y="176"/>
              </a:cxn>
              <a:cxn ang="0">
                <a:pos x="176" y="138"/>
              </a:cxn>
              <a:cxn ang="0">
                <a:pos x="80" y="138"/>
              </a:cxn>
              <a:cxn ang="0">
                <a:pos x="118" y="176"/>
              </a:cxn>
              <a:cxn ang="0">
                <a:pos x="80" y="138"/>
              </a:cxn>
              <a:cxn ang="0">
                <a:pos x="118" y="80"/>
              </a:cxn>
              <a:cxn ang="0">
                <a:pos x="80" y="118"/>
              </a:cxn>
              <a:cxn ang="0">
                <a:pos x="138" y="60"/>
              </a:cxn>
              <a:cxn ang="0">
                <a:pos x="166" y="62"/>
              </a:cxn>
              <a:cxn ang="0">
                <a:pos x="118" y="22"/>
              </a:cxn>
              <a:cxn ang="0">
                <a:pos x="91" y="62"/>
              </a:cxn>
              <a:cxn ang="0">
                <a:pos x="118" y="196"/>
              </a:cxn>
              <a:cxn ang="0">
                <a:pos x="91" y="193"/>
              </a:cxn>
              <a:cxn ang="0">
                <a:pos x="138" y="233"/>
              </a:cxn>
              <a:cxn ang="0">
                <a:pos x="166" y="193"/>
              </a:cxn>
              <a:cxn ang="0">
                <a:pos x="216" y="77"/>
              </a:cxn>
              <a:cxn ang="0">
                <a:pos x="179" y="40"/>
              </a:cxn>
              <a:cxn ang="0">
                <a:pos x="227" y="83"/>
              </a:cxn>
            </a:cxnLst>
            <a:rect l="0" t="0" r="r" b="b"/>
            <a:pathLst>
              <a:path w="257" h="256">
                <a:moveTo>
                  <a:pt x="128" y="0"/>
                </a:moveTo>
                <a:cubicBezTo>
                  <a:pt x="58" y="0"/>
                  <a:pt x="0" y="57"/>
                  <a:pt x="0" y="128"/>
                </a:cubicBezTo>
                <a:cubicBezTo>
                  <a:pt x="0" y="199"/>
                  <a:pt x="58" y="256"/>
                  <a:pt x="128" y="256"/>
                </a:cubicBezTo>
                <a:cubicBezTo>
                  <a:pt x="199" y="256"/>
                  <a:pt x="257" y="199"/>
                  <a:pt x="257" y="128"/>
                </a:cubicBezTo>
                <a:cubicBezTo>
                  <a:pt x="257" y="57"/>
                  <a:pt x="199" y="0"/>
                  <a:pt x="128" y="0"/>
                </a:cubicBezTo>
                <a:moveTo>
                  <a:pt x="173" y="226"/>
                </a:moveTo>
                <a:cubicBezTo>
                  <a:pt x="175" y="223"/>
                  <a:pt x="177" y="220"/>
                  <a:pt x="179" y="216"/>
                </a:cubicBezTo>
                <a:cubicBezTo>
                  <a:pt x="183" y="208"/>
                  <a:pt x="186" y="198"/>
                  <a:pt x="189" y="189"/>
                </a:cubicBezTo>
                <a:cubicBezTo>
                  <a:pt x="199" y="186"/>
                  <a:pt x="208" y="182"/>
                  <a:pt x="216" y="178"/>
                </a:cubicBezTo>
                <a:cubicBezTo>
                  <a:pt x="220" y="176"/>
                  <a:pt x="223" y="175"/>
                  <a:pt x="227" y="173"/>
                </a:cubicBezTo>
                <a:cubicBezTo>
                  <a:pt x="216" y="196"/>
                  <a:pt x="197" y="215"/>
                  <a:pt x="173" y="226"/>
                </a:cubicBezTo>
                <a:moveTo>
                  <a:pt x="30" y="173"/>
                </a:moveTo>
                <a:cubicBezTo>
                  <a:pt x="33" y="175"/>
                  <a:pt x="37" y="176"/>
                  <a:pt x="40" y="178"/>
                </a:cubicBezTo>
                <a:cubicBezTo>
                  <a:pt x="49" y="182"/>
                  <a:pt x="58" y="186"/>
                  <a:pt x="68" y="189"/>
                </a:cubicBezTo>
                <a:cubicBezTo>
                  <a:pt x="70" y="198"/>
                  <a:pt x="74" y="208"/>
                  <a:pt x="78" y="216"/>
                </a:cubicBezTo>
                <a:cubicBezTo>
                  <a:pt x="80" y="220"/>
                  <a:pt x="82" y="223"/>
                  <a:pt x="84" y="226"/>
                </a:cubicBezTo>
                <a:cubicBezTo>
                  <a:pt x="60" y="215"/>
                  <a:pt x="41" y="196"/>
                  <a:pt x="30" y="173"/>
                </a:cubicBezTo>
                <a:moveTo>
                  <a:pt x="84" y="30"/>
                </a:moveTo>
                <a:cubicBezTo>
                  <a:pt x="82" y="33"/>
                  <a:pt x="80" y="36"/>
                  <a:pt x="78" y="40"/>
                </a:cubicBezTo>
                <a:cubicBezTo>
                  <a:pt x="74" y="48"/>
                  <a:pt x="70" y="57"/>
                  <a:pt x="68" y="67"/>
                </a:cubicBezTo>
                <a:cubicBezTo>
                  <a:pt x="58" y="70"/>
                  <a:pt x="49" y="73"/>
                  <a:pt x="40" y="77"/>
                </a:cubicBezTo>
                <a:cubicBezTo>
                  <a:pt x="37" y="79"/>
                  <a:pt x="33" y="81"/>
                  <a:pt x="30" y="83"/>
                </a:cubicBezTo>
                <a:cubicBezTo>
                  <a:pt x="41" y="59"/>
                  <a:pt x="60" y="40"/>
                  <a:pt x="84" y="30"/>
                </a:cubicBezTo>
                <a:moveTo>
                  <a:pt x="234" y="118"/>
                </a:moveTo>
                <a:cubicBezTo>
                  <a:pt x="197" y="118"/>
                  <a:pt x="197" y="118"/>
                  <a:pt x="197" y="118"/>
                </a:cubicBezTo>
                <a:cubicBezTo>
                  <a:pt x="196" y="108"/>
                  <a:pt x="195" y="99"/>
                  <a:pt x="194" y="90"/>
                </a:cubicBezTo>
                <a:cubicBezTo>
                  <a:pt x="213" y="97"/>
                  <a:pt x="228" y="107"/>
                  <a:pt x="234" y="118"/>
                </a:cubicBezTo>
                <a:moveTo>
                  <a:pt x="194" y="166"/>
                </a:moveTo>
                <a:cubicBezTo>
                  <a:pt x="195" y="157"/>
                  <a:pt x="196" y="147"/>
                  <a:pt x="197" y="138"/>
                </a:cubicBezTo>
                <a:cubicBezTo>
                  <a:pt x="234" y="138"/>
                  <a:pt x="234" y="138"/>
                  <a:pt x="234" y="138"/>
                </a:cubicBezTo>
                <a:cubicBezTo>
                  <a:pt x="228" y="149"/>
                  <a:pt x="213" y="159"/>
                  <a:pt x="194" y="166"/>
                </a:cubicBezTo>
                <a:moveTo>
                  <a:pt x="23" y="138"/>
                </a:moveTo>
                <a:cubicBezTo>
                  <a:pt x="60" y="138"/>
                  <a:pt x="60" y="138"/>
                  <a:pt x="60" y="138"/>
                </a:cubicBezTo>
                <a:cubicBezTo>
                  <a:pt x="60" y="147"/>
                  <a:pt x="61" y="157"/>
                  <a:pt x="63" y="166"/>
                </a:cubicBezTo>
                <a:cubicBezTo>
                  <a:pt x="43" y="159"/>
                  <a:pt x="29" y="149"/>
                  <a:pt x="23" y="138"/>
                </a:cubicBezTo>
                <a:moveTo>
                  <a:pt x="63" y="90"/>
                </a:moveTo>
                <a:cubicBezTo>
                  <a:pt x="61" y="99"/>
                  <a:pt x="60" y="108"/>
                  <a:pt x="60" y="118"/>
                </a:cubicBezTo>
                <a:cubicBezTo>
                  <a:pt x="23" y="118"/>
                  <a:pt x="23" y="118"/>
                  <a:pt x="23" y="118"/>
                </a:cubicBezTo>
                <a:cubicBezTo>
                  <a:pt x="29" y="107"/>
                  <a:pt x="43" y="97"/>
                  <a:pt x="63" y="90"/>
                </a:cubicBezTo>
                <a:moveTo>
                  <a:pt x="176" y="118"/>
                </a:moveTo>
                <a:cubicBezTo>
                  <a:pt x="138" y="118"/>
                  <a:pt x="138" y="118"/>
                  <a:pt x="138" y="118"/>
                </a:cubicBezTo>
                <a:cubicBezTo>
                  <a:pt x="138" y="80"/>
                  <a:pt x="138" y="80"/>
                  <a:pt x="138" y="80"/>
                </a:cubicBezTo>
                <a:cubicBezTo>
                  <a:pt x="150" y="80"/>
                  <a:pt x="162" y="82"/>
                  <a:pt x="172" y="84"/>
                </a:cubicBezTo>
                <a:cubicBezTo>
                  <a:pt x="174" y="95"/>
                  <a:pt x="176" y="106"/>
                  <a:pt x="176" y="118"/>
                </a:cubicBezTo>
                <a:moveTo>
                  <a:pt x="172" y="172"/>
                </a:moveTo>
                <a:cubicBezTo>
                  <a:pt x="162" y="174"/>
                  <a:pt x="150" y="175"/>
                  <a:pt x="138" y="176"/>
                </a:cubicBezTo>
                <a:cubicBezTo>
                  <a:pt x="138" y="138"/>
                  <a:pt x="138" y="138"/>
                  <a:pt x="138" y="138"/>
                </a:cubicBezTo>
                <a:cubicBezTo>
                  <a:pt x="176" y="138"/>
                  <a:pt x="176" y="138"/>
                  <a:pt x="176" y="138"/>
                </a:cubicBezTo>
                <a:cubicBezTo>
                  <a:pt x="176" y="150"/>
                  <a:pt x="174" y="161"/>
                  <a:pt x="172" y="172"/>
                </a:cubicBezTo>
                <a:moveTo>
                  <a:pt x="80" y="138"/>
                </a:moveTo>
                <a:cubicBezTo>
                  <a:pt x="118" y="138"/>
                  <a:pt x="118" y="138"/>
                  <a:pt x="118" y="138"/>
                </a:cubicBezTo>
                <a:cubicBezTo>
                  <a:pt x="118" y="176"/>
                  <a:pt x="118" y="176"/>
                  <a:pt x="118" y="176"/>
                </a:cubicBezTo>
                <a:cubicBezTo>
                  <a:pt x="106" y="175"/>
                  <a:pt x="95" y="174"/>
                  <a:pt x="85" y="172"/>
                </a:cubicBezTo>
                <a:cubicBezTo>
                  <a:pt x="82" y="161"/>
                  <a:pt x="81" y="150"/>
                  <a:pt x="80" y="138"/>
                </a:cubicBezTo>
                <a:moveTo>
                  <a:pt x="85" y="84"/>
                </a:moveTo>
                <a:cubicBezTo>
                  <a:pt x="95" y="82"/>
                  <a:pt x="106" y="80"/>
                  <a:pt x="118" y="80"/>
                </a:cubicBezTo>
                <a:cubicBezTo>
                  <a:pt x="118" y="118"/>
                  <a:pt x="118" y="118"/>
                  <a:pt x="118" y="118"/>
                </a:cubicBezTo>
                <a:cubicBezTo>
                  <a:pt x="80" y="118"/>
                  <a:pt x="80" y="118"/>
                  <a:pt x="80" y="118"/>
                </a:cubicBezTo>
                <a:cubicBezTo>
                  <a:pt x="81" y="106"/>
                  <a:pt x="82" y="95"/>
                  <a:pt x="85" y="84"/>
                </a:cubicBezTo>
                <a:moveTo>
                  <a:pt x="138" y="60"/>
                </a:moveTo>
                <a:cubicBezTo>
                  <a:pt x="138" y="22"/>
                  <a:pt x="138" y="22"/>
                  <a:pt x="138" y="22"/>
                </a:cubicBezTo>
                <a:cubicBezTo>
                  <a:pt x="149" y="28"/>
                  <a:pt x="159" y="43"/>
                  <a:pt x="166" y="62"/>
                </a:cubicBezTo>
                <a:cubicBezTo>
                  <a:pt x="157" y="61"/>
                  <a:pt x="148" y="60"/>
                  <a:pt x="138" y="60"/>
                </a:cubicBezTo>
                <a:moveTo>
                  <a:pt x="118" y="22"/>
                </a:moveTo>
                <a:cubicBezTo>
                  <a:pt x="118" y="60"/>
                  <a:pt x="118" y="60"/>
                  <a:pt x="118" y="60"/>
                </a:cubicBezTo>
                <a:cubicBezTo>
                  <a:pt x="109" y="60"/>
                  <a:pt x="99" y="61"/>
                  <a:pt x="91" y="62"/>
                </a:cubicBezTo>
                <a:cubicBezTo>
                  <a:pt x="97" y="43"/>
                  <a:pt x="107" y="28"/>
                  <a:pt x="118" y="22"/>
                </a:cubicBezTo>
                <a:moveTo>
                  <a:pt x="118" y="196"/>
                </a:moveTo>
                <a:cubicBezTo>
                  <a:pt x="118" y="233"/>
                  <a:pt x="118" y="233"/>
                  <a:pt x="118" y="233"/>
                </a:cubicBezTo>
                <a:cubicBezTo>
                  <a:pt x="107" y="228"/>
                  <a:pt x="97" y="213"/>
                  <a:pt x="91" y="193"/>
                </a:cubicBezTo>
                <a:cubicBezTo>
                  <a:pt x="99" y="195"/>
                  <a:pt x="109" y="196"/>
                  <a:pt x="118" y="196"/>
                </a:cubicBezTo>
                <a:moveTo>
                  <a:pt x="138" y="233"/>
                </a:moveTo>
                <a:cubicBezTo>
                  <a:pt x="138" y="196"/>
                  <a:pt x="138" y="196"/>
                  <a:pt x="138" y="196"/>
                </a:cubicBezTo>
                <a:cubicBezTo>
                  <a:pt x="148" y="196"/>
                  <a:pt x="157" y="195"/>
                  <a:pt x="166" y="193"/>
                </a:cubicBezTo>
                <a:cubicBezTo>
                  <a:pt x="159" y="213"/>
                  <a:pt x="149" y="228"/>
                  <a:pt x="138" y="233"/>
                </a:cubicBezTo>
                <a:moveTo>
                  <a:pt x="216" y="77"/>
                </a:moveTo>
                <a:cubicBezTo>
                  <a:pt x="208" y="73"/>
                  <a:pt x="199" y="70"/>
                  <a:pt x="189" y="67"/>
                </a:cubicBezTo>
                <a:cubicBezTo>
                  <a:pt x="186" y="57"/>
                  <a:pt x="183" y="48"/>
                  <a:pt x="179" y="40"/>
                </a:cubicBezTo>
                <a:cubicBezTo>
                  <a:pt x="177" y="36"/>
                  <a:pt x="175" y="33"/>
                  <a:pt x="173" y="30"/>
                </a:cubicBezTo>
                <a:cubicBezTo>
                  <a:pt x="197" y="40"/>
                  <a:pt x="216" y="59"/>
                  <a:pt x="227" y="83"/>
                </a:cubicBezTo>
                <a:cubicBezTo>
                  <a:pt x="223" y="81"/>
                  <a:pt x="220" y="79"/>
                  <a:pt x="216" y="77"/>
                </a:cubicBezTo>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pic>
        <p:nvPicPr>
          <p:cNvPr id="3" name="Picture 2">
            <a:extLst>
              <a:ext uri="{FF2B5EF4-FFF2-40B4-BE49-F238E27FC236}">
                <a16:creationId xmlns:a16="http://schemas.microsoft.com/office/drawing/2014/main" id="{29476D5B-6814-DA8C-1A68-44278C3177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4448" y="6560382"/>
            <a:ext cx="1943103" cy="146231"/>
          </a:xfrm>
          <a:prstGeom prst="rect">
            <a:avLst/>
          </a:prstGeom>
        </p:spPr>
      </p:pic>
      <p:pic>
        <p:nvPicPr>
          <p:cNvPr id="4" name="Picture 3" descr="Cartoon person wearing glasses and holding a microphone&#10;&#10;AI-generated content may be incorrect.">
            <a:extLst>
              <a:ext uri="{FF2B5EF4-FFF2-40B4-BE49-F238E27FC236}">
                <a16:creationId xmlns:a16="http://schemas.microsoft.com/office/drawing/2014/main" id="{9EEC5C49-DC6F-E429-7D5F-1ABA8696029E}"/>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9958410" y="4763740"/>
            <a:ext cx="1905000" cy="1905000"/>
          </a:xfrm>
          <a:prstGeom prst="rect">
            <a:avLst/>
          </a:prstGeom>
        </p:spPr>
      </p:pic>
    </p:spTree>
    <p:extLst>
      <p:ext uri="{BB962C8B-B14F-4D97-AF65-F5344CB8AC3E}">
        <p14:creationId xmlns:p14="http://schemas.microsoft.com/office/powerpoint/2010/main" val="2578053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98773A-5415-C408-A866-2B6074B2DF5C}"/>
              </a:ext>
            </a:extLst>
          </p:cNvPr>
          <p:cNvSpPr>
            <a:spLocks noGrp="1"/>
          </p:cNvSpPr>
          <p:nvPr>
            <p:ph type="title"/>
          </p:nvPr>
        </p:nvSpPr>
        <p:spPr/>
        <p:txBody>
          <a:bodyPr/>
          <a:lstStyle/>
          <a:p>
            <a:endParaRPr lang="en-US"/>
          </a:p>
        </p:txBody>
      </p:sp>
      <p:pic>
        <p:nvPicPr>
          <p:cNvPr id="21" name="Picture Placeholder 21" descr="A picture containing sky, grass, outdoor, day&#10;&#10;Description automatically generated">
            <a:extLst>
              <a:ext uri="{FF2B5EF4-FFF2-40B4-BE49-F238E27FC236}">
                <a16:creationId xmlns:a16="http://schemas.microsoft.com/office/drawing/2014/main" id="{17C64A0F-F807-4A5C-C707-A6135174327B}"/>
              </a:ext>
            </a:extLst>
          </p:cNvPr>
          <p:cNvPicPr>
            <a:picLocks noChangeAspect="1"/>
          </p:cNvPicPr>
          <p:nvPr/>
        </p:nvPicPr>
        <p:blipFill>
          <a:blip r:embed="rId2">
            <a:extLst>
              <a:ext uri="{28A0092B-C50C-407E-A947-70E740481C1C}">
                <a14:useLocalDpi xmlns:a14="http://schemas.microsoft.com/office/drawing/2010/main" val="0"/>
              </a:ext>
            </a:extLst>
          </a:blip>
          <a:srcRect l="9179" r="9179"/>
          <a:stretch>
            <a:fillRect/>
          </a:stretch>
        </p:blipFill>
        <p:spPr>
          <a:xfrm>
            <a:off x="838200" y="2166125"/>
            <a:ext cx="3200400" cy="2939769"/>
          </a:xfrm>
          <a:prstGeom prst="rect">
            <a:avLst/>
          </a:prstGeom>
        </p:spPr>
      </p:pic>
      <p:pic>
        <p:nvPicPr>
          <p:cNvPr id="22" name="Picture Placeholder 23" descr="A picture containing outdoor, nature, resort&#10;&#10;Description automatically generated">
            <a:extLst>
              <a:ext uri="{FF2B5EF4-FFF2-40B4-BE49-F238E27FC236}">
                <a16:creationId xmlns:a16="http://schemas.microsoft.com/office/drawing/2014/main" id="{FEF979E6-76C4-A99F-6C85-AC247615A7E2}"/>
              </a:ext>
            </a:extLst>
          </p:cNvPr>
          <p:cNvPicPr>
            <a:picLocks noChangeAspect="1"/>
          </p:cNvPicPr>
          <p:nvPr/>
        </p:nvPicPr>
        <p:blipFill>
          <a:blip r:embed="rId3">
            <a:extLst>
              <a:ext uri="{28A0092B-C50C-407E-A947-70E740481C1C}">
                <a14:useLocalDpi xmlns:a14="http://schemas.microsoft.com/office/drawing/2010/main" val="0"/>
              </a:ext>
            </a:extLst>
          </a:blip>
          <a:srcRect t="15087" b="15087"/>
          <a:stretch>
            <a:fillRect/>
          </a:stretch>
        </p:blipFill>
        <p:spPr>
          <a:xfrm>
            <a:off x="4495800" y="2166125"/>
            <a:ext cx="3200400" cy="2939769"/>
          </a:xfrm>
          <a:prstGeom prst="rect">
            <a:avLst/>
          </a:prstGeom>
        </p:spPr>
      </p:pic>
      <p:pic>
        <p:nvPicPr>
          <p:cNvPr id="23" name="Picture Placeholder 25" descr="A river running through a town&#10;&#10;Description automatically generated with low confidence">
            <a:extLst>
              <a:ext uri="{FF2B5EF4-FFF2-40B4-BE49-F238E27FC236}">
                <a16:creationId xmlns:a16="http://schemas.microsoft.com/office/drawing/2014/main" id="{6D168590-7A18-253C-A478-2D812E129E4D}"/>
              </a:ext>
            </a:extLst>
          </p:cNvPr>
          <p:cNvPicPr>
            <a:picLocks noChangeAspect="1"/>
          </p:cNvPicPr>
          <p:nvPr/>
        </p:nvPicPr>
        <p:blipFill>
          <a:blip r:embed="rId4">
            <a:extLst>
              <a:ext uri="{28A0092B-C50C-407E-A947-70E740481C1C}">
                <a14:useLocalDpi xmlns:a14="http://schemas.microsoft.com/office/drawing/2010/main" val="0"/>
              </a:ext>
            </a:extLst>
          </a:blip>
          <a:srcRect l="2183" r="2183"/>
          <a:stretch>
            <a:fillRect/>
          </a:stretch>
        </p:blipFill>
        <p:spPr>
          <a:xfrm>
            <a:off x="8158725" y="2166125"/>
            <a:ext cx="3200400" cy="2939769"/>
          </a:xfrm>
          <a:prstGeom prst="rect">
            <a:avLst/>
          </a:prstGeom>
        </p:spPr>
      </p:pic>
      <p:sp>
        <p:nvSpPr>
          <p:cNvPr id="24" name="Rectangle 23">
            <a:extLst>
              <a:ext uri="{FF2B5EF4-FFF2-40B4-BE49-F238E27FC236}">
                <a16:creationId xmlns:a16="http://schemas.microsoft.com/office/drawing/2014/main" id="{109E8BDB-72B2-0E7E-9CB8-33F6322F657E}"/>
              </a:ext>
            </a:extLst>
          </p:cNvPr>
          <p:cNvSpPr>
            <a:spLocks noChangeArrowheads="1"/>
          </p:cNvSpPr>
          <p:nvPr/>
        </p:nvSpPr>
        <p:spPr bwMode="auto">
          <a:xfrm>
            <a:off x="834341" y="5203013"/>
            <a:ext cx="601662" cy="684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eaLnBrk="1" hangingPunct="1">
              <a:lnSpc>
                <a:spcPct val="150000"/>
              </a:lnSpc>
            </a:pPr>
            <a:r>
              <a:rPr lang="en-US" altLang="en-US" sz="2800" b="1" dirty="0">
                <a:solidFill>
                  <a:schemeClr val="bg1"/>
                </a:solidFill>
                <a:latin typeface="+mn-lt"/>
              </a:rPr>
              <a:t>01</a:t>
            </a:r>
            <a:endParaRPr lang="en-US" altLang="en-US" sz="2800" dirty="0">
              <a:solidFill>
                <a:schemeClr val="bg1"/>
              </a:solidFill>
              <a:latin typeface="+mn-lt"/>
            </a:endParaRPr>
          </a:p>
        </p:txBody>
      </p:sp>
      <p:sp>
        <p:nvSpPr>
          <p:cNvPr id="25" name="Rectangle 24">
            <a:extLst>
              <a:ext uri="{FF2B5EF4-FFF2-40B4-BE49-F238E27FC236}">
                <a16:creationId xmlns:a16="http://schemas.microsoft.com/office/drawing/2014/main" id="{4635C794-6333-0AFB-937F-B4FB096C52C9}"/>
              </a:ext>
            </a:extLst>
          </p:cNvPr>
          <p:cNvSpPr>
            <a:spLocks noChangeArrowheads="1"/>
          </p:cNvSpPr>
          <p:nvPr/>
        </p:nvSpPr>
        <p:spPr bwMode="auto">
          <a:xfrm>
            <a:off x="4427619" y="5203013"/>
            <a:ext cx="803283" cy="684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eaLnBrk="1" hangingPunct="1">
              <a:lnSpc>
                <a:spcPct val="150000"/>
              </a:lnSpc>
            </a:pPr>
            <a:r>
              <a:rPr lang="en-US" altLang="en-US" sz="2800" b="1" dirty="0">
                <a:solidFill>
                  <a:schemeClr val="bg1"/>
                </a:solidFill>
                <a:latin typeface="+mn-lt"/>
              </a:rPr>
              <a:t>02</a:t>
            </a:r>
            <a:endParaRPr lang="en-US" altLang="en-US" sz="2800" dirty="0">
              <a:solidFill>
                <a:schemeClr val="bg1"/>
              </a:solidFill>
              <a:latin typeface="+mn-lt"/>
            </a:endParaRPr>
          </a:p>
        </p:txBody>
      </p:sp>
      <p:sp>
        <p:nvSpPr>
          <p:cNvPr id="26" name="Rectangle 25">
            <a:extLst>
              <a:ext uri="{FF2B5EF4-FFF2-40B4-BE49-F238E27FC236}">
                <a16:creationId xmlns:a16="http://schemas.microsoft.com/office/drawing/2014/main" id="{C5FE7B91-C38E-BE63-6E57-E7D5A6EF3BE4}"/>
              </a:ext>
            </a:extLst>
          </p:cNvPr>
          <p:cNvSpPr/>
          <p:nvPr/>
        </p:nvSpPr>
        <p:spPr>
          <a:xfrm>
            <a:off x="8177022" y="5203013"/>
            <a:ext cx="641170" cy="684803"/>
          </a:xfrm>
          <a:prstGeom prst="rect">
            <a:avLst/>
          </a:prstGeom>
        </p:spPr>
        <p:txBody>
          <a:bodyPr wrap="square">
            <a:spAutoFit/>
          </a:bodyPr>
          <a:lstStyle/>
          <a:p>
            <a:pPr eaLnBrk="1" fontAlgn="auto" hangingPunct="1">
              <a:lnSpc>
                <a:spcPct val="150000"/>
              </a:lnSpc>
              <a:spcBef>
                <a:spcPts val="0"/>
              </a:spcBef>
              <a:spcAft>
                <a:spcPts val="0"/>
              </a:spcAft>
              <a:defRPr/>
            </a:pPr>
            <a:r>
              <a:rPr lang="en-US" sz="2800" b="1" dirty="0">
                <a:solidFill>
                  <a:schemeClr val="bg1"/>
                </a:solidFill>
              </a:rPr>
              <a:t>03</a:t>
            </a:r>
            <a:endParaRPr lang="en-US" sz="2800" dirty="0">
              <a:solidFill>
                <a:schemeClr val="bg1"/>
              </a:solidFill>
            </a:endParaRPr>
          </a:p>
        </p:txBody>
      </p:sp>
      <p:sp>
        <p:nvSpPr>
          <p:cNvPr id="30" name="TextBox 29">
            <a:extLst>
              <a:ext uri="{FF2B5EF4-FFF2-40B4-BE49-F238E27FC236}">
                <a16:creationId xmlns:a16="http://schemas.microsoft.com/office/drawing/2014/main" id="{83BB72A1-A40D-22BB-39C0-85035D6803E7}"/>
              </a:ext>
            </a:extLst>
          </p:cNvPr>
          <p:cNvSpPr txBox="1"/>
          <p:nvPr/>
        </p:nvSpPr>
        <p:spPr>
          <a:xfrm>
            <a:off x="1436003" y="5684853"/>
            <a:ext cx="2406493" cy="600164"/>
          </a:xfrm>
          <a:prstGeom prst="rect">
            <a:avLst/>
          </a:prstGeom>
          <a:noFill/>
        </p:spPr>
        <p:txBody>
          <a:bodyPr wrap="square" lIns="0" rIns="0" rtlCol="0">
            <a:spAutoFit/>
          </a:bodyPr>
          <a:lstStyle/>
          <a:p>
            <a:pPr algn="ctr"/>
            <a:r>
              <a:rPr lang="en-US" sz="1100" dirty="0">
                <a:solidFill>
                  <a:schemeClr val="bg1"/>
                </a:solidFill>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sp>
        <p:nvSpPr>
          <p:cNvPr id="31" name="TextBox 30">
            <a:extLst>
              <a:ext uri="{FF2B5EF4-FFF2-40B4-BE49-F238E27FC236}">
                <a16:creationId xmlns:a16="http://schemas.microsoft.com/office/drawing/2014/main" id="{175D3559-D58A-0DE9-F1E6-338E19E53FA0}"/>
              </a:ext>
            </a:extLst>
          </p:cNvPr>
          <p:cNvSpPr txBox="1"/>
          <p:nvPr/>
        </p:nvSpPr>
        <p:spPr>
          <a:xfrm>
            <a:off x="1365430" y="5416010"/>
            <a:ext cx="2557175" cy="307777"/>
          </a:xfrm>
          <a:prstGeom prst="rect">
            <a:avLst/>
          </a:prstGeom>
          <a:noFill/>
        </p:spPr>
        <p:txBody>
          <a:bodyPr wrap="none" rtlCol="0">
            <a:spAutoFit/>
          </a:bodyPr>
          <a:lstStyle/>
          <a:p>
            <a:pPr algn="ctr"/>
            <a:r>
              <a:rPr lang="en-US" sz="1400" dirty="0">
                <a:solidFill>
                  <a:schemeClr val="bg1"/>
                </a:solidFill>
              </a:rPr>
              <a:t>LORUM IPSUM DOLOR SIT AMET</a:t>
            </a:r>
          </a:p>
        </p:txBody>
      </p:sp>
      <p:sp>
        <p:nvSpPr>
          <p:cNvPr id="34" name="TextBox 33">
            <a:extLst>
              <a:ext uri="{FF2B5EF4-FFF2-40B4-BE49-F238E27FC236}">
                <a16:creationId xmlns:a16="http://schemas.microsoft.com/office/drawing/2014/main" id="{AA624F57-D380-6B2F-955E-7395CCEC0151}"/>
              </a:ext>
            </a:extLst>
          </p:cNvPr>
          <p:cNvSpPr txBox="1"/>
          <p:nvPr/>
        </p:nvSpPr>
        <p:spPr>
          <a:xfrm>
            <a:off x="5080403" y="5684853"/>
            <a:ext cx="2406493" cy="600164"/>
          </a:xfrm>
          <a:prstGeom prst="rect">
            <a:avLst/>
          </a:prstGeom>
          <a:noFill/>
        </p:spPr>
        <p:txBody>
          <a:bodyPr wrap="square" lIns="0" rIns="0" rtlCol="0">
            <a:spAutoFit/>
          </a:bodyPr>
          <a:lstStyle/>
          <a:p>
            <a:pPr algn="ctr"/>
            <a:r>
              <a:rPr lang="en-US" sz="1100" dirty="0">
                <a:solidFill>
                  <a:schemeClr val="bg1"/>
                </a:solidFill>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sp>
        <p:nvSpPr>
          <p:cNvPr id="35" name="TextBox 34">
            <a:extLst>
              <a:ext uri="{FF2B5EF4-FFF2-40B4-BE49-F238E27FC236}">
                <a16:creationId xmlns:a16="http://schemas.microsoft.com/office/drawing/2014/main" id="{E2780775-AC4C-A2A8-405F-F8CA4B770890}"/>
              </a:ext>
            </a:extLst>
          </p:cNvPr>
          <p:cNvSpPr txBox="1"/>
          <p:nvPr/>
        </p:nvSpPr>
        <p:spPr>
          <a:xfrm>
            <a:off x="5009830" y="5416010"/>
            <a:ext cx="2557175" cy="307777"/>
          </a:xfrm>
          <a:prstGeom prst="rect">
            <a:avLst/>
          </a:prstGeom>
          <a:noFill/>
        </p:spPr>
        <p:txBody>
          <a:bodyPr wrap="none" rtlCol="0">
            <a:spAutoFit/>
          </a:bodyPr>
          <a:lstStyle/>
          <a:p>
            <a:pPr algn="ctr"/>
            <a:r>
              <a:rPr lang="en-US" sz="1400" dirty="0">
                <a:solidFill>
                  <a:schemeClr val="bg1"/>
                </a:solidFill>
              </a:rPr>
              <a:t>LORUM IPSUM DOLOR SIT AMET</a:t>
            </a:r>
          </a:p>
        </p:txBody>
      </p:sp>
      <p:sp>
        <p:nvSpPr>
          <p:cNvPr id="36" name="TextBox 35">
            <a:extLst>
              <a:ext uri="{FF2B5EF4-FFF2-40B4-BE49-F238E27FC236}">
                <a16:creationId xmlns:a16="http://schemas.microsoft.com/office/drawing/2014/main" id="{6DC9B990-AC88-9AD9-AC4D-5985E26246E8}"/>
              </a:ext>
            </a:extLst>
          </p:cNvPr>
          <p:cNvSpPr txBox="1"/>
          <p:nvPr/>
        </p:nvSpPr>
        <p:spPr>
          <a:xfrm>
            <a:off x="8804912" y="5684853"/>
            <a:ext cx="2406493" cy="600164"/>
          </a:xfrm>
          <a:prstGeom prst="rect">
            <a:avLst/>
          </a:prstGeom>
          <a:noFill/>
        </p:spPr>
        <p:txBody>
          <a:bodyPr wrap="square" lIns="0" rIns="0" rtlCol="0">
            <a:spAutoFit/>
          </a:bodyPr>
          <a:lstStyle/>
          <a:p>
            <a:pPr algn="ctr"/>
            <a:r>
              <a:rPr lang="en-US" sz="1100" dirty="0">
                <a:solidFill>
                  <a:schemeClr val="bg1"/>
                </a:solidFill>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sp>
        <p:nvSpPr>
          <p:cNvPr id="37" name="TextBox 36">
            <a:extLst>
              <a:ext uri="{FF2B5EF4-FFF2-40B4-BE49-F238E27FC236}">
                <a16:creationId xmlns:a16="http://schemas.microsoft.com/office/drawing/2014/main" id="{2A2D57FB-0D87-21BA-7721-EE45264729B5}"/>
              </a:ext>
            </a:extLst>
          </p:cNvPr>
          <p:cNvSpPr txBox="1"/>
          <p:nvPr/>
        </p:nvSpPr>
        <p:spPr>
          <a:xfrm>
            <a:off x="8734339" y="5416010"/>
            <a:ext cx="2557175" cy="307777"/>
          </a:xfrm>
          <a:prstGeom prst="rect">
            <a:avLst/>
          </a:prstGeom>
          <a:noFill/>
        </p:spPr>
        <p:txBody>
          <a:bodyPr wrap="none" rtlCol="0">
            <a:spAutoFit/>
          </a:bodyPr>
          <a:lstStyle/>
          <a:p>
            <a:pPr algn="ctr"/>
            <a:r>
              <a:rPr lang="en-US" sz="1400" dirty="0">
                <a:solidFill>
                  <a:schemeClr val="bg1"/>
                </a:solidFill>
              </a:rPr>
              <a:t>LORUM IPSUM DOLOR SIT AMET</a:t>
            </a:r>
          </a:p>
        </p:txBody>
      </p:sp>
      <p:pic>
        <p:nvPicPr>
          <p:cNvPr id="2" name="Picture 1">
            <a:extLst>
              <a:ext uri="{FF2B5EF4-FFF2-40B4-BE49-F238E27FC236}">
                <a16:creationId xmlns:a16="http://schemas.microsoft.com/office/drawing/2014/main" id="{500384DE-8BB0-8578-282C-6A8C124195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24448" y="6560382"/>
            <a:ext cx="1943103" cy="146231"/>
          </a:xfrm>
          <a:prstGeom prst="rect">
            <a:avLst/>
          </a:prstGeom>
        </p:spPr>
      </p:pic>
    </p:spTree>
    <p:extLst>
      <p:ext uri="{BB962C8B-B14F-4D97-AF65-F5344CB8AC3E}">
        <p14:creationId xmlns:p14="http://schemas.microsoft.com/office/powerpoint/2010/main" val="1881555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1+#ppt_w/2"/>
                                          </p:val>
                                        </p:tav>
                                        <p:tav tm="100000">
                                          <p:val>
                                            <p:strVal val="#ppt_x"/>
                                          </p:val>
                                        </p:tav>
                                      </p:tavLst>
                                    </p:anim>
                                    <p:anim calcmode="lin" valueType="num">
                                      <p:cBhvr additive="base">
                                        <p:cTn id="8" dur="500" fill="hold"/>
                                        <p:tgtEl>
                                          <p:spTgt spid="2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1+#ppt_w/2"/>
                                          </p:val>
                                        </p:tav>
                                        <p:tav tm="100000">
                                          <p:val>
                                            <p:strVal val="#ppt_x"/>
                                          </p:val>
                                        </p:tav>
                                      </p:tavLst>
                                    </p:anim>
                                    <p:anim calcmode="lin" valueType="num">
                                      <p:cBhvr additive="base">
                                        <p:cTn id="12" dur="500" fill="hold"/>
                                        <p:tgtEl>
                                          <p:spTgt spid="25"/>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1+#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86133-417D-9582-AD5C-C9B40323D15B}"/>
              </a:ext>
            </a:extLst>
          </p:cNvPr>
          <p:cNvSpPr>
            <a:spLocks noGrp="1"/>
          </p:cNvSpPr>
          <p:nvPr>
            <p:ph type="title"/>
          </p:nvPr>
        </p:nvSpPr>
        <p:spPr/>
        <p:txBody>
          <a:bodyPr/>
          <a:lstStyle/>
          <a:p>
            <a:endParaRPr lang="en-US"/>
          </a:p>
        </p:txBody>
      </p:sp>
      <p:sp>
        <p:nvSpPr>
          <p:cNvPr id="9" name="Rectangle: Rounded Corners 8">
            <a:extLst>
              <a:ext uri="{FF2B5EF4-FFF2-40B4-BE49-F238E27FC236}">
                <a16:creationId xmlns:a16="http://schemas.microsoft.com/office/drawing/2014/main" id="{C1F245CD-7264-D27E-FACB-A8B4DD06F1D6}"/>
              </a:ext>
            </a:extLst>
          </p:cNvPr>
          <p:cNvSpPr/>
          <p:nvPr/>
        </p:nvSpPr>
        <p:spPr>
          <a:xfrm>
            <a:off x="839788" y="4641701"/>
            <a:ext cx="1604417" cy="153697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631FCF6D-9D69-93F1-8AAF-1E7857C9E377}"/>
              </a:ext>
            </a:extLst>
          </p:cNvPr>
          <p:cNvSpPr/>
          <p:nvPr/>
        </p:nvSpPr>
        <p:spPr>
          <a:xfrm>
            <a:off x="2734843" y="4641701"/>
            <a:ext cx="1604417" cy="153697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118F911F-B101-FEA5-D51C-F8008CF2265B}"/>
              </a:ext>
            </a:extLst>
          </p:cNvPr>
          <p:cNvSpPr/>
          <p:nvPr/>
        </p:nvSpPr>
        <p:spPr>
          <a:xfrm>
            <a:off x="4629898" y="4641701"/>
            <a:ext cx="1604417" cy="1536971"/>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2">
            <a:extLst>
              <a:ext uri="{FF2B5EF4-FFF2-40B4-BE49-F238E27FC236}">
                <a16:creationId xmlns:a16="http://schemas.microsoft.com/office/drawing/2014/main" id="{2F0FB714-3007-23C8-9764-E8C7159E2C4E}"/>
              </a:ext>
            </a:extLst>
          </p:cNvPr>
          <p:cNvSpPr txBox="1">
            <a:spLocks/>
          </p:cNvSpPr>
          <p:nvPr/>
        </p:nvSpPr>
        <p:spPr>
          <a:xfrm>
            <a:off x="1203062" y="4702594"/>
            <a:ext cx="905786" cy="48553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2800" b="1" dirty="0">
                <a:solidFill>
                  <a:schemeClr val="bg1"/>
                </a:solidFill>
                <a:cs typeface="Arial" pitchFamily="34" charset="0"/>
              </a:rPr>
              <a:t>01</a:t>
            </a:r>
          </a:p>
        </p:txBody>
      </p:sp>
      <p:grpSp>
        <p:nvGrpSpPr>
          <p:cNvPr id="14" name="Group 24">
            <a:extLst>
              <a:ext uri="{FF2B5EF4-FFF2-40B4-BE49-F238E27FC236}">
                <a16:creationId xmlns:a16="http://schemas.microsoft.com/office/drawing/2014/main" id="{40DD232F-448D-A3DA-8D5F-4E827A2DF034}"/>
              </a:ext>
            </a:extLst>
          </p:cNvPr>
          <p:cNvGrpSpPr/>
          <p:nvPr/>
        </p:nvGrpSpPr>
        <p:grpSpPr>
          <a:xfrm>
            <a:off x="946813" y="5276419"/>
            <a:ext cx="1418285" cy="738664"/>
            <a:chOff x="2551705" y="4283314"/>
            <a:chExt cx="2357003" cy="738664"/>
          </a:xfrm>
        </p:grpSpPr>
        <p:sp>
          <p:nvSpPr>
            <p:cNvPr id="15" name="TextBox 14">
              <a:extLst>
                <a:ext uri="{FF2B5EF4-FFF2-40B4-BE49-F238E27FC236}">
                  <a16:creationId xmlns:a16="http://schemas.microsoft.com/office/drawing/2014/main" id="{7592C8D2-5D5A-D3C2-3D31-8D92AD5813A3}"/>
                </a:ext>
              </a:extLst>
            </p:cNvPr>
            <p:cNvSpPr txBox="1"/>
            <p:nvPr/>
          </p:nvSpPr>
          <p:spPr>
            <a:xfrm>
              <a:off x="2551707" y="4560313"/>
              <a:ext cx="2357001" cy="461665"/>
            </a:xfrm>
            <a:prstGeom prst="rect">
              <a:avLst/>
            </a:prstGeom>
            <a:noFill/>
          </p:spPr>
          <p:txBody>
            <a:bodyPr wrap="square" rtlCol="0">
              <a:spAutoFit/>
            </a:bodyPr>
            <a:lstStyle/>
            <a:p>
              <a:pPr algn="ctr"/>
              <a:r>
                <a:rPr lang="en-US" altLang="ko-KR" sz="1200" dirty="0">
                  <a:solidFill>
                    <a:schemeClr val="bg1"/>
                  </a:solidFill>
                  <a:cs typeface="Arial" pitchFamily="34" charset="0"/>
                </a:rPr>
                <a:t>Easy to change colors.</a:t>
              </a:r>
            </a:p>
          </p:txBody>
        </p:sp>
        <p:sp>
          <p:nvSpPr>
            <p:cNvPr id="16" name="TextBox 15">
              <a:extLst>
                <a:ext uri="{FF2B5EF4-FFF2-40B4-BE49-F238E27FC236}">
                  <a16:creationId xmlns:a16="http://schemas.microsoft.com/office/drawing/2014/main" id="{929E73F1-1DD6-8DC9-0B8E-AD1B04B34741}"/>
                </a:ext>
              </a:extLst>
            </p:cNvPr>
            <p:cNvSpPr txBox="1"/>
            <p:nvPr/>
          </p:nvSpPr>
          <p:spPr>
            <a:xfrm>
              <a:off x="2551705" y="4283314"/>
              <a:ext cx="2336966" cy="276999"/>
            </a:xfrm>
            <a:prstGeom prst="rect">
              <a:avLst/>
            </a:prstGeom>
            <a:noFill/>
          </p:spPr>
          <p:txBody>
            <a:bodyPr wrap="square" rtlCol="0">
              <a:spAutoFit/>
            </a:bodyPr>
            <a:lstStyle/>
            <a:p>
              <a:pPr algn="ctr"/>
              <a:r>
                <a:rPr lang="en-US" altLang="ko-KR" sz="1200" b="1" dirty="0">
                  <a:solidFill>
                    <a:schemeClr val="bg1"/>
                  </a:solidFill>
                  <a:cs typeface="Arial" pitchFamily="34" charset="0"/>
                </a:rPr>
                <a:t>Text Here</a:t>
              </a:r>
              <a:endParaRPr lang="ko-KR" altLang="en-US" sz="1200" b="1" dirty="0">
                <a:solidFill>
                  <a:schemeClr val="bg1"/>
                </a:solidFill>
                <a:cs typeface="Arial" pitchFamily="34" charset="0"/>
              </a:endParaRPr>
            </a:p>
          </p:txBody>
        </p:sp>
      </p:grpSp>
      <p:sp>
        <p:nvSpPr>
          <p:cNvPr id="17" name="Text Placeholder 22">
            <a:extLst>
              <a:ext uri="{FF2B5EF4-FFF2-40B4-BE49-F238E27FC236}">
                <a16:creationId xmlns:a16="http://schemas.microsoft.com/office/drawing/2014/main" id="{42DAD286-B78C-9EFD-EFE5-D5C7BEE817C9}"/>
              </a:ext>
            </a:extLst>
          </p:cNvPr>
          <p:cNvSpPr txBox="1">
            <a:spLocks/>
          </p:cNvSpPr>
          <p:nvPr/>
        </p:nvSpPr>
        <p:spPr>
          <a:xfrm>
            <a:off x="3081332" y="4702594"/>
            <a:ext cx="905786" cy="48553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2800" b="1" dirty="0">
                <a:solidFill>
                  <a:schemeClr val="bg1"/>
                </a:solidFill>
                <a:cs typeface="Arial" pitchFamily="34" charset="0"/>
              </a:rPr>
              <a:t>02</a:t>
            </a:r>
          </a:p>
        </p:txBody>
      </p:sp>
      <p:grpSp>
        <p:nvGrpSpPr>
          <p:cNvPr id="18" name="Group 24">
            <a:extLst>
              <a:ext uri="{FF2B5EF4-FFF2-40B4-BE49-F238E27FC236}">
                <a16:creationId xmlns:a16="http://schemas.microsoft.com/office/drawing/2014/main" id="{14767DB6-21B3-17BC-F4EA-38B71AFF9555}"/>
              </a:ext>
            </a:extLst>
          </p:cNvPr>
          <p:cNvGrpSpPr/>
          <p:nvPr/>
        </p:nvGrpSpPr>
        <p:grpSpPr>
          <a:xfrm>
            <a:off x="2825083" y="5276419"/>
            <a:ext cx="1418285" cy="738664"/>
            <a:chOff x="2551705" y="4283314"/>
            <a:chExt cx="2357003" cy="738664"/>
          </a:xfrm>
        </p:grpSpPr>
        <p:sp>
          <p:nvSpPr>
            <p:cNvPr id="19" name="TextBox 18">
              <a:extLst>
                <a:ext uri="{FF2B5EF4-FFF2-40B4-BE49-F238E27FC236}">
                  <a16:creationId xmlns:a16="http://schemas.microsoft.com/office/drawing/2014/main" id="{9D34C753-4AA0-3B86-DBA4-40F9F7503AF3}"/>
                </a:ext>
              </a:extLst>
            </p:cNvPr>
            <p:cNvSpPr txBox="1"/>
            <p:nvPr/>
          </p:nvSpPr>
          <p:spPr>
            <a:xfrm>
              <a:off x="2551707" y="4560313"/>
              <a:ext cx="2357001" cy="461665"/>
            </a:xfrm>
            <a:prstGeom prst="rect">
              <a:avLst/>
            </a:prstGeom>
            <a:noFill/>
          </p:spPr>
          <p:txBody>
            <a:bodyPr wrap="square" rtlCol="0">
              <a:spAutoFit/>
            </a:bodyPr>
            <a:lstStyle/>
            <a:p>
              <a:pPr algn="ctr"/>
              <a:r>
                <a:rPr lang="en-US" altLang="ko-KR" sz="1200" dirty="0">
                  <a:solidFill>
                    <a:schemeClr val="bg1"/>
                  </a:solidFill>
                  <a:cs typeface="Arial" pitchFamily="34" charset="0"/>
                </a:rPr>
                <a:t>Easy to change colors.</a:t>
              </a:r>
            </a:p>
          </p:txBody>
        </p:sp>
        <p:sp>
          <p:nvSpPr>
            <p:cNvPr id="20" name="TextBox 19">
              <a:extLst>
                <a:ext uri="{FF2B5EF4-FFF2-40B4-BE49-F238E27FC236}">
                  <a16:creationId xmlns:a16="http://schemas.microsoft.com/office/drawing/2014/main" id="{237F7CC4-A4C7-9609-6A9D-3175766546C9}"/>
                </a:ext>
              </a:extLst>
            </p:cNvPr>
            <p:cNvSpPr txBox="1"/>
            <p:nvPr/>
          </p:nvSpPr>
          <p:spPr>
            <a:xfrm>
              <a:off x="2551705" y="4283314"/>
              <a:ext cx="2336966" cy="276999"/>
            </a:xfrm>
            <a:prstGeom prst="rect">
              <a:avLst/>
            </a:prstGeom>
            <a:noFill/>
          </p:spPr>
          <p:txBody>
            <a:bodyPr wrap="square" rtlCol="0">
              <a:spAutoFit/>
            </a:bodyPr>
            <a:lstStyle/>
            <a:p>
              <a:pPr algn="ctr"/>
              <a:r>
                <a:rPr lang="en-US" altLang="ko-KR" sz="1200" b="1" dirty="0">
                  <a:solidFill>
                    <a:schemeClr val="bg1"/>
                  </a:solidFill>
                  <a:cs typeface="Arial" pitchFamily="34" charset="0"/>
                </a:rPr>
                <a:t>Text Here</a:t>
              </a:r>
              <a:endParaRPr lang="ko-KR" altLang="en-US" sz="1200" b="1" dirty="0">
                <a:solidFill>
                  <a:schemeClr val="bg1"/>
                </a:solidFill>
                <a:cs typeface="Arial" pitchFamily="34" charset="0"/>
              </a:endParaRPr>
            </a:p>
          </p:txBody>
        </p:sp>
      </p:grpSp>
      <p:sp>
        <p:nvSpPr>
          <p:cNvPr id="21" name="Text Placeholder 22">
            <a:extLst>
              <a:ext uri="{FF2B5EF4-FFF2-40B4-BE49-F238E27FC236}">
                <a16:creationId xmlns:a16="http://schemas.microsoft.com/office/drawing/2014/main" id="{613F99F6-7D77-2700-E7DB-0CB0E1B0FCBF}"/>
              </a:ext>
            </a:extLst>
          </p:cNvPr>
          <p:cNvSpPr txBox="1">
            <a:spLocks/>
          </p:cNvSpPr>
          <p:nvPr/>
        </p:nvSpPr>
        <p:spPr>
          <a:xfrm>
            <a:off x="5001341" y="4702594"/>
            <a:ext cx="905786" cy="48553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2800" b="1" dirty="0">
                <a:solidFill>
                  <a:schemeClr val="bg1"/>
                </a:solidFill>
                <a:cs typeface="Arial" pitchFamily="34" charset="0"/>
              </a:rPr>
              <a:t>03</a:t>
            </a:r>
          </a:p>
        </p:txBody>
      </p:sp>
      <p:grpSp>
        <p:nvGrpSpPr>
          <p:cNvPr id="22" name="Group 24">
            <a:extLst>
              <a:ext uri="{FF2B5EF4-FFF2-40B4-BE49-F238E27FC236}">
                <a16:creationId xmlns:a16="http://schemas.microsoft.com/office/drawing/2014/main" id="{DBC0D0D7-62E5-D472-EA91-B3FE760A006D}"/>
              </a:ext>
            </a:extLst>
          </p:cNvPr>
          <p:cNvGrpSpPr/>
          <p:nvPr/>
        </p:nvGrpSpPr>
        <p:grpSpPr>
          <a:xfrm>
            <a:off x="4745092" y="5276419"/>
            <a:ext cx="1418285" cy="738664"/>
            <a:chOff x="2551705" y="4283314"/>
            <a:chExt cx="2357003" cy="738664"/>
          </a:xfrm>
        </p:grpSpPr>
        <p:sp>
          <p:nvSpPr>
            <p:cNvPr id="23" name="TextBox 22">
              <a:extLst>
                <a:ext uri="{FF2B5EF4-FFF2-40B4-BE49-F238E27FC236}">
                  <a16:creationId xmlns:a16="http://schemas.microsoft.com/office/drawing/2014/main" id="{7F1BE831-41E7-D3A3-5350-80459EAFEDEC}"/>
                </a:ext>
              </a:extLst>
            </p:cNvPr>
            <p:cNvSpPr txBox="1"/>
            <p:nvPr/>
          </p:nvSpPr>
          <p:spPr>
            <a:xfrm>
              <a:off x="2551707" y="4560313"/>
              <a:ext cx="2357001" cy="461665"/>
            </a:xfrm>
            <a:prstGeom prst="rect">
              <a:avLst/>
            </a:prstGeom>
            <a:noFill/>
          </p:spPr>
          <p:txBody>
            <a:bodyPr wrap="square" rtlCol="0">
              <a:spAutoFit/>
            </a:bodyPr>
            <a:lstStyle/>
            <a:p>
              <a:pPr algn="ctr"/>
              <a:r>
                <a:rPr lang="en-US" altLang="ko-KR" sz="1200" dirty="0">
                  <a:solidFill>
                    <a:schemeClr val="bg1"/>
                  </a:solidFill>
                  <a:cs typeface="Arial" pitchFamily="34" charset="0"/>
                </a:rPr>
                <a:t>Easy to change colors.</a:t>
              </a:r>
            </a:p>
          </p:txBody>
        </p:sp>
        <p:sp>
          <p:nvSpPr>
            <p:cNvPr id="24" name="TextBox 23">
              <a:extLst>
                <a:ext uri="{FF2B5EF4-FFF2-40B4-BE49-F238E27FC236}">
                  <a16:creationId xmlns:a16="http://schemas.microsoft.com/office/drawing/2014/main" id="{543883D0-1409-7CE2-91AB-0F02C2964A44}"/>
                </a:ext>
              </a:extLst>
            </p:cNvPr>
            <p:cNvSpPr txBox="1"/>
            <p:nvPr/>
          </p:nvSpPr>
          <p:spPr>
            <a:xfrm>
              <a:off x="2551705" y="4283314"/>
              <a:ext cx="2336966" cy="276999"/>
            </a:xfrm>
            <a:prstGeom prst="rect">
              <a:avLst/>
            </a:prstGeom>
            <a:noFill/>
          </p:spPr>
          <p:txBody>
            <a:bodyPr wrap="square" rtlCol="0">
              <a:spAutoFit/>
            </a:bodyPr>
            <a:lstStyle/>
            <a:p>
              <a:pPr algn="ctr"/>
              <a:r>
                <a:rPr lang="en-US" altLang="ko-KR" sz="1200" b="1" dirty="0">
                  <a:solidFill>
                    <a:schemeClr val="bg1"/>
                  </a:solidFill>
                  <a:cs typeface="Arial" pitchFamily="34" charset="0"/>
                </a:rPr>
                <a:t>Text Here</a:t>
              </a:r>
              <a:endParaRPr lang="ko-KR" altLang="en-US" sz="1200" b="1" dirty="0">
                <a:solidFill>
                  <a:schemeClr val="bg1"/>
                </a:solidFill>
                <a:cs typeface="Arial" pitchFamily="34" charset="0"/>
              </a:endParaRPr>
            </a:p>
          </p:txBody>
        </p:sp>
      </p:grpSp>
      <p:sp>
        <p:nvSpPr>
          <p:cNvPr id="25" name="TextBox 24">
            <a:extLst>
              <a:ext uri="{FF2B5EF4-FFF2-40B4-BE49-F238E27FC236}">
                <a16:creationId xmlns:a16="http://schemas.microsoft.com/office/drawing/2014/main" id="{CEDAFFF1-CD72-F488-1136-E7608651868B}"/>
              </a:ext>
            </a:extLst>
          </p:cNvPr>
          <p:cNvSpPr txBox="1"/>
          <p:nvPr/>
        </p:nvSpPr>
        <p:spPr>
          <a:xfrm>
            <a:off x="920241" y="1978298"/>
            <a:ext cx="5314074" cy="830997"/>
          </a:xfrm>
          <a:prstGeom prst="rect">
            <a:avLst/>
          </a:prstGeom>
          <a:noFill/>
        </p:spPr>
        <p:txBody>
          <a:bodyPr wrap="square" lIns="0" rIns="0" rtlCol="0">
            <a:spAutoFit/>
          </a:bodyPr>
          <a:lstStyle/>
          <a:p>
            <a:pPr algn="just"/>
            <a:r>
              <a:rPr lang="en-US" sz="1200" dirty="0">
                <a:ea typeface="Roboto Condensed Light" panose="02000000000000000000" pitchFamily="2" charset="0"/>
                <a:cs typeface="Roboto Condensed Light" panose="020000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p>
        </p:txBody>
      </p:sp>
      <p:sp>
        <p:nvSpPr>
          <p:cNvPr id="26" name="TextBox 25">
            <a:extLst>
              <a:ext uri="{FF2B5EF4-FFF2-40B4-BE49-F238E27FC236}">
                <a16:creationId xmlns:a16="http://schemas.microsoft.com/office/drawing/2014/main" id="{021FC85B-8065-535A-338D-9F40911F023C}"/>
              </a:ext>
            </a:extLst>
          </p:cNvPr>
          <p:cNvSpPr txBox="1"/>
          <p:nvPr/>
        </p:nvSpPr>
        <p:spPr>
          <a:xfrm>
            <a:off x="920241" y="3693352"/>
            <a:ext cx="5314074" cy="830997"/>
          </a:xfrm>
          <a:prstGeom prst="rect">
            <a:avLst/>
          </a:prstGeom>
          <a:noFill/>
        </p:spPr>
        <p:txBody>
          <a:bodyPr wrap="square" lIns="0" rIns="0" rtlCol="0">
            <a:spAutoFit/>
          </a:bodyPr>
          <a:lstStyle/>
          <a:p>
            <a:pPr algn="just"/>
            <a:r>
              <a:rPr lang="en-US" sz="1200" dirty="0">
                <a:ea typeface="Roboto Condensed Light" panose="02000000000000000000" pitchFamily="2" charset="0"/>
                <a:cs typeface="Roboto Condensed Light" panose="020000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p>
        </p:txBody>
      </p:sp>
      <p:sp>
        <p:nvSpPr>
          <p:cNvPr id="27" name="TextBox 26">
            <a:extLst>
              <a:ext uri="{FF2B5EF4-FFF2-40B4-BE49-F238E27FC236}">
                <a16:creationId xmlns:a16="http://schemas.microsoft.com/office/drawing/2014/main" id="{65C74AAE-02B5-04D2-8798-4B6796E5F241}"/>
              </a:ext>
            </a:extLst>
          </p:cNvPr>
          <p:cNvSpPr txBox="1"/>
          <p:nvPr/>
        </p:nvSpPr>
        <p:spPr>
          <a:xfrm>
            <a:off x="920241" y="2831908"/>
            <a:ext cx="5314074" cy="830997"/>
          </a:xfrm>
          <a:prstGeom prst="rect">
            <a:avLst/>
          </a:prstGeom>
          <a:noFill/>
        </p:spPr>
        <p:txBody>
          <a:bodyPr wrap="square" lIns="0" rIns="0" rtlCol="0">
            <a:spAutoFit/>
          </a:bodyPr>
          <a:lstStyle/>
          <a:p>
            <a:pPr algn="just"/>
            <a:r>
              <a:rPr lang="en-US" sz="1200" dirty="0">
                <a:ea typeface="Roboto Condensed Light" panose="02000000000000000000" pitchFamily="2" charset="0"/>
                <a:cs typeface="Roboto Condensed Light" panose="020000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p>
        </p:txBody>
      </p:sp>
      <p:sp>
        <p:nvSpPr>
          <p:cNvPr id="28" name="Chevron 2">
            <a:extLst>
              <a:ext uri="{FF2B5EF4-FFF2-40B4-BE49-F238E27FC236}">
                <a16:creationId xmlns:a16="http://schemas.microsoft.com/office/drawing/2014/main" id="{5ABCA74B-D8C9-B64F-D902-EDD98B84212A}"/>
              </a:ext>
            </a:extLst>
          </p:cNvPr>
          <p:cNvSpPr/>
          <p:nvPr/>
        </p:nvSpPr>
        <p:spPr>
          <a:xfrm rot="5400000">
            <a:off x="7515494" y="2105916"/>
            <a:ext cx="206950" cy="204338"/>
          </a:xfrm>
          <a:custGeom>
            <a:avLst/>
            <a:gdLst/>
            <a:ahLst/>
            <a:cxnLst/>
            <a:rect l="l" t="t" r="r" b="b"/>
            <a:pathLst>
              <a:path w="3830741" h="3782395">
                <a:moveTo>
                  <a:pt x="272737" y="3782395"/>
                </a:moveTo>
                <a:lnTo>
                  <a:pt x="272737" y="1129329"/>
                </a:lnTo>
                <a:cubicBezTo>
                  <a:pt x="368718" y="1192933"/>
                  <a:pt x="457831" y="1251924"/>
                  <a:pt x="541946" y="1307175"/>
                </a:cubicBezTo>
                <a:lnTo>
                  <a:pt x="541946" y="3513186"/>
                </a:lnTo>
                <a:lnTo>
                  <a:pt x="3561532" y="3513186"/>
                </a:lnTo>
                <a:lnTo>
                  <a:pt x="3561532" y="1985872"/>
                </a:lnTo>
                <a:lnTo>
                  <a:pt x="3590324" y="1967561"/>
                </a:lnTo>
                <a:cubicBezTo>
                  <a:pt x="3580733" y="1962993"/>
                  <a:pt x="3571122" y="1958413"/>
                  <a:pt x="3561532" y="1953733"/>
                </a:cubicBezTo>
                <a:lnTo>
                  <a:pt x="3561532" y="522839"/>
                </a:lnTo>
                <a:lnTo>
                  <a:pt x="881682" y="522839"/>
                </a:lnTo>
                <a:cubicBezTo>
                  <a:pt x="739027" y="434224"/>
                  <a:pt x="600115" y="344664"/>
                  <a:pt x="466828" y="253630"/>
                </a:cubicBezTo>
                <a:lnTo>
                  <a:pt x="3830741" y="253630"/>
                </a:lnTo>
                <a:lnTo>
                  <a:pt x="3830741" y="3782395"/>
                </a:lnTo>
                <a:close/>
                <a:moveTo>
                  <a:pt x="0" y="0"/>
                </a:moveTo>
                <a:cubicBezTo>
                  <a:pt x="678168" y="716943"/>
                  <a:pt x="2221880" y="1454406"/>
                  <a:pt x="3416058" y="1983649"/>
                </a:cubicBezTo>
                <a:cubicBezTo>
                  <a:pt x="2906515" y="2315100"/>
                  <a:pt x="1976707" y="2643252"/>
                  <a:pt x="1914290" y="3355250"/>
                </a:cubicBezTo>
                <a:lnTo>
                  <a:pt x="1318205" y="3154450"/>
                </a:lnTo>
                <a:cubicBezTo>
                  <a:pt x="1531531" y="2503259"/>
                  <a:pt x="1765419" y="2324696"/>
                  <a:pt x="2221606" y="1999551"/>
                </a:cubicBezTo>
                <a:cubicBezTo>
                  <a:pt x="1369032" y="1616387"/>
                  <a:pt x="1025337" y="1447905"/>
                  <a:pt x="21688" y="786442"/>
                </a:cubicBezTo>
                <a:cubicBezTo>
                  <a:pt x="14534" y="524743"/>
                  <a:pt x="14718" y="351758"/>
                  <a:pt x="0"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29" name="Chevron 2">
            <a:extLst>
              <a:ext uri="{FF2B5EF4-FFF2-40B4-BE49-F238E27FC236}">
                <a16:creationId xmlns:a16="http://schemas.microsoft.com/office/drawing/2014/main" id="{2399E2E2-6928-C5F4-BCD2-FD9951B63CEC}"/>
              </a:ext>
            </a:extLst>
          </p:cNvPr>
          <p:cNvSpPr/>
          <p:nvPr/>
        </p:nvSpPr>
        <p:spPr>
          <a:xfrm rot="5400000">
            <a:off x="7515494" y="3547626"/>
            <a:ext cx="206950" cy="204338"/>
          </a:xfrm>
          <a:custGeom>
            <a:avLst/>
            <a:gdLst/>
            <a:ahLst/>
            <a:cxnLst/>
            <a:rect l="l" t="t" r="r" b="b"/>
            <a:pathLst>
              <a:path w="3830741" h="3782395">
                <a:moveTo>
                  <a:pt x="272737" y="3782395"/>
                </a:moveTo>
                <a:lnTo>
                  <a:pt x="272737" y="1129329"/>
                </a:lnTo>
                <a:cubicBezTo>
                  <a:pt x="368718" y="1192933"/>
                  <a:pt x="457831" y="1251924"/>
                  <a:pt x="541946" y="1307175"/>
                </a:cubicBezTo>
                <a:lnTo>
                  <a:pt x="541946" y="3513186"/>
                </a:lnTo>
                <a:lnTo>
                  <a:pt x="3561532" y="3513186"/>
                </a:lnTo>
                <a:lnTo>
                  <a:pt x="3561532" y="1985872"/>
                </a:lnTo>
                <a:lnTo>
                  <a:pt x="3590324" y="1967561"/>
                </a:lnTo>
                <a:cubicBezTo>
                  <a:pt x="3580733" y="1962993"/>
                  <a:pt x="3571122" y="1958413"/>
                  <a:pt x="3561532" y="1953733"/>
                </a:cubicBezTo>
                <a:lnTo>
                  <a:pt x="3561532" y="522839"/>
                </a:lnTo>
                <a:lnTo>
                  <a:pt x="881682" y="522839"/>
                </a:lnTo>
                <a:cubicBezTo>
                  <a:pt x="739027" y="434224"/>
                  <a:pt x="600115" y="344664"/>
                  <a:pt x="466828" y="253630"/>
                </a:cubicBezTo>
                <a:lnTo>
                  <a:pt x="3830741" y="253630"/>
                </a:lnTo>
                <a:lnTo>
                  <a:pt x="3830741" y="3782395"/>
                </a:lnTo>
                <a:close/>
                <a:moveTo>
                  <a:pt x="0" y="0"/>
                </a:moveTo>
                <a:cubicBezTo>
                  <a:pt x="678168" y="716943"/>
                  <a:pt x="2221880" y="1454406"/>
                  <a:pt x="3416058" y="1983649"/>
                </a:cubicBezTo>
                <a:cubicBezTo>
                  <a:pt x="2906515" y="2315100"/>
                  <a:pt x="1976707" y="2643252"/>
                  <a:pt x="1914290" y="3355250"/>
                </a:cubicBezTo>
                <a:lnTo>
                  <a:pt x="1318205" y="3154450"/>
                </a:lnTo>
                <a:cubicBezTo>
                  <a:pt x="1531531" y="2503259"/>
                  <a:pt x="1765419" y="2324696"/>
                  <a:pt x="2221606" y="1999551"/>
                </a:cubicBezTo>
                <a:cubicBezTo>
                  <a:pt x="1369032" y="1616387"/>
                  <a:pt x="1025337" y="1447905"/>
                  <a:pt x="21688" y="786442"/>
                </a:cubicBezTo>
                <a:cubicBezTo>
                  <a:pt x="14534" y="524743"/>
                  <a:pt x="14718" y="351758"/>
                  <a:pt x="0"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30" name="Chevron 2">
            <a:extLst>
              <a:ext uri="{FF2B5EF4-FFF2-40B4-BE49-F238E27FC236}">
                <a16:creationId xmlns:a16="http://schemas.microsoft.com/office/drawing/2014/main" id="{A8574D09-6919-6F40-AD7F-8B59D6A12BD4}"/>
              </a:ext>
            </a:extLst>
          </p:cNvPr>
          <p:cNvSpPr/>
          <p:nvPr/>
        </p:nvSpPr>
        <p:spPr>
          <a:xfrm rot="5400000">
            <a:off x="7515494" y="4989337"/>
            <a:ext cx="206950" cy="204338"/>
          </a:xfrm>
          <a:custGeom>
            <a:avLst/>
            <a:gdLst/>
            <a:ahLst/>
            <a:cxnLst/>
            <a:rect l="l" t="t" r="r" b="b"/>
            <a:pathLst>
              <a:path w="3830741" h="3782395">
                <a:moveTo>
                  <a:pt x="272737" y="3782395"/>
                </a:moveTo>
                <a:lnTo>
                  <a:pt x="272737" y="1129329"/>
                </a:lnTo>
                <a:cubicBezTo>
                  <a:pt x="368718" y="1192933"/>
                  <a:pt x="457831" y="1251924"/>
                  <a:pt x="541946" y="1307175"/>
                </a:cubicBezTo>
                <a:lnTo>
                  <a:pt x="541946" y="3513186"/>
                </a:lnTo>
                <a:lnTo>
                  <a:pt x="3561532" y="3513186"/>
                </a:lnTo>
                <a:lnTo>
                  <a:pt x="3561532" y="1985872"/>
                </a:lnTo>
                <a:lnTo>
                  <a:pt x="3590324" y="1967561"/>
                </a:lnTo>
                <a:cubicBezTo>
                  <a:pt x="3580733" y="1962993"/>
                  <a:pt x="3571122" y="1958413"/>
                  <a:pt x="3561532" y="1953733"/>
                </a:cubicBezTo>
                <a:lnTo>
                  <a:pt x="3561532" y="522839"/>
                </a:lnTo>
                <a:lnTo>
                  <a:pt x="881682" y="522839"/>
                </a:lnTo>
                <a:cubicBezTo>
                  <a:pt x="739027" y="434224"/>
                  <a:pt x="600115" y="344664"/>
                  <a:pt x="466828" y="253630"/>
                </a:cubicBezTo>
                <a:lnTo>
                  <a:pt x="3830741" y="253630"/>
                </a:lnTo>
                <a:lnTo>
                  <a:pt x="3830741" y="3782395"/>
                </a:lnTo>
                <a:close/>
                <a:moveTo>
                  <a:pt x="0" y="0"/>
                </a:moveTo>
                <a:cubicBezTo>
                  <a:pt x="678168" y="716943"/>
                  <a:pt x="2221880" y="1454406"/>
                  <a:pt x="3416058" y="1983649"/>
                </a:cubicBezTo>
                <a:cubicBezTo>
                  <a:pt x="2906515" y="2315100"/>
                  <a:pt x="1976707" y="2643252"/>
                  <a:pt x="1914290" y="3355250"/>
                </a:cubicBezTo>
                <a:lnTo>
                  <a:pt x="1318205" y="3154450"/>
                </a:lnTo>
                <a:cubicBezTo>
                  <a:pt x="1531531" y="2503259"/>
                  <a:pt x="1765419" y="2324696"/>
                  <a:pt x="2221606" y="1999551"/>
                </a:cubicBezTo>
                <a:cubicBezTo>
                  <a:pt x="1369032" y="1616387"/>
                  <a:pt x="1025337" y="1447905"/>
                  <a:pt x="21688" y="786442"/>
                </a:cubicBezTo>
                <a:cubicBezTo>
                  <a:pt x="14534" y="524743"/>
                  <a:pt x="14718" y="351758"/>
                  <a:pt x="0"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31" name="TextBox 30">
            <a:extLst>
              <a:ext uri="{FF2B5EF4-FFF2-40B4-BE49-F238E27FC236}">
                <a16:creationId xmlns:a16="http://schemas.microsoft.com/office/drawing/2014/main" id="{76979B5B-0657-B488-506A-5AEF05047DE7}"/>
              </a:ext>
            </a:extLst>
          </p:cNvPr>
          <p:cNvSpPr txBox="1"/>
          <p:nvPr/>
        </p:nvSpPr>
        <p:spPr>
          <a:xfrm>
            <a:off x="7898241" y="1978298"/>
            <a:ext cx="3103359" cy="1200329"/>
          </a:xfrm>
          <a:prstGeom prst="rect">
            <a:avLst/>
          </a:prstGeom>
          <a:noFill/>
        </p:spPr>
        <p:txBody>
          <a:bodyPr wrap="square" lIns="0" rIns="0" rtlCol="0">
            <a:spAutoFit/>
          </a:bodyPr>
          <a:lstStyle/>
          <a:p>
            <a:pPr algn="just"/>
            <a:r>
              <a:rPr lang="en-US" sz="1200" dirty="0">
                <a:ea typeface="Roboto Condensed Light" panose="02000000000000000000" pitchFamily="2" charset="0"/>
                <a:cs typeface="Roboto Condensed Light" panose="020000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p>
        </p:txBody>
      </p:sp>
      <p:sp>
        <p:nvSpPr>
          <p:cNvPr id="32" name="TextBox 31">
            <a:extLst>
              <a:ext uri="{FF2B5EF4-FFF2-40B4-BE49-F238E27FC236}">
                <a16:creationId xmlns:a16="http://schemas.microsoft.com/office/drawing/2014/main" id="{EB51DE5F-BBDF-019D-DDF8-83D3455C7006}"/>
              </a:ext>
            </a:extLst>
          </p:cNvPr>
          <p:cNvSpPr txBox="1"/>
          <p:nvPr/>
        </p:nvSpPr>
        <p:spPr>
          <a:xfrm>
            <a:off x="7898240" y="3429000"/>
            <a:ext cx="3103359" cy="1200329"/>
          </a:xfrm>
          <a:prstGeom prst="rect">
            <a:avLst/>
          </a:prstGeom>
          <a:noFill/>
        </p:spPr>
        <p:txBody>
          <a:bodyPr wrap="square" lIns="0" rIns="0" rtlCol="0">
            <a:spAutoFit/>
          </a:bodyPr>
          <a:lstStyle/>
          <a:p>
            <a:pPr algn="just"/>
            <a:r>
              <a:rPr lang="en-US" sz="1200" dirty="0">
                <a:ea typeface="Roboto Condensed Light" panose="02000000000000000000" pitchFamily="2" charset="0"/>
                <a:cs typeface="Roboto Condensed Light" panose="020000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p>
        </p:txBody>
      </p:sp>
      <p:sp>
        <p:nvSpPr>
          <p:cNvPr id="33" name="TextBox 32">
            <a:extLst>
              <a:ext uri="{FF2B5EF4-FFF2-40B4-BE49-F238E27FC236}">
                <a16:creationId xmlns:a16="http://schemas.microsoft.com/office/drawing/2014/main" id="{017638F4-075A-86E1-933C-A469032916BA}"/>
              </a:ext>
            </a:extLst>
          </p:cNvPr>
          <p:cNvSpPr txBox="1"/>
          <p:nvPr/>
        </p:nvSpPr>
        <p:spPr>
          <a:xfrm>
            <a:off x="7898241" y="4866826"/>
            <a:ext cx="3103359" cy="1200329"/>
          </a:xfrm>
          <a:prstGeom prst="rect">
            <a:avLst/>
          </a:prstGeom>
          <a:noFill/>
        </p:spPr>
        <p:txBody>
          <a:bodyPr wrap="square" lIns="0" rIns="0" rtlCol="0">
            <a:spAutoFit/>
          </a:bodyPr>
          <a:lstStyle/>
          <a:p>
            <a:pPr algn="just"/>
            <a:r>
              <a:rPr lang="en-US" sz="1200" dirty="0">
                <a:ea typeface="Roboto Condensed Light" panose="02000000000000000000" pitchFamily="2" charset="0"/>
                <a:cs typeface="Roboto Condensed Light" panose="020000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p>
        </p:txBody>
      </p:sp>
      <p:pic>
        <p:nvPicPr>
          <p:cNvPr id="3" name="Picture 2">
            <a:extLst>
              <a:ext uri="{FF2B5EF4-FFF2-40B4-BE49-F238E27FC236}">
                <a16:creationId xmlns:a16="http://schemas.microsoft.com/office/drawing/2014/main" id="{4458F1EA-447C-486C-DE06-EF8199F796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spTree>
    <p:extLst>
      <p:ext uri="{BB962C8B-B14F-4D97-AF65-F5344CB8AC3E}">
        <p14:creationId xmlns:p14="http://schemas.microsoft.com/office/powerpoint/2010/main" val="793206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22">
            <a:extLst>
              <a:ext uri="{FF2B5EF4-FFF2-40B4-BE49-F238E27FC236}">
                <a16:creationId xmlns:a16="http://schemas.microsoft.com/office/drawing/2014/main" id="{80E11848-334E-A036-4E9F-951826533701}"/>
              </a:ext>
            </a:extLst>
          </p:cNvPr>
          <p:cNvSpPr>
            <a:spLocks noEditPoints="1"/>
          </p:cNvSpPr>
          <p:nvPr/>
        </p:nvSpPr>
        <p:spPr bwMode="auto">
          <a:xfrm>
            <a:off x="7841135" y="3942826"/>
            <a:ext cx="315515" cy="361950"/>
          </a:xfrm>
          <a:custGeom>
            <a:avLst/>
            <a:gdLst>
              <a:gd name="T0" fmla="*/ 104 w 112"/>
              <a:gd name="T1" fmla="*/ 20 h 128"/>
              <a:gd name="T2" fmla="*/ 100 w 112"/>
              <a:gd name="T3" fmla="*/ 5 h 128"/>
              <a:gd name="T4" fmla="*/ 92 w 112"/>
              <a:gd name="T5" fmla="*/ 0 h 128"/>
              <a:gd name="T6" fmla="*/ 20 w 112"/>
              <a:gd name="T7" fmla="*/ 0 h 128"/>
              <a:gd name="T8" fmla="*/ 12 w 112"/>
              <a:gd name="T9" fmla="*/ 5 h 128"/>
              <a:gd name="T10" fmla="*/ 8 w 112"/>
              <a:gd name="T11" fmla="*/ 20 h 128"/>
              <a:gd name="T12" fmla="*/ 0 w 112"/>
              <a:gd name="T13" fmla="*/ 28 h 128"/>
              <a:gd name="T14" fmla="*/ 0 w 112"/>
              <a:gd name="T15" fmla="*/ 40 h 128"/>
              <a:gd name="T16" fmla="*/ 8 w 112"/>
              <a:gd name="T17" fmla="*/ 48 h 128"/>
              <a:gd name="T18" fmla="*/ 12 w 112"/>
              <a:gd name="T19" fmla="*/ 48 h 128"/>
              <a:gd name="T20" fmla="*/ 12 w 112"/>
              <a:gd name="T21" fmla="*/ 49 h 128"/>
              <a:gd name="T22" fmla="*/ 20 w 112"/>
              <a:gd name="T23" fmla="*/ 121 h 128"/>
              <a:gd name="T24" fmla="*/ 28 w 112"/>
              <a:gd name="T25" fmla="*/ 128 h 128"/>
              <a:gd name="T26" fmla="*/ 84 w 112"/>
              <a:gd name="T27" fmla="*/ 128 h 128"/>
              <a:gd name="T28" fmla="*/ 92 w 112"/>
              <a:gd name="T29" fmla="*/ 121 h 128"/>
              <a:gd name="T30" fmla="*/ 100 w 112"/>
              <a:gd name="T31" fmla="*/ 49 h 128"/>
              <a:gd name="T32" fmla="*/ 100 w 112"/>
              <a:gd name="T33" fmla="*/ 48 h 128"/>
              <a:gd name="T34" fmla="*/ 104 w 112"/>
              <a:gd name="T35" fmla="*/ 48 h 128"/>
              <a:gd name="T36" fmla="*/ 112 w 112"/>
              <a:gd name="T37" fmla="*/ 40 h 128"/>
              <a:gd name="T38" fmla="*/ 112 w 112"/>
              <a:gd name="T39" fmla="*/ 28 h 128"/>
              <a:gd name="T40" fmla="*/ 104 w 112"/>
              <a:gd name="T41" fmla="*/ 20 h 128"/>
              <a:gd name="T42" fmla="*/ 20 w 112"/>
              <a:gd name="T43" fmla="*/ 8 h 128"/>
              <a:gd name="T44" fmla="*/ 92 w 112"/>
              <a:gd name="T45" fmla="*/ 8 h 128"/>
              <a:gd name="T46" fmla="*/ 96 w 112"/>
              <a:gd name="T47" fmla="*/ 20 h 128"/>
              <a:gd name="T48" fmla="*/ 16 w 112"/>
              <a:gd name="T49" fmla="*/ 20 h 128"/>
              <a:gd name="T50" fmla="*/ 20 w 112"/>
              <a:gd name="T51" fmla="*/ 8 h 128"/>
              <a:gd name="T52" fmla="*/ 28 w 112"/>
              <a:gd name="T53" fmla="*/ 120 h 128"/>
              <a:gd name="T54" fmla="*/ 27 w 112"/>
              <a:gd name="T55" fmla="*/ 108 h 128"/>
              <a:gd name="T56" fmla="*/ 85 w 112"/>
              <a:gd name="T57" fmla="*/ 108 h 128"/>
              <a:gd name="T58" fmla="*/ 84 w 112"/>
              <a:gd name="T59" fmla="*/ 120 h 128"/>
              <a:gd name="T60" fmla="*/ 28 w 112"/>
              <a:gd name="T61" fmla="*/ 120 h 128"/>
              <a:gd name="T62" fmla="*/ 86 w 112"/>
              <a:gd name="T63" fmla="*/ 104 h 128"/>
              <a:gd name="T64" fmla="*/ 26 w 112"/>
              <a:gd name="T65" fmla="*/ 104 h 128"/>
              <a:gd name="T66" fmla="*/ 22 w 112"/>
              <a:gd name="T67" fmla="*/ 64 h 128"/>
              <a:gd name="T68" fmla="*/ 90 w 112"/>
              <a:gd name="T69" fmla="*/ 64 h 128"/>
              <a:gd name="T70" fmla="*/ 86 w 112"/>
              <a:gd name="T71" fmla="*/ 104 h 128"/>
              <a:gd name="T72" fmla="*/ 91 w 112"/>
              <a:gd name="T73" fmla="*/ 60 h 128"/>
              <a:gd name="T74" fmla="*/ 21 w 112"/>
              <a:gd name="T75" fmla="*/ 60 h 128"/>
              <a:gd name="T76" fmla="*/ 20 w 112"/>
              <a:gd name="T77" fmla="*/ 48 h 128"/>
              <a:gd name="T78" fmla="*/ 92 w 112"/>
              <a:gd name="T79" fmla="*/ 48 h 128"/>
              <a:gd name="T80" fmla="*/ 91 w 112"/>
              <a:gd name="T81" fmla="*/ 60 h 128"/>
              <a:gd name="T82" fmla="*/ 104 w 112"/>
              <a:gd name="T83" fmla="*/ 40 h 128"/>
              <a:gd name="T84" fmla="*/ 8 w 112"/>
              <a:gd name="T85" fmla="*/ 40 h 128"/>
              <a:gd name="T86" fmla="*/ 8 w 112"/>
              <a:gd name="T87" fmla="*/ 28 h 128"/>
              <a:gd name="T88" fmla="*/ 104 w 112"/>
              <a:gd name="T89" fmla="*/ 28 h 128"/>
              <a:gd name="T90" fmla="*/ 104 w 112"/>
              <a:gd name="T91" fmla="*/ 4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12" h="128">
                <a:moveTo>
                  <a:pt x="104" y="20"/>
                </a:moveTo>
                <a:cubicBezTo>
                  <a:pt x="100" y="5"/>
                  <a:pt x="100" y="5"/>
                  <a:pt x="100" y="5"/>
                </a:cubicBezTo>
                <a:cubicBezTo>
                  <a:pt x="99" y="2"/>
                  <a:pt x="95" y="0"/>
                  <a:pt x="92" y="0"/>
                </a:cubicBezTo>
                <a:cubicBezTo>
                  <a:pt x="20" y="0"/>
                  <a:pt x="20" y="0"/>
                  <a:pt x="20" y="0"/>
                </a:cubicBezTo>
                <a:cubicBezTo>
                  <a:pt x="17" y="0"/>
                  <a:pt x="13" y="2"/>
                  <a:pt x="12" y="5"/>
                </a:cubicBezTo>
                <a:cubicBezTo>
                  <a:pt x="8" y="20"/>
                  <a:pt x="8" y="20"/>
                  <a:pt x="8" y="20"/>
                </a:cubicBezTo>
                <a:cubicBezTo>
                  <a:pt x="3" y="20"/>
                  <a:pt x="0" y="24"/>
                  <a:pt x="0" y="28"/>
                </a:cubicBezTo>
                <a:cubicBezTo>
                  <a:pt x="0" y="40"/>
                  <a:pt x="0" y="40"/>
                  <a:pt x="0" y="40"/>
                </a:cubicBezTo>
                <a:cubicBezTo>
                  <a:pt x="0" y="44"/>
                  <a:pt x="4" y="48"/>
                  <a:pt x="8" y="48"/>
                </a:cubicBezTo>
                <a:cubicBezTo>
                  <a:pt x="12" y="48"/>
                  <a:pt x="12" y="48"/>
                  <a:pt x="12" y="48"/>
                </a:cubicBezTo>
                <a:cubicBezTo>
                  <a:pt x="12" y="48"/>
                  <a:pt x="12" y="49"/>
                  <a:pt x="12" y="49"/>
                </a:cubicBezTo>
                <a:cubicBezTo>
                  <a:pt x="20" y="121"/>
                  <a:pt x="20" y="121"/>
                  <a:pt x="20" y="121"/>
                </a:cubicBezTo>
                <a:cubicBezTo>
                  <a:pt x="20" y="125"/>
                  <a:pt x="24" y="128"/>
                  <a:pt x="28" y="128"/>
                </a:cubicBezTo>
                <a:cubicBezTo>
                  <a:pt x="84" y="128"/>
                  <a:pt x="84" y="128"/>
                  <a:pt x="84" y="128"/>
                </a:cubicBezTo>
                <a:cubicBezTo>
                  <a:pt x="88" y="128"/>
                  <a:pt x="92" y="125"/>
                  <a:pt x="92" y="121"/>
                </a:cubicBezTo>
                <a:cubicBezTo>
                  <a:pt x="100" y="49"/>
                  <a:pt x="100" y="49"/>
                  <a:pt x="100" y="49"/>
                </a:cubicBezTo>
                <a:cubicBezTo>
                  <a:pt x="100" y="49"/>
                  <a:pt x="100" y="48"/>
                  <a:pt x="100" y="48"/>
                </a:cubicBezTo>
                <a:cubicBezTo>
                  <a:pt x="104" y="48"/>
                  <a:pt x="104" y="48"/>
                  <a:pt x="104" y="48"/>
                </a:cubicBezTo>
                <a:cubicBezTo>
                  <a:pt x="108" y="48"/>
                  <a:pt x="112" y="44"/>
                  <a:pt x="112" y="40"/>
                </a:cubicBezTo>
                <a:cubicBezTo>
                  <a:pt x="112" y="28"/>
                  <a:pt x="112" y="28"/>
                  <a:pt x="112" y="28"/>
                </a:cubicBezTo>
                <a:cubicBezTo>
                  <a:pt x="112" y="24"/>
                  <a:pt x="109" y="20"/>
                  <a:pt x="104" y="20"/>
                </a:cubicBezTo>
                <a:close/>
                <a:moveTo>
                  <a:pt x="20" y="8"/>
                </a:moveTo>
                <a:cubicBezTo>
                  <a:pt x="92" y="8"/>
                  <a:pt x="92" y="8"/>
                  <a:pt x="92" y="8"/>
                </a:cubicBezTo>
                <a:cubicBezTo>
                  <a:pt x="96" y="20"/>
                  <a:pt x="96" y="20"/>
                  <a:pt x="96" y="20"/>
                </a:cubicBezTo>
                <a:cubicBezTo>
                  <a:pt x="16" y="20"/>
                  <a:pt x="16" y="20"/>
                  <a:pt x="16" y="20"/>
                </a:cubicBezTo>
                <a:lnTo>
                  <a:pt x="20" y="8"/>
                </a:lnTo>
                <a:close/>
                <a:moveTo>
                  <a:pt x="28" y="120"/>
                </a:moveTo>
                <a:cubicBezTo>
                  <a:pt x="27" y="108"/>
                  <a:pt x="27" y="108"/>
                  <a:pt x="27" y="108"/>
                </a:cubicBezTo>
                <a:cubicBezTo>
                  <a:pt x="85" y="108"/>
                  <a:pt x="85" y="108"/>
                  <a:pt x="85" y="108"/>
                </a:cubicBezTo>
                <a:cubicBezTo>
                  <a:pt x="84" y="120"/>
                  <a:pt x="84" y="120"/>
                  <a:pt x="84" y="120"/>
                </a:cubicBezTo>
                <a:lnTo>
                  <a:pt x="28" y="120"/>
                </a:lnTo>
                <a:close/>
                <a:moveTo>
                  <a:pt x="86" y="104"/>
                </a:moveTo>
                <a:cubicBezTo>
                  <a:pt x="26" y="104"/>
                  <a:pt x="26" y="104"/>
                  <a:pt x="26" y="104"/>
                </a:cubicBezTo>
                <a:cubicBezTo>
                  <a:pt x="22" y="64"/>
                  <a:pt x="22" y="64"/>
                  <a:pt x="22" y="64"/>
                </a:cubicBezTo>
                <a:cubicBezTo>
                  <a:pt x="90" y="64"/>
                  <a:pt x="90" y="64"/>
                  <a:pt x="90" y="64"/>
                </a:cubicBezTo>
                <a:lnTo>
                  <a:pt x="86" y="104"/>
                </a:lnTo>
                <a:close/>
                <a:moveTo>
                  <a:pt x="91" y="60"/>
                </a:moveTo>
                <a:cubicBezTo>
                  <a:pt x="21" y="60"/>
                  <a:pt x="21" y="60"/>
                  <a:pt x="21" y="60"/>
                </a:cubicBezTo>
                <a:cubicBezTo>
                  <a:pt x="20" y="48"/>
                  <a:pt x="20" y="48"/>
                  <a:pt x="20" y="48"/>
                </a:cubicBezTo>
                <a:cubicBezTo>
                  <a:pt x="92" y="48"/>
                  <a:pt x="92" y="48"/>
                  <a:pt x="92" y="48"/>
                </a:cubicBezTo>
                <a:lnTo>
                  <a:pt x="91" y="60"/>
                </a:lnTo>
                <a:close/>
                <a:moveTo>
                  <a:pt x="104" y="40"/>
                </a:moveTo>
                <a:cubicBezTo>
                  <a:pt x="8" y="40"/>
                  <a:pt x="8" y="40"/>
                  <a:pt x="8" y="40"/>
                </a:cubicBezTo>
                <a:cubicBezTo>
                  <a:pt x="8" y="28"/>
                  <a:pt x="8" y="28"/>
                  <a:pt x="8" y="28"/>
                </a:cubicBezTo>
                <a:cubicBezTo>
                  <a:pt x="104" y="28"/>
                  <a:pt x="104" y="28"/>
                  <a:pt x="104" y="28"/>
                </a:cubicBezTo>
                <a:lnTo>
                  <a:pt x="104" y="40"/>
                </a:lnTo>
                <a:close/>
              </a:path>
            </a:pathLst>
          </a:custGeom>
          <a:solidFill>
            <a:schemeClr val="accent6"/>
          </a:solidFill>
          <a:ln>
            <a:noFill/>
          </a:ln>
        </p:spPr>
        <p:txBody>
          <a:bodyPr vert="horz" wrap="square" lIns="68580" tIns="34290" rIns="68580" bIns="34290" numCol="1" anchor="t" anchorCtr="0" compatLnSpc="1">
            <a:prstTxWarp prst="textNoShape">
              <a:avLst/>
            </a:prstTxWarp>
          </a:bodyPr>
          <a:lstStyle/>
          <a:p>
            <a:endParaRPr lang="id-ID" sz="1350"/>
          </a:p>
        </p:txBody>
      </p:sp>
      <p:grpSp>
        <p:nvGrpSpPr>
          <p:cNvPr id="8" name="Group 7">
            <a:extLst>
              <a:ext uri="{FF2B5EF4-FFF2-40B4-BE49-F238E27FC236}">
                <a16:creationId xmlns:a16="http://schemas.microsoft.com/office/drawing/2014/main" id="{9B04F3F8-F6AF-2EC1-775F-66F98CBA5068}"/>
              </a:ext>
            </a:extLst>
          </p:cNvPr>
          <p:cNvGrpSpPr/>
          <p:nvPr/>
        </p:nvGrpSpPr>
        <p:grpSpPr>
          <a:xfrm>
            <a:off x="824742" y="3976760"/>
            <a:ext cx="360759" cy="316706"/>
            <a:chOff x="6336507" y="4842935"/>
            <a:chExt cx="481012" cy="422275"/>
          </a:xfrm>
          <a:solidFill>
            <a:schemeClr val="accent4"/>
          </a:solidFill>
        </p:grpSpPr>
        <p:sp>
          <p:nvSpPr>
            <p:cNvPr id="9" name="Freeform 23">
              <a:extLst>
                <a:ext uri="{FF2B5EF4-FFF2-40B4-BE49-F238E27FC236}">
                  <a16:creationId xmlns:a16="http://schemas.microsoft.com/office/drawing/2014/main" id="{B6618506-1D76-875E-DF1A-59669165AA7D}"/>
                </a:ext>
              </a:extLst>
            </p:cNvPr>
            <p:cNvSpPr>
              <a:spLocks noEditPoints="1"/>
            </p:cNvSpPr>
            <p:nvPr/>
          </p:nvSpPr>
          <p:spPr bwMode="auto">
            <a:xfrm>
              <a:off x="6336507" y="4842935"/>
              <a:ext cx="481012" cy="422275"/>
            </a:xfrm>
            <a:custGeom>
              <a:avLst/>
              <a:gdLst>
                <a:gd name="T0" fmla="*/ 128 w 128"/>
                <a:gd name="T1" fmla="*/ 66 h 112"/>
                <a:gd name="T2" fmla="*/ 112 w 128"/>
                <a:gd name="T3" fmla="*/ 6 h 112"/>
                <a:gd name="T4" fmla="*/ 104 w 128"/>
                <a:gd name="T5" fmla="*/ 0 h 112"/>
                <a:gd name="T6" fmla="*/ 64 w 128"/>
                <a:gd name="T7" fmla="*/ 0 h 112"/>
                <a:gd name="T8" fmla="*/ 24 w 128"/>
                <a:gd name="T9" fmla="*/ 0 h 112"/>
                <a:gd name="T10" fmla="*/ 16 w 128"/>
                <a:gd name="T11" fmla="*/ 6 h 112"/>
                <a:gd name="T12" fmla="*/ 0 w 128"/>
                <a:gd name="T13" fmla="*/ 66 h 112"/>
                <a:gd name="T14" fmla="*/ 0 w 128"/>
                <a:gd name="T15" fmla="*/ 68 h 112"/>
                <a:gd name="T16" fmla="*/ 0 w 128"/>
                <a:gd name="T17" fmla="*/ 96 h 112"/>
                <a:gd name="T18" fmla="*/ 16 w 128"/>
                <a:gd name="T19" fmla="*/ 112 h 112"/>
                <a:gd name="T20" fmla="*/ 112 w 128"/>
                <a:gd name="T21" fmla="*/ 112 h 112"/>
                <a:gd name="T22" fmla="*/ 128 w 128"/>
                <a:gd name="T23" fmla="*/ 96 h 112"/>
                <a:gd name="T24" fmla="*/ 128 w 128"/>
                <a:gd name="T25" fmla="*/ 68 h 112"/>
                <a:gd name="T26" fmla="*/ 128 w 128"/>
                <a:gd name="T27" fmla="*/ 66 h 112"/>
                <a:gd name="T28" fmla="*/ 120 w 128"/>
                <a:gd name="T29" fmla="*/ 96 h 112"/>
                <a:gd name="T30" fmla="*/ 112 w 128"/>
                <a:gd name="T31" fmla="*/ 104 h 112"/>
                <a:gd name="T32" fmla="*/ 16 w 128"/>
                <a:gd name="T33" fmla="*/ 104 h 112"/>
                <a:gd name="T34" fmla="*/ 8 w 128"/>
                <a:gd name="T35" fmla="*/ 96 h 112"/>
                <a:gd name="T36" fmla="*/ 8 w 128"/>
                <a:gd name="T37" fmla="*/ 68 h 112"/>
                <a:gd name="T38" fmla="*/ 24 w 128"/>
                <a:gd name="T39" fmla="*/ 8 h 112"/>
                <a:gd name="T40" fmla="*/ 104 w 128"/>
                <a:gd name="T41" fmla="*/ 8 h 112"/>
                <a:gd name="T42" fmla="*/ 120 w 128"/>
                <a:gd name="T43" fmla="*/ 68 h 112"/>
                <a:gd name="T44" fmla="*/ 120 w 128"/>
                <a:gd name="T45" fmla="*/ 9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8" h="112">
                  <a:moveTo>
                    <a:pt x="128" y="66"/>
                  </a:moveTo>
                  <a:cubicBezTo>
                    <a:pt x="112" y="6"/>
                    <a:pt x="112" y="6"/>
                    <a:pt x="112" y="6"/>
                  </a:cubicBezTo>
                  <a:cubicBezTo>
                    <a:pt x="111" y="2"/>
                    <a:pt x="108" y="0"/>
                    <a:pt x="104" y="0"/>
                  </a:cubicBezTo>
                  <a:cubicBezTo>
                    <a:pt x="64" y="0"/>
                    <a:pt x="64" y="0"/>
                    <a:pt x="64" y="0"/>
                  </a:cubicBezTo>
                  <a:cubicBezTo>
                    <a:pt x="24" y="0"/>
                    <a:pt x="24" y="0"/>
                    <a:pt x="24" y="0"/>
                  </a:cubicBezTo>
                  <a:cubicBezTo>
                    <a:pt x="20" y="0"/>
                    <a:pt x="17" y="2"/>
                    <a:pt x="16" y="6"/>
                  </a:cubicBezTo>
                  <a:cubicBezTo>
                    <a:pt x="0" y="66"/>
                    <a:pt x="0" y="66"/>
                    <a:pt x="0" y="66"/>
                  </a:cubicBezTo>
                  <a:cubicBezTo>
                    <a:pt x="0" y="67"/>
                    <a:pt x="0" y="67"/>
                    <a:pt x="0" y="68"/>
                  </a:cubicBezTo>
                  <a:cubicBezTo>
                    <a:pt x="0" y="96"/>
                    <a:pt x="0" y="96"/>
                    <a:pt x="0" y="96"/>
                  </a:cubicBezTo>
                  <a:cubicBezTo>
                    <a:pt x="0" y="105"/>
                    <a:pt x="7" y="112"/>
                    <a:pt x="16" y="112"/>
                  </a:cubicBezTo>
                  <a:cubicBezTo>
                    <a:pt x="112" y="112"/>
                    <a:pt x="112" y="112"/>
                    <a:pt x="112" y="112"/>
                  </a:cubicBezTo>
                  <a:cubicBezTo>
                    <a:pt x="121" y="112"/>
                    <a:pt x="128" y="105"/>
                    <a:pt x="128" y="96"/>
                  </a:cubicBezTo>
                  <a:cubicBezTo>
                    <a:pt x="128" y="68"/>
                    <a:pt x="128" y="68"/>
                    <a:pt x="128" y="68"/>
                  </a:cubicBezTo>
                  <a:cubicBezTo>
                    <a:pt x="128" y="67"/>
                    <a:pt x="128" y="67"/>
                    <a:pt x="128" y="66"/>
                  </a:cubicBezTo>
                  <a:close/>
                  <a:moveTo>
                    <a:pt x="120" y="96"/>
                  </a:moveTo>
                  <a:cubicBezTo>
                    <a:pt x="120" y="100"/>
                    <a:pt x="116" y="104"/>
                    <a:pt x="112" y="104"/>
                  </a:cubicBezTo>
                  <a:cubicBezTo>
                    <a:pt x="16" y="104"/>
                    <a:pt x="16" y="104"/>
                    <a:pt x="16" y="104"/>
                  </a:cubicBezTo>
                  <a:cubicBezTo>
                    <a:pt x="12" y="104"/>
                    <a:pt x="8" y="100"/>
                    <a:pt x="8" y="96"/>
                  </a:cubicBezTo>
                  <a:cubicBezTo>
                    <a:pt x="8" y="68"/>
                    <a:pt x="8" y="68"/>
                    <a:pt x="8" y="68"/>
                  </a:cubicBezTo>
                  <a:cubicBezTo>
                    <a:pt x="24" y="8"/>
                    <a:pt x="24" y="8"/>
                    <a:pt x="24" y="8"/>
                  </a:cubicBezTo>
                  <a:cubicBezTo>
                    <a:pt x="104" y="8"/>
                    <a:pt x="104" y="8"/>
                    <a:pt x="104" y="8"/>
                  </a:cubicBezTo>
                  <a:cubicBezTo>
                    <a:pt x="120" y="68"/>
                    <a:pt x="120" y="68"/>
                    <a:pt x="120" y="68"/>
                  </a:cubicBezTo>
                  <a:lnTo>
                    <a:pt x="120" y="96"/>
                  </a:lnTo>
                  <a:close/>
                </a:path>
              </a:pathLst>
            </a:custGeom>
            <a:grpFill/>
            <a:ln>
              <a:noFill/>
            </a:ln>
          </p:spPr>
          <p:txBody>
            <a:bodyPr vert="horz" wrap="square" lIns="68580" tIns="34290" rIns="68580" bIns="34290" numCol="1" anchor="t" anchorCtr="0" compatLnSpc="1">
              <a:prstTxWarp prst="textNoShape">
                <a:avLst/>
              </a:prstTxWarp>
            </a:bodyPr>
            <a:lstStyle/>
            <a:p>
              <a:endParaRPr lang="id-ID" sz="1350"/>
            </a:p>
          </p:txBody>
        </p:sp>
        <p:sp>
          <p:nvSpPr>
            <p:cNvPr id="10" name="Freeform 24">
              <a:extLst>
                <a:ext uri="{FF2B5EF4-FFF2-40B4-BE49-F238E27FC236}">
                  <a16:creationId xmlns:a16="http://schemas.microsoft.com/office/drawing/2014/main" id="{E70E9E05-09C7-6D30-23B2-53686D5E873F}"/>
                </a:ext>
              </a:extLst>
            </p:cNvPr>
            <p:cNvSpPr>
              <a:spLocks noEditPoints="1"/>
            </p:cNvSpPr>
            <p:nvPr/>
          </p:nvSpPr>
          <p:spPr bwMode="auto">
            <a:xfrm>
              <a:off x="6393657" y="4903260"/>
              <a:ext cx="368300" cy="271463"/>
            </a:xfrm>
            <a:custGeom>
              <a:avLst/>
              <a:gdLst>
                <a:gd name="T0" fmla="*/ 80 w 98"/>
                <a:gd name="T1" fmla="*/ 0 h 72"/>
                <a:gd name="T2" fmla="*/ 18 w 98"/>
                <a:gd name="T3" fmla="*/ 0 h 72"/>
                <a:gd name="T4" fmla="*/ 14 w 98"/>
                <a:gd name="T5" fmla="*/ 3 h 72"/>
                <a:gd name="T6" fmla="*/ 0 w 98"/>
                <a:gd name="T7" fmla="*/ 51 h 72"/>
                <a:gd name="T8" fmla="*/ 1 w 98"/>
                <a:gd name="T9" fmla="*/ 54 h 72"/>
                <a:gd name="T10" fmla="*/ 4 w 98"/>
                <a:gd name="T11" fmla="*/ 56 h 72"/>
                <a:gd name="T12" fmla="*/ 16 w 98"/>
                <a:gd name="T13" fmla="*/ 56 h 72"/>
                <a:gd name="T14" fmla="*/ 20 w 98"/>
                <a:gd name="T15" fmla="*/ 56 h 72"/>
                <a:gd name="T16" fmla="*/ 23 w 98"/>
                <a:gd name="T17" fmla="*/ 56 h 72"/>
                <a:gd name="T18" fmla="*/ 28 w 98"/>
                <a:gd name="T19" fmla="*/ 68 h 72"/>
                <a:gd name="T20" fmla="*/ 35 w 98"/>
                <a:gd name="T21" fmla="*/ 72 h 72"/>
                <a:gd name="T22" fmla="*/ 63 w 98"/>
                <a:gd name="T23" fmla="*/ 72 h 72"/>
                <a:gd name="T24" fmla="*/ 70 w 98"/>
                <a:gd name="T25" fmla="*/ 68 h 72"/>
                <a:gd name="T26" fmla="*/ 75 w 98"/>
                <a:gd name="T27" fmla="*/ 56 h 72"/>
                <a:gd name="T28" fmla="*/ 78 w 98"/>
                <a:gd name="T29" fmla="*/ 56 h 72"/>
                <a:gd name="T30" fmla="*/ 82 w 98"/>
                <a:gd name="T31" fmla="*/ 56 h 72"/>
                <a:gd name="T32" fmla="*/ 94 w 98"/>
                <a:gd name="T33" fmla="*/ 56 h 72"/>
                <a:gd name="T34" fmla="*/ 97 w 98"/>
                <a:gd name="T35" fmla="*/ 54 h 72"/>
                <a:gd name="T36" fmla="*/ 98 w 98"/>
                <a:gd name="T37" fmla="*/ 51 h 72"/>
                <a:gd name="T38" fmla="*/ 84 w 98"/>
                <a:gd name="T39" fmla="*/ 3 h 72"/>
                <a:gd name="T40" fmla="*/ 80 w 98"/>
                <a:gd name="T41" fmla="*/ 0 h 72"/>
                <a:gd name="T42" fmla="*/ 82 w 98"/>
                <a:gd name="T43" fmla="*/ 48 h 72"/>
                <a:gd name="T44" fmla="*/ 75 w 98"/>
                <a:gd name="T45" fmla="*/ 48 h 72"/>
                <a:gd name="T46" fmla="*/ 68 w 98"/>
                <a:gd name="T47" fmla="*/ 52 h 72"/>
                <a:gd name="T48" fmla="*/ 63 w 98"/>
                <a:gd name="T49" fmla="*/ 64 h 72"/>
                <a:gd name="T50" fmla="*/ 35 w 98"/>
                <a:gd name="T51" fmla="*/ 64 h 72"/>
                <a:gd name="T52" fmla="*/ 30 w 98"/>
                <a:gd name="T53" fmla="*/ 52 h 72"/>
                <a:gd name="T54" fmla="*/ 23 w 98"/>
                <a:gd name="T55" fmla="*/ 48 h 72"/>
                <a:gd name="T56" fmla="*/ 16 w 98"/>
                <a:gd name="T57" fmla="*/ 48 h 72"/>
                <a:gd name="T58" fmla="*/ 6 w 98"/>
                <a:gd name="T59" fmla="*/ 48 h 72"/>
                <a:gd name="T60" fmla="*/ 18 w 98"/>
                <a:gd name="T61" fmla="*/ 4 h 72"/>
                <a:gd name="T62" fmla="*/ 80 w 98"/>
                <a:gd name="T63" fmla="*/ 4 h 72"/>
                <a:gd name="T64" fmla="*/ 92 w 98"/>
                <a:gd name="T65" fmla="*/ 48 h 72"/>
                <a:gd name="T66" fmla="*/ 82 w 98"/>
                <a:gd name="T67" fmla="*/ 48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8" h="72">
                  <a:moveTo>
                    <a:pt x="80" y="0"/>
                  </a:moveTo>
                  <a:cubicBezTo>
                    <a:pt x="18" y="0"/>
                    <a:pt x="18" y="0"/>
                    <a:pt x="18" y="0"/>
                  </a:cubicBezTo>
                  <a:cubicBezTo>
                    <a:pt x="16" y="0"/>
                    <a:pt x="15" y="1"/>
                    <a:pt x="14" y="3"/>
                  </a:cubicBezTo>
                  <a:cubicBezTo>
                    <a:pt x="0" y="51"/>
                    <a:pt x="0" y="51"/>
                    <a:pt x="0" y="51"/>
                  </a:cubicBezTo>
                  <a:cubicBezTo>
                    <a:pt x="0" y="52"/>
                    <a:pt x="0" y="53"/>
                    <a:pt x="1" y="54"/>
                  </a:cubicBezTo>
                  <a:cubicBezTo>
                    <a:pt x="2" y="55"/>
                    <a:pt x="3" y="56"/>
                    <a:pt x="4" y="56"/>
                  </a:cubicBezTo>
                  <a:cubicBezTo>
                    <a:pt x="16" y="56"/>
                    <a:pt x="16" y="56"/>
                    <a:pt x="16" y="56"/>
                  </a:cubicBezTo>
                  <a:cubicBezTo>
                    <a:pt x="20" y="56"/>
                    <a:pt x="20" y="56"/>
                    <a:pt x="20" y="56"/>
                  </a:cubicBezTo>
                  <a:cubicBezTo>
                    <a:pt x="23" y="56"/>
                    <a:pt x="23" y="56"/>
                    <a:pt x="23" y="56"/>
                  </a:cubicBezTo>
                  <a:cubicBezTo>
                    <a:pt x="28" y="68"/>
                    <a:pt x="28" y="68"/>
                    <a:pt x="28" y="68"/>
                  </a:cubicBezTo>
                  <a:cubicBezTo>
                    <a:pt x="30" y="70"/>
                    <a:pt x="32" y="72"/>
                    <a:pt x="35" y="72"/>
                  </a:cubicBezTo>
                  <a:cubicBezTo>
                    <a:pt x="63" y="72"/>
                    <a:pt x="63" y="72"/>
                    <a:pt x="63" y="72"/>
                  </a:cubicBezTo>
                  <a:cubicBezTo>
                    <a:pt x="66" y="72"/>
                    <a:pt x="68" y="70"/>
                    <a:pt x="70" y="68"/>
                  </a:cubicBezTo>
                  <a:cubicBezTo>
                    <a:pt x="75" y="56"/>
                    <a:pt x="75" y="56"/>
                    <a:pt x="75" y="56"/>
                  </a:cubicBezTo>
                  <a:cubicBezTo>
                    <a:pt x="78" y="56"/>
                    <a:pt x="78" y="56"/>
                    <a:pt x="78" y="56"/>
                  </a:cubicBezTo>
                  <a:cubicBezTo>
                    <a:pt x="82" y="56"/>
                    <a:pt x="82" y="56"/>
                    <a:pt x="82" y="56"/>
                  </a:cubicBezTo>
                  <a:cubicBezTo>
                    <a:pt x="94" y="56"/>
                    <a:pt x="94" y="56"/>
                    <a:pt x="94" y="56"/>
                  </a:cubicBezTo>
                  <a:cubicBezTo>
                    <a:pt x="95" y="56"/>
                    <a:pt x="96" y="55"/>
                    <a:pt x="97" y="54"/>
                  </a:cubicBezTo>
                  <a:cubicBezTo>
                    <a:pt x="98" y="53"/>
                    <a:pt x="98" y="52"/>
                    <a:pt x="98" y="51"/>
                  </a:cubicBezTo>
                  <a:cubicBezTo>
                    <a:pt x="84" y="3"/>
                    <a:pt x="84" y="3"/>
                    <a:pt x="84" y="3"/>
                  </a:cubicBezTo>
                  <a:cubicBezTo>
                    <a:pt x="83" y="1"/>
                    <a:pt x="82" y="0"/>
                    <a:pt x="80" y="0"/>
                  </a:cubicBezTo>
                  <a:close/>
                  <a:moveTo>
                    <a:pt x="82" y="48"/>
                  </a:moveTo>
                  <a:cubicBezTo>
                    <a:pt x="75" y="48"/>
                    <a:pt x="75" y="48"/>
                    <a:pt x="75" y="48"/>
                  </a:cubicBezTo>
                  <a:cubicBezTo>
                    <a:pt x="72" y="48"/>
                    <a:pt x="70" y="50"/>
                    <a:pt x="68" y="52"/>
                  </a:cubicBezTo>
                  <a:cubicBezTo>
                    <a:pt x="63" y="64"/>
                    <a:pt x="63" y="64"/>
                    <a:pt x="63" y="64"/>
                  </a:cubicBezTo>
                  <a:cubicBezTo>
                    <a:pt x="35" y="64"/>
                    <a:pt x="35" y="64"/>
                    <a:pt x="35" y="64"/>
                  </a:cubicBezTo>
                  <a:cubicBezTo>
                    <a:pt x="30" y="52"/>
                    <a:pt x="30" y="52"/>
                    <a:pt x="30" y="52"/>
                  </a:cubicBezTo>
                  <a:cubicBezTo>
                    <a:pt x="28" y="50"/>
                    <a:pt x="26" y="48"/>
                    <a:pt x="23" y="48"/>
                  </a:cubicBezTo>
                  <a:cubicBezTo>
                    <a:pt x="16" y="48"/>
                    <a:pt x="16" y="48"/>
                    <a:pt x="16" y="48"/>
                  </a:cubicBezTo>
                  <a:cubicBezTo>
                    <a:pt x="6" y="48"/>
                    <a:pt x="6" y="48"/>
                    <a:pt x="6" y="48"/>
                  </a:cubicBezTo>
                  <a:cubicBezTo>
                    <a:pt x="18" y="4"/>
                    <a:pt x="18" y="4"/>
                    <a:pt x="18" y="4"/>
                  </a:cubicBezTo>
                  <a:cubicBezTo>
                    <a:pt x="80" y="4"/>
                    <a:pt x="80" y="4"/>
                    <a:pt x="80" y="4"/>
                  </a:cubicBezTo>
                  <a:cubicBezTo>
                    <a:pt x="92" y="48"/>
                    <a:pt x="92" y="48"/>
                    <a:pt x="92" y="48"/>
                  </a:cubicBezTo>
                  <a:lnTo>
                    <a:pt x="82" y="48"/>
                  </a:lnTo>
                  <a:close/>
                </a:path>
              </a:pathLst>
            </a:custGeom>
            <a:grpFill/>
            <a:ln>
              <a:noFill/>
            </a:ln>
          </p:spPr>
          <p:txBody>
            <a:bodyPr vert="horz" wrap="square" lIns="68580" tIns="34290" rIns="68580" bIns="34290" numCol="1" anchor="t" anchorCtr="0" compatLnSpc="1">
              <a:prstTxWarp prst="textNoShape">
                <a:avLst/>
              </a:prstTxWarp>
            </a:bodyPr>
            <a:lstStyle/>
            <a:p>
              <a:endParaRPr lang="id-ID" sz="1350"/>
            </a:p>
          </p:txBody>
        </p:sp>
      </p:grpSp>
      <p:grpSp>
        <p:nvGrpSpPr>
          <p:cNvPr id="11" name="Group 10">
            <a:extLst>
              <a:ext uri="{FF2B5EF4-FFF2-40B4-BE49-F238E27FC236}">
                <a16:creationId xmlns:a16="http://schemas.microsoft.com/office/drawing/2014/main" id="{77E4F774-B0DC-0106-3102-C5FDE3EE5C12}"/>
              </a:ext>
            </a:extLst>
          </p:cNvPr>
          <p:cNvGrpSpPr/>
          <p:nvPr/>
        </p:nvGrpSpPr>
        <p:grpSpPr>
          <a:xfrm>
            <a:off x="4383540" y="2834535"/>
            <a:ext cx="360759" cy="339329"/>
            <a:chOff x="8106304" y="3879322"/>
            <a:chExt cx="481012" cy="452438"/>
          </a:xfrm>
          <a:solidFill>
            <a:schemeClr val="accent2"/>
          </a:solidFill>
        </p:grpSpPr>
        <p:sp>
          <p:nvSpPr>
            <p:cNvPr id="12" name="Freeform 32">
              <a:extLst>
                <a:ext uri="{FF2B5EF4-FFF2-40B4-BE49-F238E27FC236}">
                  <a16:creationId xmlns:a16="http://schemas.microsoft.com/office/drawing/2014/main" id="{9B0FA889-53B0-593B-8894-35CA4DF6759E}"/>
                </a:ext>
              </a:extLst>
            </p:cNvPr>
            <p:cNvSpPr>
              <a:spLocks noEditPoints="1"/>
            </p:cNvSpPr>
            <p:nvPr/>
          </p:nvSpPr>
          <p:spPr bwMode="auto">
            <a:xfrm>
              <a:off x="8166629" y="3939647"/>
              <a:ext cx="361950" cy="241300"/>
            </a:xfrm>
            <a:custGeom>
              <a:avLst/>
              <a:gdLst>
                <a:gd name="T0" fmla="*/ 92 w 96"/>
                <a:gd name="T1" fmla="*/ 0 h 64"/>
                <a:gd name="T2" fmla="*/ 4 w 96"/>
                <a:gd name="T3" fmla="*/ 0 h 64"/>
                <a:gd name="T4" fmla="*/ 0 w 96"/>
                <a:gd name="T5" fmla="*/ 4 h 64"/>
                <a:gd name="T6" fmla="*/ 0 w 96"/>
                <a:gd name="T7" fmla="*/ 60 h 64"/>
                <a:gd name="T8" fmla="*/ 4 w 96"/>
                <a:gd name="T9" fmla="*/ 64 h 64"/>
                <a:gd name="T10" fmla="*/ 92 w 96"/>
                <a:gd name="T11" fmla="*/ 64 h 64"/>
                <a:gd name="T12" fmla="*/ 96 w 96"/>
                <a:gd name="T13" fmla="*/ 60 h 64"/>
                <a:gd name="T14" fmla="*/ 96 w 96"/>
                <a:gd name="T15" fmla="*/ 4 h 64"/>
                <a:gd name="T16" fmla="*/ 92 w 96"/>
                <a:gd name="T17" fmla="*/ 0 h 64"/>
                <a:gd name="T18" fmla="*/ 92 w 96"/>
                <a:gd name="T19" fmla="*/ 60 h 64"/>
                <a:gd name="T20" fmla="*/ 4 w 96"/>
                <a:gd name="T21" fmla="*/ 60 h 64"/>
                <a:gd name="T22" fmla="*/ 4 w 96"/>
                <a:gd name="T23" fmla="*/ 4 h 64"/>
                <a:gd name="T24" fmla="*/ 92 w 96"/>
                <a:gd name="T25" fmla="*/ 4 h 64"/>
                <a:gd name="T26" fmla="*/ 92 w 96"/>
                <a:gd name="T2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6" h="64">
                  <a:moveTo>
                    <a:pt x="92" y="0"/>
                  </a:moveTo>
                  <a:cubicBezTo>
                    <a:pt x="4" y="0"/>
                    <a:pt x="4" y="0"/>
                    <a:pt x="4" y="0"/>
                  </a:cubicBezTo>
                  <a:cubicBezTo>
                    <a:pt x="2" y="0"/>
                    <a:pt x="0" y="2"/>
                    <a:pt x="0" y="4"/>
                  </a:cubicBezTo>
                  <a:cubicBezTo>
                    <a:pt x="0" y="60"/>
                    <a:pt x="0" y="60"/>
                    <a:pt x="0" y="60"/>
                  </a:cubicBezTo>
                  <a:cubicBezTo>
                    <a:pt x="0" y="62"/>
                    <a:pt x="2" y="64"/>
                    <a:pt x="4" y="64"/>
                  </a:cubicBezTo>
                  <a:cubicBezTo>
                    <a:pt x="92" y="64"/>
                    <a:pt x="92" y="64"/>
                    <a:pt x="92" y="64"/>
                  </a:cubicBezTo>
                  <a:cubicBezTo>
                    <a:pt x="94" y="64"/>
                    <a:pt x="96" y="62"/>
                    <a:pt x="96" y="60"/>
                  </a:cubicBezTo>
                  <a:cubicBezTo>
                    <a:pt x="96" y="4"/>
                    <a:pt x="96" y="4"/>
                    <a:pt x="96" y="4"/>
                  </a:cubicBezTo>
                  <a:cubicBezTo>
                    <a:pt x="96" y="2"/>
                    <a:pt x="94" y="0"/>
                    <a:pt x="92" y="0"/>
                  </a:cubicBezTo>
                  <a:close/>
                  <a:moveTo>
                    <a:pt x="92" y="60"/>
                  </a:moveTo>
                  <a:cubicBezTo>
                    <a:pt x="4" y="60"/>
                    <a:pt x="4" y="60"/>
                    <a:pt x="4" y="60"/>
                  </a:cubicBezTo>
                  <a:cubicBezTo>
                    <a:pt x="4" y="4"/>
                    <a:pt x="4" y="4"/>
                    <a:pt x="4" y="4"/>
                  </a:cubicBezTo>
                  <a:cubicBezTo>
                    <a:pt x="92" y="4"/>
                    <a:pt x="92" y="4"/>
                    <a:pt x="92" y="4"/>
                  </a:cubicBezTo>
                  <a:lnTo>
                    <a:pt x="92" y="60"/>
                  </a:lnTo>
                  <a:close/>
                </a:path>
              </a:pathLst>
            </a:custGeom>
            <a:grpFill/>
            <a:ln>
              <a:noFill/>
            </a:ln>
          </p:spPr>
          <p:txBody>
            <a:bodyPr vert="horz" wrap="square" lIns="68580" tIns="34290" rIns="68580" bIns="34290" numCol="1" anchor="t" anchorCtr="0" compatLnSpc="1">
              <a:prstTxWarp prst="textNoShape">
                <a:avLst/>
              </a:prstTxWarp>
            </a:bodyPr>
            <a:lstStyle/>
            <a:p>
              <a:endParaRPr lang="id-ID" sz="1350"/>
            </a:p>
          </p:txBody>
        </p:sp>
        <p:sp>
          <p:nvSpPr>
            <p:cNvPr id="13" name="Freeform 33">
              <a:extLst>
                <a:ext uri="{FF2B5EF4-FFF2-40B4-BE49-F238E27FC236}">
                  <a16:creationId xmlns:a16="http://schemas.microsoft.com/office/drawing/2014/main" id="{2E93B6D5-0752-02B0-C384-A2249F2159FB}"/>
                </a:ext>
              </a:extLst>
            </p:cNvPr>
            <p:cNvSpPr>
              <a:spLocks noEditPoints="1"/>
            </p:cNvSpPr>
            <p:nvPr/>
          </p:nvSpPr>
          <p:spPr bwMode="auto">
            <a:xfrm>
              <a:off x="8106304" y="3879322"/>
              <a:ext cx="481012" cy="452438"/>
            </a:xfrm>
            <a:custGeom>
              <a:avLst/>
              <a:gdLst>
                <a:gd name="T0" fmla="*/ 116 w 128"/>
                <a:gd name="T1" fmla="*/ 0 h 120"/>
                <a:gd name="T2" fmla="*/ 12 w 128"/>
                <a:gd name="T3" fmla="*/ 0 h 120"/>
                <a:gd name="T4" fmla="*/ 0 w 128"/>
                <a:gd name="T5" fmla="*/ 12 h 120"/>
                <a:gd name="T6" fmla="*/ 0 w 128"/>
                <a:gd name="T7" fmla="*/ 92 h 120"/>
                <a:gd name="T8" fmla="*/ 12 w 128"/>
                <a:gd name="T9" fmla="*/ 104 h 120"/>
                <a:gd name="T10" fmla="*/ 52 w 128"/>
                <a:gd name="T11" fmla="*/ 104 h 120"/>
                <a:gd name="T12" fmla="*/ 52 w 128"/>
                <a:gd name="T13" fmla="*/ 109 h 120"/>
                <a:gd name="T14" fmla="*/ 27 w 128"/>
                <a:gd name="T15" fmla="*/ 112 h 120"/>
                <a:gd name="T16" fmla="*/ 24 w 128"/>
                <a:gd name="T17" fmla="*/ 116 h 120"/>
                <a:gd name="T18" fmla="*/ 28 w 128"/>
                <a:gd name="T19" fmla="*/ 120 h 120"/>
                <a:gd name="T20" fmla="*/ 100 w 128"/>
                <a:gd name="T21" fmla="*/ 120 h 120"/>
                <a:gd name="T22" fmla="*/ 104 w 128"/>
                <a:gd name="T23" fmla="*/ 116 h 120"/>
                <a:gd name="T24" fmla="*/ 101 w 128"/>
                <a:gd name="T25" fmla="*/ 112 h 120"/>
                <a:gd name="T26" fmla="*/ 76 w 128"/>
                <a:gd name="T27" fmla="*/ 109 h 120"/>
                <a:gd name="T28" fmla="*/ 76 w 128"/>
                <a:gd name="T29" fmla="*/ 104 h 120"/>
                <a:gd name="T30" fmla="*/ 116 w 128"/>
                <a:gd name="T31" fmla="*/ 104 h 120"/>
                <a:gd name="T32" fmla="*/ 128 w 128"/>
                <a:gd name="T33" fmla="*/ 92 h 120"/>
                <a:gd name="T34" fmla="*/ 128 w 128"/>
                <a:gd name="T35" fmla="*/ 12 h 120"/>
                <a:gd name="T36" fmla="*/ 116 w 128"/>
                <a:gd name="T37" fmla="*/ 0 h 120"/>
                <a:gd name="T38" fmla="*/ 120 w 128"/>
                <a:gd name="T39" fmla="*/ 92 h 120"/>
                <a:gd name="T40" fmla="*/ 116 w 128"/>
                <a:gd name="T41" fmla="*/ 96 h 120"/>
                <a:gd name="T42" fmla="*/ 80 w 128"/>
                <a:gd name="T43" fmla="*/ 96 h 120"/>
                <a:gd name="T44" fmla="*/ 48 w 128"/>
                <a:gd name="T45" fmla="*/ 96 h 120"/>
                <a:gd name="T46" fmla="*/ 12 w 128"/>
                <a:gd name="T47" fmla="*/ 96 h 120"/>
                <a:gd name="T48" fmla="*/ 8 w 128"/>
                <a:gd name="T49" fmla="*/ 92 h 120"/>
                <a:gd name="T50" fmla="*/ 8 w 128"/>
                <a:gd name="T51" fmla="*/ 12 h 120"/>
                <a:gd name="T52" fmla="*/ 12 w 128"/>
                <a:gd name="T53" fmla="*/ 8 h 120"/>
                <a:gd name="T54" fmla="*/ 116 w 128"/>
                <a:gd name="T55" fmla="*/ 8 h 120"/>
                <a:gd name="T56" fmla="*/ 120 w 128"/>
                <a:gd name="T57" fmla="*/ 12 h 120"/>
                <a:gd name="T58" fmla="*/ 120 w 128"/>
                <a:gd name="T59" fmla="*/ 9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28" h="120">
                  <a:moveTo>
                    <a:pt x="116" y="0"/>
                  </a:moveTo>
                  <a:cubicBezTo>
                    <a:pt x="12" y="0"/>
                    <a:pt x="12" y="0"/>
                    <a:pt x="12" y="0"/>
                  </a:cubicBezTo>
                  <a:cubicBezTo>
                    <a:pt x="5" y="0"/>
                    <a:pt x="0" y="5"/>
                    <a:pt x="0" y="12"/>
                  </a:cubicBezTo>
                  <a:cubicBezTo>
                    <a:pt x="0" y="92"/>
                    <a:pt x="0" y="92"/>
                    <a:pt x="0" y="92"/>
                  </a:cubicBezTo>
                  <a:cubicBezTo>
                    <a:pt x="0" y="99"/>
                    <a:pt x="5" y="104"/>
                    <a:pt x="12" y="104"/>
                  </a:cubicBezTo>
                  <a:cubicBezTo>
                    <a:pt x="52" y="104"/>
                    <a:pt x="52" y="104"/>
                    <a:pt x="52" y="104"/>
                  </a:cubicBezTo>
                  <a:cubicBezTo>
                    <a:pt x="52" y="109"/>
                    <a:pt x="52" y="109"/>
                    <a:pt x="52" y="109"/>
                  </a:cubicBezTo>
                  <a:cubicBezTo>
                    <a:pt x="27" y="112"/>
                    <a:pt x="27" y="112"/>
                    <a:pt x="27" y="112"/>
                  </a:cubicBezTo>
                  <a:cubicBezTo>
                    <a:pt x="25" y="113"/>
                    <a:pt x="24" y="114"/>
                    <a:pt x="24" y="116"/>
                  </a:cubicBezTo>
                  <a:cubicBezTo>
                    <a:pt x="24" y="118"/>
                    <a:pt x="26" y="120"/>
                    <a:pt x="28" y="120"/>
                  </a:cubicBezTo>
                  <a:cubicBezTo>
                    <a:pt x="100" y="120"/>
                    <a:pt x="100" y="120"/>
                    <a:pt x="100" y="120"/>
                  </a:cubicBezTo>
                  <a:cubicBezTo>
                    <a:pt x="102" y="120"/>
                    <a:pt x="104" y="118"/>
                    <a:pt x="104" y="116"/>
                  </a:cubicBezTo>
                  <a:cubicBezTo>
                    <a:pt x="104" y="114"/>
                    <a:pt x="103" y="113"/>
                    <a:pt x="101" y="112"/>
                  </a:cubicBezTo>
                  <a:cubicBezTo>
                    <a:pt x="76" y="109"/>
                    <a:pt x="76" y="109"/>
                    <a:pt x="76" y="109"/>
                  </a:cubicBezTo>
                  <a:cubicBezTo>
                    <a:pt x="76" y="104"/>
                    <a:pt x="76" y="104"/>
                    <a:pt x="76" y="104"/>
                  </a:cubicBezTo>
                  <a:cubicBezTo>
                    <a:pt x="116" y="104"/>
                    <a:pt x="116" y="104"/>
                    <a:pt x="116" y="104"/>
                  </a:cubicBezTo>
                  <a:cubicBezTo>
                    <a:pt x="123" y="104"/>
                    <a:pt x="128" y="99"/>
                    <a:pt x="128" y="92"/>
                  </a:cubicBezTo>
                  <a:cubicBezTo>
                    <a:pt x="128" y="12"/>
                    <a:pt x="128" y="12"/>
                    <a:pt x="128" y="12"/>
                  </a:cubicBezTo>
                  <a:cubicBezTo>
                    <a:pt x="128" y="5"/>
                    <a:pt x="123" y="0"/>
                    <a:pt x="116" y="0"/>
                  </a:cubicBezTo>
                  <a:close/>
                  <a:moveTo>
                    <a:pt x="120" y="92"/>
                  </a:moveTo>
                  <a:cubicBezTo>
                    <a:pt x="120" y="94"/>
                    <a:pt x="118" y="96"/>
                    <a:pt x="116" y="96"/>
                  </a:cubicBezTo>
                  <a:cubicBezTo>
                    <a:pt x="80" y="96"/>
                    <a:pt x="80" y="96"/>
                    <a:pt x="80" y="96"/>
                  </a:cubicBezTo>
                  <a:cubicBezTo>
                    <a:pt x="48" y="96"/>
                    <a:pt x="48" y="96"/>
                    <a:pt x="48" y="96"/>
                  </a:cubicBezTo>
                  <a:cubicBezTo>
                    <a:pt x="12" y="96"/>
                    <a:pt x="12" y="96"/>
                    <a:pt x="12" y="96"/>
                  </a:cubicBezTo>
                  <a:cubicBezTo>
                    <a:pt x="10" y="96"/>
                    <a:pt x="8" y="94"/>
                    <a:pt x="8" y="92"/>
                  </a:cubicBezTo>
                  <a:cubicBezTo>
                    <a:pt x="8" y="12"/>
                    <a:pt x="8" y="12"/>
                    <a:pt x="8" y="12"/>
                  </a:cubicBezTo>
                  <a:cubicBezTo>
                    <a:pt x="8" y="10"/>
                    <a:pt x="10" y="8"/>
                    <a:pt x="12" y="8"/>
                  </a:cubicBezTo>
                  <a:cubicBezTo>
                    <a:pt x="116" y="8"/>
                    <a:pt x="116" y="8"/>
                    <a:pt x="116" y="8"/>
                  </a:cubicBezTo>
                  <a:cubicBezTo>
                    <a:pt x="118" y="8"/>
                    <a:pt x="120" y="10"/>
                    <a:pt x="120" y="12"/>
                  </a:cubicBezTo>
                  <a:lnTo>
                    <a:pt x="120" y="92"/>
                  </a:lnTo>
                  <a:close/>
                </a:path>
              </a:pathLst>
            </a:custGeom>
            <a:grpFill/>
            <a:ln>
              <a:noFill/>
            </a:ln>
          </p:spPr>
          <p:txBody>
            <a:bodyPr vert="horz" wrap="square" lIns="68580" tIns="34290" rIns="68580" bIns="34290" numCol="1" anchor="t" anchorCtr="0" compatLnSpc="1">
              <a:prstTxWarp prst="textNoShape">
                <a:avLst/>
              </a:prstTxWarp>
            </a:bodyPr>
            <a:lstStyle/>
            <a:p>
              <a:endParaRPr lang="id-ID" sz="1350"/>
            </a:p>
          </p:txBody>
        </p:sp>
      </p:grpSp>
      <p:sp>
        <p:nvSpPr>
          <p:cNvPr id="14" name="Freeform 34">
            <a:extLst>
              <a:ext uri="{FF2B5EF4-FFF2-40B4-BE49-F238E27FC236}">
                <a16:creationId xmlns:a16="http://schemas.microsoft.com/office/drawing/2014/main" id="{E45358F2-650F-2105-5988-6D4111CFDD2F}"/>
              </a:ext>
            </a:extLst>
          </p:cNvPr>
          <p:cNvSpPr>
            <a:spLocks noEditPoints="1"/>
          </p:cNvSpPr>
          <p:nvPr/>
        </p:nvSpPr>
        <p:spPr bwMode="auto">
          <a:xfrm>
            <a:off x="4383541" y="3942826"/>
            <a:ext cx="372665" cy="361950"/>
          </a:xfrm>
          <a:custGeom>
            <a:avLst/>
            <a:gdLst>
              <a:gd name="T0" fmla="*/ 94 w 132"/>
              <a:gd name="T1" fmla="*/ 0 h 128"/>
              <a:gd name="T2" fmla="*/ 56 w 132"/>
              <a:gd name="T3" fmla="*/ 27 h 128"/>
              <a:gd name="T4" fmla="*/ 55 w 132"/>
              <a:gd name="T5" fmla="*/ 27 h 128"/>
              <a:gd name="T6" fmla="*/ 14 w 132"/>
              <a:gd name="T7" fmla="*/ 69 h 128"/>
              <a:gd name="T8" fmla="*/ 1 w 132"/>
              <a:gd name="T9" fmla="*/ 110 h 128"/>
              <a:gd name="T10" fmla="*/ 14 w 132"/>
              <a:gd name="T11" fmla="*/ 128 h 128"/>
              <a:gd name="T12" fmla="*/ 53 w 132"/>
              <a:gd name="T13" fmla="*/ 118 h 128"/>
              <a:gd name="T14" fmla="*/ 120 w 132"/>
              <a:gd name="T15" fmla="*/ 53 h 128"/>
              <a:gd name="T16" fmla="*/ 64 w 132"/>
              <a:gd name="T17" fmla="*/ 95 h 128"/>
              <a:gd name="T18" fmla="*/ 99 w 132"/>
              <a:gd name="T19" fmla="*/ 47 h 128"/>
              <a:gd name="T20" fmla="*/ 95 w 132"/>
              <a:gd name="T21" fmla="*/ 67 h 128"/>
              <a:gd name="T22" fmla="*/ 64 w 132"/>
              <a:gd name="T23" fmla="*/ 98 h 128"/>
              <a:gd name="T24" fmla="*/ 59 w 132"/>
              <a:gd name="T25" fmla="*/ 81 h 128"/>
              <a:gd name="T26" fmla="*/ 46 w 132"/>
              <a:gd name="T27" fmla="*/ 68 h 128"/>
              <a:gd name="T28" fmla="*/ 92 w 132"/>
              <a:gd name="T29" fmla="*/ 36 h 128"/>
              <a:gd name="T30" fmla="*/ 59 w 132"/>
              <a:gd name="T31" fmla="*/ 81 h 128"/>
              <a:gd name="T32" fmla="*/ 30 w 132"/>
              <a:gd name="T33" fmla="*/ 64 h 128"/>
              <a:gd name="T34" fmla="*/ 80 w 132"/>
              <a:gd name="T35" fmla="*/ 29 h 128"/>
              <a:gd name="T36" fmla="*/ 17 w 132"/>
              <a:gd name="T37" fmla="*/ 119 h 128"/>
              <a:gd name="T38" fmla="*/ 8 w 132"/>
              <a:gd name="T39" fmla="*/ 114 h 128"/>
              <a:gd name="T40" fmla="*/ 13 w 132"/>
              <a:gd name="T41" fmla="*/ 96 h 128"/>
              <a:gd name="T42" fmla="*/ 32 w 132"/>
              <a:gd name="T43" fmla="*/ 116 h 128"/>
              <a:gd name="T44" fmla="*/ 35 w 132"/>
              <a:gd name="T45" fmla="*/ 115 h 128"/>
              <a:gd name="T46" fmla="*/ 14 w 132"/>
              <a:gd name="T47" fmla="*/ 92 h 128"/>
              <a:gd name="T48" fmla="*/ 19 w 132"/>
              <a:gd name="T49" fmla="*/ 75 h 128"/>
              <a:gd name="T50" fmla="*/ 52 w 132"/>
              <a:gd name="T51" fmla="*/ 110 h 128"/>
              <a:gd name="T52" fmla="*/ 35 w 132"/>
              <a:gd name="T53" fmla="*/ 115 h 128"/>
              <a:gd name="T54" fmla="*/ 108 w 132"/>
              <a:gd name="T55" fmla="*/ 54 h 128"/>
              <a:gd name="T56" fmla="*/ 98 w 132"/>
              <a:gd name="T57" fmla="*/ 30 h 128"/>
              <a:gd name="T58" fmla="*/ 81 w 132"/>
              <a:gd name="T59" fmla="*/ 13 h 128"/>
              <a:gd name="T60" fmla="*/ 112 w 132"/>
              <a:gd name="T61" fmla="*/ 16 h 128"/>
              <a:gd name="T62" fmla="*/ 115 w 132"/>
              <a:gd name="T63" fmla="*/ 47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2" h="128">
                <a:moveTo>
                  <a:pt x="118" y="10"/>
                </a:moveTo>
                <a:cubicBezTo>
                  <a:pt x="111" y="4"/>
                  <a:pt x="102" y="0"/>
                  <a:pt x="94" y="0"/>
                </a:cubicBezTo>
                <a:cubicBezTo>
                  <a:pt x="87" y="0"/>
                  <a:pt x="80" y="3"/>
                  <a:pt x="75" y="8"/>
                </a:cubicBezTo>
                <a:cubicBezTo>
                  <a:pt x="56" y="27"/>
                  <a:pt x="56" y="27"/>
                  <a:pt x="56" y="27"/>
                </a:cubicBezTo>
                <a:cubicBezTo>
                  <a:pt x="56" y="27"/>
                  <a:pt x="56" y="27"/>
                  <a:pt x="55" y="27"/>
                </a:cubicBezTo>
                <a:cubicBezTo>
                  <a:pt x="55" y="27"/>
                  <a:pt x="55" y="27"/>
                  <a:pt x="55" y="27"/>
                </a:cubicBezTo>
                <a:cubicBezTo>
                  <a:pt x="55" y="27"/>
                  <a:pt x="55" y="27"/>
                  <a:pt x="55" y="27"/>
                </a:cubicBezTo>
                <a:cubicBezTo>
                  <a:pt x="14" y="69"/>
                  <a:pt x="14" y="69"/>
                  <a:pt x="14" y="69"/>
                </a:cubicBezTo>
                <a:cubicBezTo>
                  <a:pt x="12" y="71"/>
                  <a:pt x="11" y="73"/>
                  <a:pt x="10" y="76"/>
                </a:cubicBezTo>
                <a:cubicBezTo>
                  <a:pt x="1" y="110"/>
                  <a:pt x="1" y="110"/>
                  <a:pt x="1" y="110"/>
                </a:cubicBezTo>
                <a:cubicBezTo>
                  <a:pt x="1" y="110"/>
                  <a:pt x="0" y="113"/>
                  <a:pt x="0" y="114"/>
                </a:cubicBezTo>
                <a:cubicBezTo>
                  <a:pt x="0" y="122"/>
                  <a:pt x="6" y="128"/>
                  <a:pt x="14" y="128"/>
                </a:cubicBezTo>
                <a:cubicBezTo>
                  <a:pt x="16" y="128"/>
                  <a:pt x="19" y="127"/>
                  <a:pt x="19" y="127"/>
                </a:cubicBezTo>
                <a:cubicBezTo>
                  <a:pt x="53" y="118"/>
                  <a:pt x="53" y="118"/>
                  <a:pt x="53" y="118"/>
                </a:cubicBezTo>
                <a:cubicBezTo>
                  <a:pt x="55" y="118"/>
                  <a:pt x="57" y="116"/>
                  <a:pt x="59" y="114"/>
                </a:cubicBezTo>
                <a:cubicBezTo>
                  <a:pt x="120" y="53"/>
                  <a:pt x="120" y="53"/>
                  <a:pt x="120" y="53"/>
                </a:cubicBezTo>
                <a:cubicBezTo>
                  <a:pt x="132" y="42"/>
                  <a:pt x="130" y="23"/>
                  <a:pt x="118" y="10"/>
                </a:cubicBezTo>
                <a:close/>
                <a:moveTo>
                  <a:pt x="64" y="95"/>
                </a:moveTo>
                <a:cubicBezTo>
                  <a:pt x="64" y="92"/>
                  <a:pt x="63" y="88"/>
                  <a:pt x="61" y="85"/>
                </a:cubicBezTo>
                <a:cubicBezTo>
                  <a:pt x="99" y="47"/>
                  <a:pt x="99" y="47"/>
                  <a:pt x="99" y="47"/>
                </a:cubicBezTo>
                <a:cubicBezTo>
                  <a:pt x="101" y="54"/>
                  <a:pt x="100" y="62"/>
                  <a:pt x="95" y="67"/>
                </a:cubicBezTo>
                <a:cubicBezTo>
                  <a:pt x="95" y="67"/>
                  <a:pt x="95" y="67"/>
                  <a:pt x="95" y="67"/>
                </a:cubicBezTo>
                <a:cubicBezTo>
                  <a:pt x="95" y="67"/>
                  <a:pt x="95" y="67"/>
                  <a:pt x="95" y="67"/>
                </a:cubicBezTo>
                <a:cubicBezTo>
                  <a:pt x="64" y="98"/>
                  <a:pt x="64" y="98"/>
                  <a:pt x="64" y="98"/>
                </a:cubicBezTo>
                <a:cubicBezTo>
                  <a:pt x="64" y="97"/>
                  <a:pt x="64" y="96"/>
                  <a:pt x="64" y="95"/>
                </a:cubicBezTo>
                <a:close/>
                <a:moveTo>
                  <a:pt x="59" y="81"/>
                </a:moveTo>
                <a:cubicBezTo>
                  <a:pt x="58" y="79"/>
                  <a:pt x="56" y="76"/>
                  <a:pt x="54" y="74"/>
                </a:cubicBezTo>
                <a:cubicBezTo>
                  <a:pt x="51" y="72"/>
                  <a:pt x="49" y="70"/>
                  <a:pt x="46" y="68"/>
                </a:cubicBezTo>
                <a:cubicBezTo>
                  <a:pt x="84" y="30"/>
                  <a:pt x="84" y="30"/>
                  <a:pt x="84" y="30"/>
                </a:cubicBezTo>
                <a:cubicBezTo>
                  <a:pt x="87" y="31"/>
                  <a:pt x="90" y="33"/>
                  <a:pt x="92" y="36"/>
                </a:cubicBezTo>
                <a:cubicBezTo>
                  <a:pt x="94" y="38"/>
                  <a:pt x="96" y="40"/>
                  <a:pt x="97" y="43"/>
                </a:cubicBezTo>
                <a:lnTo>
                  <a:pt x="59" y="81"/>
                </a:lnTo>
                <a:close/>
                <a:moveTo>
                  <a:pt x="42" y="66"/>
                </a:moveTo>
                <a:cubicBezTo>
                  <a:pt x="38" y="65"/>
                  <a:pt x="34" y="64"/>
                  <a:pt x="30" y="64"/>
                </a:cubicBezTo>
                <a:cubicBezTo>
                  <a:pt x="61" y="33"/>
                  <a:pt x="61" y="33"/>
                  <a:pt x="61" y="33"/>
                </a:cubicBezTo>
                <a:cubicBezTo>
                  <a:pt x="66" y="28"/>
                  <a:pt x="73" y="27"/>
                  <a:pt x="80" y="29"/>
                </a:cubicBezTo>
                <a:lnTo>
                  <a:pt x="42" y="66"/>
                </a:lnTo>
                <a:close/>
                <a:moveTo>
                  <a:pt x="17" y="119"/>
                </a:moveTo>
                <a:cubicBezTo>
                  <a:pt x="16" y="120"/>
                  <a:pt x="15" y="120"/>
                  <a:pt x="14" y="120"/>
                </a:cubicBezTo>
                <a:cubicBezTo>
                  <a:pt x="11" y="120"/>
                  <a:pt x="8" y="117"/>
                  <a:pt x="8" y="114"/>
                </a:cubicBezTo>
                <a:cubicBezTo>
                  <a:pt x="8" y="113"/>
                  <a:pt x="8" y="112"/>
                  <a:pt x="8" y="112"/>
                </a:cubicBezTo>
                <a:cubicBezTo>
                  <a:pt x="13" y="96"/>
                  <a:pt x="13" y="96"/>
                  <a:pt x="13" y="96"/>
                </a:cubicBezTo>
                <a:cubicBezTo>
                  <a:pt x="17" y="96"/>
                  <a:pt x="22" y="98"/>
                  <a:pt x="26" y="102"/>
                </a:cubicBezTo>
                <a:cubicBezTo>
                  <a:pt x="30" y="106"/>
                  <a:pt x="32" y="111"/>
                  <a:pt x="32" y="116"/>
                </a:cubicBezTo>
                <a:lnTo>
                  <a:pt x="17" y="119"/>
                </a:lnTo>
                <a:close/>
                <a:moveTo>
                  <a:pt x="35" y="115"/>
                </a:moveTo>
                <a:cubicBezTo>
                  <a:pt x="35" y="109"/>
                  <a:pt x="33" y="104"/>
                  <a:pt x="29" y="99"/>
                </a:cubicBezTo>
                <a:cubicBezTo>
                  <a:pt x="25" y="95"/>
                  <a:pt x="19" y="93"/>
                  <a:pt x="14" y="92"/>
                </a:cubicBezTo>
                <a:cubicBezTo>
                  <a:pt x="18" y="78"/>
                  <a:pt x="18" y="78"/>
                  <a:pt x="18" y="78"/>
                </a:cubicBezTo>
                <a:cubicBezTo>
                  <a:pt x="18" y="77"/>
                  <a:pt x="19" y="76"/>
                  <a:pt x="19" y="75"/>
                </a:cubicBezTo>
                <a:cubicBezTo>
                  <a:pt x="27" y="69"/>
                  <a:pt x="40" y="71"/>
                  <a:pt x="48" y="80"/>
                </a:cubicBezTo>
                <a:cubicBezTo>
                  <a:pt x="57" y="89"/>
                  <a:pt x="59" y="102"/>
                  <a:pt x="52" y="110"/>
                </a:cubicBezTo>
                <a:cubicBezTo>
                  <a:pt x="51" y="110"/>
                  <a:pt x="51" y="111"/>
                  <a:pt x="50" y="111"/>
                </a:cubicBezTo>
                <a:lnTo>
                  <a:pt x="35" y="115"/>
                </a:lnTo>
                <a:close/>
                <a:moveTo>
                  <a:pt x="115" y="47"/>
                </a:moveTo>
                <a:cubicBezTo>
                  <a:pt x="108" y="54"/>
                  <a:pt x="108" y="54"/>
                  <a:pt x="108" y="54"/>
                </a:cubicBezTo>
                <a:cubicBezTo>
                  <a:pt x="108" y="53"/>
                  <a:pt x="108" y="52"/>
                  <a:pt x="108" y="51"/>
                </a:cubicBezTo>
                <a:cubicBezTo>
                  <a:pt x="107" y="43"/>
                  <a:pt x="104" y="36"/>
                  <a:pt x="98" y="30"/>
                </a:cubicBezTo>
                <a:cubicBezTo>
                  <a:pt x="91" y="24"/>
                  <a:pt x="83" y="20"/>
                  <a:pt x="74" y="20"/>
                </a:cubicBezTo>
                <a:cubicBezTo>
                  <a:pt x="81" y="13"/>
                  <a:pt x="81" y="13"/>
                  <a:pt x="81" y="13"/>
                </a:cubicBezTo>
                <a:cubicBezTo>
                  <a:pt x="84" y="10"/>
                  <a:pt x="89" y="8"/>
                  <a:pt x="94" y="8"/>
                </a:cubicBezTo>
                <a:cubicBezTo>
                  <a:pt x="100" y="8"/>
                  <a:pt x="107" y="11"/>
                  <a:pt x="112" y="16"/>
                </a:cubicBezTo>
                <a:cubicBezTo>
                  <a:pt x="117" y="21"/>
                  <a:pt x="120" y="27"/>
                  <a:pt x="120" y="33"/>
                </a:cubicBezTo>
                <a:cubicBezTo>
                  <a:pt x="120" y="38"/>
                  <a:pt x="118" y="43"/>
                  <a:pt x="115" y="47"/>
                </a:cubicBezTo>
                <a:close/>
              </a:path>
            </a:pathLst>
          </a:custGeom>
          <a:solidFill>
            <a:schemeClr val="accent5"/>
          </a:solidFill>
          <a:ln>
            <a:noFill/>
          </a:ln>
        </p:spPr>
        <p:txBody>
          <a:bodyPr vert="horz" wrap="square" lIns="68580" tIns="34290" rIns="68580" bIns="34290" numCol="1" anchor="t" anchorCtr="0" compatLnSpc="1">
            <a:prstTxWarp prst="textNoShape">
              <a:avLst/>
            </a:prstTxWarp>
          </a:bodyPr>
          <a:lstStyle/>
          <a:p>
            <a:endParaRPr lang="id-ID" sz="1350"/>
          </a:p>
        </p:txBody>
      </p:sp>
      <p:grpSp>
        <p:nvGrpSpPr>
          <p:cNvPr id="15" name="Group 14">
            <a:extLst>
              <a:ext uri="{FF2B5EF4-FFF2-40B4-BE49-F238E27FC236}">
                <a16:creationId xmlns:a16="http://schemas.microsoft.com/office/drawing/2014/main" id="{9A26F956-9084-9CBF-6832-88678620312F}"/>
              </a:ext>
            </a:extLst>
          </p:cNvPr>
          <p:cNvGrpSpPr/>
          <p:nvPr/>
        </p:nvGrpSpPr>
        <p:grpSpPr>
          <a:xfrm>
            <a:off x="881296" y="2823225"/>
            <a:ext cx="247650" cy="361950"/>
            <a:chOff x="6258454" y="3849160"/>
            <a:chExt cx="330200" cy="482600"/>
          </a:xfrm>
          <a:solidFill>
            <a:schemeClr val="accent1"/>
          </a:solidFill>
        </p:grpSpPr>
        <p:sp>
          <p:nvSpPr>
            <p:cNvPr id="16" name="Freeform 35">
              <a:extLst>
                <a:ext uri="{FF2B5EF4-FFF2-40B4-BE49-F238E27FC236}">
                  <a16:creationId xmlns:a16="http://schemas.microsoft.com/office/drawing/2014/main" id="{353AD2F1-E119-68F7-5FD2-1F6A309C36FF}"/>
                </a:ext>
              </a:extLst>
            </p:cNvPr>
            <p:cNvSpPr>
              <a:spLocks noEditPoints="1"/>
            </p:cNvSpPr>
            <p:nvPr/>
          </p:nvSpPr>
          <p:spPr bwMode="auto">
            <a:xfrm>
              <a:off x="6258454" y="3849160"/>
              <a:ext cx="330200" cy="482600"/>
            </a:xfrm>
            <a:custGeom>
              <a:avLst/>
              <a:gdLst>
                <a:gd name="T0" fmla="*/ 44 w 88"/>
                <a:gd name="T1" fmla="*/ 0 h 128"/>
                <a:gd name="T2" fmla="*/ 0 w 88"/>
                <a:gd name="T3" fmla="*/ 44 h 128"/>
                <a:gd name="T4" fmla="*/ 20 w 88"/>
                <a:gd name="T5" fmla="*/ 92 h 128"/>
                <a:gd name="T6" fmla="*/ 44 w 88"/>
                <a:gd name="T7" fmla="*/ 128 h 128"/>
                <a:gd name="T8" fmla="*/ 68 w 88"/>
                <a:gd name="T9" fmla="*/ 92 h 128"/>
                <a:gd name="T10" fmla="*/ 88 w 88"/>
                <a:gd name="T11" fmla="*/ 44 h 128"/>
                <a:gd name="T12" fmla="*/ 44 w 88"/>
                <a:gd name="T13" fmla="*/ 0 h 128"/>
                <a:gd name="T14" fmla="*/ 54 w 88"/>
                <a:gd name="T15" fmla="*/ 109 h 128"/>
                <a:gd name="T16" fmla="*/ 35 w 88"/>
                <a:gd name="T17" fmla="*/ 111 h 128"/>
                <a:gd name="T18" fmla="*/ 32 w 88"/>
                <a:gd name="T19" fmla="*/ 104 h 128"/>
                <a:gd name="T20" fmla="*/ 32 w 88"/>
                <a:gd name="T21" fmla="*/ 103 h 128"/>
                <a:gd name="T22" fmla="*/ 57 w 88"/>
                <a:gd name="T23" fmla="*/ 100 h 128"/>
                <a:gd name="T24" fmla="*/ 56 w 88"/>
                <a:gd name="T25" fmla="*/ 104 h 128"/>
                <a:gd name="T26" fmla="*/ 54 w 88"/>
                <a:gd name="T27" fmla="*/ 109 h 128"/>
                <a:gd name="T28" fmla="*/ 31 w 88"/>
                <a:gd name="T29" fmla="*/ 100 h 128"/>
                <a:gd name="T30" fmla="*/ 28 w 88"/>
                <a:gd name="T31" fmla="*/ 92 h 128"/>
                <a:gd name="T32" fmla="*/ 60 w 88"/>
                <a:gd name="T33" fmla="*/ 92 h 128"/>
                <a:gd name="T34" fmla="*/ 58 w 88"/>
                <a:gd name="T35" fmla="*/ 96 h 128"/>
                <a:gd name="T36" fmla="*/ 31 w 88"/>
                <a:gd name="T37" fmla="*/ 100 h 128"/>
                <a:gd name="T38" fmla="*/ 44 w 88"/>
                <a:gd name="T39" fmla="*/ 120 h 128"/>
                <a:gd name="T40" fmla="*/ 36 w 88"/>
                <a:gd name="T41" fmla="*/ 115 h 128"/>
                <a:gd name="T42" fmla="*/ 53 w 88"/>
                <a:gd name="T43" fmla="*/ 113 h 128"/>
                <a:gd name="T44" fmla="*/ 44 w 88"/>
                <a:gd name="T45" fmla="*/ 120 h 128"/>
                <a:gd name="T46" fmla="*/ 63 w 88"/>
                <a:gd name="T47" fmla="*/ 84 h 128"/>
                <a:gd name="T48" fmla="*/ 25 w 88"/>
                <a:gd name="T49" fmla="*/ 84 h 128"/>
                <a:gd name="T50" fmla="*/ 19 w 88"/>
                <a:gd name="T51" fmla="*/ 71 h 128"/>
                <a:gd name="T52" fmla="*/ 8 w 88"/>
                <a:gd name="T53" fmla="*/ 44 h 128"/>
                <a:gd name="T54" fmla="*/ 44 w 88"/>
                <a:gd name="T55" fmla="*/ 8 h 128"/>
                <a:gd name="T56" fmla="*/ 80 w 88"/>
                <a:gd name="T57" fmla="*/ 44 h 128"/>
                <a:gd name="T58" fmla="*/ 69 w 88"/>
                <a:gd name="T59" fmla="*/ 71 h 128"/>
                <a:gd name="T60" fmla="*/ 63 w 88"/>
                <a:gd name="T61" fmla="*/ 8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8" h="128">
                  <a:moveTo>
                    <a:pt x="44" y="0"/>
                  </a:moveTo>
                  <a:cubicBezTo>
                    <a:pt x="20" y="0"/>
                    <a:pt x="0" y="20"/>
                    <a:pt x="0" y="44"/>
                  </a:cubicBezTo>
                  <a:cubicBezTo>
                    <a:pt x="0" y="60"/>
                    <a:pt x="15" y="77"/>
                    <a:pt x="20" y="92"/>
                  </a:cubicBezTo>
                  <a:cubicBezTo>
                    <a:pt x="28" y="115"/>
                    <a:pt x="27" y="128"/>
                    <a:pt x="44" y="128"/>
                  </a:cubicBezTo>
                  <a:cubicBezTo>
                    <a:pt x="61" y="128"/>
                    <a:pt x="60" y="115"/>
                    <a:pt x="68" y="92"/>
                  </a:cubicBezTo>
                  <a:cubicBezTo>
                    <a:pt x="73" y="77"/>
                    <a:pt x="88" y="60"/>
                    <a:pt x="88" y="44"/>
                  </a:cubicBezTo>
                  <a:cubicBezTo>
                    <a:pt x="88" y="20"/>
                    <a:pt x="68" y="0"/>
                    <a:pt x="44" y="0"/>
                  </a:cubicBezTo>
                  <a:close/>
                  <a:moveTo>
                    <a:pt x="54" y="109"/>
                  </a:moveTo>
                  <a:cubicBezTo>
                    <a:pt x="35" y="111"/>
                    <a:pt x="35" y="111"/>
                    <a:pt x="35" y="111"/>
                  </a:cubicBezTo>
                  <a:cubicBezTo>
                    <a:pt x="34" y="109"/>
                    <a:pt x="33" y="107"/>
                    <a:pt x="32" y="104"/>
                  </a:cubicBezTo>
                  <a:cubicBezTo>
                    <a:pt x="32" y="104"/>
                    <a:pt x="32" y="104"/>
                    <a:pt x="32" y="103"/>
                  </a:cubicBezTo>
                  <a:cubicBezTo>
                    <a:pt x="57" y="100"/>
                    <a:pt x="57" y="100"/>
                    <a:pt x="57" y="100"/>
                  </a:cubicBezTo>
                  <a:cubicBezTo>
                    <a:pt x="57" y="102"/>
                    <a:pt x="56" y="103"/>
                    <a:pt x="56" y="104"/>
                  </a:cubicBezTo>
                  <a:cubicBezTo>
                    <a:pt x="55" y="106"/>
                    <a:pt x="55" y="107"/>
                    <a:pt x="54" y="109"/>
                  </a:cubicBezTo>
                  <a:close/>
                  <a:moveTo>
                    <a:pt x="31" y="100"/>
                  </a:moveTo>
                  <a:cubicBezTo>
                    <a:pt x="30" y="97"/>
                    <a:pt x="29" y="95"/>
                    <a:pt x="28" y="92"/>
                  </a:cubicBezTo>
                  <a:cubicBezTo>
                    <a:pt x="60" y="92"/>
                    <a:pt x="60" y="92"/>
                    <a:pt x="60" y="92"/>
                  </a:cubicBezTo>
                  <a:cubicBezTo>
                    <a:pt x="59" y="93"/>
                    <a:pt x="59" y="95"/>
                    <a:pt x="58" y="96"/>
                  </a:cubicBezTo>
                  <a:lnTo>
                    <a:pt x="31" y="100"/>
                  </a:lnTo>
                  <a:close/>
                  <a:moveTo>
                    <a:pt x="44" y="120"/>
                  </a:moveTo>
                  <a:cubicBezTo>
                    <a:pt x="40" y="120"/>
                    <a:pt x="38" y="120"/>
                    <a:pt x="36" y="115"/>
                  </a:cubicBezTo>
                  <a:cubicBezTo>
                    <a:pt x="53" y="113"/>
                    <a:pt x="53" y="113"/>
                    <a:pt x="53" y="113"/>
                  </a:cubicBezTo>
                  <a:cubicBezTo>
                    <a:pt x="51" y="119"/>
                    <a:pt x="49" y="120"/>
                    <a:pt x="44" y="120"/>
                  </a:cubicBezTo>
                  <a:close/>
                  <a:moveTo>
                    <a:pt x="63" y="84"/>
                  </a:moveTo>
                  <a:cubicBezTo>
                    <a:pt x="25" y="84"/>
                    <a:pt x="25" y="84"/>
                    <a:pt x="25" y="84"/>
                  </a:cubicBezTo>
                  <a:cubicBezTo>
                    <a:pt x="23" y="80"/>
                    <a:pt x="21" y="75"/>
                    <a:pt x="19" y="71"/>
                  </a:cubicBezTo>
                  <a:cubicBezTo>
                    <a:pt x="13" y="62"/>
                    <a:pt x="8" y="52"/>
                    <a:pt x="8" y="44"/>
                  </a:cubicBezTo>
                  <a:cubicBezTo>
                    <a:pt x="8" y="24"/>
                    <a:pt x="24" y="8"/>
                    <a:pt x="44" y="8"/>
                  </a:cubicBezTo>
                  <a:cubicBezTo>
                    <a:pt x="64" y="8"/>
                    <a:pt x="80" y="24"/>
                    <a:pt x="80" y="44"/>
                  </a:cubicBezTo>
                  <a:cubicBezTo>
                    <a:pt x="80" y="52"/>
                    <a:pt x="75" y="62"/>
                    <a:pt x="69" y="71"/>
                  </a:cubicBezTo>
                  <a:cubicBezTo>
                    <a:pt x="67" y="75"/>
                    <a:pt x="65" y="80"/>
                    <a:pt x="63"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7" name="Freeform 36">
              <a:extLst>
                <a:ext uri="{FF2B5EF4-FFF2-40B4-BE49-F238E27FC236}">
                  <a16:creationId xmlns:a16="http://schemas.microsoft.com/office/drawing/2014/main" id="{57974688-7ADC-8F01-F59F-0933AE0BE7FD}"/>
                </a:ext>
              </a:extLst>
            </p:cNvPr>
            <p:cNvSpPr>
              <a:spLocks/>
            </p:cNvSpPr>
            <p:nvPr/>
          </p:nvSpPr>
          <p:spPr bwMode="auto">
            <a:xfrm>
              <a:off x="6333066" y="3925360"/>
              <a:ext cx="96837" cy="96838"/>
            </a:xfrm>
            <a:custGeom>
              <a:avLst/>
              <a:gdLst>
                <a:gd name="T0" fmla="*/ 24 w 26"/>
                <a:gd name="T1" fmla="*/ 0 h 26"/>
                <a:gd name="T2" fmla="*/ 0 w 26"/>
                <a:gd name="T3" fmla="*/ 24 h 26"/>
                <a:gd name="T4" fmla="*/ 2 w 26"/>
                <a:gd name="T5" fmla="*/ 26 h 26"/>
                <a:gd name="T6" fmla="*/ 4 w 26"/>
                <a:gd name="T7" fmla="*/ 24 h 26"/>
                <a:gd name="T8" fmla="*/ 24 w 26"/>
                <a:gd name="T9" fmla="*/ 4 h 26"/>
                <a:gd name="T10" fmla="*/ 26 w 26"/>
                <a:gd name="T11" fmla="*/ 2 h 26"/>
                <a:gd name="T12" fmla="*/ 24 w 26"/>
                <a:gd name="T13" fmla="*/ 0 h 26"/>
              </a:gdLst>
              <a:ahLst/>
              <a:cxnLst>
                <a:cxn ang="0">
                  <a:pos x="T0" y="T1"/>
                </a:cxn>
                <a:cxn ang="0">
                  <a:pos x="T2" y="T3"/>
                </a:cxn>
                <a:cxn ang="0">
                  <a:pos x="T4" y="T5"/>
                </a:cxn>
                <a:cxn ang="0">
                  <a:pos x="T6" y="T7"/>
                </a:cxn>
                <a:cxn ang="0">
                  <a:pos x="T8" y="T9"/>
                </a:cxn>
                <a:cxn ang="0">
                  <a:pos x="T10" y="T11"/>
                </a:cxn>
                <a:cxn ang="0">
                  <a:pos x="T12" y="T13"/>
                </a:cxn>
              </a:cxnLst>
              <a:rect l="0" t="0" r="r" b="b"/>
              <a:pathLst>
                <a:path w="26" h="26">
                  <a:moveTo>
                    <a:pt x="24" y="0"/>
                  </a:moveTo>
                  <a:cubicBezTo>
                    <a:pt x="11" y="0"/>
                    <a:pt x="0" y="11"/>
                    <a:pt x="0" y="24"/>
                  </a:cubicBezTo>
                  <a:cubicBezTo>
                    <a:pt x="0" y="25"/>
                    <a:pt x="1" y="26"/>
                    <a:pt x="2" y="26"/>
                  </a:cubicBezTo>
                  <a:cubicBezTo>
                    <a:pt x="3" y="26"/>
                    <a:pt x="4" y="25"/>
                    <a:pt x="4" y="24"/>
                  </a:cubicBezTo>
                  <a:cubicBezTo>
                    <a:pt x="4" y="13"/>
                    <a:pt x="13" y="4"/>
                    <a:pt x="24" y="4"/>
                  </a:cubicBezTo>
                  <a:cubicBezTo>
                    <a:pt x="25" y="4"/>
                    <a:pt x="26" y="3"/>
                    <a:pt x="26" y="2"/>
                  </a:cubicBezTo>
                  <a:cubicBezTo>
                    <a:pt x="26" y="1"/>
                    <a:pt x="25"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grpSp>
      <p:grpSp>
        <p:nvGrpSpPr>
          <p:cNvPr id="18" name="Group 17">
            <a:extLst>
              <a:ext uri="{FF2B5EF4-FFF2-40B4-BE49-F238E27FC236}">
                <a16:creationId xmlns:a16="http://schemas.microsoft.com/office/drawing/2014/main" id="{CB2D1DBF-6199-60C3-C00B-56A9F08DDD90}"/>
              </a:ext>
            </a:extLst>
          </p:cNvPr>
          <p:cNvGrpSpPr/>
          <p:nvPr/>
        </p:nvGrpSpPr>
        <p:grpSpPr>
          <a:xfrm>
            <a:off x="7818513" y="2851800"/>
            <a:ext cx="360759" cy="304800"/>
            <a:chOff x="8106304" y="2931585"/>
            <a:chExt cx="481012" cy="406400"/>
          </a:xfrm>
          <a:solidFill>
            <a:schemeClr val="accent3"/>
          </a:solidFill>
        </p:grpSpPr>
        <p:sp>
          <p:nvSpPr>
            <p:cNvPr id="19" name="Freeform 42">
              <a:extLst>
                <a:ext uri="{FF2B5EF4-FFF2-40B4-BE49-F238E27FC236}">
                  <a16:creationId xmlns:a16="http://schemas.microsoft.com/office/drawing/2014/main" id="{AFE48C8A-7991-3E1B-96F3-070B4AA55CDE}"/>
                </a:ext>
              </a:extLst>
            </p:cNvPr>
            <p:cNvSpPr>
              <a:spLocks noEditPoints="1"/>
            </p:cNvSpPr>
            <p:nvPr/>
          </p:nvSpPr>
          <p:spPr bwMode="auto">
            <a:xfrm>
              <a:off x="8226954" y="3037947"/>
              <a:ext cx="241300" cy="239713"/>
            </a:xfrm>
            <a:custGeom>
              <a:avLst/>
              <a:gdLst>
                <a:gd name="T0" fmla="*/ 32 w 64"/>
                <a:gd name="T1" fmla="*/ 0 h 64"/>
                <a:gd name="T2" fmla="*/ 0 w 64"/>
                <a:gd name="T3" fmla="*/ 32 h 64"/>
                <a:gd name="T4" fmla="*/ 32 w 64"/>
                <a:gd name="T5" fmla="*/ 64 h 64"/>
                <a:gd name="T6" fmla="*/ 64 w 64"/>
                <a:gd name="T7" fmla="*/ 32 h 64"/>
                <a:gd name="T8" fmla="*/ 32 w 64"/>
                <a:gd name="T9" fmla="*/ 0 h 64"/>
                <a:gd name="T10" fmla="*/ 50 w 64"/>
                <a:gd name="T11" fmla="*/ 48 h 64"/>
                <a:gd name="T12" fmla="*/ 16 w 64"/>
                <a:gd name="T13" fmla="*/ 50 h 64"/>
                <a:gd name="T14" fmla="*/ 14 w 64"/>
                <a:gd name="T15" fmla="*/ 16 h 64"/>
                <a:gd name="T16" fmla="*/ 48 w 64"/>
                <a:gd name="T17" fmla="*/ 14 h 64"/>
                <a:gd name="T18" fmla="*/ 50 w 64"/>
                <a:gd name="T19" fmla="*/ 4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0"/>
                  </a:moveTo>
                  <a:cubicBezTo>
                    <a:pt x="14" y="0"/>
                    <a:pt x="0" y="14"/>
                    <a:pt x="0" y="32"/>
                  </a:cubicBezTo>
                  <a:cubicBezTo>
                    <a:pt x="0" y="50"/>
                    <a:pt x="14" y="64"/>
                    <a:pt x="32" y="64"/>
                  </a:cubicBezTo>
                  <a:cubicBezTo>
                    <a:pt x="50" y="64"/>
                    <a:pt x="64" y="50"/>
                    <a:pt x="64" y="32"/>
                  </a:cubicBezTo>
                  <a:cubicBezTo>
                    <a:pt x="64" y="14"/>
                    <a:pt x="50" y="0"/>
                    <a:pt x="32" y="0"/>
                  </a:cubicBezTo>
                  <a:close/>
                  <a:moveTo>
                    <a:pt x="50" y="48"/>
                  </a:moveTo>
                  <a:cubicBezTo>
                    <a:pt x="42" y="58"/>
                    <a:pt x="26" y="59"/>
                    <a:pt x="16" y="50"/>
                  </a:cubicBezTo>
                  <a:cubicBezTo>
                    <a:pt x="6" y="42"/>
                    <a:pt x="5" y="26"/>
                    <a:pt x="14" y="16"/>
                  </a:cubicBezTo>
                  <a:cubicBezTo>
                    <a:pt x="22" y="6"/>
                    <a:pt x="38" y="5"/>
                    <a:pt x="48" y="14"/>
                  </a:cubicBezTo>
                  <a:cubicBezTo>
                    <a:pt x="58" y="22"/>
                    <a:pt x="59" y="38"/>
                    <a:pt x="50" y="48"/>
                  </a:cubicBezTo>
                  <a:close/>
                </a:path>
              </a:pathLst>
            </a:custGeom>
            <a:grpFill/>
            <a:ln>
              <a:noFill/>
            </a:ln>
          </p:spPr>
          <p:txBody>
            <a:bodyPr vert="horz" wrap="square" lIns="68580" tIns="34290" rIns="68580" bIns="34290" numCol="1" anchor="t" anchorCtr="0" compatLnSpc="1">
              <a:prstTxWarp prst="textNoShape">
                <a:avLst/>
              </a:prstTxWarp>
            </a:bodyPr>
            <a:lstStyle/>
            <a:p>
              <a:endParaRPr lang="id-ID" sz="1350"/>
            </a:p>
          </p:txBody>
        </p:sp>
        <p:sp>
          <p:nvSpPr>
            <p:cNvPr id="20" name="Freeform 43">
              <a:extLst>
                <a:ext uri="{FF2B5EF4-FFF2-40B4-BE49-F238E27FC236}">
                  <a16:creationId xmlns:a16="http://schemas.microsoft.com/office/drawing/2014/main" id="{77983CF0-FB42-8378-AEE0-050C402A98F7}"/>
                </a:ext>
              </a:extLst>
            </p:cNvPr>
            <p:cNvSpPr>
              <a:spLocks/>
            </p:cNvSpPr>
            <p:nvPr/>
          </p:nvSpPr>
          <p:spPr bwMode="auto">
            <a:xfrm>
              <a:off x="8287279" y="3096685"/>
              <a:ext cx="68262" cy="68263"/>
            </a:xfrm>
            <a:custGeom>
              <a:avLst/>
              <a:gdLst>
                <a:gd name="T0" fmla="*/ 16 w 18"/>
                <a:gd name="T1" fmla="*/ 0 h 18"/>
                <a:gd name="T2" fmla="*/ 0 w 18"/>
                <a:gd name="T3" fmla="*/ 16 h 18"/>
                <a:gd name="T4" fmla="*/ 0 w 18"/>
                <a:gd name="T5" fmla="*/ 16 h 18"/>
                <a:gd name="T6" fmla="*/ 2 w 18"/>
                <a:gd name="T7" fmla="*/ 18 h 18"/>
                <a:gd name="T8" fmla="*/ 4 w 18"/>
                <a:gd name="T9" fmla="*/ 16 h 18"/>
                <a:gd name="T10" fmla="*/ 4 w 18"/>
                <a:gd name="T11" fmla="*/ 16 h 18"/>
                <a:gd name="T12" fmla="*/ 16 w 18"/>
                <a:gd name="T13" fmla="*/ 4 h 18"/>
                <a:gd name="T14" fmla="*/ 18 w 18"/>
                <a:gd name="T15" fmla="*/ 2 h 18"/>
                <a:gd name="T16" fmla="*/ 16 w 18"/>
                <a:gd name="T1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18">
                  <a:moveTo>
                    <a:pt x="16" y="0"/>
                  </a:moveTo>
                  <a:cubicBezTo>
                    <a:pt x="7" y="0"/>
                    <a:pt x="0" y="7"/>
                    <a:pt x="0" y="16"/>
                  </a:cubicBezTo>
                  <a:cubicBezTo>
                    <a:pt x="0" y="16"/>
                    <a:pt x="0" y="16"/>
                    <a:pt x="0" y="16"/>
                  </a:cubicBezTo>
                  <a:cubicBezTo>
                    <a:pt x="0" y="17"/>
                    <a:pt x="1" y="18"/>
                    <a:pt x="2" y="18"/>
                  </a:cubicBezTo>
                  <a:cubicBezTo>
                    <a:pt x="3" y="18"/>
                    <a:pt x="4" y="17"/>
                    <a:pt x="4" y="16"/>
                  </a:cubicBezTo>
                  <a:cubicBezTo>
                    <a:pt x="4" y="16"/>
                    <a:pt x="4" y="16"/>
                    <a:pt x="4" y="16"/>
                  </a:cubicBezTo>
                  <a:cubicBezTo>
                    <a:pt x="4" y="9"/>
                    <a:pt x="9" y="4"/>
                    <a:pt x="16" y="4"/>
                  </a:cubicBezTo>
                  <a:cubicBezTo>
                    <a:pt x="17" y="4"/>
                    <a:pt x="18" y="3"/>
                    <a:pt x="18" y="2"/>
                  </a:cubicBezTo>
                  <a:cubicBezTo>
                    <a:pt x="18" y="1"/>
                    <a:pt x="17" y="0"/>
                    <a:pt x="16" y="0"/>
                  </a:cubicBezTo>
                  <a:close/>
                </a:path>
              </a:pathLst>
            </a:custGeom>
            <a:grpFill/>
            <a:ln>
              <a:noFill/>
            </a:ln>
          </p:spPr>
          <p:txBody>
            <a:bodyPr vert="horz" wrap="square" lIns="68580" tIns="34290" rIns="68580" bIns="34290" numCol="1" anchor="t" anchorCtr="0" compatLnSpc="1">
              <a:prstTxWarp prst="textNoShape">
                <a:avLst/>
              </a:prstTxWarp>
            </a:bodyPr>
            <a:lstStyle/>
            <a:p>
              <a:endParaRPr lang="id-ID" sz="1350"/>
            </a:p>
          </p:txBody>
        </p:sp>
        <p:sp>
          <p:nvSpPr>
            <p:cNvPr id="21" name="Freeform 44">
              <a:extLst>
                <a:ext uri="{FF2B5EF4-FFF2-40B4-BE49-F238E27FC236}">
                  <a16:creationId xmlns:a16="http://schemas.microsoft.com/office/drawing/2014/main" id="{9F4A10A7-C8B0-1102-9290-02C59306BE66}"/>
                </a:ext>
              </a:extLst>
            </p:cNvPr>
            <p:cNvSpPr>
              <a:spLocks noEditPoints="1"/>
            </p:cNvSpPr>
            <p:nvPr/>
          </p:nvSpPr>
          <p:spPr bwMode="auto">
            <a:xfrm>
              <a:off x="8106304" y="2931585"/>
              <a:ext cx="481012" cy="406400"/>
            </a:xfrm>
            <a:custGeom>
              <a:avLst/>
              <a:gdLst>
                <a:gd name="T0" fmla="*/ 118 w 128"/>
                <a:gd name="T1" fmla="*/ 24 h 108"/>
                <a:gd name="T2" fmla="*/ 101 w 128"/>
                <a:gd name="T3" fmla="*/ 21 h 108"/>
                <a:gd name="T4" fmla="*/ 95 w 128"/>
                <a:gd name="T5" fmla="*/ 8 h 108"/>
                <a:gd name="T6" fmla="*/ 84 w 128"/>
                <a:gd name="T7" fmla="*/ 0 h 108"/>
                <a:gd name="T8" fmla="*/ 44 w 128"/>
                <a:gd name="T9" fmla="*/ 0 h 108"/>
                <a:gd name="T10" fmla="*/ 33 w 128"/>
                <a:gd name="T11" fmla="*/ 8 h 108"/>
                <a:gd name="T12" fmla="*/ 27 w 128"/>
                <a:gd name="T13" fmla="*/ 21 h 108"/>
                <a:gd name="T14" fmla="*/ 10 w 128"/>
                <a:gd name="T15" fmla="*/ 24 h 108"/>
                <a:gd name="T16" fmla="*/ 0 w 128"/>
                <a:gd name="T17" fmla="*/ 36 h 108"/>
                <a:gd name="T18" fmla="*/ 0 w 128"/>
                <a:gd name="T19" fmla="*/ 96 h 108"/>
                <a:gd name="T20" fmla="*/ 12 w 128"/>
                <a:gd name="T21" fmla="*/ 108 h 108"/>
                <a:gd name="T22" fmla="*/ 116 w 128"/>
                <a:gd name="T23" fmla="*/ 108 h 108"/>
                <a:gd name="T24" fmla="*/ 128 w 128"/>
                <a:gd name="T25" fmla="*/ 96 h 108"/>
                <a:gd name="T26" fmla="*/ 128 w 128"/>
                <a:gd name="T27" fmla="*/ 36 h 108"/>
                <a:gd name="T28" fmla="*/ 118 w 128"/>
                <a:gd name="T29" fmla="*/ 24 h 108"/>
                <a:gd name="T30" fmla="*/ 120 w 128"/>
                <a:gd name="T31" fmla="*/ 96 h 108"/>
                <a:gd name="T32" fmla="*/ 116 w 128"/>
                <a:gd name="T33" fmla="*/ 100 h 108"/>
                <a:gd name="T34" fmla="*/ 12 w 128"/>
                <a:gd name="T35" fmla="*/ 100 h 108"/>
                <a:gd name="T36" fmla="*/ 8 w 128"/>
                <a:gd name="T37" fmla="*/ 96 h 108"/>
                <a:gd name="T38" fmla="*/ 8 w 128"/>
                <a:gd name="T39" fmla="*/ 36 h 108"/>
                <a:gd name="T40" fmla="*/ 11 w 128"/>
                <a:gd name="T41" fmla="*/ 32 h 108"/>
                <a:gd name="T42" fmla="*/ 33 w 128"/>
                <a:gd name="T43" fmla="*/ 28 h 108"/>
                <a:gd name="T44" fmla="*/ 40 w 128"/>
                <a:gd name="T45" fmla="*/ 11 h 108"/>
                <a:gd name="T46" fmla="*/ 44 w 128"/>
                <a:gd name="T47" fmla="*/ 8 h 108"/>
                <a:gd name="T48" fmla="*/ 84 w 128"/>
                <a:gd name="T49" fmla="*/ 8 h 108"/>
                <a:gd name="T50" fmla="*/ 88 w 128"/>
                <a:gd name="T51" fmla="*/ 11 h 108"/>
                <a:gd name="T52" fmla="*/ 95 w 128"/>
                <a:gd name="T53" fmla="*/ 28 h 108"/>
                <a:gd name="T54" fmla="*/ 117 w 128"/>
                <a:gd name="T55" fmla="*/ 32 h 108"/>
                <a:gd name="T56" fmla="*/ 120 w 128"/>
                <a:gd name="T57" fmla="*/ 36 h 108"/>
                <a:gd name="T58" fmla="*/ 120 w 128"/>
                <a:gd name="T59" fmla="*/ 9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28" h="108">
                  <a:moveTo>
                    <a:pt x="118" y="24"/>
                  </a:moveTo>
                  <a:cubicBezTo>
                    <a:pt x="101" y="21"/>
                    <a:pt x="101" y="21"/>
                    <a:pt x="101" y="21"/>
                  </a:cubicBezTo>
                  <a:cubicBezTo>
                    <a:pt x="95" y="8"/>
                    <a:pt x="95" y="8"/>
                    <a:pt x="95" y="8"/>
                  </a:cubicBezTo>
                  <a:cubicBezTo>
                    <a:pt x="93" y="3"/>
                    <a:pt x="89" y="0"/>
                    <a:pt x="84" y="0"/>
                  </a:cubicBezTo>
                  <a:cubicBezTo>
                    <a:pt x="44" y="0"/>
                    <a:pt x="44" y="0"/>
                    <a:pt x="44" y="0"/>
                  </a:cubicBezTo>
                  <a:cubicBezTo>
                    <a:pt x="39" y="0"/>
                    <a:pt x="35" y="3"/>
                    <a:pt x="33" y="8"/>
                  </a:cubicBezTo>
                  <a:cubicBezTo>
                    <a:pt x="27" y="21"/>
                    <a:pt x="27" y="21"/>
                    <a:pt x="27" y="21"/>
                  </a:cubicBezTo>
                  <a:cubicBezTo>
                    <a:pt x="10" y="24"/>
                    <a:pt x="10" y="24"/>
                    <a:pt x="10" y="24"/>
                  </a:cubicBezTo>
                  <a:cubicBezTo>
                    <a:pt x="4" y="25"/>
                    <a:pt x="0" y="30"/>
                    <a:pt x="0" y="36"/>
                  </a:cubicBezTo>
                  <a:cubicBezTo>
                    <a:pt x="0" y="96"/>
                    <a:pt x="0" y="96"/>
                    <a:pt x="0" y="96"/>
                  </a:cubicBezTo>
                  <a:cubicBezTo>
                    <a:pt x="0" y="103"/>
                    <a:pt x="5" y="108"/>
                    <a:pt x="12" y="108"/>
                  </a:cubicBezTo>
                  <a:cubicBezTo>
                    <a:pt x="116" y="108"/>
                    <a:pt x="116" y="108"/>
                    <a:pt x="116" y="108"/>
                  </a:cubicBezTo>
                  <a:cubicBezTo>
                    <a:pt x="123" y="108"/>
                    <a:pt x="128" y="103"/>
                    <a:pt x="128" y="96"/>
                  </a:cubicBezTo>
                  <a:cubicBezTo>
                    <a:pt x="128" y="36"/>
                    <a:pt x="128" y="36"/>
                    <a:pt x="128" y="36"/>
                  </a:cubicBezTo>
                  <a:cubicBezTo>
                    <a:pt x="128" y="30"/>
                    <a:pt x="124" y="25"/>
                    <a:pt x="118" y="24"/>
                  </a:cubicBezTo>
                  <a:close/>
                  <a:moveTo>
                    <a:pt x="120" y="96"/>
                  </a:moveTo>
                  <a:cubicBezTo>
                    <a:pt x="120" y="98"/>
                    <a:pt x="118" y="100"/>
                    <a:pt x="116" y="100"/>
                  </a:cubicBezTo>
                  <a:cubicBezTo>
                    <a:pt x="12" y="100"/>
                    <a:pt x="12" y="100"/>
                    <a:pt x="12" y="100"/>
                  </a:cubicBezTo>
                  <a:cubicBezTo>
                    <a:pt x="10" y="100"/>
                    <a:pt x="8" y="98"/>
                    <a:pt x="8" y="96"/>
                  </a:cubicBezTo>
                  <a:cubicBezTo>
                    <a:pt x="8" y="36"/>
                    <a:pt x="8" y="36"/>
                    <a:pt x="8" y="36"/>
                  </a:cubicBezTo>
                  <a:cubicBezTo>
                    <a:pt x="8" y="34"/>
                    <a:pt x="9" y="32"/>
                    <a:pt x="11" y="32"/>
                  </a:cubicBezTo>
                  <a:cubicBezTo>
                    <a:pt x="33" y="28"/>
                    <a:pt x="33" y="28"/>
                    <a:pt x="33" y="28"/>
                  </a:cubicBezTo>
                  <a:cubicBezTo>
                    <a:pt x="40" y="11"/>
                    <a:pt x="40" y="11"/>
                    <a:pt x="40" y="11"/>
                  </a:cubicBezTo>
                  <a:cubicBezTo>
                    <a:pt x="41" y="9"/>
                    <a:pt x="42" y="8"/>
                    <a:pt x="44" y="8"/>
                  </a:cubicBezTo>
                  <a:cubicBezTo>
                    <a:pt x="84" y="8"/>
                    <a:pt x="84" y="8"/>
                    <a:pt x="84" y="8"/>
                  </a:cubicBezTo>
                  <a:cubicBezTo>
                    <a:pt x="86" y="8"/>
                    <a:pt x="87" y="9"/>
                    <a:pt x="88" y="11"/>
                  </a:cubicBezTo>
                  <a:cubicBezTo>
                    <a:pt x="95" y="28"/>
                    <a:pt x="95" y="28"/>
                    <a:pt x="95" y="28"/>
                  </a:cubicBezTo>
                  <a:cubicBezTo>
                    <a:pt x="117" y="32"/>
                    <a:pt x="117" y="32"/>
                    <a:pt x="117" y="32"/>
                  </a:cubicBezTo>
                  <a:cubicBezTo>
                    <a:pt x="119" y="32"/>
                    <a:pt x="120" y="34"/>
                    <a:pt x="120" y="36"/>
                  </a:cubicBezTo>
                  <a:lnTo>
                    <a:pt x="120" y="96"/>
                  </a:lnTo>
                  <a:close/>
                </a:path>
              </a:pathLst>
            </a:custGeom>
            <a:grpFill/>
            <a:ln>
              <a:noFill/>
            </a:ln>
          </p:spPr>
          <p:txBody>
            <a:bodyPr vert="horz" wrap="square" lIns="68580" tIns="34290" rIns="68580" bIns="34290" numCol="1" anchor="t" anchorCtr="0" compatLnSpc="1">
              <a:prstTxWarp prst="textNoShape">
                <a:avLst/>
              </a:prstTxWarp>
            </a:bodyPr>
            <a:lstStyle/>
            <a:p>
              <a:endParaRPr lang="id-ID" sz="1350"/>
            </a:p>
          </p:txBody>
        </p:sp>
      </p:grpSp>
      <p:sp>
        <p:nvSpPr>
          <p:cNvPr id="35" name="Title 3">
            <a:extLst>
              <a:ext uri="{FF2B5EF4-FFF2-40B4-BE49-F238E27FC236}">
                <a16:creationId xmlns:a16="http://schemas.microsoft.com/office/drawing/2014/main" id="{448DC7DD-0BEB-8C69-5BDA-57DCA8584F34}"/>
              </a:ext>
            </a:extLst>
          </p:cNvPr>
          <p:cNvSpPr>
            <a:spLocks noGrp="1"/>
          </p:cNvSpPr>
          <p:nvPr>
            <p:ph type="title"/>
          </p:nvPr>
        </p:nvSpPr>
        <p:spPr>
          <a:xfrm>
            <a:off x="839788" y="365125"/>
            <a:ext cx="10515600" cy="1325563"/>
          </a:xfrm>
        </p:spPr>
        <p:txBody>
          <a:bodyPr/>
          <a:lstStyle/>
          <a:p>
            <a:endParaRPr lang="en-US"/>
          </a:p>
        </p:txBody>
      </p:sp>
      <p:sp>
        <p:nvSpPr>
          <p:cNvPr id="36" name="TextBox 35">
            <a:extLst>
              <a:ext uri="{FF2B5EF4-FFF2-40B4-BE49-F238E27FC236}">
                <a16:creationId xmlns:a16="http://schemas.microsoft.com/office/drawing/2014/main" id="{B97AB415-6F76-18CF-F0E3-85191974BEBF}"/>
              </a:ext>
            </a:extLst>
          </p:cNvPr>
          <p:cNvSpPr txBox="1"/>
          <p:nvPr/>
        </p:nvSpPr>
        <p:spPr>
          <a:xfrm>
            <a:off x="1449221" y="3139101"/>
            <a:ext cx="2406493" cy="600164"/>
          </a:xfrm>
          <a:prstGeom prst="rect">
            <a:avLst/>
          </a:prstGeom>
          <a:noFill/>
        </p:spPr>
        <p:txBody>
          <a:bodyPr wrap="square" lIns="0" rIns="0" rtlCol="0">
            <a:spAutoFit/>
          </a:bodyPr>
          <a:lstStyle/>
          <a:p>
            <a:r>
              <a:rPr lang="en-US" sz="11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sp>
        <p:nvSpPr>
          <p:cNvPr id="37" name="TextBox 36">
            <a:extLst>
              <a:ext uri="{FF2B5EF4-FFF2-40B4-BE49-F238E27FC236}">
                <a16:creationId xmlns:a16="http://schemas.microsoft.com/office/drawing/2014/main" id="{29164C0F-2E74-CE20-71B2-2DE9E40DF1CF}"/>
              </a:ext>
            </a:extLst>
          </p:cNvPr>
          <p:cNvSpPr txBox="1"/>
          <p:nvPr/>
        </p:nvSpPr>
        <p:spPr>
          <a:xfrm>
            <a:off x="1357550" y="2858395"/>
            <a:ext cx="2557175" cy="307777"/>
          </a:xfrm>
          <a:prstGeom prst="rect">
            <a:avLst/>
          </a:prstGeom>
          <a:noFill/>
        </p:spPr>
        <p:txBody>
          <a:bodyPr wrap="none" rtlCol="0">
            <a:spAutoFit/>
          </a:bodyPr>
          <a:lstStyle/>
          <a:p>
            <a:r>
              <a:rPr lang="en-US" sz="1400" dirty="0"/>
              <a:t>LORUM IPSUM DOLOR SIT AMET</a:t>
            </a:r>
          </a:p>
        </p:txBody>
      </p:sp>
      <p:sp>
        <p:nvSpPr>
          <p:cNvPr id="38" name="TextBox 37">
            <a:extLst>
              <a:ext uri="{FF2B5EF4-FFF2-40B4-BE49-F238E27FC236}">
                <a16:creationId xmlns:a16="http://schemas.microsoft.com/office/drawing/2014/main" id="{665346A3-C781-D6F9-6284-D4CEFD6121BE}"/>
              </a:ext>
            </a:extLst>
          </p:cNvPr>
          <p:cNvSpPr txBox="1"/>
          <p:nvPr/>
        </p:nvSpPr>
        <p:spPr>
          <a:xfrm>
            <a:off x="1449221" y="4266263"/>
            <a:ext cx="2406493" cy="600164"/>
          </a:xfrm>
          <a:prstGeom prst="rect">
            <a:avLst/>
          </a:prstGeom>
          <a:noFill/>
        </p:spPr>
        <p:txBody>
          <a:bodyPr wrap="square" lIns="0" rIns="0" rtlCol="0">
            <a:spAutoFit/>
          </a:bodyPr>
          <a:lstStyle/>
          <a:p>
            <a:r>
              <a:rPr lang="en-US" sz="11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sp>
        <p:nvSpPr>
          <p:cNvPr id="39" name="TextBox 38">
            <a:extLst>
              <a:ext uri="{FF2B5EF4-FFF2-40B4-BE49-F238E27FC236}">
                <a16:creationId xmlns:a16="http://schemas.microsoft.com/office/drawing/2014/main" id="{3FD21CC8-AC2F-E67C-4ECE-CF55F79E61E9}"/>
              </a:ext>
            </a:extLst>
          </p:cNvPr>
          <p:cNvSpPr txBox="1"/>
          <p:nvPr/>
        </p:nvSpPr>
        <p:spPr>
          <a:xfrm>
            <a:off x="1357550" y="3985557"/>
            <a:ext cx="2557175" cy="307777"/>
          </a:xfrm>
          <a:prstGeom prst="rect">
            <a:avLst/>
          </a:prstGeom>
          <a:noFill/>
        </p:spPr>
        <p:txBody>
          <a:bodyPr wrap="none" rtlCol="0">
            <a:spAutoFit/>
          </a:bodyPr>
          <a:lstStyle/>
          <a:p>
            <a:r>
              <a:rPr lang="en-US" sz="1400" dirty="0"/>
              <a:t>LORUM IPSUM DOLOR SIT AMET</a:t>
            </a:r>
          </a:p>
        </p:txBody>
      </p:sp>
      <p:sp>
        <p:nvSpPr>
          <p:cNvPr id="40" name="TextBox 39">
            <a:extLst>
              <a:ext uri="{FF2B5EF4-FFF2-40B4-BE49-F238E27FC236}">
                <a16:creationId xmlns:a16="http://schemas.microsoft.com/office/drawing/2014/main" id="{223EC467-6023-6D53-3DFA-F4F0162AA63E}"/>
              </a:ext>
            </a:extLst>
          </p:cNvPr>
          <p:cNvSpPr txBox="1"/>
          <p:nvPr/>
        </p:nvSpPr>
        <p:spPr>
          <a:xfrm>
            <a:off x="5027125" y="3135283"/>
            <a:ext cx="2406493" cy="600164"/>
          </a:xfrm>
          <a:prstGeom prst="rect">
            <a:avLst/>
          </a:prstGeom>
          <a:noFill/>
        </p:spPr>
        <p:txBody>
          <a:bodyPr wrap="square" lIns="0" rIns="0" rtlCol="0">
            <a:spAutoFit/>
          </a:bodyPr>
          <a:lstStyle/>
          <a:p>
            <a:r>
              <a:rPr lang="en-US" sz="11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sp>
        <p:nvSpPr>
          <p:cNvPr id="41" name="TextBox 40">
            <a:extLst>
              <a:ext uri="{FF2B5EF4-FFF2-40B4-BE49-F238E27FC236}">
                <a16:creationId xmlns:a16="http://schemas.microsoft.com/office/drawing/2014/main" id="{38F0EFA3-4863-BD71-4000-6C563AAC2D36}"/>
              </a:ext>
            </a:extLst>
          </p:cNvPr>
          <p:cNvSpPr txBox="1"/>
          <p:nvPr/>
        </p:nvSpPr>
        <p:spPr>
          <a:xfrm>
            <a:off x="4935454" y="2854577"/>
            <a:ext cx="2557175" cy="307777"/>
          </a:xfrm>
          <a:prstGeom prst="rect">
            <a:avLst/>
          </a:prstGeom>
          <a:noFill/>
        </p:spPr>
        <p:txBody>
          <a:bodyPr wrap="none" rtlCol="0">
            <a:spAutoFit/>
          </a:bodyPr>
          <a:lstStyle/>
          <a:p>
            <a:r>
              <a:rPr lang="en-US" sz="1400" dirty="0"/>
              <a:t>LORUM IPSUM DOLOR SIT AMET</a:t>
            </a:r>
          </a:p>
        </p:txBody>
      </p:sp>
      <p:sp>
        <p:nvSpPr>
          <p:cNvPr id="42" name="TextBox 41">
            <a:extLst>
              <a:ext uri="{FF2B5EF4-FFF2-40B4-BE49-F238E27FC236}">
                <a16:creationId xmlns:a16="http://schemas.microsoft.com/office/drawing/2014/main" id="{1510E792-5BCD-D87A-031B-B90F87142FE7}"/>
              </a:ext>
            </a:extLst>
          </p:cNvPr>
          <p:cNvSpPr txBox="1"/>
          <p:nvPr/>
        </p:nvSpPr>
        <p:spPr>
          <a:xfrm>
            <a:off x="5039025" y="4293334"/>
            <a:ext cx="2406493" cy="600164"/>
          </a:xfrm>
          <a:prstGeom prst="rect">
            <a:avLst/>
          </a:prstGeom>
          <a:noFill/>
        </p:spPr>
        <p:txBody>
          <a:bodyPr wrap="square" lIns="0" rIns="0" rtlCol="0">
            <a:spAutoFit/>
          </a:bodyPr>
          <a:lstStyle/>
          <a:p>
            <a:r>
              <a:rPr lang="en-US" sz="11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sp>
        <p:nvSpPr>
          <p:cNvPr id="43" name="TextBox 42">
            <a:extLst>
              <a:ext uri="{FF2B5EF4-FFF2-40B4-BE49-F238E27FC236}">
                <a16:creationId xmlns:a16="http://schemas.microsoft.com/office/drawing/2014/main" id="{6DAA89A8-8EDA-3738-369D-7C4C9C94D0A9}"/>
              </a:ext>
            </a:extLst>
          </p:cNvPr>
          <p:cNvSpPr txBox="1"/>
          <p:nvPr/>
        </p:nvSpPr>
        <p:spPr>
          <a:xfrm>
            <a:off x="4947354" y="4012628"/>
            <a:ext cx="2557175" cy="307777"/>
          </a:xfrm>
          <a:prstGeom prst="rect">
            <a:avLst/>
          </a:prstGeom>
          <a:noFill/>
        </p:spPr>
        <p:txBody>
          <a:bodyPr wrap="none" rtlCol="0">
            <a:spAutoFit/>
          </a:bodyPr>
          <a:lstStyle/>
          <a:p>
            <a:r>
              <a:rPr lang="en-US" sz="1400" dirty="0"/>
              <a:t>LORUM IPSUM DOLOR SIT AMET</a:t>
            </a:r>
          </a:p>
        </p:txBody>
      </p:sp>
      <p:sp>
        <p:nvSpPr>
          <p:cNvPr id="46" name="TextBox 45">
            <a:extLst>
              <a:ext uri="{FF2B5EF4-FFF2-40B4-BE49-F238E27FC236}">
                <a16:creationId xmlns:a16="http://schemas.microsoft.com/office/drawing/2014/main" id="{95E0B158-C0A5-8B75-A2B7-1FBB3AC87731}"/>
              </a:ext>
            </a:extLst>
          </p:cNvPr>
          <p:cNvSpPr txBox="1"/>
          <p:nvPr/>
        </p:nvSpPr>
        <p:spPr>
          <a:xfrm>
            <a:off x="8505156" y="3111357"/>
            <a:ext cx="2406493" cy="600164"/>
          </a:xfrm>
          <a:prstGeom prst="rect">
            <a:avLst/>
          </a:prstGeom>
          <a:noFill/>
        </p:spPr>
        <p:txBody>
          <a:bodyPr wrap="square" lIns="0" rIns="0" rtlCol="0">
            <a:spAutoFit/>
          </a:bodyPr>
          <a:lstStyle/>
          <a:p>
            <a:r>
              <a:rPr lang="en-US" sz="11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sp>
        <p:nvSpPr>
          <p:cNvPr id="47" name="TextBox 46">
            <a:extLst>
              <a:ext uri="{FF2B5EF4-FFF2-40B4-BE49-F238E27FC236}">
                <a16:creationId xmlns:a16="http://schemas.microsoft.com/office/drawing/2014/main" id="{7C48702E-BF36-28F3-5E31-5CDC4F3F3F95}"/>
              </a:ext>
            </a:extLst>
          </p:cNvPr>
          <p:cNvSpPr txBox="1"/>
          <p:nvPr/>
        </p:nvSpPr>
        <p:spPr>
          <a:xfrm>
            <a:off x="8413485" y="2830651"/>
            <a:ext cx="2557175" cy="307777"/>
          </a:xfrm>
          <a:prstGeom prst="rect">
            <a:avLst/>
          </a:prstGeom>
          <a:noFill/>
        </p:spPr>
        <p:txBody>
          <a:bodyPr wrap="none" rtlCol="0">
            <a:spAutoFit/>
          </a:bodyPr>
          <a:lstStyle/>
          <a:p>
            <a:r>
              <a:rPr lang="en-US" sz="1400" dirty="0"/>
              <a:t>LORUM IPSUM DOLOR SIT AMET</a:t>
            </a:r>
          </a:p>
        </p:txBody>
      </p:sp>
      <p:sp>
        <p:nvSpPr>
          <p:cNvPr id="48" name="TextBox 47">
            <a:extLst>
              <a:ext uri="{FF2B5EF4-FFF2-40B4-BE49-F238E27FC236}">
                <a16:creationId xmlns:a16="http://schemas.microsoft.com/office/drawing/2014/main" id="{513BE325-E344-441D-9347-B74F0325F445}"/>
              </a:ext>
            </a:extLst>
          </p:cNvPr>
          <p:cNvSpPr txBox="1"/>
          <p:nvPr/>
        </p:nvSpPr>
        <p:spPr>
          <a:xfrm>
            <a:off x="8515484" y="4290711"/>
            <a:ext cx="2406493" cy="600164"/>
          </a:xfrm>
          <a:prstGeom prst="rect">
            <a:avLst/>
          </a:prstGeom>
          <a:noFill/>
        </p:spPr>
        <p:txBody>
          <a:bodyPr wrap="square" lIns="0" rIns="0" rtlCol="0">
            <a:spAutoFit/>
          </a:bodyPr>
          <a:lstStyle/>
          <a:p>
            <a:r>
              <a:rPr lang="en-US" sz="11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sp>
        <p:nvSpPr>
          <p:cNvPr id="49" name="TextBox 48">
            <a:extLst>
              <a:ext uri="{FF2B5EF4-FFF2-40B4-BE49-F238E27FC236}">
                <a16:creationId xmlns:a16="http://schemas.microsoft.com/office/drawing/2014/main" id="{84BC136E-99BB-66E6-DBFF-146B69834316}"/>
              </a:ext>
            </a:extLst>
          </p:cNvPr>
          <p:cNvSpPr txBox="1"/>
          <p:nvPr/>
        </p:nvSpPr>
        <p:spPr>
          <a:xfrm>
            <a:off x="8423813" y="4010005"/>
            <a:ext cx="2557175" cy="307777"/>
          </a:xfrm>
          <a:prstGeom prst="rect">
            <a:avLst/>
          </a:prstGeom>
          <a:noFill/>
        </p:spPr>
        <p:txBody>
          <a:bodyPr wrap="none" rtlCol="0">
            <a:spAutoFit/>
          </a:bodyPr>
          <a:lstStyle/>
          <a:p>
            <a:r>
              <a:rPr lang="en-US" sz="1400" dirty="0"/>
              <a:t>LORUM IPSUM DOLOR SIT AMET</a:t>
            </a:r>
          </a:p>
        </p:txBody>
      </p:sp>
      <p:pic>
        <p:nvPicPr>
          <p:cNvPr id="2" name="Picture 1">
            <a:extLst>
              <a:ext uri="{FF2B5EF4-FFF2-40B4-BE49-F238E27FC236}">
                <a16:creationId xmlns:a16="http://schemas.microsoft.com/office/drawing/2014/main" id="{BA5AD62B-479B-2246-1A16-6CAE9750EC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sp>
        <p:nvSpPr>
          <p:cNvPr id="3" name="TextBox 2">
            <a:extLst>
              <a:ext uri="{FF2B5EF4-FFF2-40B4-BE49-F238E27FC236}">
                <a16:creationId xmlns:a16="http://schemas.microsoft.com/office/drawing/2014/main" id="{FE241F9B-B055-8594-91B8-F8BF47CF51BF}"/>
              </a:ext>
            </a:extLst>
          </p:cNvPr>
          <p:cNvSpPr txBox="1"/>
          <p:nvPr/>
        </p:nvSpPr>
        <p:spPr>
          <a:xfrm>
            <a:off x="839788" y="5278960"/>
            <a:ext cx="10141200" cy="1015663"/>
          </a:xfrm>
          <a:prstGeom prst="rect">
            <a:avLst/>
          </a:prstGeom>
          <a:noFill/>
        </p:spPr>
        <p:txBody>
          <a:bodyPr wrap="square" lIns="0" rIns="0" rtlCol="0">
            <a:spAutoFit/>
          </a:bodyPr>
          <a:lstStyle/>
          <a:p>
            <a:pPr algn="ctr"/>
            <a:r>
              <a:rPr lang="en-US" sz="1200" b="0" i="0" dirty="0">
                <a:solidFill>
                  <a:srgbClr val="666666"/>
                </a:solidFill>
                <a:effectLst/>
              </a:rPr>
              <a:t>Lorem ipsum dolor sit </a:t>
            </a:r>
            <a:r>
              <a:rPr lang="en-US" sz="1200" b="0" i="0" dirty="0" err="1">
                <a:solidFill>
                  <a:srgbClr val="666666"/>
                </a:solidFill>
                <a:effectLst/>
              </a:rPr>
              <a:t>amet</a:t>
            </a:r>
            <a:r>
              <a:rPr lang="en-US" sz="1200" b="0" i="0" dirty="0">
                <a:solidFill>
                  <a:srgbClr val="666666"/>
                </a:solidFill>
                <a:effectLst/>
              </a:rPr>
              <a:t>, </a:t>
            </a:r>
            <a:r>
              <a:rPr lang="en-US" sz="1200" b="0" i="0" dirty="0" err="1">
                <a:solidFill>
                  <a:srgbClr val="666666"/>
                </a:solidFill>
                <a:effectLst/>
              </a:rPr>
              <a:t>consectetuer</a:t>
            </a:r>
            <a:r>
              <a:rPr lang="en-US" sz="1200" b="0" i="0" dirty="0">
                <a:solidFill>
                  <a:srgbClr val="666666"/>
                </a:solidFill>
                <a:effectLst/>
              </a:rPr>
              <a:t> </a:t>
            </a:r>
            <a:r>
              <a:rPr lang="en-US" sz="1200" b="0" i="0" dirty="0" err="1">
                <a:solidFill>
                  <a:srgbClr val="666666"/>
                </a:solidFill>
                <a:effectLst/>
              </a:rPr>
              <a:t>adipiscing</a:t>
            </a:r>
            <a:r>
              <a:rPr lang="en-US" sz="1200" b="0" i="0" dirty="0">
                <a:solidFill>
                  <a:srgbClr val="666666"/>
                </a:solidFill>
                <a:effectLst/>
              </a:rPr>
              <a:t> </a:t>
            </a:r>
            <a:r>
              <a:rPr lang="en-US" sz="1200" b="0" i="0" dirty="0" err="1">
                <a:solidFill>
                  <a:srgbClr val="666666"/>
                </a:solidFill>
                <a:effectLst/>
              </a:rPr>
              <a:t>elit</a:t>
            </a:r>
            <a:r>
              <a:rPr lang="en-US" sz="1200" b="0" i="0" dirty="0">
                <a:solidFill>
                  <a:srgbClr val="666666"/>
                </a:solidFill>
                <a:effectLst/>
              </a:rPr>
              <a:t>. Aenean </a:t>
            </a:r>
            <a:r>
              <a:rPr lang="en-US" sz="1200" b="0" i="0" dirty="0" err="1">
                <a:solidFill>
                  <a:srgbClr val="666666"/>
                </a:solidFill>
                <a:effectLst/>
              </a:rPr>
              <a:t>commodo</a:t>
            </a:r>
            <a:r>
              <a:rPr lang="en-US" sz="1200" b="0" i="0" dirty="0">
                <a:solidFill>
                  <a:srgbClr val="666666"/>
                </a:solidFill>
                <a:effectLst/>
              </a:rPr>
              <a:t> ligula </a:t>
            </a:r>
            <a:r>
              <a:rPr lang="en-US" sz="1200" b="0" i="0" dirty="0" err="1">
                <a:solidFill>
                  <a:srgbClr val="666666"/>
                </a:solidFill>
                <a:effectLst/>
              </a:rPr>
              <a:t>eget</a:t>
            </a:r>
            <a:r>
              <a:rPr lang="en-US" sz="1200" b="0" i="0" dirty="0">
                <a:solidFill>
                  <a:srgbClr val="666666"/>
                </a:solidFill>
                <a:effectLst/>
              </a:rPr>
              <a:t> dolor. Aenean </a:t>
            </a:r>
            <a:r>
              <a:rPr lang="en-US" sz="1200" b="0" i="0" dirty="0" err="1">
                <a:solidFill>
                  <a:srgbClr val="666666"/>
                </a:solidFill>
                <a:effectLst/>
              </a:rPr>
              <a:t>massa</a:t>
            </a:r>
            <a:r>
              <a:rPr lang="en-US" sz="1200" b="0" i="0" dirty="0">
                <a:solidFill>
                  <a:srgbClr val="666666"/>
                </a:solidFill>
                <a:effectLst/>
              </a:rPr>
              <a:t>. Cum sociis </a:t>
            </a:r>
            <a:r>
              <a:rPr lang="en-US" sz="1200" b="0" i="0" dirty="0" err="1">
                <a:solidFill>
                  <a:srgbClr val="666666"/>
                </a:solidFill>
                <a:effectLst/>
              </a:rPr>
              <a:t>natoque</a:t>
            </a:r>
            <a:r>
              <a:rPr lang="en-US" sz="1200" b="0" i="0" dirty="0">
                <a:solidFill>
                  <a:srgbClr val="666666"/>
                </a:solidFill>
                <a:effectLst/>
              </a:rPr>
              <a:t> </a:t>
            </a:r>
            <a:r>
              <a:rPr lang="en-US" sz="1200" b="0" i="0" dirty="0" err="1">
                <a:solidFill>
                  <a:srgbClr val="666666"/>
                </a:solidFill>
                <a:effectLst/>
              </a:rPr>
              <a:t>penatibus</a:t>
            </a:r>
            <a:r>
              <a:rPr lang="en-US" sz="1200" b="0" i="0" dirty="0">
                <a:solidFill>
                  <a:srgbClr val="666666"/>
                </a:solidFill>
                <a:effectLst/>
              </a:rPr>
              <a:t> et </a:t>
            </a:r>
            <a:r>
              <a:rPr lang="en-US" sz="1200" b="0" i="0" dirty="0" err="1">
                <a:solidFill>
                  <a:srgbClr val="666666"/>
                </a:solidFill>
                <a:effectLst/>
              </a:rPr>
              <a:t>magnis</a:t>
            </a:r>
            <a:r>
              <a:rPr lang="en-US" sz="1200" b="0" i="0" dirty="0">
                <a:solidFill>
                  <a:srgbClr val="666666"/>
                </a:solidFill>
                <a:effectLst/>
              </a:rPr>
              <a:t> dis parturient </a:t>
            </a:r>
            <a:r>
              <a:rPr lang="en-US" sz="1200" b="0" i="0" dirty="0" err="1">
                <a:solidFill>
                  <a:srgbClr val="666666"/>
                </a:solidFill>
                <a:effectLst/>
              </a:rPr>
              <a:t>montes</a:t>
            </a:r>
            <a:r>
              <a:rPr lang="en-US" sz="1200" b="0" i="0" dirty="0">
                <a:solidFill>
                  <a:srgbClr val="666666"/>
                </a:solidFill>
                <a:effectLst/>
              </a:rPr>
              <a:t>, </a:t>
            </a:r>
            <a:r>
              <a:rPr lang="en-US" sz="1200" b="0" i="0" dirty="0" err="1">
                <a:solidFill>
                  <a:srgbClr val="666666"/>
                </a:solidFill>
                <a:effectLst/>
              </a:rPr>
              <a:t>nascetur</a:t>
            </a:r>
            <a:r>
              <a:rPr lang="en-US" sz="1200" b="0" i="0" dirty="0">
                <a:solidFill>
                  <a:srgbClr val="666666"/>
                </a:solidFill>
                <a:effectLst/>
              </a:rPr>
              <a:t> </a:t>
            </a:r>
            <a:r>
              <a:rPr lang="en-US" sz="1200" b="0" i="0" dirty="0" err="1">
                <a:solidFill>
                  <a:srgbClr val="666666"/>
                </a:solidFill>
                <a:effectLst/>
              </a:rPr>
              <a:t>ridiculus</a:t>
            </a:r>
            <a:r>
              <a:rPr lang="en-US" sz="1200" b="0" i="0" dirty="0">
                <a:solidFill>
                  <a:srgbClr val="666666"/>
                </a:solidFill>
                <a:effectLst/>
              </a:rPr>
              <a:t> mus. Donec </a:t>
            </a:r>
            <a:r>
              <a:rPr lang="en-US" sz="1200" b="0" i="0" dirty="0" err="1">
                <a:solidFill>
                  <a:srgbClr val="666666"/>
                </a:solidFill>
                <a:effectLst/>
              </a:rPr>
              <a:t>quam</a:t>
            </a:r>
            <a:r>
              <a:rPr lang="en-US" sz="1200" b="0" i="0" dirty="0">
                <a:solidFill>
                  <a:srgbClr val="666666"/>
                </a:solidFill>
                <a:effectLst/>
              </a:rPr>
              <a:t> </a:t>
            </a:r>
            <a:r>
              <a:rPr lang="en-US" sz="1200" b="0" i="0" dirty="0" err="1">
                <a:solidFill>
                  <a:srgbClr val="666666"/>
                </a:solidFill>
                <a:effectLst/>
              </a:rPr>
              <a:t>felis</a:t>
            </a:r>
            <a:r>
              <a:rPr lang="en-US" sz="1200" b="0" i="0" dirty="0">
                <a:solidFill>
                  <a:srgbClr val="666666"/>
                </a:solidFill>
                <a:effectLst/>
              </a:rPr>
              <a:t>, </a:t>
            </a:r>
            <a:r>
              <a:rPr lang="en-US" sz="1200" b="0" i="0" dirty="0" err="1">
                <a:solidFill>
                  <a:srgbClr val="666666"/>
                </a:solidFill>
                <a:effectLst/>
              </a:rPr>
              <a:t>ultricies</a:t>
            </a:r>
            <a:r>
              <a:rPr lang="en-US" sz="1200" b="0" i="0" dirty="0">
                <a:solidFill>
                  <a:srgbClr val="666666"/>
                </a:solidFill>
                <a:effectLst/>
              </a:rPr>
              <a:t> </a:t>
            </a:r>
            <a:r>
              <a:rPr lang="en-US" sz="1200" b="0" i="0" dirty="0" err="1">
                <a:solidFill>
                  <a:srgbClr val="666666"/>
                </a:solidFill>
                <a:effectLst/>
              </a:rPr>
              <a:t>nec</a:t>
            </a:r>
            <a:r>
              <a:rPr lang="en-US" sz="1200" b="0" i="0" dirty="0">
                <a:solidFill>
                  <a:srgbClr val="666666"/>
                </a:solidFill>
                <a:effectLst/>
              </a:rPr>
              <a:t>, </a:t>
            </a:r>
            <a:r>
              <a:rPr lang="en-US" sz="1200" b="0" i="0" dirty="0" err="1">
                <a:solidFill>
                  <a:srgbClr val="666666"/>
                </a:solidFill>
                <a:effectLst/>
              </a:rPr>
              <a:t>pellentesque</a:t>
            </a:r>
            <a:r>
              <a:rPr lang="en-US" sz="1200" b="0" i="0" dirty="0">
                <a:solidFill>
                  <a:srgbClr val="666666"/>
                </a:solidFill>
                <a:effectLst/>
              </a:rPr>
              <a:t> </a:t>
            </a:r>
            <a:r>
              <a:rPr lang="en-US" sz="1200" b="0" i="0" dirty="0" err="1">
                <a:solidFill>
                  <a:srgbClr val="666666"/>
                </a:solidFill>
                <a:effectLst/>
              </a:rPr>
              <a:t>eu</a:t>
            </a:r>
            <a:r>
              <a:rPr lang="en-US" sz="1200" b="0" i="0" dirty="0">
                <a:solidFill>
                  <a:srgbClr val="666666"/>
                </a:solidFill>
                <a:effectLst/>
              </a:rPr>
              <a:t>, </a:t>
            </a:r>
            <a:r>
              <a:rPr lang="en-US" sz="1200" b="0" i="0" dirty="0" err="1">
                <a:solidFill>
                  <a:srgbClr val="666666"/>
                </a:solidFill>
                <a:effectLst/>
              </a:rPr>
              <a:t>pretium</a:t>
            </a:r>
            <a:r>
              <a:rPr lang="en-US" sz="1200" b="0" i="0" dirty="0">
                <a:solidFill>
                  <a:srgbClr val="666666"/>
                </a:solidFill>
                <a:effectLst/>
              </a:rPr>
              <a:t> </a:t>
            </a:r>
            <a:r>
              <a:rPr lang="en-US" sz="1200" b="0" i="0" dirty="0" err="1">
                <a:solidFill>
                  <a:srgbClr val="666666"/>
                </a:solidFill>
                <a:effectLst/>
              </a:rPr>
              <a:t>quis</a:t>
            </a:r>
            <a:r>
              <a:rPr lang="en-US" sz="1200" b="0" i="0" dirty="0">
                <a:solidFill>
                  <a:srgbClr val="666666"/>
                </a:solidFill>
                <a:effectLst/>
              </a:rPr>
              <a:t>, sem. </a:t>
            </a:r>
            <a:r>
              <a:rPr lang="en-US" sz="1200" b="0" i="0" dirty="0" err="1">
                <a:solidFill>
                  <a:srgbClr val="666666"/>
                </a:solidFill>
                <a:effectLst/>
              </a:rPr>
              <a:t>Nulla</a:t>
            </a:r>
            <a:r>
              <a:rPr lang="en-US" sz="1200" b="0" i="0" dirty="0">
                <a:solidFill>
                  <a:srgbClr val="666666"/>
                </a:solidFill>
                <a:effectLst/>
              </a:rPr>
              <a:t> </a:t>
            </a:r>
            <a:r>
              <a:rPr lang="en-US" sz="1200" b="0" i="0" dirty="0" err="1">
                <a:solidFill>
                  <a:srgbClr val="666666"/>
                </a:solidFill>
                <a:effectLst/>
              </a:rPr>
              <a:t>consequat</a:t>
            </a:r>
            <a:r>
              <a:rPr lang="en-US" sz="1200" b="0" i="0" dirty="0">
                <a:solidFill>
                  <a:srgbClr val="666666"/>
                </a:solidFill>
                <a:effectLst/>
              </a:rPr>
              <a:t> </a:t>
            </a:r>
            <a:r>
              <a:rPr lang="en-US" sz="1200" b="0" i="0" dirty="0" err="1">
                <a:solidFill>
                  <a:srgbClr val="666666"/>
                </a:solidFill>
                <a:effectLst/>
              </a:rPr>
              <a:t>massa</a:t>
            </a:r>
            <a:r>
              <a:rPr lang="en-US" sz="1200" b="0" i="0" dirty="0">
                <a:solidFill>
                  <a:srgbClr val="666666"/>
                </a:solidFill>
                <a:effectLst/>
              </a:rPr>
              <a:t> </a:t>
            </a:r>
            <a:r>
              <a:rPr lang="en-US" sz="1200" b="0" i="0" dirty="0" err="1">
                <a:solidFill>
                  <a:srgbClr val="666666"/>
                </a:solidFill>
                <a:effectLst/>
              </a:rPr>
              <a:t>quis</a:t>
            </a:r>
            <a:r>
              <a:rPr lang="en-US" sz="1200" b="0" i="0" dirty="0">
                <a:solidFill>
                  <a:srgbClr val="666666"/>
                </a:solidFill>
                <a:effectLst/>
              </a:rPr>
              <a:t> </a:t>
            </a:r>
            <a:r>
              <a:rPr lang="en-US" sz="1200" b="0" i="0" dirty="0" err="1">
                <a:solidFill>
                  <a:srgbClr val="666666"/>
                </a:solidFill>
                <a:effectLst/>
              </a:rPr>
              <a:t>enim</a:t>
            </a:r>
            <a:r>
              <a:rPr lang="en-US" sz="1200" b="0" i="0" dirty="0">
                <a:solidFill>
                  <a:srgbClr val="666666"/>
                </a:solidFill>
                <a:effectLst/>
              </a:rPr>
              <a:t>. Donec </a:t>
            </a:r>
            <a:r>
              <a:rPr lang="en-US" sz="1200" b="0" i="0" dirty="0" err="1">
                <a:solidFill>
                  <a:srgbClr val="666666"/>
                </a:solidFill>
                <a:effectLst/>
              </a:rPr>
              <a:t>pede</a:t>
            </a:r>
            <a:r>
              <a:rPr lang="en-US" sz="1200" b="0" i="0" dirty="0">
                <a:solidFill>
                  <a:srgbClr val="666666"/>
                </a:solidFill>
                <a:effectLst/>
              </a:rPr>
              <a:t> </a:t>
            </a:r>
            <a:r>
              <a:rPr lang="en-US" sz="1200" b="0" i="0" dirty="0" err="1">
                <a:solidFill>
                  <a:srgbClr val="666666"/>
                </a:solidFill>
                <a:effectLst/>
              </a:rPr>
              <a:t>justo</a:t>
            </a:r>
            <a:r>
              <a:rPr lang="en-US" sz="1200" b="0" i="0" dirty="0">
                <a:solidFill>
                  <a:srgbClr val="666666"/>
                </a:solidFill>
                <a:effectLst/>
              </a:rPr>
              <a:t>, </a:t>
            </a:r>
            <a:r>
              <a:rPr lang="en-US" sz="1200" b="0" i="0" dirty="0" err="1">
                <a:solidFill>
                  <a:srgbClr val="666666"/>
                </a:solidFill>
                <a:effectLst/>
              </a:rPr>
              <a:t>fringilla</a:t>
            </a:r>
            <a:r>
              <a:rPr lang="en-US" sz="1200" b="0" i="0" dirty="0">
                <a:solidFill>
                  <a:srgbClr val="666666"/>
                </a:solidFill>
                <a:effectLst/>
              </a:rPr>
              <a:t> vel, </a:t>
            </a:r>
            <a:r>
              <a:rPr lang="en-US" sz="1200" b="0" i="0" dirty="0" err="1">
                <a:solidFill>
                  <a:srgbClr val="666666"/>
                </a:solidFill>
                <a:effectLst/>
              </a:rPr>
              <a:t>aliquet</a:t>
            </a:r>
            <a:r>
              <a:rPr lang="en-US" sz="1200" b="0" i="0" dirty="0">
                <a:solidFill>
                  <a:srgbClr val="666666"/>
                </a:solidFill>
                <a:effectLst/>
              </a:rPr>
              <a:t> </a:t>
            </a:r>
            <a:r>
              <a:rPr lang="en-US" sz="1200" b="0" i="0" dirty="0" err="1">
                <a:solidFill>
                  <a:srgbClr val="666666"/>
                </a:solidFill>
                <a:effectLst/>
              </a:rPr>
              <a:t>nec</a:t>
            </a:r>
            <a:r>
              <a:rPr lang="en-US" sz="1200" b="0" i="0" dirty="0">
                <a:solidFill>
                  <a:srgbClr val="666666"/>
                </a:solidFill>
                <a:effectLst/>
              </a:rPr>
              <a:t>, </a:t>
            </a:r>
            <a:r>
              <a:rPr lang="en-US" sz="1200" b="0" i="0" dirty="0" err="1">
                <a:solidFill>
                  <a:srgbClr val="666666"/>
                </a:solidFill>
                <a:effectLst/>
              </a:rPr>
              <a:t>vulputate</a:t>
            </a:r>
            <a:r>
              <a:rPr lang="en-US" sz="1200" b="0" i="0" dirty="0">
                <a:solidFill>
                  <a:srgbClr val="666666"/>
                </a:solidFill>
                <a:effectLst/>
              </a:rPr>
              <a:t> </a:t>
            </a:r>
            <a:r>
              <a:rPr lang="en-US" sz="1200" b="0" i="0" dirty="0" err="1">
                <a:solidFill>
                  <a:srgbClr val="666666"/>
                </a:solidFill>
                <a:effectLst/>
              </a:rPr>
              <a:t>eget</a:t>
            </a:r>
            <a:r>
              <a:rPr lang="en-US" sz="1200" b="0" i="0" dirty="0">
                <a:solidFill>
                  <a:srgbClr val="666666"/>
                </a:solidFill>
                <a:effectLst/>
              </a:rPr>
              <a:t>, </a:t>
            </a:r>
            <a:r>
              <a:rPr lang="en-US" sz="1200" b="0" i="0" dirty="0" err="1">
                <a:solidFill>
                  <a:srgbClr val="666666"/>
                </a:solidFill>
                <a:effectLst/>
              </a:rPr>
              <a:t>arcu</a:t>
            </a:r>
            <a:r>
              <a:rPr lang="en-US" sz="1200" b="0" i="0" dirty="0">
                <a:solidFill>
                  <a:srgbClr val="666666"/>
                </a:solidFill>
                <a:effectLst/>
              </a:rPr>
              <a:t>. In </a:t>
            </a:r>
            <a:r>
              <a:rPr lang="en-US" sz="1200" b="0" i="0" dirty="0" err="1">
                <a:solidFill>
                  <a:srgbClr val="666666"/>
                </a:solidFill>
                <a:effectLst/>
              </a:rPr>
              <a:t>enim</a:t>
            </a:r>
            <a:r>
              <a:rPr lang="en-US" sz="1200" b="0" i="0" dirty="0">
                <a:solidFill>
                  <a:srgbClr val="666666"/>
                </a:solidFill>
                <a:effectLst/>
              </a:rPr>
              <a:t> </a:t>
            </a:r>
            <a:r>
              <a:rPr lang="en-US" sz="1200" b="0" i="0" dirty="0" err="1">
                <a:solidFill>
                  <a:srgbClr val="666666"/>
                </a:solidFill>
                <a:effectLst/>
              </a:rPr>
              <a:t>justo</a:t>
            </a:r>
            <a:r>
              <a:rPr lang="en-US" sz="1200" b="0" i="0" dirty="0">
                <a:solidFill>
                  <a:srgbClr val="666666"/>
                </a:solidFill>
                <a:effectLst/>
              </a:rPr>
              <a:t>, </a:t>
            </a:r>
            <a:r>
              <a:rPr lang="en-US" sz="1200" b="0" i="0" dirty="0" err="1">
                <a:solidFill>
                  <a:srgbClr val="666666"/>
                </a:solidFill>
                <a:effectLst/>
              </a:rPr>
              <a:t>rhoncus</a:t>
            </a:r>
            <a:r>
              <a:rPr lang="en-US" sz="1200" b="0" i="0" dirty="0">
                <a:solidFill>
                  <a:srgbClr val="666666"/>
                </a:solidFill>
                <a:effectLst/>
              </a:rPr>
              <a:t> </a:t>
            </a:r>
            <a:r>
              <a:rPr lang="en-US" sz="1200" b="0" i="0" dirty="0" err="1">
                <a:solidFill>
                  <a:srgbClr val="666666"/>
                </a:solidFill>
                <a:effectLst/>
              </a:rPr>
              <a:t>ut</a:t>
            </a:r>
            <a:r>
              <a:rPr lang="en-US" sz="1200" b="0" i="0" dirty="0">
                <a:solidFill>
                  <a:srgbClr val="666666"/>
                </a:solidFill>
                <a:effectLst/>
              </a:rPr>
              <a:t>, </a:t>
            </a:r>
            <a:r>
              <a:rPr lang="en-US" sz="1200" b="0" i="0" dirty="0" err="1">
                <a:solidFill>
                  <a:srgbClr val="666666"/>
                </a:solidFill>
                <a:effectLst/>
              </a:rPr>
              <a:t>imperdiet</a:t>
            </a:r>
            <a:r>
              <a:rPr lang="en-US" sz="1200" b="0" i="0" dirty="0">
                <a:solidFill>
                  <a:srgbClr val="666666"/>
                </a:solidFill>
                <a:effectLst/>
              </a:rPr>
              <a:t> a, </a:t>
            </a:r>
            <a:r>
              <a:rPr lang="en-US" sz="1200" b="0" i="0" dirty="0" err="1">
                <a:solidFill>
                  <a:srgbClr val="666666"/>
                </a:solidFill>
                <a:effectLst/>
              </a:rPr>
              <a:t>venenatis</a:t>
            </a:r>
            <a:r>
              <a:rPr lang="en-US" sz="1200" b="0" i="0" dirty="0">
                <a:solidFill>
                  <a:srgbClr val="666666"/>
                </a:solidFill>
                <a:effectLst/>
              </a:rPr>
              <a:t> vitae, </a:t>
            </a:r>
            <a:r>
              <a:rPr lang="en-US" sz="1200" b="0" i="0" dirty="0" err="1">
                <a:solidFill>
                  <a:srgbClr val="666666"/>
                </a:solidFill>
                <a:effectLst/>
              </a:rPr>
              <a:t>justo</a:t>
            </a:r>
            <a:r>
              <a:rPr lang="en-US" sz="1200" b="0" i="0" dirty="0">
                <a:solidFill>
                  <a:srgbClr val="666666"/>
                </a:solidFill>
                <a:effectLst/>
              </a:rPr>
              <a:t>. </a:t>
            </a:r>
            <a:r>
              <a:rPr lang="en-US" sz="1200" b="0" i="0" dirty="0" err="1">
                <a:solidFill>
                  <a:srgbClr val="666666"/>
                </a:solidFill>
                <a:effectLst/>
              </a:rPr>
              <a:t>Nullam</a:t>
            </a:r>
            <a:r>
              <a:rPr lang="en-US" sz="1200" b="0" i="0" dirty="0">
                <a:solidFill>
                  <a:srgbClr val="666666"/>
                </a:solidFill>
                <a:effectLst/>
              </a:rPr>
              <a:t> dictum </a:t>
            </a:r>
            <a:r>
              <a:rPr lang="en-US" sz="1200" b="0" i="0" dirty="0" err="1">
                <a:solidFill>
                  <a:srgbClr val="666666"/>
                </a:solidFill>
                <a:effectLst/>
              </a:rPr>
              <a:t>felis</a:t>
            </a:r>
            <a:r>
              <a:rPr lang="en-US" sz="1200" b="0" i="0" dirty="0">
                <a:solidFill>
                  <a:srgbClr val="666666"/>
                </a:solidFill>
                <a:effectLst/>
              </a:rPr>
              <a:t> </a:t>
            </a:r>
            <a:r>
              <a:rPr lang="en-US" sz="1200" b="0" i="0" dirty="0" err="1">
                <a:solidFill>
                  <a:srgbClr val="666666"/>
                </a:solidFill>
                <a:effectLst/>
              </a:rPr>
              <a:t>eu</a:t>
            </a:r>
            <a:r>
              <a:rPr lang="en-US" sz="1200" b="0" i="0" dirty="0">
                <a:solidFill>
                  <a:srgbClr val="666666"/>
                </a:solidFill>
                <a:effectLst/>
              </a:rPr>
              <a:t> </a:t>
            </a:r>
            <a:r>
              <a:rPr lang="en-US" sz="1200" b="0" i="0" dirty="0" err="1">
                <a:solidFill>
                  <a:srgbClr val="666666"/>
                </a:solidFill>
                <a:effectLst/>
              </a:rPr>
              <a:t>pede</a:t>
            </a:r>
            <a:r>
              <a:rPr lang="en-US" sz="1200" b="0" i="0" dirty="0">
                <a:solidFill>
                  <a:srgbClr val="666666"/>
                </a:solidFill>
                <a:effectLst/>
              </a:rPr>
              <a:t> </a:t>
            </a:r>
            <a:r>
              <a:rPr lang="en-US" sz="1200" b="0" i="0" dirty="0" err="1">
                <a:solidFill>
                  <a:srgbClr val="666666"/>
                </a:solidFill>
                <a:effectLst/>
              </a:rPr>
              <a:t>mollis</a:t>
            </a:r>
            <a:r>
              <a:rPr lang="en-US" sz="1200" b="0" i="0" dirty="0">
                <a:solidFill>
                  <a:srgbClr val="666666"/>
                </a:solidFill>
                <a:effectLst/>
              </a:rPr>
              <a:t> </a:t>
            </a:r>
            <a:r>
              <a:rPr lang="en-US" sz="1200" b="0" i="0" dirty="0" err="1">
                <a:solidFill>
                  <a:srgbClr val="666666"/>
                </a:solidFill>
                <a:effectLst/>
              </a:rPr>
              <a:t>pretium</a:t>
            </a:r>
            <a:r>
              <a:rPr lang="en-US" sz="1200" b="0" i="0" dirty="0">
                <a:solidFill>
                  <a:srgbClr val="666666"/>
                </a:solidFill>
                <a:effectLst/>
              </a:rPr>
              <a:t>. Integer </a:t>
            </a:r>
            <a:r>
              <a:rPr lang="en-US" sz="1200" b="0" i="0" dirty="0" err="1">
                <a:solidFill>
                  <a:srgbClr val="666666"/>
                </a:solidFill>
                <a:effectLst/>
              </a:rPr>
              <a:t>tincidunt</a:t>
            </a:r>
            <a:r>
              <a:rPr lang="en-US" sz="1200" b="0" i="0" dirty="0">
                <a:solidFill>
                  <a:srgbClr val="666666"/>
                </a:solidFill>
                <a:effectLst/>
              </a:rPr>
              <a:t>. Cras </a:t>
            </a:r>
            <a:r>
              <a:rPr lang="en-US" sz="1200" b="0" i="0" dirty="0" err="1">
                <a:solidFill>
                  <a:srgbClr val="666666"/>
                </a:solidFill>
                <a:effectLst/>
              </a:rPr>
              <a:t>dapibus</a:t>
            </a:r>
            <a:r>
              <a:rPr lang="en-US" sz="1200" b="0" i="0" dirty="0">
                <a:solidFill>
                  <a:srgbClr val="666666"/>
                </a:solidFill>
                <a:effectLst/>
              </a:rPr>
              <a:t>. </a:t>
            </a:r>
            <a:r>
              <a:rPr lang="en-US" sz="1200" b="0" i="0" dirty="0" err="1">
                <a:solidFill>
                  <a:srgbClr val="666666"/>
                </a:solidFill>
                <a:effectLst/>
              </a:rPr>
              <a:t>Vivamus</a:t>
            </a:r>
            <a:r>
              <a:rPr lang="en-US" sz="1200" b="0" i="0" dirty="0">
                <a:solidFill>
                  <a:srgbClr val="666666"/>
                </a:solidFill>
                <a:effectLst/>
              </a:rPr>
              <a:t> </a:t>
            </a:r>
            <a:r>
              <a:rPr lang="en-US" sz="1200" b="0" i="0" dirty="0" err="1">
                <a:solidFill>
                  <a:srgbClr val="666666"/>
                </a:solidFill>
                <a:effectLst/>
              </a:rPr>
              <a:t>elementum</a:t>
            </a:r>
            <a:r>
              <a:rPr lang="en-US" sz="1200" b="0" i="0" dirty="0">
                <a:solidFill>
                  <a:srgbClr val="666666"/>
                </a:solidFill>
                <a:effectLst/>
              </a:rPr>
              <a:t> semper nisi. Aenean </a:t>
            </a:r>
            <a:r>
              <a:rPr lang="en-US" sz="1200" b="0" i="0" dirty="0" err="1">
                <a:solidFill>
                  <a:srgbClr val="666666"/>
                </a:solidFill>
                <a:effectLst/>
              </a:rPr>
              <a:t>vulputate</a:t>
            </a:r>
            <a:r>
              <a:rPr lang="en-US" sz="1200" b="0" i="0" dirty="0">
                <a:solidFill>
                  <a:srgbClr val="666666"/>
                </a:solidFill>
                <a:effectLst/>
              </a:rPr>
              <a:t> </a:t>
            </a:r>
            <a:r>
              <a:rPr lang="en-US" sz="1200" b="0" i="0" dirty="0" err="1">
                <a:solidFill>
                  <a:srgbClr val="666666"/>
                </a:solidFill>
                <a:effectLst/>
              </a:rPr>
              <a:t>eleifend</a:t>
            </a:r>
            <a:r>
              <a:rPr lang="en-US" sz="1200" b="0" i="0" dirty="0">
                <a:solidFill>
                  <a:srgbClr val="666666"/>
                </a:solidFill>
                <a:effectLst/>
              </a:rPr>
              <a:t> </a:t>
            </a:r>
            <a:r>
              <a:rPr lang="en-US" sz="1200" b="0" i="0" dirty="0" err="1">
                <a:solidFill>
                  <a:srgbClr val="666666"/>
                </a:solidFill>
                <a:effectLst/>
              </a:rPr>
              <a:t>tellus</a:t>
            </a:r>
            <a:r>
              <a:rPr lang="en-US" sz="1200" b="0" i="0" dirty="0">
                <a:solidFill>
                  <a:srgbClr val="666666"/>
                </a:solidFill>
                <a:effectLst/>
              </a:rPr>
              <a:t>. </a:t>
            </a:r>
          </a:p>
          <a:p>
            <a:pPr algn="ctr"/>
            <a:endParaRPr lang="en-US" sz="1200" dirty="0">
              <a:ea typeface="Roboto Condensed Light" panose="02000000000000000000" pitchFamily="2" charset="0"/>
              <a:cs typeface="Roboto Condensed Light" panose="02000000000000000000" pitchFamily="2" charset="0"/>
            </a:endParaRPr>
          </a:p>
        </p:txBody>
      </p:sp>
    </p:spTree>
    <p:extLst>
      <p:ext uri="{BB962C8B-B14F-4D97-AF65-F5344CB8AC3E}">
        <p14:creationId xmlns:p14="http://schemas.microsoft.com/office/powerpoint/2010/main" val="3185706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899A60BD-08AA-CE86-5516-AAE082E1E082}"/>
              </a:ext>
            </a:extLst>
          </p:cNvPr>
          <p:cNvSpPr>
            <a:spLocks noGrp="1"/>
          </p:cNvSpPr>
          <p:nvPr>
            <p:ph type="title"/>
          </p:nvPr>
        </p:nvSpPr>
        <p:spPr>
          <a:xfrm>
            <a:off x="839788" y="365125"/>
            <a:ext cx="10515600" cy="1325563"/>
          </a:xfrm>
        </p:spPr>
        <p:txBody>
          <a:bodyPr/>
          <a:lstStyle/>
          <a:p>
            <a:endParaRPr lang="en-US"/>
          </a:p>
        </p:txBody>
      </p:sp>
      <p:sp>
        <p:nvSpPr>
          <p:cNvPr id="21" name="TextBox 20">
            <a:extLst>
              <a:ext uri="{FF2B5EF4-FFF2-40B4-BE49-F238E27FC236}">
                <a16:creationId xmlns:a16="http://schemas.microsoft.com/office/drawing/2014/main" id="{8B9CDDAD-1A3D-0610-520E-CA356DF6C6CD}"/>
              </a:ext>
            </a:extLst>
          </p:cNvPr>
          <p:cNvSpPr txBox="1"/>
          <p:nvPr/>
        </p:nvSpPr>
        <p:spPr>
          <a:xfrm>
            <a:off x="5861141" y="4918854"/>
            <a:ext cx="4070400" cy="430887"/>
          </a:xfrm>
          <a:prstGeom prst="rect">
            <a:avLst/>
          </a:prstGeom>
          <a:noFill/>
        </p:spPr>
        <p:txBody>
          <a:bodyPr wrap="square" lIns="0" rIns="0" rtlCol="0">
            <a:spAutoFit/>
          </a:bodyPr>
          <a:lstStyle/>
          <a:p>
            <a:r>
              <a:rPr lang="en-US" sz="11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grpSp>
        <p:nvGrpSpPr>
          <p:cNvPr id="22" name="Group 21">
            <a:extLst>
              <a:ext uri="{FF2B5EF4-FFF2-40B4-BE49-F238E27FC236}">
                <a16:creationId xmlns:a16="http://schemas.microsoft.com/office/drawing/2014/main" id="{5A5C67E3-B6C5-1B86-7B0A-CD76738A7216}"/>
              </a:ext>
            </a:extLst>
          </p:cNvPr>
          <p:cNvGrpSpPr/>
          <p:nvPr/>
        </p:nvGrpSpPr>
        <p:grpSpPr>
          <a:xfrm>
            <a:off x="5565883" y="4948392"/>
            <a:ext cx="207464" cy="206152"/>
            <a:chOff x="2411760" y="3708613"/>
            <a:chExt cx="206152" cy="206152"/>
          </a:xfrm>
        </p:grpSpPr>
        <p:sp>
          <p:nvSpPr>
            <p:cNvPr id="23" name="Oval 22">
              <a:extLst>
                <a:ext uri="{FF2B5EF4-FFF2-40B4-BE49-F238E27FC236}">
                  <a16:creationId xmlns:a16="http://schemas.microsoft.com/office/drawing/2014/main" id="{C820A75B-98BC-79A7-3EA9-5EBA9A303A4B}"/>
                </a:ext>
              </a:extLst>
            </p:cNvPr>
            <p:cNvSpPr/>
            <p:nvPr/>
          </p:nvSpPr>
          <p:spPr>
            <a:xfrm>
              <a:off x="2411760" y="3708613"/>
              <a:ext cx="206152" cy="20615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latin typeface="Arial" pitchFamily="34" charset="0"/>
                <a:cs typeface="Arial" pitchFamily="34" charset="0"/>
              </a:endParaRPr>
            </a:p>
          </p:txBody>
        </p:sp>
        <p:sp>
          <p:nvSpPr>
            <p:cNvPr id="24" name="Chevron 91">
              <a:extLst>
                <a:ext uri="{FF2B5EF4-FFF2-40B4-BE49-F238E27FC236}">
                  <a16:creationId xmlns:a16="http://schemas.microsoft.com/office/drawing/2014/main" id="{D0626D92-900C-2AD5-9C2C-205A50533785}"/>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latin typeface="Arial" pitchFamily="34" charset="0"/>
                <a:cs typeface="Arial" pitchFamily="34" charset="0"/>
              </a:endParaRPr>
            </a:p>
          </p:txBody>
        </p:sp>
      </p:grpSp>
      <p:sp>
        <p:nvSpPr>
          <p:cNvPr id="25" name="TextBox 24">
            <a:extLst>
              <a:ext uri="{FF2B5EF4-FFF2-40B4-BE49-F238E27FC236}">
                <a16:creationId xmlns:a16="http://schemas.microsoft.com/office/drawing/2014/main" id="{E8ED9570-D3D1-7BD3-3865-3DEFF5064774}"/>
              </a:ext>
            </a:extLst>
          </p:cNvPr>
          <p:cNvSpPr txBox="1"/>
          <p:nvPr/>
        </p:nvSpPr>
        <p:spPr>
          <a:xfrm>
            <a:off x="5861140" y="5339406"/>
            <a:ext cx="4070400" cy="430887"/>
          </a:xfrm>
          <a:prstGeom prst="rect">
            <a:avLst/>
          </a:prstGeom>
          <a:noFill/>
        </p:spPr>
        <p:txBody>
          <a:bodyPr wrap="square" lIns="0" rIns="0" rtlCol="0">
            <a:spAutoFit/>
          </a:bodyPr>
          <a:lstStyle/>
          <a:p>
            <a:r>
              <a:rPr lang="en-US" sz="11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grpSp>
        <p:nvGrpSpPr>
          <p:cNvPr id="26" name="Group 25">
            <a:extLst>
              <a:ext uri="{FF2B5EF4-FFF2-40B4-BE49-F238E27FC236}">
                <a16:creationId xmlns:a16="http://schemas.microsoft.com/office/drawing/2014/main" id="{0520E437-A814-7115-1924-E32672870704}"/>
              </a:ext>
            </a:extLst>
          </p:cNvPr>
          <p:cNvGrpSpPr/>
          <p:nvPr/>
        </p:nvGrpSpPr>
        <p:grpSpPr>
          <a:xfrm>
            <a:off x="5565883" y="5362350"/>
            <a:ext cx="207464" cy="206152"/>
            <a:chOff x="2411760" y="3708613"/>
            <a:chExt cx="206152" cy="206152"/>
          </a:xfrm>
        </p:grpSpPr>
        <p:sp>
          <p:nvSpPr>
            <p:cNvPr id="27" name="Oval 26">
              <a:extLst>
                <a:ext uri="{FF2B5EF4-FFF2-40B4-BE49-F238E27FC236}">
                  <a16:creationId xmlns:a16="http://schemas.microsoft.com/office/drawing/2014/main" id="{ECA89A7D-4740-8417-CB45-2C5576CDB517}"/>
                </a:ext>
              </a:extLst>
            </p:cNvPr>
            <p:cNvSpPr/>
            <p:nvPr/>
          </p:nvSpPr>
          <p:spPr>
            <a:xfrm>
              <a:off x="2411760" y="3708613"/>
              <a:ext cx="206152" cy="20615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latin typeface="Arial" pitchFamily="34" charset="0"/>
                <a:cs typeface="Arial" pitchFamily="34" charset="0"/>
              </a:endParaRPr>
            </a:p>
          </p:txBody>
        </p:sp>
        <p:sp>
          <p:nvSpPr>
            <p:cNvPr id="28" name="Chevron 91">
              <a:extLst>
                <a:ext uri="{FF2B5EF4-FFF2-40B4-BE49-F238E27FC236}">
                  <a16:creationId xmlns:a16="http://schemas.microsoft.com/office/drawing/2014/main" id="{E9916C41-957A-62F0-D807-1A853D59BA54}"/>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latin typeface="Arial" pitchFamily="34" charset="0"/>
                <a:cs typeface="Arial" pitchFamily="34" charset="0"/>
              </a:endParaRPr>
            </a:p>
          </p:txBody>
        </p:sp>
      </p:grpSp>
      <p:pic>
        <p:nvPicPr>
          <p:cNvPr id="29" name="Picture Placeholder 21" descr="A picture containing sky, grass, outdoor, day&#10;&#10;Description automatically generated">
            <a:extLst>
              <a:ext uri="{FF2B5EF4-FFF2-40B4-BE49-F238E27FC236}">
                <a16:creationId xmlns:a16="http://schemas.microsoft.com/office/drawing/2014/main" id="{A7012075-63CD-9218-6076-09C9FF943A97}"/>
              </a:ext>
            </a:extLst>
          </p:cNvPr>
          <p:cNvPicPr>
            <a:picLocks noChangeAspect="1"/>
          </p:cNvPicPr>
          <p:nvPr/>
        </p:nvPicPr>
        <p:blipFill>
          <a:blip r:embed="rId2">
            <a:extLst>
              <a:ext uri="{28A0092B-C50C-407E-A947-70E740481C1C}">
                <a14:useLocalDpi xmlns:a14="http://schemas.microsoft.com/office/drawing/2010/main" val="0"/>
              </a:ext>
            </a:extLst>
          </a:blip>
          <a:srcRect l="9179" r="9179"/>
          <a:stretch>
            <a:fillRect/>
          </a:stretch>
        </p:blipFill>
        <p:spPr>
          <a:xfrm>
            <a:off x="1190561" y="2024976"/>
            <a:ext cx="3990294" cy="3665336"/>
          </a:xfrm>
          <a:prstGeom prst="rect">
            <a:avLst/>
          </a:prstGeom>
        </p:spPr>
      </p:pic>
      <p:pic>
        <p:nvPicPr>
          <p:cNvPr id="2" name="Picture 1">
            <a:extLst>
              <a:ext uri="{FF2B5EF4-FFF2-40B4-BE49-F238E27FC236}">
                <a16:creationId xmlns:a16="http://schemas.microsoft.com/office/drawing/2014/main" id="{E3127709-F112-7168-174F-8EEFE6C4FE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sp>
        <p:nvSpPr>
          <p:cNvPr id="3" name="TextBox 2">
            <a:extLst>
              <a:ext uri="{FF2B5EF4-FFF2-40B4-BE49-F238E27FC236}">
                <a16:creationId xmlns:a16="http://schemas.microsoft.com/office/drawing/2014/main" id="{33CF99D5-3426-3972-B32F-4B397019C466}"/>
              </a:ext>
            </a:extLst>
          </p:cNvPr>
          <p:cNvSpPr txBox="1"/>
          <p:nvPr/>
        </p:nvSpPr>
        <p:spPr>
          <a:xfrm>
            <a:off x="5565883" y="2635247"/>
            <a:ext cx="5285015" cy="1200329"/>
          </a:xfrm>
          <a:prstGeom prst="rect">
            <a:avLst/>
          </a:prstGeom>
          <a:noFill/>
        </p:spPr>
        <p:txBody>
          <a:bodyPr wrap="square" lIns="0" rIns="0" rtlCol="0">
            <a:spAutoFit/>
          </a:bodyPr>
          <a:lstStyle/>
          <a:p>
            <a:r>
              <a:rPr lang="en-US" sz="1200" b="0" i="0" dirty="0">
                <a:solidFill>
                  <a:srgbClr val="666666"/>
                </a:solidFill>
                <a:effectLst/>
              </a:rPr>
              <a:t>Lorem ipsum dolor sit </a:t>
            </a:r>
            <a:r>
              <a:rPr lang="en-US" sz="1200" b="0" i="0" dirty="0" err="1">
                <a:solidFill>
                  <a:srgbClr val="666666"/>
                </a:solidFill>
                <a:effectLst/>
              </a:rPr>
              <a:t>amet</a:t>
            </a:r>
            <a:r>
              <a:rPr lang="en-US" sz="1200" b="0" i="0" dirty="0">
                <a:solidFill>
                  <a:srgbClr val="666666"/>
                </a:solidFill>
                <a:effectLst/>
              </a:rPr>
              <a:t>, </a:t>
            </a:r>
            <a:r>
              <a:rPr lang="en-US" sz="1200" b="0" i="0" dirty="0" err="1">
                <a:solidFill>
                  <a:srgbClr val="666666"/>
                </a:solidFill>
                <a:effectLst/>
              </a:rPr>
              <a:t>consectetuer</a:t>
            </a:r>
            <a:r>
              <a:rPr lang="en-US" sz="1200" b="0" i="0" dirty="0">
                <a:solidFill>
                  <a:srgbClr val="666666"/>
                </a:solidFill>
                <a:effectLst/>
              </a:rPr>
              <a:t> </a:t>
            </a:r>
            <a:r>
              <a:rPr lang="en-US" sz="1200" b="0" i="0" dirty="0" err="1">
                <a:solidFill>
                  <a:srgbClr val="666666"/>
                </a:solidFill>
                <a:effectLst/>
              </a:rPr>
              <a:t>adipiscing</a:t>
            </a:r>
            <a:r>
              <a:rPr lang="en-US" sz="1200" b="0" i="0" dirty="0">
                <a:solidFill>
                  <a:srgbClr val="666666"/>
                </a:solidFill>
                <a:effectLst/>
              </a:rPr>
              <a:t> </a:t>
            </a:r>
            <a:r>
              <a:rPr lang="en-US" sz="1200" b="0" i="0" dirty="0" err="1">
                <a:solidFill>
                  <a:srgbClr val="666666"/>
                </a:solidFill>
                <a:effectLst/>
              </a:rPr>
              <a:t>elit</a:t>
            </a:r>
            <a:r>
              <a:rPr lang="en-US" sz="1200" b="0" i="0" dirty="0">
                <a:solidFill>
                  <a:srgbClr val="666666"/>
                </a:solidFill>
                <a:effectLst/>
              </a:rPr>
              <a:t>. Aenean </a:t>
            </a:r>
            <a:r>
              <a:rPr lang="en-US" sz="1200" b="0" i="0" dirty="0" err="1">
                <a:solidFill>
                  <a:srgbClr val="666666"/>
                </a:solidFill>
                <a:effectLst/>
              </a:rPr>
              <a:t>commodo</a:t>
            </a:r>
            <a:r>
              <a:rPr lang="en-US" sz="1200" b="0" i="0" dirty="0">
                <a:solidFill>
                  <a:srgbClr val="666666"/>
                </a:solidFill>
                <a:effectLst/>
              </a:rPr>
              <a:t> ligula </a:t>
            </a:r>
            <a:r>
              <a:rPr lang="en-US" sz="1200" b="0" i="0" dirty="0" err="1">
                <a:solidFill>
                  <a:srgbClr val="666666"/>
                </a:solidFill>
                <a:effectLst/>
              </a:rPr>
              <a:t>eget</a:t>
            </a:r>
            <a:r>
              <a:rPr lang="en-US" sz="1200" b="0" i="0" dirty="0">
                <a:solidFill>
                  <a:srgbClr val="666666"/>
                </a:solidFill>
                <a:effectLst/>
              </a:rPr>
              <a:t> dolor. Aenean </a:t>
            </a:r>
            <a:r>
              <a:rPr lang="en-US" sz="1200" b="0" i="0" dirty="0" err="1">
                <a:solidFill>
                  <a:srgbClr val="666666"/>
                </a:solidFill>
                <a:effectLst/>
              </a:rPr>
              <a:t>massa</a:t>
            </a:r>
            <a:r>
              <a:rPr lang="en-US" sz="1200" b="0" i="0" dirty="0">
                <a:solidFill>
                  <a:srgbClr val="666666"/>
                </a:solidFill>
                <a:effectLst/>
              </a:rPr>
              <a:t>. Cum sociis </a:t>
            </a:r>
            <a:r>
              <a:rPr lang="en-US" sz="1200" b="0" i="0" dirty="0" err="1">
                <a:solidFill>
                  <a:srgbClr val="666666"/>
                </a:solidFill>
                <a:effectLst/>
              </a:rPr>
              <a:t>natoque</a:t>
            </a:r>
            <a:r>
              <a:rPr lang="en-US" sz="1200" b="0" i="0" dirty="0">
                <a:solidFill>
                  <a:srgbClr val="666666"/>
                </a:solidFill>
                <a:effectLst/>
              </a:rPr>
              <a:t> </a:t>
            </a:r>
            <a:r>
              <a:rPr lang="en-US" sz="1200" b="0" i="0" dirty="0" err="1">
                <a:solidFill>
                  <a:srgbClr val="666666"/>
                </a:solidFill>
                <a:effectLst/>
              </a:rPr>
              <a:t>penatibus</a:t>
            </a:r>
            <a:r>
              <a:rPr lang="en-US" sz="1200" b="0" i="0" dirty="0">
                <a:solidFill>
                  <a:srgbClr val="666666"/>
                </a:solidFill>
                <a:effectLst/>
              </a:rPr>
              <a:t> et </a:t>
            </a:r>
            <a:r>
              <a:rPr lang="en-US" sz="1200" b="0" i="0" dirty="0" err="1">
                <a:solidFill>
                  <a:srgbClr val="666666"/>
                </a:solidFill>
                <a:effectLst/>
              </a:rPr>
              <a:t>magnis</a:t>
            </a:r>
            <a:r>
              <a:rPr lang="en-US" sz="1200" b="0" i="0" dirty="0">
                <a:solidFill>
                  <a:srgbClr val="666666"/>
                </a:solidFill>
                <a:effectLst/>
              </a:rPr>
              <a:t> dis parturient </a:t>
            </a:r>
            <a:r>
              <a:rPr lang="en-US" sz="1200" b="0" i="0" dirty="0" err="1">
                <a:solidFill>
                  <a:srgbClr val="666666"/>
                </a:solidFill>
                <a:effectLst/>
              </a:rPr>
              <a:t>montes</a:t>
            </a:r>
            <a:r>
              <a:rPr lang="en-US" sz="1200" b="0" i="0" dirty="0">
                <a:solidFill>
                  <a:srgbClr val="666666"/>
                </a:solidFill>
                <a:effectLst/>
              </a:rPr>
              <a:t>, </a:t>
            </a:r>
            <a:r>
              <a:rPr lang="en-US" sz="1200" b="0" i="0" dirty="0" err="1">
                <a:solidFill>
                  <a:srgbClr val="666666"/>
                </a:solidFill>
                <a:effectLst/>
              </a:rPr>
              <a:t>nascetur</a:t>
            </a:r>
            <a:r>
              <a:rPr lang="en-US" sz="1200" b="0" i="0" dirty="0">
                <a:solidFill>
                  <a:srgbClr val="666666"/>
                </a:solidFill>
                <a:effectLst/>
              </a:rPr>
              <a:t> </a:t>
            </a:r>
            <a:r>
              <a:rPr lang="en-US" sz="1200" b="0" i="0" dirty="0" err="1">
                <a:solidFill>
                  <a:srgbClr val="666666"/>
                </a:solidFill>
                <a:effectLst/>
              </a:rPr>
              <a:t>ridiculus</a:t>
            </a:r>
            <a:r>
              <a:rPr lang="en-US" sz="1200" b="0" i="0" dirty="0">
                <a:solidFill>
                  <a:srgbClr val="666666"/>
                </a:solidFill>
                <a:effectLst/>
              </a:rPr>
              <a:t> mus. Donec </a:t>
            </a:r>
            <a:r>
              <a:rPr lang="en-US" sz="1200" b="0" i="0" dirty="0" err="1">
                <a:solidFill>
                  <a:srgbClr val="666666"/>
                </a:solidFill>
                <a:effectLst/>
              </a:rPr>
              <a:t>quam</a:t>
            </a:r>
            <a:r>
              <a:rPr lang="en-US" sz="1200" b="0" i="0" dirty="0">
                <a:solidFill>
                  <a:srgbClr val="666666"/>
                </a:solidFill>
                <a:effectLst/>
              </a:rPr>
              <a:t> </a:t>
            </a:r>
            <a:r>
              <a:rPr lang="en-US" sz="1200" b="0" i="0" dirty="0" err="1">
                <a:solidFill>
                  <a:srgbClr val="666666"/>
                </a:solidFill>
                <a:effectLst/>
              </a:rPr>
              <a:t>felis</a:t>
            </a:r>
            <a:r>
              <a:rPr lang="en-US" sz="1200" b="0" i="0" dirty="0">
                <a:solidFill>
                  <a:srgbClr val="666666"/>
                </a:solidFill>
                <a:effectLst/>
              </a:rPr>
              <a:t>, </a:t>
            </a:r>
            <a:r>
              <a:rPr lang="en-US" sz="1200" b="0" i="0" dirty="0" err="1">
                <a:solidFill>
                  <a:srgbClr val="666666"/>
                </a:solidFill>
                <a:effectLst/>
              </a:rPr>
              <a:t>ultricies</a:t>
            </a:r>
            <a:r>
              <a:rPr lang="en-US" sz="1200" b="0" i="0" dirty="0">
                <a:solidFill>
                  <a:srgbClr val="666666"/>
                </a:solidFill>
                <a:effectLst/>
              </a:rPr>
              <a:t> </a:t>
            </a:r>
            <a:r>
              <a:rPr lang="en-US" sz="1200" b="0" i="0" dirty="0" err="1">
                <a:solidFill>
                  <a:srgbClr val="666666"/>
                </a:solidFill>
                <a:effectLst/>
              </a:rPr>
              <a:t>nec</a:t>
            </a:r>
            <a:r>
              <a:rPr lang="en-US" sz="1200" b="0" i="0" dirty="0">
                <a:solidFill>
                  <a:srgbClr val="666666"/>
                </a:solidFill>
                <a:effectLst/>
              </a:rPr>
              <a:t>, </a:t>
            </a:r>
            <a:r>
              <a:rPr lang="en-US" sz="1200" b="0" i="0" dirty="0" err="1">
                <a:solidFill>
                  <a:srgbClr val="666666"/>
                </a:solidFill>
                <a:effectLst/>
              </a:rPr>
              <a:t>pellentesque</a:t>
            </a:r>
            <a:r>
              <a:rPr lang="en-US" sz="1200" b="0" i="0" dirty="0">
                <a:solidFill>
                  <a:srgbClr val="666666"/>
                </a:solidFill>
                <a:effectLst/>
              </a:rPr>
              <a:t> </a:t>
            </a:r>
            <a:r>
              <a:rPr lang="en-US" sz="1200" b="0" i="0" dirty="0" err="1">
                <a:solidFill>
                  <a:srgbClr val="666666"/>
                </a:solidFill>
                <a:effectLst/>
              </a:rPr>
              <a:t>eu</a:t>
            </a:r>
            <a:r>
              <a:rPr lang="en-US" sz="1200" b="0" i="0" dirty="0">
                <a:solidFill>
                  <a:srgbClr val="666666"/>
                </a:solidFill>
                <a:effectLst/>
              </a:rPr>
              <a:t>, </a:t>
            </a:r>
            <a:r>
              <a:rPr lang="en-US" sz="1200" b="0" i="0" dirty="0" err="1">
                <a:solidFill>
                  <a:srgbClr val="666666"/>
                </a:solidFill>
                <a:effectLst/>
              </a:rPr>
              <a:t>pretium</a:t>
            </a:r>
            <a:r>
              <a:rPr lang="en-US" sz="1200" b="0" i="0" dirty="0">
                <a:solidFill>
                  <a:srgbClr val="666666"/>
                </a:solidFill>
                <a:effectLst/>
              </a:rPr>
              <a:t> </a:t>
            </a:r>
            <a:r>
              <a:rPr lang="en-US" sz="1200" b="0" i="0" dirty="0" err="1">
                <a:solidFill>
                  <a:srgbClr val="666666"/>
                </a:solidFill>
                <a:effectLst/>
              </a:rPr>
              <a:t>quis</a:t>
            </a:r>
            <a:r>
              <a:rPr lang="en-US" sz="1200" b="0" i="0" dirty="0">
                <a:solidFill>
                  <a:srgbClr val="666666"/>
                </a:solidFill>
                <a:effectLst/>
              </a:rPr>
              <a:t>, sem. </a:t>
            </a:r>
            <a:r>
              <a:rPr lang="en-US" sz="1200" b="0" i="0" dirty="0" err="1">
                <a:solidFill>
                  <a:srgbClr val="666666"/>
                </a:solidFill>
                <a:effectLst/>
              </a:rPr>
              <a:t>Nulla</a:t>
            </a:r>
            <a:r>
              <a:rPr lang="en-US" sz="1200" b="0" i="0" dirty="0">
                <a:solidFill>
                  <a:srgbClr val="666666"/>
                </a:solidFill>
                <a:effectLst/>
              </a:rPr>
              <a:t> </a:t>
            </a:r>
            <a:r>
              <a:rPr lang="en-US" sz="1200" b="0" i="0" dirty="0" err="1">
                <a:solidFill>
                  <a:srgbClr val="666666"/>
                </a:solidFill>
                <a:effectLst/>
              </a:rPr>
              <a:t>consequat</a:t>
            </a:r>
            <a:r>
              <a:rPr lang="en-US" sz="1200" b="0" i="0" dirty="0">
                <a:solidFill>
                  <a:srgbClr val="666666"/>
                </a:solidFill>
                <a:effectLst/>
              </a:rPr>
              <a:t> </a:t>
            </a:r>
            <a:r>
              <a:rPr lang="en-US" sz="1200" b="0" i="0" dirty="0" err="1">
                <a:solidFill>
                  <a:srgbClr val="666666"/>
                </a:solidFill>
                <a:effectLst/>
              </a:rPr>
              <a:t>massa</a:t>
            </a:r>
            <a:r>
              <a:rPr lang="en-US" sz="1200" b="0" i="0" dirty="0">
                <a:solidFill>
                  <a:srgbClr val="666666"/>
                </a:solidFill>
                <a:effectLst/>
              </a:rPr>
              <a:t> </a:t>
            </a:r>
            <a:r>
              <a:rPr lang="en-US" sz="1200" b="0" i="0" dirty="0" err="1">
                <a:solidFill>
                  <a:srgbClr val="666666"/>
                </a:solidFill>
                <a:effectLst/>
              </a:rPr>
              <a:t>quis</a:t>
            </a:r>
            <a:r>
              <a:rPr lang="en-US" sz="1200" b="0" i="0" dirty="0">
                <a:solidFill>
                  <a:srgbClr val="666666"/>
                </a:solidFill>
                <a:effectLst/>
              </a:rPr>
              <a:t> </a:t>
            </a:r>
            <a:r>
              <a:rPr lang="en-US" sz="1200" b="0" i="0" dirty="0" err="1">
                <a:solidFill>
                  <a:srgbClr val="666666"/>
                </a:solidFill>
                <a:effectLst/>
              </a:rPr>
              <a:t>enim</a:t>
            </a:r>
            <a:r>
              <a:rPr lang="en-US" sz="1200" b="0" i="0" dirty="0">
                <a:solidFill>
                  <a:srgbClr val="666666"/>
                </a:solidFill>
                <a:effectLst/>
              </a:rPr>
              <a:t>. Donec </a:t>
            </a:r>
            <a:r>
              <a:rPr lang="en-US" sz="1200" b="0" i="0" dirty="0" err="1">
                <a:solidFill>
                  <a:srgbClr val="666666"/>
                </a:solidFill>
                <a:effectLst/>
              </a:rPr>
              <a:t>pede</a:t>
            </a:r>
            <a:r>
              <a:rPr lang="en-US" sz="1200" b="0" i="0" dirty="0">
                <a:solidFill>
                  <a:srgbClr val="666666"/>
                </a:solidFill>
                <a:effectLst/>
              </a:rPr>
              <a:t> </a:t>
            </a:r>
            <a:r>
              <a:rPr lang="en-US" sz="1200" b="0" i="0" dirty="0" err="1">
                <a:solidFill>
                  <a:srgbClr val="666666"/>
                </a:solidFill>
                <a:effectLst/>
              </a:rPr>
              <a:t>justo</a:t>
            </a:r>
            <a:r>
              <a:rPr lang="en-US" sz="1200" b="0" i="0" dirty="0">
                <a:solidFill>
                  <a:srgbClr val="666666"/>
                </a:solidFill>
                <a:effectLst/>
              </a:rPr>
              <a:t>, </a:t>
            </a:r>
            <a:r>
              <a:rPr lang="en-US" sz="1200" b="0" i="0" dirty="0" err="1">
                <a:solidFill>
                  <a:srgbClr val="666666"/>
                </a:solidFill>
                <a:effectLst/>
              </a:rPr>
              <a:t>fringilla</a:t>
            </a:r>
            <a:r>
              <a:rPr lang="en-US" sz="1200" b="0" i="0" dirty="0">
                <a:solidFill>
                  <a:srgbClr val="666666"/>
                </a:solidFill>
                <a:effectLst/>
              </a:rPr>
              <a:t> vel, </a:t>
            </a:r>
            <a:r>
              <a:rPr lang="en-US" sz="1200" b="0" i="0" dirty="0" err="1">
                <a:solidFill>
                  <a:srgbClr val="666666"/>
                </a:solidFill>
                <a:effectLst/>
              </a:rPr>
              <a:t>aliquet</a:t>
            </a:r>
            <a:r>
              <a:rPr lang="en-US" sz="1200" b="0" i="0" dirty="0">
                <a:solidFill>
                  <a:srgbClr val="666666"/>
                </a:solidFill>
                <a:effectLst/>
              </a:rPr>
              <a:t> </a:t>
            </a:r>
            <a:r>
              <a:rPr lang="en-US" sz="1200" b="0" i="0" dirty="0" err="1">
                <a:solidFill>
                  <a:srgbClr val="666666"/>
                </a:solidFill>
                <a:effectLst/>
              </a:rPr>
              <a:t>nec</a:t>
            </a:r>
            <a:r>
              <a:rPr lang="en-US" sz="1200" b="0" i="0" dirty="0">
                <a:solidFill>
                  <a:srgbClr val="666666"/>
                </a:solidFill>
                <a:effectLst/>
              </a:rPr>
              <a:t>, </a:t>
            </a:r>
            <a:r>
              <a:rPr lang="en-US" sz="1200" b="0" i="0" dirty="0" err="1">
                <a:solidFill>
                  <a:srgbClr val="666666"/>
                </a:solidFill>
                <a:effectLst/>
              </a:rPr>
              <a:t>vulputate</a:t>
            </a:r>
            <a:r>
              <a:rPr lang="en-US" sz="1200" b="0" i="0" dirty="0">
                <a:solidFill>
                  <a:srgbClr val="666666"/>
                </a:solidFill>
                <a:effectLst/>
              </a:rPr>
              <a:t> </a:t>
            </a:r>
            <a:r>
              <a:rPr lang="en-US" sz="1200" b="0" i="0" dirty="0" err="1">
                <a:solidFill>
                  <a:srgbClr val="666666"/>
                </a:solidFill>
                <a:effectLst/>
              </a:rPr>
              <a:t>eget</a:t>
            </a:r>
            <a:r>
              <a:rPr lang="en-US" sz="1200" b="0" i="0" dirty="0">
                <a:solidFill>
                  <a:srgbClr val="666666"/>
                </a:solidFill>
                <a:effectLst/>
              </a:rPr>
              <a:t>, </a:t>
            </a:r>
            <a:r>
              <a:rPr lang="en-US" sz="1200" b="0" i="0" dirty="0" err="1">
                <a:solidFill>
                  <a:srgbClr val="666666"/>
                </a:solidFill>
                <a:effectLst/>
              </a:rPr>
              <a:t>arcu</a:t>
            </a:r>
            <a:r>
              <a:rPr lang="en-US" sz="1200" b="0" i="0" dirty="0">
                <a:solidFill>
                  <a:srgbClr val="666666"/>
                </a:solidFill>
                <a:effectLst/>
              </a:rPr>
              <a:t>. </a:t>
            </a:r>
          </a:p>
          <a:p>
            <a:endParaRPr lang="en-US" sz="1200" dirty="0">
              <a:ea typeface="Roboto Condensed Light" panose="02000000000000000000" pitchFamily="2" charset="0"/>
              <a:cs typeface="Roboto Condensed Light" panose="02000000000000000000" pitchFamily="2" charset="0"/>
            </a:endParaRPr>
          </a:p>
        </p:txBody>
      </p:sp>
      <p:sp>
        <p:nvSpPr>
          <p:cNvPr id="4" name="TextBox 3">
            <a:extLst>
              <a:ext uri="{FF2B5EF4-FFF2-40B4-BE49-F238E27FC236}">
                <a16:creationId xmlns:a16="http://schemas.microsoft.com/office/drawing/2014/main" id="{021DE85D-DB43-5189-A730-55F07DAEF92E}"/>
              </a:ext>
            </a:extLst>
          </p:cNvPr>
          <p:cNvSpPr txBox="1"/>
          <p:nvPr/>
        </p:nvSpPr>
        <p:spPr>
          <a:xfrm>
            <a:off x="5565882" y="3780376"/>
            <a:ext cx="5285015" cy="1200329"/>
          </a:xfrm>
          <a:prstGeom prst="rect">
            <a:avLst/>
          </a:prstGeom>
          <a:noFill/>
        </p:spPr>
        <p:txBody>
          <a:bodyPr wrap="square" lIns="0" rIns="0" rtlCol="0">
            <a:spAutoFit/>
          </a:bodyPr>
          <a:lstStyle/>
          <a:p>
            <a:r>
              <a:rPr lang="en-US" sz="1200" b="0" i="0" dirty="0">
                <a:solidFill>
                  <a:srgbClr val="666666"/>
                </a:solidFill>
                <a:effectLst/>
              </a:rPr>
              <a:t>Lorem ipsum dolor sit </a:t>
            </a:r>
            <a:r>
              <a:rPr lang="en-US" sz="1200" b="0" i="0" dirty="0" err="1">
                <a:solidFill>
                  <a:srgbClr val="666666"/>
                </a:solidFill>
                <a:effectLst/>
              </a:rPr>
              <a:t>amet</a:t>
            </a:r>
            <a:r>
              <a:rPr lang="en-US" sz="1200" b="0" i="0" dirty="0">
                <a:solidFill>
                  <a:srgbClr val="666666"/>
                </a:solidFill>
                <a:effectLst/>
              </a:rPr>
              <a:t>, </a:t>
            </a:r>
            <a:r>
              <a:rPr lang="en-US" sz="1200" b="0" i="0" dirty="0" err="1">
                <a:solidFill>
                  <a:srgbClr val="666666"/>
                </a:solidFill>
                <a:effectLst/>
              </a:rPr>
              <a:t>consectetuer</a:t>
            </a:r>
            <a:r>
              <a:rPr lang="en-US" sz="1200" b="0" i="0" dirty="0">
                <a:solidFill>
                  <a:srgbClr val="666666"/>
                </a:solidFill>
                <a:effectLst/>
              </a:rPr>
              <a:t> </a:t>
            </a:r>
            <a:r>
              <a:rPr lang="en-US" sz="1200" b="0" i="0" dirty="0" err="1">
                <a:solidFill>
                  <a:srgbClr val="666666"/>
                </a:solidFill>
                <a:effectLst/>
              </a:rPr>
              <a:t>adipiscing</a:t>
            </a:r>
            <a:r>
              <a:rPr lang="en-US" sz="1200" b="0" i="0" dirty="0">
                <a:solidFill>
                  <a:srgbClr val="666666"/>
                </a:solidFill>
                <a:effectLst/>
              </a:rPr>
              <a:t> </a:t>
            </a:r>
            <a:r>
              <a:rPr lang="en-US" sz="1200" b="0" i="0" dirty="0" err="1">
                <a:solidFill>
                  <a:srgbClr val="666666"/>
                </a:solidFill>
                <a:effectLst/>
              </a:rPr>
              <a:t>elit</a:t>
            </a:r>
            <a:r>
              <a:rPr lang="en-US" sz="1200" b="0" i="0" dirty="0">
                <a:solidFill>
                  <a:srgbClr val="666666"/>
                </a:solidFill>
                <a:effectLst/>
              </a:rPr>
              <a:t>. Aenean </a:t>
            </a:r>
            <a:r>
              <a:rPr lang="en-US" sz="1200" b="0" i="0" dirty="0" err="1">
                <a:solidFill>
                  <a:srgbClr val="666666"/>
                </a:solidFill>
                <a:effectLst/>
              </a:rPr>
              <a:t>commodo</a:t>
            </a:r>
            <a:r>
              <a:rPr lang="en-US" sz="1200" b="0" i="0" dirty="0">
                <a:solidFill>
                  <a:srgbClr val="666666"/>
                </a:solidFill>
                <a:effectLst/>
              </a:rPr>
              <a:t> ligula </a:t>
            </a:r>
            <a:r>
              <a:rPr lang="en-US" sz="1200" b="0" i="0" dirty="0" err="1">
                <a:solidFill>
                  <a:srgbClr val="666666"/>
                </a:solidFill>
                <a:effectLst/>
              </a:rPr>
              <a:t>eget</a:t>
            </a:r>
            <a:r>
              <a:rPr lang="en-US" sz="1200" b="0" i="0" dirty="0">
                <a:solidFill>
                  <a:srgbClr val="666666"/>
                </a:solidFill>
                <a:effectLst/>
              </a:rPr>
              <a:t> dolor. Aenean </a:t>
            </a:r>
            <a:r>
              <a:rPr lang="en-US" sz="1200" b="0" i="0" dirty="0" err="1">
                <a:solidFill>
                  <a:srgbClr val="666666"/>
                </a:solidFill>
                <a:effectLst/>
              </a:rPr>
              <a:t>massa</a:t>
            </a:r>
            <a:r>
              <a:rPr lang="en-US" sz="1200" b="0" i="0" dirty="0">
                <a:solidFill>
                  <a:srgbClr val="666666"/>
                </a:solidFill>
                <a:effectLst/>
              </a:rPr>
              <a:t>. Cum sociis </a:t>
            </a:r>
            <a:r>
              <a:rPr lang="en-US" sz="1200" b="0" i="0" dirty="0" err="1">
                <a:solidFill>
                  <a:srgbClr val="666666"/>
                </a:solidFill>
                <a:effectLst/>
              </a:rPr>
              <a:t>natoque</a:t>
            </a:r>
            <a:r>
              <a:rPr lang="en-US" sz="1200" b="0" i="0" dirty="0">
                <a:solidFill>
                  <a:srgbClr val="666666"/>
                </a:solidFill>
                <a:effectLst/>
              </a:rPr>
              <a:t> </a:t>
            </a:r>
            <a:r>
              <a:rPr lang="en-US" sz="1200" b="0" i="0" dirty="0" err="1">
                <a:solidFill>
                  <a:srgbClr val="666666"/>
                </a:solidFill>
                <a:effectLst/>
              </a:rPr>
              <a:t>penatibus</a:t>
            </a:r>
            <a:r>
              <a:rPr lang="en-US" sz="1200" b="0" i="0" dirty="0">
                <a:solidFill>
                  <a:srgbClr val="666666"/>
                </a:solidFill>
                <a:effectLst/>
              </a:rPr>
              <a:t> et </a:t>
            </a:r>
            <a:r>
              <a:rPr lang="en-US" sz="1200" b="0" i="0" dirty="0" err="1">
                <a:solidFill>
                  <a:srgbClr val="666666"/>
                </a:solidFill>
                <a:effectLst/>
              </a:rPr>
              <a:t>magnis</a:t>
            </a:r>
            <a:r>
              <a:rPr lang="en-US" sz="1200" b="0" i="0" dirty="0">
                <a:solidFill>
                  <a:srgbClr val="666666"/>
                </a:solidFill>
                <a:effectLst/>
              </a:rPr>
              <a:t> dis parturient </a:t>
            </a:r>
            <a:r>
              <a:rPr lang="en-US" sz="1200" b="0" i="0" dirty="0" err="1">
                <a:solidFill>
                  <a:srgbClr val="666666"/>
                </a:solidFill>
                <a:effectLst/>
              </a:rPr>
              <a:t>montes</a:t>
            </a:r>
            <a:r>
              <a:rPr lang="en-US" sz="1200" b="0" i="0" dirty="0">
                <a:solidFill>
                  <a:srgbClr val="666666"/>
                </a:solidFill>
                <a:effectLst/>
              </a:rPr>
              <a:t>, </a:t>
            </a:r>
            <a:r>
              <a:rPr lang="en-US" sz="1200" b="0" i="0" dirty="0" err="1">
                <a:solidFill>
                  <a:srgbClr val="666666"/>
                </a:solidFill>
                <a:effectLst/>
              </a:rPr>
              <a:t>nascetur</a:t>
            </a:r>
            <a:r>
              <a:rPr lang="en-US" sz="1200" b="0" i="0" dirty="0">
                <a:solidFill>
                  <a:srgbClr val="666666"/>
                </a:solidFill>
                <a:effectLst/>
              </a:rPr>
              <a:t> </a:t>
            </a:r>
            <a:r>
              <a:rPr lang="en-US" sz="1200" b="0" i="0" dirty="0" err="1">
                <a:solidFill>
                  <a:srgbClr val="666666"/>
                </a:solidFill>
                <a:effectLst/>
              </a:rPr>
              <a:t>ridiculus</a:t>
            </a:r>
            <a:r>
              <a:rPr lang="en-US" sz="1200" b="0" i="0" dirty="0">
                <a:solidFill>
                  <a:srgbClr val="666666"/>
                </a:solidFill>
                <a:effectLst/>
              </a:rPr>
              <a:t> mus. Donec </a:t>
            </a:r>
            <a:r>
              <a:rPr lang="en-US" sz="1200" b="0" i="0" dirty="0" err="1">
                <a:solidFill>
                  <a:srgbClr val="666666"/>
                </a:solidFill>
                <a:effectLst/>
              </a:rPr>
              <a:t>quam</a:t>
            </a:r>
            <a:r>
              <a:rPr lang="en-US" sz="1200" b="0" i="0" dirty="0">
                <a:solidFill>
                  <a:srgbClr val="666666"/>
                </a:solidFill>
                <a:effectLst/>
              </a:rPr>
              <a:t> </a:t>
            </a:r>
            <a:r>
              <a:rPr lang="en-US" sz="1200" b="0" i="0" dirty="0" err="1">
                <a:solidFill>
                  <a:srgbClr val="666666"/>
                </a:solidFill>
                <a:effectLst/>
              </a:rPr>
              <a:t>felis</a:t>
            </a:r>
            <a:r>
              <a:rPr lang="en-US" sz="1200" b="0" i="0" dirty="0">
                <a:solidFill>
                  <a:srgbClr val="666666"/>
                </a:solidFill>
                <a:effectLst/>
              </a:rPr>
              <a:t>, </a:t>
            </a:r>
            <a:r>
              <a:rPr lang="en-US" sz="1200" b="0" i="0" dirty="0" err="1">
                <a:solidFill>
                  <a:srgbClr val="666666"/>
                </a:solidFill>
                <a:effectLst/>
              </a:rPr>
              <a:t>ultricies</a:t>
            </a:r>
            <a:r>
              <a:rPr lang="en-US" sz="1200" b="0" i="0" dirty="0">
                <a:solidFill>
                  <a:srgbClr val="666666"/>
                </a:solidFill>
                <a:effectLst/>
              </a:rPr>
              <a:t> </a:t>
            </a:r>
            <a:r>
              <a:rPr lang="en-US" sz="1200" b="0" i="0" dirty="0" err="1">
                <a:solidFill>
                  <a:srgbClr val="666666"/>
                </a:solidFill>
                <a:effectLst/>
              </a:rPr>
              <a:t>nec</a:t>
            </a:r>
            <a:r>
              <a:rPr lang="en-US" sz="1200" b="0" i="0" dirty="0">
                <a:solidFill>
                  <a:srgbClr val="666666"/>
                </a:solidFill>
                <a:effectLst/>
              </a:rPr>
              <a:t>, </a:t>
            </a:r>
            <a:r>
              <a:rPr lang="en-US" sz="1200" b="0" i="0" dirty="0" err="1">
                <a:solidFill>
                  <a:srgbClr val="666666"/>
                </a:solidFill>
                <a:effectLst/>
              </a:rPr>
              <a:t>pellentesque</a:t>
            </a:r>
            <a:r>
              <a:rPr lang="en-US" sz="1200" b="0" i="0" dirty="0">
                <a:solidFill>
                  <a:srgbClr val="666666"/>
                </a:solidFill>
                <a:effectLst/>
              </a:rPr>
              <a:t> </a:t>
            </a:r>
            <a:r>
              <a:rPr lang="en-US" sz="1200" b="0" i="0" dirty="0" err="1">
                <a:solidFill>
                  <a:srgbClr val="666666"/>
                </a:solidFill>
                <a:effectLst/>
              </a:rPr>
              <a:t>eu</a:t>
            </a:r>
            <a:r>
              <a:rPr lang="en-US" sz="1200" b="0" i="0" dirty="0">
                <a:solidFill>
                  <a:srgbClr val="666666"/>
                </a:solidFill>
                <a:effectLst/>
              </a:rPr>
              <a:t>, </a:t>
            </a:r>
            <a:r>
              <a:rPr lang="en-US" sz="1200" b="0" i="0" dirty="0" err="1">
                <a:solidFill>
                  <a:srgbClr val="666666"/>
                </a:solidFill>
                <a:effectLst/>
              </a:rPr>
              <a:t>pretium</a:t>
            </a:r>
            <a:r>
              <a:rPr lang="en-US" sz="1200" b="0" i="0" dirty="0">
                <a:solidFill>
                  <a:srgbClr val="666666"/>
                </a:solidFill>
                <a:effectLst/>
              </a:rPr>
              <a:t> </a:t>
            </a:r>
            <a:r>
              <a:rPr lang="en-US" sz="1200" b="0" i="0" dirty="0" err="1">
                <a:solidFill>
                  <a:srgbClr val="666666"/>
                </a:solidFill>
                <a:effectLst/>
              </a:rPr>
              <a:t>quis</a:t>
            </a:r>
            <a:r>
              <a:rPr lang="en-US" sz="1200" b="0" i="0" dirty="0">
                <a:solidFill>
                  <a:srgbClr val="666666"/>
                </a:solidFill>
                <a:effectLst/>
              </a:rPr>
              <a:t>, sem. </a:t>
            </a:r>
            <a:r>
              <a:rPr lang="en-US" sz="1200" b="0" i="0" dirty="0" err="1">
                <a:solidFill>
                  <a:srgbClr val="666666"/>
                </a:solidFill>
                <a:effectLst/>
              </a:rPr>
              <a:t>Nulla</a:t>
            </a:r>
            <a:r>
              <a:rPr lang="en-US" sz="1200" b="0" i="0" dirty="0">
                <a:solidFill>
                  <a:srgbClr val="666666"/>
                </a:solidFill>
                <a:effectLst/>
              </a:rPr>
              <a:t> </a:t>
            </a:r>
            <a:r>
              <a:rPr lang="en-US" sz="1200" b="0" i="0" dirty="0" err="1">
                <a:solidFill>
                  <a:srgbClr val="666666"/>
                </a:solidFill>
                <a:effectLst/>
              </a:rPr>
              <a:t>consequat</a:t>
            </a:r>
            <a:r>
              <a:rPr lang="en-US" sz="1200" b="0" i="0" dirty="0">
                <a:solidFill>
                  <a:srgbClr val="666666"/>
                </a:solidFill>
                <a:effectLst/>
              </a:rPr>
              <a:t> </a:t>
            </a:r>
            <a:r>
              <a:rPr lang="en-US" sz="1200" b="0" i="0" dirty="0" err="1">
                <a:solidFill>
                  <a:srgbClr val="666666"/>
                </a:solidFill>
                <a:effectLst/>
              </a:rPr>
              <a:t>massa</a:t>
            </a:r>
            <a:r>
              <a:rPr lang="en-US" sz="1200" b="0" i="0" dirty="0">
                <a:solidFill>
                  <a:srgbClr val="666666"/>
                </a:solidFill>
                <a:effectLst/>
              </a:rPr>
              <a:t> </a:t>
            </a:r>
            <a:r>
              <a:rPr lang="en-US" sz="1200" b="0" i="0" dirty="0" err="1">
                <a:solidFill>
                  <a:srgbClr val="666666"/>
                </a:solidFill>
                <a:effectLst/>
              </a:rPr>
              <a:t>quis</a:t>
            </a:r>
            <a:r>
              <a:rPr lang="en-US" sz="1200" b="0" i="0" dirty="0">
                <a:solidFill>
                  <a:srgbClr val="666666"/>
                </a:solidFill>
                <a:effectLst/>
              </a:rPr>
              <a:t> </a:t>
            </a:r>
            <a:r>
              <a:rPr lang="en-US" sz="1200" b="0" i="0" dirty="0" err="1">
                <a:solidFill>
                  <a:srgbClr val="666666"/>
                </a:solidFill>
                <a:effectLst/>
              </a:rPr>
              <a:t>enim</a:t>
            </a:r>
            <a:r>
              <a:rPr lang="en-US" sz="1200" b="0" i="0" dirty="0">
                <a:solidFill>
                  <a:srgbClr val="666666"/>
                </a:solidFill>
                <a:effectLst/>
              </a:rPr>
              <a:t>. Donec </a:t>
            </a:r>
            <a:r>
              <a:rPr lang="en-US" sz="1200" b="0" i="0" dirty="0" err="1">
                <a:solidFill>
                  <a:srgbClr val="666666"/>
                </a:solidFill>
                <a:effectLst/>
              </a:rPr>
              <a:t>pede</a:t>
            </a:r>
            <a:r>
              <a:rPr lang="en-US" sz="1200" b="0" i="0" dirty="0">
                <a:solidFill>
                  <a:srgbClr val="666666"/>
                </a:solidFill>
                <a:effectLst/>
              </a:rPr>
              <a:t> </a:t>
            </a:r>
            <a:r>
              <a:rPr lang="en-US" sz="1200" b="0" i="0" dirty="0" err="1">
                <a:solidFill>
                  <a:srgbClr val="666666"/>
                </a:solidFill>
                <a:effectLst/>
              </a:rPr>
              <a:t>justo</a:t>
            </a:r>
            <a:r>
              <a:rPr lang="en-US" sz="1200" b="0" i="0" dirty="0">
                <a:solidFill>
                  <a:srgbClr val="666666"/>
                </a:solidFill>
                <a:effectLst/>
              </a:rPr>
              <a:t>, </a:t>
            </a:r>
            <a:r>
              <a:rPr lang="en-US" sz="1200" b="0" i="0" dirty="0" err="1">
                <a:solidFill>
                  <a:srgbClr val="666666"/>
                </a:solidFill>
                <a:effectLst/>
              </a:rPr>
              <a:t>fringilla</a:t>
            </a:r>
            <a:r>
              <a:rPr lang="en-US" sz="1200" b="0" i="0" dirty="0">
                <a:solidFill>
                  <a:srgbClr val="666666"/>
                </a:solidFill>
                <a:effectLst/>
              </a:rPr>
              <a:t> vel, </a:t>
            </a:r>
            <a:r>
              <a:rPr lang="en-US" sz="1200" b="0" i="0" dirty="0" err="1">
                <a:solidFill>
                  <a:srgbClr val="666666"/>
                </a:solidFill>
                <a:effectLst/>
              </a:rPr>
              <a:t>aliquet</a:t>
            </a:r>
            <a:r>
              <a:rPr lang="en-US" sz="1200" b="0" i="0" dirty="0">
                <a:solidFill>
                  <a:srgbClr val="666666"/>
                </a:solidFill>
                <a:effectLst/>
              </a:rPr>
              <a:t> </a:t>
            </a:r>
            <a:r>
              <a:rPr lang="en-US" sz="1200" b="0" i="0" dirty="0" err="1">
                <a:solidFill>
                  <a:srgbClr val="666666"/>
                </a:solidFill>
                <a:effectLst/>
              </a:rPr>
              <a:t>nec</a:t>
            </a:r>
            <a:r>
              <a:rPr lang="en-US" sz="1200" b="0" i="0" dirty="0">
                <a:solidFill>
                  <a:srgbClr val="666666"/>
                </a:solidFill>
                <a:effectLst/>
              </a:rPr>
              <a:t>, </a:t>
            </a:r>
            <a:r>
              <a:rPr lang="en-US" sz="1200" b="0" i="0" dirty="0" err="1">
                <a:solidFill>
                  <a:srgbClr val="666666"/>
                </a:solidFill>
                <a:effectLst/>
              </a:rPr>
              <a:t>vulputate</a:t>
            </a:r>
            <a:r>
              <a:rPr lang="en-US" sz="1200" b="0" i="0" dirty="0">
                <a:solidFill>
                  <a:srgbClr val="666666"/>
                </a:solidFill>
                <a:effectLst/>
              </a:rPr>
              <a:t> </a:t>
            </a:r>
            <a:r>
              <a:rPr lang="en-US" sz="1200" b="0" i="0" dirty="0" err="1">
                <a:solidFill>
                  <a:srgbClr val="666666"/>
                </a:solidFill>
                <a:effectLst/>
              </a:rPr>
              <a:t>eget</a:t>
            </a:r>
            <a:r>
              <a:rPr lang="en-US" sz="1200" b="0" i="0" dirty="0">
                <a:solidFill>
                  <a:srgbClr val="666666"/>
                </a:solidFill>
                <a:effectLst/>
              </a:rPr>
              <a:t>, </a:t>
            </a:r>
            <a:r>
              <a:rPr lang="en-US" sz="1200" b="0" i="0" dirty="0" err="1">
                <a:solidFill>
                  <a:srgbClr val="666666"/>
                </a:solidFill>
                <a:effectLst/>
              </a:rPr>
              <a:t>arcu</a:t>
            </a:r>
            <a:r>
              <a:rPr lang="en-US" sz="1200" b="0" i="0" dirty="0">
                <a:solidFill>
                  <a:srgbClr val="666666"/>
                </a:solidFill>
                <a:effectLst/>
              </a:rPr>
              <a:t>. </a:t>
            </a:r>
          </a:p>
          <a:p>
            <a:endParaRPr lang="en-US" sz="1200" dirty="0">
              <a:ea typeface="Roboto Condensed Light" panose="02000000000000000000" pitchFamily="2" charset="0"/>
              <a:cs typeface="Roboto Condensed Light" panose="02000000000000000000" pitchFamily="2" charset="0"/>
            </a:endParaRPr>
          </a:p>
        </p:txBody>
      </p:sp>
    </p:spTree>
    <p:extLst>
      <p:ext uri="{BB962C8B-B14F-4D97-AF65-F5344CB8AC3E}">
        <p14:creationId xmlns:p14="http://schemas.microsoft.com/office/powerpoint/2010/main" val="1400455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8C41E3F1-B7A9-83E6-1569-3C2E2C5D14B6}"/>
              </a:ext>
            </a:extLst>
          </p:cNvPr>
          <p:cNvGrpSpPr/>
          <p:nvPr/>
        </p:nvGrpSpPr>
        <p:grpSpPr>
          <a:xfrm>
            <a:off x="5508988" y="1291250"/>
            <a:ext cx="5446027" cy="950862"/>
            <a:chOff x="5292036" y="974450"/>
            <a:chExt cx="5446027" cy="950862"/>
          </a:xfrm>
        </p:grpSpPr>
        <p:sp>
          <p:nvSpPr>
            <p:cNvPr id="10" name="TextBox 9">
              <a:extLst>
                <a:ext uri="{FF2B5EF4-FFF2-40B4-BE49-F238E27FC236}">
                  <a16:creationId xmlns:a16="http://schemas.microsoft.com/office/drawing/2014/main" id="{E03A9152-69B0-736A-2CFE-04A297940E6A}"/>
                </a:ext>
              </a:extLst>
            </p:cNvPr>
            <p:cNvSpPr txBox="1"/>
            <p:nvPr/>
          </p:nvSpPr>
          <p:spPr>
            <a:xfrm>
              <a:off x="6230371" y="1052382"/>
              <a:ext cx="4507692" cy="400110"/>
            </a:xfrm>
            <a:prstGeom prst="rect">
              <a:avLst/>
            </a:prstGeom>
            <a:noFill/>
          </p:spPr>
          <p:txBody>
            <a:bodyPr wrap="square" lIns="108000" rIns="108000" rtlCol="0">
              <a:spAutoFit/>
            </a:bodyPr>
            <a:lstStyle/>
            <a:p>
              <a:r>
                <a:rPr lang="en-US" altLang="ko-KR" sz="2000" b="1" dirty="0">
                  <a:cs typeface="Arial" pitchFamily="34" charset="0"/>
                </a:rPr>
                <a:t>LOREM IPSUM DOLOR SIT AMET</a:t>
              </a:r>
              <a:endParaRPr lang="ko-KR" altLang="en-US" sz="2000" b="1" dirty="0">
                <a:cs typeface="Arial" pitchFamily="34" charset="0"/>
              </a:endParaRPr>
            </a:p>
          </p:txBody>
        </p:sp>
        <p:sp>
          <p:nvSpPr>
            <p:cNvPr id="8" name="TextBox 7">
              <a:extLst>
                <a:ext uri="{FF2B5EF4-FFF2-40B4-BE49-F238E27FC236}">
                  <a16:creationId xmlns:a16="http://schemas.microsoft.com/office/drawing/2014/main" id="{C25BDAC7-AF3F-67DF-4F18-78B7C660723C}"/>
                </a:ext>
              </a:extLst>
            </p:cNvPr>
            <p:cNvSpPr txBox="1"/>
            <p:nvPr/>
          </p:nvSpPr>
          <p:spPr>
            <a:xfrm>
              <a:off x="5292036" y="974450"/>
              <a:ext cx="958096" cy="646331"/>
            </a:xfrm>
            <a:prstGeom prst="rect">
              <a:avLst/>
            </a:prstGeom>
            <a:noFill/>
          </p:spPr>
          <p:txBody>
            <a:bodyPr wrap="square" lIns="108000" rIns="108000" rtlCol="0">
              <a:spAutoFit/>
            </a:bodyPr>
            <a:lstStyle/>
            <a:p>
              <a:pPr algn="ctr"/>
              <a:r>
                <a:rPr lang="en-US" altLang="ko-KR" sz="3600" b="1" dirty="0">
                  <a:cs typeface="Arial" pitchFamily="34" charset="0"/>
                </a:rPr>
                <a:t>01</a:t>
              </a:r>
              <a:endParaRPr lang="ko-KR" altLang="en-US" sz="3600" b="1" dirty="0">
                <a:cs typeface="Arial" pitchFamily="34" charset="0"/>
              </a:endParaRPr>
            </a:p>
          </p:txBody>
        </p:sp>
        <p:sp>
          <p:nvSpPr>
            <p:cNvPr id="26" name="TextBox 25">
              <a:extLst>
                <a:ext uri="{FF2B5EF4-FFF2-40B4-BE49-F238E27FC236}">
                  <a16:creationId xmlns:a16="http://schemas.microsoft.com/office/drawing/2014/main" id="{C31809C0-6D05-ED76-DC4F-D4987AA5246E}"/>
                </a:ext>
              </a:extLst>
            </p:cNvPr>
            <p:cNvSpPr txBox="1"/>
            <p:nvPr/>
          </p:nvSpPr>
          <p:spPr>
            <a:xfrm>
              <a:off x="6376998" y="1463647"/>
              <a:ext cx="4034202" cy="461665"/>
            </a:xfrm>
            <a:prstGeom prst="rect">
              <a:avLst/>
            </a:prstGeom>
            <a:noFill/>
          </p:spPr>
          <p:txBody>
            <a:bodyPr wrap="square" lIns="0" rIns="0" rtlCol="0">
              <a:spAutoFit/>
            </a:bodyPr>
            <a:lstStyle/>
            <a:p>
              <a:r>
                <a:rPr lang="en-US" sz="12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grpSp>
      <p:grpSp>
        <p:nvGrpSpPr>
          <p:cNvPr id="28" name="Group 27">
            <a:extLst>
              <a:ext uri="{FF2B5EF4-FFF2-40B4-BE49-F238E27FC236}">
                <a16:creationId xmlns:a16="http://schemas.microsoft.com/office/drawing/2014/main" id="{DC77C103-7409-67E1-0766-F8506271AB2A}"/>
              </a:ext>
            </a:extLst>
          </p:cNvPr>
          <p:cNvGrpSpPr/>
          <p:nvPr/>
        </p:nvGrpSpPr>
        <p:grpSpPr>
          <a:xfrm>
            <a:off x="5508988" y="2541601"/>
            <a:ext cx="5446027" cy="950862"/>
            <a:chOff x="5292036" y="974450"/>
            <a:chExt cx="5446027" cy="950862"/>
          </a:xfrm>
        </p:grpSpPr>
        <p:sp>
          <p:nvSpPr>
            <p:cNvPr id="29" name="TextBox 28">
              <a:extLst>
                <a:ext uri="{FF2B5EF4-FFF2-40B4-BE49-F238E27FC236}">
                  <a16:creationId xmlns:a16="http://schemas.microsoft.com/office/drawing/2014/main" id="{B6E4D0E0-0363-7D00-9476-926580CC8B81}"/>
                </a:ext>
              </a:extLst>
            </p:cNvPr>
            <p:cNvSpPr txBox="1"/>
            <p:nvPr/>
          </p:nvSpPr>
          <p:spPr>
            <a:xfrm>
              <a:off x="6230371" y="1052382"/>
              <a:ext cx="4507692" cy="400110"/>
            </a:xfrm>
            <a:prstGeom prst="rect">
              <a:avLst/>
            </a:prstGeom>
            <a:noFill/>
          </p:spPr>
          <p:txBody>
            <a:bodyPr wrap="square" lIns="108000" rIns="108000" rtlCol="0">
              <a:spAutoFit/>
            </a:bodyPr>
            <a:lstStyle/>
            <a:p>
              <a:r>
                <a:rPr lang="en-US" altLang="ko-KR" sz="2000" b="1" dirty="0">
                  <a:cs typeface="Arial" pitchFamily="34" charset="0"/>
                </a:rPr>
                <a:t>LOREM IPSUM DOLOR SIT AMET</a:t>
              </a:r>
              <a:endParaRPr lang="ko-KR" altLang="en-US" sz="2000" b="1" dirty="0">
                <a:cs typeface="Arial" pitchFamily="34" charset="0"/>
              </a:endParaRPr>
            </a:p>
          </p:txBody>
        </p:sp>
        <p:sp>
          <p:nvSpPr>
            <p:cNvPr id="30" name="TextBox 29">
              <a:extLst>
                <a:ext uri="{FF2B5EF4-FFF2-40B4-BE49-F238E27FC236}">
                  <a16:creationId xmlns:a16="http://schemas.microsoft.com/office/drawing/2014/main" id="{1533923C-0FE2-D0D7-D3D2-546A2398E56F}"/>
                </a:ext>
              </a:extLst>
            </p:cNvPr>
            <p:cNvSpPr txBox="1"/>
            <p:nvPr/>
          </p:nvSpPr>
          <p:spPr>
            <a:xfrm>
              <a:off x="5292036" y="974450"/>
              <a:ext cx="958096" cy="646331"/>
            </a:xfrm>
            <a:prstGeom prst="rect">
              <a:avLst/>
            </a:prstGeom>
            <a:noFill/>
          </p:spPr>
          <p:txBody>
            <a:bodyPr wrap="square" lIns="108000" rIns="108000" rtlCol="0">
              <a:spAutoFit/>
            </a:bodyPr>
            <a:lstStyle/>
            <a:p>
              <a:pPr algn="ctr"/>
              <a:r>
                <a:rPr lang="en-US" altLang="ko-KR" sz="3600" b="1" dirty="0">
                  <a:cs typeface="Arial" pitchFamily="34" charset="0"/>
                </a:rPr>
                <a:t>02</a:t>
              </a:r>
              <a:endParaRPr lang="ko-KR" altLang="en-US" sz="3600" b="1" dirty="0">
                <a:cs typeface="Arial" pitchFamily="34" charset="0"/>
              </a:endParaRPr>
            </a:p>
          </p:txBody>
        </p:sp>
        <p:sp>
          <p:nvSpPr>
            <p:cNvPr id="31" name="TextBox 30">
              <a:extLst>
                <a:ext uri="{FF2B5EF4-FFF2-40B4-BE49-F238E27FC236}">
                  <a16:creationId xmlns:a16="http://schemas.microsoft.com/office/drawing/2014/main" id="{1C2C1570-D2D8-C82B-F7F9-30539E3C183D}"/>
                </a:ext>
              </a:extLst>
            </p:cNvPr>
            <p:cNvSpPr txBox="1"/>
            <p:nvPr/>
          </p:nvSpPr>
          <p:spPr>
            <a:xfrm>
              <a:off x="6376998" y="1463647"/>
              <a:ext cx="4034202" cy="461665"/>
            </a:xfrm>
            <a:prstGeom prst="rect">
              <a:avLst/>
            </a:prstGeom>
            <a:noFill/>
          </p:spPr>
          <p:txBody>
            <a:bodyPr wrap="square" lIns="0" rIns="0" rtlCol="0">
              <a:spAutoFit/>
            </a:bodyPr>
            <a:lstStyle/>
            <a:p>
              <a:r>
                <a:rPr lang="en-US" sz="12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grpSp>
      <p:grpSp>
        <p:nvGrpSpPr>
          <p:cNvPr id="32" name="Group 31">
            <a:extLst>
              <a:ext uri="{FF2B5EF4-FFF2-40B4-BE49-F238E27FC236}">
                <a16:creationId xmlns:a16="http://schemas.microsoft.com/office/drawing/2014/main" id="{BD13128B-02AE-1322-E7B7-712C1EDD1CAD}"/>
              </a:ext>
            </a:extLst>
          </p:cNvPr>
          <p:cNvGrpSpPr/>
          <p:nvPr/>
        </p:nvGrpSpPr>
        <p:grpSpPr>
          <a:xfrm>
            <a:off x="5508988" y="3793220"/>
            <a:ext cx="5446027" cy="950862"/>
            <a:chOff x="5292036" y="974450"/>
            <a:chExt cx="5446027" cy="950862"/>
          </a:xfrm>
        </p:grpSpPr>
        <p:sp>
          <p:nvSpPr>
            <p:cNvPr id="33" name="TextBox 32">
              <a:extLst>
                <a:ext uri="{FF2B5EF4-FFF2-40B4-BE49-F238E27FC236}">
                  <a16:creationId xmlns:a16="http://schemas.microsoft.com/office/drawing/2014/main" id="{9E4484E9-F589-F0D0-E711-BD1AD2477BB3}"/>
                </a:ext>
              </a:extLst>
            </p:cNvPr>
            <p:cNvSpPr txBox="1"/>
            <p:nvPr/>
          </p:nvSpPr>
          <p:spPr>
            <a:xfrm>
              <a:off x="6230371" y="1052382"/>
              <a:ext cx="4507692" cy="400110"/>
            </a:xfrm>
            <a:prstGeom prst="rect">
              <a:avLst/>
            </a:prstGeom>
            <a:noFill/>
          </p:spPr>
          <p:txBody>
            <a:bodyPr wrap="square" lIns="108000" rIns="108000" rtlCol="0">
              <a:spAutoFit/>
            </a:bodyPr>
            <a:lstStyle/>
            <a:p>
              <a:r>
                <a:rPr lang="en-US" altLang="ko-KR" sz="2000" b="1" dirty="0">
                  <a:cs typeface="Arial" pitchFamily="34" charset="0"/>
                </a:rPr>
                <a:t>LOREM IPSUM DOLOR SIT AMET</a:t>
              </a:r>
              <a:endParaRPr lang="ko-KR" altLang="en-US" sz="2000" b="1" dirty="0">
                <a:cs typeface="Arial" pitchFamily="34" charset="0"/>
              </a:endParaRPr>
            </a:p>
          </p:txBody>
        </p:sp>
        <p:sp>
          <p:nvSpPr>
            <p:cNvPr id="34" name="TextBox 33">
              <a:extLst>
                <a:ext uri="{FF2B5EF4-FFF2-40B4-BE49-F238E27FC236}">
                  <a16:creationId xmlns:a16="http://schemas.microsoft.com/office/drawing/2014/main" id="{F08DE2FE-EE81-76C5-D3F5-E4AFA05286F0}"/>
                </a:ext>
              </a:extLst>
            </p:cNvPr>
            <p:cNvSpPr txBox="1"/>
            <p:nvPr/>
          </p:nvSpPr>
          <p:spPr>
            <a:xfrm>
              <a:off x="5292036" y="974450"/>
              <a:ext cx="958096" cy="646331"/>
            </a:xfrm>
            <a:prstGeom prst="rect">
              <a:avLst/>
            </a:prstGeom>
            <a:noFill/>
          </p:spPr>
          <p:txBody>
            <a:bodyPr wrap="square" lIns="108000" rIns="108000" rtlCol="0">
              <a:spAutoFit/>
            </a:bodyPr>
            <a:lstStyle/>
            <a:p>
              <a:pPr algn="ctr"/>
              <a:r>
                <a:rPr lang="en-US" altLang="ko-KR" sz="3600" b="1" dirty="0">
                  <a:cs typeface="Arial" pitchFamily="34" charset="0"/>
                </a:rPr>
                <a:t>03</a:t>
              </a:r>
              <a:endParaRPr lang="ko-KR" altLang="en-US" sz="3600" b="1" dirty="0">
                <a:cs typeface="Arial" pitchFamily="34" charset="0"/>
              </a:endParaRPr>
            </a:p>
          </p:txBody>
        </p:sp>
        <p:sp>
          <p:nvSpPr>
            <p:cNvPr id="35" name="TextBox 34">
              <a:extLst>
                <a:ext uri="{FF2B5EF4-FFF2-40B4-BE49-F238E27FC236}">
                  <a16:creationId xmlns:a16="http://schemas.microsoft.com/office/drawing/2014/main" id="{FAC56086-9D46-59D8-1D8C-3259259FBACD}"/>
                </a:ext>
              </a:extLst>
            </p:cNvPr>
            <p:cNvSpPr txBox="1"/>
            <p:nvPr/>
          </p:nvSpPr>
          <p:spPr>
            <a:xfrm>
              <a:off x="6376998" y="1463647"/>
              <a:ext cx="4034202" cy="461665"/>
            </a:xfrm>
            <a:prstGeom prst="rect">
              <a:avLst/>
            </a:prstGeom>
            <a:noFill/>
          </p:spPr>
          <p:txBody>
            <a:bodyPr wrap="square" lIns="0" rIns="0" rtlCol="0">
              <a:spAutoFit/>
            </a:bodyPr>
            <a:lstStyle/>
            <a:p>
              <a:r>
                <a:rPr lang="en-US" sz="12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grpSp>
      <p:grpSp>
        <p:nvGrpSpPr>
          <p:cNvPr id="36" name="Group 35">
            <a:extLst>
              <a:ext uri="{FF2B5EF4-FFF2-40B4-BE49-F238E27FC236}">
                <a16:creationId xmlns:a16="http://schemas.microsoft.com/office/drawing/2014/main" id="{E9613243-C4DA-5CC5-7318-211CCB5D3BA1}"/>
              </a:ext>
            </a:extLst>
          </p:cNvPr>
          <p:cNvGrpSpPr/>
          <p:nvPr/>
        </p:nvGrpSpPr>
        <p:grpSpPr>
          <a:xfrm>
            <a:off x="5508988" y="5047070"/>
            <a:ext cx="5446027" cy="950862"/>
            <a:chOff x="5292036" y="974450"/>
            <a:chExt cx="5446027" cy="950862"/>
          </a:xfrm>
        </p:grpSpPr>
        <p:sp>
          <p:nvSpPr>
            <p:cNvPr id="37" name="TextBox 36">
              <a:extLst>
                <a:ext uri="{FF2B5EF4-FFF2-40B4-BE49-F238E27FC236}">
                  <a16:creationId xmlns:a16="http://schemas.microsoft.com/office/drawing/2014/main" id="{A6B8D799-B9DD-C367-C39E-7D4C8AA8760C}"/>
                </a:ext>
              </a:extLst>
            </p:cNvPr>
            <p:cNvSpPr txBox="1"/>
            <p:nvPr/>
          </p:nvSpPr>
          <p:spPr>
            <a:xfrm>
              <a:off x="6230371" y="1052382"/>
              <a:ext cx="4507692" cy="400110"/>
            </a:xfrm>
            <a:prstGeom prst="rect">
              <a:avLst/>
            </a:prstGeom>
            <a:noFill/>
          </p:spPr>
          <p:txBody>
            <a:bodyPr wrap="square" lIns="108000" rIns="108000" rtlCol="0">
              <a:spAutoFit/>
            </a:bodyPr>
            <a:lstStyle/>
            <a:p>
              <a:r>
                <a:rPr lang="en-US" altLang="ko-KR" sz="2000" b="1" dirty="0">
                  <a:cs typeface="Arial" pitchFamily="34" charset="0"/>
                </a:rPr>
                <a:t>LOREM IPSUM DOLOR SIT AMET</a:t>
              </a:r>
              <a:endParaRPr lang="ko-KR" altLang="en-US" sz="2000" b="1" dirty="0">
                <a:cs typeface="Arial" pitchFamily="34" charset="0"/>
              </a:endParaRPr>
            </a:p>
          </p:txBody>
        </p:sp>
        <p:sp>
          <p:nvSpPr>
            <p:cNvPr id="38" name="TextBox 37">
              <a:extLst>
                <a:ext uri="{FF2B5EF4-FFF2-40B4-BE49-F238E27FC236}">
                  <a16:creationId xmlns:a16="http://schemas.microsoft.com/office/drawing/2014/main" id="{0B653FF4-B6FB-AB93-3922-3E2C06C965CE}"/>
                </a:ext>
              </a:extLst>
            </p:cNvPr>
            <p:cNvSpPr txBox="1"/>
            <p:nvPr/>
          </p:nvSpPr>
          <p:spPr>
            <a:xfrm>
              <a:off x="5292036" y="974450"/>
              <a:ext cx="958096" cy="646331"/>
            </a:xfrm>
            <a:prstGeom prst="rect">
              <a:avLst/>
            </a:prstGeom>
            <a:noFill/>
          </p:spPr>
          <p:txBody>
            <a:bodyPr wrap="square" lIns="108000" rIns="108000" rtlCol="0">
              <a:spAutoFit/>
            </a:bodyPr>
            <a:lstStyle/>
            <a:p>
              <a:pPr algn="ctr"/>
              <a:r>
                <a:rPr lang="en-US" altLang="ko-KR" sz="3600" b="1" dirty="0">
                  <a:cs typeface="Arial" pitchFamily="34" charset="0"/>
                </a:rPr>
                <a:t>04</a:t>
              </a:r>
              <a:endParaRPr lang="ko-KR" altLang="en-US" sz="3600" b="1" dirty="0">
                <a:cs typeface="Arial" pitchFamily="34" charset="0"/>
              </a:endParaRPr>
            </a:p>
          </p:txBody>
        </p:sp>
        <p:sp>
          <p:nvSpPr>
            <p:cNvPr id="39" name="TextBox 38">
              <a:extLst>
                <a:ext uri="{FF2B5EF4-FFF2-40B4-BE49-F238E27FC236}">
                  <a16:creationId xmlns:a16="http://schemas.microsoft.com/office/drawing/2014/main" id="{445F0EFD-EB50-E7D7-6859-19A8BA3BD815}"/>
                </a:ext>
              </a:extLst>
            </p:cNvPr>
            <p:cNvSpPr txBox="1"/>
            <p:nvPr/>
          </p:nvSpPr>
          <p:spPr>
            <a:xfrm>
              <a:off x="6376998" y="1463647"/>
              <a:ext cx="4034202" cy="461665"/>
            </a:xfrm>
            <a:prstGeom prst="rect">
              <a:avLst/>
            </a:prstGeom>
            <a:noFill/>
          </p:spPr>
          <p:txBody>
            <a:bodyPr wrap="square" lIns="0" rIns="0" rtlCol="0">
              <a:spAutoFit/>
            </a:bodyPr>
            <a:lstStyle/>
            <a:p>
              <a:r>
                <a:rPr lang="en-US" sz="12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grpSp>
      <p:pic>
        <p:nvPicPr>
          <p:cNvPr id="4" name="Picture 3">
            <a:extLst>
              <a:ext uri="{FF2B5EF4-FFF2-40B4-BE49-F238E27FC236}">
                <a16:creationId xmlns:a16="http://schemas.microsoft.com/office/drawing/2014/main" id="{1A63027A-A8CD-9E48-8312-06F52A14B3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spTree>
    <p:extLst>
      <p:ext uri="{BB962C8B-B14F-4D97-AF65-F5344CB8AC3E}">
        <p14:creationId xmlns:p14="http://schemas.microsoft.com/office/powerpoint/2010/main" val="26993325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A38FE03-F587-56A4-3E9C-C03D88FB5102}"/>
              </a:ext>
            </a:extLst>
          </p:cNvPr>
          <p:cNvSpPr txBox="1"/>
          <p:nvPr/>
        </p:nvSpPr>
        <p:spPr>
          <a:xfrm>
            <a:off x="5541601" y="2793004"/>
            <a:ext cx="4070400" cy="430887"/>
          </a:xfrm>
          <a:prstGeom prst="rect">
            <a:avLst/>
          </a:prstGeom>
          <a:noFill/>
        </p:spPr>
        <p:txBody>
          <a:bodyPr wrap="square" lIns="0" rIns="0" rtlCol="0">
            <a:spAutoFit/>
          </a:bodyPr>
          <a:lstStyle/>
          <a:p>
            <a:r>
              <a:rPr lang="en-US" sz="11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sp>
        <p:nvSpPr>
          <p:cNvPr id="7" name="TextBox 6">
            <a:extLst>
              <a:ext uri="{FF2B5EF4-FFF2-40B4-BE49-F238E27FC236}">
                <a16:creationId xmlns:a16="http://schemas.microsoft.com/office/drawing/2014/main" id="{364EF134-09E3-65F6-EA79-D2D2387270AF}"/>
              </a:ext>
            </a:extLst>
          </p:cNvPr>
          <p:cNvSpPr txBox="1"/>
          <p:nvPr/>
        </p:nvSpPr>
        <p:spPr>
          <a:xfrm>
            <a:off x="5194654" y="2372452"/>
            <a:ext cx="2557175" cy="307777"/>
          </a:xfrm>
          <a:prstGeom prst="rect">
            <a:avLst/>
          </a:prstGeom>
          <a:noFill/>
        </p:spPr>
        <p:txBody>
          <a:bodyPr wrap="none" rtlCol="0">
            <a:spAutoFit/>
          </a:bodyPr>
          <a:lstStyle/>
          <a:p>
            <a:r>
              <a:rPr lang="en-US" sz="1400" dirty="0"/>
              <a:t>LORUM IPSUM DOLOR SIT AMET</a:t>
            </a:r>
          </a:p>
        </p:txBody>
      </p:sp>
      <p:grpSp>
        <p:nvGrpSpPr>
          <p:cNvPr id="8" name="Group 7">
            <a:extLst>
              <a:ext uri="{FF2B5EF4-FFF2-40B4-BE49-F238E27FC236}">
                <a16:creationId xmlns:a16="http://schemas.microsoft.com/office/drawing/2014/main" id="{11DA01E1-3CA1-E6FA-4374-1361D132590B}"/>
              </a:ext>
            </a:extLst>
          </p:cNvPr>
          <p:cNvGrpSpPr/>
          <p:nvPr/>
        </p:nvGrpSpPr>
        <p:grpSpPr>
          <a:xfrm>
            <a:off x="5246343" y="2822542"/>
            <a:ext cx="207464" cy="206152"/>
            <a:chOff x="2411760" y="3708613"/>
            <a:chExt cx="206152" cy="206152"/>
          </a:xfrm>
        </p:grpSpPr>
        <p:sp>
          <p:nvSpPr>
            <p:cNvPr id="9" name="Oval 8">
              <a:extLst>
                <a:ext uri="{FF2B5EF4-FFF2-40B4-BE49-F238E27FC236}">
                  <a16:creationId xmlns:a16="http://schemas.microsoft.com/office/drawing/2014/main" id="{6D0389F0-8C27-9A2D-D4EC-18ABA90060B9}"/>
                </a:ext>
              </a:extLst>
            </p:cNvPr>
            <p:cNvSpPr/>
            <p:nvPr/>
          </p:nvSpPr>
          <p:spPr>
            <a:xfrm>
              <a:off x="2411760" y="3708613"/>
              <a:ext cx="206152" cy="20615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latin typeface="Arial" pitchFamily="34" charset="0"/>
                <a:cs typeface="Arial" pitchFamily="34" charset="0"/>
              </a:endParaRPr>
            </a:p>
          </p:txBody>
        </p:sp>
        <p:sp>
          <p:nvSpPr>
            <p:cNvPr id="10" name="Chevron 91">
              <a:extLst>
                <a:ext uri="{FF2B5EF4-FFF2-40B4-BE49-F238E27FC236}">
                  <a16:creationId xmlns:a16="http://schemas.microsoft.com/office/drawing/2014/main" id="{BF5E7753-A127-6440-C3C1-00554A6DEC53}"/>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latin typeface="Arial" pitchFamily="34" charset="0"/>
                <a:cs typeface="Arial" pitchFamily="34" charset="0"/>
              </a:endParaRPr>
            </a:p>
          </p:txBody>
        </p:sp>
      </p:grpSp>
      <p:sp>
        <p:nvSpPr>
          <p:cNvPr id="11" name="TextBox 10">
            <a:extLst>
              <a:ext uri="{FF2B5EF4-FFF2-40B4-BE49-F238E27FC236}">
                <a16:creationId xmlns:a16="http://schemas.microsoft.com/office/drawing/2014/main" id="{2C3E5802-6A69-1F89-F45F-B1FE0EAD762B}"/>
              </a:ext>
            </a:extLst>
          </p:cNvPr>
          <p:cNvSpPr txBox="1"/>
          <p:nvPr/>
        </p:nvSpPr>
        <p:spPr>
          <a:xfrm>
            <a:off x="5541600" y="3213556"/>
            <a:ext cx="4070400" cy="430887"/>
          </a:xfrm>
          <a:prstGeom prst="rect">
            <a:avLst/>
          </a:prstGeom>
          <a:noFill/>
        </p:spPr>
        <p:txBody>
          <a:bodyPr wrap="square" lIns="0" rIns="0" rtlCol="0">
            <a:spAutoFit/>
          </a:bodyPr>
          <a:lstStyle/>
          <a:p>
            <a:r>
              <a:rPr lang="en-US" sz="11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grpSp>
        <p:nvGrpSpPr>
          <p:cNvPr id="12" name="Group 11">
            <a:extLst>
              <a:ext uri="{FF2B5EF4-FFF2-40B4-BE49-F238E27FC236}">
                <a16:creationId xmlns:a16="http://schemas.microsoft.com/office/drawing/2014/main" id="{C21EBC66-4420-B6B3-C526-004CF8BECB8D}"/>
              </a:ext>
            </a:extLst>
          </p:cNvPr>
          <p:cNvGrpSpPr/>
          <p:nvPr/>
        </p:nvGrpSpPr>
        <p:grpSpPr>
          <a:xfrm>
            <a:off x="5246343" y="3236500"/>
            <a:ext cx="207464" cy="206152"/>
            <a:chOff x="2411760" y="3708613"/>
            <a:chExt cx="206152" cy="206152"/>
          </a:xfrm>
        </p:grpSpPr>
        <p:sp>
          <p:nvSpPr>
            <p:cNvPr id="13" name="Oval 12">
              <a:extLst>
                <a:ext uri="{FF2B5EF4-FFF2-40B4-BE49-F238E27FC236}">
                  <a16:creationId xmlns:a16="http://schemas.microsoft.com/office/drawing/2014/main" id="{E547EECE-0518-E03F-DEA0-9E8AC17B448C}"/>
                </a:ext>
              </a:extLst>
            </p:cNvPr>
            <p:cNvSpPr/>
            <p:nvPr/>
          </p:nvSpPr>
          <p:spPr>
            <a:xfrm>
              <a:off x="2411760" y="3708613"/>
              <a:ext cx="206152" cy="20615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latin typeface="Arial" pitchFamily="34" charset="0"/>
                <a:cs typeface="Arial" pitchFamily="34" charset="0"/>
              </a:endParaRPr>
            </a:p>
          </p:txBody>
        </p:sp>
        <p:sp>
          <p:nvSpPr>
            <p:cNvPr id="14" name="Chevron 91">
              <a:extLst>
                <a:ext uri="{FF2B5EF4-FFF2-40B4-BE49-F238E27FC236}">
                  <a16:creationId xmlns:a16="http://schemas.microsoft.com/office/drawing/2014/main" id="{7AA8224C-234B-37B6-1235-AD91B6BC94AF}"/>
                </a:ext>
              </a:extLst>
            </p:cNvPr>
            <p:cNvSpPr/>
            <p:nvPr/>
          </p:nvSpPr>
          <p:spPr>
            <a:xfrm>
              <a:off x="2478836" y="3755880"/>
              <a:ext cx="72000" cy="108000"/>
            </a:xfrm>
            <a:prstGeom prst="chevron">
              <a:avLst>
                <a:gd name="adj" fmla="val 6522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latin typeface="Arial" pitchFamily="34" charset="0"/>
                <a:cs typeface="Arial" pitchFamily="34" charset="0"/>
              </a:endParaRPr>
            </a:p>
          </p:txBody>
        </p:sp>
      </p:grpSp>
      <p:sp>
        <p:nvSpPr>
          <p:cNvPr id="16" name="Title 1">
            <a:extLst>
              <a:ext uri="{FF2B5EF4-FFF2-40B4-BE49-F238E27FC236}">
                <a16:creationId xmlns:a16="http://schemas.microsoft.com/office/drawing/2014/main" id="{73E15C23-C01E-33BA-2322-FDDAFEC095EF}"/>
              </a:ext>
            </a:extLst>
          </p:cNvPr>
          <p:cNvSpPr>
            <a:spLocks noGrp="1"/>
          </p:cNvSpPr>
          <p:nvPr>
            <p:ph type="title"/>
          </p:nvPr>
        </p:nvSpPr>
        <p:spPr>
          <a:xfrm>
            <a:off x="5246343" y="970367"/>
            <a:ext cx="6367257" cy="1289310"/>
          </a:xfrm>
        </p:spPr>
        <p:txBody>
          <a:bodyPr anchor="t"/>
          <a:lstStyle/>
          <a:p>
            <a:endParaRPr lang="en-US" dirty="0"/>
          </a:p>
        </p:txBody>
      </p:sp>
      <p:sp>
        <p:nvSpPr>
          <p:cNvPr id="17" name="TextBox 16">
            <a:extLst>
              <a:ext uri="{FF2B5EF4-FFF2-40B4-BE49-F238E27FC236}">
                <a16:creationId xmlns:a16="http://schemas.microsoft.com/office/drawing/2014/main" id="{E764D312-BA61-7004-4941-294155A93650}"/>
              </a:ext>
            </a:extLst>
          </p:cNvPr>
          <p:cNvSpPr txBox="1"/>
          <p:nvPr/>
        </p:nvSpPr>
        <p:spPr>
          <a:xfrm>
            <a:off x="5194654" y="4865624"/>
            <a:ext cx="2557175" cy="307777"/>
          </a:xfrm>
          <a:prstGeom prst="rect">
            <a:avLst/>
          </a:prstGeom>
          <a:noFill/>
        </p:spPr>
        <p:txBody>
          <a:bodyPr wrap="none" rtlCol="0">
            <a:spAutoFit/>
          </a:bodyPr>
          <a:lstStyle/>
          <a:p>
            <a:r>
              <a:rPr lang="en-US" sz="1400" dirty="0"/>
              <a:t>LORUM IPSUM DOLOR SIT AMET</a:t>
            </a:r>
          </a:p>
        </p:txBody>
      </p:sp>
      <p:sp>
        <p:nvSpPr>
          <p:cNvPr id="18" name="TextBox 17">
            <a:extLst>
              <a:ext uri="{FF2B5EF4-FFF2-40B4-BE49-F238E27FC236}">
                <a16:creationId xmlns:a16="http://schemas.microsoft.com/office/drawing/2014/main" id="{91BEC657-7D52-A24D-70B5-91DE719E47A0}"/>
              </a:ext>
            </a:extLst>
          </p:cNvPr>
          <p:cNvSpPr txBox="1"/>
          <p:nvPr/>
        </p:nvSpPr>
        <p:spPr>
          <a:xfrm>
            <a:off x="5246343" y="5163277"/>
            <a:ext cx="2817657" cy="430887"/>
          </a:xfrm>
          <a:prstGeom prst="rect">
            <a:avLst/>
          </a:prstGeom>
          <a:noFill/>
        </p:spPr>
        <p:txBody>
          <a:bodyPr wrap="square" lIns="0" rIns="0" rtlCol="0">
            <a:spAutoFit/>
          </a:bodyPr>
          <a:lstStyle/>
          <a:p>
            <a:r>
              <a:rPr lang="en-US" sz="11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sp>
        <p:nvSpPr>
          <p:cNvPr id="19" name="TextBox 18">
            <a:extLst>
              <a:ext uri="{FF2B5EF4-FFF2-40B4-BE49-F238E27FC236}">
                <a16:creationId xmlns:a16="http://schemas.microsoft.com/office/drawing/2014/main" id="{6C891B1F-14DE-B033-281C-A9926D2E451A}"/>
              </a:ext>
            </a:extLst>
          </p:cNvPr>
          <p:cNvSpPr txBox="1"/>
          <p:nvPr/>
        </p:nvSpPr>
        <p:spPr>
          <a:xfrm>
            <a:off x="8428654" y="4845168"/>
            <a:ext cx="2557175" cy="307777"/>
          </a:xfrm>
          <a:prstGeom prst="rect">
            <a:avLst/>
          </a:prstGeom>
          <a:noFill/>
        </p:spPr>
        <p:txBody>
          <a:bodyPr wrap="none" rtlCol="0">
            <a:spAutoFit/>
          </a:bodyPr>
          <a:lstStyle/>
          <a:p>
            <a:r>
              <a:rPr lang="en-US" sz="1400" dirty="0"/>
              <a:t>LORUM IPSUM DOLOR SIT AMET</a:t>
            </a:r>
          </a:p>
        </p:txBody>
      </p:sp>
      <p:sp>
        <p:nvSpPr>
          <p:cNvPr id="20" name="TextBox 19">
            <a:extLst>
              <a:ext uri="{FF2B5EF4-FFF2-40B4-BE49-F238E27FC236}">
                <a16:creationId xmlns:a16="http://schemas.microsoft.com/office/drawing/2014/main" id="{1F745BD8-809A-F046-3B9C-BB696FF9653A}"/>
              </a:ext>
            </a:extLst>
          </p:cNvPr>
          <p:cNvSpPr txBox="1"/>
          <p:nvPr/>
        </p:nvSpPr>
        <p:spPr>
          <a:xfrm>
            <a:off x="8480343" y="5142821"/>
            <a:ext cx="2817657" cy="430887"/>
          </a:xfrm>
          <a:prstGeom prst="rect">
            <a:avLst/>
          </a:prstGeom>
          <a:noFill/>
        </p:spPr>
        <p:txBody>
          <a:bodyPr wrap="square" lIns="0" rIns="0" rtlCol="0">
            <a:spAutoFit/>
          </a:bodyPr>
          <a:lstStyle/>
          <a:p>
            <a:r>
              <a:rPr lang="en-US" sz="1100" dirty="0">
                <a:ea typeface="Roboto Condensed Light" panose="02000000000000000000" pitchFamily="2" charset="0"/>
                <a:cs typeface="Roboto Condensed Light" panose="02000000000000000000" pitchFamily="2" charset="0"/>
              </a:rPr>
              <a:t>Lorem Ipsum is simply dummy text of the printing and typesetting industry. Lorem Ipsum has been.</a:t>
            </a:r>
          </a:p>
        </p:txBody>
      </p:sp>
      <p:pic>
        <p:nvPicPr>
          <p:cNvPr id="2" name="Picture 1">
            <a:extLst>
              <a:ext uri="{FF2B5EF4-FFF2-40B4-BE49-F238E27FC236}">
                <a16:creationId xmlns:a16="http://schemas.microsoft.com/office/drawing/2014/main" id="{94CEB01F-0B0D-313F-7196-7E06D006F8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sp>
        <p:nvSpPr>
          <p:cNvPr id="3" name="TextBox 2">
            <a:extLst>
              <a:ext uri="{FF2B5EF4-FFF2-40B4-BE49-F238E27FC236}">
                <a16:creationId xmlns:a16="http://schemas.microsoft.com/office/drawing/2014/main" id="{451C3C9A-DEF7-02B3-385A-6B926524EC2D}"/>
              </a:ext>
            </a:extLst>
          </p:cNvPr>
          <p:cNvSpPr txBox="1"/>
          <p:nvPr/>
        </p:nvSpPr>
        <p:spPr>
          <a:xfrm>
            <a:off x="5265407" y="3732018"/>
            <a:ext cx="6032593" cy="1015663"/>
          </a:xfrm>
          <a:prstGeom prst="rect">
            <a:avLst/>
          </a:prstGeom>
          <a:noFill/>
        </p:spPr>
        <p:txBody>
          <a:bodyPr wrap="square" lIns="0" rIns="0" rtlCol="0">
            <a:spAutoFit/>
          </a:bodyPr>
          <a:lstStyle/>
          <a:p>
            <a:r>
              <a:rPr lang="en-US" sz="1200" b="0" i="0" dirty="0">
                <a:solidFill>
                  <a:srgbClr val="666666"/>
                </a:solidFill>
                <a:effectLst/>
              </a:rPr>
              <a:t>Lorem ipsum dolor sit </a:t>
            </a:r>
            <a:r>
              <a:rPr lang="en-US" sz="1200" b="0" i="0" dirty="0" err="1">
                <a:solidFill>
                  <a:srgbClr val="666666"/>
                </a:solidFill>
                <a:effectLst/>
              </a:rPr>
              <a:t>amet</a:t>
            </a:r>
            <a:r>
              <a:rPr lang="en-US" sz="1200" b="0" i="0" dirty="0">
                <a:solidFill>
                  <a:srgbClr val="666666"/>
                </a:solidFill>
                <a:effectLst/>
              </a:rPr>
              <a:t>, </a:t>
            </a:r>
            <a:r>
              <a:rPr lang="en-US" sz="1200" b="0" i="0" dirty="0" err="1">
                <a:solidFill>
                  <a:srgbClr val="666666"/>
                </a:solidFill>
                <a:effectLst/>
              </a:rPr>
              <a:t>consectetuer</a:t>
            </a:r>
            <a:r>
              <a:rPr lang="en-US" sz="1200" b="0" i="0" dirty="0">
                <a:solidFill>
                  <a:srgbClr val="666666"/>
                </a:solidFill>
                <a:effectLst/>
              </a:rPr>
              <a:t> </a:t>
            </a:r>
            <a:r>
              <a:rPr lang="en-US" sz="1200" b="0" i="0" dirty="0" err="1">
                <a:solidFill>
                  <a:srgbClr val="666666"/>
                </a:solidFill>
                <a:effectLst/>
              </a:rPr>
              <a:t>adipiscing</a:t>
            </a:r>
            <a:r>
              <a:rPr lang="en-US" sz="1200" b="0" i="0" dirty="0">
                <a:solidFill>
                  <a:srgbClr val="666666"/>
                </a:solidFill>
                <a:effectLst/>
              </a:rPr>
              <a:t> </a:t>
            </a:r>
            <a:r>
              <a:rPr lang="en-US" sz="1200" b="0" i="0" dirty="0" err="1">
                <a:solidFill>
                  <a:srgbClr val="666666"/>
                </a:solidFill>
                <a:effectLst/>
              </a:rPr>
              <a:t>elit</a:t>
            </a:r>
            <a:r>
              <a:rPr lang="en-US" sz="1200" b="0" i="0" dirty="0">
                <a:solidFill>
                  <a:srgbClr val="666666"/>
                </a:solidFill>
                <a:effectLst/>
              </a:rPr>
              <a:t>. Aenean </a:t>
            </a:r>
            <a:r>
              <a:rPr lang="en-US" sz="1200" b="0" i="0" dirty="0" err="1">
                <a:solidFill>
                  <a:srgbClr val="666666"/>
                </a:solidFill>
                <a:effectLst/>
              </a:rPr>
              <a:t>commodo</a:t>
            </a:r>
            <a:r>
              <a:rPr lang="en-US" sz="1200" b="0" i="0" dirty="0">
                <a:solidFill>
                  <a:srgbClr val="666666"/>
                </a:solidFill>
                <a:effectLst/>
              </a:rPr>
              <a:t> ligula </a:t>
            </a:r>
            <a:r>
              <a:rPr lang="en-US" sz="1200" b="0" i="0" dirty="0" err="1">
                <a:solidFill>
                  <a:srgbClr val="666666"/>
                </a:solidFill>
                <a:effectLst/>
              </a:rPr>
              <a:t>eget</a:t>
            </a:r>
            <a:r>
              <a:rPr lang="en-US" sz="1200" b="0" i="0" dirty="0">
                <a:solidFill>
                  <a:srgbClr val="666666"/>
                </a:solidFill>
                <a:effectLst/>
              </a:rPr>
              <a:t> dolor. Aenean </a:t>
            </a:r>
            <a:r>
              <a:rPr lang="en-US" sz="1200" b="0" i="0" dirty="0" err="1">
                <a:solidFill>
                  <a:srgbClr val="666666"/>
                </a:solidFill>
                <a:effectLst/>
              </a:rPr>
              <a:t>massa</a:t>
            </a:r>
            <a:r>
              <a:rPr lang="en-US" sz="1200" b="0" i="0" dirty="0">
                <a:solidFill>
                  <a:srgbClr val="666666"/>
                </a:solidFill>
                <a:effectLst/>
              </a:rPr>
              <a:t>. Cum sociis </a:t>
            </a:r>
            <a:r>
              <a:rPr lang="en-US" sz="1200" b="0" i="0" dirty="0" err="1">
                <a:solidFill>
                  <a:srgbClr val="666666"/>
                </a:solidFill>
                <a:effectLst/>
              </a:rPr>
              <a:t>natoque</a:t>
            </a:r>
            <a:r>
              <a:rPr lang="en-US" sz="1200" b="0" i="0" dirty="0">
                <a:solidFill>
                  <a:srgbClr val="666666"/>
                </a:solidFill>
                <a:effectLst/>
              </a:rPr>
              <a:t> </a:t>
            </a:r>
            <a:r>
              <a:rPr lang="en-US" sz="1200" b="0" i="0" dirty="0" err="1">
                <a:solidFill>
                  <a:srgbClr val="666666"/>
                </a:solidFill>
                <a:effectLst/>
              </a:rPr>
              <a:t>penatibus</a:t>
            </a:r>
            <a:r>
              <a:rPr lang="en-US" sz="1200" b="0" i="0" dirty="0">
                <a:solidFill>
                  <a:srgbClr val="666666"/>
                </a:solidFill>
                <a:effectLst/>
              </a:rPr>
              <a:t> et </a:t>
            </a:r>
            <a:r>
              <a:rPr lang="en-US" sz="1200" b="0" i="0" dirty="0" err="1">
                <a:solidFill>
                  <a:srgbClr val="666666"/>
                </a:solidFill>
                <a:effectLst/>
              </a:rPr>
              <a:t>magnis</a:t>
            </a:r>
            <a:r>
              <a:rPr lang="en-US" sz="1200" b="0" i="0" dirty="0">
                <a:solidFill>
                  <a:srgbClr val="666666"/>
                </a:solidFill>
                <a:effectLst/>
              </a:rPr>
              <a:t> dis parturient </a:t>
            </a:r>
            <a:r>
              <a:rPr lang="en-US" sz="1200" b="0" i="0" dirty="0" err="1">
                <a:solidFill>
                  <a:srgbClr val="666666"/>
                </a:solidFill>
                <a:effectLst/>
              </a:rPr>
              <a:t>montes</a:t>
            </a:r>
            <a:r>
              <a:rPr lang="en-US" sz="1200" b="0" i="0" dirty="0">
                <a:solidFill>
                  <a:srgbClr val="666666"/>
                </a:solidFill>
                <a:effectLst/>
              </a:rPr>
              <a:t>, </a:t>
            </a:r>
            <a:r>
              <a:rPr lang="en-US" sz="1200" b="0" i="0" dirty="0" err="1">
                <a:solidFill>
                  <a:srgbClr val="666666"/>
                </a:solidFill>
                <a:effectLst/>
              </a:rPr>
              <a:t>nascetur</a:t>
            </a:r>
            <a:r>
              <a:rPr lang="en-US" sz="1200" b="0" i="0" dirty="0">
                <a:solidFill>
                  <a:srgbClr val="666666"/>
                </a:solidFill>
                <a:effectLst/>
              </a:rPr>
              <a:t> </a:t>
            </a:r>
            <a:r>
              <a:rPr lang="en-US" sz="1200" b="0" i="0" dirty="0" err="1">
                <a:solidFill>
                  <a:srgbClr val="666666"/>
                </a:solidFill>
                <a:effectLst/>
              </a:rPr>
              <a:t>ridiculus</a:t>
            </a:r>
            <a:r>
              <a:rPr lang="en-US" sz="1200" b="0" i="0" dirty="0">
                <a:solidFill>
                  <a:srgbClr val="666666"/>
                </a:solidFill>
                <a:effectLst/>
              </a:rPr>
              <a:t> mus. Donec </a:t>
            </a:r>
            <a:r>
              <a:rPr lang="en-US" sz="1200" b="0" i="0" dirty="0" err="1">
                <a:solidFill>
                  <a:srgbClr val="666666"/>
                </a:solidFill>
                <a:effectLst/>
              </a:rPr>
              <a:t>quam</a:t>
            </a:r>
            <a:r>
              <a:rPr lang="en-US" sz="1200" b="0" i="0" dirty="0">
                <a:solidFill>
                  <a:srgbClr val="666666"/>
                </a:solidFill>
                <a:effectLst/>
              </a:rPr>
              <a:t> </a:t>
            </a:r>
            <a:r>
              <a:rPr lang="en-US" sz="1200" b="0" i="0" dirty="0" err="1">
                <a:solidFill>
                  <a:srgbClr val="666666"/>
                </a:solidFill>
                <a:effectLst/>
              </a:rPr>
              <a:t>felis</a:t>
            </a:r>
            <a:r>
              <a:rPr lang="en-US" sz="1200" b="0" i="0" dirty="0">
                <a:solidFill>
                  <a:srgbClr val="666666"/>
                </a:solidFill>
                <a:effectLst/>
              </a:rPr>
              <a:t>, </a:t>
            </a:r>
            <a:r>
              <a:rPr lang="en-US" sz="1200" b="0" i="0" dirty="0" err="1">
                <a:solidFill>
                  <a:srgbClr val="666666"/>
                </a:solidFill>
                <a:effectLst/>
              </a:rPr>
              <a:t>ultricies</a:t>
            </a:r>
            <a:r>
              <a:rPr lang="en-US" sz="1200" b="0" i="0" dirty="0">
                <a:solidFill>
                  <a:srgbClr val="666666"/>
                </a:solidFill>
                <a:effectLst/>
              </a:rPr>
              <a:t> </a:t>
            </a:r>
            <a:r>
              <a:rPr lang="en-US" sz="1200" b="0" i="0" dirty="0" err="1">
                <a:solidFill>
                  <a:srgbClr val="666666"/>
                </a:solidFill>
                <a:effectLst/>
              </a:rPr>
              <a:t>nec</a:t>
            </a:r>
            <a:r>
              <a:rPr lang="en-US" sz="1200" b="0" i="0" dirty="0">
                <a:solidFill>
                  <a:srgbClr val="666666"/>
                </a:solidFill>
                <a:effectLst/>
              </a:rPr>
              <a:t>, </a:t>
            </a:r>
            <a:r>
              <a:rPr lang="en-US" sz="1200" b="0" i="0" dirty="0" err="1">
                <a:solidFill>
                  <a:srgbClr val="666666"/>
                </a:solidFill>
                <a:effectLst/>
              </a:rPr>
              <a:t>pellentesque</a:t>
            </a:r>
            <a:r>
              <a:rPr lang="en-US" sz="1200" b="0" i="0" dirty="0">
                <a:solidFill>
                  <a:srgbClr val="666666"/>
                </a:solidFill>
                <a:effectLst/>
              </a:rPr>
              <a:t> </a:t>
            </a:r>
            <a:r>
              <a:rPr lang="en-US" sz="1200" b="0" i="0" dirty="0" err="1">
                <a:solidFill>
                  <a:srgbClr val="666666"/>
                </a:solidFill>
                <a:effectLst/>
              </a:rPr>
              <a:t>eu</a:t>
            </a:r>
            <a:r>
              <a:rPr lang="en-US" sz="1200" b="0" i="0" dirty="0">
                <a:solidFill>
                  <a:srgbClr val="666666"/>
                </a:solidFill>
                <a:effectLst/>
              </a:rPr>
              <a:t>, </a:t>
            </a:r>
            <a:r>
              <a:rPr lang="en-US" sz="1200" b="0" i="0" dirty="0" err="1">
                <a:solidFill>
                  <a:srgbClr val="666666"/>
                </a:solidFill>
                <a:effectLst/>
              </a:rPr>
              <a:t>pretium</a:t>
            </a:r>
            <a:r>
              <a:rPr lang="en-US" sz="1200" b="0" i="0" dirty="0">
                <a:solidFill>
                  <a:srgbClr val="666666"/>
                </a:solidFill>
                <a:effectLst/>
              </a:rPr>
              <a:t> </a:t>
            </a:r>
            <a:r>
              <a:rPr lang="en-US" sz="1200" b="0" i="0" dirty="0" err="1">
                <a:solidFill>
                  <a:srgbClr val="666666"/>
                </a:solidFill>
                <a:effectLst/>
              </a:rPr>
              <a:t>quis</a:t>
            </a:r>
            <a:r>
              <a:rPr lang="en-US" sz="1200" b="0" i="0" dirty="0">
                <a:solidFill>
                  <a:srgbClr val="666666"/>
                </a:solidFill>
                <a:effectLst/>
              </a:rPr>
              <a:t>, sem. </a:t>
            </a:r>
            <a:r>
              <a:rPr lang="en-US" sz="1200" b="0" i="0" dirty="0" err="1">
                <a:solidFill>
                  <a:srgbClr val="666666"/>
                </a:solidFill>
                <a:effectLst/>
              </a:rPr>
              <a:t>Nulla</a:t>
            </a:r>
            <a:r>
              <a:rPr lang="en-US" sz="1200" b="0" i="0" dirty="0">
                <a:solidFill>
                  <a:srgbClr val="666666"/>
                </a:solidFill>
                <a:effectLst/>
              </a:rPr>
              <a:t> </a:t>
            </a:r>
            <a:r>
              <a:rPr lang="en-US" sz="1200" b="0" i="0" dirty="0" err="1">
                <a:solidFill>
                  <a:srgbClr val="666666"/>
                </a:solidFill>
                <a:effectLst/>
              </a:rPr>
              <a:t>consequat</a:t>
            </a:r>
            <a:r>
              <a:rPr lang="en-US" sz="1200" b="0" i="0" dirty="0">
                <a:solidFill>
                  <a:srgbClr val="666666"/>
                </a:solidFill>
                <a:effectLst/>
              </a:rPr>
              <a:t> </a:t>
            </a:r>
            <a:r>
              <a:rPr lang="en-US" sz="1200" b="0" i="0" dirty="0" err="1">
                <a:solidFill>
                  <a:srgbClr val="666666"/>
                </a:solidFill>
                <a:effectLst/>
              </a:rPr>
              <a:t>massa</a:t>
            </a:r>
            <a:r>
              <a:rPr lang="en-US" sz="1200" b="0" i="0" dirty="0">
                <a:solidFill>
                  <a:srgbClr val="666666"/>
                </a:solidFill>
                <a:effectLst/>
              </a:rPr>
              <a:t> </a:t>
            </a:r>
            <a:r>
              <a:rPr lang="en-US" sz="1200" b="0" i="0" dirty="0" err="1">
                <a:solidFill>
                  <a:srgbClr val="666666"/>
                </a:solidFill>
                <a:effectLst/>
              </a:rPr>
              <a:t>quis</a:t>
            </a:r>
            <a:r>
              <a:rPr lang="en-US" sz="1200" b="0" i="0" dirty="0">
                <a:solidFill>
                  <a:srgbClr val="666666"/>
                </a:solidFill>
                <a:effectLst/>
              </a:rPr>
              <a:t> </a:t>
            </a:r>
            <a:r>
              <a:rPr lang="en-US" sz="1200" b="0" i="0" dirty="0" err="1">
                <a:solidFill>
                  <a:srgbClr val="666666"/>
                </a:solidFill>
                <a:effectLst/>
              </a:rPr>
              <a:t>enim</a:t>
            </a:r>
            <a:r>
              <a:rPr lang="en-US" sz="1200" b="0" i="0" dirty="0">
                <a:solidFill>
                  <a:srgbClr val="666666"/>
                </a:solidFill>
                <a:effectLst/>
              </a:rPr>
              <a:t>. Donec </a:t>
            </a:r>
            <a:r>
              <a:rPr lang="en-US" sz="1200" b="0" i="0" dirty="0" err="1">
                <a:solidFill>
                  <a:srgbClr val="666666"/>
                </a:solidFill>
                <a:effectLst/>
              </a:rPr>
              <a:t>pede</a:t>
            </a:r>
            <a:r>
              <a:rPr lang="en-US" sz="1200" b="0" i="0" dirty="0">
                <a:solidFill>
                  <a:srgbClr val="666666"/>
                </a:solidFill>
                <a:effectLst/>
              </a:rPr>
              <a:t> </a:t>
            </a:r>
            <a:r>
              <a:rPr lang="en-US" sz="1200" b="0" i="0" dirty="0" err="1">
                <a:solidFill>
                  <a:srgbClr val="666666"/>
                </a:solidFill>
                <a:effectLst/>
              </a:rPr>
              <a:t>justo</a:t>
            </a:r>
            <a:r>
              <a:rPr lang="en-US" sz="1200" b="0" i="0" dirty="0">
                <a:solidFill>
                  <a:srgbClr val="666666"/>
                </a:solidFill>
                <a:effectLst/>
              </a:rPr>
              <a:t>, </a:t>
            </a:r>
            <a:r>
              <a:rPr lang="en-US" sz="1200" b="0" i="0" dirty="0" err="1">
                <a:solidFill>
                  <a:srgbClr val="666666"/>
                </a:solidFill>
                <a:effectLst/>
              </a:rPr>
              <a:t>fringilla</a:t>
            </a:r>
            <a:r>
              <a:rPr lang="en-US" sz="1200" b="0" i="0" dirty="0">
                <a:solidFill>
                  <a:srgbClr val="666666"/>
                </a:solidFill>
                <a:effectLst/>
              </a:rPr>
              <a:t> vel, </a:t>
            </a:r>
            <a:r>
              <a:rPr lang="en-US" sz="1200" b="0" i="0" dirty="0" err="1">
                <a:solidFill>
                  <a:srgbClr val="666666"/>
                </a:solidFill>
                <a:effectLst/>
              </a:rPr>
              <a:t>aliquet</a:t>
            </a:r>
            <a:r>
              <a:rPr lang="en-US" sz="1200" b="0" i="0" dirty="0">
                <a:solidFill>
                  <a:srgbClr val="666666"/>
                </a:solidFill>
                <a:effectLst/>
              </a:rPr>
              <a:t> </a:t>
            </a:r>
            <a:r>
              <a:rPr lang="en-US" sz="1200" b="0" i="0" dirty="0" err="1">
                <a:solidFill>
                  <a:srgbClr val="666666"/>
                </a:solidFill>
                <a:effectLst/>
              </a:rPr>
              <a:t>nec</a:t>
            </a:r>
            <a:r>
              <a:rPr lang="en-US" sz="1200" b="0" i="0" dirty="0">
                <a:solidFill>
                  <a:srgbClr val="666666"/>
                </a:solidFill>
                <a:effectLst/>
              </a:rPr>
              <a:t>, </a:t>
            </a:r>
            <a:r>
              <a:rPr lang="en-US" sz="1200" b="0" i="0" dirty="0" err="1">
                <a:solidFill>
                  <a:srgbClr val="666666"/>
                </a:solidFill>
                <a:effectLst/>
              </a:rPr>
              <a:t>vulputate</a:t>
            </a:r>
            <a:r>
              <a:rPr lang="en-US" sz="1200" b="0" i="0" dirty="0">
                <a:solidFill>
                  <a:srgbClr val="666666"/>
                </a:solidFill>
                <a:effectLst/>
              </a:rPr>
              <a:t> </a:t>
            </a:r>
            <a:r>
              <a:rPr lang="en-US" sz="1200" b="0" i="0" dirty="0" err="1">
                <a:solidFill>
                  <a:srgbClr val="666666"/>
                </a:solidFill>
                <a:effectLst/>
              </a:rPr>
              <a:t>eget</a:t>
            </a:r>
            <a:r>
              <a:rPr lang="en-US" sz="1200" b="0" i="0" dirty="0">
                <a:solidFill>
                  <a:srgbClr val="666666"/>
                </a:solidFill>
                <a:effectLst/>
              </a:rPr>
              <a:t>, </a:t>
            </a:r>
            <a:r>
              <a:rPr lang="en-US" sz="1200" b="0" i="0" dirty="0" err="1">
                <a:solidFill>
                  <a:srgbClr val="666666"/>
                </a:solidFill>
                <a:effectLst/>
              </a:rPr>
              <a:t>arcu</a:t>
            </a:r>
            <a:r>
              <a:rPr lang="en-US" sz="1200" b="0" i="0" dirty="0">
                <a:solidFill>
                  <a:srgbClr val="666666"/>
                </a:solidFill>
                <a:effectLst/>
              </a:rPr>
              <a:t>. </a:t>
            </a:r>
          </a:p>
          <a:p>
            <a:endParaRPr lang="en-US" sz="1200" dirty="0">
              <a:ea typeface="Roboto Condensed Light" panose="02000000000000000000" pitchFamily="2" charset="0"/>
              <a:cs typeface="Roboto Condensed Light" panose="02000000000000000000" pitchFamily="2" charset="0"/>
            </a:endParaRPr>
          </a:p>
        </p:txBody>
      </p:sp>
    </p:spTree>
    <p:extLst>
      <p:ext uri="{BB962C8B-B14F-4D97-AF65-F5344CB8AC3E}">
        <p14:creationId xmlns:p14="http://schemas.microsoft.com/office/powerpoint/2010/main" val="1587843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3BB2455D-AE75-EA38-5C56-F23CA53C44C4}"/>
              </a:ext>
            </a:extLst>
          </p:cNvPr>
          <p:cNvSpPr txBox="1"/>
          <p:nvPr/>
        </p:nvSpPr>
        <p:spPr>
          <a:xfrm>
            <a:off x="2020612" y="3374939"/>
            <a:ext cx="8043862" cy="1272143"/>
          </a:xfrm>
          <a:prstGeom prst="rect">
            <a:avLst/>
          </a:prstGeom>
          <a:noFill/>
        </p:spPr>
        <p:txBody>
          <a:bodyPr wrap="square" anchor="ctr">
            <a:spAutoFit/>
          </a:bodyPr>
          <a:lstStyle/>
          <a:p>
            <a:pPr algn="ctr" eaLnBrk="1" fontAlgn="auto" hangingPunct="1">
              <a:spcBef>
                <a:spcPts val="800"/>
              </a:spcBef>
              <a:spcAft>
                <a:spcPts val="0"/>
              </a:spcAft>
              <a:defRPr/>
            </a:pPr>
            <a:r>
              <a:rPr lang="en-MY" sz="1400" dirty="0">
                <a:solidFill>
                  <a:schemeClr val="bg1"/>
                </a:solidFill>
                <a:latin typeface="+mj-lt"/>
                <a:cs typeface="Lato" panose="020F0502020204030203" pitchFamily="34" charset="0"/>
              </a:rPr>
              <a:t>Lorem ipsum dolor sit amet, consectetur adipiscing elit. Proin vitae elit convallis, porta orci nec, pretium lorem. Proin rutrum, odio vitae porttitor mollis, tellus diam egestas sem, at finibus mi leo in nulla. </a:t>
            </a:r>
          </a:p>
          <a:p>
            <a:pPr algn="ctr" eaLnBrk="1" fontAlgn="auto" hangingPunct="1">
              <a:spcBef>
                <a:spcPts val="800"/>
              </a:spcBef>
              <a:spcAft>
                <a:spcPts val="0"/>
              </a:spcAft>
              <a:defRPr/>
            </a:pPr>
            <a:r>
              <a:rPr lang="en-MY" sz="1400" dirty="0">
                <a:solidFill>
                  <a:schemeClr val="bg1"/>
                </a:solidFill>
                <a:latin typeface="+mj-lt"/>
                <a:cs typeface="Lato" panose="020F0502020204030203" pitchFamily="34" charset="0"/>
              </a:rPr>
              <a:t>Fusce ut vehicula quam, nec suscipit velit. Proin a tempus turpis, sit amet aliquam nisl. Nullam consequat ac mauris at volutpat. Aenean aliquet risus quis varius cursus. Donec ipsum sem, gravida sed lectus et, scelerisque ornare leo. Morbi tincidunt lacus in lectus commodo vestibulum. </a:t>
            </a:r>
            <a:endParaRPr lang="ru-RU" sz="1400" b="1" dirty="0">
              <a:solidFill>
                <a:schemeClr val="bg1"/>
              </a:solidFill>
              <a:latin typeface="+mj-lt"/>
              <a:cs typeface="Lato" panose="020F0502020204030203" pitchFamily="34" charset="0"/>
            </a:endParaRPr>
          </a:p>
        </p:txBody>
      </p:sp>
      <p:sp>
        <p:nvSpPr>
          <p:cNvPr id="14" name="TextBox 13">
            <a:extLst>
              <a:ext uri="{FF2B5EF4-FFF2-40B4-BE49-F238E27FC236}">
                <a16:creationId xmlns:a16="http://schemas.microsoft.com/office/drawing/2014/main" id="{C43F20A1-47A2-D5E9-FB82-E28FCF3DF552}"/>
              </a:ext>
            </a:extLst>
          </p:cNvPr>
          <p:cNvSpPr txBox="1"/>
          <p:nvPr/>
        </p:nvSpPr>
        <p:spPr>
          <a:xfrm>
            <a:off x="991913" y="1879704"/>
            <a:ext cx="9915524" cy="854080"/>
          </a:xfrm>
          <a:prstGeom prst="rect">
            <a:avLst/>
          </a:prstGeom>
          <a:noFill/>
        </p:spPr>
        <p:txBody>
          <a:bodyPr wrap="square" anchor="ctr">
            <a:spAutoFit/>
          </a:bodyPr>
          <a:lstStyle/>
          <a:p>
            <a:pPr algn="ctr" eaLnBrk="1" fontAlgn="auto" hangingPunct="1">
              <a:lnSpc>
                <a:spcPct val="150000"/>
              </a:lnSpc>
              <a:spcBef>
                <a:spcPts val="800"/>
              </a:spcBef>
              <a:spcAft>
                <a:spcPts val="0"/>
              </a:spcAft>
              <a:defRPr/>
            </a:pPr>
            <a:r>
              <a:rPr lang="en-MY" sz="3600" dirty="0">
                <a:solidFill>
                  <a:schemeClr val="bg1"/>
                </a:solidFill>
                <a:latin typeface="+mj-lt"/>
                <a:cs typeface="Lato" panose="020F0502020204030203" pitchFamily="34" charset="0"/>
              </a:rPr>
              <a:t>Lorem ipsum dolor sit amet</a:t>
            </a:r>
            <a:endParaRPr lang="ru-RU" sz="3600" b="1" dirty="0">
              <a:solidFill>
                <a:schemeClr val="bg1"/>
              </a:solidFill>
              <a:latin typeface="+mj-lt"/>
              <a:cs typeface="Lato" panose="020F0502020204030203" pitchFamily="34" charset="0"/>
            </a:endParaRPr>
          </a:p>
        </p:txBody>
      </p:sp>
      <p:sp>
        <p:nvSpPr>
          <p:cNvPr id="15" name="TextBox 14">
            <a:extLst>
              <a:ext uri="{FF2B5EF4-FFF2-40B4-BE49-F238E27FC236}">
                <a16:creationId xmlns:a16="http://schemas.microsoft.com/office/drawing/2014/main" id="{23AE019B-A178-2FE5-A62B-F6BAC1E73D67}"/>
              </a:ext>
            </a:extLst>
          </p:cNvPr>
          <p:cNvSpPr txBox="1"/>
          <p:nvPr/>
        </p:nvSpPr>
        <p:spPr>
          <a:xfrm>
            <a:off x="1415360" y="2636776"/>
            <a:ext cx="793929" cy="1582549"/>
          </a:xfrm>
          <a:prstGeom prst="rect">
            <a:avLst/>
          </a:prstGeom>
          <a:noFill/>
        </p:spPr>
        <p:txBody>
          <a:bodyPr wrap="square" anchor="ctr">
            <a:spAutoFit/>
          </a:bodyPr>
          <a:lstStyle/>
          <a:p>
            <a:pPr algn="ctr" eaLnBrk="1" fontAlgn="auto" hangingPunct="1">
              <a:lnSpc>
                <a:spcPct val="150000"/>
              </a:lnSpc>
              <a:spcBef>
                <a:spcPts val="800"/>
              </a:spcBef>
              <a:spcAft>
                <a:spcPts val="0"/>
              </a:spcAft>
              <a:defRPr/>
            </a:pPr>
            <a:r>
              <a:rPr lang="en-MY" sz="7200" dirty="0">
                <a:solidFill>
                  <a:schemeClr val="bg1"/>
                </a:solidFill>
                <a:latin typeface="Antonio" panose="02000803000000000000" pitchFamily="2" charset="0"/>
                <a:ea typeface="Lato" panose="020F0502020204030203" pitchFamily="34" charset="0"/>
                <a:cs typeface="Lato" panose="020F0502020204030203" pitchFamily="34" charset="0"/>
              </a:rPr>
              <a:t>“</a:t>
            </a:r>
            <a:endParaRPr lang="ru-RU" sz="7200" b="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6" name="TextBox 15">
            <a:extLst>
              <a:ext uri="{FF2B5EF4-FFF2-40B4-BE49-F238E27FC236}">
                <a16:creationId xmlns:a16="http://schemas.microsoft.com/office/drawing/2014/main" id="{BC474A02-B74F-9F9F-D2AF-E3091E278524}"/>
              </a:ext>
            </a:extLst>
          </p:cNvPr>
          <p:cNvSpPr txBox="1"/>
          <p:nvPr/>
        </p:nvSpPr>
        <p:spPr>
          <a:xfrm rot="10800000">
            <a:off x="9875797" y="3705688"/>
            <a:ext cx="793929" cy="1582549"/>
          </a:xfrm>
          <a:prstGeom prst="rect">
            <a:avLst/>
          </a:prstGeom>
          <a:noFill/>
        </p:spPr>
        <p:txBody>
          <a:bodyPr wrap="square" anchor="ctr">
            <a:spAutoFit/>
          </a:bodyPr>
          <a:lstStyle/>
          <a:p>
            <a:pPr algn="ctr" eaLnBrk="1" fontAlgn="auto" hangingPunct="1">
              <a:lnSpc>
                <a:spcPct val="150000"/>
              </a:lnSpc>
              <a:spcBef>
                <a:spcPts val="800"/>
              </a:spcBef>
              <a:spcAft>
                <a:spcPts val="0"/>
              </a:spcAft>
              <a:defRPr/>
            </a:pPr>
            <a:r>
              <a:rPr lang="en-MY" sz="7200" dirty="0">
                <a:solidFill>
                  <a:schemeClr val="bg1"/>
                </a:solidFill>
                <a:latin typeface="Antonio" panose="02000803000000000000" pitchFamily="2" charset="0"/>
                <a:ea typeface="Lato" panose="020F0502020204030203" pitchFamily="34" charset="0"/>
                <a:cs typeface="Lato" panose="020F0502020204030203" pitchFamily="34" charset="0"/>
              </a:rPr>
              <a:t>“</a:t>
            </a:r>
            <a:endParaRPr lang="ru-RU" sz="7200" b="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pic>
        <p:nvPicPr>
          <p:cNvPr id="4" name="Picture 3">
            <a:extLst>
              <a:ext uri="{FF2B5EF4-FFF2-40B4-BE49-F238E27FC236}">
                <a16:creationId xmlns:a16="http://schemas.microsoft.com/office/drawing/2014/main" id="{F14A7D32-F2CA-B8B0-10CC-7CA4D5D5DA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4448" y="6560382"/>
            <a:ext cx="1943103" cy="146231"/>
          </a:xfrm>
          <a:prstGeom prst="rect">
            <a:avLst/>
          </a:prstGeom>
        </p:spPr>
      </p:pic>
    </p:spTree>
    <p:extLst>
      <p:ext uri="{BB962C8B-B14F-4D97-AF65-F5344CB8AC3E}">
        <p14:creationId xmlns:p14="http://schemas.microsoft.com/office/powerpoint/2010/main" val="608186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up)">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up)">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FE9633B-88F0-EC7E-1534-95B589494ED0}"/>
              </a:ext>
            </a:extLst>
          </p:cNvPr>
          <p:cNvSpPr txBox="1"/>
          <p:nvPr/>
        </p:nvSpPr>
        <p:spPr>
          <a:xfrm>
            <a:off x="692587" y="2284489"/>
            <a:ext cx="4285613" cy="430887"/>
          </a:xfrm>
          <a:prstGeom prst="rect">
            <a:avLst/>
          </a:prstGeom>
          <a:noFill/>
        </p:spPr>
        <p:txBody>
          <a:bodyPr wrap="square">
            <a:spAutoFit/>
          </a:bodyPr>
          <a:lstStyle/>
          <a:p>
            <a:pPr eaLnBrk="1" fontAlgn="auto" hangingPunct="1">
              <a:lnSpc>
                <a:spcPct val="150000"/>
              </a:lnSpc>
              <a:spcBef>
                <a:spcPts val="0"/>
              </a:spcBef>
              <a:spcAft>
                <a:spcPts val="0"/>
              </a:spcAft>
              <a:defRPr/>
            </a:pPr>
            <a:r>
              <a:rPr lang="en-US" sz="1600" b="1" dirty="0">
                <a:latin typeface="+mj-lt"/>
              </a:rPr>
              <a:t>Description</a:t>
            </a:r>
          </a:p>
        </p:txBody>
      </p:sp>
      <p:sp>
        <p:nvSpPr>
          <p:cNvPr id="9" name="Rectangle 8">
            <a:extLst>
              <a:ext uri="{FF2B5EF4-FFF2-40B4-BE49-F238E27FC236}">
                <a16:creationId xmlns:a16="http://schemas.microsoft.com/office/drawing/2014/main" id="{99AD5AAB-41B2-3ED7-001B-9C7A1A7707AF}"/>
              </a:ext>
            </a:extLst>
          </p:cNvPr>
          <p:cNvSpPr/>
          <p:nvPr/>
        </p:nvSpPr>
        <p:spPr>
          <a:xfrm>
            <a:off x="673386" y="2769823"/>
            <a:ext cx="3336160" cy="1107996"/>
          </a:xfrm>
          <a:prstGeom prst="rect">
            <a:avLst/>
          </a:prstGeom>
        </p:spPr>
        <p:txBody>
          <a:bodyPr wrap="square">
            <a:spAutoFit/>
          </a:bodyPr>
          <a:lstStyle/>
          <a:p>
            <a:pPr algn="just"/>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r>
              <a:rPr lang="en-US" sz="1100" dirty="0" err="1">
                <a:solidFill>
                  <a:schemeClr val="tx1">
                    <a:lumMod val="65000"/>
                    <a:lumOff val="35000"/>
                  </a:schemeClr>
                </a:solidFill>
              </a:rPr>
              <a:t>Excepteur</a:t>
            </a:r>
            <a:r>
              <a:rPr lang="en-US" sz="1100" dirty="0">
                <a:solidFill>
                  <a:schemeClr val="tx1">
                    <a:lumMod val="65000"/>
                    <a:lumOff val="35000"/>
                  </a:schemeClr>
                </a:solidFill>
              </a:rPr>
              <a:t> </a:t>
            </a:r>
            <a:r>
              <a:rPr lang="en-US" sz="1100" dirty="0" err="1">
                <a:solidFill>
                  <a:schemeClr val="tx1">
                    <a:lumMod val="65000"/>
                    <a:lumOff val="35000"/>
                  </a:schemeClr>
                </a:solidFill>
              </a:rPr>
              <a:t>sint</a:t>
            </a:r>
            <a:r>
              <a:rPr lang="en-US" sz="1100" dirty="0">
                <a:solidFill>
                  <a:schemeClr val="tx1">
                    <a:lumMod val="65000"/>
                    <a:lumOff val="35000"/>
                  </a:schemeClr>
                </a:solidFill>
              </a:rPr>
              <a:t> </a:t>
            </a:r>
            <a:r>
              <a:rPr lang="en-US" sz="1100" dirty="0" err="1">
                <a:solidFill>
                  <a:schemeClr val="tx1">
                    <a:lumMod val="65000"/>
                    <a:lumOff val="35000"/>
                  </a:schemeClr>
                </a:solidFill>
              </a:rPr>
              <a:t>occaecat</a:t>
            </a:r>
            <a:r>
              <a:rPr lang="en-US" sz="1100" dirty="0">
                <a:solidFill>
                  <a:schemeClr val="tx1">
                    <a:lumMod val="65000"/>
                    <a:lumOff val="35000"/>
                  </a:schemeClr>
                </a:solidFill>
              </a:rPr>
              <a:t> </a:t>
            </a:r>
            <a:r>
              <a:rPr lang="en-US" sz="1100" dirty="0" err="1">
                <a:solidFill>
                  <a:schemeClr val="tx1">
                    <a:lumMod val="65000"/>
                    <a:lumOff val="35000"/>
                  </a:schemeClr>
                </a:solidFill>
              </a:rPr>
              <a:t>cupidatat</a:t>
            </a:r>
            <a:r>
              <a:rPr lang="en-US" sz="1100" dirty="0">
                <a:solidFill>
                  <a:schemeClr val="tx1">
                    <a:lumMod val="65000"/>
                    <a:lumOff val="35000"/>
                  </a:schemeClr>
                </a:solidFill>
              </a:rPr>
              <a:t> non </a:t>
            </a:r>
            <a:r>
              <a:rPr lang="en-US" sz="1100" dirty="0" err="1">
                <a:solidFill>
                  <a:schemeClr val="tx1">
                    <a:lumMod val="65000"/>
                    <a:lumOff val="35000"/>
                  </a:schemeClr>
                </a:solidFill>
              </a:rPr>
              <a:t>proident</a:t>
            </a:r>
            <a:r>
              <a:rPr lang="en-US" sz="1100" dirty="0">
                <a:solidFill>
                  <a:schemeClr val="tx1">
                    <a:lumMod val="65000"/>
                    <a:lumOff val="35000"/>
                  </a:schemeClr>
                </a:solidFill>
              </a:rPr>
              <a:t>, </a:t>
            </a:r>
            <a:r>
              <a:rPr lang="en-US" sz="1100" dirty="0" err="1">
                <a:solidFill>
                  <a:schemeClr val="tx1">
                    <a:lumMod val="65000"/>
                    <a:lumOff val="35000"/>
                  </a:schemeClr>
                </a:solidFill>
              </a:rPr>
              <a:t>sunt</a:t>
            </a:r>
            <a:r>
              <a:rPr lang="en-US" sz="1100" dirty="0">
                <a:solidFill>
                  <a:schemeClr val="tx1">
                    <a:lumMod val="65000"/>
                    <a:lumOff val="35000"/>
                  </a:schemeClr>
                </a:solidFill>
              </a:rPr>
              <a:t> in culpa qui </a:t>
            </a:r>
            <a:r>
              <a:rPr lang="en-US" sz="1100" dirty="0" err="1">
                <a:solidFill>
                  <a:schemeClr val="tx1">
                    <a:lumMod val="65000"/>
                    <a:lumOff val="35000"/>
                  </a:schemeClr>
                </a:solidFill>
              </a:rPr>
              <a:t>officia</a:t>
            </a:r>
            <a:r>
              <a:rPr lang="en-US" sz="1100" dirty="0">
                <a:solidFill>
                  <a:schemeClr val="tx1">
                    <a:lumMod val="65000"/>
                    <a:lumOff val="35000"/>
                  </a:schemeClr>
                </a:solidFill>
              </a:rPr>
              <a:t> </a:t>
            </a:r>
            <a:r>
              <a:rPr lang="en-US" sz="1100" dirty="0" err="1">
                <a:solidFill>
                  <a:schemeClr val="tx1">
                    <a:lumMod val="65000"/>
                    <a:lumOff val="35000"/>
                  </a:schemeClr>
                </a:solidFill>
              </a:rPr>
              <a:t>deserunt</a:t>
            </a:r>
            <a:r>
              <a:rPr lang="en-US" sz="1100" dirty="0">
                <a:solidFill>
                  <a:schemeClr val="tx1">
                    <a:lumMod val="65000"/>
                    <a:lumOff val="35000"/>
                  </a:schemeClr>
                </a:solidFill>
              </a:rPr>
              <a:t> </a:t>
            </a:r>
            <a:r>
              <a:rPr lang="en-US" sz="1100" dirty="0" err="1">
                <a:solidFill>
                  <a:schemeClr val="tx1">
                    <a:lumMod val="65000"/>
                    <a:lumOff val="35000"/>
                  </a:schemeClr>
                </a:solidFill>
              </a:rPr>
              <a:t>mollit</a:t>
            </a:r>
            <a:r>
              <a:rPr lang="en-US" sz="1100" dirty="0">
                <a:solidFill>
                  <a:schemeClr val="tx1">
                    <a:lumMod val="65000"/>
                    <a:lumOff val="35000"/>
                  </a:schemeClr>
                </a:solidFill>
              </a:rPr>
              <a:t> </a:t>
            </a:r>
            <a:r>
              <a:rPr lang="en-US" sz="1100" dirty="0" err="1">
                <a:solidFill>
                  <a:schemeClr val="tx1">
                    <a:lumMod val="65000"/>
                    <a:lumOff val="35000"/>
                  </a:schemeClr>
                </a:solidFill>
              </a:rPr>
              <a:t>anim</a:t>
            </a:r>
            <a:r>
              <a:rPr lang="en-US" sz="1100" dirty="0">
                <a:solidFill>
                  <a:schemeClr val="tx1">
                    <a:lumMod val="65000"/>
                    <a:lumOff val="35000"/>
                  </a:schemeClr>
                </a:solidFill>
              </a:rPr>
              <a:t> id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laborum</a:t>
            </a:r>
            <a:r>
              <a:rPr lang="en-US" sz="1100" dirty="0">
                <a:solidFill>
                  <a:schemeClr val="tx1">
                    <a:lumMod val="65000"/>
                    <a:lumOff val="35000"/>
                  </a:schemeClr>
                </a:solidFill>
              </a:rPr>
              <a:t>. </a:t>
            </a:r>
            <a:r>
              <a:rPr lang="en-US" sz="1100" dirty="0" err="1">
                <a:solidFill>
                  <a:schemeClr val="tx1">
                    <a:lumMod val="65000"/>
                    <a:lumOff val="35000"/>
                  </a:schemeClr>
                </a:solidFill>
              </a:rPr>
              <a:t>Vestibulum</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a:t>
            </a:r>
            <a:r>
              <a:rPr lang="en-US" sz="1100" dirty="0" err="1">
                <a:solidFill>
                  <a:schemeClr val="tx1">
                    <a:lumMod val="65000"/>
                    <a:lumOff val="35000"/>
                  </a:schemeClr>
                </a:solidFill>
              </a:rPr>
              <a:t>tortor</a:t>
            </a:r>
            <a:r>
              <a:rPr lang="en-US" sz="1100" dirty="0">
                <a:solidFill>
                  <a:schemeClr val="tx1">
                    <a:lumMod val="65000"/>
                    <a:lumOff val="35000"/>
                  </a:schemeClr>
                </a:solidFill>
              </a:rPr>
              <a:t> id mi. </a:t>
            </a:r>
          </a:p>
        </p:txBody>
      </p:sp>
      <p:sp>
        <p:nvSpPr>
          <p:cNvPr id="10" name="Oval 9">
            <a:extLst>
              <a:ext uri="{FF2B5EF4-FFF2-40B4-BE49-F238E27FC236}">
                <a16:creationId xmlns:a16="http://schemas.microsoft.com/office/drawing/2014/main" id="{C09CEC15-D097-1BF8-1FB5-720499CD2A9D}"/>
              </a:ext>
            </a:extLst>
          </p:cNvPr>
          <p:cNvSpPr/>
          <p:nvPr/>
        </p:nvSpPr>
        <p:spPr>
          <a:xfrm>
            <a:off x="4332925" y="2423439"/>
            <a:ext cx="179577" cy="179577"/>
          </a:xfrm>
          <a:prstGeom prst="ellipse">
            <a:avLst/>
          </a:prstGeom>
          <a:solidFill>
            <a:srgbClr val="580C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1" name="Oval 10">
            <a:extLst>
              <a:ext uri="{FF2B5EF4-FFF2-40B4-BE49-F238E27FC236}">
                <a16:creationId xmlns:a16="http://schemas.microsoft.com/office/drawing/2014/main" id="{AD211573-E0C4-175C-5E2F-F1F94A195A4A}"/>
              </a:ext>
            </a:extLst>
          </p:cNvPr>
          <p:cNvSpPr/>
          <p:nvPr/>
        </p:nvSpPr>
        <p:spPr>
          <a:xfrm>
            <a:off x="4332925" y="3829928"/>
            <a:ext cx="179268" cy="17957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Oval 11">
            <a:extLst>
              <a:ext uri="{FF2B5EF4-FFF2-40B4-BE49-F238E27FC236}">
                <a16:creationId xmlns:a16="http://schemas.microsoft.com/office/drawing/2014/main" id="{DB0A74EB-7766-FF1C-5CBE-28AAF705E25F}"/>
              </a:ext>
            </a:extLst>
          </p:cNvPr>
          <p:cNvSpPr/>
          <p:nvPr/>
        </p:nvSpPr>
        <p:spPr>
          <a:xfrm>
            <a:off x="8050251" y="2423438"/>
            <a:ext cx="179268" cy="179577"/>
          </a:xfrm>
          <a:prstGeom prst="ellipse">
            <a:avLst/>
          </a:prstGeom>
          <a:solidFill>
            <a:srgbClr val="C5223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Oval 12">
            <a:extLst>
              <a:ext uri="{FF2B5EF4-FFF2-40B4-BE49-F238E27FC236}">
                <a16:creationId xmlns:a16="http://schemas.microsoft.com/office/drawing/2014/main" id="{7B4E7907-CF80-94FD-A5AC-D15C2879E94D}"/>
              </a:ext>
            </a:extLst>
          </p:cNvPr>
          <p:cNvSpPr/>
          <p:nvPr/>
        </p:nvSpPr>
        <p:spPr>
          <a:xfrm>
            <a:off x="8049942" y="3830200"/>
            <a:ext cx="179577" cy="179577"/>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baseline="-25000" dirty="0"/>
          </a:p>
        </p:txBody>
      </p:sp>
      <p:sp>
        <p:nvSpPr>
          <p:cNvPr id="14" name="Rectangle 13">
            <a:extLst>
              <a:ext uri="{FF2B5EF4-FFF2-40B4-BE49-F238E27FC236}">
                <a16:creationId xmlns:a16="http://schemas.microsoft.com/office/drawing/2014/main" id="{660458EE-C72E-A377-FD87-CABF8EB59C32}"/>
              </a:ext>
            </a:extLst>
          </p:cNvPr>
          <p:cNvSpPr/>
          <p:nvPr/>
        </p:nvSpPr>
        <p:spPr>
          <a:xfrm>
            <a:off x="4589786" y="2357259"/>
            <a:ext cx="3156584" cy="769441"/>
          </a:xfrm>
          <a:prstGeom prst="rect">
            <a:avLst/>
          </a:prstGeom>
        </p:spPr>
        <p:txBody>
          <a:bodyPr wrap="square">
            <a:spAutoFit/>
          </a:bodyPr>
          <a:lstStyle/>
          <a:p>
            <a:pPr algn="just"/>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15" name="Rectangle 14">
            <a:extLst>
              <a:ext uri="{FF2B5EF4-FFF2-40B4-BE49-F238E27FC236}">
                <a16:creationId xmlns:a16="http://schemas.microsoft.com/office/drawing/2014/main" id="{EEFFEE8C-1B34-ED63-63FF-561AB9BC50CB}"/>
              </a:ext>
            </a:extLst>
          </p:cNvPr>
          <p:cNvSpPr/>
          <p:nvPr/>
        </p:nvSpPr>
        <p:spPr>
          <a:xfrm>
            <a:off x="4589786" y="3702512"/>
            <a:ext cx="3156584" cy="769441"/>
          </a:xfrm>
          <a:prstGeom prst="rect">
            <a:avLst/>
          </a:prstGeom>
        </p:spPr>
        <p:txBody>
          <a:bodyPr wrap="square">
            <a:spAutoFit/>
          </a:bodyPr>
          <a:lstStyle/>
          <a:p>
            <a:pPr algn="just"/>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16" name="Rectangle 15">
            <a:extLst>
              <a:ext uri="{FF2B5EF4-FFF2-40B4-BE49-F238E27FC236}">
                <a16:creationId xmlns:a16="http://schemas.microsoft.com/office/drawing/2014/main" id="{C1CED10D-ED2D-B7C4-6BFA-FC63CE299628}"/>
              </a:ext>
            </a:extLst>
          </p:cNvPr>
          <p:cNvSpPr/>
          <p:nvPr/>
        </p:nvSpPr>
        <p:spPr>
          <a:xfrm>
            <a:off x="8326610" y="2306700"/>
            <a:ext cx="3156584" cy="769441"/>
          </a:xfrm>
          <a:prstGeom prst="rect">
            <a:avLst/>
          </a:prstGeom>
        </p:spPr>
        <p:txBody>
          <a:bodyPr wrap="square">
            <a:spAutoFit/>
          </a:bodyPr>
          <a:lstStyle/>
          <a:p>
            <a:pPr algn="just"/>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17" name="Rectangle 16">
            <a:extLst>
              <a:ext uri="{FF2B5EF4-FFF2-40B4-BE49-F238E27FC236}">
                <a16:creationId xmlns:a16="http://schemas.microsoft.com/office/drawing/2014/main" id="{AAB56037-178C-A842-5B53-0DE9962353A9}"/>
              </a:ext>
            </a:extLst>
          </p:cNvPr>
          <p:cNvSpPr/>
          <p:nvPr/>
        </p:nvSpPr>
        <p:spPr>
          <a:xfrm>
            <a:off x="8326610" y="3651953"/>
            <a:ext cx="3156584" cy="769441"/>
          </a:xfrm>
          <a:prstGeom prst="rect">
            <a:avLst/>
          </a:prstGeom>
        </p:spPr>
        <p:txBody>
          <a:bodyPr wrap="square">
            <a:spAutoFit/>
          </a:bodyPr>
          <a:lstStyle/>
          <a:p>
            <a:pPr algn="just"/>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pic>
        <p:nvPicPr>
          <p:cNvPr id="2" name="Picture 1">
            <a:extLst>
              <a:ext uri="{FF2B5EF4-FFF2-40B4-BE49-F238E27FC236}">
                <a16:creationId xmlns:a16="http://schemas.microsoft.com/office/drawing/2014/main" id="{3CFBE9CD-5AD6-F0A1-5042-F9B0EC29C4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spTree>
    <p:extLst>
      <p:ext uri="{BB962C8B-B14F-4D97-AF65-F5344CB8AC3E}">
        <p14:creationId xmlns:p14="http://schemas.microsoft.com/office/powerpoint/2010/main" val="1955430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49" presetClass="entr" presetSubtype="0" decel="10000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anim calcmode="lin" valueType="num">
                                      <p:cBhvr>
                                        <p:cTn id="13" dur="500" fill="hold"/>
                                        <p:tgtEl>
                                          <p:spTgt spid="10"/>
                                        </p:tgtEl>
                                        <p:attrNameLst>
                                          <p:attrName>style.rotation</p:attrName>
                                        </p:attrNameLst>
                                      </p:cBhvr>
                                      <p:tavLst>
                                        <p:tav tm="0">
                                          <p:val>
                                            <p:fltVal val="360"/>
                                          </p:val>
                                        </p:tav>
                                        <p:tav tm="100000">
                                          <p:val>
                                            <p:fltVal val="0"/>
                                          </p:val>
                                        </p:tav>
                                      </p:tavLst>
                                    </p:anim>
                                    <p:animEffect transition="in" filter="fade">
                                      <p:cBhvr>
                                        <p:cTn id="14" dur="500"/>
                                        <p:tgtEl>
                                          <p:spTgt spid="10"/>
                                        </p:tgtEl>
                                      </p:cBhvr>
                                    </p:animEffect>
                                  </p:childTnLst>
                                </p:cTn>
                              </p:par>
                            </p:childTnLst>
                          </p:cTn>
                        </p:par>
                        <p:par>
                          <p:cTn id="15" fill="hold">
                            <p:stCondLst>
                              <p:cond delay="1000"/>
                            </p:stCondLst>
                            <p:childTnLst>
                              <p:par>
                                <p:cTn id="16" presetID="49" presetClass="entr" presetSubtype="0" decel="100000"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p:cTn id="18" dur="500" fill="hold"/>
                                        <p:tgtEl>
                                          <p:spTgt spid="11"/>
                                        </p:tgtEl>
                                        <p:attrNameLst>
                                          <p:attrName>ppt_w</p:attrName>
                                        </p:attrNameLst>
                                      </p:cBhvr>
                                      <p:tavLst>
                                        <p:tav tm="0">
                                          <p:val>
                                            <p:fltVal val="0"/>
                                          </p:val>
                                        </p:tav>
                                        <p:tav tm="100000">
                                          <p:val>
                                            <p:strVal val="#ppt_w"/>
                                          </p:val>
                                        </p:tav>
                                      </p:tavLst>
                                    </p:anim>
                                    <p:anim calcmode="lin" valueType="num">
                                      <p:cBhvr>
                                        <p:cTn id="19" dur="500" fill="hold"/>
                                        <p:tgtEl>
                                          <p:spTgt spid="11"/>
                                        </p:tgtEl>
                                        <p:attrNameLst>
                                          <p:attrName>ppt_h</p:attrName>
                                        </p:attrNameLst>
                                      </p:cBhvr>
                                      <p:tavLst>
                                        <p:tav tm="0">
                                          <p:val>
                                            <p:fltVal val="0"/>
                                          </p:val>
                                        </p:tav>
                                        <p:tav tm="100000">
                                          <p:val>
                                            <p:strVal val="#ppt_h"/>
                                          </p:val>
                                        </p:tav>
                                      </p:tavLst>
                                    </p:anim>
                                    <p:anim calcmode="lin" valueType="num">
                                      <p:cBhvr>
                                        <p:cTn id="20" dur="500" fill="hold"/>
                                        <p:tgtEl>
                                          <p:spTgt spid="11"/>
                                        </p:tgtEl>
                                        <p:attrNameLst>
                                          <p:attrName>style.rotation</p:attrName>
                                        </p:attrNameLst>
                                      </p:cBhvr>
                                      <p:tavLst>
                                        <p:tav tm="0">
                                          <p:val>
                                            <p:fltVal val="360"/>
                                          </p:val>
                                        </p:tav>
                                        <p:tav tm="100000">
                                          <p:val>
                                            <p:fltVal val="0"/>
                                          </p:val>
                                        </p:tav>
                                      </p:tavLst>
                                    </p:anim>
                                    <p:animEffect transition="in" filter="fade">
                                      <p:cBhvr>
                                        <p:cTn id="21" dur="500"/>
                                        <p:tgtEl>
                                          <p:spTgt spid="11"/>
                                        </p:tgtEl>
                                      </p:cBhvr>
                                    </p:animEffect>
                                  </p:childTnLst>
                                </p:cTn>
                              </p:par>
                            </p:childTnLst>
                          </p:cTn>
                        </p:par>
                        <p:par>
                          <p:cTn id="22" fill="hold">
                            <p:stCondLst>
                              <p:cond delay="1500"/>
                            </p:stCondLst>
                            <p:childTnLst>
                              <p:par>
                                <p:cTn id="23" presetID="49" presetClass="entr" presetSubtype="0" decel="100000"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ppt_w</p:attrName>
                                        </p:attrNameLst>
                                      </p:cBhvr>
                                      <p:tavLst>
                                        <p:tav tm="0">
                                          <p:val>
                                            <p:fltVal val="0"/>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anim calcmode="lin" valueType="num">
                                      <p:cBhvr>
                                        <p:cTn id="27" dur="500" fill="hold"/>
                                        <p:tgtEl>
                                          <p:spTgt spid="12"/>
                                        </p:tgtEl>
                                        <p:attrNameLst>
                                          <p:attrName>style.rotation</p:attrName>
                                        </p:attrNameLst>
                                      </p:cBhvr>
                                      <p:tavLst>
                                        <p:tav tm="0">
                                          <p:val>
                                            <p:fltVal val="360"/>
                                          </p:val>
                                        </p:tav>
                                        <p:tav tm="100000">
                                          <p:val>
                                            <p:fltVal val="0"/>
                                          </p:val>
                                        </p:tav>
                                      </p:tavLst>
                                    </p:anim>
                                    <p:animEffect transition="in" filter="fade">
                                      <p:cBhvr>
                                        <p:cTn id="28" dur="500"/>
                                        <p:tgtEl>
                                          <p:spTgt spid="12"/>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par>
                          <p:cTn id="33" fill="hold">
                            <p:stCondLst>
                              <p:cond delay="2500"/>
                            </p:stCondLst>
                            <p:childTnLst>
                              <p:par>
                                <p:cTn id="34" presetID="49" presetClass="entr" presetSubtype="0" decel="100000" fill="hold" grpId="1" nodeType="after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ppt_w</p:attrName>
                                        </p:attrNameLst>
                                      </p:cBhvr>
                                      <p:tavLst>
                                        <p:tav tm="0">
                                          <p:val>
                                            <p:fltVal val="0"/>
                                          </p:val>
                                        </p:tav>
                                        <p:tav tm="100000">
                                          <p:val>
                                            <p:strVal val="#ppt_w"/>
                                          </p:val>
                                        </p:tav>
                                      </p:tavLst>
                                    </p:anim>
                                    <p:anim calcmode="lin" valueType="num">
                                      <p:cBhvr>
                                        <p:cTn id="37" dur="500" fill="hold"/>
                                        <p:tgtEl>
                                          <p:spTgt spid="13"/>
                                        </p:tgtEl>
                                        <p:attrNameLst>
                                          <p:attrName>ppt_h</p:attrName>
                                        </p:attrNameLst>
                                      </p:cBhvr>
                                      <p:tavLst>
                                        <p:tav tm="0">
                                          <p:val>
                                            <p:fltVal val="0"/>
                                          </p:val>
                                        </p:tav>
                                        <p:tav tm="100000">
                                          <p:val>
                                            <p:strVal val="#ppt_h"/>
                                          </p:val>
                                        </p:tav>
                                      </p:tavLst>
                                    </p:anim>
                                    <p:anim calcmode="lin" valueType="num">
                                      <p:cBhvr>
                                        <p:cTn id="38" dur="500" fill="hold"/>
                                        <p:tgtEl>
                                          <p:spTgt spid="13"/>
                                        </p:tgtEl>
                                        <p:attrNameLst>
                                          <p:attrName>style.rotation</p:attrName>
                                        </p:attrNameLst>
                                      </p:cBhvr>
                                      <p:tavLst>
                                        <p:tav tm="0">
                                          <p:val>
                                            <p:fltVal val="360"/>
                                          </p:val>
                                        </p:tav>
                                        <p:tav tm="100000">
                                          <p:val>
                                            <p:fltVal val="0"/>
                                          </p:val>
                                        </p:tav>
                                      </p:tavLst>
                                    </p:anim>
                                    <p:animEffect transition="in" filter="fade">
                                      <p:cBhvr>
                                        <p:cTn id="3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animBg="1"/>
      <p:bldP spid="11" grpId="0" animBg="1"/>
      <p:bldP spid="12" grpId="0" animBg="1"/>
      <p:bldP spid="13" grpId="0" animBg="1"/>
      <p:bldP spid="13"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BB87DDB-F957-BB51-DFA7-A05DE9C8CCD3}"/>
              </a:ext>
            </a:extLst>
          </p:cNvPr>
          <p:cNvSpPr>
            <a:spLocks noGrp="1"/>
          </p:cNvSpPr>
          <p:nvPr>
            <p:ph type="title"/>
          </p:nvPr>
        </p:nvSpPr>
        <p:spPr/>
        <p:txBody>
          <a:bodyPr/>
          <a:lstStyle/>
          <a:p>
            <a:endParaRPr lang="en-US"/>
          </a:p>
        </p:txBody>
      </p:sp>
      <p:pic>
        <p:nvPicPr>
          <p:cNvPr id="2" name="Picture 1">
            <a:extLst>
              <a:ext uri="{FF2B5EF4-FFF2-40B4-BE49-F238E27FC236}">
                <a16:creationId xmlns:a16="http://schemas.microsoft.com/office/drawing/2014/main" id="{0B718192-83BF-D90D-6B2B-3CC4992711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spTree>
    <p:extLst>
      <p:ext uri="{BB962C8B-B14F-4D97-AF65-F5344CB8AC3E}">
        <p14:creationId xmlns:p14="http://schemas.microsoft.com/office/powerpoint/2010/main" val="34936216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1EE7C27-E235-B9E0-8E76-222F3005340E}"/>
              </a:ext>
            </a:extLst>
          </p:cNvPr>
          <p:cNvSpPr>
            <a:spLocks noGrp="1"/>
          </p:cNvSpPr>
          <p:nvPr>
            <p:ph type="title"/>
          </p:nvPr>
        </p:nvSpPr>
        <p:spPr/>
        <p:txBody>
          <a:bodyPr/>
          <a:lstStyle/>
          <a:p>
            <a:endParaRPr lang="en-US"/>
          </a:p>
        </p:txBody>
      </p:sp>
      <p:pic>
        <p:nvPicPr>
          <p:cNvPr id="2" name="Picture 1">
            <a:extLst>
              <a:ext uri="{FF2B5EF4-FFF2-40B4-BE49-F238E27FC236}">
                <a16:creationId xmlns:a16="http://schemas.microsoft.com/office/drawing/2014/main" id="{50C5D547-9C42-B558-E6F9-53052F5771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spTree>
    <p:extLst>
      <p:ext uri="{BB962C8B-B14F-4D97-AF65-F5344CB8AC3E}">
        <p14:creationId xmlns:p14="http://schemas.microsoft.com/office/powerpoint/2010/main" val="17888793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3;p44">
            <a:extLst>
              <a:ext uri="{FF2B5EF4-FFF2-40B4-BE49-F238E27FC236}">
                <a16:creationId xmlns:a16="http://schemas.microsoft.com/office/drawing/2014/main" id="{895E20B4-14EF-2BF7-FA96-F30F637BDB8F}"/>
              </a:ext>
            </a:extLst>
          </p:cNvPr>
          <p:cNvSpPr txBox="1"/>
          <p:nvPr/>
        </p:nvSpPr>
        <p:spPr>
          <a:xfrm>
            <a:off x="779271" y="4039292"/>
            <a:ext cx="2188984" cy="1325563"/>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MY" sz="1600" b="1" dirty="0">
                <a:solidFill>
                  <a:schemeClr val="tx1">
                    <a:lumMod val="75000"/>
                    <a:lumOff val="25000"/>
                  </a:schemeClr>
                </a:solidFill>
                <a:ea typeface="IBM Plex Sans"/>
                <a:cs typeface="Lato" panose="020F0502020204030203" pitchFamily="34" charset="0"/>
                <a:sym typeface="IBM Plex Sans"/>
              </a:rPr>
              <a:t>Prof. Marcos </a:t>
            </a:r>
            <a:r>
              <a:rPr lang="en-MY" sz="1600" b="1" dirty="0" err="1">
                <a:solidFill>
                  <a:schemeClr val="tx1">
                    <a:lumMod val="75000"/>
                    <a:lumOff val="25000"/>
                  </a:schemeClr>
                </a:solidFill>
                <a:ea typeface="IBM Plex Sans"/>
                <a:cs typeface="Lato" panose="020F0502020204030203" pitchFamily="34" charset="0"/>
                <a:sym typeface="IBM Plex Sans"/>
              </a:rPr>
              <a:t>Galán</a:t>
            </a:r>
            <a:br>
              <a:rPr lang="en-MY" sz="1600" dirty="0">
                <a:solidFill>
                  <a:schemeClr val="tx1">
                    <a:lumMod val="75000"/>
                    <a:lumOff val="25000"/>
                  </a:schemeClr>
                </a:solidFill>
                <a:ea typeface="IBM Plex Sans"/>
                <a:cs typeface="Lato" panose="020F0502020204030203" pitchFamily="34" charset="0"/>
                <a:sym typeface="IBM Plex Sans"/>
              </a:rPr>
            </a:br>
            <a:r>
              <a:rPr lang="en-MY" sz="1600" dirty="0">
                <a:solidFill>
                  <a:schemeClr val="tx1">
                    <a:lumMod val="75000"/>
                    <a:lumOff val="25000"/>
                  </a:schemeClr>
                </a:solidFill>
                <a:ea typeface="IBM Plex Sans"/>
                <a:cs typeface="Lato" panose="020F0502020204030203" pitchFamily="34" charset="0"/>
                <a:sym typeface="IBM Plex Sans"/>
              </a:rPr>
              <a:t>JOB TITLE</a:t>
            </a:r>
          </a:p>
        </p:txBody>
      </p:sp>
      <p:pic>
        <p:nvPicPr>
          <p:cNvPr id="7" name="Google Shape;606;p44">
            <a:extLst>
              <a:ext uri="{FF2B5EF4-FFF2-40B4-BE49-F238E27FC236}">
                <a16:creationId xmlns:a16="http://schemas.microsoft.com/office/drawing/2014/main" id="{D73EEF19-0388-9C33-C200-DEAC18DB2C07}"/>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83738" y="2382953"/>
            <a:ext cx="1580051" cy="1506096"/>
          </a:xfrm>
          <a:prstGeom prst="ellipse">
            <a:avLst/>
          </a:prstGeom>
          <a:noFill/>
          <a:ln>
            <a:noFill/>
          </a:ln>
        </p:spPr>
      </p:pic>
      <p:pic>
        <p:nvPicPr>
          <p:cNvPr id="2" name="Google Shape;606;p44">
            <a:extLst>
              <a:ext uri="{FF2B5EF4-FFF2-40B4-BE49-F238E27FC236}">
                <a16:creationId xmlns:a16="http://schemas.microsoft.com/office/drawing/2014/main" id="{7E44766E-C56C-BF90-7493-841A12819515}"/>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3862312" y="2391869"/>
            <a:ext cx="1580051" cy="1506096"/>
          </a:xfrm>
          <a:prstGeom prst="ellipse">
            <a:avLst/>
          </a:prstGeom>
          <a:noFill/>
          <a:ln>
            <a:noFill/>
          </a:ln>
        </p:spPr>
      </p:pic>
      <p:pic>
        <p:nvPicPr>
          <p:cNvPr id="13" name="Google Shape;606;p44">
            <a:extLst>
              <a:ext uri="{FF2B5EF4-FFF2-40B4-BE49-F238E27FC236}">
                <a16:creationId xmlns:a16="http://schemas.microsoft.com/office/drawing/2014/main" id="{332CF38A-E108-DD0D-9CE5-4074FB28A817}"/>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9419460" y="2382953"/>
            <a:ext cx="1580051" cy="1506096"/>
          </a:xfrm>
          <a:prstGeom prst="ellipse">
            <a:avLst/>
          </a:prstGeom>
          <a:noFill/>
          <a:ln>
            <a:noFill/>
          </a:ln>
        </p:spPr>
      </p:pic>
      <p:pic>
        <p:nvPicPr>
          <p:cNvPr id="14" name="Google Shape;606;p44">
            <a:extLst>
              <a:ext uri="{FF2B5EF4-FFF2-40B4-BE49-F238E27FC236}">
                <a16:creationId xmlns:a16="http://schemas.microsoft.com/office/drawing/2014/main" id="{355D5CB1-C6AA-4F6D-187E-18B95A6CF0CF}"/>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6640886" y="2382953"/>
            <a:ext cx="1580051" cy="1506096"/>
          </a:xfrm>
          <a:prstGeom prst="ellipse">
            <a:avLst/>
          </a:prstGeom>
          <a:noFill/>
          <a:ln>
            <a:noFill/>
          </a:ln>
        </p:spPr>
      </p:pic>
      <p:sp>
        <p:nvSpPr>
          <p:cNvPr id="15" name="Google Shape;603;p44">
            <a:extLst>
              <a:ext uri="{FF2B5EF4-FFF2-40B4-BE49-F238E27FC236}">
                <a16:creationId xmlns:a16="http://schemas.microsoft.com/office/drawing/2014/main" id="{90686551-2C14-96E6-D5C9-16C0568674C9}"/>
              </a:ext>
            </a:extLst>
          </p:cNvPr>
          <p:cNvSpPr txBox="1"/>
          <p:nvPr/>
        </p:nvSpPr>
        <p:spPr>
          <a:xfrm>
            <a:off x="684572" y="4702073"/>
            <a:ext cx="2378382" cy="1325563"/>
          </a:xfrm>
          <a:prstGeom prst="rect">
            <a:avLst/>
          </a:prstGeom>
          <a:noFill/>
          <a:ln>
            <a:noFill/>
          </a:ln>
        </p:spPr>
        <p:txBody>
          <a:bodyPr spcFirstLastPara="1" wrap="square" lIns="0" tIns="0" rIns="0" bIns="0" anchor="t" anchorCtr="0">
            <a:noAutofit/>
          </a:bodyPr>
          <a:lstStyle/>
          <a:p>
            <a:pPr algn="ctr"/>
            <a:r>
              <a:rPr lang="en-MY" altLang="ko-KR" sz="1200" dirty="0">
                <a:solidFill>
                  <a:schemeClr val="tx1">
                    <a:lumMod val="65000"/>
                    <a:lumOff val="35000"/>
                  </a:schemeClr>
                </a:solidFill>
                <a:cs typeface="Lato" panose="020F0502020204030203" pitchFamily="34" charset="0"/>
              </a:rPr>
              <a:t>Lorem ipsum </a:t>
            </a:r>
            <a:r>
              <a:rPr lang="en-MY" altLang="ko-KR" sz="1200" dirty="0" err="1">
                <a:solidFill>
                  <a:schemeClr val="tx1">
                    <a:lumMod val="65000"/>
                    <a:lumOff val="35000"/>
                  </a:schemeClr>
                </a:solidFill>
                <a:cs typeface="Lato" panose="020F0502020204030203" pitchFamily="34" charset="0"/>
              </a:rPr>
              <a:t>dolor</a:t>
            </a:r>
            <a:r>
              <a:rPr lang="en-MY" altLang="ko-KR" sz="1200" dirty="0">
                <a:solidFill>
                  <a:schemeClr val="tx1">
                    <a:lumMod val="65000"/>
                    <a:lumOff val="35000"/>
                  </a:schemeClr>
                </a:solidFill>
                <a:cs typeface="Lato" panose="020F0502020204030203" pitchFamily="34" charset="0"/>
              </a:rPr>
              <a:t> sit </a:t>
            </a:r>
            <a:r>
              <a:rPr lang="en-MY" altLang="ko-KR" sz="1200" dirty="0" err="1">
                <a:solidFill>
                  <a:schemeClr val="tx1">
                    <a:lumMod val="65000"/>
                    <a:lumOff val="35000"/>
                  </a:schemeClr>
                </a:solidFill>
                <a:cs typeface="Lato" panose="020F0502020204030203" pitchFamily="34" charset="0"/>
              </a:rPr>
              <a:t>amet</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consectetur</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adipiscing</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elit</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sed</a:t>
            </a:r>
            <a:r>
              <a:rPr lang="en-MY" altLang="ko-KR" sz="1200" dirty="0">
                <a:solidFill>
                  <a:schemeClr val="tx1">
                    <a:lumMod val="65000"/>
                    <a:lumOff val="35000"/>
                  </a:schemeClr>
                </a:solidFill>
                <a:cs typeface="Lato" panose="020F0502020204030203" pitchFamily="34" charset="0"/>
              </a:rPr>
              <a:t> do </a:t>
            </a:r>
            <a:r>
              <a:rPr lang="en-MY" altLang="ko-KR" sz="1200" dirty="0" err="1">
                <a:solidFill>
                  <a:schemeClr val="tx1">
                    <a:lumMod val="65000"/>
                    <a:lumOff val="35000"/>
                  </a:schemeClr>
                </a:solidFill>
                <a:cs typeface="Lato" panose="020F0502020204030203" pitchFamily="34" charset="0"/>
              </a:rPr>
              <a:t>eiusmod</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tempor</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incididunt</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ut</a:t>
            </a:r>
            <a:r>
              <a:rPr lang="en-MY" altLang="ko-KR" sz="1200" dirty="0">
                <a:solidFill>
                  <a:schemeClr val="tx1">
                    <a:lumMod val="65000"/>
                    <a:lumOff val="35000"/>
                  </a:schemeClr>
                </a:solidFill>
                <a:cs typeface="Lato" panose="020F0502020204030203" pitchFamily="34" charset="0"/>
              </a:rPr>
              <a:t> labore et dolore magna </a:t>
            </a:r>
            <a:r>
              <a:rPr lang="en-MY" altLang="ko-KR" sz="1200" dirty="0" err="1">
                <a:solidFill>
                  <a:schemeClr val="tx1">
                    <a:lumMod val="65000"/>
                    <a:lumOff val="35000"/>
                  </a:schemeClr>
                </a:solidFill>
                <a:cs typeface="Lato" panose="020F0502020204030203" pitchFamily="34" charset="0"/>
              </a:rPr>
              <a:t>aliqua</a:t>
            </a:r>
            <a:r>
              <a:rPr lang="en-MY" altLang="ko-KR" sz="1200" dirty="0">
                <a:solidFill>
                  <a:schemeClr val="tx1">
                    <a:lumMod val="65000"/>
                    <a:lumOff val="35000"/>
                  </a:schemeClr>
                </a:solidFill>
                <a:cs typeface="Lato" panose="020F0502020204030203" pitchFamily="34" charset="0"/>
              </a:rPr>
              <a:t>.</a:t>
            </a:r>
          </a:p>
          <a:p>
            <a:pPr marL="0" lvl="0" indent="0" algn="ctr" rtl="0">
              <a:spcBef>
                <a:spcPts val="400"/>
              </a:spcBef>
              <a:spcAft>
                <a:spcPts val="400"/>
              </a:spcAft>
              <a:buNone/>
            </a:pPr>
            <a:endParaRPr lang="en-MY" sz="1600" dirty="0">
              <a:solidFill>
                <a:schemeClr val="tx1">
                  <a:lumMod val="75000"/>
                  <a:lumOff val="25000"/>
                </a:schemeClr>
              </a:solidFill>
              <a:ea typeface="IBM Plex Sans"/>
              <a:cs typeface="Lato" panose="020F0502020204030203" pitchFamily="34" charset="0"/>
              <a:sym typeface="IBM Plex Sans"/>
            </a:endParaRPr>
          </a:p>
        </p:txBody>
      </p:sp>
      <p:sp>
        <p:nvSpPr>
          <p:cNvPr id="16" name="Google Shape;603;p44">
            <a:extLst>
              <a:ext uri="{FF2B5EF4-FFF2-40B4-BE49-F238E27FC236}">
                <a16:creationId xmlns:a16="http://schemas.microsoft.com/office/drawing/2014/main" id="{310E74C0-C292-8CEC-F472-68A28F5110FE}"/>
              </a:ext>
            </a:extLst>
          </p:cNvPr>
          <p:cNvSpPr txBox="1"/>
          <p:nvPr/>
        </p:nvSpPr>
        <p:spPr>
          <a:xfrm>
            <a:off x="3593228" y="4039291"/>
            <a:ext cx="2188984" cy="1325563"/>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MY" sz="1600" b="1" dirty="0">
                <a:solidFill>
                  <a:schemeClr val="tx1">
                    <a:lumMod val="75000"/>
                    <a:lumOff val="25000"/>
                  </a:schemeClr>
                </a:solidFill>
                <a:ea typeface="IBM Plex Sans"/>
                <a:cs typeface="Lato" panose="020F0502020204030203" pitchFamily="34" charset="0"/>
                <a:sym typeface="IBM Plex Sans"/>
              </a:rPr>
              <a:t>Prof. Marcos </a:t>
            </a:r>
            <a:r>
              <a:rPr lang="en-MY" sz="1600" b="1" dirty="0" err="1">
                <a:solidFill>
                  <a:schemeClr val="tx1">
                    <a:lumMod val="75000"/>
                    <a:lumOff val="25000"/>
                  </a:schemeClr>
                </a:solidFill>
                <a:ea typeface="IBM Plex Sans"/>
                <a:cs typeface="Lato" panose="020F0502020204030203" pitchFamily="34" charset="0"/>
                <a:sym typeface="IBM Plex Sans"/>
              </a:rPr>
              <a:t>Galán</a:t>
            </a:r>
            <a:br>
              <a:rPr lang="en-MY" sz="1600" dirty="0">
                <a:solidFill>
                  <a:schemeClr val="tx1">
                    <a:lumMod val="75000"/>
                    <a:lumOff val="25000"/>
                  </a:schemeClr>
                </a:solidFill>
                <a:ea typeface="IBM Plex Sans"/>
                <a:cs typeface="Lato" panose="020F0502020204030203" pitchFamily="34" charset="0"/>
                <a:sym typeface="IBM Plex Sans"/>
              </a:rPr>
            </a:br>
            <a:r>
              <a:rPr lang="en-MY" sz="1600" dirty="0">
                <a:solidFill>
                  <a:schemeClr val="tx1">
                    <a:lumMod val="75000"/>
                    <a:lumOff val="25000"/>
                  </a:schemeClr>
                </a:solidFill>
                <a:ea typeface="IBM Plex Sans"/>
                <a:cs typeface="Lato" panose="020F0502020204030203" pitchFamily="34" charset="0"/>
                <a:sym typeface="IBM Plex Sans"/>
              </a:rPr>
              <a:t>JOB TITLE</a:t>
            </a:r>
          </a:p>
        </p:txBody>
      </p:sp>
      <p:sp>
        <p:nvSpPr>
          <p:cNvPr id="17" name="Google Shape;603;p44">
            <a:extLst>
              <a:ext uri="{FF2B5EF4-FFF2-40B4-BE49-F238E27FC236}">
                <a16:creationId xmlns:a16="http://schemas.microsoft.com/office/drawing/2014/main" id="{A9D8D6D0-A6D1-9255-3113-044E80F55EF3}"/>
              </a:ext>
            </a:extLst>
          </p:cNvPr>
          <p:cNvSpPr txBox="1"/>
          <p:nvPr/>
        </p:nvSpPr>
        <p:spPr>
          <a:xfrm>
            <a:off x="3498529" y="4702072"/>
            <a:ext cx="2378382" cy="1325563"/>
          </a:xfrm>
          <a:prstGeom prst="rect">
            <a:avLst/>
          </a:prstGeom>
          <a:noFill/>
          <a:ln>
            <a:noFill/>
          </a:ln>
        </p:spPr>
        <p:txBody>
          <a:bodyPr spcFirstLastPara="1" wrap="square" lIns="0" tIns="0" rIns="0" bIns="0" anchor="t" anchorCtr="0">
            <a:noAutofit/>
          </a:bodyPr>
          <a:lstStyle/>
          <a:p>
            <a:pPr algn="ctr"/>
            <a:r>
              <a:rPr lang="en-MY" altLang="ko-KR" sz="1200" dirty="0">
                <a:solidFill>
                  <a:schemeClr val="tx1">
                    <a:lumMod val="65000"/>
                    <a:lumOff val="35000"/>
                  </a:schemeClr>
                </a:solidFill>
                <a:cs typeface="Lato" panose="020F0502020204030203" pitchFamily="34" charset="0"/>
              </a:rPr>
              <a:t>Lorem ipsum </a:t>
            </a:r>
            <a:r>
              <a:rPr lang="en-MY" altLang="ko-KR" sz="1200" dirty="0" err="1">
                <a:solidFill>
                  <a:schemeClr val="tx1">
                    <a:lumMod val="65000"/>
                    <a:lumOff val="35000"/>
                  </a:schemeClr>
                </a:solidFill>
                <a:cs typeface="Lato" panose="020F0502020204030203" pitchFamily="34" charset="0"/>
              </a:rPr>
              <a:t>dolor</a:t>
            </a:r>
            <a:r>
              <a:rPr lang="en-MY" altLang="ko-KR" sz="1200" dirty="0">
                <a:solidFill>
                  <a:schemeClr val="tx1">
                    <a:lumMod val="65000"/>
                    <a:lumOff val="35000"/>
                  </a:schemeClr>
                </a:solidFill>
                <a:cs typeface="Lato" panose="020F0502020204030203" pitchFamily="34" charset="0"/>
              </a:rPr>
              <a:t> sit </a:t>
            </a:r>
            <a:r>
              <a:rPr lang="en-MY" altLang="ko-KR" sz="1200" dirty="0" err="1">
                <a:solidFill>
                  <a:schemeClr val="tx1">
                    <a:lumMod val="65000"/>
                    <a:lumOff val="35000"/>
                  </a:schemeClr>
                </a:solidFill>
                <a:cs typeface="Lato" panose="020F0502020204030203" pitchFamily="34" charset="0"/>
              </a:rPr>
              <a:t>amet</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consectetur</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adipiscing</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elit</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sed</a:t>
            </a:r>
            <a:r>
              <a:rPr lang="en-MY" altLang="ko-KR" sz="1200" dirty="0">
                <a:solidFill>
                  <a:schemeClr val="tx1">
                    <a:lumMod val="65000"/>
                    <a:lumOff val="35000"/>
                  </a:schemeClr>
                </a:solidFill>
                <a:cs typeface="Lato" panose="020F0502020204030203" pitchFamily="34" charset="0"/>
              </a:rPr>
              <a:t> do </a:t>
            </a:r>
            <a:r>
              <a:rPr lang="en-MY" altLang="ko-KR" sz="1200" dirty="0" err="1">
                <a:solidFill>
                  <a:schemeClr val="tx1">
                    <a:lumMod val="65000"/>
                    <a:lumOff val="35000"/>
                  </a:schemeClr>
                </a:solidFill>
                <a:cs typeface="Lato" panose="020F0502020204030203" pitchFamily="34" charset="0"/>
              </a:rPr>
              <a:t>eiusmod</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tempor</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incididunt</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ut</a:t>
            </a:r>
            <a:r>
              <a:rPr lang="en-MY" altLang="ko-KR" sz="1200" dirty="0">
                <a:solidFill>
                  <a:schemeClr val="tx1">
                    <a:lumMod val="65000"/>
                    <a:lumOff val="35000"/>
                  </a:schemeClr>
                </a:solidFill>
                <a:cs typeface="Lato" panose="020F0502020204030203" pitchFamily="34" charset="0"/>
              </a:rPr>
              <a:t> labore et dolore magna </a:t>
            </a:r>
            <a:r>
              <a:rPr lang="en-MY" altLang="ko-KR" sz="1200" dirty="0" err="1">
                <a:solidFill>
                  <a:schemeClr val="tx1">
                    <a:lumMod val="65000"/>
                    <a:lumOff val="35000"/>
                  </a:schemeClr>
                </a:solidFill>
                <a:cs typeface="Lato" panose="020F0502020204030203" pitchFamily="34" charset="0"/>
              </a:rPr>
              <a:t>aliqua</a:t>
            </a:r>
            <a:r>
              <a:rPr lang="en-MY" altLang="ko-KR" sz="1200" dirty="0">
                <a:solidFill>
                  <a:schemeClr val="tx1">
                    <a:lumMod val="65000"/>
                    <a:lumOff val="35000"/>
                  </a:schemeClr>
                </a:solidFill>
                <a:cs typeface="Lato" panose="020F0502020204030203" pitchFamily="34" charset="0"/>
              </a:rPr>
              <a:t>.</a:t>
            </a:r>
          </a:p>
          <a:p>
            <a:pPr marL="0" lvl="0" indent="0" algn="ctr" rtl="0">
              <a:spcBef>
                <a:spcPts val="400"/>
              </a:spcBef>
              <a:spcAft>
                <a:spcPts val="400"/>
              </a:spcAft>
              <a:buNone/>
            </a:pPr>
            <a:endParaRPr lang="en-MY" sz="1600" dirty="0">
              <a:solidFill>
                <a:schemeClr val="tx1">
                  <a:lumMod val="75000"/>
                  <a:lumOff val="25000"/>
                </a:schemeClr>
              </a:solidFill>
              <a:ea typeface="IBM Plex Sans"/>
              <a:cs typeface="Lato" panose="020F0502020204030203" pitchFamily="34" charset="0"/>
              <a:sym typeface="IBM Plex Sans"/>
            </a:endParaRPr>
          </a:p>
        </p:txBody>
      </p:sp>
      <p:sp>
        <p:nvSpPr>
          <p:cNvPr id="18" name="Google Shape;603;p44">
            <a:extLst>
              <a:ext uri="{FF2B5EF4-FFF2-40B4-BE49-F238E27FC236}">
                <a16:creationId xmlns:a16="http://schemas.microsoft.com/office/drawing/2014/main" id="{37AA324E-F879-3345-CB96-3CE9F17E6AFF}"/>
              </a:ext>
            </a:extLst>
          </p:cNvPr>
          <p:cNvSpPr txBox="1"/>
          <p:nvPr/>
        </p:nvSpPr>
        <p:spPr>
          <a:xfrm>
            <a:off x="6417373" y="4071229"/>
            <a:ext cx="2188984" cy="1325563"/>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MY" sz="1600" b="1" dirty="0">
                <a:solidFill>
                  <a:schemeClr val="tx1">
                    <a:lumMod val="75000"/>
                    <a:lumOff val="25000"/>
                  </a:schemeClr>
                </a:solidFill>
                <a:ea typeface="IBM Plex Sans"/>
                <a:cs typeface="Lato" panose="020F0502020204030203" pitchFamily="34" charset="0"/>
                <a:sym typeface="IBM Plex Sans"/>
              </a:rPr>
              <a:t>Prof. Marcos </a:t>
            </a:r>
            <a:r>
              <a:rPr lang="en-MY" sz="1600" b="1" dirty="0" err="1">
                <a:solidFill>
                  <a:schemeClr val="tx1">
                    <a:lumMod val="75000"/>
                    <a:lumOff val="25000"/>
                  </a:schemeClr>
                </a:solidFill>
                <a:ea typeface="IBM Plex Sans"/>
                <a:cs typeface="Lato" panose="020F0502020204030203" pitchFamily="34" charset="0"/>
                <a:sym typeface="IBM Plex Sans"/>
              </a:rPr>
              <a:t>Galán</a:t>
            </a:r>
            <a:br>
              <a:rPr lang="en-MY" sz="1600" dirty="0">
                <a:solidFill>
                  <a:schemeClr val="tx1">
                    <a:lumMod val="75000"/>
                    <a:lumOff val="25000"/>
                  </a:schemeClr>
                </a:solidFill>
                <a:ea typeface="IBM Plex Sans"/>
                <a:cs typeface="Lato" panose="020F0502020204030203" pitchFamily="34" charset="0"/>
                <a:sym typeface="IBM Plex Sans"/>
              </a:rPr>
            </a:br>
            <a:r>
              <a:rPr lang="en-MY" sz="1600" dirty="0">
                <a:solidFill>
                  <a:schemeClr val="tx1">
                    <a:lumMod val="75000"/>
                    <a:lumOff val="25000"/>
                  </a:schemeClr>
                </a:solidFill>
                <a:ea typeface="IBM Plex Sans"/>
                <a:cs typeface="Lato" panose="020F0502020204030203" pitchFamily="34" charset="0"/>
                <a:sym typeface="IBM Plex Sans"/>
              </a:rPr>
              <a:t>JOB TITLE</a:t>
            </a:r>
          </a:p>
        </p:txBody>
      </p:sp>
      <p:sp>
        <p:nvSpPr>
          <p:cNvPr id="19" name="Google Shape;603;p44">
            <a:extLst>
              <a:ext uri="{FF2B5EF4-FFF2-40B4-BE49-F238E27FC236}">
                <a16:creationId xmlns:a16="http://schemas.microsoft.com/office/drawing/2014/main" id="{D5FF435D-BCBB-FBBB-1FDA-F40EA41C639A}"/>
              </a:ext>
            </a:extLst>
          </p:cNvPr>
          <p:cNvSpPr txBox="1"/>
          <p:nvPr/>
        </p:nvSpPr>
        <p:spPr>
          <a:xfrm>
            <a:off x="6322674" y="4734010"/>
            <a:ext cx="2378382" cy="1325563"/>
          </a:xfrm>
          <a:prstGeom prst="rect">
            <a:avLst/>
          </a:prstGeom>
          <a:noFill/>
          <a:ln>
            <a:noFill/>
          </a:ln>
        </p:spPr>
        <p:txBody>
          <a:bodyPr spcFirstLastPara="1" wrap="square" lIns="0" tIns="0" rIns="0" bIns="0" anchor="t" anchorCtr="0">
            <a:noAutofit/>
          </a:bodyPr>
          <a:lstStyle/>
          <a:p>
            <a:pPr algn="ctr"/>
            <a:r>
              <a:rPr lang="en-MY" altLang="ko-KR" sz="1200" dirty="0">
                <a:solidFill>
                  <a:schemeClr val="tx1">
                    <a:lumMod val="65000"/>
                    <a:lumOff val="35000"/>
                  </a:schemeClr>
                </a:solidFill>
                <a:cs typeface="Lato" panose="020F0502020204030203" pitchFamily="34" charset="0"/>
              </a:rPr>
              <a:t>Lorem ipsum </a:t>
            </a:r>
            <a:r>
              <a:rPr lang="en-MY" altLang="ko-KR" sz="1200" dirty="0" err="1">
                <a:solidFill>
                  <a:schemeClr val="tx1">
                    <a:lumMod val="65000"/>
                    <a:lumOff val="35000"/>
                  </a:schemeClr>
                </a:solidFill>
                <a:cs typeface="Lato" panose="020F0502020204030203" pitchFamily="34" charset="0"/>
              </a:rPr>
              <a:t>dolor</a:t>
            </a:r>
            <a:r>
              <a:rPr lang="en-MY" altLang="ko-KR" sz="1200" dirty="0">
                <a:solidFill>
                  <a:schemeClr val="tx1">
                    <a:lumMod val="65000"/>
                    <a:lumOff val="35000"/>
                  </a:schemeClr>
                </a:solidFill>
                <a:cs typeface="Lato" panose="020F0502020204030203" pitchFamily="34" charset="0"/>
              </a:rPr>
              <a:t> sit </a:t>
            </a:r>
            <a:r>
              <a:rPr lang="en-MY" altLang="ko-KR" sz="1200" dirty="0" err="1">
                <a:solidFill>
                  <a:schemeClr val="tx1">
                    <a:lumMod val="65000"/>
                    <a:lumOff val="35000"/>
                  </a:schemeClr>
                </a:solidFill>
                <a:cs typeface="Lato" panose="020F0502020204030203" pitchFamily="34" charset="0"/>
              </a:rPr>
              <a:t>amet</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consectetur</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adipiscing</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elit</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sed</a:t>
            </a:r>
            <a:r>
              <a:rPr lang="en-MY" altLang="ko-KR" sz="1200" dirty="0">
                <a:solidFill>
                  <a:schemeClr val="tx1">
                    <a:lumMod val="65000"/>
                    <a:lumOff val="35000"/>
                  </a:schemeClr>
                </a:solidFill>
                <a:cs typeface="Lato" panose="020F0502020204030203" pitchFamily="34" charset="0"/>
              </a:rPr>
              <a:t> do </a:t>
            </a:r>
            <a:r>
              <a:rPr lang="en-MY" altLang="ko-KR" sz="1200" dirty="0" err="1">
                <a:solidFill>
                  <a:schemeClr val="tx1">
                    <a:lumMod val="65000"/>
                    <a:lumOff val="35000"/>
                  </a:schemeClr>
                </a:solidFill>
                <a:cs typeface="Lato" panose="020F0502020204030203" pitchFamily="34" charset="0"/>
              </a:rPr>
              <a:t>eiusmod</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tempor</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incididunt</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ut</a:t>
            </a:r>
            <a:r>
              <a:rPr lang="en-MY" altLang="ko-KR" sz="1200" dirty="0">
                <a:solidFill>
                  <a:schemeClr val="tx1">
                    <a:lumMod val="65000"/>
                    <a:lumOff val="35000"/>
                  </a:schemeClr>
                </a:solidFill>
                <a:cs typeface="Lato" panose="020F0502020204030203" pitchFamily="34" charset="0"/>
              </a:rPr>
              <a:t> labore et dolore magna </a:t>
            </a:r>
            <a:r>
              <a:rPr lang="en-MY" altLang="ko-KR" sz="1200" dirty="0" err="1">
                <a:solidFill>
                  <a:schemeClr val="tx1">
                    <a:lumMod val="65000"/>
                    <a:lumOff val="35000"/>
                  </a:schemeClr>
                </a:solidFill>
                <a:cs typeface="Lato" panose="020F0502020204030203" pitchFamily="34" charset="0"/>
              </a:rPr>
              <a:t>aliqua</a:t>
            </a:r>
            <a:r>
              <a:rPr lang="en-MY" altLang="ko-KR" sz="1200" dirty="0">
                <a:solidFill>
                  <a:schemeClr val="tx1">
                    <a:lumMod val="65000"/>
                    <a:lumOff val="35000"/>
                  </a:schemeClr>
                </a:solidFill>
                <a:cs typeface="Lato" panose="020F0502020204030203" pitchFamily="34" charset="0"/>
              </a:rPr>
              <a:t>.</a:t>
            </a:r>
          </a:p>
          <a:p>
            <a:pPr marL="0" lvl="0" indent="0" algn="ctr" rtl="0">
              <a:spcBef>
                <a:spcPts val="400"/>
              </a:spcBef>
              <a:spcAft>
                <a:spcPts val="400"/>
              </a:spcAft>
              <a:buNone/>
            </a:pPr>
            <a:endParaRPr lang="en-MY" sz="1600" dirty="0">
              <a:solidFill>
                <a:schemeClr val="tx1">
                  <a:lumMod val="75000"/>
                  <a:lumOff val="25000"/>
                </a:schemeClr>
              </a:solidFill>
              <a:ea typeface="IBM Plex Sans"/>
              <a:cs typeface="Lato" panose="020F0502020204030203" pitchFamily="34" charset="0"/>
              <a:sym typeface="IBM Plex Sans"/>
            </a:endParaRPr>
          </a:p>
        </p:txBody>
      </p:sp>
      <p:sp>
        <p:nvSpPr>
          <p:cNvPr id="20" name="Google Shape;603;p44">
            <a:extLst>
              <a:ext uri="{FF2B5EF4-FFF2-40B4-BE49-F238E27FC236}">
                <a16:creationId xmlns:a16="http://schemas.microsoft.com/office/drawing/2014/main" id="{B6906B1F-38C2-E05D-188E-63F1AC46DB47}"/>
              </a:ext>
            </a:extLst>
          </p:cNvPr>
          <p:cNvSpPr txBox="1"/>
          <p:nvPr/>
        </p:nvSpPr>
        <p:spPr>
          <a:xfrm>
            <a:off x="9100431" y="4039291"/>
            <a:ext cx="2188984" cy="1325563"/>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MY" sz="1600" b="1" dirty="0">
                <a:solidFill>
                  <a:schemeClr val="tx1">
                    <a:lumMod val="75000"/>
                    <a:lumOff val="25000"/>
                  </a:schemeClr>
                </a:solidFill>
                <a:ea typeface="IBM Plex Sans"/>
                <a:cs typeface="Lato" panose="020F0502020204030203" pitchFamily="34" charset="0"/>
                <a:sym typeface="IBM Plex Sans"/>
              </a:rPr>
              <a:t>Prof. Marcos </a:t>
            </a:r>
            <a:r>
              <a:rPr lang="en-MY" sz="1600" b="1" dirty="0" err="1">
                <a:solidFill>
                  <a:schemeClr val="tx1">
                    <a:lumMod val="75000"/>
                    <a:lumOff val="25000"/>
                  </a:schemeClr>
                </a:solidFill>
                <a:ea typeface="IBM Plex Sans"/>
                <a:cs typeface="Lato" panose="020F0502020204030203" pitchFamily="34" charset="0"/>
                <a:sym typeface="IBM Plex Sans"/>
              </a:rPr>
              <a:t>Galán</a:t>
            </a:r>
            <a:br>
              <a:rPr lang="en-MY" sz="1600" dirty="0">
                <a:solidFill>
                  <a:schemeClr val="tx1">
                    <a:lumMod val="75000"/>
                    <a:lumOff val="25000"/>
                  </a:schemeClr>
                </a:solidFill>
                <a:ea typeface="IBM Plex Sans"/>
                <a:cs typeface="Lato" panose="020F0502020204030203" pitchFamily="34" charset="0"/>
                <a:sym typeface="IBM Plex Sans"/>
              </a:rPr>
            </a:br>
            <a:r>
              <a:rPr lang="en-MY" sz="1600" dirty="0">
                <a:solidFill>
                  <a:schemeClr val="tx1">
                    <a:lumMod val="75000"/>
                    <a:lumOff val="25000"/>
                  </a:schemeClr>
                </a:solidFill>
                <a:ea typeface="IBM Plex Sans"/>
                <a:cs typeface="Lato" panose="020F0502020204030203" pitchFamily="34" charset="0"/>
                <a:sym typeface="IBM Plex Sans"/>
              </a:rPr>
              <a:t>JOB TITLE</a:t>
            </a:r>
          </a:p>
        </p:txBody>
      </p:sp>
      <p:sp>
        <p:nvSpPr>
          <p:cNvPr id="21" name="Google Shape;603;p44">
            <a:extLst>
              <a:ext uri="{FF2B5EF4-FFF2-40B4-BE49-F238E27FC236}">
                <a16:creationId xmlns:a16="http://schemas.microsoft.com/office/drawing/2014/main" id="{30B1913F-2C72-2223-2551-BC2E3D64B89F}"/>
              </a:ext>
            </a:extLst>
          </p:cNvPr>
          <p:cNvSpPr txBox="1"/>
          <p:nvPr/>
        </p:nvSpPr>
        <p:spPr>
          <a:xfrm>
            <a:off x="9005732" y="4702072"/>
            <a:ext cx="2378382" cy="1325563"/>
          </a:xfrm>
          <a:prstGeom prst="rect">
            <a:avLst/>
          </a:prstGeom>
          <a:noFill/>
          <a:ln>
            <a:noFill/>
          </a:ln>
        </p:spPr>
        <p:txBody>
          <a:bodyPr spcFirstLastPara="1" wrap="square" lIns="0" tIns="0" rIns="0" bIns="0" anchor="t" anchorCtr="0">
            <a:noAutofit/>
          </a:bodyPr>
          <a:lstStyle/>
          <a:p>
            <a:pPr algn="ctr"/>
            <a:r>
              <a:rPr lang="en-MY" altLang="ko-KR" sz="1200" dirty="0">
                <a:solidFill>
                  <a:schemeClr val="tx1">
                    <a:lumMod val="65000"/>
                    <a:lumOff val="35000"/>
                  </a:schemeClr>
                </a:solidFill>
                <a:cs typeface="Lato" panose="020F0502020204030203" pitchFamily="34" charset="0"/>
              </a:rPr>
              <a:t>Lorem ipsum </a:t>
            </a:r>
            <a:r>
              <a:rPr lang="en-MY" altLang="ko-KR" sz="1200" dirty="0" err="1">
                <a:solidFill>
                  <a:schemeClr val="tx1">
                    <a:lumMod val="65000"/>
                    <a:lumOff val="35000"/>
                  </a:schemeClr>
                </a:solidFill>
                <a:cs typeface="Lato" panose="020F0502020204030203" pitchFamily="34" charset="0"/>
              </a:rPr>
              <a:t>dolor</a:t>
            </a:r>
            <a:r>
              <a:rPr lang="en-MY" altLang="ko-KR" sz="1200" dirty="0">
                <a:solidFill>
                  <a:schemeClr val="tx1">
                    <a:lumMod val="65000"/>
                    <a:lumOff val="35000"/>
                  </a:schemeClr>
                </a:solidFill>
                <a:cs typeface="Lato" panose="020F0502020204030203" pitchFamily="34" charset="0"/>
              </a:rPr>
              <a:t> sit </a:t>
            </a:r>
            <a:r>
              <a:rPr lang="en-MY" altLang="ko-KR" sz="1200" dirty="0" err="1">
                <a:solidFill>
                  <a:schemeClr val="tx1">
                    <a:lumMod val="65000"/>
                    <a:lumOff val="35000"/>
                  </a:schemeClr>
                </a:solidFill>
                <a:cs typeface="Lato" panose="020F0502020204030203" pitchFamily="34" charset="0"/>
              </a:rPr>
              <a:t>amet</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consectetur</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adipiscing</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elit</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sed</a:t>
            </a:r>
            <a:r>
              <a:rPr lang="en-MY" altLang="ko-KR" sz="1200" dirty="0">
                <a:solidFill>
                  <a:schemeClr val="tx1">
                    <a:lumMod val="65000"/>
                    <a:lumOff val="35000"/>
                  </a:schemeClr>
                </a:solidFill>
                <a:cs typeface="Lato" panose="020F0502020204030203" pitchFamily="34" charset="0"/>
              </a:rPr>
              <a:t> do </a:t>
            </a:r>
            <a:r>
              <a:rPr lang="en-MY" altLang="ko-KR" sz="1200" dirty="0" err="1">
                <a:solidFill>
                  <a:schemeClr val="tx1">
                    <a:lumMod val="65000"/>
                    <a:lumOff val="35000"/>
                  </a:schemeClr>
                </a:solidFill>
                <a:cs typeface="Lato" panose="020F0502020204030203" pitchFamily="34" charset="0"/>
              </a:rPr>
              <a:t>eiusmod</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tempor</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incididunt</a:t>
            </a:r>
            <a:r>
              <a:rPr lang="en-MY" altLang="ko-KR" sz="1200" dirty="0">
                <a:solidFill>
                  <a:schemeClr val="tx1">
                    <a:lumMod val="65000"/>
                    <a:lumOff val="35000"/>
                  </a:schemeClr>
                </a:solidFill>
                <a:cs typeface="Lato" panose="020F0502020204030203" pitchFamily="34" charset="0"/>
              </a:rPr>
              <a:t> </a:t>
            </a:r>
            <a:r>
              <a:rPr lang="en-MY" altLang="ko-KR" sz="1200" dirty="0" err="1">
                <a:solidFill>
                  <a:schemeClr val="tx1">
                    <a:lumMod val="65000"/>
                    <a:lumOff val="35000"/>
                  </a:schemeClr>
                </a:solidFill>
                <a:cs typeface="Lato" panose="020F0502020204030203" pitchFamily="34" charset="0"/>
              </a:rPr>
              <a:t>ut</a:t>
            </a:r>
            <a:r>
              <a:rPr lang="en-MY" altLang="ko-KR" sz="1200" dirty="0">
                <a:solidFill>
                  <a:schemeClr val="tx1">
                    <a:lumMod val="65000"/>
                    <a:lumOff val="35000"/>
                  </a:schemeClr>
                </a:solidFill>
                <a:cs typeface="Lato" panose="020F0502020204030203" pitchFamily="34" charset="0"/>
              </a:rPr>
              <a:t> labore et dolore magna </a:t>
            </a:r>
            <a:r>
              <a:rPr lang="en-MY" altLang="ko-KR" sz="1200" dirty="0" err="1">
                <a:solidFill>
                  <a:schemeClr val="tx1">
                    <a:lumMod val="65000"/>
                    <a:lumOff val="35000"/>
                  </a:schemeClr>
                </a:solidFill>
                <a:cs typeface="Lato" panose="020F0502020204030203" pitchFamily="34" charset="0"/>
              </a:rPr>
              <a:t>aliqua</a:t>
            </a:r>
            <a:r>
              <a:rPr lang="en-MY" altLang="ko-KR" sz="1200" dirty="0">
                <a:solidFill>
                  <a:schemeClr val="tx1">
                    <a:lumMod val="65000"/>
                    <a:lumOff val="35000"/>
                  </a:schemeClr>
                </a:solidFill>
                <a:cs typeface="Lato" panose="020F0502020204030203" pitchFamily="34" charset="0"/>
              </a:rPr>
              <a:t>.</a:t>
            </a:r>
          </a:p>
          <a:p>
            <a:pPr marL="0" lvl="0" indent="0" algn="ctr" rtl="0">
              <a:spcBef>
                <a:spcPts val="400"/>
              </a:spcBef>
              <a:spcAft>
                <a:spcPts val="400"/>
              </a:spcAft>
              <a:buNone/>
            </a:pPr>
            <a:endParaRPr lang="en-MY" sz="1600" dirty="0">
              <a:solidFill>
                <a:schemeClr val="tx1">
                  <a:lumMod val="75000"/>
                  <a:lumOff val="25000"/>
                </a:schemeClr>
              </a:solidFill>
              <a:ea typeface="IBM Plex Sans"/>
              <a:cs typeface="Lato" panose="020F0502020204030203" pitchFamily="34" charset="0"/>
              <a:sym typeface="IBM Plex Sans"/>
            </a:endParaRPr>
          </a:p>
        </p:txBody>
      </p:sp>
      <p:sp>
        <p:nvSpPr>
          <p:cNvPr id="22" name="Title 4">
            <a:extLst>
              <a:ext uri="{FF2B5EF4-FFF2-40B4-BE49-F238E27FC236}">
                <a16:creationId xmlns:a16="http://schemas.microsoft.com/office/drawing/2014/main" id="{ABDAC4FB-1BC9-387D-4DD9-8D8A484639FC}"/>
              </a:ext>
            </a:extLst>
          </p:cNvPr>
          <p:cNvSpPr>
            <a:spLocks noGrp="1"/>
          </p:cNvSpPr>
          <p:nvPr>
            <p:ph type="title"/>
          </p:nvPr>
        </p:nvSpPr>
        <p:spPr>
          <a:xfrm>
            <a:off x="838198" y="781051"/>
            <a:ext cx="10515600" cy="1325563"/>
          </a:xfrm>
        </p:spPr>
        <p:txBody>
          <a:bodyPr/>
          <a:lstStyle/>
          <a:p>
            <a:pPr algn="ctr"/>
            <a:endParaRPr lang="en-US"/>
          </a:p>
        </p:txBody>
      </p:sp>
      <p:pic>
        <p:nvPicPr>
          <p:cNvPr id="3" name="Picture 2">
            <a:extLst>
              <a:ext uri="{FF2B5EF4-FFF2-40B4-BE49-F238E27FC236}">
                <a16:creationId xmlns:a16="http://schemas.microsoft.com/office/drawing/2014/main" id="{1A7A13BF-15A3-3D7F-8574-E073902984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spTree>
    <p:extLst>
      <p:ext uri="{BB962C8B-B14F-4D97-AF65-F5344CB8AC3E}">
        <p14:creationId xmlns:p14="http://schemas.microsoft.com/office/powerpoint/2010/main" val="10146454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oogle Shape;603;p44">
            <a:extLst>
              <a:ext uri="{FF2B5EF4-FFF2-40B4-BE49-F238E27FC236}">
                <a16:creationId xmlns:a16="http://schemas.microsoft.com/office/drawing/2014/main" id="{65A53833-3DC0-AB30-3F42-964C1C3C0220}"/>
              </a:ext>
            </a:extLst>
          </p:cNvPr>
          <p:cNvSpPr txBox="1"/>
          <p:nvPr/>
        </p:nvSpPr>
        <p:spPr>
          <a:xfrm>
            <a:off x="2109333" y="2528851"/>
            <a:ext cx="3413175" cy="1325563"/>
          </a:xfrm>
          <a:prstGeom prst="rect">
            <a:avLst/>
          </a:prstGeom>
          <a:noFill/>
          <a:ln>
            <a:noFill/>
          </a:ln>
        </p:spPr>
        <p:txBody>
          <a:bodyPr spcFirstLastPara="1" wrap="square" lIns="0" tIns="0" rIns="0" bIns="0" anchor="t" anchorCtr="0">
            <a:noAutofit/>
          </a:bodyPr>
          <a:lstStyle/>
          <a:p>
            <a:pPr marL="0" lvl="0" indent="0" rtl="0">
              <a:spcBef>
                <a:spcPts val="0"/>
              </a:spcBef>
              <a:spcAft>
                <a:spcPts val="0"/>
              </a:spcAft>
              <a:buNone/>
            </a:pPr>
            <a:r>
              <a:rPr lang="en" sz="1600" b="1" dirty="0">
                <a:solidFill>
                  <a:schemeClr val="tx1">
                    <a:lumMod val="75000"/>
                    <a:lumOff val="25000"/>
                  </a:schemeClr>
                </a:solidFill>
                <a:ea typeface="IBM Plex Sans"/>
                <a:cs typeface="Lato" panose="020F0502020204030203" pitchFamily="34" charset="0"/>
                <a:sym typeface="IBM Plex Sans"/>
              </a:rPr>
              <a:t>Prof. Marcos Galán</a:t>
            </a:r>
            <a:br>
              <a:rPr lang="en" sz="1600" dirty="0">
                <a:solidFill>
                  <a:schemeClr val="tx1">
                    <a:lumMod val="75000"/>
                    <a:lumOff val="25000"/>
                  </a:schemeClr>
                </a:solidFill>
                <a:ea typeface="IBM Plex Sans"/>
                <a:cs typeface="Lato" panose="020F0502020204030203" pitchFamily="34" charset="0"/>
                <a:sym typeface="IBM Plex Sans"/>
              </a:rPr>
            </a:br>
            <a:r>
              <a:rPr lang="en" sz="1600" dirty="0">
                <a:solidFill>
                  <a:schemeClr val="tx1">
                    <a:lumMod val="75000"/>
                    <a:lumOff val="25000"/>
                  </a:schemeClr>
                </a:solidFill>
                <a:ea typeface="IBM Plex Sans"/>
                <a:cs typeface="Lato" panose="020F0502020204030203" pitchFamily="34" charset="0"/>
                <a:sym typeface="IBM Plex Sans"/>
              </a:rPr>
              <a:t>JOB TITLE</a:t>
            </a:r>
            <a:br>
              <a:rPr lang="en" sz="1600" dirty="0">
                <a:solidFill>
                  <a:schemeClr val="tx1">
                    <a:lumMod val="75000"/>
                    <a:lumOff val="25000"/>
                  </a:schemeClr>
                </a:solidFill>
                <a:ea typeface="IBM Plex Sans"/>
                <a:cs typeface="Lato" panose="020F0502020204030203" pitchFamily="34" charset="0"/>
                <a:sym typeface="IBM Plex Sans"/>
              </a:rPr>
            </a:br>
            <a:endParaRPr sz="1600" dirty="0">
              <a:solidFill>
                <a:schemeClr val="tx1">
                  <a:lumMod val="75000"/>
                  <a:lumOff val="25000"/>
                </a:schemeClr>
              </a:solidFill>
              <a:ea typeface="IBM Plex Sans"/>
              <a:cs typeface="Lato" panose="020F0502020204030203" pitchFamily="34" charset="0"/>
              <a:sym typeface="IBM Plex Sans"/>
            </a:endParaRPr>
          </a:p>
          <a:p>
            <a:r>
              <a:rPr lang="en-US" altLang="ko-KR" sz="1200" dirty="0">
                <a:solidFill>
                  <a:schemeClr val="tx1">
                    <a:lumMod val="65000"/>
                    <a:lumOff val="35000"/>
                  </a:schemeClr>
                </a:solidFill>
                <a:cs typeface="Lato" panose="020F0502020204030203" pitchFamily="34" charset="0"/>
              </a:rPr>
              <a:t>Lorem ipsum dolor sit amet, consectetur adipiscing elit, sed do eiusmod tempor incididunt ut labore et dolore magna aliqua.</a:t>
            </a:r>
          </a:p>
          <a:p>
            <a:pPr marL="0" lvl="0" indent="0" rtl="0">
              <a:spcBef>
                <a:spcPts val="400"/>
              </a:spcBef>
              <a:spcAft>
                <a:spcPts val="400"/>
              </a:spcAft>
              <a:buNone/>
            </a:pPr>
            <a:endParaRPr sz="1600" dirty="0">
              <a:solidFill>
                <a:schemeClr val="tx1">
                  <a:lumMod val="75000"/>
                  <a:lumOff val="25000"/>
                </a:schemeClr>
              </a:solidFill>
              <a:ea typeface="IBM Plex Sans"/>
              <a:cs typeface="Lato" panose="020F0502020204030203" pitchFamily="34" charset="0"/>
              <a:sym typeface="IBM Plex Sans"/>
            </a:endParaRPr>
          </a:p>
        </p:txBody>
      </p:sp>
      <p:pic>
        <p:nvPicPr>
          <p:cNvPr id="21" name="Google Shape;606;p44">
            <a:extLst>
              <a:ext uri="{FF2B5EF4-FFF2-40B4-BE49-F238E27FC236}">
                <a16:creationId xmlns:a16="http://schemas.microsoft.com/office/drawing/2014/main" id="{682A55A3-6BA0-6010-B72F-263B3F4AE0C7}"/>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31471" y="2692092"/>
            <a:ext cx="999083" cy="999083"/>
          </a:xfrm>
          <a:prstGeom prst="ellipse">
            <a:avLst/>
          </a:prstGeom>
          <a:noFill/>
          <a:ln>
            <a:noFill/>
          </a:ln>
        </p:spPr>
      </p:pic>
      <p:sp>
        <p:nvSpPr>
          <p:cNvPr id="22" name="Google Shape;603;p44">
            <a:extLst>
              <a:ext uri="{FF2B5EF4-FFF2-40B4-BE49-F238E27FC236}">
                <a16:creationId xmlns:a16="http://schemas.microsoft.com/office/drawing/2014/main" id="{C226FFD3-EC6E-34DC-6E41-45EC6A414D8C}"/>
              </a:ext>
            </a:extLst>
          </p:cNvPr>
          <p:cNvSpPr txBox="1"/>
          <p:nvPr/>
        </p:nvSpPr>
        <p:spPr>
          <a:xfrm>
            <a:off x="7852211" y="2528853"/>
            <a:ext cx="3413175" cy="1325563"/>
          </a:xfrm>
          <a:prstGeom prst="rect">
            <a:avLst/>
          </a:prstGeom>
          <a:noFill/>
          <a:ln>
            <a:noFill/>
          </a:ln>
        </p:spPr>
        <p:txBody>
          <a:bodyPr spcFirstLastPara="1" wrap="square" lIns="0" tIns="0" rIns="0" bIns="0" anchor="t" anchorCtr="0">
            <a:noAutofit/>
          </a:bodyPr>
          <a:lstStyle/>
          <a:p>
            <a:pPr marL="0" lvl="0" indent="0" rtl="0">
              <a:spcBef>
                <a:spcPts val="0"/>
              </a:spcBef>
              <a:spcAft>
                <a:spcPts val="0"/>
              </a:spcAft>
              <a:buNone/>
            </a:pPr>
            <a:r>
              <a:rPr lang="en" sz="1600" b="1" dirty="0">
                <a:solidFill>
                  <a:schemeClr val="tx1">
                    <a:lumMod val="75000"/>
                    <a:lumOff val="25000"/>
                  </a:schemeClr>
                </a:solidFill>
                <a:ea typeface="IBM Plex Sans"/>
                <a:cs typeface="Lato" panose="020F0502020204030203" pitchFamily="34" charset="0"/>
                <a:sym typeface="IBM Plex Sans"/>
              </a:rPr>
              <a:t>Prof. Marcos Galán</a:t>
            </a:r>
            <a:br>
              <a:rPr lang="en" sz="1600" dirty="0">
                <a:solidFill>
                  <a:schemeClr val="tx1">
                    <a:lumMod val="75000"/>
                    <a:lumOff val="25000"/>
                  </a:schemeClr>
                </a:solidFill>
                <a:ea typeface="IBM Plex Sans"/>
                <a:cs typeface="Lato" panose="020F0502020204030203" pitchFamily="34" charset="0"/>
                <a:sym typeface="IBM Plex Sans"/>
              </a:rPr>
            </a:br>
            <a:r>
              <a:rPr lang="en" sz="1600" dirty="0">
                <a:solidFill>
                  <a:schemeClr val="tx1">
                    <a:lumMod val="75000"/>
                    <a:lumOff val="25000"/>
                  </a:schemeClr>
                </a:solidFill>
                <a:ea typeface="IBM Plex Sans"/>
                <a:cs typeface="Lato" panose="020F0502020204030203" pitchFamily="34" charset="0"/>
                <a:sym typeface="IBM Plex Sans"/>
              </a:rPr>
              <a:t>JOB TITLE</a:t>
            </a:r>
            <a:br>
              <a:rPr lang="en" sz="1600" dirty="0">
                <a:solidFill>
                  <a:schemeClr val="tx1">
                    <a:lumMod val="75000"/>
                    <a:lumOff val="25000"/>
                  </a:schemeClr>
                </a:solidFill>
                <a:ea typeface="IBM Plex Sans"/>
                <a:cs typeface="Lato" panose="020F0502020204030203" pitchFamily="34" charset="0"/>
                <a:sym typeface="IBM Plex Sans"/>
              </a:rPr>
            </a:br>
            <a:endParaRPr sz="1600" dirty="0">
              <a:solidFill>
                <a:schemeClr val="tx1">
                  <a:lumMod val="75000"/>
                  <a:lumOff val="25000"/>
                </a:schemeClr>
              </a:solidFill>
              <a:ea typeface="IBM Plex Sans"/>
              <a:cs typeface="Lato" panose="020F0502020204030203" pitchFamily="34" charset="0"/>
              <a:sym typeface="IBM Plex Sans"/>
            </a:endParaRPr>
          </a:p>
          <a:p>
            <a:r>
              <a:rPr lang="en-US" altLang="ko-KR" sz="1200" dirty="0">
                <a:solidFill>
                  <a:schemeClr val="tx1">
                    <a:lumMod val="65000"/>
                    <a:lumOff val="35000"/>
                  </a:schemeClr>
                </a:solidFill>
                <a:cs typeface="Lato" panose="020F0502020204030203" pitchFamily="34" charset="0"/>
              </a:rPr>
              <a:t>Lorem ipsum dolor sit amet, consectetur adipiscing elit, sed do eiusmod tempor incididunt ut labore et dolore magna aliqua.</a:t>
            </a:r>
          </a:p>
          <a:p>
            <a:pPr marL="0" lvl="0" indent="0" rtl="0">
              <a:spcBef>
                <a:spcPts val="400"/>
              </a:spcBef>
              <a:spcAft>
                <a:spcPts val="400"/>
              </a:spcAft>
              <a:buNone/>
            </a:pPr>
            <a:endParaRPr sz="1600" dirty="0">
              <a:solidFill>
                <a:schemeClr val="tx1">
                  <a:lumMod val="75000"/>
                  <a:lumOff val="25000"/>
                </a:schemeClr>
              </a:solidFill>
              <a:ea typeface="IBM Plex Sans"/>
              <a:cs typeface="Lato" panose="020F0502020204030203" pitchFamily="34" charset="0"/>
              <a:sym typeface="IBM Plex Sans"/>
            </a:endParaRPr>
          </a:p>
        </p:txBody>
      </p:sp>
      <p:pic>
        <p:nvPicPr>
          <p:cNvPr id="23" name="Google Shape;606;p44">
            <a:extLst>
              <a:ext uri="{FF2B5EF4-FFF2-40B4-BE49-F238E27FC236}">
                <a16:creationId xmlns:a16="http://schemas.microsoft.com/office/drawing/2014/main" id="{89A22944-84B3-CFCD-805A-D08E0CC2F149}"/>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6574349" y="2692092"/>
            <a:ext cx="999083" cy="999083"/>
          </a:xfrm>
          <a:prstGeom prst="ellipse">
            <a:avLst/>
          </a:prstGeom>
          <a:noFill/>
          <a:ln>
            <a:noFill/>
          </a:ln>
        </p:spPr>
      </p:pic>
      <p:sp>
        <p:nvSpPr>
          <p:cNvPr id="24" name="Google Shape;603;p44">
            <a:extLst>
              <a:ext uri="{FF2B5EF4-FFF2-40B4-BE49-F238E27FC236}">
                <a16:creationId xmlns:a16="http://schemas.microsoft.com/office/drawing/2014/main" id="{D1EC6EA4-705A-3D05-A747-235A87713808}"/>
              </a:ext>
            </a:extLst>
          </p:cNvPr>
          <p:cNvSpPr txBox="1"/>
          <p:nvPr/>
        </p:nvSpPr>
        <p:spPr>
          <a:xfrm>
            <a:off x="2109333" y="4346502"/>
            <a:ext cx="3413175" cy="1325563"/>
          </a:xfrm>
          <a:prstGeom prst="rect">
            <a:avLst/>
          </a:prstGeom>
          <a:noFill/>
          <a:ln>
            <a:noFill/>
          </a:ln>
        </p:spPr>
        <p:txBody>
          <a:bodyPr spcFirstLastPara="1" wrap="square" lIns="0" tIns="0" rIns="0" bIns="0" anchor="t" anchorCtr="0">
            <a:noAutofit/>
          </a:bodyPr>
          <a:lstStyle/>
          <a:p>
            <a:pPr marL="0" lvl="0" indent="0" rtl="0">
              <a:spcBef>
                <a:spcPts val="0"/>
              </a:spcBef>
              <a:spcAft>
                <a:spcPts val="0"/>
              </a:spcAft>
              <a:buNone/>
            </a:pPr>
            <a:r>
              <a:rPr lang="en" sz="1600" b="1" dirty="0">
                <a:solidFill>
                  <a:schemeClr val="tx1">
                    <a:lumMod val="75000"/>
                    <a:lumOff val="25000"/>
                  </a:schemeClr>
                </a:solidFill>
                <a:ea typeface="IBM Plex Sans"/>
                <a:cs typeface="Lato" panose="020F0502020204030203" pitchFamily="34" charset="0"/>
                <a:sym typeface="IBM Plex Sans"/>
              </a:rPr>
              <a:t>Prof. Marcos Galán</a:t>
            </a:r>
            <a:br>
              <a:rPr lang="en" sz="1600" dirty="0">
                <a:solidFill>
                  <a:schemeClr val="tx1">
                    <a:lumMod val="75000"/>
                    <a:lumOff val="25000"/>
                  </a:schemeClr>
                </a:solidFill>
                <a:ea typeface="IBM Plex Sans"/>
                <a:cs typeface="Lato" panose="020F0502020204030203" pitchFamily="34" charset="0"/>
                <a:sym typeface="IBM Plex Sans"/>
              </a:rPr>
            </a:br>
            <a:r>
              <a:rPr lang="en" sz="1600" dirty="0">
                <a:solidFill>
                  <a:schemeClr val="tx1">
                    <a:lumMod val="75000"/>
                    <a:lumOff val="25000"/>
                  </a:schemeClr>
                </a:solidFill>
                <a:ea typeface="IBM Plex Sans"/>
                <a:cs typeface="Lato" panose="020F0502020204030203" pitchFamily="34" charset="0"/>
                <a:sym typeface="IBM Plex Sans"/>
              </a:rPr>
              <a:t>JOB TITLE</a:t>
            </a:r>
            <a:br>
              <a:rPr lang="en" sz="1600" dirty="0">
                <a:solidFill>
                  <a:schemeClr val="tx1">
                    <a:lumMod val="75000"/>
                    <a:lumOff val="25000"/>
                  </a:schemeClr>
                </a:solidFill>
                <a:ea typeface="IBM Plex Sans"/>
                <a:cs typeface="Lato" panose="020F0502020204030203" pitchFamily="34" charset="0"/>
                <a:sym typeface="IBM Plex Sans"/>
              </a:rPr>
            </a:br>
            <a:endParaRPr sz="1600" dirty="0">
              <a:solidFill>
                <a:schemeClr val="tx1">
                  <a:lumMod val="75000"/>
                  <a:lumOff val="25000"/>
                </a:schemeClr>
              </a:solidFill>
              <a:ea typeface="IBM Plex Sans"/>
              <a:cs typeface="Lato" panose="020F0502020204030203" pitchFamily="34" charset="0"/>
              <a:sym typeface="IBM Plex Sans"/>
            </a:endParaRPr>
          </a:p>
          <a:p>
            <a:r>
              <a:rPr lang="en-US" altLang="ko-KR" sz="1200" dirty="0">
                <a:solidFill>
                  <a:schemeClr val="tx1">
                    <a:lumMod val="65000"/>
                    <a:lumOff val="35000"/>
                  </a:schemeClr>
                </a:solidFill>
                <a:cs typeface="Lato" panose="020F0502020204030203" pitchFamily="34" charset="0"/>
              </a:rPr>
              <a:t>Lorem ipsum dolor sit amet, consectetur adipiscing elit, sed do eiusmod tempor incididunt ut labore et dolore magna aliqua.</a:t>
            </a:r>
          </a:p>
          <a:p>
            <a:pPr marL="0" lvl="0" indent="0" rtl="0">
              <a:spcBef>
                <a:spcPts val="400"/>
              </a:spcBef>
              <a:spcAft>
                <a:spcPts val="400"/>
              </a:spcAft>
              <a:buNone/>
            </a:pPr>
            <a:endParaRPr sz="1600" dirty="0">
              <a:solidFill>
                <a:schemeClr val="tx1">
                  <a:lumMod val="75000"/>
                  <a:lumOff val="25000"/>
                </a:schemeClr>
              </a:solidFill>
              <a:ea typeface="IBM Plex Sans"/>
              <a:cs typeface="Lato" panose="020F0502020204030203" pitchFamily="34" charset="0"/>
              <a:sym typeface="IBM Plex Sans"/>
            </a:endParaRPr>
          </a:p>
        </p:txBody>
      </p:sp>
      <p:pic>
        <p:nvPicPr>
          <p:cNvPr id="25" name="Google Shape;606;p44">
            <a:extLst>
              <a:ext uri="{FF2B5EF4-FFF2-40B4-BE49-F238E27FC236}">
                <a16:creationId xmlns:a16="http://schemas.microsoft.com/office/drawing/2014/main" id="{43DC371C-BCA9-9075-36B9-2D153592E56E}"/>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31471" y="4509741"/>
            <a:ext cx="999083" cy="999083"/>
          </a:xfrm>
          <a:prstGeom prst="ellipse">
            <a:avLst/>
          </a:prstGeom>
          <a:noFill/>
          <a:ln>
            <a:noFill/>
          </a:ln>
        </p:spPr>
      </p:pic>
      <p:sp>
        <p:nvSpPr>
          <p:cNvPr id="26" name="Google Shape;603;p44">
            <a:extLst>
              <a:ext uri="{FF2B5EF4-FFF2-40B4-BE49-F238E27FC236}">
                <a16:creationId xmlns:a16="http://schemas.microsoft.com/office/drawing/2014/main" id="{23C3A09C-9FD7-3C78-60F5-F9B2BC7967E0}"/>
              </a:ext>
            </a:extLst>
          </p:cNvPr>
          <p:cNvSpPr txBox="1"/>
          <p:nvPr/>
        </p:nvSpPr>
        <p:spPr>
          <a:xfrm>
            <a:off x="7852211" y="4346502"/>
            <a:ext cx="3413175" cy="1325563"/>
          </a:xfrm>
          <a:prstGeom prst="rect">
            <a:avLst/>
          </a:prstGeom>
          <a:noFill/>
          <a:ln>
            <a:noFill/>
          </a:ln>
        </p:spPr>
        <p:txBody>
          <a:bodyPr spcFirstLastPara="1" wrap="square" lIns="0" tIns="0" rIns="0" bIns="0" anchor="t" anchorCtr="0">
            <a:noAutofit/>
          </a:bodyPr>
          <a:lstStyle/>
          <a:p>
            <a:pPr marL="0" lvl="0" indent="0" rtl="0">
              <a:spcBef>
                <a:spcPts val="0"/>
              </a:spcBef>
              <a:spcAft>
                <a:spcPts val="0"/>
              </a:spcAft>
              <a:buNone/>
            </a:pPr>
            <a:r>
              <a:rPr lang="en" sz="1600" b="1" dirty="0">
                <a:solidFill>
                  <a:schemeClr val="tx1">
                    <a:lumMod val="75000"/>
                    <a:lumOff val="25000"/>
                  </a:schemeClr>
                </a:solidFill>
                <a:ea typeface="IBM Plex Sans"/>
                <a:cs typeface="Lato" panose="020F0502020204030203" pitchFamily="34" charset="0"/>
                <a:sym typeface="IBM Plex Sans"/>
              </a:rPr>
              <a:t>Prof. Marcos Galán</a:t>
            </a:r>
            <a:br>
              <a:rPr lang="en" sz="1600" dirty="0">
                <a:solidFill>
                  <a:schemeClr val="tx1">
                    <a:lumMod val="75000"/>
                    <a:lumOff val="25000"/>
                  </a:schemeClr>
                </a:solidFill>
                <a:ea typeface="IBM Plex Sans"/>
                <a:cs typeface="Lato" panose="020F0502020204030203" pitchFamily="34" charset="0"/>
                <a:sym typeface="IBM Plex Sans"/>
              </a:rPr>
            </a:br>
            <a:r>
              <a:rPr lang="en" sz="1600" dirty="0">
                <a:solidFill>
                  <a:schemeClr val="tx1">
                    <a:lumMod val="75000"/>
                    <a:lumOff val="25000"/>
                  </a:schemeClr>
                </a:solidFill>
                <a:ea typeface="IBM Plex Sans"/>
                <a:cs typeface="Lato" panose="020F0502020204030203" pitchFamily="34" charset="0"/>
                <a:sym typeface="IBM Plex Sans"/>
              </a:rPr>
              <a:t>JOB TITLE</a:t>
            </a:r>
            <a:br>
              <a:rPr lang="en" sz="1600" dirty="0">
                <a:solidFill>
                  <a:schemeClr val="tx1">
                    <a:lumMod val="75000"/>
                    <a:lumOff val="25000"/>
                  </a:schemeClr>
                </a:solidFill>
                <a:ea typeface="IBM Plex Sans"/>
                <a:cs typeface="Lato" panose="020F0502020204030203" pitchFamily="34" charset="0"/>
                <a:sym typeface="IBM Plex Sans"/>
              </a:rPr>
            </a:br>
            <a:endParaRPr sz="1600" dirty="0">
              <a:solidFill>
                <a:schemeClr val="tx1">
                  <a:lumMod val="75000"/>
                  <a:lumOff val="25000"/>
                </a:schemeClr>
              </a:solidFill>
              <a:ea typeface="IBM Plex Sans"/>
              <a:cs typeface="Lato" panose="020F0502020204030203" pitchFamily="34" charset="0"/>
              <a:sym typeface="IBM Plex Sans"/>
            </a:endParaRPr>
          </a:p>
          <a:p>
            <a:r>
              <a:rPr lang="en-US" altLang="ko-KR" sz="1200" dirty="0">
                <a:solidFill>
                  <a:schemeClr val="tx1">
                    <a:lumMod val="65000"/>
                    <a:lumOff val="35000"/>
                  </a:schemeClr>
                </a:solidFill>
                <a:cs typeface="Lato" panose="020F0502020204030203" pitchFamily="34" charset="0"/>
              </a:rPr>
              <a:t>Lorem ipsum dolor sit amet, consectetur adipiscing elit, sed do eiusmod tempor incididunt ut labore et dolore magna aliqua.</a:t>
            </a:r>
          </a:p>
          <a:p>
            <a:pPr marL="0" lvl="0" indent="0" rtl="0">
              <a:spcBef>
                <a:spcPts val="400"/>
              </a:spcBef>
              <a:spcAft>
                <a:spcPts val="400"/>
              </a:spcAft>
              <a:buNone/>
            </a:pPr>
            <a:endParaRPr sz="1600" dirty="0">
              <a:solidFill>
                <a:schemeClr val="tx1">
                  <a:lumMod val="75000"/>
                  <a:lumOff val="25000"/>
                </a:schemeClr>
              </a:solidFill>
              <a:ea typeface="IBM Plex Sans"/>
              <a:cs typeface="Lato" panose="020F0502020204030203" pitchFamily="34" charset="0"/>
              <a:sym typeface="IBM Plex Sans"/>
            </a:endParaRPr>
          </a:p>
        </p:txBody>
      </p:sp>
      <p:pic>
        <p:nvPicPr>
          <p:cNvPr id="27" name="Google Shape;606;p44">
            <a:extLst>
              <a:ext uri="{FF2B5EF4-FFF2-40B4-BE49-F238E27FC236}">
                <a16:creationId xmlns:a16="http://schemas.microsoft.com/office/drawing/2014/main" id="{1310C8D7-25D9-FF47-FFC0-D2717E51EAAC}"/>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6574349" y="4509741"/>
            <a:ext cx="999083" cy="999083"/>
          </a:xfrm>
          <a:prstGeom prst="ellipse">
            <a:avLst/>
          </a:prstGeom>
          <a:noFill/>
          <a:ln>
            <a:noFill/>
          </a:ln>
        </p:spPr>
      </p:pic>
      <p:sp>
        <p:nvSpPr>
          <p:cNvPr id="2" name="Title 4">
            <a:extLst>
              <a:ext uri="{FF2B5EF4-FFF2-40B4-BE49-F238E27FC236}">
                <a16:creationId xmlns:a16="http://schemas.microsoft.com/office/drawing/2014/main" id="{A68D8335-F6A4-EA9C-E202-EBF476BC20F1}"/>
              </a:ext>
            </a:extLst>
          </p:cNvPr>
          <p:cNvSpPr>
            <a:spLocks noGrp="1"/>
          </p:cNvSpPr>
          <p:nvPr>
            <p:ph type="title"/>
          </p:nvPr>
        </p:nvSpPr>
        <p:spPr>
          <a:xfrm>
            <a:off x="838198" y="781051"/>
            <a:ext cx="10515600" cy="1325563"/>
          </a:xfrm>
        </p:spPr>
        <p:txBody>
          <a:bodyPr/>
          <a:lstStyle/>
          <a:p>
            <a:pPr algn="ctr"/>
            <a:endParaRPr lang="en-US"/>
          </a:p>
        </p:txBody>
      </p:sp>
      <p:pic>
        <p:nvPicPr>
          <p:cNvPr id="3" name="Picture 2">
            <a:extLst>
              <a:ext uri="{FF2B5EF4-FFF2-40B4-BE49-F238E27FC236}">
                <a16:creationId xmlns:a16="http://schemas.microsoft.com/office/drawing/2014/main" id="{85ABD908-CC52-3AC9-FF0B-BC2C345C9D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spTree>
    <p:extLst>
      <p:ext uri="{BB962C8B-B14F-4D97-AF65-F5344CB8AC3E}">
        <p14:creationId xmlns:p14="http://schemas.microsoft.com/office/powerpoint/2010/main" val="4805047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50;p25">
            <a:extLst>
              <a:ext uri="{FF2B5EF4-FFF2-40B4-BE49-F238E27FC236}">
                <a16:creationId xmlns:a16="http://schemas.microsoft.com/office/drawing/2014/main" id="{E08F2DDA-2C2A-4A49-9255-3DF06682CD2F}"/>
              </a:ext>
            </a:extLst>
          </p:cNvPr>
          <p:cNvSpPr/>
          <p:nvPr/>
        </p:nvSpPr>
        <p:spPr>
          <a:xfrm>
            <a:off x="957605" y="1675025"/>
            <a:ext cx="9802189" cy="4670018"/>
          </a:xfrm>
          <a:custGeom>
            <a:avLst/>
            <a:gdLst/>
            <a:ahLst/>
            <a:cxnLst/>
            <a:rect l="l" t="t" r="r" b="b"/>
            <a:pathLst>
              <a:path w="285750" h="136125" extrusionOk="0">
                <a:moveTo>
                  <a:pt x="74830" y="1313"/>
                </a:moveTo>
                <a:lnTo>
                  <a:pt x="74352" y="1330"/>
                </a:lnTo>
                <a:lnTo>
                  <a:pt x="74864" y="1330"/>
                </a:lnTo>
                <a:lnTo>
                  <a:pt x="74830" y="1313"/>
                </a:lnTo>
                <a:close/>
                <a:moveTo>
                  <a:pt x="77830" y="1739"/>
                </a:moveTo>
                <a:lnTo>
                  <a:pt x="77830" y="1739"/>
                </a:lnTo>
                <a:lnTo>
                  <a:pt x="77830" y="1739"/>
                </a:lnTo>
                <a:close/>
                <a:moveTo>
                  <a:pt x="176011" y="1432"/>
                </a:moveTo>
                <a:lnTo>
                  <a:pt x="176114" y="1636"/>
                </a:lnTo>
                <a:lnTo>
                  <a:pt x="175500" y="1841"/>
                </a:lnTo>
                <a:lnTo>
                  <a:pt x="175807" y="1943"/>
                </a:lnTo>
                <a:lnTo>
                  <a:pt x="178875" y="1943"/>
                </a:lnTo>
                <a:lnTo>
                  <a:pt x="178773" y="1636"/>
                </a:lnTo>
                <a:lnTo>
                  <a:pt x="176011" y="1432"/>
                </a:lnTo>
                <a:close/>
                <a:moveTo>
                  <a:pt x="135102" y="1841"/>
                </a:moveTo>
                <a:lnTo>
                  <a:pt x="134898" y="1943"/>
                </a:lnTo>
                <a:lnTo>
                  <a:pt x="135102" y="2045"/>
                </a:lnTo>
                <a:lnTo>
                  <a:pt x="134489" y="2045"/>
                </a:lnTo>
                <a:lnTo>
                  <a:pt x="134795" y="2148"/>
                </a:lnTo>
                <a:lnTo>
                  <a:pt x="134489" y="2148"/>
                </a:lnTo>
                <a:lnTo>
                  <a:pt x="135920" y="2352"/>
                </a:lnTo>
                <a:lnTo>
                  <a:pt x="135307" y="2455"/>
                </a:lnTo>
                <a:lnTo>
                  <a:pt x="137148" y="2557"/>
                </a:lnTo>
                <a:lnTo>
                  <a:pt x="137148" y="2659"/>
                </a:lnTo>
                <a:lnTo>
                  <a:pt x="139500" y="2148"/>
                </a:lnTo>
                <a:lnTo>
                  <a:pt x="137148" y="2045"/>
                </a:lnTo>
                <a:lnTo>
                  <a:pt x="137250" y="1841"/>
                </a:lnTo>
                <a:lnTo>
                  <a:pt x="136739" y="1841"/>
                </a:lnTo>
                <a:lnTo>
                  <a:pt x="136739" y="2045"/>
                </a:lnTo>
                <a:lnTo>
                  <a:pt x="135102" y="1841"/>
                </a:lnTo>
                <a:close/>
                <a:moveTo>
                  <a:pt x="178466" y="2045"/>
                </a:moveTo>
                <a:lnTo>
                  <a:pt x="177443" y="2148"/>
                </a:lnTo>
                <a:lnTo>
                  <a:pt x="177136" y="2455"/>
                </a:lnTo>
                <a:lnTo>
                  <a:pt x="181534" y="2864"/>
                </a:lnTo>
                <a:lnTo>
                  <a:pt x="181534" y="2864"/>
                </a:lnTo>
                <a:lnTo>
                  <a:pt x="180716" y="2659"/>
                </a:lnTo>
                <a:lnTo>
                  <a:pt x="181023" y="2659"/>
                </a:lnTo>
                <a:lnTo>
                  <a:pt x="180818" y="2250"/>
                </a:lnTo>
                <a:lnTo>
                  <a:pt x="178466" y="2045"/>
                </a:lnTo>
                <a:close/>
                <a:moveTo>
                  <a:pt x="75068" y="3170"/>
                </a:moveTo>
                <a:lnTo>
                  <a:pt x="74870" y="3225"/>
                </a:lnTo>
                <a:lnTo>
                  <a:pt x="75022" y="3201"/>
                </a:lnTo>
                <a:lnTo>
                  <a:pt x="75022" y="3201"/>
                </a:lnTo>
                <a:lnTo>
                  <a:pt x="75068" y="3170"/>
                </a:lnTo>
                <a:close/>
                <a:moveTo>
                  <a:pt x="72920" y="1227"/>
                </a:moveTo>
                <a:lnTo>
                  <a:pt x="72102" y="1330"/>
                </a:lnTo>
                <a:lnTo>
                  <a:pt x="72511" y="1330"/>
                </a:lnTo>
                <a:lnTo>
                  <a:pt x="70977" y="1534"/>
                </a:lnTo>
                <a:lnTo>
                  <a:pt x="71591" y="1739"/>
                </a:lnTo>
                <a:lnTo>
                  <a:pt x="70364" y="1739"/>
                </a:lnTo>
                <a:lnTo>
                  <a:pt x="70568" y="1841"/>
                </a:lnTo>
                <a:lnTo>
                  <a:pt x="70057" y="1943"/>
                </a:lnTo>
                <a:lnTo>
                  <a:pt x="71080" y="2045"/>
                </a:lnTo>
                <a:lnTo>
                  <a:pt x="69648" y="2045"/>
                </a:lnTo>
                <a:lnTo>
                  <a:pt x="69750" y="2352"/>
                </a:lnTo>
                <a:lnTo>
                  <a:pt x="70670" y="2352"/>
                </a:lnTo>
                <a:lnTo>
                  <a:pt x="69545" y="2557"/>
                </a:lnTo>
                <a:lnTo>
                  <a:pt x="70568" y="2557"/>
                </a:lnTo>
                <a:lnTo>
                  <a:pt x="70466" y="2659"/>
                </a:lnTo>
                <a:lnTo>
                  <a:pt x="72102" y="2557"/>
                </a:lnTo>
                <a:lnTo>
                  <a:pt x="70773" y="2761"/>
                </a:lnTo>
                <a:lnTo>
                  <a:pt x="70466" y="2966"/>
                </a:lnTo>
                <a:lnTo>
                  <a:pt x="70159" y="3068"/>
                </a:lnTo>
                <a:lnTo>
                  <a:pt x="70977" y="3170"/>
                </a:lnTo>
                <a:lnTo>
                  <a:pt x="70364" y="3273"/>
                </a:lnTo>
                <a:lnTo>
                  <a:pt x="72102" y="3477"/>
                </a:lnTo>
                <a:lnTo>
                  <a:pt x="72102" y="3170"/>
                </a:lnTo>
                <a:lnTo>
                  <a:pt x="72307" y="3273"/>
                </a:lnTo>
                <a:lnTo>
                  <a:pt x="73330" y="3170"/>
                </a:lnTo>
                <a:lnTo>
                  <a:pt x="73227" y="3068"/>
                </a:lnTo>
                <a:lnTo>
                  <a:pt x="73739" y="2864"/>
                </a:lnTo>
                <a:lnTo>
                  <a:pt x="73432" y="3068"/>
                </a:lnTo>
                <a:lnTo>
                  <a:pt x="75580" y="2557"/>
                </a:lnTo>
                <a:lnTo>
                  <a:pt x="74557" y="2455"/>
                </a:lnTo>
                <a:lnTo>
                  <a:pt x="74659" y="2045"/>
                </a:lnTo>
                <a:lnTo>
                  <a:pt x="74966" y="1841"/>
                </a:lnTo>
                <a:lnTo>
                  <a:pt x="74352" y="1943"/>
                </a:lnTo>
                <a:lnTo>
                  <a:pt x="74455" y="2045"/>
                </a:lnTo>
                <a:lnTo>
                  <a:pt x="73534" y="1739"/>
                </a:lnTo>
                <a:lnTo>
                  <a:pt x="73534" y="1636"/>
                </a:lnTo>
                <a:lnTo>
                  <a:pt x="72920" y="1227"/>
                </a:lnTo>
                <a:close/>
                <a:moveTo>
                  <a:pt x="74870" y="3225"/>
                </a:moveTo>
                <a:lnTo>
                  <a:pt x="73227" y="3477"/>
                </a:lnTo>
                <a:lnTo>
                  <a:pt x="74301" y="3380"/>
                </a:lnTo>
                <a:lnTo>
                  <a:pt x="74301" y="3380"/>
                </a:lnTo>
                <a:lnTo>
                  <a:pt x="74870" y="3225"/>
                </a:lnTo>
                <a:close/>
                <a:moveTo>
                  <a:pt x="74352" y="3375"/>
                </a:moveTo>
                <a:lnTo>
                  <a:pt x="74301" y="3380"/>
                </a:lnTo>
                <a:lnTo>
                  <a:pt x="74301" y="3380"/>
                </a:lnTo>
                <a:lnTo>
                  <a:pt x="73943" y="3477"/>
                </a:lnTo>
                <a:lnTo>
                  <a:pt x="74352" y="3375"/>
                </a:lnTo>
                <a:close/>
                <a:moveTo>
                  <a:pt x="182148" y="2557"/>
                </a:moveTo>
                <a:lnTo>
                  <a:pt x="182250" y="2966"/>
                </a:lnTo>
                <a:lnTo>
                  <a:pt x="182148" y="3170"/>
                </a:lnTo>
                <a:lnTo>
                  <a:pt x="182045" y="3580"/>
                </a:lnTo>
                <a:lnTo>
                  <a:pt x="185114" y="3170"/>
                </a:lnTo>
                <a:lnTo>
                  <a:pt x="183682" y="2761"/>
                </a:lnTo>
                <a:lnTo>
                  <a:pt x="183170" y="2864"/>
                </a:lnTo>
                <a:lnTo>
                  <a:pt x="182966" y="2761"/>
                </a:lnTo>
                <a:lnTo>
                  <a:pt x="183068" y="2659"/>
                </a:lnTo>
                <a:lnTo>
                  <a:pt x="182455" y="2557"/>
                </a:lnTo>
                <a:lnTo>
                  <a:pt x="182455" y="2557"/>
                </a:lnTo>
                <a:lnTo>
                  <a:pt x="182557" y="2659"/>
                </a:lnTo>
                <a:lnTo>
                  <a:pt x="182148" y="2557"/>
                </a:lnTo>
                <a:close/>
                <a:moveTo>
                  <a:pt x="64739" y="2557"/>
                </a:moveTo>
                <a:lnTo>
                  <a:pt x="63614" y="2864"/>
                </a:lnTo>
                <a:lnTo>
                  <a:pt x="64023" y="2864"/>
                </a:lnTo>
                <a:lnTo>
                  <a:pt x="63716" y="2966"/>
                </a:lnTo>
                <a:lnTo>
                  <a:pt x="63716" y="2966"/>
                </a:lnTo>
                <a:lnTo>
                  <a:pt x="64432" y="2864"/>
                </a:lnTo>
                <a:lnTo>
                  <a:pt x="64125" y="2966"/>
                </a:lnTo>
                <a:lnTo>
                  <a:pt x="64534" y="3068"/>
                </a:lnTo>
                <a:lnTo>
                  <a:pt x="64125" y="3068"/>
                </a:lnTo>
                <a:lnTo>
                  <a:pt x="64330" y="3170"/>
                </a:lnTo>
                <a:lnTo>
                  <a:pt x="63511" y="3375"/>
                </a:lnTo>
                <a:lnTo>
                  <a:pt x="65352" y="3477"/>
                </a:lnTo>
                <a:lnTo>
                  <a:pt x="65352" y="3580"/>
                </a:lnTo>
                <a:lnTo>
                  <a:pt x="66068" y="3682"/>
                </a:lnTo>
                <a:lnTo>
                  <a:pt x="66273" y="3375"/>
                </a:lnTo>
                <a:lnTo>
                  <a:pt x="66580" y="3170"/>
                </a:lnTo>
                <a:lnTo>
                  <a:pt x="65966" y="2966"/>
                </a:lnTo>
                <a:lnTo>
                  <a:pt x="66068" y="2864"/>
                </a:lnTo>
                <a:lnTo>
                  <a:pt x="65148" y="2966"/>
                </a:lnTo>
                <a:lnTo>
                  <a:pt x="65148" y="2864"/>
                </a:lnTo>
                <a:lnTo>
                  <a:pt x="64739" y="2557"/>
                </a:lnTo>
                <a:close/>
                <a:moveTo>
                  <a:pt x="67705" y="2966"/>
                </a:moveTo>
                <a:lnTo>
                  <a:pt x="67295" y="3273"/>
                </a:lnTo>
                <a:lnTo>
                  <a:pt x="67705" y="3477"/>
                </a:lnTo>
                <a:lnTo>
                  <a:pt x="67398" y="3682"/>
                </a:lnTo>
                <a:lnTo>
                  <a:pt x="69136" y="3273"/>
                </a:lnTo>
                <a:lnTo>
                  <a:pt x="67705" y="2966"/>
                </a:lnTo>
                <a:close/>
                <a:moveTo>
                  <a:pt x="136943" y="3170"/>
                </a:moveTo>
                <a:lnTo>
                  <a:pt x="135818" y="3273"/>
                </a:lnTo>
                <a:lnTo>
                  <a:pt x="136841" y="3682"/>
                </a:lnTo>
                <a:lnTo>
                  <a:pt x="136432" y="3886"/>
                </a:lnTo>
                <a:lnTo>
                  <a:pt x="137557" y="3886"/>
                </a:lnTo>
                <a:lnTo>
                  <a:pt x="137352" y="3989"/>
                </a:lnTo>
                <a:lnTo>
                  <a:pt x="137761" y="4091"/>
                </a:lnTo>
                <a:lnTo>
                  <a:pt x="138784" y="3784"/>
                </a:lnTo>
                <a:lnTo>
                  <a:pt x="137659" y="3477"/>
                </a:lnTo>
                <a:lnTo>
                  <a:pt x="137761" y="3477"/>
                </a:lnTo>
                <a:lnTo>
                  <a:pt x="137148" y="3375"/>
                </a:lnTo>
                <a:lnTo>
                  <a:pt x="136943" y="3170"/>
                </a:lnTo>
                <a:close/>
                <a:moveTo>
                  <a:pt x="131114" y="2250"/>
                </a:moveTo>
                <a:lnTo>
                  <a:pt x="131114" y="2352"/>
                </a:lnTo>
                <a:lnTo>
                  <a:pt x="130295" y="2352"/>
                </a:lnTo>
                <a:lnTo>
                  <a:pt x="131318" y="2864"/>
                </a:lnTo>
                <a:lnTo>
                  <a:pt x="130705" y="2864"/>
                </a:lnTo>
                <a:lnTo>
                  <a:pt x="131625" y="3375"/>
                </a:lnTo>
                <a:lnTo>
                  <a:pt x="132648" y="3273"/>
                </a:lnTo>
                <a:lnTo>
                  <a:pt x="132545" y="3170"/>
                </a:lnTo>
                <a:lnTo>
                  <a:pt x="132545" y="3068"/>
                </a:lnTo>
                <a:lnTo>
                  <a:pt x="132955" y="3068"/>
                </a:lnTo>
                <a:lnTo>
                  <a:pt x="133261" y="3273"/>
                </a:lnTo>
                <a:lnTo>
                  <a:pt x="133875" y="3068"/>
                </a:lnTo>
                <a:lnTo>
                  <a:pt x="133670" y="3170"/>
                </a:lnTo>
                <a:lnTo>
                  <a:pt x="134080" y="3273"/>
                </a:lnTo>
                <a:lnTo>
                  <a:pt x="132443" y="3580"/>
                </a:lnTo>
                <a:lnTo>
                  <a:pt x="132750" y="3784"/>
                </a:lnTo>
                <a:lnTo>
                  <a:pt x="134080" y="3784"/>
                </a:lnTo>
                <a:lnTo>
                  <a:pt x="132545" y="4091"/>
                </a:lnTo>
                <a:lnTo>
                  <a:pt x="134284" y="4602"/>
                </a:lnTo>
                <a:lnTo>
                  <a:pt x="134386" y="4398"/>
                </a:lnTo>
                <a:lnTo>
                  <a:pt x="134284" y="4295"/>
                </a:lnTo>
                <a:lnTo>
                  <a:pt x="134898" y="3886"/>
                </a:lnTo>
                <a:lnTo>
                  <a:pt x="134898" y="3580"/>
                </a:lnTo>
                <a:lnTo>
                  <a:pt x="135205" y="3477"/>
                </a:lnTo>
                <a:lnTo>
                  <a:pt x="135511" y="3170"/>
                </a:lnTo>
                <a:lnTo>
                  <a:pt x="136432" y="3068"/>
                </a:lnTo>
                <a:lnTo>
                  <a:pt x="135920" y="2864"/>
                </a:lnTo>
                <a:lnTo>
                  <a:pt x="136023" y="2761"/>
                </a:lnTo>
                <a:lnTo>
                  <a:pt x="134795" y="2659"/>
                </a:lnTo>
                <a:lnTo>
                  <a:pt x="134795" y="2455"/>
                </a:lnTo>
                <a:lnTo>
                  <a:pt x="134182" y="2557"/>
                </a:lnTo>
                <a:lnTo>
                  <a:pt x="134386" y="2352"/>
                </a:lnTo>
                <a:lnTo>
                  <a:pt x="133261" y="2250"/>
                </a:lnTo>
                <a:lnTo>
                  <a:pt x="133261" y="2250"/>
                </a:lnTo>
                <a:lnTo>
                  <a:pt x="133568" y="2864"/>
                </a:lnTo>
                <a:lnTo>
                  <a:pt x="133568" y="2864"/>
                </a:lnTo>
                <a:lnTo>
                  <a:pt x="132750" y="2455"/>
                </a:lnTo>
                <a:lnTo>
                  <a:pt x="131318" y="2455"/>
                </a:lnTo>
                <a:lnTo>
                  <a:pt x="131932" y="2250"/>
                </a:lnTo>
                <a:close/>
                <a:moveTo>
                  <a:pt x="66682" y="4398"/>
                </a:moveTo>
                <a:lnTo>
                  <a:pt x="66784" y="4500"/>
                </a:lnTo>
                <a:lnTo>
                  <a:pt x="66477" y="4500"/>
                </a:lnTo>
                <a:lnTo>
                  <a:pt x="67091" y="4705"/>
                </a:lnTo>
                <a:lnTo>
                  <a:pt x="66784" y="4705"/>
                </a:lnTo>
                <a:lnTo>
                  <a:pt x="68232" y="4795"/>
                </a:lnTo>
                <a:lnTo>
                  <a:pt x="68232" y="4795"/>
                </a:lnTo>
                <a:lnTo>
                  <a:pt x="68625" y="4500"/>
                </a:lnTo>
                <a:lnTo>
                  <a:pt x="66682" y="4398"/>
                </a:lnTo>
                <a:close/>
                <a:moveTo>
                  <a:pt x="68232" y="4795"/>
                </a:moveTo>
                <a:lnTo>
                  <a:pt x="68216" y="4807"/>
                </a:lnTo>
                <a:lnTo>
                  <a:pt x="68324" y="4801"/>
                </a:lnTo>
                <a:lnTo>
                  <a:pt x="68324" y="4801"/>
                </a:lnTo>
                <a:lnTo>
                  <a:pt x="68232" y="4795"/>
                </a:lnTo>
                <a:close/>
                <a:moveTo>
                  <a:pt x="71489" y="4500"/>
                </a:moveTo>
                <a:lnTo>
                  <a:pt x="70568" y="4705"/>
                </a:lnTo>
                <a:lnTo>
                  <a:pt x="71080" y="4807"/>
                </a:lnTo>
                <a:lnTo>
                  <a:pt x="71489" y="4500"/>
                </a:lnTo>
                <a:close/>
                <a:moveTo>
                  <a:pt x="81102" y="205"/>
                </a:moveTo>
                <a:lnTo>
                  <a:pt x="81614" y="409"/>
                </a:lnTo>
                <a:lnTo>
                  <a:pt x="80386" y="307"/>
                </a:lnTo>
                <a:lnTo>
                  <a:pt x="80489" y="409"/>
                </a:lnTo>
                <a:lnTo>
                  <a:pt x="79773" y="409"/>
                </a:lnTo>
                <a:lnTo>
                  <a:pt x="79977" y="511"/>
                </a:lnTo>
                <a:lnTo>
                  <a:pt x="79466" y="511"/>
                </a:lnTo>
                <a:lnTo>
                  <a:pt x="80693" y="920"/>
                </a:lnTo>
                <a:lnTo>
                  <a:pt x="80693" y="920"/>
                </a:lnTo>
                <a:lnTo>
                  <a:pt x="79159" y="716"/>
                </a:lnTo>
                <a:lnTo>
                  <a:pt x="77011" y="716"/>
                </a:lnTo>
                <a:lnTo>
                  <a:pt x="77727" y="818"/>
                </a:lnTo>
                <a:lnTo>
                  <a:pt x="73841" y="1023"/>
                </a:lnTo>
                <a:lnTo>
                  <a:pt x="73943" y="1125"/>
                </a:lnTo>
                <a:lnTo>
                  <a:pt x="74864" y="1023"/>
                </a:lnTo>
                <a:lnTo>
                  <a:pt x="74864" y="1023"/>
                </a:lnTo>
                <a:lnTo>
                  <a:pt x="74250" y="1125"/>
                </a:lnTo>
                <a:lnTo>
                  <a:pt x="75989" y="1125"/>
                </a:lnTo>
                <a:lnTo>
                  <a:pt x="74659" y="1227"/>
                </a:lnTo>
                <a:lnTo>
                  <a:pt x="74830" y="1313"/>
                </a:lnTo>
                <a:lnTo>
                  <a:pt x="74830" y="1313"/>
                </a:lnTo>
                <a:lnTo>
                  <a:pt x="77216" y="1227"/>
                </a:lnTo>
                <a:lnTo>
                  <a:pt x="74557" y="1534"/>
                </a:lnTo>
                <a:lnTo>
                  <a:pt x="74557" y="1534"/>
                </a:lnTo>
                <a:lnTo>
                  <a:pt x="78034" y="1330"/>
                </a:lnTo>
                <a:lnTo>
                  <a:pt x="75784" y="1739"/>
                </a:lnTo>
                <a:lnTo>
                  <a:pt x="75784" y="1739"/>
                </a:lnTo>
                <a:lnTo>
                  <a:pt x="78341" y="1636"/>
                </a:lnTo>
                <a:lnTo>
                  <a:pt x="78341" y="1636"/>
                </a:lnTo>
                <a:lnTo>
                  <a:pt x="77830" y="1739"/>
                </a:lnTo>
                <a:lnTo>
                  <a:pt x="81818" y="1125"/>
                </a:lnTo>
                <a:lnTo>
                  <a:pt x="81818" y="1125"/>
                </a:lnTo>
                <a:lnTo>
                  <a:pt x="80386" y="1534"/>
                </a:lnTo>
                <a:lnTo>
                  <a:pt x="81409" y="1534"/>
                </a:lnTo>
                <a:lnTo>
                  <a:pt x="77523" y="1943"/>
                </a:lnTo>
                <a:lnTo>
                  <a:pt x="78648" y="2352"/>
                </a:lnTo>
                <a:lnTo>
                  <a:pt x="78648" y="2352"/>
                </a:lnTo>
                <a:lnTo>
                  <a:pt x="75375" y="2045"/>
                </a:lnTo>
                <a:lnTo>
                  <a:pt x="75375" y="2352"/>
                </a:lnTo>
                <a:lnTo>
                  <a:pt x="76193" y="2761"/>
                </a:lnTo>
                <a:lnTo>
                  <a:pt x="75682" y="2761"/>
                </a:lnTo>
                <a:lnTo>
                  <a:pt x="77216" y="2864"/>
                </a:lnTo>
                <a:lnTo>
                  <a:pt x="75022" y="3201"/>
                </a:lnTo>
                <a:lnTo>
                  <a:pt x="75022" y="3201"/>
                </a:lnTo>
                <a:lnTo>
                  <a:pt x="74761" y="3375"/>
                </a:lnTo>
                <a:lnTo>
                  <a:pt x="75170" y="3477"/>
                </a:lnTo>
                <a:lnTo>
                  <a:pt x="74148" y="3682"/>
                </a:lnTo>
                <a:lnTo>
                  <a:pt x="74045" y="3886"/>
                </a:lnTo>
                <a:lnTo>
                  <a:pt x="75989" y="3580"/>
                </a:lnTo>
                <a:lnTo>
                  <a:pt x="73739" y="3989"/>
                </a:lnTo>
                <a:lnTo>
                  <a:pt x="73432" y="3682"/>
                </a:lnTo>
                <a:lnTo>
                  <a:pt x="72716" y="3682"/>
                </a:lnTo>
                <a:lnTo>
                  <a:pt x="72818" y="4193"/>
                </a:lnTo>
                <a:lnTo>
                  <a:pt x="71489" y="4500"/>
                </a:lnTo>
                <a:lnTo>
                  <a:pt x="71489" y="4500"/>
                </a:lnTo>
                <a:lnTo>
                  <a:pt x="71489" y="4500"/>
                </a:lnTo>
                <a:lnTo>
                  <a:pt x="71284" y="4807"/>
                </a:lnTo>
                <a:lnTo>
                  <a:pt x="71898" y="4705"/>
                </a:lnTo>
                <a:lnTo>
                  <a:pt x="71898" y="4807"/>
                </a:lnTo>
                <a:lnTo>
                  <a:pt x="75784" y="4807"/>
                </a:lnTo>
                <a:lnTo>
                  <a:pt x="75477" y="5011"/>
                </a:lnTo>
                <a:lnTo>
                  <a:pt x="75477" y="5011"/>
                </a:lnTo>
                <a:lnTo>
                  <a:pt x="77318" y="4705"/>
                </a:lnTo>
                <a:lnTo>
                  <a:pt x="77727" y="4398"/>
                </a:lnTo>
                <a:lnTo>
                  <a:pt x="77114" y="4398"/>
                </a:lnTo>
                <a:lnTo>
                  <a:pt x="77216" y="4193"/>
                </a:lnTo>
                <a:lnTo>
                  <a:pt x="75682" y="4091"/>
                </a:lnTo>
                <a:lnTo>
                  <a:pt x="76193" y="4091"/>
                </a:lnTo>
                <a:lnTo>
                  <a:pt x="76091" y="3989"/>
                </a:lnTo>
                <a:lnTo>
                  <a:pt x="78341" y="3886"/>
                </a:lnTo>
                <a:lnTo>
                  <a:pt x="78545" y="3580"/>
                </a:lnTo>
                <a:lnTo>
                  <a:pt x="80489" y="3375"/>
                </a:lnTo>
                <a:lnTo>
                  <a:pt x="79977" y="3170"/>
                </a:lnTo>
                <a:lnTo>
                  <a:pt x="81205" y="3068"/>
                </a:lnTo>
                <a:lnTo>
                  <a:pt x="79159" y="2761"/>
                </a:lnTo>
                <a:lnTo>
                  <a:pt x="81614" y="2659"/>
                </a:lnTo>
                <a:lnTo>
                  <a:pt x="80386" y="2455"/>
                </a:lnTo>
                <a:lnTo>
                  <a:pt x="82534" y="2352"/>
                </a:lnTo>
                <a:lnTo>
                  <a:pt x="81920" y="2250"/>
                </a:lnTo>
                <a:lnTo>
                  <a:pt x="83966" y="2250"/>
                </a:lnTo>
                <a:lnTo>
                  <a:pt x="83864" y="2148"/>
                </a:lnTo>
                <a:lnTo>
                  <a:pt x="84375" y="2045"/>
                </a:lnTo>
                <a:lnTo>
                  <a:pt x="83557" y="2045"/>
                </a:lnTo>
                <a:lnTo>
                  <a:pt x="84682" y="1943"/>
                </a:lnTo>
                <a:lnTo>
                  <a:pt x="84580" y="1739"/>
                </a:lnTo>
                <a:lnTo>
                  <a:pt x="88466" y="1125"/>
                </a:lnTo>
                <a:lnTo>
                  <a:pt x="86216" y="1330"/>
                </a:lnTo>
                <a:lnTo>
                  <a:pt x="90920" y="614"/>
                </a:lnTo>
                <a:lnTo>
                  <a:pt x="89898" y="511"/>
                </a:lnTo>
                <a:lnTo>
                  <a:pt x="90000" y="409"/>
                </a:lnTo>
                <a:lnTo>
                  <a:pt x="89795" y="409"/>
                </a:lnTo>
                <a:lnTo>
                  <a:pt x="89898" y="307"/>
                </a:lnTo>
                <a:lnTo>
                  <a:pt x="89898" y="307"/>
                </a:lnTo>
                <a:lnTo>
                  <a:pt x="87136" y="409"/>
                </a:lnTo>
                <a:lnTo>
                  <a:pt x="88466" y="205"/>
                </a:lnTo>
                <a:lnTo>
                  <a:pt x="84682" y="205"/>
                </a:lnTo>
                <a:lnTo>
                  <a:pt x="84989" y="409"/>
                </a:lnTo>
                <a:lnTo>
                  <a:pt x="82739" y="205"/>
                </a:lnTo>
                <a:lnTo>
                  <a:pt x="83352" y="409"/>
                </a:lnTo>
                <a:lnTo>
                  <a:pt x="83352" y="409"/>
                </a:lnTo>
                <a:lnTo>
                  <a:pt x="81102" y="205"/>
                </a:lnTo>
                <a:close/>
                <a:moveTo>
                  <a:pt x="62898" y="4909"/>
                </a:moveTo>
                <a:lnTo>
                  <a:pt x="63205" y="5011"/>
                </a:lnTo>
                <a:lnTo>
                  <a:pt x="63205" y="4909"/>
                </a:lnTo>
                <a:close/>
                <a:moveTo>
                  <a:pt x="55227" y="3989"/>
                </a:moveTo>
                <a:lnTo>
                  <a:pt x="55330" y="4091"/>
                </a:lnTo>
                <a:lnTo>
                  <a:pt x="50318" y="5011"/>
                </a:lnTo>
                <a:lnTo>
                  <a:pt x="50523" y="5011"/>
                </a:lnTo>
                <a:lnTo>
                  <a:pt x="50318" y="5216"/>
                </a:lnTo>
                <a:lnTo>
                  <a:pt x="50318" y="5216"/>
                </a:lnTo>
                <a:lnTo>
                  <a:pt x="51545" y="5011"/>
                </a:lnTo>
                <a:lnTo>
                  <a:pt x="51443" y="5318"/>
                </a:lnTo>
                <a:lnTo>
                  <a:pt x="54102" y="4500"/>
                </a:lnTo>
                <a:lnTo>
                  <a:pt x="53591" y="4909"/>
                </a:lnTo>
                <a:lnTo>
                  <a:pt x="53591" y="4909"/>
                </a:lnTo>
                <a:lnTo>
                  <a:pt x="56045" y="4091"/>
                </a:lnTo>
                <a:lnTo>
                  <a:pt x="55227" y="3989"/>
                </a:lnTo>
                <a:close/>
                <a:moveTo>
                  <a:pt x="65761" y="4705"/>
                </a:moveTo>
                <a:lnTo>
                  <a:pt x="63818" y="4807"/>
                </a:lnTo>
                <a:lnTo>
                  <a:pt x="64227" y="4909"/>
                </a:lnTo>
                <a:lnTo>
                  <a:pt x="63920" y="4909"/>
                </a:lnTo>
                <a:lnTo>
                  <a:pt x="64330" y="5011"/>
                </a:lnTo>
                <a:lnTo>
                  <a:pt x="64023" y="5216"/>
                </a:lnTo>
                <a:lnTo>
                  <a:pt x="63205" y="5011"/>
                </a:lnTo>
                <a:lnTo>
                  <a:pt x="62898" y="5114"/>
                </a:lnTo>
                <a:lnTo>
                  <a:pt x="63000" y="5114"/>
                </a:lnTo>
                <a:lnTo>
                  <a:pt x="63102" y="5318"/>
                </a:lnTo>
                <a:lnTo>
                  <a:pt x="63102" y="5318"/>
                </a:lnTo>
                <a:lnTo>
                  <a:pt x="62489" y="5216"/>
                </a:lnTo>
                <a:lnTo>
                  <a:pt x="61875" y="5420"/>
                </a:lnTo>
                <a:lnTo>
                  <a:pt x="64125" y="5420"/>
                </a:lnTo>
                <a:lnTo>
                  <a:pt x="62898" y="5625"/>
                </a:lnTo>
                <a:lnTo>
                  <a:pt x="63102" y="5727"/>
                </a:lnTo>
                <a:lnTo>
                  <a:pt x="63000" y="5932"/>
                </a:lnTo>
                <a:lnTo>
                  <a:pt x="63000" y="5932"/>
                </a:lnTo>
                <a:lnTo>
                  <a:pt x="65148" y="5420"/>
                </a:lnTo>
                <a:lnTo>
                  <a:pt x="64943" y="5318"/>
                </a:lnTo>
                <a:lnTo>
                  <a:pt x="65761" y="4705"/>
                </a:lnTo>
                <a:close/>
                <a:moveTo>
                  <a:pt x="209148" y="5011"/>
                </a:moveTo>
                <a:lnTo>
                  <a:pt x="209455" y="5420"/>
                </a:lnTo>
                <a:lnTo>
                  <a:pt x="207102" y="5216"/>
                </a:lnTo>
                <a:lnTo>
                  <a:pt x="207409" y="5318"/>
                </a:lnTo>
                <a:lnTo>
                  <a:pt x="207205" y="5318"/>
                </a:lnTo>
                <a:lnTo>
                  <a:pt x="207716" y="5625"/>
                </a:lnTo>
                <a:lnTo>
                  <a:pt x="207511" y="5625"/>
                </a:lnTo>
                <a:lnTo>
                  <a:pt x="211705" y="5932"/>
                </a:lnTo>
                <a:lnTo>
                  <a:pt x="210170" y="5420"/>
                </a:lnTo>
                <a:lnTo>
                  <a:pt x="210170" y="5420"/>
                </a:lnTo>
                <a:lnTo>
                  <a:pt x="212420" y="5727"/>
                </a:lnTo>
                <a:lnTo>
                  <a:pt x="212318" y="5523"/>
                </a:lnTo>
                <a:lnTo>
                  <a:pt x="209148" y="5011"/>
                </a:lnTo>
                <a:close/>
                <a:moveTo>
                  <a:pt x="65148" y="5932"/>
                </a:moveTo>
                <a:lnTo>
                  <a:pt x="65966" y="6239"/>
                </a:lnTo>
                <a:lnTo>
                  <a:pt x="66989" y="5932"/>
                </a:lnTo>
                <a:close/>
                <a:moveTo>
                  <a:pt x="59523" y="4500"/>
                </a:moveTo>
                <a:lnTo>
                  <a:pt x="58193" y="4807"/>
                </a:lnTo>
                <a:lnTo>
                  <a:pt x="58295" y="5011"/>
                </a:lnTo>
                <a:lnTo>
                  <a:pt x="57886" y="5216"/>
                </a:lnTo>
                <a:lnTo>
                  <a:pt x="58193" y="5420"/>
                </a:lnTo>
                <a:lnTo>
                  <a:pt x="56455" y="5216"/>
                </a:lnTo>
                <a:lnTo>
                  <a:pt x="56659" y="5216"/>
                </a:lnTo>
                <a:lnTo>
                  <a:pt x="55739" y="4909"/>
                </a:lnTo>
                <a:lnTo>
                  <a:pt x="55841" y="4807"/>
                </a:lnTo>
                <a:lnTo>
                  <a:pt x="54716" y="4909"/>
                </a:lnTo>
                <a:lnTo>
                  <a:pt x="55227" y="5011"/>
                </a:lnTo>
                <a:lnTo>
                  <a:pt x="53795" y="5216"/>
                </a:lnTo>
                <a:lnTo>
                  <a:pt x="54818" y="5216"/>
                </a:lnTo>
                <a:lnTo>
                  <a:pt x="53182" y="5420"/>
                </a:lnTo>
                <a:lnTo>
                  <a:pt x="54511" y="5318"/>
                </a:lnTo>
                <a:lnTo>
                  <a:pt x="52466" y="5727"/>
                </a:lnTo>
                <a:lnTo>
                  <a:pt x="53386" y="5932"/>
                </a:lnTo>
                <a:lnTo>
                  <a:pt x="53693" y="5830"/>
                </a:lnTo>
                <a:lnTo>
                  <a:pt x="53898" y="5932"/>
                </a:lnTo>
                <a:lnTo>
                  <a:pt x="54307" y="5830"/>
                </a:lnTo>
                <a:lnTo>
                  <a:pt x="54409" y="5727"/>
                </a:lnTo>
                <a:lnTo>
                  <a:pt x="55227" y="5625"/>
                </a:lnTo>
                <a:lnTo>
                  <a:pt x="54614" y="5830"/>
                </a:lnTo>
                <a:lnTo>
                  <a:pt x="56455" y="5727"/>
                </a:lnTo>
                <a:lnTo>
                  <a:pt x="56455" y="5727"/>
                </a:lnTo>
                <a:lnTo>
                  <a:pt x="54102" y="6136"/>
                </a:lnTo>
                <a:lnTo>
                  <a:pt x="54102" y="6341"/>
                </a:lnTo>
                <a:lnTo>
                  <a:pt x="57784" y="5932"/>
                </a:lnTo>
                <a:lnTo>
                  <a:pt x="57682" y="5932"/>
                </a:lnTo>
                <a:lnTo>
                  <a:pt x="59625" y="5727"/>
                </a:lnTo>
                <a:lnTo>
                  <a:pt x="60443" y="5114"/>
                </a:lnTo>
                <a:lnTo>
                  <a:pt x="58909" y="5318"/>
                </a:lnTo>
                <a:lnTo>
                  <a:pt x="59216" y="5114"/>
                </a:lnTo>
                <a:lnTo>
                  <a:pt x="58909" y="5114"/>
                </a:lnTo>
                <a:lnTo>
                  <a:pt x="59523" y="4500"/>
                </a:lnTo>
                <a:close/>
                <a:moveTo>
                  <a:pt x="70057" y="4705"/>
                </a:moveTo>
                <a:lnTo>
                  <a:pt x="68324" y="4801"/>
                </a:lnTo>
                <a:lnTo>
                  <a:pt x="68324" y="4801"/>
                </a:lnTo>
                <a:lnTo>
                  <a:pt x="68420" y="4807"/>
                </a:lnTo>
                <a:lnTo>
                  <a:pt x="68420" y="5318"/>
                </a:lnTo>
                <a:lnTo>
                  <a:pt x="67909" y="5625"/>
                </a:lnTo>
                <a:lnTo>
                  <a:pt x="67807" y="5830"/>
                </a:lnTo>
                <a:lnTo>
                  <a:pt x="68420" y="6034"/>
                </a:lnTo>
                <a:lnTo>
                  <a:pt x="68318" y="6136"/>
                </a:lnTo>
                <a:lnTo>
                  <a:pt x="69955" y="6136"/>
                </a:lnTo>
                <a:lnTo>
                  <a:pt x="69648" y="6341"/>
                </a:lnTo>
                <a:lnTo>
                  <a:pt x="75580" y="6034"/>
                </a:lnTo>
                <a:lnTo>
                  <a:pt x="75068" y="5932"/>
                </a:lnTo>
                <a:lnTo>
                  <a:pt x="75580" y="5523"/>
                </a:lnTo>
                <a:lnTo>
                  <a:pt x="74966" y="5420"/>
                </a:lnTo>
                <a:lnTo>
                  <a:pt x="75068" y="5318"/>
                </a:lnTo>
                <a:lnTo>
                  <a:pt x="71898" y="5523"/>
                </a:lnTo>
                <a:lnTo>
                  <a:pt x="72000" y="5625"/>
                </a:lnTo>
                <a:lnTo>
                  <a:pt x="70261" y="5420"/>
                </a:lnTo>
                <a:lnTo>
                  <a:pt x="70159" y="5523"/>
                </a:lnTo>
                <a:lnTo>
                  <a:pt x="69750" y="5523"/>
                </a:lnTo>
                <a:lnTo>
                  <a:pt x="70261" y="5318"/>
                </a:lnTo>
                <a:lnTo>
                  <a:pt x="69239" y="4909"/>
                </a:lnTo>
                <a:lnTo>
                  <a:pt x="70568" y="4909"/>
                </a:lnTo>
                <a:lnTo>
                  <a:pt x="69443" y="4807"/>
                </a:lnTo>
                <a:lnTo>
                  <a:pt x="70057" y="4705"/>
                </a:lnTo>
                <a:close/>
                <a:moveTo>
                  <a:pt x="165273" y="4705"/>
                </a:moveTo>
                <a:lnTo>
                  <a:pt x="160773" y="4909"/>
                </a:lnTo>
                <a:lnTo>
                  <a:pt x="160875" y="5011"/>
                </a:lnTo>
                <a:lnTo>
                  <a:pt x="160364" y="5114"/>
                </a:lnTo>
                <a:lnTo>
                  <a:pt x="159341" y="5420"/>
                </a:lnTo>
                <a:lnTo>
                  <a:pt x="158727" y="5625"/>
                </a:lnTo>
                <a:lnTo>
                  <a:pt x="158830" y="5727"/>
                </a:lnTo>
                <a:lnTo>
                  <a:pt x="158216" y="5830"/>
                </a:lnTo>
                <a:lnTo>
                  <a:pt x="158727" y="5932"/>
                </a:lnTo>
                <a:lnTo>
                  <a:pt x="158318" y="6239"/>
                </a:lnTo>
                <a:lnTo>
                  <a:pt x="158727" y="6341"/>
                </a:lnTo>
                <a:lnTo>
                  <a:pt x="158318" y="6443"/>
                </a:lnTo>
                <a:lnTo>
                  <a:pt x="158114" y="6648"/>
                </a:lnTo>
                <a:lnTo>
                  <a:pt x="157602" y="6955"/>
                </a:lnTo>
                <a:lnTo>
                  <a:pt x="158114" y="7261"/>
                </a:lnTo>
                <a:lnTo>
                  <a:pt x="160057" y="7057"/>
                </a:lnTo>
                <a:lnTo>
                  <a:pt x="159750" y="6852"/>
                </a:lnTo>
                <a:lnTo>
                  <a:pt x="160159" y="6341"/>
                </a:lnTo>
                <a:lnTo>
                  <a:pt x="160875" y="6239"/>
                </a:lnTo>
                <a:lnTo>
                  <a:pt x="160875" y="6136"/>
                </a:lnTo>
                <a:lnTo>
                  <a:pt x="161182" y="6034"/>
                </a:lnTo>
                <a:lnTo>
                  <a:pt x="160977" y="5932"/>
                </a:lnTo>
                <a:lnTo>
                  <a:pt x="165273" y="4705"/>
                </a:lnTo>
                <a:close/>
                <a:moveTo>
                  <a:pt x="212114" y="6852"/>
                </a:moveTo>
                <a:lnTo>
                  <a:pt x="211500" y="7261"/>
                </a:lnTo>
                <a:lnTo>
                  <a:pt x="214057" y="7364"/>
                </a:lnTo>
                <a:lnTo>
                  <a:pt x="212114" y="6852"/>
                </a:lnTo>
                <a:close/>
                <a:moveTo>
                  <a:pt x="177955" y="7159"/>
                </a:moveTo>
                <a:lnTo>
                  <a:pt x="178568" y="7466"/>
                </a:lnTo>
                <a:lnTo>
                  <a:pt x="177852" y="7261"/>
                </a:lnTo>
                <a:lnTo>
                  <a:pt x="177955" y="7159"/>
                </a:lnTo>
                <a:close/>
                <a:moveTo>
                  <a:pt x="58602" y="6955"/>
                </a:moveTo>
                <a:lnTo>
                  <a:pt x="57375" y="7159"/>
                </a:lnTo>
                <a:lnTo>
                  <a:pt x="57784" y="7568"/>
                </a:lnTo>
                <a:lnTo>
                  <a:pt x="58602" y="7261"/>
                </a:lnTo>
                <a:lnTo>
                  <a:pt x="58602" y="6955"/>
                </a:lnTo>
                <a:close/>
                <a:moveTo>
                  <a:pt x="108307" y="7568"/>
                </a:moveTo>
                <a:lnTo>
                  <a:pt x="108211" y="7587"/>
                </a:lnTo>
                <a:lnTo>
                  <a:pt x="108211" y="7587"/>
                </a:lnTo>
                <a:lnTo>
                  <a:pt x="108381" y="7603"/>
                </a:lnTo>
                <a:lnTo>
                  <a:pt x="108381" y="7603"/>
                </a:lnTo>
                <a:lnTo>
                  <a:pt x="108307" y="7568"/>
                </a:lnTo>
                <a:close/>
                <a:moveTo>
                  <a:pt x="73636" y="7159"/>
                </a:moveTo>
                <a:lnTo>
                  <a:pt x="74659" y="7670"/>
                </a:lnTo>
                <a:lnTo>
                  <a:pt x="76193" y="7670"/>
                </a:lnTo>
                <a:lnTo>
                  <a:pt x="76193" y="7466"/>
                </a:lnTo>
                <a:lnTo>
                  <a:pt x="75989" y="7261"/>
                </a:lnTo>
                <a:lnTo>
                  <a:pt x="73636" y="7159"/>
                </a:lnTo>
                <a:close/>
                <a:moveTo>
                  <a:pt x="108381" y="7603"/>
                </a:moveTo>
                <a:lnTo>
                  <a:pt x="109841" y="8284"/>
                </a:lnTo>
                <a:lnTo>
                  <a:pt x="110250" y="7773"/>
                </a:lnTo>
                <a:lnTo>
                  <a:pt x="108381" y="7603"/>
                </a:lnTo>
                <a:close/>
                <a:moveTo>
                  <a:pt x="68011" y="6852"/>
                </a:moveTo>
                <a:lnTo>
                  <a:pt x="64227" y="7364"/>
                </a:lnTo>
                <a:lnTo>
                  <a:pt x="63511" y="8386"/>
                </a:lnTo>
                <a:lnTo>
                  <a:pt x="63511" y="8386"/>
                </a:lnTo>
                <a:lnTo>
                  <a:pt x="64534" y="8182"/>
                </a:lnTo>
                <a:lnTo>
                  <a:pt x="64739" y="7773"/>
                </a:lnTo>
                <a:lnTo>
                  <a:pt x="65352" y="7773"/>
                </a:lnTo>
                <a:lnTo>
                  <a:pt x="68011" y="6852"/>
                </a:lnTo>
                <a:close/>
                <a:moveTo>
                  <a:pt x="216716" y="8182"/>
                </a:moveTo>
                <a:lnTo>
                  <a:pt x="217227" y="8489"/>
                </a:lnTo>
                <a:lnTo>
                  <a:pt x="217330" y="8182"/>
                </a:lnTo>
                <a:close/>
                <a:moveTo>
                  <a:pt x="62080" y="6852"/>
                </a:moveTo>
                <a:lnTo>
                  <a:pt x="60852" y="7159"/>
                </a:lnTo>
                <a:lnTo>
                  <a:pt x="61568" y="7364"/>
                </a:lnTo>
                <a:lnTo>
                  <a:pt x="61057" y="7466"/>
                </a:lnTo>
                <a:lnTo>
                  <a:pt x="61057" y="7568"/>
                </a:lnTo>
                <a:lnTo>
                  <a:pt x="60341" y="7773"/>
                </a:lnTo>
                <a:lnTo>
                  <a:pt x="60034" y="7466"/>
                </a:lnTo>
                <a:lnTo>
                  <a:pt x="59420" y="7773"/>
                </a:lnTo>
                <a:lnTo>
                  <a:pt x="59727" y="8182"/>
                </a:lnTo>
                <a:lnTo>
                  <a:pt x="60136" y="8284"/>
                </a:lnTo>
                <a:lnTo>
                  <a:pt x="60443" y="8898"/>
                </a:lnTo>
                <a:lnTo>
                  <a:pt x="61159" y="8898"/>
                </a:lnTo>
                <a:lnTo>
                  <a:pt x="61364" y="8489"/>
                </a:lnTo>
                <a:lnTo>
                  <a:pt x="62182" y="8591"/>
                </a:lnTo>
                <a:lnTo>
                  <a:pt x="63205" y="7773"/>
                </a:lnTo>
                <a:lnTo>
                  <a:pt x="62795" y="7875"/>
                </a:lnTo>
                <a:lnTo>
                  <a:pt x="62795" y="7670"/>
                </a:lnTo>
                <a:lnTo>
                  <a:pt x="62898" y="7670"/>
                </a:lnTo>
                <a:lnTo>
                  <a:pt x="62182" y="7568"/>
                </a:lnTo>
                <a:lnTo>
                  <a:pt x="63409" y="7261"/>
                </a:lnTo>
                <a:lnTo>
                  <a:pt x="63205" y="7159"/>
                </a:lnTo>
                <a:lnTo>
                  <a:pt x="63511" y="6852"/>
                </a:lnTo>
                <a:close/>
                <a:moveTo>
                  <a:pt x="47250" y="6443"/>
                </a:moveTo>
                <a:lnTo>
                  <a:pt x="47148" y="6852"/>
                </a:lnTo>
                <a:lnTo>
                  <a:pt x="43977" y="8386"/>
                </a:lnTo>
                <a:lnTo>
                  <a:pt x="44284" y="8386"/>
                </a:lnTo>
                <a:lnTo>
                  <a:pt x="44898" y="8693"/>
                </a:lnTo>
                <a:lnTo>
                  <a:pt x="44795" y="9102"/>
                </a:lnTo>
                <a:lnTo>
                  <a:pt x="44795" y="9102"/>
                </a:lnTo>
                <a:lnTo>
                  <a:pt x="51955" y="7159"/>
                </a:lnTo>
                <a:lnTo>
                  <a:pt x="51545" y="6545"/>
                </a:lnTo>
                <a:lnTo>
                  <a:pt x="50318" y="6750"/>
                </a:lnTo>
                <a:lnTo>
                  <a:pt x="50420" y="6545"/>
                </a:lnTo>
                <a:lnTo>
                  <a:pt x="50011" y="6648"/>
                </a:lnTo>
                <a:lnTo>
                  <a:pt x="50216" y="6545"/>
                </a:lnTo>
                <a:lnTo>
                  <a:pt x="47250" y="6443"/>
                </a:lnTo>
                <a:close/>
                <a:moveTo>
                  <a:pt x="158625" y="7261"/>
                </a:moveTo>
                <a:lnTo>
                  <a:pt x="157602" y="7875"/>
                </a:lnTo>
                <a:lnTo>
                  <a:pt x="157500" y="8182"/>
                </a:lnTo>
                <a:lnTo>
                  <a:pt x="156989" y="8284"/>
                </a:lnTo>
                <a:lnTo>
                  <a:pt x="159034" y="9102"/>
                </a:lnTo>
                <a:lnTo>
                  <a:pt x="158830" y="9102"/>
                </a:lnTo>
                <a:lnTo>
                  <a:pt x="158830" y="9205"/>
                </a:lnTo>
                <a:lnTo>
                  <a:pt x="158727" y="9205"/>
                </a:lnTo>
                <a:lnTo>
                  <a:pt x="158727" y="9307"/>
                </a:lnTo>
                <a:lnTo>
                  <a:pt x="158625" y="9307"/>
                </a:lnTo>
                <a:lnTo>
                  <a:pt x="160773" y="9614"/>
                </a:lnTo>
                <a:lnTo>
                  <a:pt x="160773" y="9614"/>
                </a:lnTo>
                <a:lnTo>
                  <a:pt x="160568" y="9511"/>
                </a:lnTo>
                <a:lnTo>
                  <a:pt x="161489" y="9511"/>
                </a:lnTo>
                <a:lnTo>
                  <a:pt x="159239" y="8080"/>
                </a:lnTo>
                <a:lnTo>
                  <a:pt x="159341" y="7773"/>
                </a:lnTo>
                <a:lnTo>
                  <a:pt x="159545" y="7670"/>
                </a:lnTo>
                <a:lnTo>
                  <a:pt x="159545" y="7466"/>
                </a:lnTo>
                <a:lnTo>
                  <a:pt x="158625" y="7261"/>
                </a:lnTo>
                <a:close/>
                <a:moveTo>
                  <a:pt x="18920" y="9818"/>
                </a:moveTo>
                <a:lnTo>
                  <a:pt x="18511" y="9920"/>
                </a:lnTo>
                <a:lnTo>
                  <a:pt x="18511" y="9920"/>
                </a:lnTo>
                <a:lnTo>
                  <a:pt x="18637" y="9901"/>
                </a:lnTo>
                <a:lnTo>
                  <a:pt x="18637" y="9901"/>
                </a:lnTo>
                <a:lnTo>
                  <a:pt x="18920" y="9818"/>
                </a:lnTo>
                <a:close/>
                <a:moveTo>
                  <a:pt x="137352" y="10125"/>
                </a:moveTo>
                <a:lnTo>
                  <a:pt x="137352" y="10125"/>
                </a:lnTo>
                <a:lnTo>
                  <a:pt x="137352" y="10125"/>
                </a:lnTo>
                <a:close/>
                <a:moveTo>
                  <a:pt x="88977" y="9818"/>
                </a:moveTo>
                <a:lnTo>
                  <a:pt x="88670" y="10125"/>
                </a:lnTo>
                <a:lnTo>
                  <a:pt x="88466" y="10125"/>
                </a:lnTo>
                <a:lnTo>
                  <a:pt x="88364" y="10432"/>
                </a:lnTo>
                <a:lnTo>
                  <a:pt x="88875" y="10534"/>
                </a:lnTo>
                <a:lnTo>
                  <a:pt x="88568" y="10636"/>
                </a:lnTo>
                <a:lnTo>
                  <a:pt x="89489" y="10636"/>
                </a:lnTo>
                <a:lnTo>
                  <a:pt x="90000" y="10227"/>
                </a:lnTo>
                <a:lnTo>
                  <a:pt x="88977" y="9818"/>
                </a:lnTo>
                <a:close/>
                <a:moveTo>
                  <a:pt x="52466" y="7261"/>
                </a:moveTo>
                <a:lnTo>
                  <a:pt x="48170" y="8591"/>
                </a:lnTo>
                <a:lnTo>
                  <a:pt x="48784" y="8693"/>
                </a:lnTo>
                <a:lnTo>
                  <a:pt x="48375" y="8898"/>
                </a:lnTo>
                <a:lnTo>
                  <a:pt x="50216" y="8795"/>
                </a:lnTo>
                <a:lnTo>
                  <a:pt x="50216" y="8795"/>
                </a:lnTo>
                <a:lnTo>
                  <a:pt x="49705" y="8898"/>
                </a:lnTo>
                <a:lnTo>
                  <a:pt x="49807" y="8898"/>
                </a:lnTo>
                <a:lnTo>
                  <a:pt x="47761" y="9307"/>
                </a:lnTo>
                <a:lnTo>
                  <a:pt x="51545" y="9818"/>
                </a:lnTo>
                <a:lnTo>
                  <a:pt x="48273" y="9920"/>
                </a:lnTo>
                <a:lnTo>
                  <a:pt x="47557" y="10534"/>
                </a:lnTo>
                <a:lnTo>
                  <a:pt x="49193" y="10739"/>
                </a:lnTo>
                <a:lnTo>
                  <a:pt x="48989" y="11352"/>
                </a:lnTo>
                <a:lnTo>
                  <a:pt x="54102" y="10534"/>
                </a:lnTo>
                <a:lnTo>
                  <a:pt x="54102" y="10739"/>
                </a:lnTo>
                <a:lnTo>
                  <a:pt x="54818" y="10841"/>
                </a:lnTo>
                <a:lnTo>
                  <a:pt x="54614" y="10943"/>
                </a:lnTo>
                <a:lnTo>
                  <a:pt x="56148" y="11045"/>
                </a:lnTo>
                <a:lnTo>
                  <a:pt x="57170" y="10534"/>
                </a:lnTo>
                <a:lnTo>
                  <a:pt x="56250" y="10739"/>
                </a:lnTo>
                <a:lnTo>
                  <a:pt x="56455" y="10534"/>
                </a:lnTo>
                <a:lnTo>
                  <a:pt x="56352" y="10432"/>
                </a:lnTo>
                <a:lnTo>
                  <a:pt x="58295" y="10023"/>
                </a:lnTo>
                <a:lnTo>
                  <a:pt x="57989" y="9920"/>
                </a:lnTo>
                <a:lnTo>
                  <a:pt x="57989" y="9818"/>
                </a:lnTo>
                <a:lnTo>
                  <a:pt x="56864" y="9409"/>
                </a:lnTo>
                <a:lnTo>
                  <a:pt x="57682" y="7670"/>
                </a:lnTo>
                <a:lnTo>
                  <a:pt x="56455" y="7364"/>
                </a:lnTo>
                <a:lnTo>
                  <a:pt x="55739" y="8489"/>
                </a:lnTo>
                <a:lnTo>
                  <a:pt x="55023" y="8693"/>
                </a:lnTo>
                <a:lnTo>
                  <a:pt x="55023" y="8693"/>
                </a:lnTo>
                <a:lnTo>
                  <a:pt x="55227" y="7875"/>
                </a:lnTo>
                <a:lnTo>
                  <a:pt x="54614" y="7773"/>
                </a:lnTo>
                <a:lnTo>
                  <a:pt x="53591" y="8080"/>
                </a:lnTo>
                <a:lnTo>
                  <a:pt x="53693" y="7977"/>
                </a:lnTo>
                <a:lnTo>
                  <a:pt x="53182" y="8080"/>
                </a:lnTo>
                <a:lnTo>
                  <a:pt x="53182" y="8080"/>
                </a:lnTo>
                <a:lnTo>
                  <a:pt x="53898" y="7773"/>
                </a:lnTo>
                <a:lnTo>
                  <a:pt x="51750" y="7875"/>
                </a:lnTo>
                <a:lnTo>
                  <a:pt x="52466" y="7261"/>
                </a:lnTo>
                <a:close/>
                <a:moveTo>
                  <a:pt x="60341" y="10330"/>
                </a:moveTo>
                <a:lnTo>
                  <a:pt x="58602" y="10841"/>
                </a:lnTo>
                <a:lnTo>
                  <a:pt x="59114" y="11148"/>
                </a:lnTo>
                <a:lnTo>
                  <a:pt x="60136" y="11352"/>
                </a:lnTo>
                <a:lnTo>
                  <a:pt x="61159" y="11045"/>
                </a:lnTo>
                <a:lnTo>
                  <a:pt x="60239" y="10432"/>
                </a:lnTo>
                <a:lnTo>
                  <a:pt x="60341" y="10330"/>
                </a:lnTo>
                <a:close/>
                <a:moveTo>
                  <a:pt x="175193" y="11250"/>
                </a:moveTo>
                <a:lnTo>
                  <a:pt x="176114" y="11557"/>
                </a:lnTo>
                <a:lnTo>
                  <a:pt x="176114" y="12068"/>
                </a:lnTo>
                <a:lnTo>
                  <a:pt x="177136" y="12170"/>
                </a:lnTo>
                <a:lnTo>
                  <a:pt x="177136" y="12170"/>
                </a:lnTo>
                <a:lnTo>
                  <a:pt x="176011" y="12068"/>
                </a:lnTo>
                <a:lnTo>
                  <a:pt x="175193" y="11250"/>
                </a:lnTo>
                <a:close/>
                <a:moveTo>
                  <a:pt x="73023" y="11557"/>
                </a:moveTo>
                <a:lnTo>
                  <a:pt x="72307" y="12375"/>
                </a:lnTo>
                <a:lnTo>
                  <a:pt x="73432" y="12375"/>
                </a:lnTo>
                <a:lnTo>
                  <a:pt x="74148" y="11659"/>
                </a:lnTo>
                <a:lnTo>
                  <a:pt x="73023" y="11557"/>
                </a:lnTo>
                <a:close/>
                <a:moveTo>
                  <a:pt x="108409" y="13295"/>
                </a:moveTo>
                <a:lnTo>
                  <a:pt x="108716" y="13398"/>
                </a:lnTo>
                <a:lnTo>
                  <a:pt x="108818" y="13398"/>
                </a:lnTo>
                <a:lnTo>
                  <a:pt x="108409" y="13295"/>
                </a:lnTo>
                <a:close/>
                <a:moveTo>
                  <a:pt x="9205" y="13807"/>
                </a:moveTo>
                <a:lnTo>
                  <a:pt x="9102" y="13909"/>
                </a:lnTo>
                <a:lnTo>
                  <a:pt x="9205" y="13909"/>
                </a:lnTo>
                <a:lnTo>
                  <a:pt x="9205" y="13807"/>
                </a:lnTo>
                <a:close/>
                <a:moveTo>
                  <a:pt x="5420" y="11045"/>
                </a:moveTo>
                <a:lnTo>
                  <a:pt x="0" y="14420"/>
                </a:lnTo>
                <a:lnTo>
                  <a:pt x="511" y="14318"/>
                </a:lnTo>
                <a:lnTo>
                  <a:pt x="1227" y="13909"/>
                </a:lnTo>
                <a:lnTo>
                  <a:pt x="1227" y="13705"/>
                </a:lnTo>
                <a:lnTo>
                  <a:pt x="1739" y="13398"/>
                </a:lnTo>
                <a:lnTo>
                  <a:pt x="1636" y="13500"/>
                </a:lnTo>
                <a:lnTo>
                  <a:pt x="2352" y="13295"/>
                </a:lnTo>
                <a:lnTo>
                  <a:pt x="2148" y="13398"/>
                </a:lnTo>
                <a:lnTo>
                  <a:pt x="2761" y="13193"/>
                </a:lnTo>
                <a:lnTo>
                  <a:pt x="2761" y="13193"/>
                </a:lnTo>
                <a:lnTo>
                  <a:pt x="1636" y="14011"/>
                </a:lnTo>
                <a:lnTo>
                  <a:pt x="3273" y="14114"/>
                </a:lnTo>
                <a:lnTo>
                  <a:pt x="3068" y="14625"/>
                </a:lnTo>
                <a:lnTo>
                  <a:pt x="3375" y="15034"/>
                </a:lnTo>
                <a:lnTo>
                  <a:pt x="3989" y="14932"/>
                </a:lnTo>
                <a:lnTo>
                  <a:pt x="3682" y="15136"/>
                </a:lnTo>
                <a:lnTo>
                  <a:pt x="4295" y="14932"/>
                </a:lnTo>
                <a:lnTo>
                  <a:pt x="4193" y="15034"/>
                </a:lnTo>
                <a:lnTo>
                  <a:pt x="4193" y="15034"/>
                </a:lnTo>
                <a:lnTo>
                  <a:pt x="4602" y="14727"/>
                </a:lnTo>
                <a:lnTo>
                  <a:pt x="4500" y="14625"/>
                </a:lnTo>
                <a:lnTo>
                  <a:pt x="5523" y="14318"/>
                </a:lnTo>
                <a:lnTo>
                  <a:pt x="5318" y="14318"/>
                </a:lnTo>
                <a:lnTo>
                  <a:pt x="5830" y="14114"/>
                </a:lnTo>
                <a:lnTo>
                  <a:pt x="5727" y="14114"/>
                </a:lnTo>
                <a:lnTo>
                  <a:pt x="5727" y="13909"/>
                </a:lnTo>
                <a:lnTo>
                  <a:pt x="6136" y="14011"/>
                </a:lnTo>
                <a:lnTo>
                  <a:pt x="6750" y="14011"/>
                </a:lnTo>
                <a:lnTo>
                  <a:pt x="6852" y="13807"/>
                </a:lnTo>
                <a:lnTo>
                  <a:pt x="7159" y="13909"/>
                </a:lnTo>
                <a:lnTo>
                  <a:pt x="8386" y="13500"/>
                </a:lnTo>
                <a:lnTo>
                  <a:pt x="8080" y="13398"/>
                </a:lnTo>
                <a:lnTo>
                  <a:pt x="7977" y="13398"/>
                </a:lnTo>
                <a:lnTo>
                  <a:pt x="8080" y="13193"/>
                </a:lnTo>
                <a:lnTo>
                  <a:pt x="8080" y="12886"/>
                </a:lnTo>
                <a:lnTo>
                  <a:pt x="7364" y="12682"/>
                </a:lnTo>
                <a:lnTo>
                  <a:pt x="7364" y="12682"/>
                </a:lnTo>
                <a:lnTo>
                  <a:pt x="7568" y="12784"/>
                </a:lnTo>
                <a:lnTo>
                  <a:pt x="6852" y="12886"/>
                </a:lnTo>
                <a:lnTo>
                  <a:pt x="7261" y="12682"/>
                </a:lnTo>
                <a:lnTo>
                  <a:pt x="6341" y="12682"/>
                </a:lnTo>
                <a:lnTo>
                  <a:pt x="6034" y="12989"/>
                </a:lnTo>
                <a:lnTo>
                  <a:pt x="6034" y="13193"/>
                </a:lnTo>
                <a:lnTo>
                  <a:pt x="5625" y="13398"/>
                </a:lnTo>
                <a:lnTo>
                  <a:pt x="5625" y="13398"/>
                </a:lnTo>
                <a:lnTo>
                  <a:pt x="5932" y="13193"/>
                </a:lnTo>
                <a:lnTo>
                  <a:pt x="5523" y="13295"/>
                </a:lnTo>
                <a:lnTo>
                  <a:pt x="5523" y="13091"/>
                </a:lnTo>
                <a:lnTo>
                  <a:pt x="6545" y="12375"/>
                </a:lnTo>
                <a:lnTo>
                  <a:pt x="6136" y="12375"/>
                </a:lnTo>
                <a:lnTo>
                  <a:pt x="6648" y="12068"/>
                </a:lnTo>
                <a:lnTo>
                  <a:pt x="5830" y="11659"/>
                </a:lnTo>
                <a:lnTo>
                  <a:pt x="5932" y="11557"/>
                </a:lnTo>
                <a:lnTo>
                  <a:pt x="5727" y="11352"/>
                </a:lnTo>
                <a:lnTo>
                  <a:pt x="5523" y="11557"/>
                </a:lnTo>
                <a:lnTo>
                  <a:pt x="5523" y="11352"/>
                </a:lnTo>
                <a:lnTo>
                  <a:pt x="5625" y="11250"/>
                </a:lnTo>
                <a:lnTo>
                  <a:pt x="5420" y="11045"/>
                </a:lnTo>
                <a:close/>
                <a:moveTo>
                  <a:pt x="113011" y="13193"/>
                </a:moveTo>
                <a:lnTo>
                  <a:pt x="112807" y="13398"/>
                </a:lnTo>
                <a:lnTo>
                  <a:pt x="112500" y="13398"/>
                </a:lnTo>
                <a:lnTo>
                  <a:pt x="112193" y="13602"/>
                </a:lnTo>
                <a:lnTo>
                  <a:pt x="111682" y="13500"/>
                </a:lnTo>
                <a:lnTo>
                  <a:pt x="111682" y="13500"/>
                </a:lnTo>
                <a:lnTo>
                  <a:pt x="111784" y="13807"/>
                </a:lnTo>
                <a:lnTo>
                  <a:pt x="111170" y="13500"/>
                </a:lnTo>
                <a:lnTo>
                  <a:pt x="110864" y="13500"/>
                </a:lnTo>
                <a:lnTo>
                  <a:pt x="110864" y="13807"/>
                </a:lnTo>
                <a:lnTo>
                  <a:pt x="110250" y="13602"/>
                </a:lnTo>
                <a:lnTo>
                  <a:pt x="110148" y="14011"/>
                </a:lnTo>
                <a:lnTo>
                  <a:pt x="109739" y="14011"/>
                </a:lnTo>
                <a:lnTo>
                  <a:pt x="109636" y="14216"/>
                </a:lnTo>
                <a:lnTo>
                  <a:pt x="109432" y="14114"/>
                </a:lnTo>
                <a:lnTo>
                  <a:pt x="109534" y="14011"/>
                </a:lnTo>
                <a:lnTo>
                  <a:pt x="109330" y="13807"/>
                </a:lnTo>
                <a:lnTo>
                  <a:pt x="109534" y="13602"/>
                </a:lnTo>
                <a:lnTo>
                  <a:pt x="108716" y="13398"/>
                </a:lnTo>
                <a:lnTo>
                  <a:pt x="108511" y="13398"/>
                </a:lnTo>
                <a:lnTo>
                  <a:pt x="108716" y="13705"/>
                </a:lnTo>
                <a:lnTo>
                  <a:pt x="108102" y="13500"/>
                </a:lnTo>
                <a:lnTo>
                  <a:pt x="108102" y="13500"/>
                </a:lnTo>
                <a:lnTo>
                  <a:pt x="108205" y="13602"/>
                </a:lnTo>
                <a:lnTo>
                  <a:pt x="108102" y="13705"/>
                </a:lnTo>
                <a:lnTo>
                  <a:pt x="107898" y="13705"/>
                </a:lnTo>
                <a:lnTo>
                  <a:pt x="108205" y="13807"/>
                </a:lnTo>
                <a:lnTo>
                  <a:pt x="107693" y="13807"/>
                </a:lnTo>
                <a:lnTo>
                  <a:pt x="107795" y="14011"/>
                </a:lnTo>
                <a:lnTo>
                  <a:pt x="107386" y="14011"/>
                </a:lnTo>
                <a:lnTo>
                  <a:pt x="109125" y="14114"/>
                </a:lnTo>
                <a:lnTo>
                  <a:pt x="108614" y="14318"/>
                </a:lnTo>
                <a:lnTo>
                  <a:pt x="109125" y="14318"/>
                </a:lnTo>
                <a:lnTo>
                  <a:pt x="109125" y="14420"/>
                </a:lnTo>
                <a:lnTo>
                  <a:pt x="107898" y="14523"/>
                </a:lnTo>
                <a:lnTo>
                  <a:pt x="107795" y="14727"/>
                </a:lnTo>
                <a:lnTo>
                  <a:pt x="109227" y="14830"/>
                </a:lnTo>
                <a:lnTo>
                  <a:pt x="108818" y="15136"/>
                </a:lnTo>
                <a:lnTo>
                  <a:pt x="109227" y="15034"/>
                </a:lnTo>
                <a:lnTo>
                  <a:pt x="108307" y="15341"/>
                </a:lnTo>
                <a:lnTo>
                  <a:pt x="108716" y="15545"/>
                </a:lnTo>
                <a:lnTo>
                  <a:pt x="109432" y="15443"/>
                </a:lnTo>
                <a:lnTo>
                  <a:pt x="111375" y="15852"/>
                </a:lnTo>
                <a:lnTo>
                  <a:pt x="114648" y="14625"/>
                </a:lnTo>
                <a:lnTo>
                  <a:pt x="114648" y="14216"/>
                </a:lnTo>
                <a:lnTo>
                  <a:pt x="114034" y="13807"/>
                </a:lnTo>
                <a:lnTo>
                  <a:pt x="113830" y="13500"/>
                </a:lnTo>
                <a:lnTo>
                  <a:pt x="114239" y="13295"/>
                </a:lnTo>
                <a:lnTo>
                  <a:pt x="113011" y="13193"/>
                </a:lnTo>
                <a:close/>
                <a:moveTo>
                  <a:pt x="65557" y="13705"/>
                </a:moveTo>
                <a:lnTo>
                  <a:pt x="63102" y="15750"/>
                </a:lnTo>
                <a:lnTo>
                  <a:pt x="63818" y="15750"/>
                </a:lnTo>
                <a:lnTo>
                  <a:pt x="64023" y="16159"/>
                </a:lnTo>
                <a:lnTo>
                  <a:pt x="66309" y="15364"/>
                </a:lnTo>
                <a:lnTo>
                  <a:pt x="66309" y="15364"/>
                </a:lnTo>
                <a:lnTo>
                  <a:pt x="67091" y="15852"/>
                </a:lnTo>
                <a:lnTo>
                  <a:pt x="68114" y="15545"/>
                </a:lnTo>
                <a:lnTo>
                  <a:pt x="67091" y="15443"/>
                </a:lnTo>
                <a:lnTo>
                  <a:pt x="67295" y="14830"/>
                </a:lnTo>
                <a:lnTo>
                  <a:pt x="65659" y="14011"/>
                </a:lnTo>
                <a:lnTo>
                  <a:pt x="65557" y="13705"/>
                </a:lnTo>
                <a:close/>
                <a:moveTo>
                  <a:pt x="128864" y="16773"/>
                </a:moveTo>
                <a:lnTo>
                  <a:pt x="128455" y="16875"/>
                </a:lnTo>
                <a:lnTo>
                  <a:pt x="128455" y="16875"/>
                </a:lnTo>
                <a:lnTo>
                  <a:pt x="128785" y="16804"/>
                </a:lnTo>
                <a:lnTo>
                  <a:pt x="128785" y="16804"/>
                </a:lnTo>
                <a:lnTo>
                  <a:pt x="128864" y="16773"/>
                </a:lnTo>
                <a:close/>
                <a:moveTo>
                  <a:pt x="73227" y="6955"/>
                </a:moveTo>
                <a:lnTo>
                  <a:pt x="70773" y="7364"/>
                </a:lnTo>
                <a:lnTo>
                  <a:pt x="71080" y="7670"/>
                </a:lnTo>
                <a:lnTo>
                  <a:pt x="70159" y="7773"/>
                </a:lnTo>
                <a:lnTo>
                  <a:pt x="70466" y="8080"/>
                </a:lnTo>
                <a:lnTo>
                  <a:pt x="70466" y="8386"/>
                </a:lnTo>
                <a:lnTo>
                  <a:pt x="69443" y="8386"/>
                </a:lnTo>
                <a:lnTo>
                  <a:pt x="69955" y="8693"/>
                </a:lnTo>
                <a:lnTo>
                  <a:pt x="69545" y="9205"/>
                </a:lnTo>
                <a:lnTo>
                  <a:pt x="68318" y="9205"/>
                </a:lnTo>
                <a:lnTo>
                  <a:pt x="69545" y="8898"/>
                </a:lnTo>
                <a:lnTo>
                  <a:pt x="69136" y="8489"/>
                </a:lnTo>
                <a:lnTo>
                  <a:pt x="69443" y="7773"/>
                </a:lnTo>
                <a:lnTo>
                  <a:pt x="71284" y="6955"/>
                </a:lnTo>
                <a:lnTo>
                  <a:pt x="71284" y="6955"/>
                </a:lnTo>
                <a:lnTo>
                  <a:pt x="67193" y="8284"/>
                </a:lnTo>
                <a:lnTo>
                  <a:pt x="66682" y="8898"/>
                </a:lnTo>
                <a:lnTo>
                  <a:pt x="67909" y="9205"/>
                </a:lnTo>
                <a:lnTo>
                  <a:pt x="66477" y="9205"/>
                </a:lnTo>
                <a:lnTo>
                  <a:pt x="68114" y="9716"/>
                </a:lnTo>
                <a:lnTo>
                  <a:pt x="67909" y="9920"/>
                </a:lnTo>
                <a:lnTo>
                  <a:pt x="70875" y="10125"/>
                </a:lnTo>
                <a:lnTo>
                  <a:pt x="70875" y="10023"/>
                </a:lnTo>
                <a:lnTo>
                  <a:pt x="72205" y="10227"/>
                </a:lnTo>
                <a:lnTo>
                  <a:pt x="72614" y="9716"/>
                </a:lnTo>
                <a:lnTo>
                  <a:pt x="73534" y="9920"/>
                </a:lnTo>
                <a:lnTo>
                  <a:pt x="73432" y="10227"/>
                </a:lnTo>
                <a:lnTo>
                  <a:pt x="73841" y="10330"/>
                </a:lnTo>
                <a:lnTo>
                  <a:pt x="73636" y="10432"/>
                </a:lnTo>
                <a:lnTo>
                  <a:pt x="74148" y="10330"/>
                </a:lnTo>
                <a:lnTo>
                  <a:pt x="74250" y="10739"/>
                </a:lnTo>
                <a:lnTo>
                  <a:pt x="73432" y="11148"/>
                </a:lnTo>
                <a:lnTo>
                  <a:pt x="74685" y="10969"/>
                </a:lnTo>
                <a:lnTo>
                  <a:pt x="74761" y="11045"/>
                </a:lnTo>
                <a:lnTo>
                  <a:pt x="74557" y="11148"/>
                </a:lnTo>
                <a:lnTo>
                  <a:pt x="75375" y="11557"/>
                </a:lnTo>
                <a:lnTo>
                  <a:pt x="75477" y="12273"/>
                </a:lnTo>
                <a:lnTo>
                  <a:pt x="73534" y="13398"/>
                </a:lnTo>
                <a:lnTo>
                  <a:pt x="73636" y="13807"/>
                </a:lnTo>
                <a:lnTo>
                  <a:pt x="72000" y="14216"/>
                </a:lnTo>
                <a:lnTo>
                  <a:pt x="72000" y="14318"/>
                </a:lnTo>
                <a:lnTo>
                  <a:pt x="72000" y="14420"/>
                </a:lnTo>
                <a:lnTo>
                  <a:pt x="71898" y="14625"/>
                </a:lnTo>
                <a:lnTo>
                  <a:pt x="72000" y="14318"/>
                </a:lnTo>
                <a:lnTo>
                  <a:pt x="71080" y="14114"/>
                </a:lnTo>
                <a:lnTo>
                  <a:pt x="70057" y="14727"/>
                </a:lnTo>
                <a:lnTo>
                  <a:pt x="70977" y="15136"/>
                </a:lnTo>
                <a:lnTo>
                  <a:pt x="72307" y="14727"/>
                </a:lnTo>
                <a:lnTo>
                  <a:pt x="72818" y="14830"/>
                </a:lnTo>
                <a:lnTo>
                  <a:pt x="72716" y="15034"/>
                </a:lnTo>
                <a:lnTo>
                  <a:pt x="72716" y="15034"/>
                </a:lnTo>
                <a:lnTo>
                  <a:pt x="73330" y="14830"/>
                </a:lnTo>
                <a:lnTo>
                  <a:pt x="73125" y="15034"/>
                </a:lnTo>
                <a:lnTo>
                  <a:pt x="73739" y="15545"/>
                </a:lnTo>
                <a:lnTo>
                  <a:pt x="73636" y="15648"/>
                </a:lnTo>
                <a:lnTo>
                  <a:pt x="74148" y="15750"/>
                </a:lnTo>
                <a:lnTo>
                  <a:pt x="73636" y="15955"/>
                </a:lnTo>
                <a:lnTo>
                  <a:pt x="74250" y="16261"/>
                </a:lnTo>
                <a:lnTo>
                  <a:pt x="74045" y="16364"/>
                </a:lnTo>
                <a:lnTo>
                  <a:pt x="76909" y="17386"/>
                </a:lnTo>
                <a:lnTo>
                  <a:pt x="77318" y="17080"/>
                </a:lnTo>
                <a:lnTo>
                  <a:pt x="76398" y="16364"/>
                </a:lnTo>
                <a:lnTo>
                  <a:pt x="76500" y="16261"/>
                </a:lnTo>
                <a:lnTo>
                  <a:pt x="75989" y="15648"/>
                </a:lnTo>
                <a:lnTo>
                  <a:pt x="76705" y="15648"/>
                </a:lnTo>
                <a:lnTo>
                  <a:pt x="78034" y="16568"/>
                </a:lnTo>
                <a:lnTo>
                  <a:pt x="78239" y="16364"/>
                </a:lnTo>
                <a:lnTo>
                  <a:pt x="78545" y="16364"/>
                </a:lnTo>
                <a:lnTo>
                  <a:pt x="78545" y="15648"/>
                </a:lnTo>
                <a:lnTo>
                  <a:pt x="78955" y="15955"/>
                </a:lnTo>
                <a:lnTo>
                  <a:pt x="78955" y="15443"/>
                </a:lnTo>
                <a:lnTo>
                  <a:pt x="79057" y="15341"/>
                </a:lnTo>
                <a:lnTo>
                  <a:pt x="78750" y="15341"/>
                </a:lnTo>
                <a:lnTo>
                  <a:pt x="78545" y="15136"/>
                </a:lnTo>
                <a:lnTo>
                  <a:pt x="78955" y="14932"/>
                </a:lnTo>
                <a:lnTo>
                  <a:pt x="78648" y="14932"/>
                </a:lnTo>
                <a:lnTo>
                  <a:pt x="78955" y="14830"/>
                </a:lnTo>
                <a:lnTo>
                  <a:pt x="78648" y="14625"/>
                </a:lnTo>
                <a:lnTo>
                  <a:pt x="78034" y="14625"/>
                </a:lnTo>
                <a:lnTo>
                  <a:pt x="77830" y="14216"/>
                </a:lnTo>
                <a:lnTo>
                  <a:pt x="78034" y="14114"/>
                </a:lnTo>
                <a:lnTo>
                  <a:pt x="77523" y="14011"/>
                </a:lnTo>
                <a:lnTo>
                  <a:pt x="77727" y="13807"/>
                </a:lnTo>
                <a:lnTo>
                  <a:pt x="77318" y="13398"/>
                </a:lnTo>
                <a:lnTo>
                  <a:pt x="78341" y="13602"/>
                </a:lnTo>
                <a:lnTo>
                  <a:pt x="78136" y="13193"/>
                </a:lnTo>
                <a:lnTo>
                  <a:pt x="78545" y="13091"/>
                </a:lnTo>
                <a:lnTo>
                  <a:pt x="79466" y="13398"/>
                </a:lnTo>
                <a:lnTo>
                  <a:pt x="79159" y="13602"/>
                </a:lnTo>
                <a:lnTo>
                  <a:pt x="79159" y="13602"/>
                </a:lnTo>
                <a:lnTo>
                  <a:pt x="80284" y="13295"/>
                </a:lnTo>
                <a:lnTo>
                  <a:pt x="79466" y="13909"/>
                </a:lnTo>
                <a:lnTo>
                  <a:pt x="79568" y="14318"/>
                </a:lnTo>
                <a:lnTo>
                  <a:pt x="79977" y="14114"/>
                </a:lnTo>
                <a:lnTo>
                  <a:pt x="80182" y="14420"/>
                </a:lnTo>
                <a:lnTo>
                  <a:pt x="80489" y="14420"/>
                </a:lnTo>
                <a:lnTo>
                  <a:pt x="80693" y="13909"/>
                </a:lnTo>
                <a:lnTo>
                  <a:pt x="80489" y="13909"/>
                </a:lnTo>
                <a:lnTo>
                  <a:pt x="81818" y="13602"/>
                </a:lnTo>
                <a:lnTo>
                  <a:pt x="81511" y="13398"/>
                </a:lnTo>
                <a:lnTo>
                  <a:pt x="81716" y="13295"/>
                </a:lnTo>
                <a:lnTo>
                  <a:pt x="81614" y="13193"/>
                </a:lnTo>
                <a:lnTo>
                  <a:pt x="82023" y="13295"/>
                </a:lnTo>
                <a:lnTo>
                  <a:pt x="82023" y="12989"/>
                </a:lnTo>
                <a:lnTo>
                  <a:pt x="82227" y="12989"/>
                </a:lnTo>
                <a:lnTo>
                  <a:pt x="82227" y="12682"/>
                </a:lnTo>
                <a:lnTo>
                  <a:pt x="81000" y="12886"/>
                </a:lnTo>
                <a:lnTo>
                  <a:pt x="81716" y="12477"/>
                </a:lnTo>
                <a:lnTo>
                  <a:pt x="80591" y="12375"/>
                </a:lnTo>
                <a:lnTo>
                  <a:pt x="81307" y="12170"/>
                </a:lnTo>
                <a:lnTo>
                  <a:pt x="80591" y="11966"/>
                </a:lnTo>
                <a:lnTo>
                  <a:pt x="80795" y="11864"/>
                </a:lnTo>
                <a:lnTo>
                  <a:pt x="80284" y="12068"/>
                </a:lnTo>
                <a:lnTo>
                  <a:pt x="80386" y="11864"/>
                </a:lnTo>
                <a:lnTo>
                  <a:pt x="80080" y="11864"/>
                </a:lnTo>
                <a:lnTo>
                  <a:pt x="80182" y="11761"/>
                </a:lnTo>
                <a:lnTo>
                  <a:pt x="79670" y="11966"/>
                </a:lnTo>
                <a:lnTo>
                  <a:pt x="80080" y="11557"/>
                </a:lnTo>
                <a:lnTo>
                  <a:pt x="79670" y="11761"/>
                </a:lnTo>
                <a:lnTo>
                  <a:pt x="79466" y="11761"/>
                </a:lnTo>
                <a:lnTo>
                  <a:pt x="79568" y="11557"/>
                </a:lnTo>
                <a:lnTo>
                  <a:pt x="79773" y="11455"/>
                </a:lnTo>
                <a:lnTo>
                  <a:pt x="79057" y="11352"/>
                </a:lnTo>
                <a:lnTo>
                  <a:pt x="78955" y="11148"/>
                </a:lnTo>
                <a:lnTo>
                  <a:pt x="78239" y="11045"/>
                </a:lnTo>
                <a:lnTo>
                  <a:pt x="79466" y="10943"/>
                </a:lnTo>
                <a:lnTo>
                  <a:pt x="78648" y="10841"/>
                </a:lnTo>
                <a:lnTo>
                  <a:pt x="80284" y="10739"/>
                </a:lnTo>
                <a:lnTo>
                  <a:pt x="78648" y="10534"/>
                </a:lnTo>
                <a:lnTo>
                  <a:pt x="80080" y="10330"/>
                </a:lnTo>
                <a:lnTo>
                  <a:pt x="79670" y="10023"/>
                </a:lnTo>
                <a:lnTo>
                  <a:pt x="79057" y="10125"/>
                </a:lnTo>
                <a:lnTo>
                  <a:pt x="79364" y="9920"/>
                </a:lnTo>
                <a:lnTo>
                  <a:pt x="78443" y="10023"/>
                </a:lnTo>
                <a:lnTo>
                  <a:pt x="79568" y="9716"/>
                </a:lnTo>
                <a:lnTo>
                  <a:pt x="79466" y="9409"/>
                </a:lnTo>
                <a:lnTo>
                  <a:pt x="78750" y="9409"/>
                </a:lnTo>
                <a:lnTo>
                  <a:pt x="77625" y="10023"/>
                </a:lnTo>
                <a:lnTo>
                  <a:pt x="77420" y="9716"/>
                </a:lnTo>
                <a:lnTo>
                  <a:pt x="78545" y="9205"/>
                </a:lnTo>
                <a:lnTo>
                  <a:pt x="77216" y="9409"/>
                </a:lnTo>
                <a:lnTo>
                  <a:pt x="77216" y="9409"/>
                </a:lnTo>
                <a:lnTo>
                  <a:pt x="78341" y="8898"/>
                </a:lnTo>
                <a:lnTo>
                  <a:pt x="76500" y="8898"/>
                </a:lnTo>
                <a:lnTo>
                  <a:pt x="77011" y="8591"/>
                </a:lnTo>
                <a:lnTo>
                  <a:pt x="75886" y="9000"/>
                </a:lnTo>
                <a:lnTo>
                  <a:pt x="76398" y="8693"/>
                </a:lnTo>
                <a:lnTo>
                  <a:pt x="76091" y="8693"/>
                </a:lnTo>
                <a:lnTo>
                  <a:pt x="76807" y="8386"/>
                </a:lnTo>
                <a:lnTo>
                  <a:pt x="76807" y="8386"/>
                </a:lnTo>
                <a:lnTo>
                  <a:pt x="75580" y="8591"/>
                </a:lnTo>
                <a:lnTo>
                  <a:pt x="75580" y="8591"/>
                </a:lnTo>
                <a:lnTo>
                  <a:pt x="76500" y="8182"/>
                </a:lnTo>
                <a:lnTo>
                  <a:pt x="74761" y="7875"/>
                </a:lnTo>
                <a:lnTo>
                  <a:pt x="74761" y="7875"/>
                </a:lnTo>
                <a:lnTo>
                  <a:pt x="74864" y="8182"/>
                </a:lnTo>
                <a:lnTo>
                  <a:pt x="74045" y="8489"/>
                </a:lnTo>
                <a:lnTo>
                  <a:pt x="73739" y="8080"/>
                </a:lnTo>
                <a:lnTo>
                  <a:pt x="72511" y="8489"/>
                </a:lnTo>
                <a:lnTo>
                  <a:pt x="72818" y="8284"/>
                </a:lnTo>
                <a:lnTo>
                  <a:pt x="72716" y="8182"/>
                </a:lnTo>
                <a:lnTo>
                  <a:pt x="73125" y="7977"/>
                </a:lnTo>
                <a:lnTo>
                  <a:pt x="72614" y="8182"/>
                </a:lnTo>
                <a:lnTo>
                  <a:pt x="73534" y="7773"/>
                </a:lnTo>
                <a:lnTo>
                  <a:pt x="73227" y="6955"/>
                </a:lnTo>
                <a:close/>
                <a:moveTo>
                  <a:pt x="103500" y="0"/>
                </a:moveTo>
                <a:lnTo>
                  <a:pt x="103807" y="102"/>
                </a:lnTo>
                <a:lnTo>
                  <a:pt x="99205" y="205"/>
                </a:lnTo>
                <a:lnTo>
                  <a:pt x="101864" y="307"/>
                </a:lnTo>
                <a:lnTo>
                  <a:pt x="99614" y="409"/>
                </a:lnTo>
                <a:lnTo>
                  <a:pt x="100125" y="511"/>
                </a:lnTo>
                <a:lnTo>
                  <a:pt x="99818" y="818"/>
                </a:lnTo>
                <a:lnTo>
                  <a:pt x="97057" y="511"/>
                </a:lnTo>
                <a:lnTo>
                  <a:pt x="97057" y="818"/>
                </a:lnTo>
                <a:lnTo>
                  <a:pt x="94705" y="1023"/>
                </a:lnTo>
                <a:lnTo>
                  <a:pt x="94705" y="614"/>
                </a:lnTo>
                <a:lnTo>
                  <a:pt x="91841" y="818"/>
                </a:lnTo>
                <a:lnTo>
                  <a:pt x="92966" y="1227"/>
                </a:lnTo>
                <a:lnTo>
                  <a:pt x="90716" y="920"/>
                </a:lnTo>
                <a:lnTo>
                  <a:pt x="86625" y="1841"/>
                </a:lnTo>
                <a:lnTo>
                  <a:pt x="86932" y="2148"/>
                </a:lnTo>
                <a:lnTo>
                  <a:pt x="87955" y="2045"/>
                </a:lnTo>
                <a:lnTo>
                  <a:pt x="87955" y="2045"/>
                </a:lnTo>
                <a:lnTo>
                  <a:pt x="81818" y="3477"/>
                </a:lnTo>
                <a:lnTo>
                  <a:pt x="83148" y="3682"/>
                </a:lnTo>
                <a:lnTo>
                  <a:pt x="82841" y="3784"/>
                </a:lnTo>
                <a:lnTo>
                  <a:pt x="85091" y="3989"/>
                </a:lnTo>
                <a:lnTo>
                  <a:pt x="82023" y="4295"/>
                </a:lnTo>
                <a:lnTo>
                  <a:pt x="82125" y="4398"/>
                </a:lnTo>
                <a:lnTo>
                  <a:pt x="82125" y="4500"/>
                </a:lnTo>
                <a:lnTo>
                  <a:pt x="83557" y="4602"/>
                </a:lnTo>
                <a:lnTo>
                  <a:pt x="82534" y="4807"/>
                </a:lnTo>
                <a:lnTo>
                  <a:pt x="88568" y="5318"/>
                </a:lnTo>
                <a:lnTo>
                  <a:pt x="88568" y="5625"/>
                </a:lnTo>
                <a:lnTo>
                  <a:pt x="89489" y="6341"/>
                </a:lnTo>
                <a:lnTo>
                  <a:pt x="88670" y="6648"/>
                </a:lnTo>
                <a:lnTo>
                  <a:pt x="89386" y="6750"/>
                </a:lnTo>
                <a:lnTo>
                  <a:pt x="89182" y="7057"/>
                </a:lnTo>
                <a:lnTo>
                  <a:pt x="89386" y="7466"/>
                </a:lnTo>
                <a:lnTo>
                  <a:pt x="89386" y="7568"/>
                </a:lnTo>
                <a:lnTo>
                  <a:pt x="89591" y="7773"/>
                </a:lnTo>
                <a:lnTo>
                  <a:pt x="88977" y="7977"/>
                </a:lnTo>
                <a:lnTo>
                  <a:pt x="89080" y="8080"/>
                </a:lnTo>
                <a:lnTo>
                  <a:pt x="88773" y="8182"/>
                </a:lnTo>
                <a:lnTo>
                  <a:pt x="88773" y="8182"/>
                </a:lnTo>
                <a:lnTo>
                  <a:pt x="89386" y="8080"/>
                </a:lnTo>
                <a:lnTo>
                  <a:pt x="88568" y="8795"/>
                </a:lnTo>
                <a:lnTo>
                  <a:pt x="90102" y="8489"/>
                </a:lnTo>
                <a:lnTo>
                  <a:pt x="90102" y="8591"/>
                </a:lnTo>
                <a:lnTo>
                  <a:pt x="90205" y="8591"/>
                </a:lnTo>
                <a:lnTo>
                  <a:pt x="90205" y="8693"/>
                </a:lnTo>
                <a:lnTo>
                  <a:pt x="91023" y="8693"/>
                </a:lnTo>
                <a:lnTo>
                  <a:pt x="90000" y="9102"/>
                </a:lnTo>
                <a:lnTo>
                  <a:pt x="91227" y="9205"/>
                </a:lnTo>
                <a:lnTo>
                  <a:pt x="90716" y="9205"/>
                </a:lnTo>
                <a:lnTo>
                  <a:pt x="91023" y="9409"/>
                </a:lnTo>
                <a:lnTo>
                  <a:pt x="91227" y="9716"/>
                </a:lnTo>
                <a:lnTo>
                  <a:pt x="88875" y="9614"/>
                </a:lnTo>
                <a:lnTo>
                  <a:pt x="91330" y="10125"/>
                </a:lnTo>
                <a:lnTo>
                  <a:pt x="90511" y="10739"/>
                </a:lnTo>
                <a:lnTo>
                  <a:pt x="91023" y="10739"/>
                </a:lnTo>
                <a:lnTo>
                  <a:pt x="90511" y="10841"/>
                </a:lnTo>
                <a:lnTo>
                  <a:pt x="90205" y="11148"/>
                </a:lnTo>
                <a:lnTo>
                  <a:pt x="90511" y="11148"/>
                </a:lnTo>
                <a:lnTo>
                  <a:pt x="88568" y="11557"/>
                </a:lnTo>
                <a:lnTo>
                  <a:pt x="90102" y="11455"/>
                </a:lnTo>
                <a:lnTo>
                  <a:pt x="88057" y="12170"/>
                </a:lnTo>
                <a:lnTo>
                  <a:pt x="90102" y="11966"/>
                </a:lnTo>
                <a:lnTo>
                  <a:pt x="89898" y="12068"/>
                </a:lnTo>
                <a:lnTo>
                  <a:pt x="90205" y="12273"/>
                </a:lnTo>
                <a:lnTo>
                  <a:pt x="88261" y="12273"/>
                </a:lnTo>
                <a:lnTo>
                  <a:pt x="87955" y="12784"/>
                </a:lnTo>
                <a:lnTo>
                  <a:pt x="88773" y="12784"/>
                </a:lnTo>
                <a:lnTo>
                  <a:pt x="87648" y="13500"/>
                </a:lnTo>
                <a:lnTo>
                  <a:pt x="89489" y="12784"/>
                </a:lnTo>
                <a:lnTo>
                  <a:pt x="89489" y="12784"/>
                </a:lnTo>
                <a:lnTo>
                  <a:pt x="87750" y="13602"/>
                </a:lnTo>
                <a:lnTo>
                  <a:pt x="87852" y="13602"/>
                </a:lnTo>
                <a:lnTo>
                  <a:pt x="87750" y="14011"/>
                </a:lnTo>
                <a:lnTo>
                  <a:pt x="89182" y="13807"/>
                </a:lnTo>
                <a:lnTo>
                  <a:pt x="88261" y="14114"/>
                </a:lnTo>
                <a:lnTo>
                  <a:pt x="88057" y="15239"/>
                </a:lnTo>
                <a:lnTo>
                  <a:pt x="88773" y="14727"/>
                </a:lnTo>
                <a:lnTo>
                  <a:pt x="89080" y="14318"/>
                </a:lnTo>
                <a:lnTo>
                  <a:pt x="89489" y="15034"/>
                </a:lnTo>
                <a:lnTo>
                  <a:pt x="88466" y="15034"/>
                </a:lnTo>
                <a:lnTo>
                  <a:pt x="88364" y="15341"/>
                </a:lnTo>
                <a:lnTo>
                  <a:pt x="89080" y="15136"/>
                </a:lnTo>
                <a:lnTo>
                  <a:pt x="88977" y="15239"/>
                </a:lnTo>
                <a:lnTo>
                  <a:pt x="89182" y="15239"/>
                </a:lnTo>
                <a:lnTo>
                  <a:pt x="88261" y="15443"/>
                </a:lnTo>
                <a:lnTo>
                  <a:pt x="88568" y="16466"/>
                </a:lnTo>
                <a:lnTo>
                  <a:pt x="89080" y="16261"/>
                </a:lnTo>
                <a:lnTo>
                  <a:pt x="88568" y="16773"/>
                </a:lnTo>
                <a:lnTo>
                  <a:pt x="89386" y="17182"/>
                </a:lnTo>
                <a:lnTo>
                  <a:pt x="88977" y="17591"/>
                </a:lnTo>
                <a:lnTo>
                  <a:pt x="89386" y="18205"/>
                </a:lnTo>
                <a:lnTo>
                  <a:pt x="89795" y="18205"/>
                </a:lnTo>
                <a:lnTo>
                  <a:pt x="89386" y="18409"/>
                </a:lnTo>
                <a:lnTo>
                  <a:pt x="89795" y="18409"/>
                </a:lnTo>
                <a:lnTo>
                  <a:pt x="89795" y="18307"/>
                </a:lnTo>
                <a:lnTo>
                  <a:pt x="91227" y="18000"/>
                </a:lnTo>
                <a:lnTo>
                  <a:pt x="91023" y="18614"/>
                </a:lnTo>
                <a:lnTo>
                  <a:pt x="91943" y="18511"/>
                </a:lnTo>
                <a:lnTo>
                  <a:pt x="91943" y="18511"/>
                </a:lnTo>
                <a:lnTo>
                  <a:pt x="91330" y="18920"/>
                </a:lnTo>
                <a:lnTo>
                  <a:pt x="91330" y="18920"/>
                </a:lnTo>
                <a:lnTo>
                  <a:pt x="92148" y="18818"/>
                </a:lnTo>
                <a:lnTo>
                  <a:pt x="92148" y="19227"/>
                </a:lnTo>
                <a:lnTo>
                  <a:pt x="92455" y="19227"/>
                </a:lnTo>
                <a:lnTo>
                  <a:pt x="92250" y="19125"/>
                </a:lnTo>
                <a:lnTo>
                  <a:pt x="92966" y="18920"/>
                </a:lnTo>
                <a:lnTo>
                  <a:pt x="92455" y="18614"/>
                </a:lnTo>
                <a:lnTo>
                  <a:pt x="93375" y="18409"/>
                </a:lnTo>
                <a:lnTo>
                  <a:pt x="93989" y="17591"/>
                </a:lnTo>
                <a:lnTo>
                  <a:pt x="93784" y="17489"/>
                </a:lnTo>
                <a:lnTo>
                  <a:pt x="94091" y="17386"/>
                </a:lnTo>
                <a:lnTo>
                  <a:pt x="94295" y="16670"/>
                </a:lnTo>
                <a:lnTo>
                  <a:pt x="93784" y="16568"/>
                </a:lnTo>
                <a:lnTo>
                  <a:pt x="94807" y="16364"/>
                </a:lnTo>
                <a:lnTo>
                  <a:pt x="94500" y="16159"/>
                </a:lnTo>
                <a:lnTo>
                  <a:pt x="95830" y="15648"/>
                </a:lnTo>
                <a:lnTo>
                  <a:pt x="95830" y="15239"/>
                </a:lnTo>
                <a:lnTo>
                  <a:pt x="95216" y="15136"/>
                </a:lnTo>
                <a:lnTo>
                  <a:pt x="96136" y="15034"/>
                </a:lnTo>
                <a:lnTo>
                  <a:pt x="95830" y="14625"/>
                </a:lnTo>
                <a:lnTo>
                  <a:pt x="96955" y="14216"/>
                </a:lnTo>
                <a:lnTo>
                  <a:pt x="96545" y="14011"/>
                </a:lnTo>
                <a:lnTo>
                  <a:pt x="98489" y="13398"/>
                </a:lnTo>
                <a:lnTo>
                  <a:pt x="98182" y="13295"/>
                </a:lnTo>
                <a:lnTo>
                  <a:pt x="98795" y="13295"/>
                </a:lnTo>
                <a:lnTo>
                  <a:pt x="98386" y="13909"/>
                </a:lnTo>
                <a:lnTo>
                  <a:pt x="99205" y="13602"/>
                </a:lnTo>
                <a:lnTo>
                  <a:pt x="99307" y="13705"/>
                </a:lnTo>
                <a:lnTo>
                  <a:pt x="102580" y="11659"/>
                </a:lnTo>
                <a:lnTo>
                  <a:pt x="102682" y="11455"/>
                </a:lnTo>
                <a:lnTo>
                  <a:pt x="109125" y="10227"/>
                </a:lnTo>
                <a:lnTo>
                  <a:pt x="109023" y="10227"/>
                </a:lnTo>
                <a:lnTo>
                  <a:pt x="109636" y="10023"/>
                </a:lnTo>
                <a:lnTo>
                  <a:pt x="106159" y="10023"/>
                </a:lnTo>
                <a:lnTo>
                  <a:pt x="106977" y="9716"/>
                </a:lnTo>
                <a:lnTo>
                  <a:pt x="105239" y="9716"/>
                </a:lnTo>
                <a:lnTo>
                  <a:pt x="105852" y="9205"/>
                </a:lnTo>
                <a:lnTo>
                  <a:pt x="107386" y="9205"/>
                </a:lnTo>
                <a:lnTo>
                  <a:pt x="106773" y="8693"/>
                </a:lnTo>
                <a:lnTo>
                  <a:pt x="108409" y="9102"/>
                </a:lnTo>
                <a:lnTo>
                  <a:pt x="109023" y="9716"/>
                </a:lnTo>
                <a:lnTo>
                  <a:pt x="109636" y="9307"/>
                </a:lnTo>
                <a:lnTo>
                  <a:pt x="109636" y="9716"/>
                </a:lnTo>
                <a:lnTo>
                  <a:pt x="110148" y="9307"/>
                </a:lnTo>
                <a:lnTo>
                  <a:pt x="110148" y="8795"/>
                </a:lnTo>
                <a:lnTo>
                  <a:pt x="109739" y="9000"/>
                </a:lnTo>
                <a:lnTo>
                  <a:pt x="110148" y="8591"/>
                </a:lnTo>
                <a:lnTo>
                  <a:pt x="108205" y="8080"/>
                </a:lnTo>
                <a:lnTo>
                  <a:pt x="108511" y="7977"/>
                </a:lnTo>
                <a:lnTo>
                  <a:pt x="108307" y="7670"/>
                </a:lnTo>
                <a:lnTo>
                  <a:pt x="107284" y="7773"/>
                </a:lnTo>
                <a:lnTo>
                  <a:pt x="107284" y="7773"/>
                </a:lnTo>
                <a:lnTo>
                  <a:pt x="108211" y="7587"/>
                </a:lnTo>
                <a:lnTo>
                  <a:pt x="108211" y="7587"/>
                </a:lnTo>
                <a:lnTo>
                  <a:pt x="106875" y="7466"/>
                </a:lnTo>
                <a:lnTo>
                  <a:pt x="107489" y="7364"/>
                </a:lnTo>
                <a:lnTo>
                  <a:pt x="107080" y="7159"/>
                </a:lnTo>
                <a:lnTo>
                  <a:pt x="108716" y="7159"/>
                </a:lnTo>
                <a:lnTo>
                  <a:pt x="108307" y="6852"/>
                </a:lnTo>
                <a:lnTo>
                  <a:pt x="111375" y="7159"/>
                </a:lnTo>
                <a:lnTo>
                  <a:pt x="111068" y="6750"/>
                </a:lnTo>
                <a:lnTo>
                  <a:pt x="110352" y="6750"/>
                </a:lnTo>
                <a:lnTo>
                  <a:pt x="110352" y="6545"/>
                </a:lnTo>
                <a:lnTo>
                  <a:pt x="110659" y="6239"/>
                </a:lnTo>
                <a:lnTo>
                  <a:pt x="110557" y="6545"/>
                </a:lnTo>
                <a:lnTo>
                  <a:pt x="112295" y="6443"/>
                </a:lnTo>
                <a:lnTo>
                  <a:pt x="111989" y="6034"/>
                </a:lnTo>
                <a:lnTo>
                  <a:pt x="111273" y="6239"/>
                </a:lnTo>
                <a:lnTo>
                  <a:pt x="111273" y="5830"/>
                </a:lnTo>
                <a:lnTo>
                  <a:pt x="110557" y="5830"/>
                </a:lnTo>
                <a:lnTo>
                  <a:pt x="111784" y="5727"/>
                </a:lnTo>
                <a:lnTo>
                  <a:pt x="112091" y="5830"/>
                </a:lnTo>
                <a:lnTo>
                  <a:pt x="112193" y="5011"/>
                </a:lnTo>
                <a:lnTo>
                  <a:pt x="111375" y="4909"/>
                </a:lnTo>
                <a:lnTo>
                  <a:pt x="111068" y="4705"/>
                </a:lnTo>
                <a:lnTo>
                  <a:pt x="110659" y="4602"/>
                </a:lnTo>
                <a:lnTo>
                  <a:pt x="113011" y="4500"/>
                </a:lnTo>
                <a:lnTo>
                  <a:pt x="113216" y="4091"/>
                </a:lnTo>
                <a:lnTo>
                  <a:pt x="111989" y="3886"/>
                </a:lnTo>
                <a:lnTo>
                  <a:pt x="112807" y="3886"/>
                </a:lnTo>
                <a:lnTo>
                  <a:pt x="111580" y="3784"/>
                </a:lnTo>
                <a:lnTo>
                  <a:pt x="112091" y="3170"/>
                </a:lnTo>
                <a:lnTo>
                  <a:pt x="111989" y="3068"/>
                </a:lnTo>
                <a:lnTo>
                  <a:pt x="113114" y="2557"/>
                </a:lnTo>
                <a:lnTo>
                  <a:pt x="112909" y="2352"/>
                </a:lnTo>
                <a:lnTo>
                  <a:pt x="113216" y="1943"/>
                </a:lnTo>
                <a:lnTo>
                  <a:pt x="115261" y="1841"/>
                </a:lnTo>
                <a:lnTo>
                  <a:pt x="114750" y="1739"/>
                </a:lnTo>
                <a:lnTo>
                  <a:pt x="116284" y="1534"/>
                </a:lnTo>
                <a:lnTo>
                  <a:pt x="116080" y="1432"/>
                </a:lnTo>
                <a:lnTo>
                  <a:pt x="117818" y="1125"/>
                </a:lnTo>
                <a:lnTo>
                  <a:pt x="111273" y="1636"/>
                </a:lnTo>
                <a:lnTo>
                  <a:pt x="111273" y="1636"/>
                </a:lnTo>
                <a:lnTo>
                  <a:pt x="112398" y="1125"/>
                </a:lnTo>
                <a:lnTo>
                  <a:pt x="107898" y="818"/>
                </a:lnTo>
                <a:lnTo>
                  <a:pt x="112500" y="409"/>
                </a:lnTo>
                <a:lnTo>
                  <a:pt x="106977" y="205"/>
                </a:lnTo>
                <a:lnTo>
                  <a:pt x="110352" y="0"/>
                </a:lnTo>
                <a:close/>
                <a:moveTo>
                  <a:pt x="5114" y="22807"/>
                </a:moveTo>
                <a:lnTo>
                  <a:pt x="5069" y="22823"/>
                </a:lnTo>
                <a:lnTo>
                  <a:pt x="5069" y="22823"/>
                </a:lnTo>
                <a:lnTo>
                  <a:pt x="5011" y="22909"/>
                </a:lnTo>
                <a:lnTo>
                  <a:pt x="5114" y="22807"/>
                </a:lnTo>
                <a:close/>
                <a:moveTo>
                  <a:pt x="133057" y="23011"/>
                </a:moveTo>
                <a:lnTo>
                  <a:pt x="132955" y="23216"/>
                </a:lnTo>
                <a:lnTo>
                  <a:pt x="132443" y="23216"/>
                </a:lnTo>
                <a:lnTo>
                  <a:pt x="132955" y="23727"/>
                </a:lnTo>
                <a:lnTo>
                  <a:pt x="133261" y="23727"/>
                </a:lnTo>
                <a:lnTo>
                  <a:pt x="133568" y="23216"/>
                </a:lnTo>
                <a:lnTo>
                  <a:pt x="133057" y="23011"/>
                </a:lnTo>
                <a:close/>
                <a:moveTo>
                  <a:pt x="1125" y="23625"/>
                </a:moveTo>
                <a:lnTo>
                  <a:pt x="102" y="24034"/>
                </a:lnTo>
                <a:lnTo>
                  <a:pt x="1120" y="23634"/>
                </a:lnTo>
                <a:lnTo>
                  <a:pt x="1120" y="23634"/>
                </a:lnTo>
                <a:lnTo>
                  <a:pt x="1125" y="23625"/>
                </a:lnTo>
                <a:close/>
                <a:moveTo>
                  <a:pt x="102" y="24034"/>
                </a:moveTo>
                <a:lnTo>
                  <a:pt x="102" y="24034"/>
                </a:lnTo>
                <a:lnTo>
                  <a:pt x="102" y="24034"/>
                </a:lnTo>
                <a:close/>
                <a:moveTo>
                  <a:pt x="138170" y="24136"/>
                </a:moveTo>
                <a:lnTo>
                  <a:pt x="138375" y="24239"/>
                </a:lnTo>
                <a:lnTo>
                  <a:pt x="138477" y="24239"/>
                </a:lnTo>
                <a:lnTo>
                  <a:pt x="138170" y="24136"/>
                </a:lnTo>
                <a:close/>
                <a:moveTo>
                  <a:pt x="118534" y="23523"/>
                </a:moveTo>
                <a:lnTo>
                  <a:pt x="118636" y="23625"/>
                </a:lnTo>
                <a:lnTo>
                  <a:pt x="118330" y="23932"/>
                </a:lnTo>
                <a:lnTo>
                  <a:pt x="118330" y="23727"/>
                </a:lnTo>
                <a:lnTo>
                  <a:pt x="117818" y="23830"/>
                </a:lnTo>
                <a:lnTo>
                  <a:pt x="117511" y="24239"/>
                </a:lnTo>
                <a:lnTo>
                  <a:pt x="117920" y="24239"/>
                </a:lnTo>
                <a:lnTo>
                  <a:pt x="117614" y="24648"/>
                </a:lnTo>
                <a:lnTo>
                  <a:pt x="116489" y="24750"/>
                </a:lnTo>
                <a:lnTo>
                  <a:pt x="116591" y="24852"/>
                </a:lnTo>
                <a:lnTo>
                  <a:pt x="116591" y="25057"/>
                </a:lnTo>
                <a:lnTo>
                  <a:pt x="116795" y="24955"/>
                </a:lnTo>
                <a:lnTo>
                  <a:pt x="116693" y="25261"/>
                </a:lnTo>
                <a:lnTo>
                  <a:pt x="116386" y="25364"/>
                </a:lnTo>
                <a:lnTo>
                  <a:pt x="116386" y="25466"/>
                </a:lnTo>
                <a:lnTo>
                  <a:pt x="116591" y="25466"/>
                </a:lnTo>
                <a:lnTo>
                  <a:pt x="116591" y="25568"/>
                </a:lnTo>
                <a:lnTo>
                  <a:pt x="117307" y="25670"/>
                </a:lnTo>
                <a:lnTo>
                  <a:pt x="116489" y="26284"/>
                </a:lnTo>
                <a:lnTo>
                  <a:pt x="116489" y="26284"/>
                </a:lnTo>
                <a:lnTo>
                  <a:pt x="117409" y="26182"/>
                </a:lnTo>
                <a:lnTo>
                  <a:pt x="116489" y="26489"/>
                </a:lnTo>
                <a:lnTo>
                  <a:pt x="116591" y="26591"/>
                </a:lnTo>
                <a:lnTo>
                  <a:pt x="116080" y="26693"/>
                </a:lnTo>
                <a:lnTo>
                  <a:pt x="116489" y="26693"/>
                </a:lnTo>
                <a:lnTo>
                  <a:pt x="116080" y="27000"/>
                </a:lnTo>
                <a:lnTo>
                  <a:pt x="116693" y="27000"/>
                </a:lnTo>
                <a:lnTo>
                  <a:pt x="116284" y="27205"/>
                </a:lnTo>
                <a:lnTo>
                  <a:pt x="116284" y="27205"/>
                </a:lnTo>
                <a:lnTo>
                  <a:pt x="116693" y="27102"/>
                </a:lnTo>
                <a:lnTo>
                  <a:pt x="116489" y="27307"/>
                </a:lnTo>
                <a:lnTo>
                  <a:pt x="119250" y="26591"/>
                </a:lnTo>
                <a:lnTo>
                  <a:pt x="119148" y="26489"/>
                </a:lnTo>
                <a:lnTo>
                  <a:pt x="119455" y="24852"/>
                </a:lnTo>
                <a:lnTo>
                  <a:pt x="119352" y="24750"/>
                </a:lnTo>
                <a:lnTo>
                  <a:pt x="119966" y="24545"/>
                </a:lnTo>
                <a:lnTo>
                  <a:pt x="119864" y="24341"/>
                </a:lnTo>
                <a:lnTo>
                  <a:pt x="119659" y="24239"/>
                </a:lnTo>
                <a:lnTo>
                  <a:pt x="119455" y="23727"/>
                </a:lnTo>
                <a:lnTo>
                  <a:pt x="118636" y="23830"/>
                </a:lnTo>
                <a:lnTo>
                  <a:pt x="118841" y="23625"/>
                </a:lnTo>
                <a:lnTo>
                  <a:pt x="118534" y="23523"/>
                </a:lnTo>
                <a:close/>
                <a:moveTo>
                  <a:pt x="121398" y="20455"/>
                </a:moveTo>
                <a:lnTo>
                  <a:pt x="120477" y="20761"/>
                </a:lnTo>
                <a:lnTo>
                  <a:pt x="119966" y="21682"/>
                </a:lnTo>
                <a:lnTo>
                  <a:pt x="119761" y="22091"/>
                </a:lnTo>
                <a:lnTo>
                  <a:pt x="119864" y="22091"/>
                </a:lnTo>
                <a:lnTo>
                  <a:pt x="119557" y="22295"/>
                </a:lnTo>
                <a:lnTo>
                  <a:pt x="120273" y="22193"/>
                </a:lnTo>
                <a:lnTo>
                  <a:pt x="119966" y="23523"/>
                </a:lnTo>
                <a:lnTo>
                  <a:pt x="120170" y="23011"/>
                </a:lnTo>
                <a:lnTo>
                  <a:pt x="120580" y="22807"/>
                </a:lnTo>
                <a:lnTo>
                  <a:pt x="120682" y="23011"/>
                </a:lnTo>
                <a:lnTo>
                  <a:pt x="120375" y="24239"/>
                </a:lnTo>
                <a:lnTo>
                  <a:pt x="121807" y="23932"/>
                </a:lnTo>
                <a:lnTo>
                  <a:pt x="122011" y="25568"/>
                </a:lnTo>
                <a:lnTo>
                  <a:pt x="120580" y="26080"/>
                </a:lnTo>
                <a:lnTo>
                  <a:pt x="120580" y="26080"/>
                </a:lnTo>
                <a:lnTo>
                  <a:pt x="120989" y="25977"/>
                </a:lnTo>
                <a:lnTo>
                  <a:pt x="121091" y="26284"/>
                </a:lnTo>
                <a:lnTo>
                  <a:pt x="120068" y="27000"/>
                </a:lnTo>
                <a:lnTo>
                  <a:pt x="120989" y="27205"/>
                </a:lnTo>
                <a:lnTo>
                  <a:pt x="120886" y="27307"/>
                </a:lnTo>
                <a:lnTo>
                  <a:pt x="121602" y="27409"/>
                </a:lnTo>
                <a:lnTo>
                  <a:pt x="122216" y="27102"/>
                </a:lnTo>
                <a:lnTo>
                  <a:pt x="121602" y="27614"/>
                </a:lnTo>
                <a:lnTo>
                  <a:pt x="120989" y="27614"/>
                </a:lnTo>
                <a:lnTo>
                  <a:pt x="119761" y="28739"/>
                </a:lnTo>
                <a:lnTo>
                  <a:pt x="120068" y="28841"/>
                </a:lnTo>
                <a:lnTo>
                  <a:pt x="120375" y="28534"/>
                </a:lnTo>
                <a:lnTo>
                  <a:pt x="121091" y="28534"/>
                </a:lnTo>
                <a:lnTo>
                  <a:pt x="121807" y="28125"/>
                </a:lnTo>
                <a:lnTo>
                  <a:pt x="122625" y="28227"/>
                </a:lnTo>
                <a:lnTo>
                  <a:pt x="122523" y="28125"/>
                </a:lnTo>
                <a:lnTo>
                  <a:pt x="123136" y="28023"/>
                </a:lnTo>
                <a:lnTo>
                  <a:pt x="123034" y="27920"/>
                </a:lnTo>
                <a:lnTo>
                  <a:pt x="124773" y="27920"/>
                </a:lnTo>
                <a:lnTo>
                  <a:pt x="125182" y="27409"/>
                </a:lnTo>
                <a:lnTo>
                  <a:pt x="124466" y="27409"/>
                </a:lnTo>
                <a:lnTo>
                  <a:pt x="125080" y="26898"/>
                </a:lnTo>
                <a:lnTo>
                  <a:pt x="125284" y="25977"/>
                </a:lnTo>
                <a:lnTo>
                  <a:pt x="124159" y="25977"/>
                </a:lnTo>
                <a:lnTo>
                  <a:pt x="123648" y="25159"/>
                </a:lnTo>
                <a:lnTo>
                  <a:pt x="124261" y="25261"/>
                </a:lnTo>
                <a:lnTo>
                  <a:pt x="124261" y="25261"/>
                </a:lnTo>
                <a:lnTo>
                  <a:pt x="124057" y="24750"/>
                </a:lnTo>
                <a:lnTo>
                  <a:pt x="123239" y="24239"/>
                </a:lnTo>
                <a:lnTo>
                  <a:pt x="122932" y="23420"/>
                </a:lnTo>
                <a:lnTo>
                  <a:pt x="121295" y="22807"/>
                </a:lnTo>
                <a:lnTo>
                  <a:pt x="122011" y="22705"/>
                </a:lnTo>
                <a:lnTo>
                  <a:pt x="121705" y="22602"/>
                </a:lnTo>
                <a:lnTo>
                  <a:pt x="122318" y="22295"/>
                </a:lnTo>
                <a:lnTo>
                  <a:pt x="122830" y="21580"/>
                </a:lnTo>
                <a:lnTo>
                  <a:pt x="121091" y="21375"/>
                </a:lnTo>
                <a:lnTo>
                  <a:pt x="121295" y="21170"/>
                </a:lnTo>
                <a:lnTo>
                  <a:pt x="121193" y="21170"/>
                </a:lnTo>
                <a:lnTo>
                  <a:pt x="121807" y="20659"/>
                </a:lnTo>
                <a:lnTo>
                  <a:pt x="121398" y="20455"/>
                </a:lnTo>
                <a:close/>
                <a:moveTo>
                  <a:pt x="23830" y="27920"/>
                </a:moveTo>
                <a:lnTo>
                  <a:pt x="23523" y="28330"/>
                </a:lnTo>
                <a:lnTo>
                  <a:pt x="24034" y="28227"/>
                </a:lnTo>
                <a:lnTo>
                  <a:pt x="23932" y="28432"/>
                </a:lnTo>
                <a:lnTo>
                  <a:pt x="23523" y="28534"/>
                </a:lnTo>
                <a:lnTo>
                  <a:pt x="23625" y="28534"/>
                </a:lnTo>
                <a:lnTo>
                  <a:pt x="23420" y="28739"/>
                </a:lnTo>
                <a:lnTo>
                  <a:pt x="23830" y="28739"/>
                </a:lnTo>
                <a:lnTo>
                  <a:pt x="23932" y="28636"/>
                </a:lnTo>
                <a:lnTo>
                  <a:pt x="24034" y="28943"/>
                </a:lnTo>
                <a:lnTo>
                  <a:pt x="24443" y="29148"/>
                </a:lnTo>
                <a:lnTo>
                  <a:pt x="24034" y="29455"/>
                </a:lnTo>
                <a:lnTo>
                  <a:pt x="24443" y="29455"/>
                </a:lnTo>
                <a:lnTo>
                  <a:pt x="24341" y="29557"/>
                </a:lnTo>
                <a:lnTo>
                  <a:pt x="24545" y="29659"/>
                </a:lnTo>
                <a:lnTo>
                  <a:pt x="24341" y="29761"/>
                </a:lnTo>
                <a:lnTo>
                  <a:pt x="25261" y="29557"/>
                </a:lnTo>
                <a:lnTo>
                  <a:pt x="25057" y="30273"/>
                </a:lnTo>
                <a:lnTo>
                  <a:pt x="25057" y="30273"/>
                </a:lnTo>
                <a:lnTo>
                  <a:pt x="25875" y="30170"/>
                </a:lnTo>
                <a:lnTo>
                  <a:pt x="25466" y="28534"/>
                </a:lnTo>
                <a:lnTo>
                  <a:pt x="23830" y="27920"/>
                </a:lnTo>
                <a:close/>
                <a:moveTo>
                  <a:pt x="25875" y="30170"/>
                </a:moveTo>
                <a:lnTo>
                  <a:pt x="25875" y="30273"/>
                </a:lnTo>
                <a:lnTo>
                  <a:pt x="25977" y="30170"/>
                </a:lnTo>
                <a:close/>
                <a:moveTo>
                  <a:pt x="72102" y="30989"/>
                </a:moveTo>
                <a:lnTo>
                  <a:pt x="72146" y="31003"/>
                </a:lnTo>
                <a:lnTo>
                  <a:pt x="72146" y="31003"/>
                </a:lnTo>
                <a:lnTo>
                  <a:pt x="72205" y="30989"/>
                </a:lnTo>
                <a:close/>
                <a:moveTo>
                  <a:pt x="25568" y="31398"/>
                </a:moveTo>
                <a:lnTo>
                  <a:pt x="25364" y="31500"/>
                </a:lnTo>
                <a:lnTo>
                  <a:pt x="25364" y="31500"/>
                </a:lnTo>
                <a:lnTo>
                  <a:pt x="25466" y="31398"/>
                </a:lnTo>
                <a:close/>
                <a:moveTo>
                  <a:pt x="80386" y="31500"/>
                </a:moveTo>
                <a:lnTo>
                  <a:pt x="80386" y="31500"/>
                </a:lnTo>
                <a:lnTo>
                  <a:pt x="80386" y="31500"/>
                </a:lnTo>
                <a:close/>
                <a:moveTo>
                  <a:pt x="80693" y="27307"/>
                </a:moveTo>
                <a:lnTo>
                  <a:pt x="80182" y="27409"/>
                </a:lnTo>
                <a:lnTo>
                  <a:pt x="78136" y="29864"/>
                </a:lnTo>
                <a:lnTo>
                  <a:pt x="77625" y="29966"/>
                </a:lnTo>
                <a:lnTo>
                  <a:pt x="77318" y="30170"/>
                </a:lnTo>
                <a:lnTo>
                  <a:pt x="77420" y="30068"/>
                </a:lnTo>
                <a:lnTo>
                  <a:pt x="77011" y="30273"/>
                </a:lnTo>
                <a:lnTo>
                  <a:pt x="77727" y="30273"/>
                </a:lnTo>
                <a:lnTo>
                  <a:pt x="76705" y="30989"/>
                </a:lnTo>
                <a:lnTo>
                  <a:pt x="79466" y="30989"/>
                </a:lnTo>
                <a:lnTo>
                  <a:pt x="79159" y="31295"/>
                </a:lnTo>
                <a:lnTo>
                  <a:pt x="80284" y="31193"/>
                </a:lnTo>
                <a:lnTo>
                  <a:pt x="79261" y="32011"/>
                </a:lnTo>
                <a:lnTo>
                  <a:pt x="80489" y="31295"/>
                </a:lnTo>
                <a:lnTo>
                  <a:pt x="80386" y="31500"/>
                </a:lnTo>
                <a:lnTo>
                  <a:pt x="80795" y="30989"/>
                </a:lnTo>
                <a:lnTo>
                  <a:pt x="81000" y="31398"/>
                </a:lnTo>
                <a:lnTo>
                  <a:pt x="80591" y="32011"/>
                </a:lnTo>
                <a:lnTo>
                  <a:pt x="81102" y="31705"/>
                </a:lnTo>
                <a:lnTo>
                  <a:pt x="81000" y="32216"/>
                </a:lnTo>
                <a:lnTo>
                  <a:pt x="81000" y="32216"/>
                </a:lnTo>
                <a:lnTo>
                  <a:pt x="81409" y="32114"/>
                </a:lnTo>
                <a:lnTo>
                  <a:pt x="81920" y="31091"/>
                </a:lnTo>
                <a:lnTo>
                  <a:pt x="81511" y="31398"/>
                </a:lnTo>
                <a:lnTo>
                  <a:pt x="81920" y="30682"/>
                </a:lnTo>
                <a:lnTo>
                  <a:pt x="81205" y="31193"/>
                </a:lnTo>
                <a:lnTo>
                  <a:pt x="81205" y="31193"/>
                </a:lnTo>
                <a:lnTo>
                  <a:pt x="81307" y="30784"/>
                </a:lnTo>
                <a:lnTo>
                  <a:pt x="81102" y="30784"/>
                </a:lnTo>
                <a:lnTo>
                  <a:pt x="81920" y="30170"/>
                </a:lnTo>
                <a:lnTo>
                  <a:pt x="81920" y="30170"/>
                </a:lnTo>
                <a:lnTo>
                  <a:pt x="81000" y="30477"/>
                </a:lnTo>
                <a:lnTo>
                  <a:pt x="81409" y="30170"/>
                </a:lnTo>
                <a:lnTo>
                  <a:pt x="81205" y="30068"/>
                </a:lnTo>
                <a:lnTo>
                  <a:pt x="81307" y="29966"/>
                </a:lnTo>
                <a:lnTo>
                  <a:pt x="81102" y="30068"/>
                </a:lnTo>
                <a:lnTo>
                  <a:pt x="81716" y="29557"/>
                </a:lnTo>
                <a:lnTo>
                  <a:pt x="81000" y="29455"/>
                </a:lnTo>
                <a:lnTo>
                  <a:pt x="81102" y="29250"/>
                </a:lnTo>
                <a:lnTo>
                  <a:pt x="80284" y="29761"/>
                </a:lnTo>
                <a:lnTo>
                  <a:pt x="80489" y="29250"/>
                </a:lnTo>
                <a:lnTo>
                  <a:pt x="80489" y="29250"/>
                </a:lnTo>
                <a:lnTo>
                  <a:pt x="80284" y="29455"/>
                </a:lnTo>
                <a:lnTo>
                  <a:pt x="80386" y="29352"/>
                </a:lnTo>
                <a:lnTo>
                  <a:pt x="79773" y="29352"/>
                </a:lnTo>
                <a:lnTo>
                  <a:pt x="79977" y="29148"/>
                </a:lnTo>
                <a:lnTo>
                  <a:pt x="79773" y="29250"/>
                </a:lnTo>
                <a:lnTo>
                  <a:pt x="80386" y="28841"/>
                </a:lnTo>
                <a:lnTo>
                  <a:pt x="79261" y="29250"/>
                </a:lnTo>
                <a:lnTo>
                  <a:pt x="80489" y="27716"/>
                </a:lnTo>
                <a:lnTo>
                  <a:pt x="80591" y="27511"/>
                </a:lnTo>
                <a:lnTo>
                  <a:pt x="80898" y="27307"/>
                </a:lnTo>
                <a:close/>
                <a:moveTo>
                  <a:pt x="239523" y="32216"/>
                </a:moveTo>
                <a:lnTo>
                  <a:pt x="240239" y="32830"/>
                </a:lnTo>
                <a:lnTo>
                  <a:pt x="239727" y="32318"/>
                </a:lnTo>
                <a:lnTo>
                  <a:pt x="239523" y="32216"/>
                </a:lnTo>
                <a:close/>
                <a:moveTo>
                  <a:pt x="232875" y="24443"/>
                </a:moveTo>
                <a:lnTo>
                  <a:pt x="232773" y="24648"/>
                </a:lnTo>
                <a:lnTo>
                  <a:pt x="233591" y="25159"/>
                </a:lnTo>
                <a:lnTo>
                  <a:pt x="233489" y="25261"/>
                </a:lnTo>
                <a:lnTo>
                  <a:pt x="233386" y="25364"/>
                </a:lnTo>
                <a:lnTo>
                  <a:pt x="234511" y="27102"/>
                </a:lnTo>
                <a:lnTo>
                  <a:pt x="239216" y="32932"/>
                </a:lnTo>
                <a:lnTo>
                  <a:pt x="239114" y="32114"/>
                </a:lnTo>
                <a:lnTo>
                  <a:pt x="239523" y="32216"/>
                </a:lnTo>
                <a:lnTo>
                  <a:pt x="239523" y="32216"/>
                </a:lnTo>
                <a:lnTo>
                  <a:pt x="238193" y="31091"/>
                </a:lnTo>
                <a:lnTo>
                  <a:pt x="237784" y="29557"/>
                </a:lnTo>
                <a:lnTo>
                  <a:pt x="239318" y="30170"/>
                </a:lnTo>
                <a:lnTo>
                  <a:pt x="232875" y="24443"/>
                </a:lnTo>
                <a:close/>
                <a:moveTo>
                  <a:pt x="244841" y="33341"/>
                </a:moveTo>
                <a:lnTo>
                  <a:pt x="244330" y="33443"/>
                </a:lnTo>
                <a:lnTo>
                  <a:pt x="244432" y="33648"/>
                </a:lnTo>
                <a:lnTo>
                  <a:pt x="244125" y="34364"/>
                </a:lnTo>
                <a:lnTo>
                  <a:pt x="244125" y="34466"/>
                </a:lnTo>
                <a:lnTo>
                  <a:pt x="244330" y="33955"/>
                </a:lnTo>
                <a:lnTo>
                  <a:pt x="245045" y="33545"/>
                </a:lnTo>
                <a:lnTo>
                  <a:pt x="244841" y="33341"/>
                </a:lnTo>
                <a:close/>
                <a:moveTo>
                  <a:pt x="243409" y="34466"/>
                </a:moveTo>
                <a:lnTo>
                  <a:pt x="243409" y="35080"/>
                </a:lnTo>
                <a:lnTo>
                  <a:pt x="243614" y="35284"/>
                </a:lnTo>
                <a:lnTo>
                  <a:pt x="243920" y="34466"/>
                </a:lnTo>
                <a:close/>
                <a:moveTo>
                  <a:pt x="54102" y="29864"/>
                </a:moveTo>
                <a:lnTo>
                  <a:pt x="56352" y="30886"/>
                </a:lnTo>
                <a:lnTo>
                  <a:pt x="56045" y="31193"/>
                </a:lnTo>
                <a:lnTo>
                  <a:pt x="56250" y="31602"/>
                </a:lnTo>
                <a:lnTo>
                  <a:pt x="56045" y="31807"/>
                </a:lnTo>
                <a:lnTo>
                  <a:pt x="56250" y="32011"/>
                </a:lnTo>
                <a:lnTo>
                  <a:pt x="56045" y="32114"/>
                </a:lnTo>
                <a:lnTo>
                  <a:pt x="56148" y="32114"/>
                </a:lnTo>
                <a:lnTo>
                  <a:pt x="55943" y="32318"/>
                </a:lnTo>
                <a:lnTo>
                  <a:pt x="58193" y="32727"/>
                </a:lnTo>
                <a:lnTo>
                  <a:pt x="58091" y="32830"/>
                </a:lnTo>
                <a:lnTo>
                  <a:pt x="58500" y="32830"/>
                </a:lnTo>
                <a:lnTo>
                  <a:pt x="58500" y="32932"/>
                </a:lnTo>
                <a:lnTo>
                  <a:pt x="58909" y="33239"/>
                </a:lnTo>
                <a:lnTo>
                  <a:pt x="59114" y="34057"/>
                </a:lnTo>
                <a:lnTo>
                  <a:pt x="59216" y="34057"/>
                </a:lnTo>
                <a:lnTo>
                  <a:pt x="59216" y="34159"/>
                </a:lnTo>
                <a:lnTo>
                  <a:pt x="59011" y="34057"/>
                </a:lnTo>
                <a:lnTo>
                  <a:pt x="58807" y="34364"/>
                </a:lnTo>
                <a:lnTo>
                  <a:pt x="58091" y="34261"/>
                </a:lnTo>
                <a:lnTo>
                  <a:pt x="57989" y="34159"/>
                </a:lnTo>
                <a:lnTo>
                  <a:pt x="58193" y="33955"/>
                </a:lnTo>
                <a:lnTo>
                  <a:pt x="58091" y="33955"/>
                </a:lnTo>
                <a:lnTo>
                  <a:pt x="58091" y="33648"/>
                </a:lnTo>
                <a:lnTo>
                  <a:pt x="57682" y="33648"/>
                </a:lnTo>
                <a:lnTo>
                  <a:pt x="56250" y="35898"/>
                </a:lnTo>
                <a:lnTo>
                  <a:pt x="56045" y="34875"/>
                </a:lnTo>
                <a:lnTo>
                  <a:pt x="55330" y="35182"/>
                </a:lnTo>
                <a:lnTo>
                  <a:pt x="55330" y="35182"/>
                </a:lnTo>
                <a:lnTo>
                  <a:pt x="56352" y="33750"/>
                </a:lnTo>
                <a:lnTo>
                  <a:pt x="56250" y="33443"/>
                </a:lnTo>
                <a:lnTo>
                  <a:pt x="55330" y="33136"/>
                </a:lnTo>
                <a:lnTo>
                  <a:pt x="54409" y="34159"/>
                </a:lnTo>
                <a:lnTo>
                  <a:pt x="54614" y="33648"/>
                </a:lnTo>
                <a:lnTo>
                  <a:pt x="52568" y="36818"/>
                </a:lnTo>
                <a:lnTo>
                  <a:pt x="51545" y="37125"/>
                </a:lnTo>
                <a:lnTo>
                  <a:pt x="52773" y="34364"/>
                </a:lnTo>
                <a:lnTo>
                  <a:pt x="52364" y="34364"/>
                </a:lnTo>
                <a:lnTo>
                  <a:pt x="53693" y="32932"/>
                </a:lnTo>
                <a:lnTo>
                  <a:pt x="53693" y="33136"/>
                </a:lnTo>
                <a:lnTo>
                  <a:pt x="54102" y="32932"/>
                </a:lnTo>
                <a:lnTo>
                  <a:pt x="53898" y="33239"/>
                </a:lnTo>
                <a:lnTo>
                  <a:pt x="53898" y="33239"/>
                </a:lnTo>
                <a:lnTo>
                  <a:pt x="55125" y="32727"/>
                </a:lnTo>
                <a:lnTo>
                  <a:pt x="55534" y="32932"/>
                </a:lnTo>
                <a:lnTo>
                  <a:pt x="55636" y="32830"/>
                </a:lnTo>
                <a:lnTo>
                  <a:pt x="56250" y="32830"/>
                </a:lnTo>
                <a:lnTo>
                  <a:pt x="55534" y="32318"/>
                </a:lnTo>
                <a:lnTo>
                  <a:pt x="55739" y="32114"/>
                </a:lnTo>
                <a:lnTo>
                  <a:pt x="53693" y="32318"/>
                </a:lnTo>
                <a:lnTo>
                  <a:pt x="53591" y="32011"/>
                </a:lnTo>
                <a:lnTo>
                  <a:pt x="52977" y="32011"/>
                </a:lnTo>
                <a:lnTo>
                  <a:pt x="52977" y="31602"/>
                </a:lnTo>
                <a:lnTo>
                  <a:pt x="50830" y="32216"/>
                </a:lnTo>
                <a:lnTo>
                  <a:pt x="50830" y="31909"/>
                </a:lnTo>
                <a:lnTo>
                  <a:pt x="50011" y="32011"/>
                </a:lnTo>
                <a:lnTo>
                  <a:pt x="53489" y="30273"/>
                </a:lnTo>
                <a:lnTo>
                  <a:pt x="53489" y="30273"/>
                </a:lnTo>
                <a:lnTo>
                  <a:pt x="53693" y="30068"/>
                </a:lnTo>
                <a:lnTo>
                  <a:pt x="53898" y="30068"/>
                </a:lnTo>
                <a:lnTo>
                  <a:pt x="53591" y="30375"/>
                </a:lnTo>
                <a:lnTo>
                  <a:pt x="54102" y="30068"/>
                </a:lnTo>
                <a:lnTo>
                  <a:pt x="54102" y="29864"/>
                </a:lnTo>
                <a:close/>
                <a:moveTo>
                  <a:pt x="131932" y="36000"/>
                </a:moveTo>
                <a:lnTo>
                  <a:pt x="131830" y="36205"/>
                </a:lnTo>
                <a:lnTo>
                  <a:pt x="131216" y="36511"/>
                </a:lnTo>
                <a:lnTo>
                  <a:pt x="131318" y="36614"/>
                </a:lnTo>
                <a:lnTo>
                  <a:pt x="131318" y="37023"/>
                </a:lnTo>
                <a:lnTo>
                  <a:pt x="131830" y="37432"/>
                </a:lnTo>
                <a:lnTo>
                  <a:pt x="131932" y="36000"/>
                </a:lnTo>
                <a:close/>
                <a:moveTo>
                  <a:pt x="239216" y="33443"/>
                </a:moveTo>
                <a:lnTo>
                  <a:pt x="240341" y="35693"/>
                </a:lnTo>
                <a:lnTo>
                  <a:pt x="239625" y="35591"/>
                </a:lnTo>
                <a:lnTo>
                  <a:pt x="239625" y="36205"/>
                </a:lnTo>
                <a:lnTo>
                  <a:pt x="240750" y="37432"/>
                </a:lnTo>
                <a:lnTo>
                  <a:pt x="240750" y="37125"/>
                </a:lnTo>
                <a:lnTo>
                  <a:pt x="241159" y="37125"/>
                </a:lnTo>
                <a:lnTo>
                  <a:pt x="240239" y="36614"/>
                </a:lnTo>
                <a:lnTo>
                  <a:pt x="240341" y="36307"/>
                </a:lnTo>
                <a:lnTo>
                  <a:pt x="240750" y="36511"/>
                </a:lnTo>
                <a:lnTo>
                  <a:pt x="241364" y="36409"/>
                </a:lnTo>
                <a:lnTo>
                  <a:pt x="242795" y="36920"/>
                </a:lnTo>
                <a:lnTo>
                  <a:pt x="242693" y="36409"/>
                </a:lnTo>
                <a:lnTo>
                  <a:pt x="244023" y="35489"/>
                </a:lnTo>
                <a:lnTo>
                  <a:pt x="243716" y="35591"/>
                </a:lnTo>
                <a:lnTo>
                  <a:pt x="243205" y="35284"/>
                </a:lnTo>
                <a:lnTo>
                  <a:pt x="242898" y="34568"/>
                </a:lnTo>
                <a:lnTo>
                  <a:pt x="242284" y="34875"/>
                </a:lnTo>
                <a:lnTo>
                  <a:pt x="239216" y="33443"/>
                </a:lnTo>
                <a:close/>
                <a:moveTo>
                  <a:pt x="143693" y="38659"/>
                </a:moveTo>
                <a:lnTo>
                  <a:pt x="144000" y="38864"/>
                </a:lnTo>
                <a:lnTo>
                  <a:pt x="143740" y="38678"/>
                </a:lnTo>
                <a:lnTo>
                  <a:pt x="143740" y="38678"/>
                </a:lnTo>
                <a:lnTo>
                  <a:pt x="143693" y="38659"/>
                </a:lnTo>
                <a:close/>
                <a:moveTo>
                  <a:pt x="155250" y="31602"/>
                </a:moveTo>
                <a:lnTo>
                  <a:pt x="155148" y="31705"/>
                </a:lnTo>
                <a:lnTo>
                  <a:pt x="155659" y="31705"/>
                </a:lnTo>
                <a:lnTo>
                  <a:pt x="155148" y="32011"/>
                </a:lnTo>
                <a:lnTo>
                  <a:pt x="155148" y="32216"/>
                </a:lnTo>
                <a:lnTo>
                  <a:pt x="154636" y="32216"/>
                </a:lnTo>
                <a:lnTo>
                  <a:pt x="155250" y="32727"/>
                </a:lnTo>
                <a:lnTo>
                  <a:pt x="154943" y="32932"/>
                </a:lnTo>
                <a:lnTo>
                  <a:pt x="154739" y="33341"/>
                </a:lnTo>
                <a:lnTo>
                  <a:pt x="154023" y="33443"/>
                </a:lnTo>
                <a:lnTo>
                  <a:pt x="154125" y="33545"/>
                </a:lnTo>
                <a:lnTo>
                  <a:pt x="153920" y="33648"/>
                </a:lnTo>
                <a:lnTo>
                  <a:pt x="158318" y="36205"/>
                </a:lnTo>
                <a:lnTo>
                  <a:pt x="158318" y="37636"/>
                </a:lnTo>
                <a:lnTo>
                  <a:pt x="148398" y="37636"/>
                </a:lnTo>
                <a:lnTo>
                  <a:pt x="149011" y="38148"/>
                </a:lnTo>
                <a:lnTo>
                  <a:pt x="148193" y="38352"/>
                </a:lnTo>
                <a:lnTo>
                  <a:pt x="148398" y="38455"/>
                </a:lnTo>
                <a:lnTo>
                  <a:pt x="147477" y="38557"/>
                </a:lnTo>
                <a:lnTo>
                  <a:pt x="147273" y="38455"/>
                </a:lnTo>
                <a:lnTo>
                  <a:pt x="147273" y="38455"/>
                </a:lnTo>
                <a:lnTo>
                  <a:pt x="147375" y="38557"/>
                </a:lnTo>
                <a:lnTo>
                  <a:pt x="146761" y="38455"/>
                </a:lnTo>
                <a:lnTo>
                  <a:pt x="146045" y="38864"/>
                </a:lnTo>
                <a:lnTo>
                  <a:pt x="146045" y="38864"/>
                </a:lnTo>
                <a:lnTo>
                  <a:pt x="147580" y="37841"/>
                </a:lnTo>
                <a:lnTo>
                  <a:pt x="148091" y="37943"/>
                </a:lnTo>
                <a:lnTo>
                  <a:pt x="148091" y="37943"/>
                </a:lnTo>
                <a:lnTo>
                  <a:pt x="146864" y="36409"/>
                </a:lnTo>
                <a:lnTo>
                  <a:pt x="147682" y="34364"/>
                </a:lnTo>
                <a:lnTo>
                  <a:pt x="147886" y="33955"/>
                </a:lnTo>
                <a:lnTo>
                  <a:pt x="147886" y="34159"/>
                </a:lnTo>
                <a:lnTo>
                  <a:pt x="148295" y="33545"/>
                </a:lnTo>
                <a:lnTo>
                  <a:pt x="148193" y="33239"/>
                </a:lnTo>
                <a:lnTo>
                  <a:pt x="149523" y="32011"/>
                </a:lnTo>
                <a:lnTo>
                  <a:pt x="149830" y="32114"/>
                </a:lnTo>
                <a:lnTo>
                  <a:pt x="149625" y="31602"/>
                </a:lnTo>
                <a:lnTo>
                  <a:pt x="150443" y="32216"/>
                </a:lnTo>
                <a:lnTo>
                  <a:pt x="149625" y="32318"/>
                </a:lnTo>
                <a:lnTo>
                  <a:pt x="150341" y="32727"/>
                </a:lnTo>
                <a:lnTo>
                  <a:pt x="151159" y="32727"/>
                </a:lnTo>
                <a:lnTo>
                  <a:pt x="151261" y="33034"/>
                </a:lnTo>
                <a:lnTo>
                  <a:pt x="150545" y="33443"/>
                </a:lnTo>
                <a:lnTo>
                  <a:pt x="151466" y="33852"/>
                </a:lnTo>
                <a:lnTo>
                  <a:pt x="151466" y="34364"/>
                </a:lnTo>
                <a:lnTo>
                  <a:pt x="152080" y="34364"/>
                </a:lnTo>
                <a:lnTo>
                  <a:pt x="153102" y="33750"/>
                </a:lnTo>
                <a:lnTo>
                  <a:pt x="153614" y="33852"/>
                </a:lnTo>
                <a:lnTo>
                  <a:pt x="153818" y="33443"/>
                </a:lnTo>
                <a:lnTo>
                  <a:pt x="152795" y="33443"/>
                </a:lnTo>
                <a:lnTo>
                  <a:pt x="152386" y="32830"/>
                </a:lnTo>
                <a:lnTo>
                  <a:pt x="152591" y="32420"/>
                </a:lnTo>
                <a:lnTo>
                  <a:pt x="152489" y="32727"/>
                </a:lnTo>
                <a:lnTo>
                  <a:pt x="152489" y="32727"/>
                </a:lnTo>
                <a:lnTo>
                  <a:pt x="155250" y="31602"/>
                </a:lnTo>
                <a:close/>
                <a:moveTo>
                  <a:pt x="144000" y="38864"/>
                </a:moveTo>
                <a:lnTo>
                  <a:pt x="144000" y="38864"/>
                </a:lnTo>
                <a:lnTo>
                  <a:pt x="144000" y="38864"/>
                </a:lnTo>
                <a:close/>
                <a:moveTo>
                  <a:pt x="144000" y="38864"/>
                </a:moveTo>
                <a:lnTo>
                  <a:pt x="144000" y="38864"/>
                </a:lnTo>
                <a:lnTo>
                  <a:pt x="144000" y="38864"/>
                </a:lnTo>
                <a:close/>
                <a:moveTo>
                  <a:pt x="131011" y="37943"/>
                </a:moveTo>
                <a:lnTo>
                  <a:pt x="131011" y="38250"/>
                </a:lnTo>
                <a:lnTo>
                  <a:pt x="131216" y="39580"/>
                </a:lnTo>
                <a:lnTo>
                  <a:pt x="132136" y="39682"/>
                </a:lnTo>
                <a:lnTo>
                  <a:pt x="132136" y="37943"/>
                </a:lnTo>
                <a:close/>
                <a:moveTo>
                  <a:pt x="165580" y="31807"/>
                </a:moveTo>
                <a:lnTo>
                  <a:pt x="166091" y="32011"/>
                </a:lnTo>
                <a:lnTo>
                  <a:pt x="166295" y="31909"/>
                </a:lnTo>
                <a:lnTo>
                  <a:pt x="166705" y="31909"/>
                </a:lnTo>
                <a:lnTo>
                  <a:pt x="167420" y="33545"/>
                </a:lnTo>
                <a:lnTo>
                  <a:pt x="165886" y="33545"/>
                </a:lnTo>
                <a:lnTo>
                  <a:pt x="166193" y="34364"/>
                </a:lnTo>
                <a:lnTo>
                  <a:pt x="165273" y="34568"/>
                </a:lnTo>
                <a:lnTo>
                  <a:pt x="165682" y="34670"/>
                </a:lnTo>
                <a:lnTo>
                  <a:pt x="166398" y="35693"/>
                </a:lnTo>
                <a:lnTo>
                  <a:pt x="166705" y="35795"/>
                </a:lnTo>
                <a:lnTo>
                  <a:pt x="166909" y="36000"/>
                </a:lnTo>
                <a:lnTo>
                  <a:pt x="167420" y="36102"/>
                </a:lnTo>
                <a:lnTo>
                  <a:pt x="168136" y="37739"/>
                </a:lnTo>
                <a:lnTo>
                  <a:pt x="168136" y="36818"/>
                </a:lnTo>
                <a:lnTo>
                  <a:pt x="169670" y="37841"/>
                </a:lnTo>
                <a:lnTo>
                  <a:pt x="169466" y="38250"/>
                </a:lnTo>
                <a:lnTo>
                  <a:pt x="168239" y="37841"/>
                </a:lnTo>
                <a:lnTo>
                  <a:pt x="168648" y="39068"/>
                </a:lnTo>
                <a:lnTo>
                  <a:pt x="168955" y="38864"/>
                </a:lnTo>
                <a:lnTo>
                  <a:pt x="169159" y="39273"/>
                </a:lnTo>
                <a:lnTo>
                  <a:pt x="168852" y="39273"/>
                </a:lnTo>
                <a:lnTo>
                  <a:pt x="168852" y="39580"/>
                </a:lnTo>
                <a:lnTo>
                  <a:pt x="169261" y="39682"/>
                </a:lnTo>
                <a:lnTo>
                  <a:pt x="169773" y="42034"/>
                </a:lnTo>
                <a:lnTo>
                  <a:pt x="169977" y="42034"/>
                </a:lnTo>
                <a:lnTo>
                  <a:pt x="169773" y="42136"/>
                </a:lnTo>
                <a:lnTo>
                  <a:pt x="169773" y="42034"/>
                </a:lnTo>
                <a:lnTo>
                  <a:pt x="167420" y="42136"/>
                </a:lnTo>
                <a:lnTo>
                  <a:pt x="165580" y="41114"/>
                </a:lnTo>
                <a:lnTo>
                  <a:pt x="165375" y="39682"/>
                </a:lnTo>
                <a:lnTo>
                  <a:pt x="165375" y="39682"/>
                </a:lnTo>
                <a:lnTo>
                  <a:pt x="165477" y="39886"/>
                </a:lnTo>
                <a:lnTo>
                  <a:pt x="166295" y="38659"/>
                </a:lnTo>
                <a:lnTo>
                  <a:pt x="163227" y="35693"/>
                </a:lnTo>
                <a:lnTo>
                  <a:pt x="163227" y="35080"/>
                </a:lnTo>
                <a:lnTo>
                  <a:pt x="163125" y="35386"/>
                </a:lnTo>
                <a:lnTo>
                  <a:pt x="162307" y="34261"/>
                </a:lnTo>
                <a:lnTo>
                  <a:pt x="162409" y="34057"/>
                </a:lnTo>
                <a:lnTo>
                  <a:pt x="162511" y="34057"/>
                </a:lnTo>
                <a:lnTo>
                  <a:pt x="162614" y="33136"/>
                </a:lnTo>
                <a:lnTo>
                  <a:pt x="162818" y="33239"/>
                </a:lnTo>
                <a:lnTo>
                  <a:pt x="163636" y="32932"/>
                </a:lnTo>
                <a:lnTo>
                  <a:pt x="163534" y="32727"/>
                </a:lnTo>
                <a:lnTo>
                  <a:pt x="163943" y="32523"/>
                </a:lnTo>
                <a:lnTo>
                  <a:pt x="164045" y="32420"/>
                </a:lnTo>
                <a:lnTo>
                  <a:pt x="163943" y="32318"/>
                </a:lnTo>
                <a:lnTo>
                  <a:pt x="165580" y="31807"/>
                </a:lnTo>
                <a:close/>
                <a:moveTo>
                  <a:pt x="137352" y="40602"/>
                </a:moveTo>
                <a:lnTo>
                  <a:pt x="135511" y="40807"/>
                </a:lnTo>
                <a:lnTo>
                  <a:pt x="134898" y="40705"/>
                </a:lnTo>
                <a:lnTo>
                  <a:pt x="137045" y="42239"/>
                </a:lnTo>
                <a:lnTo>
                  <a:pt x="137148" y="41932"/>
                </a:lnTo>
                <a:lnTo>
                  <a:pt x="137045" y="41625"/>
                </a:lnTo>
                <a:lnTo>
                  <a:pt x="137352" y="40602"/>
                </a:lnTo>
                <a:close/>
                <a:moveTo>
                  <a:pt x="146659" y="43670"/>
                </a:moveTo>
                <a:lnTo>
                  <a:pt x="146148" y="43875"/>
                </a:lnTo>
                <a:lnTo>
                  <a:pt x="146250" y="43875"/>
                </a:lnTo>
                <a:lnTo>
                  <a:pt x="146659" y="43670"/>
                </a:lnTo>
                <a:close/>
                <a:moveTo>
                  <a:pt x="144409" y="43364"/>
                </a:moveTo>
                <a:lnTo>
                  <a:pt x="144307" y="43466"/>
                </a:lnTo>
                <a:lnTo>
                  <a:pt x="144307" y="43773"/>
                </a:lnTo>
                <a:lnTo>
                  <a:pt x="145330" y="44080"/>
                </a:lnTo>
                <a:lnTo>
                  <a:pt x="146148" y="43875"/>
                </a:lnTo>
                <a:lnTo>
                  <a:pt x="146045" y="43670"/>
                </a:lnTo>
                <a:lnTo>
                  <a:pt x="144716" y="43568"/>
                </a:lnTo>
                <a:lnTo>
                  <a:pt x="144818" y="43466"/>
                </a:lnTo>
                <a:lnTo>
                  <a:pt x="144409" y="43364"/>
                </a:lnTo>
                <a:close/>
                <a:moveTo>
                  <a:pt x="153614" y="43364"/>
                </a:moveTo>
                <a:lnTo>
                  <a:pt x="151773" y="43977"/>
                </a:lnTo>
                <a:lnTo>
                  <a:pt x="152489" y="44489"/>
                </a:lnTo>
                <a:lnTo>
                  <a:pt x="153307" y="44080"/>
                </a:lnTo>
                <a:lnTo>
                  <a:pt x="153614" y="43466"/>
                </a:lnTo>
                <a:lnTo>
                  <a:pt x="153614" y="43364"/>
                </a:lnTo>
                <a:close/>
                <a:moveTo>
                  <a:pt x="241568" y="37534"/>
                </a:moveTo>
                <a:lnTo>
                  <a:pt x="241261" y="37636"/>
                </a:lnTo>
                <a:lnTo>
                  <a:pt x="241670" y="37739"/>
                </a:lnTo>
                <a:lnTo>
                  <a:pt x="241466" y="38045"/>
                </a:lnTo>
                <a:lnTo>
                  <a:pt x="240955" y="37636"/>
                </a:lnTo>
                <a:lnTo>
                  <a:pt x="241057" y="37943"/>
                </a:lnTo>
                <a:lnTo>
                  <a:pt x="240955" y="38148"/>
                </a:lnTo>
                <a:lnTo>
                  <a:pt x="241261" y="38864"/>
                </a:lnTo>
                <a:lnTo>
                  <a:pt x="241159" y="38864"/>
                </a:lnTo>
                <a:lnTo>
                  <a:pt x="241875" y="40807"/>
                </a:lnTo>
                <a:lnTo>
                  <a:pt x="241670" y="41114"/>
                </a:lnTo>
                <a:lnTo>
                  <a:pt x="241466" y="41727"/>
                </a:lnTo>
                <a:lnTo>
                  <a:pt x="240955" y="42136"/>
                </a:lnTo>
                <a:lnTo>
                  <a:pt x="240443" y="41932"/>
                </a:lnTo>
                <a:lnTo>
                  <a:pt x="240545" y="41420"/>
                </a:lnTo>
                <a:lnTo>
                  <a:pt x="240545" y="41420"/>
                </a:lnTo>
                <a:lnTo>
                  <a:pt x="240136" y="41727"/>
                </a:lnTo>
                <a:lnTo>
                  <a:pt x="240341" y="43261"/>
                </a:lnTo>
                <a:lnTo>
                  <a:pt x="239727" y="43466"/>
                </a:lnTo>
                <a:lnTo>
                  <a:pt x="239420" y="43364"/>
                </a:lnTo>
                <a:lnTo>
                  <a:pt x="237477" y="43977"/>
                </a:lnTo>
                <a:lnTo>
                  <a:pt x="236761" y="45102"/>
                </a:lnTo>
                <a:lnTo>
                  <a:pt x="237886" y="45205"/>
                </a:lnTo>
                <a:lnTo>
                  <a:pt x="237784" y="44795"/>
                </a:lnTo>
                <a:lnTo>
                  <a:pt x="240341" y="44489"/>
                </a:lnTo>
                <a:lnTo>
                  <a:pt x="240239" y="44795"/>
                </a:lnTo>
                <a:lnTo>
                  <a:pt x="240955" y="45614"/>
                </a:lnTo>
                <a:lnTo>
                  <a:pt x="241670" y="44795"/>
                </a:lnTo>
                <a:lnTo>
                  <a:pt x="241261" y="44080"/>
                </a:lnTo>
                <a:lnTo>
                  <a:pt x="241568" y="44386"/>
                </a:lnTo>
                <a:lnTo>
                  <a:pt x="241568" y="44182"/>
                </a:lnTo>
                <a:lnTo>
                  <a:pt x="241670" y="44489"/>
                </a:lnTo>
                <a:lnTo>
                  <a:pt x="242693" y="44489"/>
                </a:lnTo>
                <a:lnTo>
                  <a:pt x="243102" y="43977"/>
                </a:lnTo>
                <a:lnTo>
                  <a:pt x="243307" y="43977"/>
                </a:lnTo>
                <a:lnTo>
                  <a:pt x="243409" y="43773"/>
                </a:lnTo>
                <a:lnTo>
                  <a:pt x="243614" y="43773"/>
                </a:lnTo>
                <a:lnTo>
                  <a:pt x="243511" y="43364"/>
                </a:lnTo>
                <a:lnTo>
                  <a:pt x="243818" y="43466"/>
                </a:lnTo>
                <a:lnTo>
                  <a:pt x="243818" y="43773"/>
                </a:lnTo>
                <a:lnTo>
                  <a:pt x="244023" y="44182"/>
                </a:lnTo>
                <a:lnTo>
                  <a:pt x="244432" y="43261"/>
                </a:lnTo>
                <a:lnTo>
                  <a:pt x="244023" y="42852"/>
                </a:lnTo>
                <a:lnTo>
                  <a:pt x="243205" y="40602"/>
                </a:lnTo>
                <a:lnTo>
                  <a:pt x="243511" y="40500"/>
                </a:lnTo>
                <a:lnTo>
                  <a:pt x="243409" y="39886"/>
                </a:lnTo>
                <a:lnTo>
                  <a:pt x="243409" y="39784"/>
                </a:lnTo>
                <a:lnTo>
                  <a:pt x="241568" y="37534"/>
                </a:lnTo>
                <a:close/>
                <a:moveTo>
                  <a:pt x="238909" y="44795"/>
                </a:moveTo>
                <a:lnTo>
                  <a:pt x="238807" y="45102"/>
                </a:lnTo>
                <a:lnTo>
                  <a:pt x="238398" y="45000"/>
                </a:lnTo>
                <a:lnTo>
                  <a:pt x="238295" y="45307"/>
                </a:lnTo>
                <a:lnTo>
                  <a:pt x="237989" y="45716"/>
                </a:lnTo>
                <a:lnTo>
                  <a:pt x="238398" y="45920"/>
                </a:lnTo>
                <a:lnTo>
                  <a:pt x="238705" y="46330"/>
                </a:lnTo>
                <a:lnTo>
                  <a:pt x="239523" y="45614"/>
                </a:lnTo>
                <a:lnTo>
                  <a:pt x="239830" y="45818"/>
                </a:lnTo>
                <a:lnTo>
                  <a:pt x="240034" y="45307"/>
                </a:lnTo>
                <a:lnTo>
                  <a:pt x="239625" y="44795"/>
                </a:lnTo>
                <a:close/>
                <a:moveTo>
                  <a:pt x="151875" y="47659"/>
                </a:moveTo>
                <a:lnTo>
                  <a:pt x="151773" y="47761"/>
                </a:lnTo>
                <a:lnTo>
                  <a:pt x="152080" y="47864"/>
                </a:lnTo>
                <a:lnTo>
                  <a:pt x="151875" y="47659"/>
                </a:lnTo>
                <a:close/>
                <a:moveTo>
                  <a:pt x="236455" y="45307"/>
                </a:moveTo>
                <a:lnTo>
                  <a:pt x="236045" y="45614"/>
                </a:lnTo>
                <a:lnTo>
                  <a:pt x="236045" y="45818"/>
                </a:lnTo>
                <a:lnTo>
                  <a:pt x="235943" y="45716"/>
                </a:lnTo>
                <a:lnTo>
                  <a:pt x="236352" y="46227"/>
                </a:lnTo>
                <a:lnTo>
                  <a:pt x="236045" y="46023"/>
                </a:lnTo>
                <a:lnTo>
                  <a:pt x="236352" y="46534"/>
                </a:lnTo>
                <a:lnTo>
                  <a:pt x="236659" y="46227"/>
                </a:lnTo>
                <a:lnTo>
                  <a:pt x="236455" y="46023"/>
                </a:lnTo>
                <a:lnTo>
                  <a:pt x="236659" y="46125"/>
                </a:lnTo>
                <a:lnTo>
                  <a:pt x="236966" y="46534"/>
                </a:lnTo>
                <a:lnTo>
                  <a:pt x="237068" y="47761"/>
                </a:lnTo>
                <a:lnTo>
                  <a:pt x="237580" y="47966"/>
                </a:lnTo>
                <a:lnTo>
                  <a:pt x="237580" y="47455"/>
                </a:lnTo>
                <a:lnTo>
                  <a:pt x="237784" y="48170"/>
                </a:lnTo>
                <a:lnTo>
                  <a:pt x="237886" y="47966"/>
                </a:lnTo>
                <a:lnTo>
                  <a:pt x="237886" y="47761"/>
                </a:lnTo>
                <a:lnTo>
                  <a:pt x="238193" y="47761"/>
                </a:lnTo>
                <a:lnTo>
                  <a:pt x="237886" y="45818"/>
                </a:lnTo>
                <a:lnTo>
                  <a:pt x="237580" y="45818"/>
                </a:lnTo>
                <a:lnTo>
                  <a:pt x="237477" y="45409"/>
                </a:lnTo>
                <a:lnTo>
                  <a:pt x="237273" y="45511"/>
                </a:lnTo>
                <a:lnTo>
                  <a:pt x="236864" y="45307"/>
                </a:lnTo>
                <a:close/>
                <a:moveTo>
                  <a:pt x="49602" y="49398"/>
                </a:moveTo>
                <a:lnTo>
                  <a:pt x="49705" y="49500"/>
                </a:lnTo>
                <a:lnTo>
                  <a:pt x="49655" y="49401"/>
                </a:lnTo>
                <a:lnTo>
                  <a:pt x="49655" y="49401"/>
                </a:lnTo>
                <a:lnTo>
                  <a:pt x="49602" y="49398"/>
                </a:lnTo>
                <a:close/>
                <a:moveTo>
                  <a:pt x="53489" y="53386"/>
                </a:moveTo>
                <a:lnTo>
                  <a:pt x="53485" y="53390"/>
                </a:lnTo>
                <a:lnTo>
                  <a:pt x="53485" y="53390"/>
                </a:lnTo>
                <a:lnTo>
                  <a:pt x="53489" y="53489"/>
                </a:lnTo>
                <a:lnTo>
                  <a:pt x="53489" y="53386"/>
                </a:lnTo>
                <a:close/>
                <a:moveTo>
                  <a:pt x="231648" y="54102"/>
                </a:moveTo>
                <a:lnTo>
                  <a:pt x="231239" y="54205"/>
                </a:lnTo>
                <a:lnTo>
                  <a:pt x="230625" y="55739"/>
                </a:lnTo>
                <a:lnTo>
                  <a:pt x="231648" y="57477"/>
                </a:lnTo>
                <a:lnTo>
                  <a:pt x="231852" y="54511"/>
                </a:lnTo>
                <a:lnTo>
                  <a:pt x="231648" y="54102"/>
                </a:lnTo>
                <a:close/>
                <a:moveTo>
                  <a:pt x="46432" y="57886"/>
                </a:moveTo>
                <a:lnTo>
                  <a:pt x="46432" y="57989"/>
                </a:lnTo>
                <a:lnTo>
                  <a:pt x="46636" y="57886"/>
                </a:lnTo>
                <a:close/>
                <a:moveTo>
                  <a:pt x="176216" y="59114"/>
                </a:moveTo>
                <a:lnTo>
                  <a:pt x="176216" y="59114"/>
                </a:lnTo>
                <a:lnTo>
                  <a:pt x="176216" y="59114"/>
                </a:lnTo>
                <a:close/>
                <a:moveTo>
                  <a:pt x="52057" y="56250"/>
                </a:moveTo>
                <a:lnTo>
                  <a:pt x="49193" y="57170"/>
                </a:lnTo>
                <a:lnTo>
                  <a:pt x="49091" y="57375"/>
                </a:lnTo>
                <a:lnTo>
                  <a:pt x="48682" y="57580"/>
                </a:lnTo>
                <a:lnTo>
                  <a:pt x="48989" y="57477"/>
                </a:lnTo>
                <a:lnTo>
                  <a:pt x="48989" y="57682"/>
                </a:lnTo>
                <a:lnTo>
                  <a:pt x="51443" y="56761"/>
                </a:lnTo>
                <a:lnTo>
                  <a:pt x="51443" y="56761"/>
                </a:lnTo>
                <a:lnTo>
                  <a:pt x="51239" y="56966"/>
                </a:lnTo>
                <a:lnTo>
                  <a:pt x="54205" y="57886"/>
                </a:lnTo>
                <a:lnTo>
                  <a:pt x="54307" y="58500"/>
                </a:lnTo>
                <a:lnTo>
                  <a:pt x="55330" y="58807"/>
                </a:lnTo>
                <a:lnTo>
                  <a:pt x="54818" y="59625"/>
                </a:lnTo>
                <a:lnTo>
                  <a:pt x="54818" y="59625"/>
                </a:lnTo>
                <a:lnTo>
                  <a:pt x="57068" y="59420"/>
                </a:lnTo>
                <a:lnTo>
                  <a:pt x="57170" y="59523"/>
                </a:lnTo>
                <a:lnTo>
                  <a:pt x="57886" y="59420"/>
                </a:lnTo>
                <a:lnTo>
                  <a:pt x="57886" y="59114"/>
                </a:lnTo>
                <a:lnTo>
                  <a:pt x="55739" y="58091"/>
                </a:lnTo>
                <a:lnTo>
                  <a:pt x="55534" y="57886"/>
                </a:lnTo>
                <a:lnTo>
                  <a:pt x="55330" y="57784"/>
                </a:lnTo>
                <a:lnTo>
                  <a:pt x="55534" y="57784"/>
                </a:lnTo>
                <a:lnTo>
                  <a:pt x="55125" y="57580"/>
                </a:lnTo>
                <a:lnTo>
                  <a:pt x="55227" y="57682"/>
                </a:lnTo>
                <a:lnTo>
                  <a:pt x="52057" y="56250"/>
                </a:lnTo>
                <a:close/>
                <a:moveTo>
                  <a:pt x="207307" y="59625"/>
                </a:moveTo>
                <a:lnTo>
                  <a:pt x="207307" y="59625"/>
                </a:lnTo>
                <a:lnTo>
                  <a:pt x="207307" y="59625"/>
                </a:lnTo>
                <a:close/>
                <a:moveTo>
                  <a:pt x="222648" y="59420"/>
                </a:moveTo>
                <a:lnTo>
                  <a:pt x="222648" y="59523"/>
                </a:lnTo>
                <a:lnTo>
                  <a:pt x="221625" y="59727"/>
                </a:lnTo>
                <a:lnTo>
                  <a:pt x="221727" y="59727"/>
                </a:lnTo>
                <a:lnTo>
                  <a:pt x="221216" y="60341"/>
                </a:lnTo>
                <a:lnTo>
                  <a:pt x="221727" y="61159"/>
                </a:lnTo>
                <a:lnTo>
                  <a:pt x="222750" y="60852"/>
                </a:lnTo>
                <a:lnTo>
                  <a:pt x="223159" y="59932"/>
                </a:lnTo>
                <a:lnTo>
                  <a:pt x="222648" y="59420"/>
                </a:lnTo>
                <a:close/>
                <a:moveTo>
                  <a:pt x="54511" y="60955"/>
                </a:moveTo>
                <a:lnTo>
                  <a:pt x="54205" y="61057"/>
                </a:lnTo>
                <a:lnTo>
                  <a:pt x="54614" y="61670"/>
                </a:lnTo>
                <a:lnTo>
                  <a:pt x="55023" y="61773"/>
                </a:lnTo>
                <a:lnTo>
                  <a:pt x="55534" y="61568"/>
                </a:lnTo>
                <a:lnTo>
                  <a:pt x="55943" y="61568"/>
                </a:lnTo>
                <a:lnTo>
                  <a:pt x="54511" y="60955"/>
                </a:lnTo>
                <a:close/>
                <a:moveTo>
                  <a:pt x="58602" y="59727"/>
                </a:moveTo>
                <a:lnTo>
                  <a:pt x="59114" y="60034"/>
                </a:lnTo>
                <a:lnTo>
                  <a:pt x="59114" y="60443"/>
                </a:lnTo>
                <a:lnTo>
                  <a:pt x="59420" y="60955"/>
                </a:lnTo>
                <a:lnTo>
                  <a:pt x="59114" y="61057"/>
                </a:lnTo>
                <a:lnTo>
                  <a:pt x="57784" y="60852"/>
                </a:lnTo>
                <a:lnTo>
                  <a:pt x="57580" y="61159"/>
                </a:lnTo>
                <a:lnTo>
                  <a:pt x="57989" y="61466"/>
                </a:lnTo>
                <a:lnTo>
                  <a:pt x="59420" y="61261"/>
                </a:lnTo>
                <a:lnTo>
                  <a:pt x="59932" y="61568"/>
                </a:lnTo>
                <a:lnTo>
                  <a:pt x="60239" y="61875"/>
                </a:lnTo>
                <a:lnTo>
                  <a:pt x="60545" y="61261"/>
                </a:lnTo>
                <a:lnTo>
                  <a:pt x="62693" y="61261"/>
                </a:lnTo>
                <a:lnTo>
                  <a:pt x="63000" y="60750"/>
                </a:lnTo>
                <a:lnTo>
                  <a:pt x="61977" y="60341"/>
                </a:lnTo>
                <a:lnTo>
                  <a:pt x="62284" y="60239"/>
                </a:lnTo>
                <a:lnTo>
                  <a:pt x="58602" y="59727"/>
                </a:lnTo>
                <a:close/>
                <a:moveTo>
                  <a:pt x="208739" y="63614"/>
                </a:moveTo>
                <a:lnTo>
                  <a:pt x="208739" y="63614"/>
                </a:lnTo>
                <a:lnTo>
                  <a:pt x="208739" y="63614"/>
                </a:lnTo>
                <a:close/>
                <a:moveTo>
                  <a:pt x="48989" y="64227"/>
                </a:moveTo>
                <a:lnTo>
                  <a:pt x="48989" y="64330"/>
                </a:lnTo>
                <a:lnTo>
                  <a:pt x="49091" y="64432"/>
                </a:lnTo>
                <a:lnTo>
                  <a:pt x="49091" y="64432"/>
                </a:lnTo>
                <a:lnTo>
                  <a:pt x="48989" y="64227"/>
                </a:lnTo>
                <a:close/>
                <a:moveTo>
                  <a:pt x="44182" y="66375"/>
                </a:moveTo>
                <a:lnTo>
                  <a:pt x="44386" y="66477"/>
                </a:lnTo>
                <a:lnTo>
                  <a:pt x="44386" y="66477"/>
                </a:lnTo>
                <a:lnTo>
                  <a:pt x="44284" y="66375"/>
                </a:lnTo>
                <a:close/>
                <a:moveTo>
                  <a:pt x="232261" y="60955"/>
                </a:moveTo>
                <a:lnTo>
                  <a:pt x="231955" y="61670"/>
                </a:lnTo>
                <a:lnTo>
                  <a:pt x="232159" y="63511"/>
                </a:lnTo>
                <a:lnTo>
                  <a:pt x="231648" y="63307"/>
                </a:lnTo>
                <a:lnTo>
                  <a:pt x="232364" y="64943"/>
                </a:lnTo>
                <a:lnTo>
                  <a:pt x="232568" y="64739"/>
                </a:lnTo>
                <a:lnTo>
                  <a:pt x="232977" y="65148"/>
                </a:lnTo>
                <a:lnTo>
                  <a:pt x="232773" y="65864"/>
                </a:lnTo>
                <a:lnTo>
                  <a:pt x="233591" y="65966"/>
                </a:lnTo>
                <a:lnTo>
                  <a:pt x="233795" y="65659"/>
                </a:lnTo>
                <a:lnTo>
                  <a:pt x="234716" y="66375"/>
                </a:lnTo>
                <a:lnTo>
                  <a:pt x="234409" y="65761"/>
                </a:lnTo>
                <a:lnTo>
                  <a:pt x="236045" y="67091"/>
                </a:lnTo>
                <a:lnTo>
                  <a:pt x="235432" y="65966"/>
                </a:lnTo>
                <a:lnTo>
                  <a:pt x="235739" y="65864"/>
                </a:lnTo>
                <a:lnTo>
                  <a:pt x="235125" y="65659"/>
                </a:lnTo>
                <a:lnTo>
                  <a:pt x="235125" y="65864"/>
                </a:lnTo>
                <a:lnTo>
                  <a:pt x="234511" y="65352"/>
                </a:lnTo>
                <a:lnTo>
                  <a:pt x="234205" y="65455"/>
                </a:lnTo>
                <a:lnTo>
                  <a:pt x="234307" y="65659"/>
                </a:lnTo>
                <a:lnTo>
                  <a:pt x="233284" y="64330"/>
                </a:lnTo>
                <a:lnTo>
                  <a:pt x="233489" y="63511"/>
                </a:lnTo>
                <a:lnTo>
                  <a:pt x="233795" y="63205"/>
                </a:lnTo>
                <a:lnTo>
                  <a:pt x="233591" y="61159"/>
                </a:lnTo>
                <a:lnTo>
                  <a:pt x="233284" y="61261"/>
                </a:lnTo>
                <a:lnTo>
                  <a:pt x="232261" y="60955"/>
                </a:lnTo>
                <a:close/>
                <a:moveTo>
                  <a:pt x="236045" y="67091"/>
                </a:moveTo>
                <a:lnTo>
                  <a:pt x="236045" y="67091"/>
                </a:lnTo>
                <a:lnTo>
                  <a:pt x="236045" y="67091"/>
                </a:lnTo>
                <a:close/>
                <a:moveTo>
                  <a:pt x="232670" y="66170"/>
                </a:moveTo>
                <a:lnTo>
                  <a:pt x="233693" y="67398"/>
                </a:lnTo>
                <a:lnTo>
                  <a:pt x="233693" y="66580"/>
                </a:lnTo>
                <a:lnTo>
                  <a:pt x="233080" y="66170"/>
                </a:lnTo>
                <a:close/>
                <a:moveTo>
                  <a:pt x="222750" y="67705"/>
                </a:moveTo>
                <a:lnTo>
                  <a:pt x="222750" y="67705"/>
                </a:lnTo>
                <a:lnTo>
                  <a:pt x="222750" y="67705"/>
                </a:lnTo>
                <a:close/>
                <a:moveTo>
                  <a:pt x="222750" y="67705"/>
                </a:moveTo>
                <a:lnTo>
                  <a:pt x="222737" y="67743"/>
                </a:lnTo>
                <a:lnTo>
                  <a:pt x="222750" y="67807"/>
                </a:lnTo>
                <a:lnTo>
                  <a:pt x="222750" y="67705"/>
                </a:lnTo>
                <a:close/>
                <a:moveTo>
                  <a:pt x="235330" y="67091"/>
                </a:moveTo>
                <a:lnTo>
                  <a:pt x="235330" y="67807"/>
                </a:lnTo>
                <a:lnTo>
                  <a:pt x="235739" y="67602"/>
                </a:lnTo>
                <a:lnTo>
                  <a:pt x="236148" y="67909"/>
                </a:lnTo>
                <a:lnTo>
                  <a:pt x="235534" y="67193"/>
                </a:lnTo>
                <a:lnTo>
                  <a:pt x="235330" y="67091"/>
                </a:lnTo>
                <a:close/>
                <a:moveTo>
                  <a:pt x="236250" y="67091"/>
                </a:moveTo>
                <a:lnTo>
                  <a:pt x="237068" y="68420"/>
                </a:lnTo>
                <a:lnTo>
                  <a:pt x="237682" y="68625"/>
                </a:lnTo>
                <a:lnTo>
                  <a:pt x="237784" y="68625"/>
                </a:lnTo>
                <a:lnTo>
                  <a:pt x="237170" y="67295"/>
                </a:lnTo>
                <a:lnTo>
                  <a:pt x="236250" y="67091"/>
                </a:lnTo>
                <a:close/>
                <a:moveTo>
                  <a:pt x="234307" y="67807"/>
                </a:moveTo>
                <a:lnTo>
                  <a:pt x="234205" y="67909"/>
                </a:lnTo>
                <a:lnTo>
                  <a:pt x="234409" y="68011"/>
                </a:lnTo>
                <a:lnTo>
                  <a:pt x="234409" y="69341"/>
                </a:lnTo>
                <a:lnTo>
                  <a:pt x="235330" y="68420"/>
                </a:lnTo>
                <a:lnTo>
                  <a:pt x="234307" y="67807"/>
                </a:lnTo>
                <a:close/>
                <a:moveTo>
                  <a:pt x="236455" y="68216"/>
                </a:moveTo>
                <a:lnTo>
                  <a:pt x="236557" y="68625"/>
                </a:lnTo>
                <a:lnTo>
                  <a:pt x="236864" y="68932"/>
                </a:lnTo>
                <a:lnTo>
                  <a:pt x="237170" y="69750"/>
                </a:lnTo>
                <a:lnTo>
                  <a:pt x="237170" y="69341"/>
                </a:lnTo>
                <a:lnTo>
                  <a:pt x="237273" y="69545"/>
                </a:lnTo>
                <a:lnTo>
                  <a:pt x="237273" y="69443"/>
                </a:lnTo>
                <a:lnTo>
                  <a:pt x="237273" y="69136"/>
                </a:lnTo>
                <a:lnTo>
                  <a:pt x="237170" y="68932"/>
                </a:lnTo>
                <a:lnTo>
                  <a:pt x="236966" y="68318"/>
                </a:lnTo>
                <a:lnTo>
                  <a:pt x="236761" y="68420"/>
                </a:lnTo>
                <a:lnTo>
                  <a:pt x="236455" y="68216"/>
                </a:lnTo>
                <a:close/>
                <a:moveTo>
                  <a:pt x="193091" y="69852"/>
                </a:moveTo>
                <a:lnTo>
                  <a:pt x="193295" y="70261"/>
                </a:lnTo>
                <a:lnTo>
                  <a:pt x="193160" y="69965"/>
                </a:lnTo>
                <a:lnTo>
                  <a:pt x="193091" y="69852"/>
                </a:lnTo>
                <a:close/>
                <a:moveTo>
                  <a:pt x="235636" y="68830"/>
                </a:moveTo>
                <a:lnTo>
                  <a:pt x="235227" y="69034"/>
                </a:lnTo>
                <a:lnTo>
                  <a:pt x="235125" y="69239"/>
                </a:lnTo>
                <a:lnTo>
                  <a:pt x="235227" y="69648"/>
                </a:lnTo>
                <a:lnTo>
                  <a:pt x="234818" y="69955"/>
                </a:lnTo>
                <a:lnTo>
                  <a:pt x="235636" y="70670"/>
                </a:lnTo>
                <a:lnTo>
                  <a:pt x="235636" y="68830"/>
                </a:lnTo>
                <a:close/>
                <a:moveTo>
                  <a:pt x="232057" y="68420"/>
                </a:moveTo>
                <a:lnTo>
                  <a:pt x="230318" y="71284"/>
                </a:lnTo>
                <a:lnTo>
                  <a:pt x="230318" y="71386"/>
                </a:lnTo>
                <a:lnTo>
                  <a:pt x="232261" y="69341"/>
                </a:lnTo>
                <a:lnTo>
                  <a:pt x="232057" y="68420"/>
                </a:lnTo>
                <a:close/>
                <a:moveTo>
                  <a:pt x="196568" y="70159"/>
                </a:moveTo>
                <a:lnTo>
                  <a:pt x="196364" y="71795"/>
                </a:lnTo>
                <a:lnTo>
                  <a:pt x="196364" y="72000"/>
                </a:lnTo>
                <a:lnTo>
                  <a:pt x="197591" y="73739"/>
                </a:lnTo>
                <a:lnTo>
                  <a:pt x="198102" y="72102"/>
                </a:lnTo>
                <a:lnTo>
                  <a:pt x="196875" y="70261"/>
                </a:lnTo>
                <a:lnTo>
                  <a:pt x="196568" y="70159"/>
                </a:lnTo>
                <a:close/>
                <a:moveTo>
                  <a:pt x="237580" y="70261"/>
                </a:moveTo>
                <a:lnTo>
                  <a:pt x="237580" y="70773"/>
                </a:lnTo>
                <a:lnTo>
                  <a:pt x="237068" y="70977"/>
                </a:lnTo>
                <a:lnTo>
                  <a:pt x="237068" y="71182"/>
                </a:lnTo>
                <a:lnTo>
                  <a:pt x="236761" y="71182"/>
                </a:lnTo>
                <a:lnTo>
                  <a:pt x="236659" y="71591"/>
                </a:lnTo>
                <a:lnTo>
                  <a:pt x="236250" y="71795"/>
                </a:lnTo>
                <a:lnTo>
                  <a:pt x="236148" y="71182"/>
                </a:lnTo>
                <a:lnTo>
                  <a:pt x="235739" y="71284"/>
                </a:lnTo>
                <a:lnTo>
                  <a:pt x="235432" y="71693"/>
                </a:lnTo>
                <a:lnTo>
                  <a:pt x="234818" y="71898"/>
                </a:lnTo>
                <a:lnTo>
                  <a:pt x="234818" y="72818"/>
                </a:lnTo>
                <a:lnTo>
                  <a:pt x="235227" y="72000"/>
                </a:lnTo>
                <a:lnTo>
                  <a:pt x="235636" y="72102"/>
                </a:lnTo>
                <a:lnTo>
                  <a:pt x="235943" y="72409"/>
                </a:lnTo>
                <a:lnTo>
                  <a:pt x="236045" y="72000"/>
                </a:lnTo>
                <a:lnTo>
                  <a:pt x="236455" y="72205"/>
                </a:lnTo>
                <a:lnTo>
                  <a:pt x="236557" y="73125"/>
                </a:lnTo>
                <a:lnTo>
                  <a:pt x="237580" y="73943"/>
                </a:lnTo>
                <a:lnTo>
                  <a:pt x="237682" y="73841"/>
                </a:lnTo>
                <a:lnTo>
                  <a:pt x="237682" y="74045"/>
                </a:lnTo>
                <a:lnTo>
                  <a:pt x="238091" y="73841"/>
                </a:lnTo>
                <a:lnTo>
                  <a:pt x="237784" y="73227"/>
                </a:lnTo>
                <a:lnTo>
                  <a:pt x="237989" y="72614"/>
                </a:lnTo>
                <a:lnTo>
                  <a:pt x="238295" y="72818"/>
                </a:lnTo>
                <a:lnTo>
                  <a:pt x="238500" y="73534"/>
                </a:lnTo>
                <a:lnTo>
                  <a:pt x="238500" y="73023"/>
                </a:lnTo>
                <a:lnTo>
                  <a:pt x="238807" y="72614"/>
                </a:lnTo>
                <a:lnTo>
                  <a:pt x="238500" y="71284"/>
                </a:lnTo>
                <a:lnTo>
                  <a:pt x="238398" y="71182"/>
                </a:lnTo>
                <a:lnTo>
                  <a:pt x="238500" y="70977"/>
                </a:lnTo>
                <a:lnTo>
                  <a:pt x="238295" y="70466"/>
                </a:lnTo>
                <a:lnTo>
                  <a:pt x="237580" y="70261"/>
                </a:lnTo>
                <a:close/>
                <a:moveTo>
                  <a:pt x="240443" y="77727"/>
                </a:moveTo>
                <a:lnTo>
                  <a:pt x="240034" y="78545"/>
                </a:lnTo>
                <a:lnTo>
                  <a:pt x="240136" y="80284"/>
                </a:lnTo>
                <a:lnTo>
                  <a:pt x="240852" y="81000"/>
                </a:lnTo>
                <a:lnTo>
                  <a:pt x="240341" y="79568"/>
                </a:lnTo>
                <a:lnTo>
                  <a:pt x="241261" y="79773"/>
                </a:lnTo>
                <a:lnTo>
                  <a:pt x="240750" y="79057"/>
                </a:lnTo>
                <a:lnTo>
                  <a:pt x="241057" y="78852"/>
                </a:lnTo>
                <a:lnTo>
                  <a:pt x="241057" y="78545"/>
                </a:lnTo>
                <a:lnTo>
                  <a:pt x="240136" y="78955"/>
                </a:lnTo>
                <a:lnTo>
                  <a:pt x="240443" y="78648"/>
                </a:lnTo>
                <a:lnTo>
                  <a:pt x="240443" y="78341"/>
                </a:lnTo>
                <a:lnTo>
                  <a:pt x="240341" y="78136"/>
                </a:lnTo>
                <a:lnTo>
                  <a:pt x="240443" y="77727"/>
                </a:lnTo>
                <a:close/>
                <a:moveTo>
                  <a:pt x="79875" y="80284"/>
                </a:moveTo>
                <a:lnTo>
                  <a:pt x="78136" y="80591"/>
                </a:lnTo>
                <a:lnTo>
                  <a:pt x="78136" y="81511"/>
                </a:lnTo>
                <a:lnTo>
                  <a:pt x="78443" y="81818"/>
                </a:lnTo>
                <a:lnTo>
                  <a:pt x="79466" y="81511"/>
                </a:lnTo>
                <a:lnTo>
                  <a:pt x="80080" y="80693"/>
                </a:lnTo>
                <a:lnTo>
                  <a:pt x="79875" y="80284"/>
                </a:lnTo>
                <a:close/>
                <a:moveTo>
                  <a:pt x="261102" y="82636"/>
                </a:moveTo>
                <a:lnTo>
                  <a:pt x="261000" y="82841"/>
                </a:lnTo>
                <a:lnTo>
                  <a:pt x="261205" y="82943"/>
                </a:lnTo>
                <a:lnTo>
                  <a:pt x="261307" y="82943"/>
                </a:lnTo>
                <a:lnTo>
                  <a:pt x="261102" y="82636"/>
                </a:lnTo>
                <a:close/>
                <a:moveTo>
                  <a:pt x="220500" y="81818"/>
                </a:moveTo>
                <a:lnTo>
                  <a:pt x="219784" y="81920"/>
                </a:lnTo>
                <a:lnTo>
                  <a:pt x="219886" y="82227"/>
                </a:lnTo>
                <a:lnTo>
                  <a:pt x="220295" y="82534"/>
                </a:lnTo>
                <a:lnTo>
                  <a:pt x="220295" y="82841"/>
                </a:lnTo>
                <a:lnTo>
                  <a:pt x="221011" y="83148"/>
                </a:lnTo>
                <a:lnTo>
                  <a:pt x="221114" y="82636"/>
                </a:lnTo>
                <a:lnTo>
                  <a:pt x="220500" y="81818"/>
                </a:lnTo>
                <a:close/>
                <a:moveTo>
                  <a:pt x="222034" y="82636"/>
                </a:moveTo>
                <a:lnTo>
                  <a:pt x="221830" y="83045"/>
                </a:lnTo>
                <a:lnTo>
                  <a:pt x="221830" y="83352"/>
                </a:lnTo>
                <a:lnTo>
                  <a:pt x="222341" y="83148"/>
                </a:lnTo>
                <a:lnTo>
                  <a:pt x="222034" y="82636"/>
                </a:lnTo>
                <a:close/>
                <a:moveTo>
                  <a:pt x="240443" y="83352"/>
                </a:moveTo>
                <a:lnTo>
                  <a:pt x="240239" y="83659"/>
                </a:lnTo>
                <a:lnTo>
                  <a:pt x="240239" y="83659"/>
                </a:lnTo>
                <a:lnTo>
                  <a:pt x="240545" y="83352"/>
                </a:lnTo>
                <a:close/>
                <a:moveTo>
                  <a:pt x="240852" y="82943"/>
                </a:moveTo>
                <a:lnTo>
                  <a:pt x="240545" y="83352"/>
                </a:lnTo>
                <a:lnTo>
                  <a:pt x="240750" y="83557"/>
                </a:lnTo>
                <a:lnTo>
                  <a:pt x="241261" y="83455"/>
                </a:lnTo>
                <a:lnTo>
                  <a:pt x="241670" y="83557"/>
                </a:lnTo>
                <a:lnTo>
                  <a:pt x="241977" y="83455"/>
                </a:lnTo>
                <a:lnTo>
                  <a:pt x="242898" y="83966"/>
                </a:lnTo>
                <a:lnTo>
                  <a:pt x="241568" y="82943"/>
                </a:lnTo>
                <a:close/>
                <a:moveTo>
                  <a:pt x="230011" y="72818"/>
                </a:moveTo>
                <a:lnTo>
                  <a:pt x="228989" y="74250"/>
                </a:lnTo>
                <a:lnTo>
                  <a:pt x="228989" y="74761"/>
                </a:lnTo>
                <a:lnTo>
                  <a:pt x="228477" y="74966"/>
                </a:lnTo>
                <a:lnTo>
                  <a:pt x="228477" y="74864"/>
                </a:lnTo>
                <a:lnTo>
                  <a:pt x="227557" y="75375"/>
                </a:lnTo>
                <a:lnTo>
                  <a:pt x="227045" y="76398"/>
                </a:lnTo>
                <a:lnTo>
                  <a:pt x="225409" y="77216"/>
                </a:lnTo>
                <a:lnTo>
                  <a:pt x="225307" y="77420"/>
                </a:lnTo>
                <a:lnTo>
                  <a:pt x="225205" y="77523"/>
                </a:lnTo>
                <a:lnTo>
                  <a:pt x="225205" y="78648"/>
                </a:lnTo>
                <a:lnTo>
                  <a:pt x="223670" y="77932"/>
                </a:lnTo>
                <a:lnTo>
                  <a:pt x="223159" y="78750"/>
                </a:lnTo>
                <a:lnTo>
                  <a:pt x="223261" y="78750"/>
                </a:lnTo>
                <a:lnTo>
                  <a:pt x="224182" y="83045"/>
                </a:lnTo>
                <a:lnTo>
                  <a:pt x="225511" y="83045"/>
                </a:lnTo>
                <a:lnTo>
                  <a:pt x="225818" y="83659"/>
                </a:lnTo>
                <a:lnTo>
                  <a:pt x="226023" y="83455"/>
                </a:lnTo>
                <a:lnTo>
                  <a:pt x="226330" y="83557"/>
                </a:lnTo>
                <a:lnTo>
                  <a:pt x="226739" y="83045"/>
                </a:lnTo>
                <a:lnTo>
                  <a:pt x="227352" y="83557"/>
                </a:lnTo>
                <a:lnTo>
                  <a:pt x="227966" y="83352"/>
                </a:lnTo>
                <a:lnTo>
                  <a:pt x="228068" y="83557"/>
                </a:lnTo>
                <a:lnTo>
                  <a:pt x="228375" y="84273"/>
                </a:lnTo>
                <a:lnTo>
                  <a:pt x="229398" y="83659"/>
                </a:lnTo>
                <a:lnTo>
                  <a:pt x="229705" y="83250"/>
                </a:lnTo>
                <a:lnTo>
                  <a:pt x="229602" y="83045"/>
                </a:lnTo>
                <a:lnTo>
                  <a:pt x="229807" y="82739"/>
                </a:lnTo>
                <a:lnTo>
                  <a:pt x="229705" y="81920"/>
                </a:lnTo>
                <a:lnTo>
                  <a:pt x="230216" y="81102"/>
                </a:lnTo>
                <a:lnTo>
                  <a:pt x="230523" y="81102"/>
                </a:lnTo>
                <a:lnTo>
                  <a:pt x="231239" y="78955"/>
                </a:lnTo>
                <a:lnTo>
                  <a:pt x="231852" y="79159"/>
                </a:lnTo>
                <a:lnTo>
                  <a:pt x="232159" y="79159"/>
                </a:lnTo>
                <a:lnTo>
                  <a:pt x="232057" y="78955"/>
                </a:lnTo>
                <a:lnTo>
                  <a:pt x="231136" y="77932"/>
                </a:lnTo>
                <a:lnTo>
                  <a:pt x="231034" y="77114"/>
                </a:lnTo>
                <a:lnTo>
                  <a:pt x="230932" y="77011"/>
                </a:lnTo>
                <a:lnTo>
                  <a:pt x="230420" y="76295"/>
                </a:lnTo>
                <a:lnTo>
                  <a:pt x="230830" y="76193"/>
                </a:lnTo>
                <a:lnTo>
                  <a:pt x="230932" y="76091"/>
                </a:lnTo>
                <a:lnTo>
                  <a:pt x="230932" y="75580"/>
                </a:lnTo>
                <a:lnTo>
                  <a:pt x="231750" y="75580"/>
                </a:lnTo>
                <a:lnTo>
                  <a:pt x="231443" y="74864"/>
                </a:lnTo>
                <a:lnTo>
                  <a:pt x="232261" y="74761"/>
                </a:lnTo>
                <a:lnTo>
                  <a:pt x="231136" y="73841"/>
                </a:lnTo>
                <a:lnTo>
                  <a:pt x="230727" y="73943"/>
                </a:lnTo>
                <a:lnTo>
                  <a:pt x="230420" y="72920"/>
                </a:lnTo>
                <a:lnTo>
                  <a:pt x="230011" y="73227"/>
                </a:lnTo>
                <a:lnTo>
                  <a:pt x="230011" y="72818"/>
                </a:lnTo>
                <a:close/>
                <a:moveTo>
                  <a:pt x="261307" y="82943"/>
                </a:moveTo>
                <a:lnTo>
                  <a:pt x="262841" y="84989"/>
                </a:lnTo>
                <a:lnTo>
                  <a:pt x="262330" y="83761"/>
                </a:lnTo>
                <a:lnTo>
                  <a:pt x="261307" y="82943"/>
                </a:lnTo>
                <a:close/>
                <a:moveTo>
                  <a:pt x="237682" y="78239"/>
                </a:moveTo>
                <a:lnTo>
                  <a:pt x="237170" y="78852"/>
                </a:lnTo>
                <a:lnTo>
                  <a:pt x="234614" y="78955"/>
                </a:lnTo>
                <a:lnTo>
                  <a:pt x="234409" y="78750"/>
                </a:lnTo>
                <a:lnTo>
                  <a:pt x="233489" y="79057"/>
                </a:lnTo>
                <a:lnTo>
                  <a:pt x="232977" y="79875"/>
                </a:lnTo>
                <a:lnTo>
                  <a:pt x="232977" y="80080"/>
                </a:lnTo>
                <a:lnTo>
                  <a:pt x="232875" y="80182"/>
                </a:lnTo>
                <a:lnTo>
                  <a:pt x="232977" y="80898"/>
                </a:lnTo>
                <a:lnTo>
                  <a:pt x="232875" y="80693"/>
                </a:lnTo>
                <a:lnTo>
                  <a:pt x="232057" y="83455"/>
                </a:lnTo>
                <a:lnTo>
                  <a:pt x="232364" y="83659"/>
                </a:lnTo>
                <a:lnTo>
                  <a:pt x="232568" y="83864"/>
                </a:lnTo>
                <a:lnTo>
                  <a:pt x="232670" y="85909"/>
                </a:lnTo>
                <a:lnTo>
                  <a:pt x="233386" y="85807"/>
                </a:lnTo>
                <a:lnTo>
                  <a:pt x="233591" y="82841"/>
                </a:lnTo>
                <a:lnTo>
                  <a:pt x="234409" y="84784"/>
                </a:lnTo>
                <a:lnTo>
                  <a:pt x="235636" y="84375"/>
                </a:lnTo>
                <a:lnTo>
                  <a:pt x="235125" y="83761"/>
                </a:lnTo>
                <a:lnTo>
                  <a:pt x="235227" y="83148"/>
                </a:lnTo>
                <a:lnTo>
                  <a:pt x="234409" y="82023"/>
                </a:lnTo>
                <a:lnTo>
                  <a:pt x="234614" y="82023"/>
                </a:lnTo>
                <a:lnTo>
                  <a:pt x="235739" y="81000"/>
                </a:lnTo>
                <a:lnTo>
                  <a:pt x="236148" y="81102"/>
                </a:lnTo>
                <a:lnTo>
                  <a:pt x="235739" y="80693"/>
                </a:lnTo>
                <a:lnTo>
                  <a:pt x="235739" y="80795"/>
                </a:lnTo>
                <a:lnTo>
                  <a:pt x="233591" y="81205"/>
                </a:lnTo>
                <a:lnTo>
                  <a:pt x="233284" y="80693"/>
                </a:lnTo>
                <a:lnTo>
                  <a:pt x="233182" y="80182"/>
                </a:lnTo>
                <a:lnTo>
                  <a:pt x="235943" y="79568"/>
                </a:lnTo>
                <a:lnTo>
                  <a:pt x="236455" y="79773"/>
                </a:lnTo>
                <a:lnTo>
                  <a:pt x="236966" y="79670"/>
                </a:lnTo>
                <a:lnTo>
                  <a:pt x="237580" y="79057"/>
                </a:lnTo>
                <a:lnTo>
                  <a:pt x="237682" y="78239"/>
                </a:lnTo>
                <a:close/>
                <a:moveTo>
                  <a:pt x="210580" y="74659"/>
                </a:moveTo>
                <a:lnTo>
                  <a:pt x="219068" y="86114"/>
                </a:lnTo>
                <a:lnTo>
                  <a:pt x="219068" y="85705"/>
                </a:lnTo>
                <a:lnTo>
                  <a:pt x="219989" y="86011"/>
                </a:lnTo>
                <a:lnTo>
                  <a:pt x="220398" y="83250"/>
                </a:lnTo>
                <a:lnTo>
                  <a:pt x="219273" y="82636"/>
                </a:lnTo>
                <a:lnTo>
                  <a:pt x="218966" y="81102"/>
                </a:lnTo>
                <a:lnTo>
                  <a:pt x="218352" y="80898"/>
                </a:lnTo>
                <a:lnTo>
                  <a:pt x="218148" y="80489"/>
                </a:lnTo>
                <a:lnTo>
                  <a:pt x="218455" y="79977"/>
                </a:lnTo>
                <a:lnTo>
                  <a:pt x="218045" y="79466"/>
                </a:lnTo>
                <a:lnTo>
                  <a:pt x="217330" y="79773"/>
                </a:lnTo>
                <a:lnTo>
                  <a:pt x="217739" y="79568"/>
                </a:lnTo>
                <a:lnTo>
                  <a:pt x="216102" y="77830"/>
                </a:lnTo>
                <a:lnTo>
                  <a:pt x="215795" y="78034"/>
                </a:lnTo>
                <a:lnTo>
                  <a:pt x="212625" y="74659"/>
                </a:lnTo>
                <a:close/>
                <a:moveTo>
                  <a:pt x="246170" y="85602"/>
                </a:moveTo>
                <a:lnTo>
                  <a:pt x="245864" y="85909"/>
                </a:lnTo>
                <a:lnTo>
                  <a:pt x="245761" y="86216"/>
                </a:lnTo>
                <a:lnTo>
                  <a:pt x="246273" y="86523"/>
                </a:lnTo>
                <a:lnTo>
                  <a:pt x="246375" y="86011"/>
                </a:lnTo>
                <a:lnTo>
                  <a:pt x="246170" y="85602"/>
                </a:lnTo>
                <a:close/>
                <a:moveTo>
                  <a:pt x="261818" y="84375"/>
                </a:moveTo>
                <a:lnTo>
                  <a:pt x="261716" y="84886"/>
                </a:lnTo>
                <a:lnTo>
                  <a:pt x="260693" y="85705"/>
                </a:lnTo>
                <a:lnTo>
                  <a:pt x="260386" y="85705"/>
                </a:lnTo>
                <a:lnTo>
                  <a:pt x="260284" y="85193"/>
                </a:lnTo>
                <a:lnTo>
                  <a:pt x="260080" y="85705"/>
                </a:lnTo>
                <a:lnTo>
                  <a:pt x="258648" y="85909"/>
                </a:lnTo>
                <a:lnTo>
                  <a:pt x="259773" y="86523"/>
                </a:lnTo>
                <a:lnTo>
                  <a:pt x="262125" y="85500"/>
                </a:lnTo>
                <a:lnTo>
                  <a:pt x="262023" y="85295"/>
                </a:lnTo>
                <a:lnTo>
                  <a:pt x="262227" y="85193"/>
                </a:lnTo>
                <a:lnTo>
                  <a:pt x="262432" y="84477"/>
                </a:lnTo>
                <a:lnTo>
                  <a:pt x="261818" y="84375"/>
                </a:lnTo>
                <a:close/>
                <a:moveTo>
                  <a:pt x="249239" y="87852"/>
                </a:moveTo>
                <a:lnTo>
                  <a:pt x="248727" y="88670"/>
                </a:lnTo>
                <a:lnTo>
                  <a:pt x="249648" y="88466"/>
                </a:lnTo>
                <a:lnTo>
                  <a:pt x="249239" y="87852"/>
                </a:lnTo>
                <a:close/>
                <a:moveTo>
                  <a:pt x="220500" y="86216"/>
                </a:moveTo>
                <a:lnTo>
                  <a:pt x="219682" y="86932"/>
                </a:lnTo>
                <a:lnTo>
                  <a:pt x="219784" y="87136"/>
                </a:lnTo>
                <a:lnTo>
                  <a:pt x="227250" y="88875"/>
                </a:lnTo>
                <a:lnTo>
                  <a:pt x="227761" y="88977"/>
                </a:lnTo>
                <a:lnTo>
                  <a:pt x="227761" y="88057"/>
                </a:lnTo>
                <a:lnTo>
                  <a:pt x="226330" y="87648"/>
                </a:lnTo>
                <a:lnTo>
                  <a:pt x="226125" y="87136"/>
                </a:lnTo>
                <a:lnTo>
                  <a:pt x="224591" y="86727"/>
                </a:lnTo>
                <a:lnTo>
                  <a:pt x="224284" y="87136"/>
                </a:lnTo>
                <a:lnTo>
                  <a:pt x="222648" y="87034"/>
                </a:lnTo>
                <a:lnTo>
                  <a:pt x="222239" y="86523"/>
                </a:lnTo>
                <a:lnTo>
                  <a:pt x="220500" y="86216"/>
                </a:lnTo>
                <a:close/>
                <a:moveTo>
                  <a:pt x="227761" y="88364"/>
                </a:moveTo>
                <a:lnTo>
                  <a:pt x="228273" y="89080"/>
                </a:lnTo>
                <a:lnTo>
                  <a:pt x="228886" y="88670"/>
                </a:lnTo>
                <a:lnTo>
                  <a:pt x="228375" y="88364"/>
                </a:lnTo>
                <a:close/>
                <a:moveTo>
                  <a:pt x="229398" y="88568"/>
                </a:moveTo>
                <a:lnTo>
                  <a:pt x="228989" y="88977"/>
                </a:lnTo>
                <a:lnTo>
                  <a:pt x="229705" y="89182"/>
                </a:lnTo>
                <a:lnTo>
                  <a:pt x="229807" y="88670"/>
                </a:lnTo>
                <a:lnTo>
                  <a:pt x="229398" y="88568"/>
                </a:lnTo>
                <a:close/>
                <a:moveTo>
                  <a:pt x="235432" y="88466"/>
                </a:moveTo>
                <a:lnTo>
                  <a:pt x="234920" y="88875"/>
                </a:lnTo>
                <a:lnTo>
                  <a:pt x="233182" y="88568"/>
                </a:lnTo>
                <a:lnTo>
                  <a:pt x="232670" y="88670"/>
                </a:lnTo>
                <a:lnTo>
                  <a:pt x="232670" y="89182"/>
                </a:lnTo>
                <a:lnTo>
                  <a:pt x="234716" y="88977"/>
                </a:lnTo>
                <a:lnTo>
                  <a:pt x="235330" y="88773"/>
                </a:lnTo>
                <a:lnTo>
                  <a:pt x="235534" y="88466"/>
                </a:lnTo>
                <a:close/>
                <a:moveTo>
                  <a:pt x="230932" y="88364"/>
                </a:moveTo>
                <a:lnTo>
                  <a:pt x="230727" y="88568"/>
                </a:lnTo>
                <a:lnTo>
                  <a:pt x="231034" y="88977"/>
                </a:lnTo>
                <a:lnTo>
                  <a:pt x="231034" y="88977"/>
                </a:lnTo>
                <a:lnTo>
                  <a:pt x="230420" y="88670"/>
                </a:lnTo>
                <a:lnTo>
                  <a:pt x="230011" y="89386"/>
                </a:lnTo>
                <a:lnTo>
                  <a:pt x="231341" y="88977"/>
                </a:lnTo>
                <a:lnTo>
                  <a:pt x="231750" y="89080"/>
                </a:lnTo>
                <a:lnTo>
                  <a:pt x="231648" y="88977"/>
                </a:lnTo>
                <a:lnTo>
                  <a:pt x="231750" y="88977"/>
                </a:lnTo>
                <a:lnTo>
                  <a:pt x="231648" y="88670"/>
                </a:lnTo>
                <a:lnTo>
                  <a:pt x="231239" y="88568"/>
                </a:lnTo>
                <a:lnTo>
                  <a:pt x="230932" y="88364"/>
                </a:lnTo>
                <a:close/>
                <a:moveTo>
                  <a:pt x="232670" y="89591"/>
                </a:moveTo>
                <a:lnTo>
                  <a:pt x="231750" y="89898"/>
                </a:lnTo>
                <a:lnTo>
                  <a:pt x="232670" y="90409"/>
                </a:lnTo>
                <a:lnTo>
                  <a:pt x="233284" y="90205"/>
                </a:lnTo>
                <a:lnTo>
                  <a:pt x="232670" y="89591"/>
                </a:lnTo>
                <a:close/>
                <a:moveTo>
                  <a:pt x="239420" y="88670"/>
                </a:moveTo>
                <a:lnTo>
                  <a:pt x="237989" y="88773"/>
                </a:lnTo>
                <a:lnTo>
                  <a:pt x="235943" y="90102"/>
                </a:lnTo>
                <a:lnTo>
                  <a:pt x="235943" y="90511"/>
                </a:lnTo>
                <a:lnTo>
                  <a:pt x="237068" y="90102"/>
                </a:lnTo>
                <a:lnTo>
                  <a:pt x="239420" y="88670"/>
                </a:lnTo>
                <a:close/>
                <a:moveTo>
                  <a:pt x="244636" y="80386"/>
                </a:moveTo>
                <a:lnTo>
                  <a:pt x="243205" y="81409"/>
                </a:lnTo>
                <a:lnTo>
                  <a:pt x="243920" y="81614"/>
                </a:lnTo>
                <a:lnTo>
                  <a:pt x="244125" y="82125"/>
                </a:lnTo>
                <a:lnTo>
                  <a:pt x="244432" y="82330"/>
                </a:lnTo>
                <a:lnTo>
                  <a:pt x="245761" y="82227"/>
                </a:lnTo>
                <a:lnTo>
                  <a:pt x="245557" y="82739"/>
                </a:lnTo>
                <a:lnTo>
                  <a:pt x="244023" y="82943"/>
                </a:lnTo>
                <a:lnTo>
                  <a:pt x="244534" y="83250"/>
                </a:lnTo>
                <a:lnTo>
                  <a:pt x="244739" y="84068"/>
                </a:lnTo>
                <a:lnTo>
                  <a:pt x="245659" y="83148"/>
                </a:lnTo>
                <a:lnTo>
                  <a:pt x="245761" y="83966"/>
                </a:lnTo>
                <a:lnTo>
                  <a:pt x="246580" y="84068"/>
                </a:lnTo>
                <a:lnTo>
                  <a:pt x="246784" y="84580"/>
                </a:lnTo>
                <a:lnTo>
                  <a:pt x="249648" y="85909"/>
                </a:lnTo>
                <a:lnTo>
                  <a:pt x="249443" y="86011"/>
                </a:lnTo>
                <a:lnTo>
                  <a:pt x="249648" y="86011"/>
                </a:lnTo>
                <a:lnTo>
                  <a:pt x="250261" y="87443"/>
                </a:lnTo>
                <a:lnTo>
                  <a:pt x="249852" y="87545"/>
                </a:lnTo>
                <a:lnTo>
                  <a:pt x="250057" y="88057"/>
                </a:lnTo>
                <a:lnTo>
                  <a:pt x="249852" y="88466"/>
                </a:lnTo>
                <a:lnTo>
                  <a:pt x="251080" y="88159"/>
                </a:lnTo>
                <a:lnTo>
                  <a:pt x="251080" y="88670"/>
                </a:lnTo>
                <a:lnTo>
                  <a:pt x="251693" y="89386"/>
                </a:lnTo>
                <a:lnTo>
                  <a:pt x="253534" y="89386"/>
                </a:lnTo>
                <a:lnTo>
                  <a:pt x="253841" y="88977"/>
                </a:lnTo>
                <a:lnTo>
                  <a:pt x="252920" y="88466"/>
                </a:lnTo>
                <a:lnTo>
                  <a:pt x="254455" y="88261"/>
                </a:lnTo>
                <a:lnTo>
                  <a:pt x="254455" y="88159"/>
                </a:lnTo>
                <a:lnTo>
                  <a:pt x="254557" y="88159"/>
                </a:lnTo>
                <a:lnTo>
                  <a:pt x="254250" y="87750"/>
                </a:lnTo>
                <a:lnTo>
                  <a:pt x="254864" y="87955"/>
                </a:lnTo>
                <a:lnTo>
                  <a:pt x="255375" y="87852"/>
                </a:lnTo>
                <a:lnTo>
                  <a:pt x="257625" y="90307"/>
                </a:lnTo>
                <a:lnTo>
                  <a:pt x="260080" y="91023"/>
                </a:lnTo>
                <a:lnTo>
                  <a:pt x="260080" y="90716"/>
                </a:lnTo>
                <a:lnTo>
                  <a:pt x="260489" y="90614"/>
                </a:lnTo>
                <a:lnTo>
                  <a:pt x="259670" y="90307"/>
                </a:lnTo>
                <a:lnTo>
                  <a:pt x="259670" y="90102"/>
                </a:lnTo>
                <a:lnTo>
                  <a:pt x="259159" y="89386"/>
                </a:lnTo>
                <a:lnTo>
                  <a:pt x="258648" y="89386"/>
                </a:lnTo>
                <a:lnTo>
                  <a:pt x="257318" y="87034"/>
                </a:lnTo>
                <a:lnTo>
                  <a:pt x="258136" y="86932"/>
                </a:lnTo>
                <a:lnTo>
                  <a:pt x="256500" y="85705"/>
                </a:lnTo>
                <a:lnTo>
                  <a:pt x="256398" y="84989"/>
                </a:lnTo>
                <a:lnTo>
                  <a:pt x="251898" y="82636"/>
                </a:lnTo>
                <a:lnTo>
                  <a:pt x="249545" y="81716"/>
                </a:lnTo>
                <a:lnTo>
                  <a:pt x="248727" y="81920"/>
                </a:lnTo>
                <a:lnTo>
                  <a:pt x="248727" y="82125"/>
                </a:lnTo>
                <a:lnTo>
                  <a:pt x="246989" y="83455"/>
                </a:lnTo>
                <a:lnTo>
                  <a:pt x="246375" y="82636"/>
                </a:lnTo>
                <a:lnTo>
                  <a:pt x="246273" y="82943"/>
                </a:lnTo>
                <a:lnTo>
                  <a:pt x="245864" y="80795"/>
                </a:lnTo>
                <a:lnTo>
                  <a:pt x="244636" y="80386"/>
                </a:lnTo>
                <a:close/>
                <a:moveTo>
                  <a:pt x="242693" y="91534"/>
                </a:moveTo>
                <a:lnTo>
                  <a:pt x="241977" y="91636"/>
                </a:lnTo>
                <a:lnTo>
                  <a:pt x="241977" y="91841"/>
                </a:lnTo>
                <a:lnTo>
                  <a:pt x="242386" y="92352"/>
                </a:lnTo>
                <a:lnTo>
                  <a:pt x="242693" y="91534"/>
                </a:lnTo>
                <a:close/>
                <a:moveTo>
                  <a:pt x="285750" y="96648"/>
                </a:moveTo>
                <a:lnTo>
                  <a:pt x="285545" y="96750"/>
                </a:lnTo>
                <a:lnTo>
                  <a:pt x="284420" y="97159"/>
                </a:lnTo>
                <a:lnTo>
                  <a:pt x="284216" y="97261"/>
                </a:lnTo>
                <a:lnTo>
                  <a:pt x="285239" y="97261"/>
                </a:lnTo>
                <a:lnTo>
                  <a:pt x="285750" y="96648"/>
                </a:lnTo>
                <a:close/>
                <a:moveTo>
                  <a:pt x="285648" y="97057"/>
                </a:moveTo>
                <a:lnTo>
                  <a:pt x="285239" y="97261"/>
                </a:lnTo>
                <a:lnTo>
                  <a:pt x="285545" y="97261"/>
                </a:lnTo>
                <a:lnTo>
                  <a:pt x="285648" y="97057"/>
                </a:lnTo>
                <a:close/>
                <a:moveTo>
                  <a:pt x="284011" y="98080"/>
                </a:moveTo>
                <a:lnTo>
                  <a:pt x="282886" y="98591"/>
                </a:lnTo>
                <a:lnTo>
                  <a:pt x="283807" y="98693"/>
                </a:lnTo>
                <a:lnTo>
                  <a:pt x="284114" y="98386"/>
                </a:lnTo>
                <a:lnTo>
                  <a:pt x="284011" y="98080"/>
                </a:lnTo>
                <a:close/>
                <a:moveTo>
                  <a:pt x="168852" y="92761"/>
                </a:moveTo>
                <a:lnTo>
                  <a:pt x="168136" y="92864"/>
                </a:lnTo>
                <a:lnTo>
                  <a:pt x="168136" y="93682"/>
                </a:lnTo>
                <a:lnTo>
                  <a:pt x="167318" y="94295"/>
                </a:lnTo>
                <a:lnTo>
                  <a:pt x="167318" y="95114"/>
                </a:lnTo>
                <a:lnTo>
                  <a:pt x="166807" y="95420"/>
                </a:lnTo>
                <a:lnTo>
                  <a:pt x="166705" y="95318"/>
                </a:lnTo>
                <a:lnTo>
                  <a:pt x="165886" y="96341"/>
                </a:lnTo>
                <a:lnTo>
                  <a:pt x="165375" y="96239"/>
                </a:lnTo>
                <a:lnTo>
                  <a:pt x="164966" y="96443"/>
                </a:lnTo>
                <a:lnTo>
                  <a:pt x="164761" y="96443"/>
                </a:lnTo>
                <a:lnTo>
                  <a:pt x="164045" y="96955"/>
                </a:lnTo>
                <a:lnTo>
                  <a:pt x="163330" y="105955"/>
                </a:lnTo>
                <a:lnTo>
                  <a:pt x="163943" y="106261"/>
                </a:lnTo>
                <a:lnTo>
                  <a:pt x="165477" y="105852"/>
                </a:lnTo>
                <a:lnTo>
                  <a:pt x="168750" y="96034"/>
                </a:lnTo>
                <a:lnTo>
                  <a:pt x="169159" y="96341"/>
                </a:lnTo>
                <a:lnTo>
                  <a:pt x="169364" y="96136"/>
                </a:lnTo>
                <a:lnTo>
                  <a:pt x="168852" y="92761"/>
                </a:lnTo>
                <a:close/>
                <a:moveTo>
                  <a:pt x="79364" y="112500"/>
                </a:moveTo>
                <a:lnTo>
                  <a:pt x="79057" y="112807"/>
                </a:lnTo>
                <a:lnTo>
                  <a:pt x="79057" y="113011"/>
                </a:lnTo>
                <a:lnTo>
                  <a:pt x="79364" y="112500"/>
                </a:lnTo>
                <a:close/>
                <a:moveTo>
                  <a:pt x="185114" y="3784"/>
                </a:moveTo>
                <a:lnTo>
                  <a:pt x="184091" y="4398"/>
                </a:lnTo>
                <a:lnTo>
                  <a:pt x="184909" y="4705"/>
                </a:lnTo>
                <a:lnTo>
                  <a:pt x="183273" y="4705"/>
                </a:lnTo>
                <a:lnTo>
                  <a:pt x="183989" y="5011"/>
                </a:lnTo>
                <a:lnTo>
                  <a:pt x="184193" y="5318"/>
                </a:lnTo>
                <a:lnTo>
                  <a:pt x="184193" y="5318"/>
                </a:lnTo>
                <a:lnTo>
                  <a:pt x="183784" y="5011"/>
                </a:lnTo>
                <a:lnTo>
                  <a:pt x="180102" y="5114"/>
                </a:lnTo>
                <a:lnTo>
                  <a:pt x="180920" y="5216"/>
                </a:lnTo>
                <a:lnTo>
                  <a:pt x="177341" y="5727"/>
                </a:lnTo>
                <a:lnTo>
                  <a:pt x="177545" y="5932"/>
                </a:lnTo>
                <a:lnTo>
                  <a:pt x="177341" y="6239"/>
                </a:lnTo>
                <a:lnTo>
                  <a:pt x="176830" y="6136"/>
                </a:lnTo>
                <a:lnTo>
                  <a:pt x="177955" y="6443"/>
                </a:lnTo>
                <a:lnTo>
                  <a:pt x="177239" y="6443"/>
                </a:lnTo>
                <a:lnTo>
                  <a:pt x="178568" y="6852"/>
                </a:lnTo>
                <a:lnTo>
                  <a:pt x="178057" y="7057"/>
                </a:lnTo>
                <a:lnTo>
                  <a:pt x="178261" y="6852"/>
                </a:lnTo>
                <a:lnTo>
                  <a:pt x="178261" y="6852"/>
                </a:lnTo>
                <a:lnTo>
                  <a:pt x="174477" y="7057"/>
                </a:lnTo>
                <a:lnTo>
                  <a:pt x="174682" y="7466"/>
                </a:lnTo>
                <a:lnTo>
                  <a:pt x="174989" y="7568"/>
                </a:lnTo>
                <a:lnTo>
                  <a:pt x="175091" y="7773"/>
                </a:lnTo>
                <a:lnTo>
                  <a:pt x="177648" y="8795"/>
                </a:lnTo>
                <a:lnTo>
                  <a:pt x="177852" y="9205"/>
                </a:lnTo>
                <a:lnTo>
                  <a:pt x="178261" y="9511"/>
                </a:lnTo>
                <a:lnTo>
                  <a:pt x="178169" y="9789"/>
                </a:lnTo>
                <a:lnTo>
                  <a:pt x="177852" y="9409"/>
                </a:lnTo>
                <a:lnTo>
                  <a:pt x="177545" y="9716"/>
                </a:lnTo>
                <a:lnTo>
                  <a:pt x="177034" y="8591"/>
                </a:lnTo>
                <a:lnTo>
                  <a:pt x="173352" y="8182"/>
                </a:lnTo>
                <a:lnTo>
                  <a:pt x="173352" y="8182"/>
                </a:lnTo>
                <a:lnTo>
                  <a:pt x="173966" y="8489"/>
                </a:lnTo>
                <a:lnTo>
                  <a:pt x="172636" y="8489"/>
                </a:lnTo>
                <a:lnTo>
                  <a:pt x="175193" y="9205"/>
                </a:lnTo>
                <a:lnTo>
                  <a:pt x="175193" y="9205"/>
                </a:lnTo>
                <a:lnTo>
                  <a:pt x="172432" y="8898"/>
                </a:lnTo>
                <a:lnTo>
                  <a:pt x="172432" y="8693"/>
                </a:lnTo>
                <a:lnTo>
                  <a:pt x="172227" y="8591"/>
                </a:lnTo>
                <a:lnTo>
                  <a:pt x="172227" y="8182"/>
                </a:lnTo>
                <a:lnTo>
                  <a:pt x="171307" y="7670"/>
                </a:lnTo>
                <a:lnTo>
                  <a:pt x="171307" y="7670"/>
                </a:lnTo>
                <a:lnTo>
                  <a:pt x="171716" y="8284"/>
                </a:lnTo>
                <a:lnTo>
                  <a:pt x="171102" y="8898"/>
                </a:lnTo>
                <a:lnTo>
                  <a:pt x="172227" y="9511"/>
                </a:lnTo>
                <a:lnTo>
                  <a:pt x="172330" y="10330"/>
                </a:lnTo>
                <a:lnTo>
                  <a:pt x="174886" y="11148"/>
                </a:lnTo>
                <a:lnTo>
                  <a:pt x="173966" y="11045"/>
                </a:lnTo>
                <a:lnTo>
                  <a:pt x="174170" y="12068"/>
                </a:lnTo>
                <a:lnTo>
                  <a:pt x="173966" y="12375"/>
                </a:lnTo>
                <a:lnTo>
                  <a:pt x="173966" y="12580"/>
                </a:lnTo>
                <a:lnTo>
                  <a:pt x="173250" y="13398"/>
                </a:lnTo>
                <a:lnTo>
                  <a:pt x="170898" y="12886"/>
                </a:lnTo>
                <a:lnTo>
                  <a:pt x="172023" y="12886"/>
                </a:lnTo>
                <a:lnTo>
                  <a:pt x="172125" y="13091"/>
                </a:lnTo>
                <a:lnTo>
                  <a:pt x="172636" y="12989"/>
                </a:lnTo>
                <a:lnTo>
                  <a:pt x="172330" y="12784"/>
                </a:lnTo>
                <a:lnTo>
                  <a:pt x="173045" y="11761"/>
                </a:lnTo>
                <a:lnTo>
                  <a:pt x="173045" y="11352"/>
                </a:lnTo>
                <a:lnTo>
                  <a:pt x="172330" y="11045"/>
                </a:lnTo>
                <a:lnTo>
                  <a:pt x="171307" y="9920"/>
                </a:lnTo>
                <a:lnTo>
                  <a:pt x="171307" y="9716"/>
                </a:lnTo>
                <a:lnTo>
                  <a:pt x="171102" y="9307"/>
                </a:lnTo>
                <a:lnTo>
                  <a:pt x="170284" y="8898"/>
                </a:lnTo>
                <a:lnTo>
                  <a:pt x="170182" y="7875"/>
                </a:lnTo>
                <a:lnTo>
                  <a:pt x="168545" y="7670"/>
                </a:lnTo>
                <a:lnTo>
                  <a:pt x="167727" y="8080"/>
                </a:lnTo>
                <a:lnTo>
                  <a:pt x="167625" y="8795"/>
                </a:lnTo>
                <a:lnTo>
                  <a:pt x="167114" y="9205"/>
                </a:lnTo>
                <a:lnTo>
                  <a:pt x="167727" y="9409"/>
                </a:lnTo>
                <a:lnTo>
                  <a:pt x="168034" y="10432"/>
                </a:lnTo>
                <a:lnTo>
                  <a:pt x="169875" y="10943"/>
                </a:lnTo>
                <a:lnTo>
                  <a:pt x="169568" y="11557"/>
                </a:lnTo>
                <a:lnTo>
                  <a:pt x="164148" y="10227"/>
                </a:lnTo>
                <a:lnTo>
                  <a:pt x="163636" y="10432"/>
                </a:lnTo>
                <a:lnTo>
                  <a:pt x="164352" y="10841"/>
                </a:lnTo>
                <a:lnTo>
                  <a:pt x="163841" y="11250"/>
                </a:lnTo>
                <a:lnTo>
                  <a:pt x="159648" y="11557"/>
                </a:lnTo>
                <a:lnTo>
                  <a:pt x="159648" y="11557"/>
                </a:lnTo>
                <a:lnTo>
                  <a:pt x="159955" y="11455"/>
                </a:lnTo>
                <a:lnTo>
                  <a:pt x="159852" y="11045"/>
                </a:lnTo>
                <a:lnTo>
                  <a:pt x="159750" y="11045"/>
                </a:lnTo>
                <a:lnTo>
                  <a:pt x="158830" y="11250"/>
                </a:lnTo>
                <a:lnTo>
                  <a:pt x="159136" y="11352"/>
                </a:lnTo>
                <a:lnTo>
                  <a:pt x="158830" y="11455"/>
                </a:lnTo>
                <a:lnTo>
                  <a:pt x="158625" y="11352"/>
                </a:lnTo>
                <a:lnTo>
                  <a:pt x="156682" y="11966"/>
                </a:lnTo>
                <a:lnTo>
                  <a:pt x="156886" y="12068"/>
                </a:lnTo>
                <a:lnTo>
                  <a:pt x="155250" y="12886"/>
                </a:lnTo>
                <a:lnTo>
                  <a:pt x="154330" y="12273"/>
                </a:lnTo>
                <a:lnTo>
                  <a:pt x="155352" y="11966"/>
                </a:lnTo>
                <a:lnTo>
                  <a:pt x="152898" y="11250"/>
                </a:lnTo>
                <a:lnTo>
                  <a:pt x="153614" y="11659"/>
                </a:lnTo>
                <a:lnTo>
                  <a:pt x="153614" y="12375"/>
                </a:lnTo>
                <a:lnTo>
                  <a:pt x="154227" y="12784"/>
                </a:lnTo>
                <a:lnTo>
                  <a:pt x="154227" y="13602"/>
                </a:lnTo>
                <a:lnTo>
                  <a:pt x="152795" y="13193"/>
                </a:lnTo>
                <a:lnTo>
                  <a:pt x="151466" y="14011"/>
                </a:lnTo>
                <a:lnTo>
                  <a:pt x="152080" y="14727"/>
                </a:lnTo>
                <a:lnTo>
                  <a:pt x="151568" y="14932"/>
                </a:lnTo>
                <a:lnTo>
                  <a:pt x="149625" y="14318"/>
                </a:lnTo>
                <a:lnTo>
                  <a:pt x="149420" y="14523"/>
                </a:lnTo>
                <a:lnTo>
                  <a:pt x="150545" y="15239"/>
                </a:lnTo>
                <a:lnTo>
                  <a:pt x="150341" y="15545"/>
                </a:lnTo>
                <a:lnTo>
                  <a:pt x="146864" y="13295"/>
                </a:lnTo>
                <a:lnTo>
                  <a:pt x="147068" y="13193"/>
                </a:lnTo>
                <a:lnTo>
                  <a:pt x="145636" y="12580"/>
                </a:lnTo>
                <a:lnTo>
                  <a:pt x="151057" y="13398"/>
                </a:lnTo>
                <a:lnTo>
                  <a:pt x="151977" y="12886"/>
                </a:lnTo>
                <a:lnTo>
                  <a:pt x="151875" y="12375"/>
                </a:lnTo>
                <a:lnTo>
                  <a:pt x="150648" y="11659"/>
                </a:lnTo>
                <a:lnTo>
                  <a:pt x="150750" y="11761"/>
                </a:lnTo>
                <a:lnTo>
                  <a:pt x="150750" y="11761"/>
                </a:lnTo>
                <a:lnTo>
                  <a:pt x="146455" y="10636"/>
                </a:lnTo>
                <a:lnTo>
                  <a:pt x="146045" y="10841"/>
                </a:lnTo>
                <a:lnTo>
                  <a:pt x="145841" y="10636"/>
                </a:lnTo>
                <a:lnTo>
                  <a:pt x="145841" y="10534"/>
                </a:lnTo>
                <a:lnTo>
                  <a:pt x="145227" y="10432"/>
                </a:lnTo>
                <a:lnTo>
                  <a:pt x="145739" y="10330"/>
                </a:lnTo>
                <a:lnTo>
                  <a:pt x="145023" y="10125"/>
                </a:lnTo>
                <a:lnTo>
                  <a:pt x="145023" y="10125"/>
                </a:lnTo>
                <a:lnTo>
                  <a:pt x="145125" y="10227"/>
                </a:lnTo>
                <a:lnTo>
                  <a:pt x="143591" y="10330"/>
                </a:lnTo>
                <a:lnTo>
                  <a:pt x="143489" y="10125"/>
                </a:lnTo>
                <a:lnTo>
                  <a:pt x="142875" y="9920"/>
                </a:lnTo>
                <a:lnTo>
                  <a:pt x="144102" y="9920"/>
                </a:lnTo>
                <a:lnTo>
                  <a:pt x="143080" y="9409"/>
                </a:lnTo>
                <a:lnTo>
                  <a:pt x="142466" y="9920"/>
                </a:lnTo>
                <a:lnTo>
                  <a:pt x="141955" y="9409"/>
                </a:lnTo>
                <a:lnTo>
                  <a:pt x="141443" y="9716"/>
                </a:lnTo>
                <a:lnTo>
                  <a:pt x="141341" y="9511"/>
                </a:lnTo>
                <a:lnTo>
                  <a:pt x="141136" y="9409"/>
                </a:lnTo>
                <a:lnTo>
                  <a:pt x="140727" y="9920"/>
                </a:lnTo>
                <a:lnTo>
                  <a:pt x="140830" y="9409"/>
                </a:lnTo>
                <a:lnTo>
                  <a:pt x="140318" y="9307"/>
                </a:lnTo>
                <a:lnTo>
                  <a:pt x="139398" y="10023"/>
                </a:lnTo>
                <a:lnTo>
                  <a:pt x="138886" y="9716"/>
                </a:lnTo>
                <a:lnTo>
                  <a:pt x="138068" y="9920"/>
                </a:lnTo>
                <a:lnTo>
                  <a:pt x="138477" y="10227"/>
                </a:lnTo>
                <a:lnTo>
                  <a:pt x="137864" y="10125"/>
                </a:lnTo>
                <a:lnTo>
                  <a:pt x="137557" y="10330"/>
                </a:lnTo>
                <a:lnTo>
                  <a:pt x="137761" y="10534"/>
                </a:lnTo>
                <a:lnTo>
                  <a:pt x="137352" y="10636"/>
                </a:lnTo>
                <a:lnTo>
                  <a:pt x="137352" y="10125"/>
                </a:lnTo>
                <a:lnTo>
                  <a:pt x="137045" y="10534"/>
                </a:lnTo>
                <a:lnTo>
                  <a:pt x="136330" y="10534"/>
                </a:lnTo>
                <a:lnTo>
                  <a:pt x="136636" y="10636"/>
                </a:lnTo>
                <a:lnTo>
                  <a:pt x="136125" y="10636"/>
                </a:lnTo>
                <a:lnTo>
                  <a:pt x="136125" y="10841"/>
                </a:lnTo>
                <a:lnTo>
                  <a:pt x="135818" y="10841"/>
                </a:lnTo>
                <a:lnTo>
                  <a:pt x="135716" y="11045"/>
                </a:lnTo>
                <a:lnTo>
                  <a:pt x="135102" y="11352"/>
                </a:lnTo>
                <a:lnTo>
                  <a:pt x="135818" y="11455"/>
                </a:lnTo>
                <a:lnTo>
                  <a:pt x="135307" y="11455"/>
                </a:lnTo>
                <a:lnTo>
                  <a:pt x="135102" y="11761"/>
                </a:lnTo>
                <a:lnTo>
                  <a:pt x="135102" y="11966"/>
                </a:lnTo>
                <a:lnTo>
                  <a:pt x="134795" y="11659"/>
                </a:lnTo>
                <a:lnTo>
                  <a:pt x="134386" y="11761"/>
                </a:lnTo>
                <a:lnTo>
                  <a:pt x="134591" y="11864"/>
                </a:lnTo>
                <a:lnTo>
                  <a:pt x="134080" y="12068"/>
                </a:lnTo>
                <a:lnTo>
                  <a:pt x="134386" y="12068"/>
                </a:lnTo>
                <a:lnTo>
                  <a:pt x="134693" y="12273"/>
                </a:lnTo>
                <a:lnTo>
                  <a:pt x="134693" y="12375"/>
                </a:lnTo>
                <a:lnTo>
                  <a:pt x="133875" y="12477"/>
                </a:lnTo>
                <a:lnTo>
                  <a:pt x="134591" y="12477"/>
                </a:lnTo>
                <a:lnTo>
                  <a:pt x="133364" y="12784"/>
                </a:lnTo>
                <a:lnTo>
                  <a:pt x="133568" y="12886"/>
                </a:lnTo>
                <a:lnTo>
                  <a:pt x="133057" y="13091"/>
                </a:lnTo>
                <a:lnTo>
                  <a:pt x="133670" y="13295"/>
                </a:lnTo>
                <a:lnTo>
                  <a:pt x="132852" y="13500"/>
                </a:lnTo>
                <a:lnTo>
                  <a:pt x="133057" y="13602"/>
                </a:lnTo>
                <a:lnTo>
                  <a:pt x="133057" y="14216"/>
                </a:lnTo>
                <a:lnTo>
                  <a:pt x="132750" y="14420"/>
                </a:lnTo>
                <a:lnTo>
                  <a:pt x="132545" y="14318"/>
                </a:lnTo>
                <a:lnTo>
                  <a:pt x="131932" y="14727"/>
                </a:lnTo>
                <a:lnTo>
                  <a:pt x="132239" y="14625"/>
                </a:lnTo>
                <a:lnTo>
                  <a:pt x="130909" y="15750"/>
                </a:lnTo>
                <a:lnTo>
                  <a:pt x="131114" y="15852"/>
                </a:lnTo>
                <a:lnTo>
                  <a:pt x="131830" y="15545"/>
                </a:lnTo>
                <a:lnTo>
                  <a:pt x="131727" y="15443"/>
                </a:lnTo>
                <a:lnTo>
                  <a:pt x="132136" y="15443"/>
                </a:lnTo>
                <a:lnTo>
                  <a:pt x="131932" y="15545"/>
                </a:lnTo>
                <a:lnTo>
                  <a:pt x="132136" y="15545"/>
                </a:lnTo>
                <a:lnTo>
                  <a:pt x="131727" y="15852"/>
                </a:lnTo>
                <a:lnTo>
                  <a:pt x="130091" y="15955"/>
                </a:lnTo>
                <a:lnTo>
                  <a:pt x="129886" y="16057"/>
                </a:lnTo>
                <a:lnTo>
                  <a:pt x="130193" y="16466"/>
                </a:lnTo>
                <a:lnTo>
                  <a:pt x="128864" y="16568"/>
                </a:lnTo>
                <a:lnTo>
                  <a:pt x="129886" y="16568"/>
                </a:lnTo>
                <a:lnTo>
                  <a:pt x="128785" y="16804"/>
                </a:lnTo>
                <a:lnTo>
                  <a:pt x="128785" y="16804"/>
                </a:lnTo>
                <a:lnTo>
                  <a:pt x="127841" y="17182"/>
                </a:lnTo>
                <a:lnTo>
                  <a:pt x="128966" y="17386"/>
                </a:lnTo>
                <a:lnTo>
                  <a:pt x="127739" y="17386"/>
                </a:lnTo>
                <a:lnTo>
                  <a:pt x="128045" y="18102"/>
                </a:lnTo>
                <a:lnTo>
                  <a:pt x="129477" y="17795"/>
                </a:lnTo>
                <a:lnTo>
                  <a:pt x="129580" y="18000"/>
                </a:lnTo>
                <a:lnTo>
                  <a:pt x="129273" y="18205"/>
                </a:lnTo>
                <a:lnTo>
                  <a:pt x="127739" y="18307"/>
                </a:lnTo>
                <a:lnTo>
                  <a:pt x="128250" y="18511"/>
                </a:lnTo>
                <a:lnTo>
                  <a:pt x="127943" y="18818"/>
                </a:lnTo>
                <a:lnTo>
                  <a:pt x="128250" y="19023"/>
                </a:lnTo>
                <a:lnTo>
                  <a:pt x="127943" y="19227"/>
                </a:lnTo>
                <a:lnTo>
                  <a:pt x="128045" y="19330"/>
                </a:lnTo>
                <a:lnTo>
                  <a:pt x="129170" y="18614"/>
                </a:lnTo>
                <a:lnTo>
                  <a:pt x="128864" y="19023"/>
                </a:lnTo>
                <a:lnTo>
                  <a:pt x="128557" y="19023"/>
                </a:lnTo>
                <a:lnTo>
                  <a:pt x="128659" y="19330"/>
                </a:lnTo>
                <a:lnTo>
                  <a:pt x="127943" y="19841"/>
                </a:lnTo>
                <a:lnTo>
                  <a:pt x="128864" y="19534"/>
                </a:lnTo>
                <a:lnTo>
                  <a:pt x="128557" y="19841"/>
                </a:lnTo>
                <a:lnTo>
                  <a:pt x="128864" y="20045"/>
                </a:lnTo>
                <a:lnTo>
                  <a:pt x="128250" y="20352"/>
                </a:lnTo>
                <a:lnTo>
                  <a:pt x="129068" y="20761"/>
                </a:lnTo>
                <a:lnTo>
                  <a:pt x="128966" y="20864"/>
                </a:lnTo>
                <a:lnTo>
                  <a:pt x="131011" y="20148"/>
                </a:lnTo>
                <a:lnTo>
                  <a:pt x="131114" y="19943"/>
                </a:lnTo>
                <a:lnTo>
                  <a:pt x="131727" y="19841"/>
                </a:lnTo>
                <a:lnTo>
                  <a:pt x="131727" y="19534"/>
                </a:lnTo>
                <a:lnTo>
                  <a:pt x="131830" y="19330"/>
                </a:lnTo>
                <a:lnTo>
                  <a:pt x="132034" y="19841"/>
                </a:lnTo>
                <a:lnTo>
                  <a:pt x="132443" y="20045"/>
                </a:lnTo>
                <a:lnTo>
                  <a:pt x="132443" y="20659"/>
                </a:lnTo>
                <a:lnTo>
                  <a:pt x="133670" y="22295"/>
                </a:lnTo>
                <a:lnTo>
                  <a:pt x="133670" y="22500"/>
                </a:lnTo>
                <a:lnTo>
                  <a:pt x="133773" y="22705"/>
                </a:lnTo>
                <a:lnTo>
                  <a:pt x="133466" y="22705"/>
                </a:lnTo>
                <a:lnTo>
                  <a:pt x="133875" y="23523"/>
                </a:lnTo>
                <a:lnTo>
                  <a:pt x="135000" y="23318"/>
                </a:lnTo>
                <a:lnTo>
                  <a:pt x="135205" y="22909"/>
                </a:lnTo>
                <a:lnTo>
                  <a:pt x="136023" y="22807"/>
                </a:lnTo>
                <a:lnTo>
                  <a:pt x="136432" y="20557"/>
                </a:lnTo>
                <a:lnTo>
                  <a:pt x="136636" y="20557"/>
                </a:lnTo>
                <a:lnTo>
                  <a:pt x="136023" y="20455"/>
                </a:lnTo>
                <a:lnTo>
                  <a:pt x="137761" y="19739"/>
                </a:lnTo>
                <a:lnTo>
                  <a:pt x="137250" y="19739"/>
                </a:lnTo>
                <a:lnTo>
                  <a:pt x="137966" y="19227"/>
                </a:lnTo>
                <a:lnTo>
                  <a:pt x="136636" y="18307"/>
                </a:lnTo>
                <a:lnTo>
                  <a:pt x="136432" y="17489"/>
                </a:lnTo>
                <a:lnTo>
                  <a:pt x="136636" y="17591"/>
                </a:lnTo>
                <a:lnTo>
                  <a:pt x="136636" y="17080"/>
                </a:lnTo>
                <a:lnTo>
                  <a:pt x="136432" y="16773"/>
                </a:lnTo>
                <a:lnTo>
                  <a:pt x="136943" y="16670"/>
                </a:lnTo>
                <a:lnTo>
                  <a:pt x="136841" y="16670"/>
                </a:lnTo>
                <a:lnTo>
                  <a:pt x="136739" y="16466"/>
                </a:lnTo>
                <a:lnTo>
                  <a:pt x="137148" y="16364"/>
                </a:lnTo>
                <a:lnTo>
                  <a:pt x="137045" y="16364"/>
                </a:lnTo>
                <a:lnTo>
                  <a:pt x="137455" y="16159"/>
                </a:lnTo>
                <a:lnTo>
                  <a:pt x="137352" y="16057"/>
                </a:lnTo>
                <a:lnTo>
                  <a:pt x="137864" y="15955"/>
                </a:lnTo>
                <a:lnTo>
                  <a:pt x="137864" y="15852"/>
                </a:lnTo>
                <a:lnTo>
                  <a:pt x="139091" y="15034"/>
                </a:lnTo>
                <a:lnTo>
                  <a:pt x="138784" y="14625"/>
                </a:lnTo>
                <a:lnTo>
                  <a:pt x="138886" y="14216"/>
                </a:lnTo>
                <a:lnTo>
                  <a:pt x="138989" y="14216"/>
                </a:lnTo>
                <a:lnTo>
                  <a:pt x="139193" y="14011"/>
                </a:lnTo>
                <a:lnTo>
                  <a:pt x="139398" y="14011"/>
                </a:lnTo>
                <a:lnTo>
                  <a:pt x="139295" y="13909"/>
                </a:lnTo>
                <a:lnTo>
                  <a:pt x="141034" y="13705"/>
                </a:lnTo>
                <a:lnTo>
                  <a:pt x="141545" y="14011"/>
                </a:lnTo>
                <a:lnTo>
                  <a:pt x="141648" y="14625"/>
                </a:lnTo>
                <a:lnTo>
                  <a:pt x="139807" y="15852"/>
                </a:lnTo>
                <a:lnTo>
                  <a:pt x="139807" y="15955"/>
                </a:lnTo>
                <a:lnTo>
                  <a:pt x="139295" y="16159"/>
                </a:lnTo>
                <a:lnTo>
                  <a:pt x="139602" y="18511"/>
                </a:lnTo>
                <a:lnTo>
                  <a:pt x="140523" y="18716"/>
                </a:lnTo>
                <a:lnTo>
                  <a:pt x="140523" y="18920"/>
                </a:lnTo>
                <a:lnTo>
                  <a:pt x="140727" y="18920"/>
                </a:lnTo>
                <a:lnTo>
                  <a:pt x="140830" y="19330"/>
                </a:lnTo>
                <a:lnTo>
                  <a:pt x="142977" y="18818"/>
                </a:lnTo>
                <a:lnTo>
                  <a:pt x="142875" y="18716"/>
                </a:lnTo>
                <a:lnTo>
                  <a:pt x="143386" y="18511"/>
                </a:lnTo>
                <a:lnTo>
                  <a:pt x="143284" y="18716"/>
                </a:lnTo>
                <a:lnTo>
                  <a:pt x="144731" y="18619"/>
                </a:lnTo>
                <a:lnTo>
                  <a:pt x="144731" y="18619"/>
                </a:lnTo>
                <a:lnTo>
                  <a:pt x="146045" y="19125"/>
                </a:lnTo>
                <a:lnTo>
                  <a:pt x="144920" y="19227"/>
                </a:lnTo>
                <a:lnTo>
                  <a:pt x="144818" y="19432"/>
                </a:lnTo>
                <a:lnTo>
                  <a:pt x="144614" y="19330"/>
                </a:lnTo>
                <a:lnTo>
                  <a:pt x="144511" y="19636"/>
                </a:lnTo>
                <a:lnTo>
                  <a:pt x="141750" y="19739"/>
                </a:lnTo>
                <a:lnTo>
                  <a:pt x="141341" y="20045"/>
                </a:lnTo>
                <a:lnTo>
                  <a:pt x="142261" y="20864"/>
                </a:lnTo>
                <a:lnTo>
                  <a:pt x="142261" y="21784"/>
                </a:lnTo>
                <a:lnTo>
                  <a:pt x="140318" y="21375"/>
                </a:lnTo>
                <a:lnTo>
                  <a:pt x="139909" y="22398"/>
                </a:lnTo>
                <a:lnTo>
                  <a:pt x="140011" y="23318"/>
                </a:lnTo>
                <a:lnTo>
                  <a:pt x="140114" y="23932"/>
                </a:lnTo>
                <a:lnTo>
                  <a:pt x="139807" y="23932"/>
                </a:lnTo>
                <a:lnTo>
                  <a:pt x="140011" y="23318"/>
                </a:lnTo>
                <a:lnTo>
                  <a:pt x="138886" y="24545"/>
                </a:lnTo>
                <a:lnTo>
                  <a:pt x="138375" y="24239"/>
                </a:lnTo>
                <a:lnTo>
                  <a:pt x="134693" y="24750"/>
                </a:lnTo>
                <a:lnTo>
                  <a:pt x="135307" y="25261"/>
                </a:lnTo>
                <a:lnTo>
                  <a:pt x="134795" y="25057"/>
                </a:lnTo>
                <a:lnTo>
                  <a:pt x="134693" y="24750"/>
                </a:lnTo>
                <a:lnTo>
                  <a:pt x="133773" y="24443"/>
                </a:lnTo>
                <a:lnTo>
                  <a:pt x="132852" y="24955"/>
                </a:lnTo>
                <a:lnTo>
                  <a:pt x="131625" y="24443"/>
                </a:lnTo>
                <a:lnTo>
                  <a:pt x="131625" y="24136"/>
                </a:lnTo>
                <a:lnTo>
                  <a:pt x="131318" y="23830"/>
                </a:lnTo>
                <a:lnTo>
                  <a:pt x="131420" y="23420"/>
                </a:lnTo>
                <a:lnTo>
                  <a:pt x="131727" y="23216"/>
                </a:lnTo>
                <a:lnTo>
                  <a:pt x="131625" y="23114"/>
                </a:lnTo>
                <a:lnTo>
                  <a:pt x="132341" y="22500"/>
                </a:lnTo>
                <a:lnTo>
                  <a:pt x="131932" y="22398"/>
                </a:lnTo>
                <a:lnTo>
                  <a:pt x="132034" y="21273"/>
                </a:lnTo>
                <a:lnTo>
                  <a:pt x="132034" y="21273"/>
                </a:lnTo>
                <a:lnTo>
                  <a:pt x="130602" y="21886"/>
                </a:lnTo>
                <a:lnTo>
                  <a:pt x="130602" y="22193"/>
                </a:lnTo>
                <a:lnTo>
                  <a:pt x="131011" y="22295"/>
                </a:lnTo>
                <a:lnTo>
                  <a:pt x="130705" y="22398"/>
                </a:lnTo>
                <a:lnTo>
                  <a:pt x="130295" y="22398"/>
                </a:lnTo>
                <a:lnTo>
                  <a:pt x="130295" y="23318"/>
                </a:lnTo>
                <a:lnTo>
                  <a:pt x="130909" y="24341"/>
                </a:lnTo>
                <a:lnTo>
                  <a:pt x="130807" y="24545"/>
                </a:lnTo>
                <a:lnTo>
                  <a:pt x="131625" y="25261"/>
                </a:lnTo>
                <a:lnTo>
                  <a:pt x="131011" y="25057"/>
                </a:lnTo>
                <a:lnTo>
                  <a:pt x="130705" y="25466"/>
                </a:lnTo>
                <a:lnTo>
                  <a:pt x="128864" y="25466"/>
                </a:lnTo>
                <a:lnTo>
                  <a:pt x="127739" y="26080"/>
                </a:lnTo>
                <a:lnTo>
                  <a:pt x="127432" y="27205"/>
                </a:lnTo>
                <a:lnTo>
                  <a:pt x="127227" y="27205"/>
                </a:lnTo>
                <a:lnTo>
                  <a:pt x="127534" y="27409"/>
                </a:lnTo>
                <a:lnTo>
                  <a:pt x="127534" y="27409"/>
                </a:lnTo>
                <a:lnTo>
                  <a:pt x="126818" y="27307"/>
                </a:lnTo>
                <a:lnTo>
                  <a:pt x="126818" y="27307"/>
                </a:lnTo>
                <a:lnTo>
                  <a:pt x="127432" y="27409"/>
                </a:lnTo>
                <a:lnTo>
                  <a:pt x="125386" y="28023"/>
                </a:lnTo>
                <a:lnTo>
                  <a:pt x="124977" y="28841"/>
                </a:lnTo>
                <a:lnTo>
                  <a:pt x="124261" y="29148"/>
                </a:lnTo>
                <a:lnTo>
                  <a:pt x="124466" y="29352"/>
                </a:lnTo>
                <a:lnTo>
                  <a:pt x="123239" y="29455"/>
                </a:lnTo>
                <a:lnTo>
                  <a:pt x="123136" y="29148"/>
                </a:lnTo>
                <a:lnTo>
                  <a:pt x="122727" y="29352"/>
                </a:lnTo>
                <a:lnTo>
                  <a:pt x="123034" y="30170"/>
                </a:lnTo>
                <a:lnTo>
                  <a:pt x="120375" y="30375"/>
                </a:lnTo>
                <a:lnTo>
                  <a:pt x="120784" y="30477"/>
                </a:lnTo>
                <a:lnTo>
                  <a:pt x="120477" y="30580"/>
                </a:lnTo>
                <a:lnTo>
                  <a:pt x="120682" y="30682"/>
                </a:lnTo>
                <a:lnTo>
                  <a:pt x="120375" y="30784"/>
                </a:lnTo>
                <a:lnTo>
                  <a:pt x="122011" y="31193"/>
                </a:lnTo>
                <a:lnTo>
                  <a:pt x="121909" y="31295"/>
                </a:lnTo>
                <a:lnTo>
                  <a:pt x="122114" y="31295"/>
                </a:lnTo>
                <a:lnTo>
                  <a:pt x="122114" y="31398"/>
                </a:lnTo>
                <a:lnTo>
                  <a:pt x="122727" y="31602"/>
                </a:lnTo>
                <a:lnTo>
                  <a:pt x="122420" y="31705"/>
                </a:lnTo>
                <a:lnTo>
                  <a:pt x="122523" y="32114"/>
                </a:lnTo>
                <a:lnTo>
                  <a:pt x="123239" y="32523"/>
                </a:lnTo>
                <a:lnTo>
                  <a:pt x="123341" y="33136"/>
                </a:lnTo>
                <a:lnTo>
                  <a:pt x="123136" y="33034"/>
                </a:lnTo>
                <a:lnTo>
                  <a:pt x="123750" y="33852"/>
                </a:lnTo>
                <a:lnTo>
                  <a:pt x="123750" y="33852"/>
                </a:lnTo>
                <a:lnTo>
                  <a:pt x="123239" y="33341"/>
                </a:lnTo>
                <a:lnTo>
                  <a:pt x="123136" y="34261"/>
                </a:lnTo>
                <a:lnTo>
                  <a:pt x="123239" y="34159"/>
                </a:lnTo>
                <a:lnTo>
                  <a:pt x="123239" y="34261"/>
                </a:lnTo>
                <a:lnTo>
                  <a:pt x="122830" y="35386"/>
                </a:lnTo>
                <a:lnTo>
                  <a:pt x="117409" y="35284"/>
                </a:lnTo>
                <a:lnTo>
                  <a:pt x="117307" y="35489"/>
                </a:lnTo>
                <a:lnTo>
                  <a:pt x="116898" y="35591"/>
                </a:lnTo>
                <a:lnTo>
                  <a:pt x="116693" y="36307"/>
                </a:lnTo>
                <a:lnTo>
                  <a:pt x="116898" y="36307"/>
                </a:lnTo>
                <a:lnTo>
                  <a:pt x="116898" y="36614"/>
                </a:lnTo>
                <a:lnTo>
                  <a:pt x="117000" y="36614"/>
                </a:lnTo>
                <a:lnTo>
                  <a:pt x="116182" y="40091"/>
                </a:lnTo>
                <a:lnTo>
                  <a:pt x="116795" y="39784"/>
                </a:lnTo>
                <a:lnTo>
                  <a:pt x="116386" y="40295"/>
                </a:lnTo>
                <a:lnTo>
                  <a:pt x="116687" y="40446"/>
                </a:lnTo>
                <a:lnTo>
                  <a:pt x="116687" y="40446"/>
                </a:lnTo>
                <a:lnTo>
                  <a:pt x="116489" y="41932"/>
                </a:lnTo>
                <a:lnTo>
                  <a:pt x="118330" y="41625"/>
                </a:lnTo>
                <a:lnTo>
                  <a:pt x="118739" y="42136"/>
                </a:lnTo>
                <a:lnTo>
                  <a:pt x="118841" y="42034"/>
                </a:lnTo>
                <a:lnTo>
                  <a:pt x="119455" y="42955"/>
                </a:lnTo>
                <a:lnTo>
                  <a:pt x="122420" y="42034"/>
                </a:lnTo>
                <a:lnTo>
                  <a:pt x="122727" y="41625"/>
                </a:lnTo>
                <a:lnTo>
                  <a:pt x="123545" y="41318"/>
                </a:lnTo>
                <a:lnTo>
                  <a:pt x="123852" y="40500"/>
                </a:lnTo>
                <a:lnTo>
                  <a:pt x="124261" y="40193"/>
                </a:lnTo>
                <a:lnTo>
                  <a:pt x="123955" y="39784"/>
                </a:lnTo>
                <a:lnTo>
                  <a:pt x="124773" y="38045"/>
                </a:lnTo>
                <a:lnTo>
                  <a:pt x="126818" y="36920"/>
                </a:lnTo>
                <a:lnTo>
                  <a:pt x="126818" y="35693"/>
                </a:lnTo>
                <a:lnTo>
                  <a:pt x="129682" y="35591"/>
                </a:lnTo>
                <a:lnTo>
                  <a:pt x="131318" y="34466"/>
                </a:lnTo>
                <a:lnTo>
                  <a:pt x="136943" y="38864"/>
                </a:lnTo>
                <a:lnTo>
                  <a:pt x="137250" y="38864"/>
                </a:lnTo>
                <a:lnTo>
                  <a:pt x="137761" y="40091"/>
                </a:lnTo>
                <a:lnTo>
                  <a:pt x="137557" y="40193"/>
                </a:lnTo>
                <a:lnTo>
                  <a:pt x="137352" y="40807"/>
                </a:lnTo>
                <a:lnTo>
                  <a:pt x="137761" y="41011"/>
                </a:lnTo>
                <a:lnTo>
                  <a:pt x="138170" y="39989"/>
                </a:lnTo>
                <a:lnTo>
                  <a:pt x="138580" y="39886"/>
                </a:lnTo>
                <a:lnTo>
                  <a:pt x="138477" y="39375"/>
                </a:lnTo>
                <a:lnTo>
                  <a:pt x="138068" y="39170"/>
                </a:lnTo>
                <a:lnTo>
                  <a:pt x="138375" y="38455"/>
                </a:lnTo>
                <a:lnTo>
                  <a:pt x="139602" y="38966"/>
                </a:lnTo>
                <a:lnTo>
                  <a:pt x="137455" y="37432"/>
                </a:lnTo>
                <a:lnTo>
                  <a:pt x="137557" y="37023"/>
                </a:lnTo>
                <a:lnTo>
                  <a:pt x="136432" y="36818"/>
                </a:lnTo>
                <a:lnTo>
                  <a:pt x="134182" y="34057"/>
                </a:lnTo>
                <a:lnTo>
                  <a:pt x="134284" y="33341"/>
                </a:lnTo>
                <a:lnTo>
                  <a:pt x="135307" y="33239"/>
                </a:lnTo>
                <a:lnTo>
                  <a:pt x="135205" y="33750"/>
                </a:lnTo>
                <a:lnTo>
                  <a:pt x="135716" y="33750"/>
                </a:lnTo>
                <a:lnTo>
                  <a:pt x="135818" y="33545"/>
                </a:lnTo>
                <a:lnTo>
                  <a:pt x="136841" y="34670"/>
                </a:lnTo>
                <a:lnTo>
                  <a:pt x="136534" y="34670"/>
                </a:lnTo>
                <a:lnTo>
                  <a:pt x="138784" y="36102"/>
                </a:lnTo>
                <a:lnTo>
                  <a:pt x="138170" y="35898"/>
                </a:lnTo>
                <a:lnTo>
                  <a:pt x="140420" y="37330"/>
                </a:lnTo>
                <a:lnTo>
                  <a:pt x="140420" y="38557"/>
                </a:lnTo>
                <a:lnTo>
                  <a:pt x="140318" y="38557"/>
                </a:lnTo>
                <a:lnTo>
                  <a:pt x="141955" y="39989"/>
                </a:lnTo>
                <a:lnTo>
                  <a:pt x="141648" y="39989"/>
                </a:lnTo>
                <a:lnTo>
                  <a:pt x="141955" y="40398"/>
                </a:lnTo>
                <a:lnTo>
                  <a:pt x="143080" y="40500"/>
                </a:lnTo>
                <a:lnTo>
                  <a:pt x="143489" y="40807"/>
                </a:lnTo>
                <a:lnTo>
                  <a:pt x="143489" y="40909"/>
                </a:lnTo>
                <a:lnTo>
                  <a:pt x="142159" y="40909"/>
                </a:lnTo>
                <a:lnTo>
                  <a:pt x="142773" y="42239"/>
                </a:lnTo>
                <a:lnTo>
                  <a:pt x="143284" y="42545"/>
                </a:lnTo>
                <a:lnTo>
                  <a:pt x="143898" y="42545"/>
                </a:lnTo>
                <a:lnTo>
                  <a:pt x="143489" y="41318"/>
                </a:lnTo>
                <a:lnTo>
                  <a:pt x="144102" y="41523"/>
                </a:lnTo>
                <a:lnTo>
                  <a:pt x="144102" y="41523"/>
                </a:lnTo>
                <a:lnTo>
                  <a:pt x="143591" y="41011"/>
                </a:lnTo>
                <a:lnTo>
                  <a:pt x="144205" y="41011"/>
                </a:lnTo>
                <a:lnTo>
                  <a:pt x="144409" y="40807"/>
                </a:lnTo>
                <a:lnTo>
                  <a:pt x="143182" y="39989"/>
                </a:lnTo>
                <a:lnTo>
                  <a:pt x="143591" y="39784"/>
                </a:lnTo>
                <a:lnTo>
                  <a:pt x="143386" y="39682"/>
                </a:lnTo>
                <a:lnTo>
                  <a:pt x="143591" y="39580"/>
                </a:lnTo>
                <a:lnTo>
                  <a:pt x="143693" y="39784"/>
                </a:lnTo>
                <a:lnTo>
                  <a:pt x="143591" y="39477"/>
                </a:lnTo>
                <a:lnTo>
                  <a:pt x="143080" y="38761"/>
                </a:lnTo>
                <a:lnTo>
                  <a:pt x="143284" y="38352"/>
                </a:lnTo>
                <a:lnTo>
                  <a:pt x="143740" y="38678"/>
                </a:lnTo>
                <a:lnTo>
                  <a:pt x="143740" y="38678"/>
                </a:lnTo>
                <a:lnTo>
                  <a:pt x="144205" y="38864"/>
                </a:lnTo>
                <a:lnTo>
                  <a:pt x="144102" y="38557"/>
                </a:lnTo>
                <a:lnTo>
                  <a:pt x="144511" y="38761"/>
                </a:lnTo>
                <a:lnTo>
                  <a:pt x="144000" y="38250"/>
                </a:lnTo>
                <a:lnTo>
                  <a:pt x="145636" y="38045"/>
                </a:lnTo>
                <a:lnTo>
                  <a:pt x="145943" y="38250"/>
                </a:lnTo>
                <a:lnTo>
                  <a:pt x="146557" y="38250"/>
                </a:lnTo>
                <a:lnTo>
                  <a:pt x="146045" y="38864"/>
                </a:lnTo>
                <a:lnTo>
                  <a:pt x="146864" y="39989"/>
                </a:lnTo>
                <a:lnTo>
                  <a:pt x="146761" y="40295"/>
                </a:lnTo>
                <a:lnTo>
                  <a:pt x="147068" y="40398"/>
                </a:lnTo>
                <a:lnTo>
                  <a:pt x="146659" y="40602"/>
                </a:lnTo>
                <a:lnTo>
                  <a:pt x="146455" y="40295"/>
                </a:lnTo>
                <a:lnTo>
                  <a:pt x="146352" y="40705"/>
                </a:lnTo>
                <a:lnTo>
                  <a:pt x="146864" y="40807"/>
                </a:lnTo>
                <a:lnTo>
                  <a:pt x="147477" y="41727"/>
                </a:lnTo>
                <a:lnTo>
                  <a:pt x="147375" y="41830"/>
                </a:lnTo>
                <a:lnTo>
                  <a:pt x="147273" y="41932"/>
                </a:lnTo>
                <a:lnTo>
                  <a:pt x="148091" y="41932"/>
                </a:lnTo>
                <a:lnTo>
                  <a:pt x="147477" y="42239"/>
                </a:lnTo>
                <a:lnTo>
                  <a:pt x="147989" y="42239"/>
                </a:lnTo>
                <a:lnTo>
                  <a:pt x="147989" y="42341"/>
                </a:lnTo>
                <a:lnTo>
                  <a:pt x="148602" y="42239"/>
                </a:lnTo>
                <a:lnTo>
                  <a:pt x="149523" y="42852"/>
                </a:lnTo>
                <a:lnTo>
                  <a:pt x="150136" y="42648"/>
                </a:lnTo>
                <a:lnTo>
                  <a:pt x="150341" y="42136"/>
                </a:lnTo>
                <a:lnTo>
                  <a:pt x="152080" y="42955"/>
                </a:lnTo>
                <a:lnTo>
                  <a:pt x="152898" y="42852"/>
                </a:lnTo>
                <a:lnTo>
                  <a:pt x="153511" y="42239"/>
                </a:lnTo>
                <a:lnTo>
                  <a:pt x="154227" y="42443"/>
                </a:lnTo>
                <a:lnTo>
                  <a:pt x="154636" y="42136"/>
                </a:lnTo>
                <a:lnTo>
                  <a:pt x="154023" y="47659"/>
                </a:lnTo>
                <a:lnTo>
                  <a:pt x="152489" y="48068"/>
                </a:lnTo>
                <a:lnTo>
                  <a:pt x="152080" y="47864"/>
                </a:lnTo>
                <a:lnTo>
                  <a:pt x="151773" y="47864"/>
                </a:lnTo>
                <a:lnTo>
                  <a:pt x="151773" y="47761"/>
                </a:lnTo>
                <a:lnTo>
                  <a:pt x="151261" y="47557"/>
                </a:lnTo>
                <a:lnTo>
                  <a:pt x="150648" y="47761"/>
                </a:lnTo>
                <a:lnTo>
                  <a:pt x="150955" y="47557"/>
                </a:lnTo>
                <a:lnTo>
                  <a:pt x="150955" y="47557"/>
                </a:lnTo>
                <a:lnTo>
                  <a:pt x="149114" y="48170"/>
                </a:lnTo>
                <a:lnTo>
                  <a:pt x="146148" y="47659"/>
                </a:lnTo>
                <a:lnTo>
                  <a:pt x="145739" y="47148"/>
                </a:lnTo>
                <a:lnTo>
                  <a:pt x="144102" y="46739"/>
                </a:lnTo>
                <a:lnTo>
                  <a:pt x="144000" y="46432"/>
                </a:lnTo>
                <a:lnTo>
                  <a:pt x="143489" y="46227"/>
                </a:lnTo>
                <a:lnTo>
                  <a:pt x="141955" y="46534"/>
                </a:lnTo>
                <a:lnTo>
                  <a:pt x="141443" y="47250"/>
                </a:lnTo>
                <a:lnTo>
                  <a:pt x="141648" y="48170"/>
                </a:lnTo>
                <a:lnTo>
                  <a:pt x="140114" y="48580"/>
                </a:lnTo>
                <a:lnTo>
                  <a:pt x="133773" y="45818"/>
                </a:lnTo>
                <a:lnTo>
                  <a:pt x="133875" y="45818"/>
                </a:lnTo>
                <a:lnTo>
                  <a:pt x="132750" y="44898"/>
                </a:lnTo>
                <a:lnTo>
                  <a:pt x="133568" y="43670"/>
                </a:lnTo>
                <a:lnTo>
                  <a:pt x="133159" y="43057"/>
                </a:lnTo>
                <a:lnTo>
                  <a:pt x="133466" y="41932"/>
                </a:lnTo>
                <a:lnTo>
                  <a:pt x="132852" y="42136"/>
                </a:lnTo>
                <a:lnTo>
                  <a:pt x="132852" y="41830"/>
                </a:lnTo>
                <a:lnTo>
                  <a:pt x="132545" y="41727"/>
                </a:lnTo>
                <a:lnTo>
                  <a:pt x="132545" y="41625"/>
                </a:lnTo>
                <a:lnTo>
                  <a:pt x="130807" y="42136"/>
                </a:lnTo>
                <a:lnTo>
                  <a:pt x="130295" y="41830"/>
                </a:lnTo>
                <a:lnTo>
                  <a:pt x="122318" y="43977"/>
                </a:lnTo>
                <a:lnTo>
                  <a:pt x="121602" y="43670"/>
                </a:lnTo>
                <a:lnTo>
                  <a:pt x="120477" y="43875"/>
                </a:lnTo>
                <a:lnTo>
                  <a:pt x="119659" y="43057"/>
                </a:lnTo>
                <a:lnTo>
                  <a:pt x="115568" y="48477"/>
                </a:lnTo>
                <a:lnTo>
                  <a:pt x="115773" y="48784"/>
                </a:lnTo>
                <a:lnTo>
                  <a:pt x="114034" y="50932"/>
                </a:lnTo>
                <a:lnTo>
                  <a:pt x="112909" y="51239"/>
                </a:lnTo>
                <a:lnTo>
                  <a:pt x="109943" y="55739"/>
                </a:lnTo>
                <a:lnTo>
                  <a:pt x="109943" y="55739"/>
                </a:lnTo>
                <a:lnTo>
                  <a:pt x="110148" y="55534"/>
                </a:lnTo>
                <a:lnTo>
                  <a:pt x="110148" y="55534"/>
                </a:lnTo>
                <a:lnTo>
                  <a:pt x="108920" y="58602"/>
                </a:lnTo>
                <a:lnTo>
                  <a:pt x="109432" y="58807"/>
                </a:lnTo>
                <a:lnTo>
                  <a:pt x="109432" y="60034"/>
                </a:lnTo>
                <a:lnTo>
                  <a:pt x="109636" y="59932"/>
                </a:lnTo>
                <a:lnTo>
                  <a:pt x="109330" y="63716"/>
                </a:lnTo>
                <a:lnTo>
                  <a:pt x="108409" y="64841"/>
                </a:lnTo>
                <a:lnTo>
                  <a:pt x="109023" y="65659"/>
                </a:lnTo>
                <a:lnTo>
                  <a:pt x="109227" y="65557"/>
                </a:lnTo>
                <a:lnTo>
                  <a:pt x="109227" y="66170"/>
                </a:lnTo>
                <a:lnTo>
                  <a:pt x="110250" y="66170"/>
                </a:lnTo>
                <a:lnTo>
                  <a:pt x="109330" y="66375"/>
                </a:lnTo>
                <a:lnTo>
                  <a:pt x="109227" y="66273"/>
                </a:lnTo>
                <a:lnTo>
                  <a:pt x="109023" y="67091"/>
                </a:lnTo>
                <a:lnTo>
                  <a:pt x="109023" y="67091"/>
                </a:lnTo>
                <a:lnTo>
                  <a:pt x="109227" y="66989"/>
                </a:lnTo>
                <a:lnTo>
                  <a:pt x="109739" y="67909"/>
                </a:lnTo>
                <a:lnTo>
                  <a:pt x="110557" y="67705"/>
                </a:lnTo>
                <a:lnTo>
                  <a:pt x="110557" y="67705"/>
                </a:lnTo>
                <a:lnTo>
                  <a:pt x="110148" y="67909"/>
                </a:lnTo>
                <a:lnTo>
                  <a:pt x="110557" y="68114"/>
                </a:lnTo>
                <a:lnTo>
                  <a:pt x="110148" y="68318"/>
                </a:lnTo>
                <a:lnTo>
                  <a:pt x="110250" y="68318"/>
                </a:lnTo>
                <a:lnTo>
                  <a:pt x="110455" y="68523"/>
                </a:lnTo>
                <a:lnTo>
                  <a:pt x="110352" y="68727"/>
                </a:lnTo>
                <a:lnTo>
                  <a:pt x="110557" y="68625"/>
                </a:lnTo>
                <a:lnTo>
                  <a:pt x="110659" y="68932"/>
                </a:lnTo>
                <a:lnTo>
                  <a:pt x="110864" y="69034"/>
                </a:lnTo>
                <a:lnTo>
                  <a:pt x="110966" y="68932"/>
                </a:lnTo>
                <a:lnTo>
                  <a:pt x="111375" y="69648"/>
                </a:lnTo>
                <a:lnTo>
                  <a:pt x="111784" y="69852"/>
                </a:lnTo>
                <a:lnTo>
                  <a:pt x="111784" y="70261"/>
                </a:lnTo>
                <a:lnTo>
                  <a:pt x="112295" y="70875"/>
                </a:lnTo>
                <a:lnTo>
                  <a:pt x="112193" y="71182"/>
                </a:lnTo>
                <a:lnTo>
                  <a:pt x="112500" y="71182"/>
                </a:lnTo>
                <a:lnTo>
                  <a:pt x="112193" y="71284"/>
                </a:lnTo>
                <a:lnTo>
                  <a:pt x="117511" y="75477"/>
                </a:lnTo>
                <a:lnTo>
                  <a:pt x="119557" y="74761"/>
                </a:lnTo>
                <a:lnTo>
                  <a:pt x="119250" y="74761"/>
                </a:lnTo>
                <a:lnTo>
                  <a:pt x="120477" y="74659"/>
                </a:lnTo>
                <a:lnTo>
                  <a:pt x="119966" y="74659"/>
                </a:lnTo>
                <a:lnTo>
                  <a:pt x="121295" y="74557"/>
                </a:lnTo>
                <a:lnTo>
                  <a:pt x="121398" y="74761"/>
                </a:lnTo>
                <a:lnTo>
                  <a:pt x="127534" y="73227"/>
                </a:lnTo>
                <a:lnTo>
                  <a:pt x="127330" y="73432"/>
                </a:lnTo>
                <a:lnTo>
                  <a:pt x="129170" y="74455"/>
                </a:lnTo>
                <a:lnTo>
                  <a:pt x="129170" y="74761"/>
                </a:lnTo>
                <a:lnTo>
                  <a:pt x="129068" y="74761"/>
                </a:lnTo>
                <a:lnTo>
                  <a:pt x="129886" y="75477"/>
                </a:lnTo>
                <a:lnTo>
                  <a:pt x="130091" y="75477"/>
                </a:lnTo>
                <a:lnTo>
                  <a:pt x="130398" y="75580"/>
                </a:lnTo>
                <a:lnTo>
                  <a:pt x="130295" y="75170"/>
                </a:lnTo>
                <a:lnTo>
                  <a:pt x="130398" y="75477"/>
                </a:lnTo>
                <a:lnTo>
                  <a:pt x="130602" y="75170"/>
                </a:lnTo>
                <a:lnTo>
                  <a:pt x="131420" y="75375"/>
                </a:lnTo>
                <a:lnTo>
                  <a:pt x="131625" y="74966"/>
                </a:lnTo>
                <a:lnTo>
                  <a:pt x="132341" y="75784"/>
                </a:lnTo>
                <a:lnTo>
                  <a:pt x="132955" y="75886"/>
                </a:lnTo>
                <a:lnTo>
                  <a:pt x="132852" y="79466"/>
                </a:lnTo>
                <a:lnTo>
                  <a:pt x="132648" y="79568"/>
                </a:lnTo>
                <a:lnTo>
                  <a:pt x="133261" y="79875"/>
                </a:lnTo>
                <a:lnTo>
                  <a:pt x="133057" y="79977"/>
                </a:lnTo>
                <a:lnTo>
                  <a:pt x="132648" y="79670"/>
                </a:lnTo>
                <a:lnTo>
                  <a:pt x="132443" y="80591"/>
                </a:lnTo>
                <a:lnTo>
                  <a:pt x="132034" y="80693"/>
                </a:lnTo>
                <a:lnTo>
                  <a:pt x="132852" y="81716"/>
                </a:lnTo>
                <a:lnTo>
                  <a:pt x="132852" y="81716"/>
                </a:lnTo>
                <a:lnTo>
                  <a:pt x="132341" y="81409"/>
                </a:lnTo>
                <a:lnTo>
                  <a:pt x="132750" y="82023"/>
                </a:lnTo>
                <a:lnTo>
                  <a:pt x="132648" y="82023"/>
                </a:lnTo>
                <a:lnTo>
                  <a:pt x="133261" y="82636"/>
                </a:lnTo>
                <a:lnTo>
                  <a:pt x="132955" y="82534"/>
                </a:lnTo>
                <a:lnTo>
                  <a:pt x="135205" y="85909"/>
                </a:lnTo>
                <a:lnTo>
                  <a:pt x="136023" y="86114"/>
                </a:lnTo>
                <a:lnTo>
                  <a:pt x="135307" y="86318"/>
                </a:lnTo>
                <a:lnTo>
                  <a:pt x="135920" y="89284"/>
                </a:lnTo>
                <a:lnTo>
                  <a:pt x="136023" y="89182"/>
                </a:lnTo>
                <a:lnTo>
                  <a:pt x="136432" y="92557"/>
                </a:lnTo>
                <a:lnTo>
                  <a:pt x="134795" y="96648"/>
                </a:lnTo>
                <a:lnTo>
                  <a:pt x="137045" y="103602"/>
                </a:lnTo>
                <a:lnTo>
                  <a:pt x="136943" y="103602"/>
                </a:lnTo>
                <a:lnTo>
                  <a:pt x="140011" y="115364"/>
                </a:lnTo>
                <a:lnTo>
                  <a:pt x="146148" y="114955"/>
                </a:lnTo>
                <a:lnTo>
                  <a:pt x="146557" y="114648"/>
                </a:lnTo>
                <a:lnTo>
                  <a:pt x="147068" y="114648"/>
                </a:lnTo>
                <a:lnTo>
                  <a:pt x="152693" y="109125"/>
                </a:lnTo>
                <a:lnTo>
                  <a:pt x="153205" y="106977"/>
                </a:lnTo>
                <a:lnTo>
                  <a:pt x="153102" y="107080"/>
                </a:lnTo>
                <a:lnTo>
                  <a:pt x="153205" y="106875"/>
                </a:lnTo>
                <a:lnTo>
                  <a:pt x="153205" y="106977"/>
                </a:lnTo>
                <a:lnTo>
                  <a:pt x="155659" y="104523"/>
                </a:lnTo>
                <a:lnTo>
                  <a:pt x="155659" y="102784"/>
                </a:lnTo>
                <a:lnTo>
                  <a:pt x="155557" y="103091"/>
                </a:lnTo>
                <a:lnTo>
                  <a:pt x="155045" y="100330"/>
                </a:lnTo>
                <a:lnTo>
                  <a:pt x="160670" y="95932"/>
                </a:lnTo>
                <a:lnTo>
                  <a:pt x="160875" y="91125"/>
                </a:lnTo>
                <a:lnTo>
                  <a:pt x="160057" y="90307"/>
                </a:lnTo>
                <a:lnTo>
                  <a:pt x="159955" y="87136"/>
                </a:lnTo>
                <a:lnTo>
                  <a:pt x="159341" y="86523"/>
                </a:lnTo>
                <a:lnTo>
                  <a:pt x="161284" y="82125"/>
                </a:lnTo>
                <a:lnTo>
                  <a:pt x="161693" y="82023"/>
                </a:lnTo>
                <a:lnTo>
                  <a:pt x="170591" y="69341"/>
                </a:lnTo>
                <a:lnTo>
                  <a:pt x="170386" y="69136"/>
                </a:lnTo>
                <a:lnTo>
                  <a:pt x="170284" y="69341"/>
                </a:lnTo>
                <a:lnTo>
                  <a:pt x="170182" y="67807"/>
                </a:lnTo>
                <a:lnTo>
                  <a:pt x="164557" y="69341"/>
                </a:lnTo>
                <a:lnTo>
                  <a:pt x="162511" y="68114"/>
                </a:lnTo>
                <a:lnTo>
                  <a:pt x="163330" y="67602"/>
                </a:lnTo>
                <a:lnTo>
                  <a:pt x="162920" y="66784"/>
                </a:lnTo>
                <a:lnTo>
                  <a:pt x="162920" y="66886"/>
                </a:lnTo>
                <a:lnTo>
                  <a:pt x="159955" y="64125"/>
                </a:lnTo>
                <a:lnTo>
                  <a:pt x="159955" y="64534"/>
                </a:lnTo>
                <a:lnTo>
                  <a:pt x="157193" y="58295"/>
                </a:lnTo>
                <a:lnTo>
                  <a:pt x="157193" y="58295"/>
                </a:lnTo>
                <a:lnTo>
                  <a:pt x="157295" y="58398"/>
                </a:lnTo>
                <a:lnTo>
                  <a:pt x="156375" y="56761"/>
                </a:lnTo>
                <a:lnTo>
                  <a:pt x="155966" y="56557"/>
                </a:lnTo>
                <a:lnTo>
                  <a:pt x="155659" y="56148"/>
                </a:lnTo>
                <a:lnTo>
                  <a:pt x="155864" y="55432"/>
                </a:lnTo>
                <a:lnTo>
                  <a:pt x="152591" y="49193"/>
                </a:lnTo>
                <a:lnTo>
                  <a:pt x="152591" y="49193"/>
                </a:lnTo>
                <a:lnTo>
                  <a:pt x="153716" y="51136"/>
                </a:lnTo>
                <a:lnTo>
                  <a:pt x="154330" y="50830"/>
                </a:lnTo>
                <a:lnTo>
                  <a:pt x="154739" y="49602"/>
                </a:lnTo>
                <a:lnTo>
                  <a:pt x="154534" y="51136"/>
                </a:lnTo>
                <a:lnTo>
                  <a:pt x="158727" y="56557"/>
                </a:lnTo>
                <a:lnTo>
                  <a:pt x="158625" y="56557"/>
                </a:lnTo>
                <a:lnTo>
                  <a:pt x="162614" y="64330"/>
                </a:lnTo>
                <a:lnTo>
                  <a:pt x="162511" y="64227"/>
                </a:lnTo>
                <a:lnTo>
                  <a:pt x="162511" y="64227"/>
                </a:lnTo>
                <a:lnTo>
                  <a:pt x="163330" y="66989"/>
                </a:lnTo>
                <a:lnTo>
                  <a:pt x="171102" y="63818"/>
                </a:lnTo>
                <a:lnTo>
                  <a:pt x="171102" y="63409"/>
                </a:lnTo>
                <a:lnTo>
                  <a:pt x="173557" y="62489"/>
                </a:lnTo>
                <a:lnTo>
                  <a:pt x="173659" y="61977"/>
                </a:lnTo>
                <a:lnTo>
                  <a:pt x="174580" y="61568"/>
                </a:lnTo>
                <a:lnTo>
                  <a:pt x="174989" y="60750"/>
                </a:lnTo>
                <a:lnTo>
                  <a:pt x="175807" y="60443"/>
                </a:lnTo>
                <a:lnTo>
                  <a:pt x="175705" y="59625"/>
                </a:lnTo>
                <a:lnTo>
                  <a:pt x="176114" y="58807"/>
                </a:lnTo>
                <a:lnTo>
                  <a:pt x="176216" y="59114"/>
                </a:lnTo>
                <a:lnTo>
                  <a:pt x="177341" y="57170"/>
                </a:lnTo>
                <a:lnTo>
                  <a:pt x="174273" y="54920"/>
                </a:lnTo>
                <a:lnTo>
                  <a:pt x="173864" y="52977"/>
                </a:lnTo>
                <a:lnTo>
                  <a:pt x="172330" y="55023"/>
                </a:lnTo>
                <a:lnTo>
                  <a:pt x="170080" y="55330"/>
                </a:lnTo>
                <a:lnTo>
                  <a:pt x="169875" y="55023"/>
                </a:lnTo>
                <a:lnTo>
                  <a:pt x="169568" y="55023"/>
                </a:lnTo>
                <a:lnTo>
                  <a:pt x="169670" y="54818"/>
                </a:lnTo>
                <a:lnTo>
                  <a:pt x="169466" y="54716"/>
                </a:lnTo>
                <a:lnTo>
                  <a:pt x="169670" y="54000"/>
                </a:lnTo>
                <a:lnTo>
                  <a:pt x="169466" y="53284"/>
                </a:lnTo>
                <a:lnTo>
                  <a:pt x="169057" y="53795"/>
                </a:lnTo>
                <a:lnTo>
                  <a:pt x="169057" y="54511"/>
                </a:lnTo>
                <a:lnTo>
                  <a:pt x="168239" y="53182"/>
                </a:lnTo>
                <a:lnTo>
                  <a:pt x="168341" y="53182"/>
                </a:lnTo>
                <a:lnTo>
                  <a:pt x="168239" y="52568"/>
                </a:lnTo>
                <a:lnTo>
                  <a:pt x="168341" y="52568"/>
                </a:lnTo>
                <a:lnTo>
                  <a:pt x="165886" y="49807"/>
                </a:lnTo>
                <a:lnTo>
                  <a:pt x="166193" y="49602"/>
                </a:lnTo>
                <a:lnTo>
                  <a:pt x="165989" y="49193"/>
                </a:lnTo>
                <a:lnTo>
                  <a:pt x="166398" y="49295"/>
                </a:lnTo>
                <a:lnTo>
                  <a:pt x="166807" y="48682"/>
                </a:lnTo>
                <a:lnTo>
                  <a:pt x="166807" y="48784"/>
                </a:lnTo>
                <a:lnTo>
                  <a:pt x="171409" y="52568"/>
                </a:lnTo>
                <a:lnTo>
                  <a:pt x="172943" y="52466"/>
                </a:lnTo>
                <a:lnTo>
                  <a:pt x="173557" y="52057"/>
                </a:lnTo>
                <a:lnTo>
                  <a:pt x="174273" y="52364"/>
                </a:lnTo>
                <a:lnTo>
                  <a:pt x="174580" y="53182"/>
                </a:lnTo>
                <a:lnTo>
                  <a:pt x="177545" y="54000"/>
                </a:lnTo>
                <a:lnTo>
                  <a:pt x="177648" y="53898"/>
                </a:lnTo>
                <a:lnTo>
                  <a:pt x="177750" y="54000"/>
                </a:lnTo>
                <a:lnTo>
                  <a:pt x="182761" y="53898"/>
                </a:lnTo>
                <a:lnTo>
                  <a:pt x="182557" y="53795"/>
                </a:lnTo>
                <a:lnTo>
                  <a:pt x="182557" y="53795"/>
                </a:lnTo>
                <a:lnTo>
                  <a:pt x="182864" y="53898"/>
                </a:lnTo>
                <a:lnTo>
                  <a:pt x="182966" y="53898"/>
                </a:lnTo>
                <a:lnTo>
                  <a:pt x="184091" y="55432"/>
                </a:lnTo>
                <a:lnTo>
                  <a:pt x="184500" y="55636"/>
                </a:lnTo>
                <a:lnTo>
                  <a:pt x="184500" y="55534"/>
                </a:lnTo>
                <a:lnTo>
                  <a:pt x="185114" y="55534"/>
                </a:lnTo>
                <a:lnTo>
                  <a:pt x="184909" y="56045"/>
                </a:lnTo>
                <a:lnTo>
                  <a:pt x="185727" y="56557"/>
                </a:lnTo>
                <a:lnTo>
                  <a:pt x="186750" y="56250"/>
                </a:lnTo>
                <a:lnTo>
                  <a:pt x="185727" y="57068"/>
                </a:lnTo>
                <a:lnTo>
                  <a:pt x="185420" y="57068"/>
                </a:lnTo>
                <a:lnTo>
                  <a:pt x="187568" y="58602"/>
                </a:lnTo>
                <a:lnTo>
                  <a:pt x="188386" y="58193"/>
                </a:lnTo>
                <a:lnTo>
                  <a:pt x="188284" y="57170"/>
                </a:lnTo>
                <a:lnTo>
                  <a:pt x="188898" y="57170"/>
                </a:lnTo>
                <a:lnTo>
                  <a:pt x="188693" y="57682"/>
                </a:lnTo>
                <a:lnTo>
                  <a:pt x="189205" y="57682"/>
                </a:lnTo>
                <a:lnTo>
                  <a:pt x="188795" y="57989"/>
                </a:lnTo>
                <a:lnTo>
                  <a:pt x="188898" y="57989"/>
                </a:lnTo>
                <a:lnTo>
                  <a:pt x="189307" y="60239"/>
                </a:lnTo>
                <a:lnTo>
                  <a:pt x="189205" y="60239"/>
                </a:lnTo>
                <a:lnTo>
                  <a:pt x="189205" y="60545"/>
                </a:lnTo>
                <a:lnTo>
                  <a:pt x="189307" y="60341"/>
                </a:lnTo>
                <a:lnTo>
                  <a:pt x="190636" y="64227"/>
                </a:lnTo>
                <a:lnTo>
                  <a:pt x="190534" y="64227"/>
                </a:lnTo>
                <a:lnTo>
                  <a:pt x="193160" y="69965"/>
                </a:lnTo>
                <a:lnTo>
                  <a:pt x="194216" y="71693"/>
                </a:lnTo>
                <a:lnTo>
                  <a:pt x="195955" y="70568"/>
                </a:lnTo>
                <a:lnTo>
                  <a:pt x="195545" y="70261"/>
                </a:lnTo>
                <a:lnTo>
                  <a:pt x="195852" y="69443"/>
                </a:lnTo>
                <a:lnTo>
                  <a:pt x="196364" y="69239"/>
                </a:lnTo>
                <a:lnTo>
                  <a:pt x="196568" y="66375"/>
                </a:lnTo>
                <a:lnTo>
                  <a:pt x="196466" y="66170"/>
                </a:lnTo>
                <a:lnTo>
                  <a:pt x="196261" y="63920"/>
                </a:lnTo>
                <a:lnTo>
                  <a:pt x="196875" y="63818"/>
                </a:lnTo>
                <a:lnTo>
                  <a:pt x="200455" y="59830"/>
                </a:lnTo>
                <a:lnTo>
                  <a:pt x="200250" y="59932"/>
                </a:lnTo>
                <a:lnTo>
                  <a:pt x="200250" y="59932"/>
                </a:lnTo>
                <a:lnTo>
                  <a:pt x="201580" y="58705"/>
                </a:lnTo>
                <a:lnTo>
                  <a:pt x="201477" y="58091"/>
                </a:lnTo>
                <a:lnTo>
                  <a:pt x="202398" y="57580"/>
                </a:lnTo>
                <a:lnTo>
                  <a:pt x="202295" y="57068"/>
                </a:lnTo>
                <a:lnTo>
                  <a:pt x="202500" y="57580"/>
                </a:lnTo>
                <a:lnTo>
                  <a:pt x="202705" y="57682"/>
                </a:lnTo>
                <a:lnTo>
                  <a:pt x="202909" y="57273"/>
                </a:lnTo>
                <a:lnTo>
                  <a:pt x="203114" y="57886"/>
                </a:lnTo>
                <a:lnTo>
                  <a:pt x="203216" y="57682"/>
                </a:lnTo>
                <a:lnTo>
                  <a:pt x="203420" y="57784"/>
                </a:lnTo>
                <a:lnTo>
                  <a:pt x="203420" y="57784"/>
                </a:lnTo>
                <a:lnTo>
                  <a:pt x="203216" y="57477"/>
                </a:lnTo>
                <a:lnTo>
                  <a:pt x="203318" y="57273"/>
                </a:lnTo>
                <a:lnTo>
                  <a:pt x="203625" y="57682"/>
                </a:lnTo>
                <a:lnTo>
                  <a:pt x="203625" y="57170"/>
                </a:lnTo>
                <a:lnTo>
                  <a:pt x="203830" y="57682"/>
                </a:lnTo>
                <a:lnTo>
                  <a:pt x="204136" y="56966"/>
                </a:lnTo>
                <a:lnTo>
                  <a:pt x="204136" y="57375"/>
                </a:lnTo>
                <a:lnTo>
                  <a:pt x="204341" y="57273"/>
                </a:lnTo>
                <a:lnTo>
                  <a:pt x="204341" y="57580"/>
                </a:lnTo>
                <a:lnTo>
                  <a:pt x="204648" y="57170"/>
                </a:lnTo>
                <a:lnTo>
                  <a:pt x="204545" y="56250"/>
                </a:lnTo>
                <a:lnTo>
                  <a:pt x="204239" y="55943"/>
                </a:lnTo>
                <a:lnTo>
                  <a:pt x="204443" y="55943"/>
                </a:lnTo>
                <a:lnTo>
                  <a:pt x="204443" y="55739"/>
                </a:lnTo>
                <a:lnTo>
                  <a:pt x="205773" y="57068"/>
                </a:lnTo>
                <a:lnTo>
                  <a:pt x="206795" y="59216"/>
                </a:lnTo>
                <a:lnTo>
                  <a:pt x="206795" y="58909"/>
                </a:lnTo>
                <a:lnTo>
                  <a:pt x="207102" y="59011"/>
                </a:lnTo>
                <a:lnTo>
                  <a:pt x="207307" y="59625"/>
                </a:lnTo>
                <a:lnTo>
                  <a:pt x="207307" y="59420"/>
                </a:lnTo>
                <a:lnTo>
                  <a:pt x="207818" y="59523"/>
                </a:lnTo>
                <a:lnTo>
                  <a:pt x="208125" y="60136"/>
                </a:lnTo>
                <a:lnTo>
                  <a:pt x="207716" y="60136"/>
                </a:lnTo>
                <a:lnTo>
                  <a:pt x="208125" y="60648"/>
                </a:lnTo>
                <a:lnTo>
                  <a:pt x="208125" y="60239"/>
                </a:lnTo>
                <a:lnTo>
                  <a:pt x="208432" y="60750"/>
                </a:lnTo>
                <a:lnTo>
                  <a:pt x="208330" y="60750"/>
                </a:lnTo>
                <a:lnTo>
                  <a:pt x="208739" y="63614"/>
                </a:lnTo>
                <a:lnTo>
                  <a:pt x="209148" y="63102"/>
                </a:lnTo>
                <a:lnTo>
                  <a:pt x="209148" y="63716"/>
                </a:lnTo>
                <a:lnTo>
                  <a:pt x="209352" y="63409"/>
                </a:lnTo>
                <a:lnTo>
                  <a:pt x="210170" y="63409"/>
                </a:lnTo>
                <a:lnTo>
                  <a:pt x="210477" y="63205"/>
                </a:lnTo>
                <a:lnTo>
                  <a:pt x="210477" y="62795"/>
                </a:lnTo>
                <a:lnTo>
                  <a:pt x="210886" y="62898"/>
                </a:lnTo>
                <a:lnTo>
                  <a:pt x="210989" y="62182"/>
                </a:lnTo>
                <a:lnTo>
                  <a:pt x="211807" y="63000"/>
                </a:lnTo>
                <a:lnTo>
                  <a:pt x="212318" y="64943"/>
                </a:lnTo>
                <a:lnTo>
                  <a:pt x="212216" y="64943"/>
                </a:lnTo>
                <a:lnTo>
                  <a:pt x="212523" y="65966"/>
                </a:lnTo>
                <a:lnTo>
                  <a:pt x="212625" y="65659"/>
                </a:lnTo>
                <a:lnTo>
                  <a:pt x="213239" y="69750"/>
                </a:lnTo>
                <a:lnTo>
                  <a:pt x="213341" y="69545"/>
                </a:lnTo>
                <a:lnTo>
                  <a:pt x="213136" y="71386"/>
                </a:lnTo>
                <a:lnTo>
                  <a:pt x="218045" y="78545"/>
                </a:lnTo>
                <a:lnTo>
                  <a:pt x="218455" y="78545"/>
                </a:lnTo>
                <a:lnTo>
                  <a:pt x="218557" y="78341"/>
                </a:lnTo>
                <a:lnTo>
                  <a:pt x="218864" y="78341"/>
                </a:lnTo>
                <a:lnTo>
                  <a:pt x="217739" y="74659"/>
                </a:lnTo>
                <a:lnTo>
                  <a:pt x="215182" y="72307"/>
                </a:lnTo>
                <a:lnTo>
                  <a:pt x="215284" y="72614"/>
                </a:lnTo>
                <a:lnTo>
                  <a:pt x="214875" y="72102"/>
                </a:lnTo>
                <a:lnTo>
                  <a:pt x="215182" y="72307"/>
                </a:lnTo>
                <a:lnTo>
                  <a:pt x="214875" y="71284"/>
                </a:lnTo>
                <a:lnTo>
                  <a:pt x="214773" y="71386"/>
                </a:lnTo>
                <a:lnTo>
                  <a:pt x="213852" y="69852"/>
                </a:lnTo>
                <a:lnTo>
                  <a:pt x="214364" y="66580"/>
                </a:lnTo>
                <a:lnTo>
                  <a:pt x="214261" y="66375"/>
                </a:lnTo>
                <a:lnTo>
                  <a:pt x="215080" y="66273"/>
                </a:lnTo>
                <a:lnTo>
                  <a:pt x="215080" y="66784"/>
                </a:lnTo>
                <a:lnTo>
                  <a:pt x="216409" y="67398"/>
                </a:lnTo>
                <a:lnTo>
                  <a:pt x="216409" y="67295"/>
                </a:lnTo>
                <a:lnTo>
                  <a:pt x="216716" y="67602"/>
                </a:lnTo>
                <a:lnTo>
                  <a:pt x="216716" y="67500"/>
                </a:lnTo>
                <a:lnTo>
                  <a:pt x="217023" y="68011"/>
                </a:lnTo>
                <a:lnTo>
                  <a:pt x="217125" y="67909"/>
                </a:lnTo>
                <a:lnTo>
                  <a:pt x="217330" y="68625"/>
                </a:lnTo>
                <a:lnTo>
                  <a:pt x="217636" y="68625"/>
                </a:lnTo>
                <a:lnTo>
                  <a:pt x="217739" y="69034"/>
                </a:lnTo>
                <a:lnTo>
                  <a:pt x="219068" y="69648"/>
                </a:lnTo>
                <a:lnTo>
                  <a:pt x="218966" y="71182"/>
                </a:lnTo>
                <a:lnTo>
                  <a:pt x="218966" y="71182"/>
                </a:lnTo>
                <a:lnTo>
                  <a:pt x="219886" y="70568"/>
                </a:lnTo>
                <a:lnTo>
                  <a:pt x="219886" y="69750"/>
                </a:lnTo>
                <a:lnTo>
                  <a:pt x="220500" y="70159"/>
                </a:lnTo>
                <a:lnTo>
                  <a:pt x="220091" y="69545"/>
                </a:lnTo>
                <a:lnTo>
                  <a:pt x="220602" y="69852"/>
                </a:lnTo>
                <a:lnTo>
                  <a:pt x="220398" y="69443"/>
                </a:lnTo>
                <a:lnTo>
                  <a:pt x="222545" y="68318"/>
                </a:lnTo>
                <a:lnTo>
                  <a:pt x="222737" y="67743"/>
                </a:lnTo>
                <a:lnTo>
                  <a:pt x="222648" y="67295"/>
                </a:lnTo>
                <a:lnTo>
                  <a:pt x="222750" y="67295"/>
                </a:lnTo>
                <a:lnTo>
                  <a:pt x="222750" y="66886"/>
                </a:lnTo>
                <a:lnTo>
                  <a:pt x="222852" y="67091"/>
                </a:lnTo>
                <a:lnTo>
                  <a:pt x="222545" y="65864"/>
                </a:lnTo>
                <a:lnTo>
                  <a:pt x="219375" y="61773"/>
                </a:lnTo>
                <a:lnTo>
                  <a:pt x="219477" y="61773"/>
                </a:lnTo>
                <a:lnTo>
                  <a:pt x="218659" y="60239"/>
                </a:lnTo>
                <a:lnTo>
                  <a:pt x="219170" y="58398"/>
                </a:lnTo>
                <a:lnTo>
                  <a:pt x="219682" y="58500"/>
                </a:lnTo>
                <a:lnTo>
                  <a:pt x="220602" y="57477"/>
                </a:lnTo>
                <a:lnTo>
                  <a:pt x="221216" y="57989"/>
                </a:lnTo>
                <a:lnTo>
                  <a:pt x="221625" y="57682"/>
                </a:lnTo>
                <a:lnTo>
                  <a:pt x="221830" y="57886"/>
                </a:lnTo>
                <a:lnTo>
                  <a:pt x="221830" y="58500"/>
                </a:lnTo>
                <a:lnTo>
                  <a:pt x="222239" y="59011"/>
                </a:lnTo>
                <a:lnTo>
                  <a:pt x="222136" y="59011"/>
                </a:lnTo>
                <a:lnTo>
                  <a:pt x="222545" y="59114"/>
                </a:lnTo>
                <a:lnTo>
                  <a:pt x="222239" y="58500"/>
                </a:lnTo>
                <a:lnTo>
                  <a:pt x="222443" y="58091"/>
                </a:lnTo>
                <a:lnTo>
                  <a:pt x="224080" y="57477"/>
                </a:lnTo>
                <a:lnTo>
                  <a:pt x="224591" y="57477"/>
                </a:lnTo>
                <a:lnTo>
                  <a:pt x="224693" y="57170"/>
                </a:lnTo>
                <a:lnTo>
                  <a:pt x="225102" y="57068"/>
                </a:lnTo>
                <a:lnTo>
                  <a:pt x="224795" y="56455"/>
                </a:lnTo>
                <a:lnTo>
                  <a:pt x="225000" y="56250"/>
                </a:lnTo>
                <a:lnTo>
                  <a:pt x="225716" y="57068"/>
                </a:lnTo>
                <a:lnTo>
                  <a:pt x="226023" y="56659"/>
                </a:lnTo>
                <a:lnTo>
                  <a:pt x="226125" y="56761"/>
                </a:lnTo>
                <a:lnTo>
                  <a:pt x="226534" y="56659"/>
                </a:lnTo>
                <a:lnTo>
                  <a:pt x="226739" y="56659"/>
                </a:lnTo>
                <a:lnTo>
                  <a:pt x="226739" y="56557"/>
                </a:lnTo>
                <a:lnTo>
                  <a:pt x="227352" y="56455"/>
                </a:lnTo>
                <a:lnTo>
                  <a:pt x="227761" y="55739"/>
                </a:lnTo>
                <a:lnTo>
                  <a:pt x="228170" y="55739"/>
                </a:lnTo>
                <a:lnTo>
                  <a:pt x="228375" y="55534"/>
                </a:lnTo>
                <a:lnTo>
                  <a:pt x="228477" y="54920"/>
                </a:lnTo>
                <a:lnTo>
                  <a:pt x="229807" y="54000"/>
                </a:lnTo>
                <a:lnTo>
                  <a:pt x="229705" y="53386"/>
                </a:lnTo>
                <a:lnTo>
                  <a:pt x="229193" y="53182"/>
                </a:lnTo>
                <a:lnTo>
                  <a:pt x="229807" y="52977"/>
                </a:lnTo>
                <a:lnTo>
                  <a:pt x="229398" y="52466"/>
                </a:lnTo>
                <a:lnTo>
                  <a:pt x="229602" y="52466"/>
                </a:lnTo>
                <a:lnTo>
                  <a:pt x="229807" y="52670"/>
                </a:lnTo>
                <a:lnTo>
                  <a:pt x="230318" y="50932"/>
                </a:lnTo>
                <a:lnTo>
                  <a:pt x="230727" y="50932"/>
                </a:lnTo>
                <a:lnTo>
                  <a:pt x="230523" y="50318"/>
                </a:lnTo>
                <a:lnTo>
                  <a:pt x="230625" y="50318"/>
                </a:lnTo>
                <a:lnTo>
                  <a:pt x="230318" y="50114"/>
                </a:lnTo>
                <a:lnTo>
                  <a:pt x="230727" y="50114"/>
                </a:lnTo>
                <a:lnTo>
                  <a:pt x="230625" y="49602"/>
                </a:lnTo>
                <a:lnTo>
                  <a:pt x="230318" y="49705"/>
                </a:lnTo>
                <a:lnTo>
                  <a:pt x="230625" y="49295"/>
                </a:lnTo>
                <a:lnTo>
                  <a:pt x="229807" y="48886"/>
                </a:lnTo>
                <a:lnTo>
                  <a:pt x="229295" y="49091"/>
                </a:lnTo>
                <a:lnTo>
                  <a:pt x="228886" y="48989"/>
                </a:lnTo>
                <a:lnTo>
                  <a:pt x="230011" y="48273"/>
                </a:lnTo>
                <a:lnTo>
                  <a:pt x="229909" y="47966"/>
                </a:lnTo>
                <a:lnTo>
                  <a:pt x="228682" y="47148"/>
                </a:lnTo>
                <a:lnTo>
                  <a:pt x="228170" y="47250"/>
                </a:lnTo>
                <a:lnTo>
                  <a:pt x="228477" y="47045"/>
                </a:lnTo>
                <a:lnTo>
                  <a:pt x="229807" y="47455"/>
                </a:lnTo>
                <a:lnTo>
                  <a:pt x="226227" y="44080"/>
                </a:lnTo>
                <a:lnTo>
                  <a:pt x="226739" y="43057"/>
                </a:lnTo>
                <a:lnTo>
                  <a:pt x="226534" y="42750"/>
                </a:lnTo>
                <a:lnTo>
                  <a:pt x="226534" y="42750"/>
                </a:lnTo>
                <a:lnTo>
                  <a:pt x="226739" y="42955"/>
                </a:lnTo>
                <a:lnTo>
                  <a:pt x="227045" y="42545"/>
                </a:lnTo>
                <a:lnTo>
                  <a:pt x="226943" y="42341"/>
                </a:lnTo>
                <a:lnTo>
                  <a:pt x="228170" y="41932"/>
                </a:lnTo>
                <a:lnTo>
                  <a:pt x="228170" y="41523"/>
                </a:lnTo>
                <a:lnTo>
                  <a:pt x="225920" y="41216"/>
                </a:lnTo>
                <a:lnTo>
                  <a:pt x="225511" y="41830"/>
                </a:lnTo>
                <a:lnTo>
                  <a:pt x="225000" y="41625"/>
                </a:lnTo>
                <a:lnTo>
                  <a:pt x="224898" y="41216"/>
                </a:lnTo>
                <a:lnTo>
                  <a:pt x="223159" y="39989"/>
                </a:lnTo>
                <a:lnTo>
                  <a:pt x="224182" y="39580"/>
                </a:lnTo>
                <a:lnTo>
                  <a:pt x="224284" y="38966"/>
                </a:lnTo>
                <a:lnTo>
                  <a:pt x="224898" y="38659"/>
                </a:lnTo>
                <a:lnTo>
                  <a:pt x="225000" y="38250"/>
                </a:lnTo>
                <a:lnTo>
                  <a:pt x="225614" y="37943"/>
                </a:lnTo>
                <a:lnTo>
                  <a:pt x="226227" y="38557"/>
                </a:lnTo>
                <a:lnTo>
                  <a:pt x="226023" y="39477"/>
                </a:lnTo>
                <a:lnTo>
                  <a:pt x="226432" y="39477"/>
                </a:lnTo>
                <a:lnTo>
                  <a:pt x="226432" y="39784"/>
                </a:lnTo>
                <a:lnTo>
                  <a:pt x="226125" y="39989"/>
                </a:lnTo>
                <a:lnTo>
                  <a:pt x="226534" y="39989"/>
                </a:lnTo>
                <a:lnTo>
                  <a:pt x="226636" y="39886"/>
                </a:lnTo>
                <a:lnTo>
                  <a:pt x="228273" y="38864"/>
                </a:lnTo>
                <a:lnTo>
                  <a:pt x="228682" y="39273"/>
                </a:lnTo>
                <a:lnTo>
                  <a:pt x="228784" y="39068"/>
                </a:lnTo>
                <a:lnTo>
                  <a:pt x="229500" y="39580"/>
                </a:lnTo>
                <a:lnTo>
                  <a:pt x="229602" y="40091"/>
                </a:lnTo>
                <a:lnTo>
                  <a:pt x="229909" y="40193"/>
                </a:lnTo>
                <a:lnTo>
                  <a:pt x="229500" y="40807"/>
                </a:lnTo>
                <a:lnTo>
                  <a:pt x="230011" y="40807"/>
                </a:lnTo>
                <a:lnTo>
                  <a:pt x="229807" y="41011"/>
                </a:lnTo>
                <a:lnTo>
                  <a:pt x="230114" y="41114"/>
                </a:lnTo>
                <a:lnTo>
                  <a:pt x="230216" y="41216"/>
                </a:lnTo>
                <a:lnTo>
                  <a:pt x="230420" y="41114"/>
                </a:lnTo>
                <a:lnTo>
                  <a:pt x="230523" y="40909"/>
                </a:lnTo>
                <a:lnTo>
                  <a:pt x="231955" y="42136"/>
                </a:lnTo>
                <a:lnTo>
                  <a:pt x="231341" y="42136"/>
                </a:lnTo>
                <a:lnTo>
                  <a:pt x="232670" y="44182"/>
                </a:lnTo>
                <a:lnTo>
                  <a:pt x="232568" y="44284"/>
                </a:lnTo>
                <a:lnTo>
                  <a:pt x="232670" y="44386"/>
                </a:lnTo>
                <a:lnTo>
                  <a:pt x="232466" y="44386"/>
                </a:lnTo>
                <a:lnTo>
                  <a:pt x="232875" y="44795"/>
                </a:lnTo>
                <a:lnTo>
                  <a:pt x="233080" y="44591"/>
                </a:lnTo>
                <a:lnTo>
                  <a:pt x="233182" y="44284"/>
                </a:lnTo>
                <a:lnTo>
                  <a:pt x="233489" y="44489"/>
                </a:lnTo>
                <a:lnTo>
                  <a:pt x="233386" y="44284"/>
                </a:lnTo>
                <a:lnTo>
                  <a:pt x="233591" y="44284"/>
                </a:lnTo>
                <a:lnTo>
                  <a:pt x="233693" y="44080"/>
                </a:lnTo>
                <a:lnTo>
                  <a:pt x="234205" y="44182"/>
                </a:lnTo>
                <a:lnTo>
                  <a:pt x="234614" y="43875"/>
                </a:lnTo>
                <a:lnTo>
                  <a:pt x="234614" y="42955"/>
                </a:lnTo>
                <a:lnTo>
                  <a:pt x="231034" y="39170"/>
                </a:lnTo>
                <a:lnTo>
                  <a:pt x="232261" y="38045"/>
                </a:lnTo>
                <a:lnTo>
                  <a:pt x="232057" y="36205"/>
                </a:lnTo>
                <a:lnTo>
                  <a:pt x="232057" y="36205"/>
                </a:lnTo>
                <a:lnTo>
                  <a:pt x="232364" y="36307"/>
                </a:lnTo>
                <a:lnTo>
                  <a:pt x="232670" y="35591"/>
                </a:lnTo>
                <a:lnTo>
                  <a:pt x="232977" y="35591"/>
                </a:lnTo>
                <a:lnTo>
                  <a:pt x="234102" y="36102"/>
                </a:lnTo>
                <a:lnTo>
                  <a:pt x="235739" y="30273"/>
                </a:lnTo>
                <a:lnTo>
                  <a:pt x="232670" y="25773"/>
                </a:lnTo>
                <a:lnTo>
                  <a:pt x="232670" y="25466"/>
                </a:lnTo>
                <a:lnTo>
                  <a:pt x="229909" y="24545"/>
                </a:lnTo>
                <a:lnTo>
                  <a:pt x="230420" y="25159"/>
                </a:lnTo>
                <a:lnTo>
                  <a:pt x="230318" y="25364"/>
                </a:lnTo>
                <a:lnTo>
                  <a:pt x="230114" y="24955"/>
                </a:lnTo>
                <a:lnTo>
                  <a:pt x="230114" y="25159"/>
                </a:lnTo>
                <a:lnTo>
                  <a:pt x="229500" y="25261"/>
                </a:lnTo>
                <a:lnTo>
                  <a:pt x="229602" y="24955"/>
                </a:lnTo>
                <a:lnTo>
                  <a:pt x="228886" y="24648"/>
                </a:lnTo>
                <a:lnTo>
                  <a:pt x="229193" y="25057"/>
                </a:lnTo>
                <a:lnTo>
                  <a:pt x="226841" y="23830"/>
                </a:lnTo>
                <a:lnTo>
                  <a:pt x="228068" y="21068"/>
                </a:lnTo>
                <a:lnTo>
                  <a:pt x="227864" y="20761"/>
                </a:lnTo>
                <a:lnTo>
                  <a:pt x="228170" y="20455"/>
                </a:lnTo>
                <a:lnTo>
                  <a:pt x="228170" y="20045"/>
                </a:lnTo>
                <a:lnTo>
                  <a:pt x="231034" y="19841"/>
                </a:lnTo>
                <a:lnTo>
                  <a:pt x="231034" y="19636"/>
                </a:lnTo>
                <a:lnTo>
                  <a:pt x="232875" y="19841"/>
                </a:lnTo>
                <a:lnTo>
                  <a:pt x="232568" y="19534"/>
                </a:lnTo>
                <a:lnTo>
                  <a:pt x="232875" y="19636"/>
                </a:lnTo>
                <a:lnTo>
                  <a:pt x="232670" y="19432"/>
                </a:lnTo>
                <a:lnTo>
                  <a:pt x="233898" y="19534"/>
                </a:lnTo>
                <a:lnTo>
                  <a:pt x="233795" y="19636"/>
                </a:lnTo>
                <a:lnTo>
                  <a:pt x="235432" y="19841"/>
                </a:lnTo>
                <a:lnTo>
                  <a:pt x="234716" y="19943"/>
                </a:lnTo>
                <a:lnTo>
                  <a:pt x="236250" y="19943"/>
                </a:lnTo>
                <a:lnTo>
                  <a:pt x="236250" y="19841"/>
                </a:lnTo>
                <a:lnTo>
                  <a:pt x="236966" y="19943"/>
                </a:lnTo>
                <a:lnTo>
                  <a:pt x="237068" y="19841"/>
                </a:lnTo>
                <a:lnTo>
                  <a:pt x="237580" y="19841"/>
                </a:lnTo>
                <a:lnTo>
                  <a:pt x="236557" y="19636"/>
                </a:lnTo>
                <a:lnTo>
                  <a:pt x="236148" y="18818"/>
                </a:lnTo>
                <a:lnTo>
                  <a:pt x="236352" y="17489"/>
                </a:lnTo>
                <a:lnTo>
                  <a:pt x="238602" y="17693"/>
                </a:lnTo>
                <a:lnTo>
                  <a:pt x="239011" y="18205"/>
                </a:lnTo>
                <a:lnTo>
                  <a:pt x="239216" y="18102"/>
                </a:lnTo>
                <a:lnTo>
                  <a:pt x="239625" y="18511"/>
                </a:lnTo>
                <a:lnTo>
                  <a:pt x="239932" y="18409"/>
                </a:lnTo>
                <a:lnTo>
                  <a:pt x="240341" y="17591"/>
                </a:lnTo>
                <a:lnTo>
                  <a:pt x="240239" y="17489"/>
                </a:lnTo>
                <a:lnTo>
                  <a:pt x="240648" y="17693"/>
                </a:lnTo>
                <a:lnTo>
                  <a:pt x="239727" y="16773"/>
                </a:lnTo>
                <a:lnTo>
                  <a:pt x="241364" y="16875"/>
                </a:lnTo>
                <a:lnTo>
                  <a:pt x="240648" y="16875"/>
                </a:lnTo>
                <a:lnTo>
                  <a:pt x="241875" y="18307"/>
                </a:lnTo>
                <a:lnTo>
                  <a:pt x="241261" y="18614"/>
                </a:lnTo>
                <a:lnTo>
                  <a:pt x="241261" y="19432"/>
                </a:lnTo>
                <a:lnTo>
                  <a:pt x="241159" y="19534"/>
                </a:lnTo>
                <a:lnTo>
                  <a:pt x="241057" y="20966"/>
                </a:lnTo>
                <a:lnTo>
                  <a:pt x="240648" y="20966"/>
                </a:lnTo>
                <a:lnTo>
                  <a:pt x="240750" y="21170"/>
                </a:lnTo>
                <a:lnTo>
                  <a:pt x="240443" y="21273"/>
                </a:lnTo>
                <a:lnTo>
                  <a:pt x="240852" y="21784"/>
                </a:lnTo>
                <a:lnTo>
                  <a:pt x="240852" y="22398"/>
                </a:lnTo>
                <a:lnTo>
                  <a:pt x="246784" y="27716"/>
                </a:lnTo>
                <a:lnTo>
                  <a:pt x="247091" y="26898"/>
                </a:lnTo>
                <a:lnTo>
                  <a:pt x="246273" y="25773"/>
                </a:lnTo>
                <a:lnTo>
                  <a:pt x="246273" y="25773"/>
                </a:lnTo>
                <a:lnTo>
                  <a:pt x="246580" y="25977"/>
                </a:lnTo>
                <a:lnTo>
                  <a:pt x="247398" y="25773"/>
                </a:lnTo>
                <a:lnTo>
                  <a:pt x="246477" y="24852"/>
                </a:lnTo>
                <a:lnTo>
                  <a:pt x="246580" y="24341"/>
                </a:lnTo>
                <a:lnTo>
                  <a:pt x="247193" y="24341"/>
                </a:lnTo>
                <a:lnTo>
                  <a:pt x="246068" y="22705"/>
                </a:lnTo>
                <a:lnTo>
                  <a:pt x="246170" y="22398"/>
                </a:lnTo>
                <a:lnTo>
                  <a:pt x="246375" y="22807"/>
                </a:lnTo>
                <a:lnTo>
                  <a:pt x="246784" y="22705"/>
                </a:lnTo>
                <a:lnTo>
                  <a:pt x="245045" y="21170"/>
                </a:lnTo>
                <a:lnTo>
                  <a:pt x="244330" y="21068"/>
                </a:lnTo>
                <a:lnTo>
                  <a:pt x="244432" y="21273"/>
                </a:lnTo>
                <a:lnTo>
                  <a:pt x="243614" y="20761"/>
                </a:lnTo>
                <a:lnTo>
                  <a:pt x="243307" y="19943"/>
                </a:lnTo>
                <a:lnTo>
                  <a:pt x="243409" y="19943"/>
                </a:lnTo>
                <a:lnTo>
                  <a:pt x="242898" y="19227"/>
                </a:lnTo>
                <a:lnTo>
                  <a:pt x="244023" y="19227"/>
                </a:lnTo>
                <a:lnTo>
                  <a:pt x="243818" y="19023"/>
                </a:lnTo>
                <a:lnTo>
                  <a:pt x="244330" y="18716"/>
                </a:lnTo>
                <a:lnTo>
                  <a:pt x="244943" y="19227"/>
                </a:lnTo>
                <a:lnTo>
                  <a:pt x="244943" y="18920"/>
                </a:lnTo>
                <a:lnTo>
                  <a:pt x="245250" y="18716"/>
                </a:lnTo>
                <a:lnTo>
                  <a:pt x="247807" y="19125"/>
                </a:lnTo>
                <a:lnTo>
                  <a:pt x="247398" y="18716"/>
                </a:lnTo>
                <a:lnTo>
                  <a:pt x="247909" y="18102"/>
                </a:lnTo>
                <a:lnTo>
                  <a:pt x="247807" y="18000"/>
                </a:lnTo>
                <a:lnTo>
                  <a:pt x="247909" y="17898"/>
                </a:lnTo>
                <a:lnTo>
                  <a:pt x="248011" y="17898"/>
                </a:lnTo>
                <a:lnTo>
                  <a:pt x="247807" y="17693"/>
                </a:lnTo>
                <a:lnTo>
                  <a:pt x="248011" y="17795"/>
                </a:lnTo>
                <a:lnTo>
                  <a:pt x="248011" y="17489"/>
                </a:lnTo>
                <a:lnTo>
                  <a:pt x="249545" y="16773"/>
                </a:lnTo>
                <a:lnTo>
                  <a:pt x="249136" y="16568"/>
                </a:lnTo>
                <a:lnTo>
                  <a:pt x="251182" y="16977"/>
                </a:lnTo>
                <a:lnTo>
                  <a:pt x="251080" y="16670"/>
                </a:lnTo>
                <a:lnTo>
                  <a:pt x="249443" y="15852"/>
                </a:lnTo>
                <a:lnTo>
                  <a:pt x="249443" y="15852"/>
                </a:lnTo>
                <a:lnTo>
                  <a:pt x="249545" y="15955"/>
                </a:lnTo>
                <a:lnTo>
                  <a:pt x="249545" y="15955"/>
                </a:lnTo>
                <a:lnTo>
                  <a:pt x="249136" y="15750"/>
                </a:lnTo>
                <a:lnTo>
                  <a:pt x="249239" y="15750"/>
                </a:lnTo>
                <a:lnTo>
                  <a:pt x="248011" y="15034"/>
                </a:lnTo>
                <a:lnTo>
                  <a:pt x="248114" y="15239"/>
                </a:lnTo>
                <a:lnTo>
                  <a:pt x="245045" y="14830"/>
                </a:lnTo>
                <a:lnTo>
                  <a:pt x="246682" y="14625"/>
                </a:lnTo>
                <a:lnTo>
                  <a:pt x="245761" y="14420"/>
                </a:lnTo>
                <a:lnTo>
                  <a:pt x="248318" y="14420"/>
                </a:lnTo>
                <a:lnTo>
                  <a:pt x="237375" y="10125"/>
                </a:lnTo>
                <a:lnTo>
                  <a:pt x="237477" y="10227"/>
                </a:lnTo>
                <a:lnTo>
                  <a:pt x="235330" y="10023"/>
                </a:lnTo>
                <a:lnTo>
                  <a:pt x="236864" y="11148"/>
                </a:lnTo>
                <a:lnTo>
                  <a:pt x="236864" y="11148"/>
                </a:lnTo>
                <a:lnTo>
                  <a:pt x="234000" y="10330"/>
                </a:lnTo>
                <a:lnTo>
                  <a:pt x="233795" y="10432"/>
                </a:lnTo>
                <a:lnTo>
                  <a:pt x="230523" y="10432"/>
                </a:lnTo>
                <a:lnTo>
                  <a:pt x="231136" y="11352"/>
                </a:lnTo>
                <a:lnTo>
                  <a:pt x="231136" y="11352"/>
                </a:lnTo>
                <a:lnTo>
                  <a:pt x="222034" y="9205"/>
                </a:lnTo>
                <a:lnTo>
                  <a:pt x="222239" y="9205"/>
                </a:lnTo>
                <a:lnTo>
                  <a:pt x="219375" y="8591"/>
                </a:lnTo>
                <a:lnTo>
                  <a:pt x="219886" y="8489"/>
                </a:lnTo>
                <a:lnTo>
                  <a:pt x="217636" y="8080"/>
                </a:lnTo>
                <a:lnTo>
                  <a:pt x="217330" y="8591"/>
                </a:lnTo>
                <a:lnTo>
                  <a:pt x="216614" y="8489"/>
                </a:lnTo>
                <a:lnTo>
                  <a:pt x="217023" y="8489"/>
                </a:lnTo>
                <a:lnTo>
                  <a:pt x="216716" y="8182"/>
                </a:lnTo>
                <a:lnTo>
                  <a:pt x="215693" y="8182"/>
                </a:lnTo>
                <a:lnTo>
                  <a:pt x="216920" y="8080"/>
                </a:lnTo>
                <a:lnTo>
                  <a:pt x="212727" y="7670"/>
                </a:lnTo>
                <a:lnTo>
                  <a:pt x="213341" y="7875"/>
                </a:lnTo>
                <a:lnTo>
                  <a:pt x="212420" y="8080"/>
                </a:lnTo>
                <a:lnTo>
                  <a:pt x="213239" y="8182"/>
                </a:lnTo>
                <a:lnTo>
                  <a:pt x="213034" y="8284"/>
                </a:lnTo>
                <a:lnTo>
                  <a:pt x="212932" y="8386"/>
                </a:lnTo>
                <a:lnTo>
                  <a:pt x="213852" y="8795"/>
                </a:lnTo>
                <a:lnTo>
                  <a:pt x="212830" y="8795"/>
                </a:lnTo>
                <a:lnTo>
                  <a:pt x="213034" y="9000"/>
                </a:lnTo>
                <a:lnTo>
                  <a:pt x="212830" y="9000"/>
                </a:lnTo>
                <a:lnTo>
                  <a:pt x="213034" y="9102"/>
                </a:lnTo>
                <a:lnTo>
                  <a:pt x="210886" y="8693"/>
                </a:lnTo>
                <a:lnTo>
                  <a:pt x="210580" y="8898"/>
                </a:lnTo>
                <a:lnTo>
                  <a:pt x="208739" y="8591"/>
                </a:lnTo>
                <a:lnTo>
                  <a:pt x="209045" y="9000"/>
                </a:lnTo>
                <a:lnTo>
                  <a:pt x="209045" y="9409"/>
                </a:lnTo>
                <a:lnTo>
                  <a:pt x="208534" y="9307"/>
                </a:lnTo>
                <a:lnTo>
                  <a:pt x="206591" y="8693"/>
                </a:lnTo>
                <a:lnTo>
                  <a:pt x="206898" y="8591"/>
                </a:lnTo>
                <a:lnTo>
                  <a:pt x="205057" y="8080"/>
                </a:lnTo>
                <a:lnTo>
                  <a:pt x="206386" y="8284"/>
                </a:lnTo>
                <a:lnTo>
                  <a:pt x="205364" y="7977"/>
                </a:lnTo>
                <a:lnTo>
                  <a:pt x="205773" y="7773"/>
                </a:lnTo>
                <a:lnTo>
                  <a:pt x="201068" y="7057"/>
                </a:lnTo>
                <a:lnTo>
                  <a:pt x="201682" y="7364"/>
                </a:lnTo>
                <a:lnTo>
                  <a:pt x="201170" y="7568"/>
                </a:lnTo>
                <a:lnTo>
                  <a:pt x="201477" y="7670"/>
                </a:lnTo>
                <a:lnTo>
                  <a:pt x="198205" y="7159"/>
                </a:lnTo>
                <a:lnTo>
                  <a:pt x="195034" y="7159"/>
                </a:lnTo>
                <a:lnTo>
                  <a:pt x="195443" y="7261"/>
                </a:lnTo>
                <a:lnTo>
                  <a:pt x="195545" y="7568"/>
                </a:lnTo>
                <a:lnTo>
                  <a:pt x="195955" y="7875"/>
                </a:lnTo>
                <a:lnTo>
                  <a:pt x="195545" y="7670"/>
                </a:lnTo>
                <a:lnTo>
                  <a:pt x="195545" y="7568"/>
                </a:lnTo>
                <a:lnTo>
                  <a:pt x="194830" y="7159"/>
                </a:lnTo>
                <a:lnTo>
                  <a:pt x="194830" y="6955"/>
                </a:lnTo>
                <a:lnTo>
                  <a:pt x="194216" y="6750"/>
                </a:lnTo>
                <a:lnTo>
                  <a:pt x="194011" y="6955"/>
                </a:lnTo>
                <a:lnTo>
                  <a:pt x="193193" y="6750"/>
                </a:lnTo>
                <a:lnTo>
                  <a:pt x="193295" y="6750"/>
                </a:lnTo>
                <a:lnTo>
                  <a:pt x="192989" y="6648"/>
                </a:lnTo>
                <a:lnTo>
                  <a:pt x="193091" y="6750"/>
                </a:lnTo>
                <a:lnTo>
                  <a:pt x="192375" y="6955"/>
                </a:lnTo>
                <a:lnTo>
                  <a:pt x="193193" y="6955"/>
                </a:lnTo>
                <a:lnTo>
                  <a:pt x="190432" y="7773"/>
                </a:lnTo>
                <a:lnTo>
                  <a:pt x="191966" y="6648"/>
                </a:lnTo>
                <a:lnTo>
                  <a:pt x="191966" y="6443"/>
                </a:lnTo>
                <a:lnTo>
                  <a:pt x="193193" y="5830"/>
                </a:lnTo>
                <a:lnTo>
                  <a:pt x="192068" y="5216"/>
                </a:lnTo>
                <a:lnTo>
                  <a:pt x="192068" y="5216"/>
                </a:lnTo>
                <a:lnTo>
                  <a:pt x="192989" y="5523"/>
                </a:lnTo>
                <a:lnTo>
                  <a:pt x="191966" y="4909"/>
                </a:lnTo>
                <a:lnTo>
                  <a:pt x="191966" y="5114"/>
                </a:lnTo>
                <a:lnTo>
                  <a:pt x="188489" y="4602"/>
                </a:lnTo>
                <a:lnTo>
                  <a:pt x="188489" y="4602"/>
                </a:lnTo>
                <a:lnTo>
                  <a:pt x="188591" y="4705"/>
                </a:lnTo>
                <a:lnTo>
                  <a:pt x="187670" y="4705"/>
                </a:lnTo>
                <a:lnTo>
                  <a:pt x="187977" y="4398"/>
                </a:lnTo>
                <a:lnTo>
                  <a:pt x="185830" y="4295"/>
                </a:lnTo>
                <a:lnTo>
                  <a:pt x="186648" y="4091"/>
                </a:lnTo>
                <a:lnTo>
                  <a:pt x="185114" y="3784"/>
                </a:lnTo>
                <a:close/>
                <a:moveTo>
                  <a:pt x="252818" y="91125"/>
                </a:moveTo>
                <a:lnTo>
                  <a:pt x="252307" y="92455"/>
                </a:lnTo>
                <a:lnTo>
                  <a:pt x="252205" y="92352"/>
                </a:lnTo>
                <a:lnTo>
                  <a:pt x="252000" y="92966"/>
                </a:lnTo>
                <a:lnTo>
                  <a:pt x="252102" y="93170"/>
                </a:lnTo>
                <a:lnTo>
                  <a:pt x="250364" y="97875"/>
                </a:lnTo>
                <a:lnTo>
                  <a:pt x="249341" y="98080"/>
                </a:lnTo>
                <a:lnTo>
                  <a:pt x="246375" y="95727"/>
                </a:lnTo>
                <a:lnTo>
                  <a:pt x="246170" y="95011"/>
                </a:lnTo>
                <a:lnTo>
                  <a:pt x="246886" y="93580"/>
                </a:lnTo>
                <a:lnTo>
                  <a:pt x="247091" y="93682"/>
                </a:lnTo>
                <a:lnTo>
                  <a:pt x="247705" y="92761"/>
                </a:lnTo>
                <a:lnTo>
                  <a:pt x="247193" y="92455"/>
                </a:lnTo>
                <a:lnTo>
                  <a:pt x="247091" y="92864"/>
                </a:lnTo>
                <a:lnTo>
                  <a:pt x="246784" y="92352"/>
                </a:lnTo>
                <a:lnTo>
                  <a:pt x="246886" y="92148"/>
                </a:lnTo>
                <a:lnTo>
                  <a:pt x="246886" y="92148"/>
                </a:lnTo>
                <a:lnTo>
                  <a:pt x="246170" y="92557"/>
                </a:lnTo>
                <a:lnTo>
                  <a:pt x="244227" y="91841"/>
                </a:lnTo>
                <a:lnTo>
                  <a:pt x="244023" y="91841"/>
                </a:lnTo>
                <a:lnTo>
                  <a:pt x="243716" y="91534"/>
                </a:lnTo>
                <a:lnTo>
                  <a:pt x="243307" y="91534"/>
                </a:lnTo>
                <a:lnTo>
                  <a:pt x="243818" y="91841"/>
                </a:lnTo>
                <a:lnTo>
                  <a:pt x="243920" y="92455"/>
                </a:lnTo>
                <a:lnTo>
                  <a:pt x="243614" y="92659"/>
                </a:lnTo>
                <a:lnTo>
                  <a:pt x="242591" y="92455"/>
                </a:lnTo>
                <a:lnTo>
                  <a:pt x="242182" y="92966"/>
                </a:lnTo>
                <a:lnTo>
                  <a:pt x="241977" y="92864"/>
                </a:lnTo>
                <a:lnTo>
                  <a:pt x="241977" y="93068"/>
                </a:lnTo>
                <a:lnTo>
                  <a:pt x="241773" y="93068"/>
                </a:lnTo>
                <a:lnTo>
                  <a:pt x="241466" y="93375"/>
                </a:lnTo>
                <a:lnTo>
                  <a:pt x="241466" y="93784"/>
                </a:lnTo>
                <a:lnTo>
                  <a:pt x="241159" y="93989"/>
                </a:lnTo>
                <a:lnTo>
                  <a:pt x="240852" y="95011"/>
                </a:lnTo>
                <a:lnTo>
                  <a:pt x="240955" y="95318"/>
                </a:lnTo>
                <a:lnTo>
                  <a:pt x="240750" y="95625"/>
                </a:lnTo>
                <a:lnTo>
                  <a:pt x="239420" y="95727"/>
                </a:lnTo>
                <a:lnTo>
                  <a:pt x="239318" y="95727"/>
                </a:lnTo>
                <a:lnTo>
                  <a:pt x="239318" y="95011"/>
                </a:lnTo>
                <a:lnTo>
                  <a:pt x="238500" y="94193"/>
                </a:lnTo>
                <a:lnTo>
                  <a:pt x="238295" y="94500"/>
                </a:lnTo>
                <a:lnTo>
                  <a:pt x="237784" y="94602"/>
                </a:lnTo>
                <a:lnTo>
                  <a:pt x="237375" y="95114"/>
                </a:lnTo>
                <a:lnTo>
                  <a:pt x="237273" y="95011"/>
                </a:lnTo>
                <a:lnTo>
                  <a:pt x="237273" y="94705"/>
                </a:lnTo>
                <a:lnTo>
                  <a:pt x="236557" y="95932"/>
                </a:lnTo>
                <a:lnTo>
                  <a:pt x="236250" y="95727"/>
                </a:lnTo>
                <a:lnTo>
                  <a:pt x="235943" y="96443"/>
                </a:lnTo>
                <a:lnTo>
                  <a:pt x="236148" y="96341"/>
                </a:lnTo>
                <a:lnTo>
                  <a:pt x="236045" y="96545"/>
                </a:lnTo>
                <a:lnTo>
                  <a:pt x="235841" y="96648"/>
                </a:lnTo>
                <a:lnTo>
                  <a:pt x="236148" y="96955"/>
                </a:lnTo>
                <a:lnTo>
                  <a:pt x="235023" y="97057"/>
                </a:lnTo>
                <a:lnTo>
                  <a:pt x="235125" y="97670"/>
                </a:lnTo>
                <a:lnTo>
                  <a:pt x="234818" y="98080"/>
                </a:lnTo>
                <a:lnTo>
                  <a:pt x="234614" y="97364"/>
                </a:lnTo>
                <a:lnTo>
                  <a:pt x="234307" y="97159"/>
                </a:lnTo>
                <a:lnTo>
                  <a:pt x="233795" y="97568"/>
                </a:lnTo>
                <a:lnTo>
                  <a:pt x="233489" y="98795"/>
                </a:lnTo>
                <a:lnTo>
                  <a:pt x="225511" y="103193"/>
                </a:lnTo>
                <a:lnTo>
                  <a:pt x="225614" y="102477"/>
                </a:lnTo>
                <a:lnTo>
                  <a:pt x="224591" y="105034"/>
                </a:lnTo>
                <a:lnTo>
                  <a:pt x="224795" y="106466"/>
                </a:lnTo>
                <a:lnTo>
                  <a:pt x="224386" y="106977"/>
                </a:lnTo>
                <a:lnTo>
                  <a:pt x="224386" y="107386"/>
                </a:lnTo>
                <a:lnTo>
                  <a:pt x="224080" y="106875"/>
                </a:lnTo>
                <a:lnTo>
                  <a:pt x="223977" y="106977"/>
                </a:lnTo>
                <a:lnTo>
                  <a:pt x="223875" y="106977"/>
                </a:lnTo>
                <a:lnTo>
                  <a:pt x="224284" y="113318"/>
                </a:lnTo>
                <a:lnTo>
                  <a:pt x="222955" y="115261"/>
                </a:lnTo>
                <a:lnTo>
                  <a:pt x="223159" y="115364"/>
                </a:lnTo>
                <a:lnTo>
                  <a:pt x="223568" y="115773"/>
                </a:lnTo>
                <a:lnTo>
                  <a:pt x="228989" y="114852"/>
                </a:lnTo>
                <a:lnTo>
                  <a:pt x="229193" y="114955"/>
                </a:lnTo>
                <a:lnTo>
                  <a:pt x="237068" y="112500"/>
                </a:lnTo>
                <a:lnTo>
                  <a:pt x="239932" y="113216"/>
                </a:lnTo>
                <a:lnTo>
                  <a:pt x="240136" y="113523"/>
                </a:lnTo>
                <a:lnTo>
                  <a:pt x="240034" y="113727"/>
                </a:lnTo>
                <a:lnTo>
                  <a:pt x="240341" y="115364"/>
                </a:lnTo>
                <a:lnTo>
                  <a:pt x="240034" y="115568"/>
                </a:lnTo>
                <a:lnTo>
                  <a:pt x="240341" y="115977"/>
                </a:lnTo>
                <a:lnTo>
                  <a:pt x="240648" y="115977"/>
                </a:lnTo>
                <a:lnTo>
                  <a:pt x="240648" y="115670"/>
                </a:lnTo>
                <a:lnTo>
                  <a:pt x="243205" y="113523"/>
                </a:lnTo>
                <a:lnTo>
                  <a:pt x="241261" y="116284"/>
                </a:lnTo>
                <a:lnTo>
                  <a:pt x="242795" y="115159"/>
                </a:lnTo>
                <a:lnTo>
                  <a:pt x="242795" y="115977"/>
                </a:lnTo>
                <a:lnTo>
                  <a:pt x="242182" y="116693"/>
                </a:lnTo>
                <a:lnTo>
                  <a:pt x="242182" y="116693"/>
                </a:lnTo>
                <a:lnTo>
                  <a:pt x="242898" y="116489"/>
                </a:lnTo>
                <a:lnTo>
                  <a:pt x="243000" y="116591"/>
                </a:lnTo>
                <a:lnTo>
                  <a:pt x="243102" y="116591"/>
                </a:lnTo>
                <a:lnTo>
                  <a:pt x="243102" y="116693"/>
                </a:lnTo>
                <a:lnTo>
                  <a:pt x="243000" y="116591"/>
                </a:lnTo>
                <a:lnTo>
                  <a:pt x="242898" y="116591"/>
                </a:lnTo>
                <a:lnTo>
                  <a:pt x="243000" y="119148"/>
                </a:lnTo>
                <a:lnTo>
                  <a:pt x="244739" y="119864"/>
                </a:lnTo>
                <a:lnTo>
                  <a:pt x="246273" y="119352"/>
                </a:lnTo>
                <a:lnTo>
                  <a:pt x="246170" y="119352"/>
                </a:lnTo>
                <a:lnTo>
                  <a:pt x="246784" y="119148"/>
                </a:lnTo>
                <a:lnTo>
                  <a:pt x="246784" y="119148"/>
                </a:lnTo>
                <a:lnTo>
                  <a:pt x="246273" y="119557"/>
                </a:lnTo>
                <a:lnTo>
                  <a:pt x="246989" y="119557"/>
                </a:lnTo>
                <a:lnTo>
                  <a:pt x="246784" y="119761"/>
                </a:lnTo>
                <a:lnTo>
                  <a:pt x="247193" y="120375"/>
                </a:lnTo>
                <a:lnTo>
                  <a:pt x="247500" y="120068"/>
                </a:lnTo>
                <a:lnTo>
                  <a:pt x="247295" y="120068"/>
                </a:lnTo>
                <a:lnTo>
                  <a:pt x="254148" y="115057"/>
                </a:lnTo>
                <a:lnTo>
                  <a:pt x="254045" y="114955"/>
                </a:lnTo>
                <a:lnTo>
                  <a:pt x="258648" y="109432"/>
                </a:lnTo>
                <a:lnTo>
                  <a:pt x="259261" y="106773"/>
                </a:lnTo>
                <a:lnTo>
                  <a:pt x="258648" y="104932"/>
                </a:lnTo>
                <a:lnTo>
                  <a:pt x="258034" y="104420"/>
                </a:lnTo>
                <a:lnTo>
                  <a:pt x="257932" y="103193"/>
                </a:lnTo>
                <a:lnTo>
                  <a:pt x="257318" y="103193"/>
                </a:lnTo>
                <a:lnTo>
                  <a:pt x="257318" y="103091"/>
                </a:lnTo>
                <a:lnTo>
                  <a:pt x="257114" y="103091"/>
                </a:lnTo>
                <a:lnTo>
                  <a:pt x="256909" y="101148"/>
                </a:lnTo>
                <a:lnTo>
                  <a:pt x="254966" y="99614"/>
                </a:lnTo>
                <a:lnTo>
                  <a:pt x="254761" y="95318"/>
                </a:lnTo>
                <a:lnTo>
                  <a:pt x="254250" y="94807"/>
                </a:lnTo>
                <a:lnTo>
                  <a:pt x="253739" y="94909"/>
                </a:lnTo>
                <a:lnTo>
                  <a:pt x="252920" y="91227"/>
                </a:lnTo>
                <a:lnTo>
                  <a:pt x="252818" y="91125"/>
                </a:lnTo>
                <a:close/>
                <a:moveTo>
                  <a:pt x="272352" y="115466"/>
                </a:moveTo>
                <a:lnTo>
                  <a:pt x="272352" y="116591"/>
                </a:lnTo>
                <a:lnTo>
                  <a:pt x="272659" y="116386"/>
                </a:lnTo>
                <a:lnTo>
                  <a:pt x="272352" y="116693"/>
                </a:lnTo>
                <a:lnTo>
                  <a:pt x="272352" y="117511"/>
                </a:lnTo>
                <a:lnTo>
                  <a:pt x="272557" y="117000"/>
                </a:lnTo>
                <a:lnTo>
                  <a:pt x="272557" y="117307"/>
                </a:lnTo>
                <a:lnTo>
                  <a:pt x="272659" y="117205"/>
                </a:lnTo>
                <a:lnTo>
                  <a:pt x="272455" y="117716"/>
                </a:lnTo>
                <a:lnTo>
                  <a:pt x="272352" y="117614"/>
                </a:lnTo>
                <a:lnTo>
                  <a:pt x="272352" y="118125"/>
                </a:lnTo>
                <a:lnTo>
                  <a:pt x="272659" y="118227"/>
                </a:lnTo>
                <a:lnTo>
                  <a:pt x="272352" y="118330"/>
                </a:lnTo>
                <a:lnTo>
                  <a:pt x="272352" y="118227"/>
                </a:lnTo>
                <a:lnTo>
                  <a:pt x="270920" y="120170"/>
                </a:lnTo>
                <a:lnTo>
                  <a:pt x="270205" y="120477"/>
                </a:lnTo>
                <a:lnTo>
                  <a:pt x="270716" y="121398"/>
                </a:lnTo>
                <a:lnTo>
                  <a:pt x="269386" y="122523"/>
                </a:lnTo>
                <a:lnTo>
                  <a:pt x="269591" y="122420"/>
                </a:lnTo>
                <a:lnTo>
                  <a:pt x="269489" y="122625"/>
                </a:lnTo>
                <a:lnTo>
                  <a:pt x="270102" y="122625"/>
                </a:lnTo>
                <a:lnTo>
                  <a:pt x="275216" y="118739"/>
                </a:lnTo>
                <a:lnTo>
                  <a:pt x="274091" y="119148"/>
                </a:lnTo>
                <a:lnTo>
                  <a:pt x="273273" y="118739"/>
                </a:lnTo>
                <a:lnTo>
                  <a:pt x="273580" y="117818"/>
                </a:lnTo>
                <a:lnTo>
                  <a:pt x="273477" y="117818"/>
                </a:lnTo>
                <a:lnTo>
                  <a:pt x="273477" y="117614"/>
                </a:lnTo>
                <a:lnTo>
                  <a:pt x="273170" y="118330"/>
                </a:lnTo>
                <a:lnTo>
                  <a:pt x="272659" y="117920"/>
                </a:lnTo>
                <a:lnTo>
                  <a:pt x="273273" y="116284"/>
                </a:lnTo>
                <a:lnTo>
                  <a:pt x="273068" y="116386"/>
                </a:lnTo>
                <a:lnTo>
                  <a:pt x="272761" y="115875"/>
                </a:lnTo>
                <a:lnTo>
                  <a:pt x="272557" y="115977"/>
                </a:lnTo>
                <a:lnTo>
                  <a:pt x="272557" y="115977"/>
                </a:lnTo>
                <a:lnTo>
                  <a:pt x="272659" y="115466"/>
                </a:lnTo>
                <a:close/>
                <a:moveTo>
                  <a:pt x="246959" y="123166"/>
                </a:moveTo>
                <a:lnTo>
                  <a:pt x="246901" y="123224"/>
                </a:lnTo>
                <a:lnTo>
                  <a:pt x="246901" y="123224"/>
                </a:lnTo>
                <a:lnTo>
                  <a:pt x="246959" y="123166"/>
                </a:lnTo>
                <a:close/>
                <a:moveTo>
                  <a:pt x="246901" y="123224"/>
                </a:moveTo>
                <a:lnTo>
                  <a:pt x="246886" y="123239"/>
                </a:lnTo>
                <a:lnTo>
                  <a:pt x="246784" y="123443"/>
                </a:lnTo>
                <a:lnTo>
                  <a:pt x="246784" y="123443"/>
                </a:lnTo>
                <a:lnTo>
                  <a:pt x="246901" y="123224"/>
                </a:lnTo>
                <a:close/>
                <a:moveTo>
                  <a:pt x="244841" y="121807"/>
                </a:moveTo>
                <a:lnTo>
                  <a:pt x="244330" y="123341"/>
                </a:lnTo>
                <a:lnTo>
                  <a:pt x="244432" y="123341"/>
                </a:lnTo>
                <a:lnTo>
                  <a:pt x="244330" y="123648"/>
                </a:lnTo>
                <a:lnTo>
                  <a:pt x="244227" y="123443"/>
                </a:lnTo>
                <a:lnTo>
                  <a:pt x="244330" y="124466"/>
                </a:lnTo>
                <a:lnTo>
                  <a:pt x="244023" y="124670"/>
                </a:lnTo>
                <a:lnTo>
                  <a:pt x="244739" y="124670"/>
                </a:lnTo>
                <a:lnTo>
                  <a:pt x="245659" y="123955"/>
                </a:lnTo>
                <a:lnTo>
                  <a:pt x="245557" y="124159"/>
                </a:lnTo>
                <a:lnTo>
                  <a:pt x="245557" y="124159"/>
                </a:lnTo>
                <a:lnTo>
                  <a:pt x="245966" y="124057"/>
                </a:lnTo>
                <a:lnTo>
                  <a:pt x="245761" y="124364"/>
                </a:lnTo>
                <a:lnTo>
                  <a:pt x="246901" y="123224"/>
                </a:lnTo>
                <a:lnTo>
                  <a:pt x="247602" y="121909"/>
                </a:lnTo>
                <a:lnTo>
                  <a:pt x="246375" y="122318"/>
                </a:lnTo>
                <a:lnTo>
                  <a:pt x="244841" y="121807"/>
                </a:lnTo>
                <a:close/>
                <a:moveTo>
                  <a:pt x="265623" y="124957"/>
                </a:moveTo>
                <a:lnTo>
                  <a:pt x="265500" y="124977"/>
                </a:lnTo>
                <a:lnTo>
                  <a:pt x="265705" y="124977"/>
                </a:lnTo>
                <a:lnTo>
                  <a:pt x="265623" y="124957"/>
                </a:lnTo>
                <a:close/>
                <a:moveTo>
                  <a:pt x="268568" y="121705"/>
                </a:moveTo>
                <a:lnTo>
                  <a:pt x="265091" y="124057"/>
                </a:lnTo>
                <a:lnTo>
                  <a:pt x="265193" y="123852"/>
                </a:lnTo>
                <a:lnTo>
                  <a:pt x="265193" y="123852"/>
                </a:lnTo>
                <a:lnTo>
                  <a:pt x="264784" y="124159"/>
                </a:lnTo>
                <a:lnTo>
                  <a:pt x="264580" y="124261"/>
                </a:lnTo>
                <a:lnTo>
                  <a:pt x="264375" y="124261"/>
                </a:lnTo>
                <a:lnTo>
                  <a:pt x="264375" y="124364"/>
                </a:lnTo>
                <a:lnTo>
                  <a:pt x="260489" y="126102"/>
                </a:lnTo>
                <a:lnTo>
                  <a:pt x="260489" y="126102"/>
                </a:lnTo>
                <a:lnTo>
                  <a:pt x="260591" y="126000"/>
                </a:lnTo>
                <a:lnTo>
                  <a:pt x="259466" y="126818"/>
                </a:lnTo>
                <a:lnTo>
                  <a:pt x="259670" y="126818"/>
                </a:lnTo>
                <a:lnTo>
                  <a:pt x="259364" y="126920"/>
                </a:lnTo>
                <a:lnTo>
                  <a:pt x="259568" y="126920"/>
                </a:lnTo>
                <a:lnTo>
                  <a:pt x="259063" y="127173"/>
                </a:lnTo>
                <a:lnTo>
                  <a:pt x="259063" y="127173"/>
                </a:lnTo>
                <a:lnTo>
                  <a:pt x="259159" y="127125"/>
                </a:lnTo>
                <a:lnTo>
                  <a:pt x="258955" y="127330"/>
                </a:lnTo>
                <a:lnTo>
                  <a:pt x="259261" y="127227"/>
                </a:lnTo>
                <a:lnTo>
                  <a:pt x="258955" y="127432"/>
                </a:lnTo>
                <a:lnTo>
                  <a:pt x="259670" y="127636"/>
                </a:lnTo>
                <a:lnTo>
                  <a:pt x="259875" y="127841"/>
                </a:lnTo>
                <a:lnTo>
                  <a:pt x="265295" y="124875"/>
                </a:lnTo>
                <a:lnTo>
                  <a:pt x="265623" y="124957"/>
                </a:lnTo>
                <a:lnTo>
                  <a:pt x="265623" y="124957"/>
                </a:lnTo>
                <a:lnTo>
                  <a:pt x="266114" y="124875"/>
                </a:lnTo>
                <a:lnTo>
                  <a:pt x="266011" y="124670"/>
                </a:lnTo>
                <a:lnTo>
                  <a:pt x="265909" y="124670"/>
                </a:lnTo>
                <a:lnTo>
                  <a:pt x="269284" y="122318"/>
                </a:lnTo>
                <a:lnTo>
                  <a:pt x="268875" y="122420"/>
                </a:lnTo>
                <a:lnTo>
                  <a:pt x="268875" y="122420"/>
                </a:lnTo>
                <a:lnTo>
                  <a:pt x="269080" y="122318"/>
                </a:lnTo>
                <a:lnTo>
                  <a:pt x="269284" y="122216"/>
                </a:lnTo>
                <a:lnTo>
                  <a:pt x="269284" y="122216"/>
                </a:lnTo>
                <a:lnTo>
                  <a:pt x="268670" y="122420"/>
                </a:lnTo>
                <a:lnTo>
                  <a:pt x="269080" y="122114"/>
                </a:lnTo>
                <a:lnTo>
                  <a:pt x="268159" y="122420"/>
                </a:lnTo>
                <a:lnTo>
                  <a:pt x="268261" y="122011"/>
                </a:lnTo>
                <a:lnTo>
                  <a:pt x="268568" y="121705"/>
                </a:lnTo>
                <a:close/>
                <a:moveTo>
                  <a:pt x="76909" y="132648"/>
                </a:moveTo>
                <a:lnTo>
                  <a:pt x="77216" y="132852"/>
                </a:lnTo>
                <a:lnTo>
                  <a:pt x="77011" y="132955"/>
                </a:lnTo>
                <a:lnTo>
                  <a:pt x="77216" y="133057"/>
                </a:lnTo>
                <a:lnTo>
                  <a:pt x="76807" y="133261"/>
                </a:lnTo>
                <a:lnTo>
                  <a:pt x="77625" y="133057"/>
                </a:lnTo>
                <a:lnTo>
                  <a:pt x="77830" y="132750"/>
                </a:lnTo>
                <a:lnTo>
                  <a:pt x="76909" y="132648"/>
                </a:lnTo>
                <a:close/>
                <a:moveTo>
                  <a:pt x="78136" y="132545"/>
                </a:moveTo>
                <a:lnTo>
                  <a:pt x="78136" y="133261"/>
                </a:lnTo>
                <a:lnTo>
                  <a:pt x="78648" y="133364"/>
                </a:lnTo>
                <a:lnTo>
                  <a:pt x="78545" y="133159"/>
                </a:lnTo>
                <a:lnTo>
                  <a:pt x="78852" y="133057"/>
                </a:lnTo>
                <a:lnTo>
                  <a:pt x="78955" y="132852"/>
                </a:lnTo>
                <a:lnTo>
                  <a:pt x="79057" y="132750"/>
                </a:lnTo>
                <a:lnTo>
                  <a:pt x="78750" y="132852"/>
                </a:lnTo>
                <a:lnTo>
                  <a:pt x="78443" y="132648"/>
                </a:lnTo>
                <a:lnTo>
                  <a:pt x="78545" y="132648"/>
                </a:lnTo>
                <a:lnTo>
                  <a:pt x="78136" y="132545"/>
                </a:lnTo>
                <a:close/>
                <a:moveTo>
                  <a:pt x="78136" y="133261"/>
                </a:moveTo>
                <a:lnTo>
                  <a:pt x="78136" y="133568"/>
                </a:lnTo>
                <a:lnTo>
                  <a:pt x="78341" y="133364"/>
                </a:lnTo>
                <a:lnTo>
                  <a:pt x="78136" y="133261"/>
                </a:lnTo>
                <a:close/>
                <a:moveTo>
                  <a:pt x="68830" y="133875"/>
                </a:moveTo>
                <a:lnTo>
                  <a:pt x="67970" y="133970"/>
                </a:lnTo>
                <a:lnTo>
                  <a:pt x="67970" y="133970"/>
                </a:lnTo>
                <a:lnTo>
                  <a:pt x="68114" y="133875"/>
                </a:lnTo>
                <a:close/>
                <a:moveTo>
                  <a:pt x="63920" y="8386"/>
                </a:moveTo>
                <a:lnTo>
                  <a:pt x="62795" y="8795"/>
                </a:lnTo>
                <a:lnTo>
                  <a:pt x="63000" y="8795"/>
                </a:lnTo>
                <a:lnTo>
                  <a:pt x="62182" y="9000"/>
                </a:lnTo>
                <a:lnTo>
                  <a:pt x="61568" y="10330"/>
                </a:lnTo>
                <a:lnTo>
                  <a:pt x="62693" y="10534"/>
                </a:lnTo>
                <a:lnTo>
                  <a:pt x="62693" y="10636"/>
                </a:lnTo>
                <a:lnTo>
                  <a:pt x="62386" y="10739"/>
                </a:lnTo>
                <a:lnTo>
                  <a:pt x="62591" y="10636"/>
                </a:lnTo>
                <a:lnTo>
                  <a:pt x="61977" y="10841"/>
                </a:lnTo>
                <a:lnTo>
                  <a:pt x="62080" y="10841"/>
                </a:lnTo>
                <a:lnTo>
                  <a:pt x="61568" y="11148"/>
                </a:lnTo>
                <a:lnTo>
                  <a:pt x="62182" y="11250"/>
                </a:lnTo>
                <a:lnTo>
                  <a:pt x="60136" y="12068"/>
                </a:lnTo>
                <a:lnTo>
                  <a:pt x="59727" y="12784"/>
                </a:lnTo>
                <a:lnTo>
                  <a:pt x="59216" y="12784"/>
                </a:lnTo>
                <a:lnTo>
                  <a:pt x="59216" y="13091"/>
                </a:lnTo>
                <a:lnTo>
                  <a:pt x="59114" y="12682"/>
                </a:lnTo>
                <a:lnTo>
                  <a:pt x="59420" y="12682"/>
                </a:lnTo>
                <a:lnTo>
                  <a:pt x="59727" y="12477"/>
                </a:lnTo>
                <a:lnTo>
                  <a:pt x="59420" y="12477"/>
                </a:lnTo>
                <a:lnTo>
                  <a:pt x="60239" y="11557"/>
                </a:lnTo>
                <a:lnTo>
                  <a:pt x="59523" y="11761"/>
                </a:lnTo>
                <a:lnTo>
                  <a:pt x="59523" y="11761"/>
                </a:lnTo>
                <a:lnTo>
                  <a:pt x="59932" y="11557"/>
                </a:lnTo>
                <a:lnTo>
                  <a:pt x="59523" y="11557"/>
                </a:lnTo>
                <a:lnTo>
                  <a:pt x="59420" y="11352"/>
                </a:lnTo>
                <a:lnTo>
                  <a:pt x="58602" y="11455"/>
                </a:lnTo>
                <a:lnTo>
                  <a:pt x="58500" y="11864"/>
                </a:lnTo>
                <a:lnTo>
                  <a:pt x="59114" y="11966"/>
                </a:lnTo>
                <a:lnTo>
                  <a:pt x="58500" y="12068"/>
                </a:lnTo>
                <a:lnTo>
                  <a:pt x="58295" y="11761"/>
                </a:lnTo>
                <a:lnTo>
                  <a:pt x="58295" y="11966"/>
                </a:lnTo>
                <a:lnTo>
                  <a:pt x="54307" y="11557"/>
                </a:lnTo>
                <a:lnTo>
                  <a:pt x="53795" y="11045"/>
                </a:lnTo>
                <a:lnTo>
                  <a:pt x="51750" y="11557"/>
                </a:lnTo>
                <a:lnTo>
                  <a:pt x="54000" y="11250"/>
                </a:lnTo>
                <a:lnTo>
                  <a:pt x="54000" y="11250"/>
                </a:lnTo>
                <a:lnTo>
                  <a:pt x="52057" y="11966"/>
                </a:lnTo>
                <a:lnTo>
                  <a:pt x="51239" y="13193"/>
                </a:lnTo>
                <a:lnTo>
                  <a:pt x="50932" y="12068"/>
                </a:lnTo>
                <a:lnTo>
                  <a:pt x="50727" y="11966"/>
                </a:lnTo>
                <a:lnTo>
                  <a:pt x="50625" y="11864"/>
                </a:lnTo>
                <a:lnTo>
                  <a:pt x="46943" y="11864"/>
                </a:lnTo>
                <a:lnTo>
                  <a:pt x="48375" y="11455"/>
                </a:lnTo>
                <a:lnTo>
                  <a:pt x="42341" y="10636"/>
                </a:lnTo>
                <a:lnTo>
                  <a:pt x="42852" y="10330"/>
                </a:lnTo>
                <a:lnTo>
                  <a:pt x="43057" y="9920"/>
                </a:lnTo>
                <a:lnTo>
                  <a:pt x="42545" y="10023"/>
                </a:lnTo>
                <a:lnTo>
                  <a:pt x="42750" y="10125"/>
                </a:lnTo>
                <a:lnTo>
                  <a:pt x="41420" y="10636"/>
                </a:lnTo>
                <a:lnTo>
                  <a:pt x="41420" y="9920"/>
                </a:lnTo>
                <a:lnTo>
                  <a:pt x="40909" y="9716"/>
                </a:lnTo>
                <a:lnTo>
                  <a:pt x="40909" y="9716"/>
                </a:lnTo>
                <a:lnTo>
                  <a:pt x="41011" y="9818"/>
                </a:lnTo>
                <a:lnTo>
                  <a:pt x="41114" y="9818"/>
                </a:lnTo>
                <a:lnTo>
                  <a:pt x="39580" y="10330"/>
                </a:lnTo>
                <a:lnTo>
                  <a:pt x="39989" y="10125"/>
                </a:lnTo>
                <a:lnTo>
                  <a:pt x="37841" y="10739"/>
                </a:lnTo>
                <a:lnTo>
                  <a:pt x="38045" y="10534"/>
                </a:lnTo>
                <a:lnTo>
                  <a:pt x="37739" y="10636"/>
                </a:lnTo>
                <a:lnTo>
                  <a:pt x="37841" y="10636"/>
                </a:lnTo>
                <a:lnTo>
                  <a:pt x="36409" y="11045"/>
                </a:lnTo>
                <a:lnTo>
                  <a:pt x="36102" y="11045"/>
                </a:lnTo>
                <a:lnTo>
                  <a:pt x="35898" y="11148"/>
                </a:lnTo>
                <a:lnTo>
                  <a:pt x="35898" y="11045"/>
                </a:lnTo>
                <a:lnTo>
                  <a:pt x="36102" y="11045"/>
                </a:lnTo>
                <a:lnTo>
                  <a:pt x="39682" y="9920"/>
                </a:lnTo>
                <a:lnTo>
                  <a:pt x="37330" y="10330"/>
                </a:lnTo>
                <a:lnTo>
                  <a:pt x="37432" y="10330"/>
                </a:lnTo>
                <a:lnTo>
                  <a:pt x="35795" y="10739"/>
                </a:lnTo>
                <a:lnTo>
                  <a:pt x="36307" y="10534"/>
                </a:lnTo>
                <a:lnTo>
                  <a:pt x="34466" y="10841"/>
                </a:lnTo>
                <a:lnTo>
                  <a:pt x="34670" y="10943"/>
                </a:lnTo>
                <a:lnTo>
                  <a:pt x="34364" y="11045"/>
                </a:lnTo>
                <a:lnTo>
                  <a:pt x="34568" y="11148"/>
                </a:lnTo>
                <a:lnTo>
                  <a:pt x="25466" y="9716"/>
                </a:lnTo>
                <a:lnTo>
                  <a:pt x="25773" y="9614"/>
                </a:lnTo>
                <a:lnTo>
                  <a:pt x="25466" y="9614"/>
                </a:lnTo>
                <a:lnTo>
                  <a:pt x="25466" y="9511"/>
                </a:lnTo>
                <a:lnTo>
                  <a:pt x="25364" y="9511"/>
                </a:lnTo>
                <a:lnTo>
                  <a:pt x="25773" y="9409"/>
                </a:lnTo>
                <a:lnTo>
                  <a:pt x="24239" y="9307"/>
                </a:lnTo>
                <a:lnTo>
                  <a:pt x="24341" y="9205"/>
                </a:lnTo>
                <a:lnTo>
                  <a:pt x="23318" y="9409"/>
                </a:lnTo>
                <a:lnTo>
                  <a:pt x="23318" y="9307"/>
                </a:lnTo>
                <a:lnTo>
                  <a:pt x="24034" y="9102"/>
                </a:lnTo>
                <a:lnTo>
                  <a:pt x="23625" y="9000"/>
                </a:lnTo>
                <a:lnTo>
                  <a:pt x="23727" y="8898"/>
                </a:lnTo>
                <a:lnTo>
                  <a:pt x="23727" y="8898"/>
                </a:lnTo>
                <a:lnTo>
                  <a:pt x="21068" y="9409"/>
                </a:lnTo>
                <a:lnTo>
                  <a:pt x="21068" y="9409"/>
                </a:lnTo>
                <a:lnTo>
                  <a:pt x="21273" y="9307"/>
                </a:lnTo>
                <a:lnTo>
                  <a:pt x="20455" y="9511"/>
                </a:lnTo>
                <a:lnTo>
                  <a:pt x="20761" y="9614"/>
                </a:lnTo>
                <a:lnTo>
                  <a:pt x="20148" y="9818"/>
                </a:lnTo>
                <a:lnTo>
                  <a:pt x="20045" y="9818"/>
                </a:lnTo>
                <a:lnTo>
                  <a:pt x="20455" y="9614"/>
                </a:lnTo>
                <a:lnTo>
                  <a:pt x="18637" y="9901"/>
                </a:lnTo>
                <a:lnTo>
                  <a:pt x="18637" y="9901"/>
                </a:lnTo>
                <a:lnTo>
                  <a:pt x="13295" y="11455"/>
                </a:lnTo>
                <a:lnTo>
                  <a:pt x="13398" y="11455"/>
                </a:lnTo>
                <a:lnTo>
                  <a:pt x="13193" y="11557"/>
                </a:lnTo>
                <a:lnTo>
                  <a:pt x="14011" y="12273"/>
                </a:lnTo>
                <a:lnTo>
                  <a:pt x="13909" y="12682"/>
                </a:lnTo>
                <a:lnTo>
                  <a:pt x="14625" y="12580"/>
                </a:lnTo>
                <a:lnTo>
                  <a:pt x="14625" y="12580"/>
                </a:lnTo>
                <a:lnTo>
                  <a:pt x="14523" y="12682"/>
                </a:lnTo>
                <a:lnTo>
                  <a:pt x="14932" y="12682"/>
                </a:lnTo>
                <a:lnTo>
                  <a:pt x="14523" y="12989"/>
                </a:lnTo>
                <a:lnTo>
                  <a:pt x="15341" y="13091"/>
                </a:lnTo>
                <a:lnTo>
                  <a:pt x="14727" y="13193"/>
                </a:lnTo>
                <a:lnTo>
                  <a:pt x="14523" y="12989"/>
                </a:lnTo>
                <a:lnTo>
                  <a:pt x="14420" y="12886"/>
                </a:lnTo>
                <a:lnTo>
                  <a:pt x="14420" y="12784"/>
                </a:lnTo>
                <a:lnTo>
                  <a:pt x="14114" y="12989"/>
                </a:lnTo>
                <a:lnTo>
                  <a:pt x="14114" y="13295"/>
                </a:lnTo>
                <a:lnTo>
                  <a:pt x="14523" y="13295"/>
                </a:lnTo>
                <a:lnTo>
                  <a:pt x="14420" y="13398"/>
                </a:lnTo>
                <a:lnTo>
                  <a:pt x="12375" y="13398"/>
                </a:lnTo>
                <a:lnTo>
                  <a:pt x="12886" y="13091"/>
                </a:lnTo>
                <a:lnTo>
                  <a:pt x="11250" y="13398"/>
                </a:lnTo>
                <a:lnTo>
                  <a:pt x="11352" y="13398"/>
                </a:lnTo>
                <a:lnTo>
                  <a:pt x="9205" y="13909"/>
                </a:lnTo>
                <a:lnTo>
                  <a:pt x="9818" y="14216"/>
                </a:lnTo>
                <a:lnTo>
                  <a:pt x="9102" y="14318"/>
                </a:lnTo>
                <a:lnTo>
                  <a:pt x="9205" y="14523"/>
                </a:lnTo>
                <a:lnTo>
                  <a:pt x="9102" y="14932"/>
                </a:lnTo>
                <a:lnTo>
                  <a:pt x="11045" y="14932"/>
                </a:lnTo>
                <a:lnTo>
                  <a:pt x="11045" y="15034"/>
                </a:lnTo>
                <a:lnTo>
                  <a:pt x="12580" y="14625"/>
                </a:lnTo>
                <a:lnTo>
                  <a:pt x="12784" y="14830"/>
                </a:lnTo>
                <a:lnTo>
                  <a:pt x="12068" y="15034"/>
                </a:lnTo>
                <a:lnTo>
                  <a:pt x="11659" y="15648"/>
                </a:lnTo>
                <a:lnTo>
                  <a:pt x="10534" y="15852"/>
                </a:lnTo>
                <a:lnTo>
                  <a:pt x="8795" y="16261"/>
                </a:lnTo>
                <a:lnTo>
                  <a:pt x="8489" y="16159"/>
                </a:lnTo>
                <a:lnTo>
                  <a:pt x="7745" y="16624"/>
                </a:lnTo>
                <a:lnTo>
                  <a:pt x="7745" y="16624"/>
                </a:lnTo>
                <a:lnTo>
                  <a:pt x="5727" y="17489"/>
                </a:lnTo>
                <a:lnTo>
                  <a:pt x="5830" y="17489"/>
                </a:lnTo>
                <a:lnTo>
                  <a:pt x="5420" y="17693"/>
                </a:lnTo>
                <a:lnTo>
                  <a:pt x="5625" y="17693"/>
                </a:lnTo>
                <a:lnTo>
                  <a:pt x="5318" y="17898"/>
                </a:lnTo>
                <a:lnTo>
                  <a:pt x="5420" y="17898"/>
                </a:lnTo>
                <a:lnTo>
                  <a:pt x="5318" y="18102"/>
                </a:lnTo>
                <a:lnTo>
                  <a:pt x="5318" y="18102"/>
                </a:lnTo>
                <a:lnTo>
                  <a:pt x="5727" y="17898"/>
                </a:lnTo>
                <a:lnTo>
                  <a:pt x="5625" y="18000"/>
                </a:lnTo>
                <a:lnTo>
                  <a:pt x="5727" y="18000"/>
                </a:lnTo>
                <a:lnTo>
                  <a:pt x="5625" y="18102"/>
                </a:lnTo>
                <a:lnTo>
                  <a:pt x="5830" y="18102"/>
                </a:lnTo>
                <a:lnTo>
                  <a:pt x="5420" y="18205"/>
                </a:lnTo>
                <a:lnTo>
                  <a:pt x="6545" y="18307"/>
                </a:lnTo>
                <a:lnTo>
                  <a:pt x="6239" y="18307"/>
                </a:lnTo>
                <a:lnTo>
                  <a:pt x="6443" y="18409"/>
                </a:lnTo>
                <a:lnTo>
                  <a:pt x="6034" y="18614"/>
                </a:lnTo>
                <a:lnTo>
                  <a:pt x="6034" y="18614"/>
                </a:lnTo>
                <a:lnTo>
                  <a:pt x="6136" y="18409"/>
                </a:lnTo>
                <a:lnTo>
                  <a:pt x="5625" y="18511"/>
                </a:lnTo>
                <a:lnTo>
                  <a:pt x="5625" y="18307"/>
                </a:lnTo>
                <a:lnTo>
                  <a:pt x="4807" y="18614"/>
                </a:lnTo>
                <a:lnTo>
                  <a:pt x="5011" y="18614"/>
                </a:lnTo>
                <a:lnTo>
                  <a:pt x="5011" y="19227"/>
                </a:lnTo>
                <a:lnTo>
                  <a:pt x="7466" y="18511"/>
                </a:lnTo>
                <a:lnTo>
                  <a:pt x="7466" y="18511"/>
                </a:lnTo>
                <a:lnTo>
                  <a:pt x="5727" y="19943"/>
                </a:lnTo>
                <a:lnTo>
                  <a:pt x="5932" y="19943"/>
                </a:lnTo>
                <a:lnTo>
                  <a:pt x="5011" y="20352"/>
                </a:lnTo>
                <a:lnTo>
                  <a:pt x="6750" y="20045"/>
                </a:lnTo>
                <a:lnTo>
                  <a:pt x="7159" y="20352"/>
                </a:lnTo>
                <a:lnTo>
                  <a:pt x="8386" y="20045"/>
                </a:lnTo>
                <a:lnTo>
                  <a:pt x="8386" y="20045"/>
                </a:lnTo>
                <a:lnTo>
                  <a:pt x="7875" y="20352"/>
                </a:lnTo>
                <a:lnTo>
                  <a:pt x="7875" y="20352"/>
                </a:lnTo>
                <a:lnTo>
                  <a:pt x="9511" y="19943"/>
                </a:lnTo>
                <a:lnTo>
                  <a:pt x="8080" y="20761"/>
                </a:lnTo>
                <a:lnTo>
                  <a:pt x="8182" y="20864"/>
                </a:lnTo>
                <a:lnTo>
                  <a:pt x="5523" y="22193"/>
                </a:lnTo>
                <a:lnTo>
                  <a:pt x="5523" y="22091"/>
                </a:lnTo>
                <a:lnTo>
                  <a:pt x="3375" y="22909"/>
                </a:lnTo>
                <a:lnTo>
                  <a:pt x="3375" y="23114"/>
                </a:lnTo>
                <a:lnTo>
                  <a:pt x="3170" y="23011"/>
                </a:lnTo>
                <a:lnTo>
                  <a:pt x="2966" y="23114"/>
                </a:lnTo>
                <a:lnTo>
                  <a:pt x="2966" y="23114"/>
                </a:lnTo>
                <a:lnTo>
                  <a:pt x="3170" y="22909"/>
                </a:lnTo>
                <a:lnTo>
                  <a:pt x="2864" y="23011"/>
                </a:lnTo>
                <a:lnTo>
                  <a:pt x="2864" y="23011"/>
                </a:lnTo>
                <a:lnTo>
                  <a:pt x="2966" y="22909"/>
                </a:lnTo>
                <a:lnTo>
                  <a:pt x="1120" y="23634"/>
                </a:lnTo>
                <a:lnTo>
                  <a:pt x="1120" y="23634"/>
                </a:lnTo>
                <a:lnTo>
                  <a:pt x="1023" y="23830"/>
                </a:lnTo>
                <a:lnTo>
                  <a:pt x="2276" y="23472"/>
                </a:lnTo>
                <a:lnTo>
                  <a:pt x="2276" y="23472"/>
                </a:lnTo>
                <a:lnTo>
                  <a:pt x="3886" y="23114"/>
                </a:lnTo>
                <a:lnTo>
                  <a:pt x="3682" y="23318"/>
                </a:lnTo>
                <a:lnTo>
                  <a:pt x="5069" y="22823"/>
                </a:lnTo>
                <a:lnTo>
                  <a:pt x="5069" y="22823"/>
                </a:lnTo>
                <a:lnTo>
                  <a:pt x="5216" y="22602"/>
                </a:lnTo>
                <a:lnTo>
                  <a:pt x="5932" y="22398"/>
                </a:lnTo>
                <a:lnTo>
                  <a:pt x="5830" y="22398"/>
                </a:lnTo>
                <a:lnTo>
                  <a:pt x="10534" y="20761"/>
                </a:lnTo>
                <a:lnTo>
                  <a:pt x="10432" y="20761"/>
                </a:lnTo>
                <a:lnTo>
                  <a:pt x="11352" y="20352"/>
                </a:lnTo>
                <a:lnTo>
                  <a:pt x="11455" y="19943"/>
                </a:lnTo>
                <a:lnTo>
                  <a:pt x="12580" y="19330"/>
                </a:lnTo>
                <a:lnTo>
                  <a:pt x="12580" y="19432"/>
                </a:lnTo>
                <a:lnTo>
                  <a:pt x="12886" y="19330"/>
                </a:lnTo>
                <a:lnTo>
                  <a:pt x="12886" y="19227"/>
                </a:lnTo>
                <a:lnTo>
                  <a:pt x="17386" y="17693"/>
                </a:lnTo>
                <a:lnTo>
                  <a:pt x="16568" y="18102"/>
                </a:lnTo>
                <a:lnTo>
                  <a:pt x="16875" y="18205"/>
                </a:lnTo>
                <a:lnTo>
                  <a:pt x="16875" y="18307"/>
                </a:lnTo>
                <a:lnTo>
                  <a:pt x="14011" y="19125"/>
                </a:lnTo>
                <a:lnTo>
                  <a:pt x="14318" y="19330"/>
                </a:lnTo>
                <a:lnTo>
                  <a:pt x="13193" y="19841"/>
                </a:lnTo>
                <a:lnTo>
                  <a:pt x="15443" y="19227"/>
                </a:lnTo>
                <a:lnTo>
                  <a:pt x="15443" y="19227"/>
                </a:lnTo>
                <a:lnTo>
                  <a:pt x="15341" y="19330"/>
                </a:lnTo>
                <a:lnTo>
                  <a:pt x="15852" y="19023"/>
                </a:lnTo>
                <a:lnTo>
                  <a:pt x="15852" y="19125"/>
                </a:lnTo>
                <a:lnTo>
                  <a:pt x="17284" y="18614"/>
                </a:lnTo>
                <a:lnTo>
                  <a:pt x="16875" y="18614"/>
                </a:lnTo>
                <a:lnTo>
                  <a:pt x="17284" y="18409"/>
                </a:lnTo>
                <a:lnTo>
                  <a:pt x="17182" y="18409"/>
                </a:lnTo>
                <a:lnTo>
                  <a:pt x="17554" y="18186"/>
                </a:lnTo>
                <a:lnTo>
                  <a:pt x="17554" y="18186"/>
                </a:lnTo>
                <a:lnTo>
                  <a:pt x="18205" y="18000"/>
                </a:lnTo>
                <a:lnTo>
                  <a:pt x="18205" y="18000"/>
                </a:lnTo>
                <a:lnTo>
                  <a:pt x="17795" y="18307"/>
                </a:lnTo>
                <a:lnTo>
                  <a:pt x="19125" y="18102"/>
                </a:lnTo>
                <a:lnTo>
                  <a:pt x="18614" y="18409"/>
                </a:lnTo>
                <a:lnTo>
                  <a:pt x="18818" y="18409"/>
                </a:lnTo>
                <a:lnTo>
                  <a:pt x="18818" y="18511"/>
                </a:lnTo>
                <a:lnTo>
                  <a:pt x="19125" y="18511"/>
                </a:lnTo>
                <a:lnTo>
                  <a:pt x="18818" y="18716"/>
                </a:lnTo>
                <a:lnTo>
                  <a:pt x="19227" y="18716"/>
                </a:lnTo>
                <a:lnTo>
                  <a:pt x="19841" y="18511"/>
                </a:lnTo>
                <a:lnTo>
                  <a:pt x="19432" y="18920"/>
                </a:lnTo>
                <a:lnTo>
                  <a:pt x="19636" y="19125"/>
                </a:lnTo>
                <a:lnTo>
                  <a:pt x="21682" y="19023"/>
                </a:lnTo>
                <a:lnTo>
                  <a:pt x="21682" y="19023"/>
                </a:lnTo>
                <a:lnTo>
                  <a:pt x="21477" y="19227"/>
                </a:lnTo>
                <a:lnTo>
                  <a:pt x="23216" y="19227"/>
                </a:lnTo>
                <a:lnTo>
                  <a:pt x="22295" y="19534"/>
                </a:lnTo>
                <a:lnTo>
                  <a:pt x="22909" y="19943"/>
                </a:lnTo>
                <a:lnTo>
                  <a:pt x="22807" y="19943"/>
                </a:lnTo>
                <a:lnTo>
                  <a:pt x="23216" y="20659"/>
                </a:lnTo>
                <a:lnTo>
                  <a:pt x="23830" y="20659"/>
                </a:lnTo>
                <a:lnTo>
                  <a:pt x="23830" y="20455"/>
                </a:lnTo>
                <a:lnTo>
                  <a:pt x="24034" y="20352"/>
                </a:lnTo>
                <a:lnTo>
                  <a:pt x="23625" y="20148"/>
                </a:lnTo>
                <a:lnTo>
                  <a:pt x="24545" y="20045"/>
                </a:lnTo>
                <a:lnTo>
                  <a:pt x="24443" y="20148"/>
                </a:lnTo>
                <a:lnTo>
                  <a:pt x="24648" y="20148"/>
                </a:lnTo>
                <a:lnTo>
                  <a:pt x="24136" y="20659"/>
                </a:lnTo>
                <a:lnTo>
                  <a:pt x="24545" y="20761"/>
                </a:lnTo>
                <a:lnTo>
                  <a:pt x="25466" y="19636"/>
                </a:lnTo>
                <a:lnTo>
                  <a:pt x="24955" y="20557"/>
                </a:lnTo>
                <a:lnTo>
                  <a:pt x="25159" y="20761"/>
                </a:lnTo>
                <a:lnTo>
                  <a:pt x="25670" y="20557"/>
                </a:lnTo>
                <a:lnTo>
                  <a:pt x="25159" y="20966"/>
                </a:lnTo>
                <a:lnTo>
                  <a:pt x="25568" y="21170"/>
                </a:lnTo>
                <a:lnTo>
                  <a:pt x="24750" y="21784"/>
                </a:lnTo>
                <a:lnTo>
                  <a:pt x="25159" y="21886"/>
                </a:lnTo>
                <a:lnTo>
                  <a:pt x="25159" y="22193"/>
                </a:lnTo>
                <a:lnTo>
                  <a:pt x="25057" y="22295"/>
                </a:lnTo>
                <a:lnTo>
                  <a:pt x="25364" y="22705"/>
                </a:lnTo>
                <a:lnTo>
                  <a:pt x="24648" y="23114"/>
                </a:lnTo>
                <a:lnTo>
                  <a:pt x="24545" y="23420"/>
                </a:lnTo>
                <a:lnTo>
                  <a:pt x="25670" y="22807"/>
                </a:lnTo>
                <a:lnTo>
                  <a:pt x="24750" y="24136"/>
                </a:lnTo>
                <a:lnTo>
                  <a:pt x="26284" y="23011"/>
                </a:lnTo>
                <a:lnTo>
                  <a:pt x="26284" y="23011"/>
                </a:lnTo>
                <a:lnTo>
                  <a:pt x="25568" y="23830"/>
                </a:lnTo>
                <a:lnTo>
                  <a:pt x="25568" y="23830"/>
                </a:lnTo>
                <a:lnTo>
                  <a:pt x="26182" y="23318"/>
                </a:lnTo>
                <a:lnTo>
                  <a:pt x="26182" y="23495"/>
                </a:lnTo>
                <a:lnTo>
                  <a:pt x="26182" y="23495"/>
                </a:lnTo>
                <a:lnTo>
                  <a:pt x="24750" y="24545"/>
                </a:lnTo>
                <a:lnTo>
                  <a:pt x="25159" y="24648"/>
                </a:lnTo>
                <a:lnTo>
                  <a:pt x="24443" y="25364"/>
                </a:lnTo>
                <a:lnTo>
                  <a:pt x="24443" y="25568"/>
                </a:lnTo>
                <a:lnTo>
                  <a:pt x="25261" y="25261"/>
                </a:lnTo>
                <a:lnTo>
                  <a:pt x="25364" y="25159"/>
                </a:lnTo>
                <a:lnTo>
                  <a:pt x="25773" y="25057"/>
                </a:lnTo>
                <a:lnTo>
                  <a:pt x="25364" y="25261"/>
                </a:lnTo>
                <a:lnTo>
                  <a:pt x="25773" y="25568"/>
                </a:lnTo>
                <a:lnTo>
                  <a:pt x="25261" y="25261"/>
                </a:lnTo>
                <a:lnTo>
                  <a:pt x="24955" y="25466"/>
                </a:lnTo>
                <a:lnTo>
                  <a:pt x="25364" y="25977"/>
                </a:lnTo>
                <a:lnTo>
                  <a:pt x="24750" y="26489"/>
                </a:lnTo>
                <a:lnTo>
                  <a:pt x="24750" y="26489"/>
                </a:lnTo>
                <a:lnTo>
                  <a:pt x="25159" y="26284"/>
                </a:lnTo>
                <a:lnTo>
                  <a:pt x="24545" y="26693"/>
                </a:lnTo>
                <a:lnTo>
                  <a:pt x="24443" y="27000"/>
                </a:lnTo>
                <a:lnTo>
                  <a:pt x="26080" y="25977"/>
                </a:lnTo>
                <a:lnTo>
                  <a:pt x="25670" y="26386"/>
                </a:lnTo>
                <a:lnTo>
                  <a:pt x="25773" y="26795"/>
                </a:lnTo>
                <a:lnTo>
                  <a:pt x="25568" y="26489"/>
                </a:lnTo>
                <a:lnTo>
                  <a:pt x="24852" y="26795"/>
                </a:lnTo>
                <a:lnTo>
                  <a:pt x="24955" y="26795"/>
                </a:lnTo>
                <a:lnTo>
                  <a:pt x="24545" y="27307"/>
                </a:lnTo>
                <a:lnTo>
                  <a:pt x="25466" y="27102"/>
                </a:lnTo>
                <a:lnTo>
                  <a:pt x="24341" y="27614"/>
                </a:lnTo>
                <a:lnTo>
                  <a:pt x="25159" y="27818"/>
                </a:lnTo>
                <a:lnTo>
                  <a:pt x="25057" y="27920"/>
                </a:lnTo>
                <a:lnTo>
                  <a:pt x="25159" y="28023"/>
                </a:lnTo>
                <a:lnTo>
                  <a:pt x="24852" y="28125"/>
                </a:lnTo>
                <a:lnTo>
                  <a:pt x="25364" y="28125"/>
                </a:lnTo>
                <a:lnTo>
                  <a:pt x="24852" y="28227"/>
                </a:lnTo>
                <a:lnTo>
                  <a:pt x="25977" y="28227"/>
                </a:lnTo>
                <a:lnTo>
                  <a:pt x="26284" y="27920"/>
                </a:lnTo>
                <a:lnTo>
                  <a:pt x="25773" y="28841"/>
                </a:lnTo>
                <a:lnTo>
                  <a:pt x="26591" y="28636"/>
                </a:lnTo>
                <a:lnTo>
                  <a:pt x="26489" y="29148"/>
                </a:lnTo>
                <a:lnTo>
                  <a:pt x="26182" y="29352"/>
                </a:lnTo>
                <a:lnTo>
                  <a:pt x="26182" y="29352"/>
                </a:lnTo>
                <a:lnTo>
                  <a:pt x="26795" y="29148"/>
                </a:lnTo>
                <a:lnTo>
                  <a:pt x="26489" y="29455"/>
                </a:lnTo>
                <a:lnTo>
                  <a:pt x="26898" y="29455"/>
                </a:lnTo>
                <a:lnTo>
                  <a:pt x="26489" y="29659"/>
                </a:lnTo>
                <a:lnTo>
                  <a:pt x="26489" y="29864"/>
                </a:lnTo>
                <a:lnTo>
                  <a:pt x="26591" y="30068"/>
                </a:lnTo>
                <a:lnTo>
                  <a:pt x="26693" y="30068"/>
                </a:lnTo>
                <a:lnTo>
                  <a:pt x="26386" y="30375"/>
                </a:lnTo>
                <a:lnTo>
                  <a:pt x="26386" y="30682"/>
                </a:lnTo>
                <a:lnTo>
                  <a:pt x="26489" y="30682"/>
                </a:lnTo>
                <a:lnTo>
                  <a:pt x="26386" y="30784"/>
                </a:lnTo>
                <a:lnTo>
                  <a:pt x="26386" y="30682"/>
                </a:lnTo>
                <a:lnTo>
                  <a:pt x="26080" y="31295"/>
                </a:lnTo>
                <a:lnTo>
                  <a:pt x="25670" y="31500"/>
                </a:lnTo>
                <a:lnTo>
                  <a:pt x="25568" y="31602"/>
                </a:lnTo>
                <a:lnTo>
                  <a:pt x="25568" y="31500"/>
                </a:lnTo>
                <a:lnTo>
                  <a:pt x="25670" y="31500"/>
                </a:lnTo>
                <a:lnTo>
                  <a:pt x="26182" y="30886"/>
                </a:lnTo>
                <a:lnTo>
                  <a:pt x="26182" y="30886"/>
                </a:lnTo>
                <a:lnTo>
                  <a:pt x="25466" y="31398"/>
                </a:lnTo>
                <a:lnTo>
                  <a:pt x="25875" y="30989"/>
                </a:lnTo>
                <a:lnTo>
                  <a:pt x="25875" y="31091"/>
                </a:lnTo>
                <a:lnTo>
                  <a:pt x="26182" y="30682"/>
                </a:lnTo>
                <a:lnTo>
                  <a:pt x="24852" y="30477"/>
                </a:lnTo>
                <a:lnTo>
                  <a:pt x="24341" y="31909"/>
                </a:lnTo>
                <a:lnTo>
                  <a:pt x="24545" y="31909"/>
                </a:lnTo>
                <a:lnTo>
                  <a:pt x="24136" y="32420"/>
                </a:lnTo>
                <a:lnTo>
                  <a:pt x="24136" y="32216"/>
                </a:lnTo>
                <a:lnTo>
                  <a:pt x="23932" y="32523"/>
                </a:lnTo>
                <a:lnTo>
                  <a:pt x="24545" y="32727"/>
                </a:lnTo>
                <a:lnTo>
                  <a:pt x="24034" y="32625"/>
                </a:lnTo>
                <a:lnTo>
                  <a:pt x="21989" y="35489"/>
                </a:lnTo>
                <a:lnTo>
                  <a:pt x="22091" y="35489"/>
                </a:lnTo>
                <a:lnTo>
                  <a:pt x="20557" y="38250"/>
                </a:lnTo>
                <a:lnTo>
                  <a:pt x="20557" y="38148"/>
                </a:lnTo>
                <a:lnTo>
                  <a:pt x="20250" y="38659"/>
                </a:lnTo>
                <a:lnTo>
                  <a:pt x="20348" y="40709"/>
                </a:lnTo>
                <a:lnTo>
                  <a:pt x="20348" y="40709"/>
                </a:lnTo>
                <a:lnTo>
                  <a:pt x="20148" y="40909"/>
                </a:lnTo>
                <a:lnTo>
                  <a:pt x="20455" y="41011"/>
                </a:lnTo>
                <a:lnTo>
                  <a:pt x="20761" y="40807"/>
                </a:lnTo>
                <a:lnTo>
                  <a:pt x="21477" y="40807"/>
                </a:lnTo>
                <a:lnTo>
                  <a:pt x="20761" y="40909"/>
                </a:lnTo>
                <a:lnTo>
                  <a:pt x="20761" y="41420"/>
                </a:lnTo>
                <a:lnTo>
                  <a:pt x="20557" y="41114"/>
                </a:lnTo>
                <a:lnTo>
                  <a:pt x="20352" y="41727"/>
                </a:lnTo>
                <a:lnTo>
                  <a:pt x="20557" y="42341"/>
                </a:lnTo>
                <a:lnTo>
                  <a:pt x="20352" y="42648"/>
                </a:lnTo>
                <a:lnTo>
                  <a:pt x="20864" y="43875"/>
                </a:lnTo>
                <a:lnTo>
                  <a:pt x="20761" y="44284"/>
                </a:lnTo>
                <a:lnTo>
                  <a:pt x="21068" y="44591"/>
                </a:lnTo>
                <a:lnTo>
                  <a:pt x="21477" y="44693"/>
                </a:lnTo>
                <a:lnTo>
                  <a:pt x="23011" y="47250"/>
                </a:lnTo>
                <a:lnTo>
                  <a:pt x="22909" y="47455"/>
                </a:lnTo>
                <a:lnTo>
                  <a:pt x="23216" y="49295"/>
                </a:lnTo>
                <a:lnTo>
                  <a:pt x="23932" y="50114"/>
                </a:lnTo>
                <a:lnTo>
                  <a:pt x="23932" y="51341"/>
                </a:lnTo>
                <a:lnTo>
                  <a:pt x="24034" y="51341"/>
                </a:lnTo>
                <a:lnTo>
                  <a:pt x="24034" y="51545"/>
                </a:lnTo>
                <a:lnTo>
                  <a:pt x="23830" y="51341"/>
                </a:lnTo>
                <a:lnTo>
                  <a:pt x="23216" y="51443"/>
                </a:lnTo>
                <a:lnTo>
                  <a:pt x="23830" y="52159"/>
                </a:lnTo>
                <a:lnTo>
                  <a:pt x="24648" y="52364"/>
                </a:lnTo>
                <a:lnTo>
                  <a:pt x="25261" y="54818"/>
                </a:lnTo>
                <a:lnTo>
                  <a:pt x="26795" y="56455"/>
                </a:lnTo>
                <a:lnTo>
                  <a:pt x="26898" y="55432"/>
                </a:lnTo>
                <a:lnTo>
                  <a:pt x="26386" y="55227"/>
                </a:lnTo>
                <a:lnTo>
                  <a:pt x="25773" y="52364"/>
                </a:lnTo>
                <a:lnTo>
                  <a:pt x="25773" y="52670"/>
                </a:lnTo>
                <a:lnTo>
                  <a:pt x="25261" y="50830"/>
                </a:lnTo>
                <a:lnTo>
                  <a:pt x="25057" y="50727"/>
                </a:lnTo>
                <a:lnTo>
                  <a:pt x="24341" y="48068"/>
                </a:lnTo>
                <a:lnTo>
                  <a:pt x="24545" y="47250"/>
                </a:lnTo>
                <a:lnTo>
                  <a:pt x="25159" y="47659"/>
                </a:lnTo>
                <a:lnTo>
                  <a:pt x="25364" y="47557"/>
                </a:lnTo>
                <a:lnTo>
                  <a:pt x="25466" y="47761"/>
                </a:lnTo>
                <a:lnTo>
                  <a:pt x="25875" y="47966"/>
                </a:lnTo>
                <a:lnTo>
                  <a:pt x="26591" y="51034"/>
                </a:lnTo>
                <a:lnTo>
                  <a:pt x="27205" y="51341"/>
                </a:lnTo>
                <a:lnTo>
                  <a:pt x="27000" y="51852"/>
                </a:lnTo>
                <a:lnTo>
                  <a:pt x="28023" y="53080"/>
                </a:lnTo>
                <a:lnTo>
                  <a:pt x="27920" y="52977"/>
                </a:lnTo>
                <a:lnTo>
                  <a:pt x="28125" y="53591"/>
                </a:lnTo>
                <a:lnTo>
                  <a:pt x="27920" y="53795"/>
                </a:lnTo>
                <a:lnTo>
                  <a:pt x="28636" y="54307"/>
                </a:lnTo>
                <a:lnTo>
                  <a:pt x="28432" y="54205"/>
                </a:lnTo>
                <a:lnTo>
                  <a:pt x="29045" y="54920"/>
                </a:lnTo>
                <a:lnTo>
                  <a:pt x="28841" y="54920"/>
                </a:lnTo>
                <a:lnTo>
                  <a:pt x="29761" y="56148"/>
                </a:lnTo>
                <a:lnTo>
                  <a:pt x="30477" y="58091"/>
                </a:lnTo>
                <a:lnTo>
                  <a:pt x="29966" y="59216"/>
                </a:lnTo>
                <a:lnTo>
                  <a:pt x="37534" y="63920"/>
                </a:lnTo>
                <a:lnTo>
                  <a:pt x="39068" y="63307"/>
                </a:lnTo>
                <a:lnTo>
                  <a:pt x="39170" y="63307"/>
                </a:lnTo>
                <a:lnTo>
                  <a:pt x="39784" y="63614"/>
                </a:lnTo>
                <a:lnTo>
                  <a:pt x="39784" y="63614"/>
                </a:lnTo>
                <a:lnTo>
                  <a:pt x="39375" y="63307"/>
                </a:lnTo>
                <a:lnTo>
                  <a:pt x="39375" y="63307"/>
                </a:lnTo>
                <a:lnTo>
                  <a:pt x="44284" y="66375"/>
                </a:lnTo>
                <a:lnTo>
                  <a:pt x="45000" y="66273"/>
                </a:lnTo>
                <a:lnTo>
                  <a:pt x="45409" y="66682"/>
                </a:lnTo>
                <a:lnTo>
                  <a:pt x="45307" y="66989"/>
                </a:lnTo>
                <a:lnTo>
                  <a:pt x="46534" y="68830"/>
                </a:lnTo>
                <a:lnTo>
                  <a:pt x="46534" y="69443"/>
                </a:lnTo>
                <a:lnTo>
                  <a:pt x="47148" y="70159"/>
                </a:lnTo>
                <a:lnTo>
                  <a:pt x="47352" y="69852"/>
                </a:lnTo>
                <a:lnTo>
                  <a:pt x="47045" y="69443"/>
                </a:lnTo>
                <a:lnTo>
                  <a:pt x="47045" y="69443"/>
                </a:lnTo>
                <a:lnTo>
                  <a:pt x="48784" y="71386"/>
                </a:lnTo>
                <a:lnTo>
                  <a:pt x="48784" y="71386"/>
                </a:lnTo>
                <a:lnTo>
                  <a:pt x="48580" y="71080"/>
                </a:lnTo>
                <a:lnTo>
                  <a:pt x="49091" y="71693"/>
                </a:lnTo>
                <a:lnTo>
                  <a:pt x="49705" y="71489"/>
                </a:lnTo>
                <a:lnTo>
                  <a:pt x="50625" y="72205"/>
                </a:lnTo>
                <a:lnTo>
                  <a:pt x="50727" y="71898"/>
                </a:lnTo>
                <a:lnTo>
                  <a:pt x="51136" y="72614"/>
                </a:lnTo>
                <a:lnTo>
                  <a:pt x="51648" y="72307"/>
                </a:lnTo>
                <a:lnTo>
                  <a:pt x="51341" y="71693"/>
                </a:lnTo>
                <a:lnTo>
                  <a:pt x="52670" y="70773"/>
                </a:lnTo>
                <a:lnTo>
                  <a:pt x="53182" y="71489"/>
                </a:lnTo>
                <a:lnTo>
                  <a:pt x="53182" y="71284"/>
                </a:lnTo>
                <a:lnTo>
                  <a:pt x="53386" y="71386"/>
                </a:lnTo>
                <a:lnTo>
                  <a:pt x="53489" y="71284"/>
                </a:lnTo>
                <a:lnTo>
                  <a:pt x="53693" y="71693"/>
                </a:lnTo>
                <a:lnTo>
                  <a:pt x="53386" y="71386"/>
                </a:lnTo>
                <a:lnTo>
                  <a:pt x="53182" y="71795"/>
                </a:lnTo>
                <a:lnTo>
                  <a:pt x="53795" y="75682"/>
                </a:lnTo>
                <a:lnTo>
                  <a:pt x="53898" y="75682"/>
                </a:lnTo>
                <a:lnTo>
                  <a:pt x="53898" y="75989"/>
                </a:lnTo>
                <a:lnTo>
                  <a:pt x="54000" y="75886"/>
                </a:lnTo>
                <a:lnTo>
                  <a:pt x="54205" y="75989"/>
                </a:lnTo>
                <a:lnTo>
                  <a:pt x="53489" y="77216"/>
                </a:lnTo>
                <a:lnTo>
                  <a:pt x="52977" y="77523"/>
                </a:lnTo>
                <a:lnTo>
                  <a:pt x="52773" y="78239"/>
                </a:lnTo>
                <a:lnTo>
                  <a:pt x="52364" y="78341"/>
                </a:lnTo>
                <a:lnTo>
                  <a:pt x="52568" y="78750"/>
                </a:lnTo>
                <a:lnTo>
                  <a:pt x="51648" y="79159"/>
                </a:lnTo>
                <a:lnTo>
                  <a:pt x="51239" y="80693"/>
                </a:lnTo>
                <a:lnTo>
                  <a:pt x="51034" y="80591"/>
                </a:lnTo>
                <a:lnTo>
                  <a:pt x="50727" y="81307"/>
                </a:lnTo>
                <a:lnTo>
                  <a:pt x="50727" y="82227"/>
                </a:lnTo>
                <a:lnTo>
                  <a:pt x="51034" y="82739"/>
                </a:lnTo>
                <a:lnTo>
                  <a:pt x="51545" y="82432"/>
                </a:lnTo>
                <a:lnTo>
                  <a:pt x="51648" y="82125"/>
                </a:lnTo>
                <a:lnTo>
                  <a:pt x="51750" y="82841"/>
                </a:lnTo>
                <a:lnTo>
                  <a:pt x="50318" y="84886"/>
                </a:lnTo>
                <a:lnTo>
                  <a:pt x="50830" y="85909"/>
                </a:lnTo>
                <a:lnTo>
                  <a:pt x="50625" y="86011"/>
                </a:lnTo>
                <a:lnTo>
                  <a:pt x="60852" y="98693"/>
                </a:lnTo>
                <a:lnTo>
                  <a:pt x="61977" y="118125"/>
                </a:lnTo>
                <a:lnTo>
                  <a:pt x="61670" y="118330"/>
                </a:lnTo>
                <a:lnTo>
                  <a:pt x="63102" y="122932"/>
                </a:lnTo>
                <a:lnTo>
                  <a:pt x="64125" y="122625"/>
                </a:lnTo>
                <a:lnTo>
                  <a:pt x="63818" y="123136"/>
                </a:lnTo>
                <a:lnTo>
                  <a:pt x="64125" y="123136"/>
                </a:lnTo>
                <a:lnTo>
                  <a:pt x="64330" y="123648"/>
                </a:lnTo>
                <a:lnTo>
                  <a:pt x="64023" y="123648"/>
                </a:lnTo>
                <a:lnTo>
                  <a:pt x="64227" y="125284"/>
                </a:lnTo>
                <a:lnTo>
                  <a:pt x="64636" y="125489"/>
                </a:lnTo>
                <a:lnTo>
                  <a:pt x="64534" y="126511"/>
                </a:lnTo>
                <a:lnTo>
                  <a:pt x="64943" y="126716"/>
                </a:lnTo>
                <a:lnTo>
                  <a:pt x="64330" y="126716"/>
                </a:lnTo>
                <a:lnTo>
                  <a:pt x="64636" y="127432"/>
                </a:lnTo>
                <a:lnTo>
                  <a:pt x="64534" y="127739"/>
                </a:lnTo>
                <a:lnTo>
                  <a:pt x="64330" y="127023"/>
                </a:lnTo>
                <a:lnTo>
                  <a:pt x="64023" y="127432"/>
                </a:lnTo>
                <a:lnTo>
                  <a:pt x="64023" y="127432"/>
                </a:lnTo>
                <a:lnTo>
                  <a:pt x="64227" y="127023"/>
                </a:lnTo>
                <a:lnTo>
                  <a:pt x="64023" y="126614"/>
                </a:lnTo>
                <a:lnTo>
                  <a:pt x="64023" y="127023"/>
                </a:lnTo>
                <a:lnTo>
                  <a:pt x="63409" y="127125"/>
                </a:lnTo>
                <a:lnTo>
                  <a:pt x="63614" y="127432"/>
                </a:lnTo>
                <a:lnTo>
                  <a:pt x="63205" y="127943"/>
                </a:lnTo>
                <a:lnTo>
                  <a:pt x="63205" y="127943"/>
                </a:lnTo>
                <a:lnTo>
                  <a:pt x="63716" y="127739"/>
                </a:lnTo>
                <a:lnTo>
                  <a:pt x="64227" y="128148"/>
                </a:lnTo>
                <a:lnTo>
                  <a:pt x="64227" y="128045"/>
                </a:lnTo>
                <a:lnTo>
                  <a:pt x="64534" y="128250"/>
                </a:lnTo>
                <a:lnTo>
                  <a:pt x="64534" y="128455"/>
                </a:lnTo>
                <a:lnTo>
                  <a:pt x="64432" y="128659"/>
                </a:lnTo>
                <a:lnTo>
                  <a:pt x="64636" y="129068"/>
                </a:lnTo>
                <a:lnTo>
                  <a:pt x="65148" y="128864"/>
                </a:lnTo>
                <a:lnTo>
                  <a:pt x="65557" y="129477"/>
                </a:lnTo>
                <a:lnTo>
                  <a:pt x="64534" y="129273"/>
                </a:lnTo>
                <a:lnTo>
                  <a:pt x="65148" y="129682"/>
                </a:lnTo>
                <a:lnTo>
                  <a:pt x="65455" y="130705"/>
                </a:lnTo>
                <a:lnTo>
                  <a:pt x="65352" y="130295"/>
                </a:lnTo>
                <a:lnTo>
                  <a:pt x="65455" y="130295"/>
                </a:lnTo>
                <a:lnTo>
                  <a:pt x="65864" y="131216"/>
                </a:lnTo>
                <a:lnTo>
                  <a:pt x="65352" y="131420"/>
                </a:lnTo>
                <a:lnTo>
                  <a:pt x="66068" y="131727"/>
                </a:lnTo>
                <a:lnTo>
                  <a:pt x="65864" y="131727"/>
                </a:lnTo>
                <a:lnTo>
                  <a:pt x="66170" y="132034"/>
                </a:lnTo>
                <a:lnTo>
                  <a:pt x="66273" y="131727"/>
                </a:lnTo>
                <a:lnTo>
                  <a:pt x="66375" y="131932"/>
                </a:lnTo>
                <a:lnTo>
                  <a:pt x="66375" y="132239"/>
                </a:lnTo>
                <a:lnTo>
                  <a:pt x="66170" y="132034"/>
                </a:lnTo>
                <a:lnTo>
                  <a:pt x="65557" y="131625"/>
                </a:lnTo>
                <a:lnTo>
                  <a:pt x="65250" y="131932"/>
                </a:lnTo>
                <a:lnTo>
                  <a:pt x="67193" y="133261"/>
                </a:lnTo>
                <a:lnTo>
                  <a:pt x="67398" y="133159"/>
                </a:lnTo>
                <a:lnTo>
                  <a:pt x="67091" y="132750"/>
                </a:lnTo>
                <a:lnTo>
                  <a:pt x="67705" y="133057"/>
                </a:lnTo>
                <a:lnTo>
                  <a:pt x="67398" y="133159"/>
                </a:lnTo>
                <a:lnTo>
                  <a:pt x="67500" y="133261"/>
                </a:lnTo>
                <a:lnTo>
                  <a:pt x="67602" y="133159"/>
                </a:lnTo>
                <a:lnTo>
                  <a:pt x="67807" y="133568"/>
                </a:lnTo>
                <a:lnTo>
                  <a:pt x="67807" y="133568"/>
                </a:lnTo>
                <a:lnTo>
                  <a:pt x="67500" y="133261"/>
                </a:lnTo>
                <a:lnTo>
                  <a:pt x="67295" y="133364"/>
                </a:lnTo>
                <a:lnTo>
                  <a:pt x="66477" y="133364"/>
                </a:lnTo>
                <a:lnTo>
                  <a:pt x="66886" y="133773"/>
                </a:lnTo>
                <a:lnTo>
                  <a:pt x="67500" y="133670"/>
                </a:lnTo>
                <a:lnTo>
                  <a:pt x="67295" y="134080"/>
                </a:lnTo>
                <a:lnTo>
                  <a:pt x="67705" y="134284"/>
                </a:lnTo>
                <a:lnTo>
                  <a:pt x="67807" y="134080"/>
                </a:lnTo>
                <a:lnTo>
                  <a:pt x="67926" y="134000"/>
                </a:lnTo>
                <a:lnTo>
                  <a:pt x="67926" y="134000"/>
                </a:lnTo>
                <a:lnTo>
                  <a:pt x="68420" y="134693"/>
                </a:lnTo>
                <a:lnTo>
                  <a:pt x="69136" y="133977"/>
                </a:lnTo>
                <a:lnTo>
                  <a:pt x="69136" y="134284"/>
                </a:lnTo>
                <a:lnTo>
                  <a:pt x="68932" y="134489"/>
                </a:lnTo>
                <a:lnTo>
                  <a:pt x="68932" y="134693"/>
                </a:lnTo>
                <a:lnTo>
                  <a:pt x="68727" y="134795"/>
                </a:lnTo>
                <a:lnTo>
                  <a:pt x="69750" y="134795"/>
                </a:lnTo>
                <a:lnTo>
                  <a:pt x="69545" y="134182"/>
                </a:lnTo>
                <a:lnTo>
                  <a:pt x="69767" y="133988"/>
                </a:lnTo>
                <a:lnTo>
                  <a:pt x="69767" y="133988"/>
                </a:lnTo>
                <a:lnTo>
                  <a:pt x="70057" y="134182"/>
                </a:lnTo>
                <a:lnTo>
                  <a:pt x="69852" y="134284"/>
                </a:lnTo>
                <a:lnTo>
                  <a:pt x="70568" y="134591"/>
                </a:lnTo>
                <a:lnTo>
                  <a:pt x="70364" y="135000"/>
                </a:lnTo>
                <a:lnTo>
                  <a:pt x="71489" y="135614"/>
                </a:lnTo>
                <a:lnTo>
                  <a:pt x="71386" y="135716"/>
                </a:lnTo>
                <a:lnTo>
                  <a:pt x="70159" y="135205"/>
                </a:lnTo>
                <a:lnTo>
                  <a:pt x="70364" y="135205"/>
                </a:lnTo>
                <a:lnTo>
                  <a:pt x="70057" y="135000"/>
                </a:lnTo>
                <a:lnTo>
                  <a:pt x="69955" y="135102"/>
                </a:lnTo>
                <a:lnTo>
                  <a:pt x="70568" y="135716"/>
                </a:lnTo>
                <a:lnTo>
                  <a:pt x="70057" y="135511"/>
                </a:lnTo>
                <a:lnTo>
                  <a:pt x="69443" y="135716"/>
                </a:lnTo>
                <a:lnTo>
                  <a:pt x="69545" y="135818"/>
                </a:lnTo>
                <a:lnTo>
                  <a:pt x="73943" y="136125"/>
                </a:lnTo>
                <a:lnTo>
                  <a:pt x="74557" y="135818"/>
                </a:lnTo>
                <a:lnTo>
                  <a:pt x="71489" y="134489"/>
                </a:lnTo>
                <a:lnTo>
                  <a:pt x="71591" y="134284"/>
                </a:lnTo>
                <a:lnTo>
                  <a:pt x="71080" y="133875"/>
                </a:lnTo>
                <a:lnTo>
                  <a:pt x="69782" y="133975"/>
                </a:lnTo>
                <a:lnTo>
                  <a:pt x="69782" y="133975"/>
                </a:lnTo>
                <a:lnTo>
                  <a:pt x="70364" y="133466"/>
                </a:lnTo>
                <a:lnTo>
                  <a:pt x="71080" y="133568"/>
                </a:lnTo>
                <a:lnTo>
                  <a:pt x="71080" y="133568"/>
                </a:lnTo>
                <a:lnTo>
                  <a:pt x="70057" y="132852"/>
                </a:lnTo>
                <a:lnTo>
                  <a:pt x="70364" y="132750"/>
                </a:lnTo>
                <a:lnTo>
                  <a:pt x="69852" y="132341"/>
                </a:lnTo>
                <a:lnTo>
                  <a:pt x="70159" y="131318"/>
                </a:lnTo>
                <a:lnTo>
                  <a:pt x="69750" y="131216"/>
                </a:lnTo>
                <a:lnTo>
                  <a:pt x="69955" y="131216"/>
                </a:lnTo>
                <a:lnTo>
                  <a:pt x="69955" y="131011"/>
                </a:lnTo>
                <a:lnTo>
                  <a:pt x="70670" y="131216"/>
                </a:lnTo>
                <a:lnTo>
                  <a:pt x="70670" y="131216"/>
                </a:lnTo>
                <a:lnTo>
                  <a:pt x="70466" y="130500"/>
                </a:lnTo>
                <a:lnTo>
                  <a:pt x="71591" y="129170"/>
                </a:lnTo>
                <a:lnTo>
                  <a:pt x="71182" y="129068"/>
                </a:lnTo>
                <a:lnTo>
                  <a:pt x="71284" y="128455"/>
                </a:lnTo>
                <a:lnTo>
                  <a:pt x="69443" y="127330"/>
                </a:lnTo>
                <a:lnTo>
                  <a:pt x="69852" y="126409"/>
                </a:lnTo>
                <a:lnTo>
                  <a:pt x="70159" y="126205"/>
                </a:lnTo>
                <a:lnTo>
                  <a:pt x="70670" y="126205"/>
                </a:lnTo>
                <a:lnTo>
                  <a:pt x="70568" y="124670"/>
                </a:lnTo>
                <a:lnTo>
                  <a:pt x="71182" y="124159"/>
                </a:lnTo>
                <a:lnTo>
                  <a:pt x="70568" y="123852"/>
                </a:lnTo>
                <a:lnTo>
                  <a:pt x="70977" y="123750"/>
                </a:lnTo>
                <a:lnTo>
                  <a:pt x="71284" y="124057"/>
                </a:lnTo>
                <a:lnTo>
                  <a:pt x="71284" y="124057"/>
                </a:lnTo>
                <a:lnTo>
                  <a:pt x="70977" y="123443"/>
                </a:lnTo>
                <a:lnTo>
                  <a:pt x="70773" y="123545"/>
                </a:lnTo>
                <a:lnTo>
                  <a:pt x="70364" y="123239"/>
                </a:lnTo>
                <a:lnTo>
                  <a:pt x="69955" y="122318"/>
                </a:lnTo>
                <a:lnTo>
                  <a:pt x="70057" y="122011"/>
                </a:lnTo>
                <a:lnTo>
                  <a:pt x="71182" y="122318"/>
                </a:lnTo>
                <a:lnTo>
                  <a:pt x="72205" y="122011"/>
                </a:lnTo>
                <a:lnTo>
                  <a:pt x="72000" y="121193"/>
                </a:lnTo>
                <a:lnTo>
                  <a:pt x="72102" y="120886"/>
                </a:lnTo>
                <a:lnTo>
                  <a:pt x="71898" y="120580"/>
                </a:lnTo>
                <a:lnTo>
                  <a:pt x="72000" y="120580"/>
                </a:lnTo>
                <a:lnTo>
                  <a:pt x="71693" y="120170"/>
                </a:lnTo>
                <a:lnTo>
                  <a:pt x="75477" y="119250"/>
                </a:lnTo>
                <a:lnTo>
                  <a:pt x="75886" y="117716"/>
                </a:lnTo>
                <a:lnTo>
                  <a:pt x="73739" y="114545"/>
                </a:lnTo>
                <a:lnTo>
                  <a:pt x="73739" y="114034"/>
                </a:lnTo>
                <a:lnTo>
                  <a:pt x="73943" y="114034"/>
                </a:lnTo>
                <a:lnTo>
                  <a:pt x="73841" y="113420"/>
                </a:lnTo>
                <a:lnTo>
                  <a:pt x="74045" y="113932"/>
                </a:lnTo>
                <a:lnTo>
                  <a:pt x="73841" y="114341"/>
                </a:lnTo>
                <a:lnTo>
                  <a:pt x="74557" y="115466"/>
                </a:lnTo>
                <a:lnTo>
                  <a:pt x="77216" y="115875"/>
                </a:lnTo>
                <a:lnTo>
                  <a:pt x="79466" y="111580"/>
                </a:lnTo>
                <a:lnTo>
                  <a:pt x="79568" y="111682"/>
                </a:lnTo>
                <a:lnTo>
                  <a:pt x="79568" y="111273"/>
                </a:lnTo>
                <a:lnTo>
                  <a:pt x="79466" y="110966"/>
                </a:lnTo>
                <a:lnTo>
                  <a:pt x="79773" y="111273"/>
                </a:lnTo>
                <a:lnTo>
                  <a:pt x="79875" y="111273"/>
                </a:lnTo>
                <a:lnTo>
                  <a:pt x="79364" y="112500"/>
                </a:lnTo>
                <a:lnTo>
                  <a:pt x="79773" y="112193"/>
                </a:lnTo>
                <a:lnTo>
                  <a:pt x="80080" y="111170"/>
                </a:lnTo>
                <a:lnTo>
                  <a:pt x="79875" y="111273"/>
                </a:lnTo>
                <a:lnTo>
                  <a:pt x="79875" y="111273"/>
                </a:lnTo>
                <a:lnTo>
                  <a:pt x="81409" y="107898"/>
                </a:lnTo>
                <a:lnTo>
                  <a:pt x="81102" y="106159"/>
                </a:lnTo>
                <a:lnTo>
                  <a:pt x="81614" y="106057"/>
                </a:lnTo>
                <a:lnTo>
                  <a:pt x="81511" y="106159"/>
                </a:lnTo>
                <a:lnTo>
                  <a:pt x="85398" y="103705"/>
                </a:lnTo>
                <a:lnTo>
                  <a:pt x="85807" y="103602"/>
                </a:lnTo>
                <a:lnTo>
                  <a:pt x="85909" y="103398"/>
                </a:lnTo>
                <a:lnTo>
                  <a:pt x="86114" y="103705"/>
                </a:lnTo>
                <a:lnTo>
                  <a:pt x="86830" y="103602"/>
                </a:lnTo>
                <a:lnTo>
                  <a:pt x="86932" y="103091"/>
                </a:lnTo>
                <a:lnTo>
                  <a:pt x="87750" y="102580"/>
                </a:lnTo>
                <a:lnTo>
                  <a:pt x="89080" y="94398"/>
                </a:lnTo>
                <a:lnTo>
                  <a:pt x="89080" y="93170"/>
                </a:lnTo>
                <a:lnTo>
                  <a:pt x="89284" y="93068"/>
                </a:lnTo>
                <a:lnTo>
                  <a:pt x="89489" y="93375"/>
                </a:lnTo>
                <a:lnTo>
                  <a:pt x="90409" y="91534"/>
                </a:lnTo>
                <a:lnTo>
                  <a:pt x="90409" y="91739"/>
                </a:lnTo>
                <a:lnTo>
                  <a:pt x="92557" y="87136"/>
                </a:lnTo>
                <a:lnTo>
                  <a:pt x="91943" y="85398"/>
                </a:lnTo>
                <a:lnTo>
                  <a:pt x="84273" y="82739"/>
                </a:lnTo>
                <a:lnTo>
                  <a:pt x="84068" y="82943"/>
                </a:lnTo>
                <a:lnTo>
                  <a:pt x="83966" y="82534"/>
                </a:lnTo>
                <a:lnTo>
                  <a:pt x="83557" y="83352"/>
                </a:lnTo>
                <a:lnTo>
                  <a:pt x="83557" y="83352"/>
                </a:lnTo>
                <a:lnTo>
                  <a:pt x="83659" y="82636"/>
                </a:lnTo>
                <a:lnTo>
                  <a:pt x="83557" y="82330"/>
                </a:lnTo>
                <a:lnTo>
                  <a:pt x="83557" y="81818"/>
                </a:lnTo>
                <a:lnTo>
                  <a:pt x="80591" y="80795"/>
                </a:lnTo>
                <a:lnTo>
                  <a:pt x="79057" y="82739"/>
                </a:lnTo>
                <a:lnTo>
                  <a:pt x="79364" y="81818"/>
                </a:lnTo>
                <a:lnTo>
                  <a:pt x="78341" y="82125"/>
                </a:lnTo>
                <a:lnTo>
                  <a:pt x="77932" y="81307"/>
                </a:lnTo>
                <a:lnTo>
                  <a:pt x="77625" y="81205"/>
                </a:lnTo>
                <a:lnTo>
                  <a:pt x="77011" y="81614"/>
                </a:lnTo>
                <a:lnTo>
                  <a:pt x="76295" y="81614"/>
                </a:lnTo>
                <a:lnTo>
                  <a:pt x="78852" y="78750"/>
                </a:lnTo>
                <a:lnTo>
                  <a:pt x="77216" y="75375"/>
                </a:lnTo>
                <a:lnTo>
                  <a:pt x="77011" y="75580"/>
                </a:lnTo>
                <a:lnTo>
                  <a:pt x="76807" y="75068"/>
                </a:lnTo>
                <a:lnTo>
                  <a:pt x="76705" y="75170"/>
                </a:lnTo>
                <a:lnTo>
                  <a:pt x="75273" y="74148"/>
                </a:lnTo>
                <a:lnTo>
                  <a:pt x="75068" y="74557"/>
                </a:lnTo>
                <a:lnTo>
                  <a:pt x="74455" y="73841"/>
                </a:lnTo>
                <a:lnTo>
                  <a:pt x="73432" y="74148"/>
                </a:lnTo>
                <a:lnTo>
                  <a:pt x="72614" y="73943"/>
                </a:lnTo>
                <a:lnTo>
                  <a:pt x="72307" y="74352"/>
                </a:lnTo>
                <a:lnTo>
                  <a:pt x="72307" y="73739"/>
                </a:lnTo>
                <a:lnTo>
                  <a:pt x="71284" y="72920"/>
                </a:lnTo>
                <a:lnTo>
                  <a:pt x="70977" y="73432"/>
                </a:lnTo>
                <a:lnTo>
                  <a:pt x="70977" y="73432"/>
                </a:lnTo>
                <a:lnTo>
                  <a:pt x="71080" y="72307"/>
                </a:lnTo>
                <a:lnTo>
                  <a:pt x="69852" y="71284"/>
                </a:lnTo>
                <a:lnTo>
                  <a:pt x="68420" y="71182"/>
                </a:lnTo>
                <a:lnTo>
                  <a:pt x="68830" y="70875"/>
                </a:lnTo>
                <a:lnTo>
                  <a:pt x="69034" y="70568"/>
                </a:lnTo>
                <a:lnTo>
                  <a:pt x="68932" y="70159"/>
                </a:lnTo>
                <a:lnTo>
                  <a:pt x="68420" y="69852"/>
                </a:lnTo>
                <a:lnTo>
                  <a:pt x="68318" y="69955"/>
                </a:lnTo>
                <a:lnTo>
                  <a:pt x="68318" y="70159"/>
                </a:lnTo>
                <a:lnTo>
                  <a:pt x="67909" y="69852"/>
                </a:lnTo>
                <a:lnTo>
                  <a:pt x="67807" y="69955"/>
                </a:lnTo>
                <a:lnTo>
                  <a:pt x="67602" y="69545"/>
                </a:lnTo>
                <a:lnTo>
                  <a:pt x="67398" y="69648"/>
                </a:lnTo>
                <a:lnTo>
                  <a:pt x="67295" y="69239"/>
                </a:lnTo>
                <a:lnTo>
                  <a:pt x="68216" y="69034"/>
                </a:lnTo>
                <a:lnTo>
                  <a:pt x="66068" y="69136"/>
                </a:lnTo>
                <a:lnTo>
                  <a:pt x="66068" y="69239"/>
                </a:lnTo>
                <a:lnTo>
                  <a:pt x="66580" y="69239"/>
                </a:lnTo>
                <a:lnTo>
                  <a:pt x="65045" y="69648"/>
                </a:lnTo>
                <a:lnTo>
                  <a:pt x="64636" y="69443"/>
                </a:lnTo>
                <a:lnTo>
                  <a:pt x="64432" y="69136"/>
                </a:lnTo>
                <a:lnTo>
                  <a:pt x="62489" y="69136"/>
                </a:lnTo>
                <a:lnTo>
                  <a:pt x="62284" y="68523"/>
                </a:lnTo>
                <a:lnTo>
                  <a:pt x="61466" y="68216"/>
                </a:lnTo>
                <a:lnTo>
                  <a:pt x="61159" y="67705"/>
                </a:lnTo>
                <a:lnTo>
                  <a:pt x="60750" y="67705"/>
                </a:lnTo>
                <a:lnTo>
                  <a:pt x="61159" y="68114"/>
                </a:lnTo>
                <a:lnTo>
                  <a:pt x="59727" y="68727"/>
                </a:lnTo>
                <a:lnTo>
                  <a:pt x="59523" y="69239"/>
                </a:lnTo>
                <a:lnTo>
                  <a:pt x="59932" y="70057"/>
                </a:lnTo>
                <a:lnTo>
                  <a:pt x="59625" y="70670"/>
                </a:lnTo>
                <a:lnTo>
                  <a:pt x="59216" y="70364"/>
                </a:lnTo>
                <a:lnTo>
                  <a:pt x="59114" y="69648"/>
                </a:lnTo>
                <a:lnTo>
                  <a:pt x="59420" y="69239"/>
                </a:lnTo>
                <a:lnTo>
                  <a:pt x="59318" y="68727"/>
                </a:lnTo>
                <a:lnTo>
                  <a:pt x="59420" y="68727"/>
                </a:lnTo>
                <a:lnTo>
                  <a:pt x="59216" y="68114"/>
                </a:lnTo>
                <a:lnTo>
                  <a:pt x="59830" y="67807"/>
                </a:lnTo>
                <a:lnTo>
                  <a:pt x="59625" y="67295"/>
                </a:lnTo>
                <a:lnTo>
                  <a:pt x="56966" y="68932"/>
                </a:lnTo>
                <a:lnTo>
                  <a:pt x="56966" y="68727"/>
                </a:lnTo>
                <a:lnTo>
                  <a:pt x="56557" y="68625"/>
                </a:lnTo>
                <a:lnTo>
                  <a:pt x="55739" y="69648"/>
                </a:lnTo>
                <a:lnTo>
                  <a:pt x="55841" y="69545"/>
                </a:lnTo>
                <a:lnTo>
                  <a:pt x="55534" y="70364"/>
                </a:lnTo>
                <a:lnTo>
                  <a:pt x="54614" y="71182"/>
                </a:lnTo>
                <a:lnTo>
                  <a:pt x="54511" y="71898"/>
                </a:lnTo>
                <a:lnTo>
                  <a:pt x="52977" y="70364"/>
                </a:lnTo>
                <a:lnTo>
                  <a:pt x="52057" y="70261"/>
                </a:lnTo>
                <a:lnTo>
                  <a:pt x="51034" y="70875"/>
                </a:lnTo>
                <a:lnTo>
                  <a:pt x="50011" y="70670"/>
                </a:lnTo>
                <a:lnTo>
                  <a:pt x="50011" y="70670"/>
                </a:lnTo>
                <a:lnTo>
                  <a:pt x="50114" y="70875"/>
                </a:lnTo>
                <a:lnTo>
                  <a:pt x="48375" y="68420"/>
                </a:lnTo>
                <a:lnTo>
                  <a:pt x="48580" y="67602"/>
                </a:lnTo>
                <a:lnTo>
                  <a:pt x="48682" y="67705"/>
                </a:lnTo>
                <a:lnTo>
                  <a:pt x="48784" y="66989"/>
                </a:lnTo>
                <a:lnTo>
                  <a:pt x="48784" y="67193"/>
                </a:lnTo>
                <a:lnTo>
                  <a:pt x="49193" y="64739"/>
                </a:lnTo>
                <a:lnTo>
                  <a:pt x="48989" y="64330"/>
                </a:lnTo>
                <a:lnTo>
                  <a:pt x="48580" y="64125"/>
                </a:lnTo>
                <a:lnTo>
                  <a:pt x="48886" y="64227"/>
                </a:lnTo>
                <a:lnTo>
                  <a:pt x="48273" y="63716"/>
                </a:lnTo>
                <a:lnTo>
                  <a:pt x="44284" y="63614"/>
                </a:lnTo>
                <a:lnTo>
                  <a:pt x="45000" y="62795"/>
                </a:lnTo>
                <a:lnTo>
                  <a:pt x="45102" y="61159"/>
                </a:lnTo>
                <a:lnTo>
                  <a:pt x="45409" y="60648"/>
                </a:lnTo>
                <a:lnTo>
                  <a:pt x="45511" y="61261"/>
                </a:lnTo>
                <a:lnTo>
                  <a:pt x="46023" y="60136"/>
                </a:lnTo>
                <a:lnTo>
                  <a:pt x="45818" y="60239"/>
                </a:lnTo>
                <a:lnTo>
                  <a:pt x="46125" y="59932"/>
                </a:lnTo>
                <a:lnTo>
                  <a:pt x="46125" y="59625"/>
                </a:lnTo>
                <a:lnTo>
                  <a:pt x="46534" y="58807"/>
                </a:lnTo>
                <a:lnTo>
                  <a:pt x="46432" y="57989"/>
                </a:lnTo>
                <a:lnTo>
                  <a:pt x="43875" y="58295"/>
                </a:lnTo>
                <a:lnTo>
                  <a:pt x="42955" y="60239"/>
                </a:lnTo>
                <a:lnTo>
                  <a:pt x="42341" y="60648"/>
                </a:lnTo>
                <a:lnTo>
                  <a:pt x="42545" y="60648"/>
                </a:lnTo>
                <a:lnTo>
                  <a:pt x="42443" y="60955"/>
                </a:lnTo>
                <a:lnTo>
                  <a:pt x="39477" y="61261"/>
                </a:lnTo>
                <a:lnTo>
                  <a:pt x="38557" y="60750"/>
                </a:lnTo>
                <a:lnTo>
                  <a:pt x="38557" y="60750"/>
                </a:lnTo>
                <a:lnTo>
                  <a:pt x="38659" y="60852"/>
                </a:lnTo>
                <a:lnTo>
                  <a:pt x="38659" y="60852"/>
                </a:lnTo>
                <a:lnTo>
                  <a:pt x="38352" y="60648"/>
                </a:lnTo>
                <a:lnTo>
                  <a:pt x="38352" y="60648"/>
                </a:lnTo>
                <a:lnTo>
                  <a:pt x="38557" y="60750"/>
                </a:lnTo>
                <a:lnTo>
                  <a:pt x="37432" y="57989"/>
                </a:lnTo>
                <a:lnTo>
                  <a:pt x="37432" y="58193"/>
                </a:lnTo>
                <a:lnTo>
                  <a:pt x="37227" y="57375"/>
                </a:lnTo>
                <a:lnTo>
                  <a:pt x="37432" y="57989"/>
                </a:lnTo>
                <a:lnTo>
                  <a:pt x="38455" y="52159"/>
                </a:lnTo>
                <a:lnTo>
                  <a:pt x="38250" y="51750"/>
                </a:lnTo>
                <a:lnTo>
                  <a:pt x="38761" y="51545"/>
                </a:lnTo>
                <a:lnTo>
                  <a:pt x="38761" y="51341"/>
                </a:lnTo>
                <a:lnTo>
                  <a:pt x="39068" y="51136"/>
                </a:lnTo>
                <a:lnTo>
                  <a:pt x="38966" y="51136"/>
                </a:lnTo>
                <a:lnTo>
                  <a:pt x="39170" y="51034"/>
                </a:lnTo>
                <a:lnTo>
                  <a:pt x="39375" y="50830"/>
                </a:lnTo>
                <a:lnTo>
                  <a:pt x="39682" y="50727"/>
                </a:lnTo>
                <a:lnTo>
                  <a:pt x="39580" y="50523"/>
                </a:lnTo>
                <a:lnTo>
                  <a:pt x="40091" y="50625"/>
                </a:lnTo>
                <a:lnTo>
                  <a:pt x="41216" y="49909"/>
                </a:lnTo>
                <a:lnTo>
                  <a:pt x="41216" y="49705"/>
                </a:lnTo>
                <a:lnTo>
                  <a:pt x="41420" y="49398"/>
                </a:lnTo>
                <a:lnTo>
                  <a:pt x="41420" y="49602"/>
                </a:lnTo>
                <a:lnTo>
                  <a:pt x="41625" y="49602"/>
                </a:lnTo>
                <a:lnTo>
                  <a:pt x="41318" y="49807"/>
                </a:lnTo>
                <a:lnTo>
                  <a:pt x="42341" y="49193"/>
                </a:lnTo>
                <a:lnTo>
                  <a:pt x="43773" y="49602"/>
                </a:lnTo>
                <a:lnTo>
                  <a:pt x="43977" y="49398"/>
                </a:lnTo>
                <a:lnTo>
                  <a:pt x="44489" y="49602"/>
                </a:lnTo>
                <a:lnTo>
                  <a:pt x="44489" y="49909"/>
                </a:lnTo>
                <a:lnTo>
                  <a:pt x="44386" y="49909"/>
                </a:lnTo>
                <a:lnTo>
                  <a:pt x="45205" y="50114"/>
                </a:lnTo>
                <a:lnTo>
                  <a:pt x="45409" y="49705"/>
                </a:lnTo>
                <a:lnTo>
                  <a:pt x="45920" y="50216"/>
                </a:lnTo>
                <a:lnTo>
                  <a:pt x="46125" y="50216"/>
                </a:lnTo>
                <a:lnTo>
                  <a:pt x="45818" y="49705"/>
                </a:lnTo>
                <a:lnTo>
                  <a:pt x="46227" y="49091"/>
                </a:lnTo>
                <a:lnTo>
                  <a:pt x="46227" y="49091"/>
                </a:lnTo>
                <a:lnTo>
                  <a:pt x="45920" y="49295"/>
                </a:lnTo>
                <a:lnTo>
                  <a:pt x="46023" y="48989"/>
                </a:lnTo>
                <a:lnTo>
                  <a:pt x="45307" y="49091"/>
                </a:lnTo>
                <a:lnTo>
                  <a:pt x="47557" y="48477"/>
                </a:lnTo>
                <a:lnTo>
                  <a:pt x="47557" y="48477"/>
                </a:lnTo>
                <a:lnTo>
                  <a:pt x="47455" y="48989"/>
                </a:lnTo>
                <a:lnTo>
                  <a:pt x="47966" y="48784"/>
                </a:lnTo>
                <a:lnTo>
                  <a:pt x="47966" y="48886"/>
                </a:lnTo>
                <a:lnTo>
                  <a:pt x="48477" y="48580"/>
                </a:lnTo>
                <a:lnTo>
                  <a:pt x="48477" y="48580"/>
                </a:lnTo>
                <a:lnTo>
                  <a:pt x="48170" y="48886"/>
                </a:lnTo>
                <a:lnTo>
                  <a:pt x="48886" y="48784"/>
                </a:lnTo>
                <a:lnTo>
                  <a:pt x="49602" y="48886"/>
                </a:lnTo>
                <a:lnTo>
                  <a:pt x="49500" y="49091"/>
                </a:lnTo>
                <a:lnTo>
                  <a:pt x="49655" y="49401"/>
                </a:lnTo>
                <a:lnTo>
                  <a:pt x="49655" y="49401"/>
                </a:lnTo>
                <a:lnTo>
                  <a:pt x="51239" y="49500"/>
                </a:lnTo>
                <a:lnTo>
                  <a:pt x="51750" y="50216"/>
                </a:lnTo>
                <a:lnTo>
                  <a:pt x="51443" y="51545"/>
                </a:lnTo>
                <a:lnTo>
                  <a:pt x="51648" y="51239"/>
                </a:lnTo>
                <a:lnTo>
                  <a:pt x="51852" y="51341"/>
                </a:lnTo>
                <a:lnTo>
                  <a:pt x="51443" y="51750"/>
                </a:lnTo>
                <a:lnTo>
                  <a:pt x="52670" y="54102"/>
                </a:lnTo>
                <a:lnTo>
                  <a:pt x="52875" y="54102"/>
                </a:lnTo>
                <a:lnTo>
                  <a:pt x="53485" y="53390"/>
                </a:lnTo>
                <a:lnTo>
                  <a:pt x="53485" y="53390"/>
                </a:lnTo>
                <a:lnTo>
                  <a:pt x="53403" y="50915"/>
                </a:lnTo>
                <a:lnTo>
                  <a:pt x="53591" y="50727"/>
                </a:lnTo>
                <a:lnTo>
                  <a:pt x="53489" y="47761"/>
                </a:lnTo>
                <a:lnTo>
                  <a:pt x="53693" y="47659"/>
                </a:lnTo>
                <a:lnTo>
                  <a:pt x="54307" y="46636"/>
                </a:lnTo>
                <a:lnTo>
                  <a:pt x="54307" y="46841"/>
                </a:lnTo>
                <a:lnTo>
                  <a:pt x="54409" y="46739"/>
                </a:lnTo>
                <a:lnTo>
                  <a:pt x="54409" y="46636"/>
                </a:lnTo>
                <a:lnTo>
                  <a:pt x="55841" y="45716"/>
                </a:lnTo>
                <a:lnTo>
                  <a:pt x="55841" y="45818"/>
                </a:lnTo>
                <a:lnTo>
                  <a:pt x="57170" y="44898"/>
                </a:lnTo>
                <a:lnTo>
                  <a:pt x="57170" y="45102"/>
                </a:lnTo>
                <a:lnTo>
                  <a:pt x="57784" y="44284"/>
                </a:lnTo>
                <a:lnTo>
                  <a:pt x="58705" y="44080"/>
                </a:lnTo>
                <a:lnTo>
                  <a:pt x="58193" y="43875"/>
                </a:lnTo>
                <a:lnTo>
                  <a:pt x="58602" y="43875"/>
                </a:lnTo>
                <a:lnTo>
                  <a:pt x="58295" y="43466"/>
                </a:lnTo>
                <a:lnTo>
                  <a:pt x="59420" y="43364"/>
                </a:lnTo>
                <a:lnTo>
                  <a:pt x="59523" y="43057"/>
                </a:lnTo>
                <a:lnTo>
                  <a:pt x="59523" y="43057"/>
                </a:lnTo>
                <a:lnTo>
                  <a:pt x="59216" y="43364"/>
                </a:lnTo>
                <a:lnTo>
                  <a:pt x="58705" y="43057"/>
                </a:lnTo>
                <a:lnTo>
                  <a:pt x="58807" y="42750"/>
                </a:lnTo>
                <a:lnTo>
                  <a:pt x="59216" y="42852"/>
                </a:lnTo>
                <a:lnTo>
                  <a:pt x="59318" y="42750"/>
                </a:lnTo>
                <a:lnTo>
                  <a:pt x="59523" y="42852"/>
                </a:lnTo>
                <a:lnTo>
                  <a:pt x="59523" y="42545"/>
                </a:lnTo>
                <a:lnTo>
                  <a:pt x="59420" y="42034"/>
                </a:lnTo>
                <a:lnTo>
                  <a:pt x="59216" y="41932"/>
                </a:lnTo>
                <a:lnTo>
                  <a:pt x="58705" y="41625"/>
                </a:lnTo>
                <a:lnTo>
                  <a:pt x="59114" y="41727"/>
                </a:lnTo>
                <a:lnTo>
                  <a:pt x="59216" y="41932"/>
                </a:lnTo>
                <a:lnTo>
                  <a:pt x="59216" y="41932"/>
                </a:lnTo>
                <a:lnTo>
                  <a:pt x="59114" y="41420"/>
                </a:lnTo>
                <a:lnTo>
                  <a:pt x="59420" y="41420"/>
                </a:lnTo>
                <a:lnTo>
                  <a:pt x="59523" y="41318"/>
                </a:lnTo>
                <a:lnTo>
                  <a:pt x="59011" y="40705"/>
                </a:lnTo>
                <a:lnTo>
                  <a:pt x="59523" y="41216"/>
                </a:lnTo>
                <a:lnTo>
                  <a:pt x="59523" y="40807"/>
                </a:lnTo>
                <a:lnTo>
                  <a:pt x="58909" y="40500"/>
                </a:lnTo>
                <a:lnTo>
                  <a:pt x="59318" y="39989"/>
                </a:lnTo>
                <a:lnTo>
                  <a:pt x="59011" y="40500"/>
                </a:lnTo>
                <a:lnTo>
                  <a:pt x="59216" y="40398"/>
                </a:lnTo>
                <a:lnTo>
                  <a:pt x="59216" y="40602"/>
                </a:lnTo>
                <a:lnTo>
                  <a:pt x="59318" y="40500"/>
                </a:lnTo>
                <a:lnTo>
                  <a:pt x="59625" y="40807"/>
                </a:lnTo>
                <a:lnTo>
                  <a:pt x="59523" y="40295"/>
                </a:lnTo>
                <a:lnTo>
                  <a:pt x="59727" y="40500"/>
                </a:lnTo>
                <a:lnTo>
                  <a:pt x="59830" y="39580"/>
                </a:lnTo>
                <a:lnTo>
                  <a:pt x="60034" y="39477"/>
                </a:lnTo>
                <a:lnTo>
                  <a:pt x="60034" y="39580"/>
                </a:lnTo>
                <a:lnTo>
                  <a:pt x="60136" y="39375"/>
                </a:lnTo>
                <a:lnTo>
                  <a:pt x="60136" y="39477"/>
                </a:lnTo>
                <a:lnTo>
                  <a:pt x="60443" y="39273"/>
                </a:lnTo>
                <a:lnTo>
                  <a:pt x="60443" y="39375"/>
                </a:lnTo>
                <a:lnTo>
                  <a:pt x="60341" y="39477"/>
                </a:lnTo>
                <a:lnTo>
                  <a:pt x="60443" y="39477"/>
                </a:lnTo>
                <a:lnTo>
                  <a:pt x="60034" y="39784"/>
                </a:lnTo>
                <a:lnTo>
                  <a:pt x="60136" y="39784"/>
                </a:lnTo>
                <a:lnTo>
                  <a:pt x="59830" y="40193"/>
                </a:lnTo>
                <a:lnTo>
                  <a:pt x="60136" y="40295"/>
                </a:lnTo>
                <a:lnTo>
                  <a:pt x="60136" y="40500"/>
                </a:lnTo>
                <a:lnTo>
                  <a:pt x="60034" y="40705"/>
                </a:lnTo>
                <a:lnTo>
                  <a:pt x="60034" y="40909"/>
                </a:lnTo>
                <a:lnTo>
                  <a:pt x="60136" y="40909"/>
                </a:lnTo>
                <a:lnTo>
                  <a:pt x="59727" y="41830"/>
                </a:lnTo>
                <a:lnTo>
                  <a:pt x="60750" y="40500"/>
                </a:lnTo>
                <a:lnTo>
                  <a:pt x="60750" y="39375"/>
                </a:lnTo>
                <a:lnTo>
                  <a:pt x="61057" y="39886"/>
                </a:lnTo>
                <a:lnTo>
                  <a:pt x="62182" y="38864"/>
                </a:lnTo>
                <a:lnTo>
                  <a:pt x="62386" y="38455"/>
                </a:lnTo>
                <a:lnTo>
                  <a:pt x="62284" y="38250"/>
                </a:lnTo>
                <a:lnTo>
                  <a:pt x="62591" y="37636"/>
                </a:lnTo>
                <a:lnTo>
                  <a:pt x="62489" y="38148"/>
                </a:lnTo>
                <a:lnTo>
                  <a:pt x="64943" y="37125"/>
                </a:lnTo>
                <a:lnTo>
                  <a:pt x="65045" y="37227"/>
                </a:lnTo>
                <a:lnTo>
                  <a:pt x="65148" y="37125"/>
                </a:lnTo>
                <a:lnTo>
                  <a:pt x="65148" y="37125"/>
                </a:lnTo>
                <a:lnTo>
                  <a:pt x="65045" y="37432"/>
                </a:lnTo>
                <a:lnTo>
                  <a:pt x="65557" y="37227"/>
                </a:lnTo>
                <a:lnTo>
                  <a:pt x="65557" y="37227"/>
                </a:lnTo>
                <a:lnTo>
                  <a:pt x="65455" y="37330"/>
                </a:lnTo>
                <a:lnTo>
                  <a:pt x="66068" y="37227"/>
                </a:lnTo>
                <a:lnTo>
                  <a:pt x="65966" y="36818"/>
                </a:lnTo>
                <a:lnTo>
                  <a:pt x="65761" y="37125"/>
                </a:lnTo>
                <a:lnTo>
                  <a:pt x="65455" y="36614"/>
                </a:lnTo>
                <a:lnTo>
                  <a:pt x="66784" y="35080"/>
                </a:lnTo>
                <a:lnTo>
                  <a:pt x="66886" y="35182"/>
                </a:lnTo>
                <a:lnTo>
                  <a:pt x="66989" y="34977"/>
                </a:lnTo>
                <a:lnTo>
                  <a:pt x="66989" y="35080"/>
                </a:lnTo>
                <a:lnTo>
                  <a:pt x="67091" y="34875"/>
                </a:lnTo>
                <a:lnTo>
                  <a:pt x="67091" y="35080"/>
                </a:lnTo>
                <a:lnTo>
                  <a:pt x="67193" y="34977"/>
                </a:lnTo>
                <a:lnTo>
                  <a:pt x="68011" y="34364"/>
                </a:lnTo>
                <a:lnTo>
                  <a:pt x="68011" y="34466"/>
                </a:lnTo>
                <a:lnTo>
                  <a:pt x="67909" y="34568"/>
                </a:lnTo>
                <a:lnTo>
                  <a:pt x="68114" y="34670"/>
                </a:lnTo>
                <a:lnTo>
                  <a:pt x="68216" y="34364"/>
                </a:lnTo>
                <a:lnTo>
                  <a:pt x="68523" y="34568"/>
                </a:lnTo>
                <a:lnTo>
                  <a:pt x="69136" y="34261"/>
                </a:lnTo>
                <a:lnTo>
                  <a:pt x="69545" y="33648"/>
                </a:lnTo>
                <a:lnTo>
                  <a:pt x="70568" y="33443"/>
                </a:lnTo>
                <a:lnTo>
                  <a:pt x="70466" y="33545"/>
                </a:lnTo>
                <a:lnTo>
                  <a:pt x="71795" y="32932"/>
                </a:lnTo>
                <a:lnTo>
                  <a:pt x="72102" y="33034"/>
                </a:lnTo>
                <a:lnTo>
                  <a:pt x="71386" y="33443"/>
                </a:lnTo>
                <a:lnTo>
                  <a:pt x="72716" y="33443"/>
                </a:lnTo>
                <a:lnTo>
                  <a:pt x="71898" y="33852"/>
                </a:lnTo>
                <a:lnTo>
                  <a:pt x="71898" y="33545"/>
                </a:lnTo>
                <a:lnTo>
                  <a:pt x="71795" y="33545"/>
                </a:lnTo>
                <a:lnTo>
                  <a:pt x="70568" y="34261"/>
                </a:lnTo>
                <a:lnTo>
                  <a:pt x="70568" y="34261"/>
                </a:lnTo>
                <a:lnTo>
                  <a:pt x="70364" y="34364"/>
                </a:lnTo>
                <a:lnTo>
                  <a:pt x="69955" y="35182"/>
                </a:lnTo>
                <a:lnTo>
                  <a:pt x="70261" y="35386"/>
                </a:lnTo>
                <a:lnTo>
                  <a:pt x="71795" y="34364"/>
                </a:lnTo>
                <a:lnTo>
                  <a:pt x="71795" y="34466"/>
                </a:lnTo>
                <a:lnTo>
                  <a:pt x="71898" y="34261"/>
                </a:lnTo>
                <a:lnTo>
                  <a:pt x="74250" y="33648"/>
                </a:lnTo>
                <a:lnTo>
                  <a:pt x="74250" y="33443"/>
                </a:lnTo>
                <a:lnTo>
                  <a:pt x="74250" y="33136"/>
                </a:lnTo>
                <a:lnTo>
                  <a:pt x="73943" y="32932"/>
                </a:lnTo>
                <a:lnTo>
                  <a:pt x="73227" y="33239"/>
                </a:lnTo>
                <a:lnTo>
                  <a:pt x="73330" y="33136"/>
                </a:lnTo>
                <a:lnTo>
                  <a:pt x="72307" y="32830"/>
                </a:lnTo>
                <a:lnTo>
                  <a:pt x="72511" y="32727"/>
                </a:lnTo>
                <a:lnTo>
                  <a:pt x="72000" y="32420"/>
                </a:lnTo>
                <a:lnTo>
                  <a:pt x="72000" y="31807"/>
                </a:lnTo>
                <a:lnTo>
                  <a:pt x="71693" y="31705"/>
                </a:lnTo>
                <a:lnTo>
                  <a:pt x="72409" y="31091"/>
                </a:lnTo>
                <a:lnTo>
                  <a:pt x="72146" y="31003"/>
                </a:lnTo>
                <a:lnTo>
                  <a:pt x="72146" y="31003"/>
                </a:lnTo>
                <a:lnTo>
                  <a:pt x="71795" y="31091"/>
                </a:lnTo>
                <a:lnTo>
                  <a:pt x="70875" y="30784"/>
                </a:lnTo>
                <a:lnTo>
                  <a:pt x="72102" y="30784"/>
                </a:lnTo>
                <a:lnTo>
                  <a:pt x="72818" y="29966"/>
                </a:lnTo>
                <a:lnTo>
                  <a:pt x="70568" y="29966"/>
                </a:lnTo>
                <a:lnTo>
                  <a:pt x="63307" y="33852"/>
                </a:lnTo>
                <a:lnTo>
                  <a:pt x="63307" y="33852"/>
                </a:lnTo>
                <a:lnTo>
                  <a:pt x="68114" y="31091"/>
                </a:lnTo>
                <a:lnTo>
                  <a:pt x="67602" y="30375"/>
                </a:lnTo>
                <a:lnTo>
                  <a:pt x="79977" y="27205"/>
                </a:lnTo>
                <a:lnTo>
                  <a:pt x="80795" y="26489"/>
                </a:lnTo>
                <a:lnTo>
                  <a:pt x="80591" y="26284"/>
                </a:lnTo>
                <a:lnTo>
                  <a:pt x="81000" y="26080"/>
                </a:lnTo>
                <a:lnTo>
                  <a:pt x="81205" y="25466"/>
                </a:lnTo>
                <a:lnTo>
                  <a:pt x="80898" y="25159"/>
                </a:lnTo>
                <a:lnTo>
                  <a:pt x="80080" y="25364"/>
                </a:lnTo>
                <a:lnTo>
                  <a:pt x="79977" y="25261"/>
                </a:lnTo>
                <a:lnTo>
                  <a:pt x="80386" y="24852"/>
                </a:lnTo>
                <a:lnTo>
                  <a:pt x="79875" y="24750"/>
                </a:lnTo>
                <a:lnTo>
                  <a:pt x="77727" y="25568"/>
                </a:lnTo>
                <a:lnTo>
                  <a:pt x="78034" y="25364"/>
                </a:lnTo>
                <a:lnTo>
                  <a:pt x="77830" y="25261"/>
                </a:lnTo>
                <a:lnTo>
                  <a:pt x="80182" y="24545"/>
                </a:lnTo>
                <a:lnTo>
                  <a:pt x="80182" y="24034"/>
                </a:lnTo>
                <a:lnTo>
                  <a:pt x="79773" y="24136"/>
                </a:lnTo>
                <a:lnTo>
                  <a:pt x="79261" y="23727"/>
                </a:lnTo>
                <a:lnTo>
                  <a:pt x="78648" y="24034"/>
                </a:lnTo>
                <a:lnTo>
                  <a:pt x="79159" y="23727"/>
                </a:lnTo>
                <a:lnTo>
                  <a:pt x="78852" y="23625"/>
                </a:lnTo>
                <a:lnTo>
                  <a:pt x="78239" y="23830"/>
                </a:lnTo>
                <a:lnTo>
                  <a:pt x="78648" y="23523"/>
                </a:lnTo>
                <a:lnTo>
                  <a:pt x="78648" y="23114"/>
                </a:lnTo>
                <a:lnTo>
                  <a:pt x="78545" y="23216"/>
                </a:lnTo>
                <a:lnTo>
                  <a:pt x="78443" y="23011"/>
                </a:lnTo>
                <a:lnTo>
                  <a:pt x="77932" y="22909"/>
                </a:lnTo>
                <a:lnTo>
                  <a:pt x="78136" y="22705"/>
                </a:lnTo>
                <a:lnTo>
                  <a:pt x="77830" y="22705"/>
                </a:lnTo>
                <a:lnTo>
                  <a:pt x="78136" y="22602"/>
                </a:lnTo>
                <a:lnTo>
                  <a:pt x="77727" y="22500"/>
                </a:lnTo>
                <a:lnTo>
                  <a:pt x="77932" y="22398"/>
                </a:lnTo>
                <a:lnTo>
                  <a:pt x="77523" y="22193"/>
                </a:lnTo>
                <a:lnTo>
                  <a:pt x="78341" y="22091"/>
                </a:lnTo>
                <a:lnTo>
                  <a:pt x="77727" y="21477"/>
                </a:lnTo>
                <a:lnTo>
                  <a:pt x="78341" y="21170"/>
                </a:lnTo>
                <a:lnTo>
                  <a:pt x="78034" y="20864"/>
                </a:lnTo>
                <a:lnTo>
                  <a:pt x="77420" y="20966"/>
                </a:lnTo>
                <a:lnTo>
                  <a:pt x="77420" y="20966"/>
                </a:lnTo>
                <a:lnTo>
                  <a:pt x="78136" y="20557"/>
                </a:lnTo>
                <a:lnTo>
                  <a:pt x="77318" y="20659"/>
                </a:lnTo>
                <a:lnTo>
                  <a:pt x="77318" y="20659"/>
                </a:lnTo>
                <a:lnTo>
                  <a:pt x="77932" y="20455"/>
                </a:lnTo>
                <a:lnTo>
                  <a:pt x="77727" y="20148"/>
                </a:lnTo>
                <a:lnTo>
                  <a:pt x="77932" y="20045"/>
                </a:lnTo>
                <a:lnTo>
                  <a:pt x="77318" y="20045"/>
                </a:lnTo>
                <a:lnTo>
                  <a:pt x="77727" y="19943"/>
                </a:lnTo>
                <a:lnTo>
                  <a:pt x="77523" y="19636"/>
                </a:lnTo>
                <a:lnTo>
                  <a:pt x="77727" y="19534"/>
                </a:lnTo>
                <a:lnTo>
                  <a:pt x="77625" y="19330"/>
                </a:lnTo>
                <a:lnTo>
                  <a:pt x="77420" y="19330"/>
                </a:lnTo>
                <a:lnTo>
                  <a:pt x="77216" y="19125"/>
                </a:lnTo>
                <a:lnTo>
                  <a:pt x="77216" y="18818"/>
                </a:lnTo>
                <a:lnTo>
                  <a:pt x="76705" y="19739"/>
                </a:lnTo>
                <a:lnTo>
                  <a:pt x="76398" y="19739"/>
                </a:lnTo>
                <a:lnTo>
                  <a:pt x="76295" y="20045"/>
                </a:lnTo>
                <a:lnTo>
                  <a:pt x="75580" y="20557"/>
                </a:lnTo>
                <a:lnTo>
                  <a:pt x="75477" y="20250"/>
                </a:lnTo>
                <a:lnTo>
                  <a:pt x="74148" y="21068"/>
                </a:lnTo>
                <a:lnTo>
                  <a:pt x="74250" y="20659"/>
                </a:lnTo>
                <a:lnTo>
                  <a:pt x="73943" y="20864"/>
                </a:lnTo>
                <a:lnTo>
                  <a:pt x="73841" y="20761"/>
                </a:lnTo>
                <a:lnTo>
                  <a:pt x="73739" y="20761"/>
                </a:lnTo>
                <a:lnTo>
                  <a:pt x="73943" y="20250"/>
                </a:lnTo>
                <a:lnTo>
                  <a:pt x="72716" y="20250"/>
                </a:lnTo>
                <a:lnTo>
                  <a:pt x="73534" y="19739"/>
                </a:lnTo>
                <a:lnTo>
                  <a:pt x="73330" y="19739"/>
                </a:lnTo>
                <a:lnTo>
                  <a:pt x="73534" y="19330"/>
                </a:lnTo>
                <a:lnTo>
                  <a:pt x="72920" y="19125"/>
                </a:lnTo>
                <a:lnTo>
                  <a:pt x="73636" y="19023"/>
                </a:lnTo>
                <a:lnTo>
                  <a:pt x="74148" y="18102"/>
                </a:lnTo>
                <a:lnTo>
                  <a:pt x="74148" y="18102"/>
                </a:lnTo>
                <a:lnTo>
                  <a:pt x="73841" y="18307"/>
                </a:lnTo>
                <a:lnTo>
                  <a:pt x="72716" y="17795"/>
                </a:lnTo>
                <a:lnTo>
                  <a:pt x="73023" y="17591"/>
                </a:lnTo>
                <a:lnTo>
                  <a:pt x="72511" y="17591"/>
                </a:lnTo>
                <a:lnTo>
                  <a:pt x="72000" y="16875"/>
                </a:lnTo>
                <a:lnTo>
                  <a:pt x="70364" y="17080"/>
                </a:lnTo>
                <a:lnTo>
                  <a:pt x="70466" y="16977"/>
                </a:lnTo>
                <a:lnTo>
                  <a:pt x="68932" y="16875"/>
                </a:lnTo>
                <a:lnTo>
                  <a:pt x="68727" y="17693"/>
                </a:lnTo>
                <a:lnTo>
                  <a:pt x="67909" y="18307"/>
                </a:lnTo>
                <a:lnTo>
                  <a:pt x="68318" y="18307"/>
                </a:lnTo>
                <a:lnTo>
                  <a:pt x="67909" y="19023"/>
                </a:lnTo>
                <a:lnTo>
                  <a:pt x="68114" y="19125"/>
                </a:lnTo>
                <a:lnTo>
                  <a:pt x="66580" y="20250"/>
                </a:lnTo>
                <a:lnTo>
                  <a:pt x="67193" y="21784"/>
                </a:lnTo>
                <a:lnTo>
                  <a:pt x="63511" y="24239"/>
                </a:lnTo>
                <a:lnTo>
                  <a:pt x="63716" y="24750"/>
                </a:lnTo>
                <a:lnTo>
                  <a:pt x="63614" y="24750"/>
                </a:lnTo>
                <a:lnTo>
                  <a:pt x="63716" y="25057"/>
                </a:lnTo>
                <a:lnTo>
                  <a:pt x="63307" y="26591"/>
                </a:lnTo>
                <a:lnTo>
                  <a:pt x="62693" y="27000"/>
                </a:lnTo>
                <a:lnTo>
                  <a:pt x="62795" y="27307"/>
                </a:lnTo>
                <a:lnTo>
                  <a:pt x="62489" y="27614"/>
                </a:lnTo>
                <a:lnTo>
                  <a:pt x="62386" y="27205"/>
                </a:lnTo>
                <a:lnTo>
                  <a:pt x="61977" y="27511"/>
                </a:lnTo>
                <a:lnTo>
                  <a:pt x="61977" y="28023"/>
                </a:lnTo>
                <a:lnTo>
                  <a:pt x="60955" y="27716"/>
                </a:lnTo>
                <a:lnTo>
                  <a:pt x="61364" y="27000"/>
                </a:lnTo>
                <a:lnTo>
                  <a:pt x="60648" y="26591"/>
                </a:lnTo>
                <a:lnTo>
                  <a:pt x="61466" y="24341"/>
                </a:lnTo>
                <a:lnTo>
                  <a:pt x="60852" y="23625"/>
                </a:lnTo>
                <a:lnTo>
                  <a:pt x="59420" y="23830"/>
                </a:lnTo>
                <a:lnTo>
                  <a:pt x="59216" y="23216"/>
                </a:lnTo>
                <a:lnTo>
                  <a:pt x="57682" y="22091"/>
                </a:lnTo>
                <a:lnTo>
                  <a:pt x="55227" y="21989"/>
                </a:lnTo>
                <a:lnTo>
                  <a:pt x="55330" y="21886"/>
                </a:lnTo>
                <a:lnTo>
                  <a:pt x="54920" y="22091"/>
                </a:lnTo>
                <a:lnTo>
                  <a:pt x="55636" y="20761"/>
                </a:lnTo>
                <a:lnTo>
                  <a:pt x="55534" y="20250"/>
                </a:lnTo>
                <a:lnTo>
                  <a:pt x="54614" y="20761"/>
                </a:lnTo>
                <a:lnTo>
                  <a:pt x="54920" y="20352"/>
                </a:lnTo>
                <a:lnTo>
                  <a:pt x="54716" y="20045"/>
                </a:lnTo>
                <a:lnTo>
                  <a:pt x="57580" y="17489"/>
                </a:lnTo>
                <a:lnTo>
                  <a:pt x="57580" y="17284"/>
                </a:lnTo>
                <a:lnTo>
                  <a:pt x="58091" y="16875"/>
                </a:lnTo>
                <a:lnTo>
                  <a:pt x="58398" y="17080"/>
                </a:lnTo>
                <a:lnTo>
                  <a:pt x="58398" y="16875"/>
                </a:lnTo>
                <a:lnTo>
                  <a:pt x="59114" y="16670"/>
                </a:lnTo>
                <a:lnTo>
                  <a:pt x="59216" y="16466"/>
                </a:lnTo>
                <a:lnTo>
                  <a:pt x="60136" y="16364"/>
                </a:lnTo>
                <a:lnTo>
                  <a:pt x="60239" y="15852"/>
                </a:lnTo>
                <a:lnTo>
                  <a:pt x="59830" y="15648"/>
                </a:lnTo>
                <a:lnTo>
                  <a:pt x="59420" y="15852"/>
                </a:lnTo>
                <a:lnTo>
                  <a:pt x="59727" y="15648"/>
                </a:lnTo>
                <a:lnTo>
                  <a:pt x="59011" y="15443"/>
                </a:lnTo>
                <a:lnTo>
                  <a:pt x="58909" y="15239"/>
                </a:lnTo>
                <a:lnTo>
                  <a:pt x="59932" y="15545"/>
                </a:lnTo>
                <a:lnTo>
                  <a:pt x="59932" y="15648"/>
                </a:lnTo>
                <a:lnTo>
                  <a:pt x="64227" y="14318"/>
                </a:lnTo>
                <a:lnTo>
                  <a:pt x="61670" y="13602"/>
                </a:lnTo>
                <a:lnTo>
                  <a:pt x="62693" y="13705"/>
                </a:lnTo>
                <a:lnTo>
                  <a:pt x="64330" y="14114"/>
                </a:lnTo>
                <a:lnTo>
                  <a:pt x="65455" y="13602"/>
                </a:lnTo>
                <a:lnTo>
                  <a:pt x="65250" y="13193"/>
                </a:lnTo>
                <a:lnTo>
                  <a:pt x="66170" y="13091"/>
                </a:lnTo>
                <a:lnTo>
                  <a:pt x="66375" y="13398"/>
                </a:lnTo>
                <a:lnTo>
                  <a:pt x="66784" y="13295"/>
                </a:lnTo>
                <a:lnTo>
                  <a:pt x="67091" y="13091"/>
                </a:lnTo>
                <a:lnTo>
                  <a:pt x="66580" y="12784"/>
                </a:lnTo>
                <a:lnTo>
                  <a:pt x="66580" y="12784"/>
                </a:lnTo>
                <a:lnTo>
                  <a:pt x="67091" y="12886"/>
                </a:lnTo>
                <a:lnTo>
                  <a:pt x="67398" y="13295"/>
                </a:lnTo>
                <a:lnTo>
                  <a:pt x="69545" y="12273"/>
                </a:lnTo>
                <a:lnTo>
                  <a:pt x="69443" y="11659"/>
                </a:lnTo>
                <a:lnTo>
                  <a:pt x="69955" y="11045"/>
                </a:lnTo>
                <a:lnTo>
                  <a:pt x="70568" y="10841"/>
                </a:lnTo>
                <a:lnTo>
                  <a:pt x="69955" y="10739"/>
                </a:lnTo>
                <a:lnTo>
                  <a:pt x="69852" y="10534"/>
                </a:lnTo>
                <a:lnTo>
                  <a:pt x="70159" y="10432"/>
                </a:lnTo>
                <a:lnTo>
                  <a:pt x="68216" y="10227"/>
                </a:lnTo>
                <a:lnTo>
                  <a:pt x="67909" y="10739"/>
                </a:lnTo>
                <a:lnTo>
                  <a:pt x="68114" y="10943"/>
                </a:lnTo>
                <a:lnTo>
                  <a:pt x="67807" y="11045"/>
                </a:lnTo>
                <a:lnTo>
                  <a:pt x="68011" y="11148"/>
                </a:lnTo>
                <a:lnTo>
                  <a:pt x="65352" y="12580"/>
                </a:lnTo>
                <a:lnTo>
                  <a:pt x="65148" y="11761"/>
                </a:lnTo>
                <a:lnTo>
                  <a:pt x="65352" y="11557"/>
                </a:lnTo>
                <a:lnTo>
                  <a:pt x="65455" y="11557"/>
                </a:lnTo>
                <a:lnTo>
                  <a:pt x="65864" y="11045"/>
                </a:lnTo>
                <a:lnTo>
                  <a:pt x="64841" y="11045"/>
                </a:lnTo>
                <a:lnTo>
                  <a:pt x="64023" y="11557"/>
                </a:lnTo>
                <a:lnTo>
                  <a:pt x="64023" y="11557"/>
                </a:lnTo>
                <a:lnTo>
                  <a:pt x="64125" y="10739"/>
                </a:lnTo>
                <a:lnTo>
                  <a:pt x="64739" y="10534"/>
                </a:lnTo>
                <a:lnTo>
                  <a:pt x="64125" y="10534"/>
                </a:lnTo>
                <a:lnTo>
                  <a:pt x="64432" y="10432"/>
                </a:lnTo>
                <a:lnTo>
                  <a:pt x="63307" y="10330"/>
                </a:lnTo>
                <a:lnTo>
                  <a:pt x="64125" y="10023"/>
                </a:lnTo>
                <a:lnTo>
                  <a:pt x="63818" y="10023"/>
                </a:lnTo>
                <a:lnTo>
                  <a:pt x="64330" y="9920"/>
                </a:lnTo>
                <a:lnTo>
                  <a:pt x="64125" y="9409"/>
                </a:lnTo>
                <a:lnTo>
                  <a:pt x="64432" y="9000"/>
                </a:lnTo>
                <a:lnTo>
                  <a:pt x="64227" y="8591"/>
                </a:lnTo>
                <a:lnTo>
                  <a:pt x="63920" y="8386"/>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 name="Google Shape;259;p25">
            <a:extLst>
              <a:ext uri="{FF2B5EF4-FFF2-40B4-BE49-F238E27FC236}">
                <a16:creationId xmlns:a16="http://schemas.microsoft.com/office/drawing/2014/main" id="{5BD11885-4B86-F74F-B512-BBB49034C949}"/>
              </a:ext>
            </a:extLst>
          </p:cNvPr>
          <p:cNvSpPr/>
          <p:nvPr/>
        </p:nvSpPr>
        <p:spPr>
          <a:xfrm>
            <a:off x="1846885" y="2915724"/>
            <a:ext cx="422882" cy="560322"/>
          </a:xfrm>
          <a:custGeom>
            <a:avLst/>
            <a:gdLst/>
            <a:ahLst/>
            <a:cxnLst/>
            <a:rect l="l" t="t" r="r" b="b"/>
            <a:pathLst>
              <a:path w="12018" h="15924" extrusionOk="0">
                <a:moveTo>
                  <a:pt x="6278" y="3444"/>
                </a:moveTo>
                <a:lnTo>
                  <a:pt x="6522" y="3493"/>
                </a:lnTo>
                <a:lnTo>
                  <a:pt x="6766" y="3542"/>
                </a:lnTo>
                <a:lnTo>
                  <a:pt x="7010" y="3639"/>
                </a:lnTo>
                <a:lnTo>
                  <a:pt x="7230" y="3737"/>
                </a:lnTo>
                <a:lnTo>
                  <a:pt x="7450" y="3883"/>
                </a:lnTo>
                <a:lnTo>
                  <a:pt x="7645" y="4030"/>
                </a:lnTo>
                <a:lnTo>
                  <a:pt x="7816" y="4201"/>
                </a:lnTo>
                <a:lnTo>
                  <a:pt x="7987" y="4372"/>
                </a:lnTo>
                <a:lnTo>
                  <a:pt x="8134" y="4567"/>
                </a:lnTo>
                <a:lnTo>
                  <a:pt x="8280" y="4787"/>
                </a:lnTo>
                <a:lnTo>
                  <a:pt x="8378" y="5007"/>
                </a:lnTo>
                <a:lnTo>
                  <a:pt x="8476" y="5251"/>
                </a:lnTo>
                <a:lnTo>
                  <a:pt x="8525" y="5495"/>
                </a:lnTo>
                <a:lnTo>
                  <a:pt x="8573" y="5740"/>
                </a:lnTo>
                <a:lnTo>
                  <a:pt x="8573" y="6008"/>
                </a:lnTo>
                <a:lnTo>
                  <a:pt x="8573" y="6277"/>
                </a:lnTo>
                <a:lnTo>
                  <a:pt x="8525" y="6521"/>
                </a:lnTo>
                <a:lnTo>
                  <a:pt x="8476" y="6765"/>
                </a:lnTo>
                <a:lnTo>
                  <a:pt x="8378" y="7010"/>
                </a:lnTo>
                <a:lnTo>
                  <a:pt x="8280" y="7229"/>
                </a:lnTo>
                <a:lnTo>
                  <a:pt x="8134" y="7449"/>
                </a:lnTo>
                <a:lnTo>
                  <a:pt x="7987" y="7645"/>
                </a:lnTo>
                <a:lnTo>
                  <a:pt x="7816" y="7816"/>
                </a:lnTo>
                <a:lnTo>
                  <a:pt x="7645" y="7987"/>
                </a:lnTo>
                <a:lnTo>
                  <a:pt x="7450" y="8133"/>
                </a:lnTo>
                <a:lnTo>
                  <a:pt x="7230" y="8280"/>
                </a:lnTo>
                <a:lnTo>
                  <a:pt x="7010" y="8377"/>
                </a:lnTo>
                <a:lnTo>
                  <a:pt x="6766" y="8475"/>
                </a:lnTo>
                <a:lnTo>
                  <a:pt x="6522" y="8524"/>
                </a:lnTo>
                <a:lnTo>
                  <a:pt x="6278" y="8573"/>
                </a:lnTo>
                <a:lnTo>
                  <a:pt x="5740" y="8573"/>
                </a:lnTo>
                <a:lnTo>
                  <a:pt x="5496" y="8524"/>
                </a:lnTo>
                <a:lnTo>
                  <a:pt x="5252" y="8475"/>
                </a:lnTo>
                <a:lnTo>
                  <a:pt x="5008" y="8377"/>
                </a:lnTo>
                <a:lnTo>
                  <a:pt x="4788" y="8280"/>
                </a:lnTo>
                <a:lnTo>
                  <a:pt x="4568" y="8133"/>
                </a:lnTo>
                <a:lnTo>
                  <a:pt x="4373" y="7987"/>
                </a:lnTo>
                <a:lnTo>
                  <a:pt x="4202" y="7816"/>
                </a:lnTo>
                <a:lnTo>
                  <a:pt x="4031" y="7645"/>
                </a:lnTo>
                <a:lnTo>
                  <a:pt x="3884" y="7449"/>
                </a:lnTo>
                <a:lnTo>
                  <a:pt x="3738" y="7229"/>
                </a:lnTo>
                <a:lnTo>
                  <a:pt x="3640" y="7010"/>
                </a:lnTo>
                <a:lnTo>
                  <a:pt x="3542" y="6765"/>
                </a:lnTo>
                <a:lnTo>
                  <a:pt x="3493" y="6521"/>
                </a:lnTo>
                <a:lnTo>
                  <a:pt x="3445" y="6277"/>
                </a:lnTo>
                <a:lnTo>
                  <a:pt x="3445" y="6008"/>
                </a:lnTo>
                <a:lnTo>
                  <a:pt x="3445" y="5740"/>
                </a:lnTo>
                <a:lnTo>
                  <a:pt x="3493" y="5495"/>
                </a:lnTo>
                <a:lnTo>
                  <a:pt x="3542" y="5251"/>
                </a:lnTo>
                <a:lnTo>
                  <a:pt x="3640" y="5007"/>
                </a:lnTo>
                <a:lnTo>
                  <a:pt x="3738" y="4787"/>
                </a:lnTo>
                <a:lnTo>
                  <a:pt x="3884" y="4567"/>
                </a:lnTo>
                <a:lnTo>
                  <a:pt x="4031" y="4372"/>
                </a:lnTo>
                <a:lnTo>
                  <a:pt x="4202" y="4201"/>
                </a:lnTo>
                <a:lnTo>
                  <a:pt x="4373" y="4030"/>
                </a:lnTo>
                <a:lnTo>
                  <a:pt x="4568" y="3883"/>
                </a:lnTo>
                <a:lnTo>
                  <a:pt x="4788" y="3737"/>
                </a:lnTo>
                <a:lnTo>
                  <a:pt x="5008" y="3639"/>
                </a:lnTo>
                <a:lnTo>
                  <a:pt x="5252" y="3542"/>
                </a:lnTo>
                <a:lnTo>
                  <a:pt x="5496" y="3493"/>
                </a:lnTo>
                <a:lnTo>
                  <a:pt x="5740" y="3444"/>
                </a:lnTo>
                <a:close/>
                <a:moveTo>
                  <a:pt x="5691" y="0"/>
                </a:moveTo>
                <a:lnTo>
                  <a:pt x="5398" y="25"/>
                </a:lnTo>
                <a:lnTo>
                  <a:pt x="5105" y="73"/>
                </a:lnTo>
                <a:lnTo>
                  <a:pt x="4788" y="122"/>
                </a:lnTo>
                <a:lnTo>
                  <a:pt x="4519" y="196"/>
                </a:lnTo>
                <a:lnTo>
                  <a:pt x="4226" y="269"/>
                </a:lnTo>
                <a:lnTo>
                  <a:pt x="3664" y="464"/>
                </a:lnTo>
                <a:lnTo>
                  <a:pt x="3152" y="733"/>
                </a:lnTo>
                <a:lnTo>
                  <a:pt x="2639" y="1026"/>
                </a:lnTo>
                <a:lnTo>
                  <a:pt x="2199" y="1368"/>
                </a:lnTo>
                <a:lnTo>
                  <a:pt x="1759" y="1759"/>
                </a:lnTo>
                <a:lnTo>
                  <a:pt x="1369" y="2198"/>
                </a:lnTo>
                <a:lnTo>
                  <a:pt x="1027" y="2638"/>
                </a:lnTo>
                <a:lnTo>
                  <a:pt x="734" y="3151"/>
                </a:lnTo>
                <a:lnTo>
                  <a:pt x="465" y="3664"/>
                </a:lnTo>
                <a:lnTo>
                  <a:pt x="270" y="4225"/>
                </a:lnTo>
                <a:lnTo>
                  <a:pt x="196" y="4518"/>
                </a:lnTo>
                <a:lnTo>
                  <a:pt x="123" y="4787"/>
                </a:lnTo>
                <a:lnTo>
                  <a:pt x="74" y="5105"/>
                </a:lnTo>
                <a:lnTo>
                  <a:pt x="25" y="5398"/>
                </a:lnTo>
                <a:lnTo>
                  <a:pt x="1" y="5691"/>
                </a:lnTo>
                <a:lnTo>
                  <a:pt x="1" y="6008"/>
                </a:lnTo>
                <a:lnTo>
                  <a:pt x="25" y="6448"/>
                </a:lnTo>
                <a:lnTo>
                  <a:pt x="74" y="6887"/>
                </a:lnTo>
                <a:lnTo>
                  <a:pt x="147" y="7352"/>
                </a:lnTo>
                <a:lnTo>
                  <a:pt x="270" y="7791"/>
                </a:lnTo>
                <a:lnTo>
                  <a:pt x="392" y="8231"/>
                </a:lnTo>
                <a:lnTo>
                  <a:pt x="563" y="8670"/>
                </a:lnTo>
                <a:lnTo>
                  <a:pt x="734" y="9110"/>
                </a:lnTo>
                <a:lnTo>
                  <a:pt x="929" y="9550"/>
                </a:lnTo>
                <a:lnTo>
                  <a:pt x="1149" y="9965"/>
                </a:lnTo>
                <a:lnTo>
                  <a:pt x="1393" y="10404"/>
                </a:lnTo>
                <a:lnTo>
                  <a:pt x="1906" y="11210"/>
                </a:lnTo>
                <a:lnTo>
                  <a:pt x="2443" y="11992"/>
                </a:lnTo>
                <a:lnTo>
                  <a:pt x="3005" y="12725"/>
                </a:lnTo>
                <a:lnTo>
                  <a:pt x="3567" y="13408"/>
                </a:lnTo>
                <a:lnTo>
                  <a:pt x="4104" y="14019"/>
                </a:lnTo>
                <a:lnTo>
                  <a:pt x="4617" y="14581"/>
                </a:lnTo>
                <a:lnTo>
                  <a:pt x="5081" y="15045"/>
                </a:lnTo>
                <a:lnTo>
                  <a:pt x="5740" y="15680"/>
                </a:lnTo>
                <a:lnTo>
                  <a:pt x="6009" y="15924"/>
                </a:lnTo>
                <a:lnTo>
                  <a:pt x="6278" y="15680"/>
                </a:lnTo>
                <a:lnTo>
                  <a:pt x="6937" y="15045"/>
                </a:lnTo>
                <a:lnTo>
                  <a:pt x="7401" y="14581"/>
                </a:lnTo>
                <a:lnTo>
                  <a:pt x="7914" y="14019"/>
                </a:lnTo>
                <a:lnTo>
                  <a:pt x="8451" y="13408"/>
                </a:lnTo>
                <a:lnTo>
                  <a:pt x="9013" y="12725"/>
                </a:lnTo>
                <a:lnTo>
                  <a:pt x="9575" y="11992"/>
                </a:lnTo>
                <a:lnTo>
                  <a:pt x="10112" y="11210"/>
                </a:lnTo>
                <a:lnTo>
                  <a:pt x="10625" y="10404"/>
                </a:lnTo>
                <a:lnTo>
                  <a:pt x="10869" y="9965"/>
                </a:lnTo>
                <a:lnTo>
                  <a:pt x="11089" y="9550"/>
                </a:lnTo>
                <a:lnTo>
                  <a:pt x="11284" y="9110"/>
                </a:lnTo>
                <a:lnTo>
                  <a:pt x="11455" y="8670"/>
                </a:lnTo>
                <a:lnTo>
                  <a:pt x="11626" y="8231"/>
                </a:lnTo>
                <a:lnTo>
                  <a:pt x="11748" y="7791"/>
                </a:lnTo>
                <a:lnTo>
                  <a:pt x="11871" y="7352"/>
                </a:lnTo>
                <a:lnTo>
                  <a:pt x="11944" y="6887"/>
                </a:lnTo>
                <a:lnTo>
                  <a:pt x="11993" y="6448"/>
                </a:lnTo>
                <a:lnTo>
                  <a:pt x="12017" y="6008"/>
                </a:lnTo>
                <a:lnTo>
                  <a:pt x="12017" y="5691"/>
                </a:lnTo>
                <a:lnTo>
                  <a:pt x="11993" y="5398"/>
                </a:lnTo>
                <a:lnTo>
                  <a:pt x="11944" y="5105"/>
                </a:lnTo>
                <a:lnTo>
                  <a:pt x="11895" y="4787"/>
                </a:lnTo>
                <a:lnTo>
                  <a:pt x="11822" y="4518"/>
                </a:lnTo>
                <a:lnTo>
                  <a:pt x="11748" y="4225"/>
                </a:lnTo>
                <a:lnTo>
                  <a:pt x="11553" y="3664"/>
                </a:lnTo>
                <a:lnTo>
                  <a:pt x="11284" y="3151"/>
                </a:lnTo>
                <a:lnTo>
                  <a:pt x="10991" y="2638"/>
                </a:lnTo>
                <a:lnTo>
                  <a:pt x="10649" y="2198"/>
                </a:lnTo>
                <a:lnTo>
                  <a:pt x="10259" y="1759"/>
                </a:lnTo>
                <a:lnTo>
                  <a:pt x="9819" y="1368"/>
                </a:lnTo>
                <a:lnTo>
                  <a:pt x="9379" y="1026"/>
                </a:lnTo>
                <a:lnTo>
                  <a:pt x="8866" y="733"/>
                </a:lnTo>
                <a:lnTo>
                  <a:pt x="8354" y="464"/>
                </a:lnTo>
                <a:lnTo>
                  <a:pt x="7792" y="269"/>
                </a:lnTo>
                <a:lnTo>
                  <a:pt x="7499" y="196"/>
                </a:lnTo>
                <a:lnTo>
                  <a:pt x="7230" y="122"/>
                </a:lnTo>
                <a:lnTo>
                  <a:pt x="6913" y="73"/>
                </a:lnTo>
                <a:lnTo>
                  <a:pt x="6620" y="25"/>
                </a:lnTo>
                <a:lnTo>
                  <a:pt x="6326" y="0"/>
                </a:lnTo>
                <a:close/>
              </a:path>
            </a:pathLst>
          </a:custGeom>
          <a:solidFill>
            <a:srgbClr val="9E2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60;p25">
            <a:extLst>
              <a:ext uri="{FF2B5EF4-FFF2-40B4-BE49-F238E27FC236}">
                <a16:creationId xmlns:a16="http://schemas.microsoft.com/office/drawing/2014/main" id="{5911BC1A-1678-724D-B84D-74E2AE2AC931}"/>
              </a:ext>
            </a:extLst>
          </p:cNvPr>
          <p:cNvSpPr/>
          <p:nvPr/>
        </p:nvSpPr>
        <p:spPr>
          <a:xfrm>
            <a:off x="3213521" y="5037020"/>
            <a:ext cx="422882" cy="560322"/>
          </a:xfrm>
          <a:custGeom>
            <a:avLst/>
            <a:gdLst/>
            <a:ahLst/>
            <a:cxnLst/>
            <a:rect l="l" t="t" r="r" b="b"/>
            <a:pathLst>
              <a:path w="12018" h="15924" extrusionOk="0">
                <a:moveTo>
                  <a:pt x="6278" y="3444"/>
                </a:moveTo>
                <a:lnTo>
                  <a:pt x="6522" y="3493"/>
                </a:lnTo>
                <a:lnTo>
                  <a:pt x="6766" y="3542"/>
                </a:lnTo>
                <a:lnTo>
                  <a:pt x="7010" y="3639"/>
                </a:lnTo>
                <a:lnTo>
                  <a:pt x="7230" y="3737"/>
                </a:lnTo>
                <a:lnTo>
                  <a:pt x="7450" y="3883"/>
                </a:lnTo>
                <a:lnTo>
                  <a:pt x="7645" y="4030"/>
                </a:lnTo>
                <a:lnTo>
                  <a:pt x="7816" y="4201"/>
                </a:lnTo>
                <a:lnTo>
                  <a:pt x="7987" y="4372"/>
                </a:lnTo>
                <a:lnTo>
                  <a:pt x="8134" y="4567"/>
                </a:lnTo>
                <a:lnTo>
                  <a:pt x="8280" y="4787"/>
                </a:lnTo>
                <a:lnTo>
                  <a:pt x="8378" y="5007"/>
                </a:lnTo>
                <a:lnTo>
                  <a:pt x="8476" y="5251"/>
                </a:lnTo>
                <a:lnTo>
                  <a:pt x="8525" y="5495"/>
                </a:lnTo>
                <a:lnTo>
                  <a:pt x="8573" y="5740"/>
                </a:lnTo>
                <a:lnTo>
                  <a:pt x="8573" y="6008"/>
                </a:lnTo>
                <a:lnTo>
                  <a:pt x="8573" y="6277"/>
                </a:lnTo>
                <a:lnTo>
                  <a:pt x="8525" y="6521"/>
                </a:lnTo>
                <a:lnTo>
                  <a:pt x="8476" y="6765"/>
                </a:lnTo>
                <a:lnTo>
                  <a:pt x="8378" y="7010"/>
                </a:lnTo>
                <a:lnTo>
                  <a:pt x="8280" y="7229"/>
                </a:lnTo>
                <a:lnTo>
                  <a:pt x="8134" y="7449"/>
                </a:lnTo>
                <a:lnTo>
                  <a:pt x="7987" y="7645"/>
                </a:lnTo>
                <a:lnTo>
                  <a:pt x="7816" y="7816"/>
                </a:lnTo>
                <a:lnTo>
                  <a:pt x="7645" y="7987"/>
                </a:lnTo>
                <a:lnTo>
                  <a:pt x="7450" y="8133"/>
                </a:lnTo>
                <a:lnTo>
                  <a:pt x="7230" y="8280"/>
                </a:lnTo>
                <a:lnTo>
                  <a:pt x="7010" y="8377"/>
                </a:lnTo>
                <a:lnTo>
                  <a:pt x="6766" y="8475"/>
                </a:lnTo>
                <a:lnTo>
                  <a:pt x="6522" y="8524"/>
                </a:lnTo>
                <a:lnTo>
                  <a:pt x="6278" y="8573"/>
                </a:lnTo>
                <a:lnTo>
                  <a:pt x="5740" y="8573"/>
                </a:lnTo>
                <a:lnTo>
                  <a:pt x="5496" y="8524"/>
                </a:lnTo>
                <a:lnTo>
                  <a:pt x="5252" y="8475"/>
                </a:lnTo>
                <a:lnTo>
                  <a:pt x="5008" y="8377"/>
                </a:lnTo>
                <a:lnTo>
                  <a:pt x="4788" y="8280"/>
                </a:lnTo>
                <a:lnTo>
                  <a:pt x="4568" y="8133"/>
                </a:lnTo>
                <a:lnTo>
                  <a:pt x="4373" y="7987"/>
                </a:lnTo>
                <a:lnTo>
                  <a:pt x="4202" y="7816"/>
                </a:lnTo>
                <a:lnTo>
                  <a:pt x="4031" y="7645"/>
                </a:lnTo>
                <a:lnTo>
                  <a:pt x="3884" y="7449"/>
                </a:lnTo>
                <a:lnTo>
                  <a:pt x="3738" y="7229"/>
                </a:lnTo>
                <a:lnTo>
                  <a:pt x="3640" y="7010"/>
                </a:lnTo>
                <a:lnTo>
                  <a:pt x="3542" y="6765"/>
                </a:lnTo>
                <a:lnTo>
                  <a:pt x="3493" y="6521"/>
                </a:lnTo>
                <a:lnTo>
                  <a:pt x="3445" y="6277"/>
                </a:lnTo>
                <a:lnTo>
                  <a:pt x="3445" y="6008"/>
                </a:lnTo>
                <a:lnTo>
                  <a:pt x="3445" y="5740"/>
                </a:lnTo>
                <a:lnTo>
                  <a:pt x="3493" y="5495"/>
                </a:lnTo>
                <a:lnTo>
                  <a:pt x="3542" y="5251"/>
                </a:lnTo>
                <a:lnTo>
                  <a:pt x="3640" y="5007"/>
                </a:lnTo>
                <a:lnTo>
                  <a:pt x="3738" y="4787"/>
                </a:lnTo>
                <a:lnTo>
                  <a:pt x="3884" y="4567"/>
                </a:lnTo>
                <a:lnTo>
                  <a:pt x="4031" y="4372"/>
                </a:lnTo>
                <a:lnTo>
                  <a:pt x="4202" y="4201"/>
                </a:lnTo>
                <a:lnTo>
                  <a:pt x="4373" y="4030"/>
                </a:lnTo>
                <a:lnTo>
                  <a:pt x="4568" y="3883"/>
                </a:lnTo>
                <a:lnTo>
                  <a:pt x="4788" y="3737"/>
                </a:lnTo>
                <a:lnTo>
                  <a:pt x="5008" y="3639"/>
                </a:lnTo>
                <a:lnTo>
                  <a:pt x="5252" y="3542"/>
                </a:lnTo>
                <a:lnTo>
                  <a:pt x="5496" y="3493"/>
                </a:lnTo>
                <a:lnTo>
                  <a:pt x="5740" y="3444"/>
                </a:lnTo>
                <a:close/>
                <a:moveTo>
                  <a:pt x="5691" y="0"/>
                </a:moveTo>
                <a:lnTo>
                  <a:pt x="5398" y="25"/>
                </a:lnTo>
                <a:lnTo>
                  <a:pt x="5105" y="73"/>
                </a:lnTo>
                <a:lnTo>
                  <a:pt x="4788" y="122"/>
                </a:lnTo>
                <a:lnTo>
                  <a:pt x="4519" y="196"/>
                </a:lnTo>
                <a:lnTo>
                  <a:pt x="4226" y="269"/>
                </a:lnTo>
                <a:lnTo>
                  <a:pt x="3664" y="464"/>
                </a:lnTo>
                <a:lnTo>
                  <a:pt x="3152" y="733"/>
                </a:lnTo>
                <a:lnTo>
                  <a:pt x="2639" y="1026"/>
                </a:lnTo>
                <a:lnTo>
                  <a:pt x="2199" y="1368"/>
                </a:lnTo>
                <a:lnTo>
                  <a:pt x="1759" y="1759"/>
                </a:lnTo>
                <a:lnTo>
                  <a:pt x="1369" y="2198"/>
                </a:lnTo>
                <a:lnTo>
                  <a:pt x="1027" y="2638"/>
                </a:lnTo>
                <a:lnTo>
                  <a:pt x="734" y="3151"/>
                </a:lnTo>
                <a:lnTo>
                  <a:pt x="465" y="3664"/>
                </a:lnTo>
                <a:lnTo>
                  <a:pt x="270" y="4225"/>
                </a:lnTo>
                <a:lnTo>
                  <a:pt x="196" y="4518"/>
                </a:lnTo>
                <a:lnTo>
                  <a:pt x="123" y="4787"/>
                </a:lnTo>
                <a:lnTo>
                  <a:pt x="74" y="5105"/>
                </a:lnTo>
                <a:lnTo>
                  <a:pt x="25" y="5398"/>
                </a:lnTo>
                <a:lnTo>
                  <a:pt x="1" y="5691"/>
                </a:lnTo>
                <a:lnTo>
                  <a:pt x="1" y="6008"/>
                </a:lnTo>
                <a:lnTo>
                  <a:pt x="25" y="6448"/>
                </a:lnTo>
                <a:lnTo>
                  <a:pt x="74" y="6887"/>
                </a:lnTo>
                <a:lnTo>
                  <a:pt x="147" y="7352"/>
                </a:lnTo>
                <a:lnTo>
                  <a:pt x="270" y="7791"/>
                </a:lnTo>
                <a:lnTo>
                  <a:pt x="392" y="8231"/>
                </a:lnTo>
                <a:lnTo>
                  <a:pt x="563" y="8670"/>
                </a:lnTo>
                <a:lnTo>
                  <a:pt x="734" y="9110"/>
                </a:lnTo>
                <a:lnTo>
                  <a:pt x="929" y="9550"/>
                </a:lnTo>
                <a:lnTo>
                  <a:pt x="1149" y="9965"/>
                </a:lnTo>
                <a:lnTo>
                  <a:pt x="1393" y="10404"/>
                </a:lnTo>
                <a:lnTo>
                  <a:pt x="1906" y="11210"/>
                </a:lnTo>
                <a:lnTo>
                  <a:pt x="2443" y="11992"/>
                </a:lnTo>
                <a:lnTo>
                  <a:pt x="3005" y="12725"/>
                </a:lnTo>
                <a:lnTo>
                  <a:pt x="3567" y="13408"/>
                </a:lnTo>
                <a:lnTo>
                  <a:pt x="4104" y="14019"/>
                </a:lnTo>
                <a:lnTo>
                  <a:pt x="4617" y="14581"/>
                </a:lnTo>
                <a:lnTo>
                  <a:pt x="5081" y="15045"/>
                </a:lnTo>
                <a:lnTo>
                  <a:pt x="5740" y="15680"/>
                </a:lnTo>
                <a:lnTo>
                  <a:pt x="6009" y="15924"/>
                </a:lnTo>
                <a:lnTo>
                  <a:pt x="6278" y="15680"/>
                </a:lnTo>
                <a:lnTo>
                  <a:pt x="6937" y="15045"/>
                </a:lnTo>
                <a:lnTo>
                  <a:pt x="7401" y="14581"/>
                </a:lnTo>
                <a:lnTo>
                  <a:pt x="7914" y="14019"/>
                </a:lnTo>
                <a:lnTo>
                  <a:pt x="8451" y="13408"/>
                </a:lnTo>
                <a:lnTo>
                  <a:pt x="9013" y="12725"/>
                </a:lnTo>
                <a:lnTo>
                  <a:pt x="9575" y="11992"/>
                </a:lnTo>
                <a:lnTo>
                  <a:pt x="10112" y="11210"/>
                </a:lnTo>
                <a:lnTo>
                  <a:pt x="10625" y="10404"/>
                </a:lnTo>
                <a:lnTo>
                  <a:pt x="10869" y="9965"/>
                </a:lnTo>
                <a:lnTo>
                  <a:pt x="11089" y="9550"/>
                </a:lnTo>
                <a:lnTo>
                  <a:pt x="11284" y="9110"/>
                </a:lnTo>
                <a:lnTo>
                  <a:pt x="11455" y="8670"/>
                </a:lnTo>
                <a:lnTo>
                  <a:pt x="11626" y="8231"/>
                </a:lnTo>
                <a:lnTo>
                  <a:pt x="11748" y="7791"/>
                </a:lnTo>
                <a:lnTo>
                  <a:pt x="11871" y="7352"/>
                </a:lnTo>
                <a:lnTo>
                  <a:pt x="11944" y="6887"/>
                </a:lnTo>
                <a:lnTo>
                  <a:pt x="11993" y="6448"/>
                </a:lnTo>
                <a:lnTo>
                  <a:pt x="12017" y="6008"/>
                </a:lnTo>
                <a:lnTo>
                  <a:pt x="12017" y="5691"/>
                </a:lnTo>
                <a:lnTo>
                  <a:pt x="11993" y="5398"/>
                </a:lnTo>
                <a:lnTo>
                  <a:pt x="11944" y="5105"/>
                </a:lnTo>
                <a:lnTo>
                  <a:pt x="11895" y="4787"/>
                </a:lnTo>
                <a:lnTo>
                  <a:pt x="11822" y="4518"/>
                </a:lnTo>
                <a:lnTo>
                  <a:pt x="11748" y="4225"/>
                </a:lnTo>
                <a:lnTo>
                  <a:pt x="11553" y="3664"/>
                </a:lnTo>
                <a:lnTo>
                  <a:pt x="11284" y="3151"/>
                </a:lnTo>
                <a:lnTo>
                  <a:pt x="10991" y="2638"/>
                </a:lnTo>
                <a:lnTo>
                  <a:pt x="10649" y="2198"/>
                </a:lnTo>
                <a:lnTo>
                  <a:pt x="10259" y="1759"/>
                </a:lnTo>
                <a:lnTo>
                  <a:pt x="9819" y="1368"/>
                </a:lnTo>
                <a:lnTo>
                  <a:pt x="9379" y="1026"/>
                </a:lnTo>
                <a:lnTo>
                  <a:pt x="8866" y="733"/>
                </a:lnTo>
                <a:lnTo>
                  <a:pt x="8354" y="464"/>
                </a:lnTo>
                <a:lnTo>
                  <a:pt x="7792" y="269"/>
                </a:lnTo>
                <a:lnTo>
                  <a:pt x="7499" y="196"/>
                </a:lnTo>
                <a:lnTo>
                  <a:pt x="7230" y="122"/>
                </a:lnTo>
                <a:lnTo>
                  <a:pt x="6913" y="73"/>
                </a:lnTo>
                <a:lnTo>
                  <a:pt x="6620" y="25"/>
                </a:lnTo>
                <a:lnTo>
                  <a:pt x="6326" y="0"/>
                </a:lnTo>
                <a:close/>
              </a:path>
            </a:pathLst>
          </a:custGeom>
          <a:solidFill>
            <a:srgbClr val="9E2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62;p25">
            <a:extLst>
              <a:ext uri="{FF2B5EF4-FFF2-40B4-BE49-F238E27FC236}">
                <a16:creationId xmlns:a16="http://schemas.microsoft.com/office/drawing/2014/main" id="{26AD08CC-44E6-0B47-977F-89603DB0330A}"/>
              </a:ext>
            </a:extLst>
          </p:cNvPr>
          <p:cNvSpPr/>
          <p:nvPr/>
        </p:nvSpPr>
        <p:spPr>
          <a:xfrm>
            <a:off x="8241645" y="3069026"/>
            <a:ext cx="422882" cy="560322"/>
          </a:xfrm>
          <a:custGeom>
            <a:avLst/>
            <a:gdLst/>
            <a:ahLst/>
            <a:cxnLst/>
            <a:rect l="l" t="t" r="r" b="b"/>
            <a:pathLst>
              <a:path w="12018" h="15924" extrusionOk="0">
                <a:moveTo>
                  <a:pt x="6278" y="3444"/>
                </a:moveTo>
                <a:lnTo>
                  <a:pt x="6522" y="3493"/>
                </a:lnTo>
                <a:lnTo>
                  <a:pt x="6766" y="3542"/>
                </a:lnTo>
                <a:lnTo>
                  <a:pt x="7010" y="3639"/>
                </a:lnTo>
                <a:lnTo>
                  <a:pt x="7230" y="3737"/>
                </a:lnTo>
                <a:lnTo>
                  <a:pt x="7450" y="3883"/>
                </a:lnTo>
                <a:lnTo>
                  <a:pt x="7645" y="4030"/>
                </a:lnTo>
                <a:lnTo>
                  <a:pt x="7816" y="4201"/>
                </a:lnTo>
                <a:lnTo>
                  <a:pt x="7987" y="4372"/>
                </a:lnTo>
                <a:lnTo>
                  <a:pt x="8134" y="4567"/>
                </a:lnTo>
                <a:lnTo>
                  <a:pt x="8280" y="4787"/>
                </a:lnTo>
                <a:lnTo>
                  <a:pt x="8378" y="5007"/>
                </a:lnTo>
                <a:lnTo>
                  <a:pt x="8476" y="5251"/>
                </a:lnTo>
                <a:lnTo>
                  <a:pt x="8525" y="5495"/>
                </a:lnTo>
                <a:lnTo>
                  <a:pt x="8573" y="5740"/>
                </a:lnTo>
                <a:lnTo>
                  <a:pt x="8573" y="6008"/>
                </a:lnTo>
                <a:lnTo>
                  <a:pt x="8573" y="6277"/>
                </a:lnTo>
                <a:lnTo>
                  <a:pt x="8525" y="6521"/>
                </a:lnTo>
                <a:lnTo>
                  <a:pt x="8476" y="6765"/>
                </a:lnTo>
                <a:lnTo>
                  <a:pt x="8378" y="7010"/>
                </a:lnTo>
                <a:lnTo>
                  <a:pt x="8280" y="7229"/>
                </a:lnTo>
                <a:lnTo>
                  <a:pt x="8134" y="7449"/>
                </a:lnTo>
                <a:lnTo>
                  <a:pt x="7987" y="7645"/>
                </a:lnTo>
                <a:lnTo>
                  <a:pt x="7816" y="7816"/>
                </a:lnTo>
                <a:lnTo>
                  <a:pt x="7645" y="7987"/>
                </a:lnTo>
                <a:lnTo>
                  <a:pt x="7450" y="8133"/>
                </a:lnTo>
                <a:lnTo>
                  <a:pt x="7230" y="8280"/>
                </a:lnTo>
                <a:lnTo>
                  <a:pt x="7010" y="8377"/>
                </a:lnTo>
                <a:lnTo>
                  <a:pt x="6766" y="8475"/>
                </a:lnTo>
                <a:lnTo>
                  <a:pt x="6522" y="8524"/>
                </a:lnTo>
                <a:lnTo>
                  <a:pt x="6278" y="8573"/>
                </a:lnTo>
                <a:lnTo>
                  <a:pt x="5740" y="8573"/>
                </a:lnTo>
                <a:lnTo>
                  <a:pt x="5496" y="8524"/>
                </a:lnTo>
                <a:lnTo>
                  <a:pt x="5252" y="8475"/>
                </a:lnTo>
                <a:lnTo>
                  <a:pt x="5008" y="8377"/>
                </a:lnTo>
                <a:lnTo>
                  <a:pt x="4788" y="8280"/>
                </a:lnTo>
                <a:lnTo>
                  <a:pt x="4568" y="8133"/>
                </a:lnTo>
                <a:lnTo>
                  <a:pt x="4373" y="7987"/>
                </a:lnTo>
                <a:lnTo>
                  <a:pt x="4202" y="7816"/>
                </a:lnTo>
                <a:lnTo>
                  <a:pt x="4031" y="7645"/>
                </a:lnTo>
                <a:lnTo>
                  <a:pt x="3884" y="7449"/>
                </a:lnTo>
                <a:lnTo>
                  <a:pt x="3738" y="7229"/>
                </a:lnTo>
                <a:lnTo>
                  <a:pt x="3640" y="7010"/>
                </a:lnTo>
                <a:lnTo>
                  <a:pt x="3542" y="6765"/>
                </a:lnTo>
                <a:lnTo>
                  <a:pt x="3493" y="6521"/>
                </a:lnTo>
                <a:lnTo>
                  <a:pt x="3445" y="6277"/>
                </a:lnTo>
                <a:lnTo>
                  <a:pt x="3445" y="6008"/>
                </a:lnTo>
                <a:lnTo>
                  <a:pt x="3445" y="5740"/>
                </a:lnTo>
                <a:lnTo>
                  <a:pt x="3493" y="5495"/>
                </a:lnTo>
                <a:lnTo>
                  <a:pt x="3542" y="5251"/>
                </a:lnTo>
                <a:lnTo>
                  <a:pt x="3640" y="5007"/>
                </a:lnTo>
                <a:lnTo>
                  <a:pt x="3738" y="4787"/>
                </a:lnTo>
                <a:lnTo>
                  <a:pt x="3884" y="4567"/>
                </a:lnTo>
                <a:lnTo>
                  <a:pt x="4031" y="4372"/>
                </a:lnTo>
                <a:lnTo>
                  <a:pt x="4202" y="4201"/>
                </a:lnTo>
                <a:lnTo>
                  <a:pt x="4373" y="4030"/>
                </a:lnTo>
                <a:lnTo>
                  <a:pt x="4568" y="3883"/>
                </a:lnTo>
                <a:lnTo>
                  <a:pt x="4788" y="3737"/>
                </a:lnTo>
                <a:lnTo>
                  <a:pt x="5008" y="3639"/>
                </a:lnTo>
                <a:lnTo>
                  <a:pt x="5252" y="3542"/>
                </a:lnTo>
                <a:lnTo>
                  <a:pt x="5496" y="3493"/>
                </a:lnTo>
                <a:lnTo>
                  <a:pt x="5740" y="3444"/>
                </a:lnTo>
                <a:close/>
                <a:moveTo>
                  <a:pt x="5691" y="0"/>
                </a:moveTo>
                <a:lnTo>
                  <a:pt x="5398" y="25"/>
                </a:lnTo>
                <a:lnTo>
                  <a:pt x="5105" y="73"/>
                </a:lnTo>
                <a:lnTo>
                  <a:pt x="4788" y="122"/>
                </a:lnTo>
                <a:lnTo>
                  <a:pt x="4519" y="196"/>
                </a:lnTo>
                <a:lnTo>
                  <a:pt x="4226" y="269"/>
                </a:lnTo>
                <a:lnTo>
                  <a:pt x="3664" y="464"/>
                </a:lnTo>
                <a:lnTo>
                  <a:pt x="3152" y="733"/>
                </a:lnTo>
                <a:lnTo>
                  <a:pt x="2639" y="1026"/>
                </a:lnTo>
                <a:lnTo>
                  <a:pt x="2199" y="1368"/>
                </a:lnTo>
                <a:lnTo>
                  <a:pt x="1759" y="1759"/>
                </a:lnTo>
                <a:lnTo>
                  <a:pt x="1369" y="2198"/>
                </a:lnTo>
                <a:lnTo>
                  <a:pt x="1027" y="2638"/>
                </a:lnTo>
                <a:lnTo>
                  <a:pt x="734" y="3151"/>
                </a:lnTo>
                <a:lnTo>
                  <a:pt x="465" y="3664"/>
                </a:lnTo>
                <a:lnTo>
                  <a:pt x="270" y="4225"/>
                </a:lnTo>
                <a:lnTo>
                  <a:pt x="196" y="4518"/>
                </a:lnTo>
                <a:lnTo>
                  <a:pt x="123" y="4787"/>
                </a:lnTo>
                <a:lnTo>
                  <a:pt x="74" y="5105"/>
                </a:lnTo>
                <a:lnTo>
                  <a:pt x="25" y="5398"/>
                </a:lnTo>
                <a:lnTo>
                  <a:pt x="1" y="5691"/>
                </a:lnTo>
                <a:lnTo>
                  <a:pt x="1" y="6008"/>
                </a:lnTo>
                <a:lnTo>
                  <a:pt x="25" y="6448"/>
                </a:lnTo>
                <a:lnTo>
                  <a:pt x="74" y="6887"/>
                </a:lnTo>
                <a:lnTo>
                  <a:pt x="147" y="7352"/>
                </a:lnTo>
                <a:lnTo>
                  <a:pt x="270" y="7791"/>
                </a:lnTo>
                <a:lnTo>
                  <a:pt x="392" y="8231"/>
                </a:lnTo>
                <a:lnTo>
                  <a:pt x="563" y="8670"/>
                </a:lnTo>
                <a:lnTo>
                  <a:pt x="734" y="9110"/>
                </a:lnTo>
                <a:lnTo>
                  <a:pt x="929" y="9550"/>
                </a:lnTo>
                <a:lnTo>
                  <a:pt x="1149" y="9965"/>
                </a:lnTo>
                <a:lnTo>
                  <a:pt x="1393" y="10404"/>
                </a:lnTo>
                <a:lnTo>
                  <a:pt x="1906" y="11210"/>
                </a:lnTo>
                <a:lnTo>
                  <a:pt x="2443" y="11992"/>
                </a:lnTo>
                <a:lnTo>
                  <a:pt x="3005" y="12725"/>
                </a:lnTo>
                <a:lnTo>
                  <a:pt x="3567" y="13408"/>
                </a:lnTo>
                <a:lnTo>
                  <a:pt x="4104" y="14019"/>
                </a:lnTo>
                <a:lnTo>
                  <a:pt x="4617" y="14581"/>
                </a:lnTo>
                <a:lnTo>
                  <a:pt x="5081" y="15045"/>
                </a:lnTo>
                <a:lnTo>
                  <a:pt x="5740" y="15680"/>
                </a:lnTo>
                <a:lnTo>
                  <a:pt x="6009" y="15924"/>
                </a:lnTo>
                <a:lnTo>
                  <a:pt x="6278" y="15680"/>
                </a:lnTo>
                <a:lnTo>
                  <a:pt x="6937" y="15045"/>
                </a:lnTo>
                <a:lnTo>
                  <a:pt x="7401" y="14581"/>
                </a:lnTo>
                <a:lnTo>
                  <a:pt x="7914" y="14019"/>
                </a:lnTo>
                <a:lnTo>
                  <a:pt x="8451" y="13408"/>
                </a:lnTo>
                <a:lnTo>
                  <a:pt x="9013" y="12725"/>
                </a:lnTo>
                <a:lnTo>
                  <a:pt x="9575" y="11992"/>
                </a:lnTo>
                <a:lnTo>
                  <a:pt x="10112" y="11210"/>
                </a:lnTo>
                <a:lnTo>
                  <a:pt x="10625" y="10404"/>
                </a:lnTo>
                <a:lnTo>
                  <a:pt x="10869" y="9965"/>
                </a:lnTo>
                <a:lnTo>
                  <a:pt x="11089" y="9550"/>
                </a:lnTo>
                <a:lnTo>
                  <a:pt x="11284" y="9110"/>
                </a:lnTo>
                <a:lnTo>
                  <a:pt x="11455" y="8670"/>
                </a:lnTo>
                <a:lnTo>
                  <a:pt x="11626" y="8231"/>
                </a:lnTo>
                <a:lnTo>
                  <a:pt x="11748" y="7791"/>
                </a:lnTo>
                <a:lnTo>
                  <a:pt x="11871" y="7352"/>
                </a:lnTo>
                <a:lnTo>
                  <a:pt x="11944" y="6887"/>
                </a:lnTo>
                <a:lnTo>
                  <a:pt x="11993" y="6448"/>
                </a:lnTo>
                <a:lnTo>
                  <a:pt x="12017" y="6008"/>
                </a:lnTo>
                <a:lnTo>
                  <a:pt x="12017" y="5691"/>
                </a:lnTo>
                <a:lnTo>
                  <a:pt x="11993" y="5398"/>
                </a:lnTo>
                <a:lnTo>
                  <a:pt x="11944" y="5105"/>
                </a:lnTo>
                <a:lnTo>
                  <a:pt x="11895" y="4787"/>
                </a:lnTo>
                <a:lnTo>
                  <a:pt x="11822" y="4518"/>
                </a:lnTo>
                <a:lnTo>
                  <a:pt x="11748" y="4225"/>
                </a:lnTo>
                <a:lnTo>
                  <a:pt x="11553" y="3664"/>
                </a:lnTo>
                <a:lnTo>
                  <a:pt x="11284" y="3151"/>
                </a:lnTo>
                <a:lnTo>
                  <a:pt x="10991" y="2638"/>
                </a:lnTo>
                <a:lnTo>
                  <a:pt x="10649" y="2198"/>
                </a:lnTo>
                <a:lnTo>
                  <a:pt x="10259" y="1759"/>
                </a:lnTo>
                <a:lnTo>
                  <a:pt x="9819" y="1368"/>
                </a:lnTo>
                <a:lnTo>
                  <a:pt x="9379" y="1026"/>
                </a:lnTo>
                <a:lnTo>
                  <a:pt x="8866" y="733"/>
                </a:lnTo>
                <a:lnTo>
                  <a:pt x="8354" y="464"/>
                </a:lnTo>
                <a:lnTo>
                  <a:pt x="7792" y="269"/>
                </a:lnTo>
                <a:lnTo>
                  <a:pt x="7499" y="196"/>
                </a:lnTo>
                <a:lnTo>
                  <a:pt x="7230" y="122"/>
                </a:lnTo>
                <a:lnTo>
                  <a:pt x="6913" y="73"/>
                </a:lnTo>
                <a:lnTo>
                  <a:pt x="6620" y="25"/>
                </a:lnTo>
                <a:lnTo>
                  <a:pt x="6326" y="0"/>
                </a:lnTo>
                <a:close/>
              </a:path>
            </a:pathLst>
          </a:custGeom>
          <a:solidFill>
            <a:srgbClr val="9E2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63;p25">
            <a:extLst>
              <a:ext uri="{FF2B5EF4-FFF2-40B4-BE49-F238E27FC236}">
                <a16:creationId xmlns:a16="http://schemas.microsoft.com/office/drawing/2014/main" id="{CFB9A3F7-FEBE-5646-B5D8-7BC64803880D}"/>
              </a:ext>
            </a:extLst>
          </p:cNvPr>
          <p:cNvSpPr/>
          <p:nvPr/>
        </p:nvSpPr>
        <p:spPr>
          <a:xfrm>
            <a:off x="9122458" y="5037020"/>
            <a:ext cx="422882" cy="560322"/>
          </a:xfrm>
          <a:custGeom>
            <a:avLst/>
            <a:gdLst/>
            <a:ahLst/>
            <a:cxnLst/>
            <a:rect l="l" t="t" r="r" b="b"/>
            <a:pathLst>
              <a:path w="12018" h="15924" extrusionOk="0">
                <a:moveTo>
                  <a:pt x="6278" y="3444"/>
                </a:moveTo>
                <a:lnTo>
                  <a:pt x="6522" y="3493"/>
                </a:lnTo>
                <a:lnTo>
                  <a:pt x="6766" y="3542"/>
                </a:lnTo>
                <a:lnTo>
                  <a:pt x="7010" y="3639"/>
                </a:lnTo>
                <a:lnTo>
                  <a:pt x="7230" y="3737"/>
                </a:lnTo>
                <a:lnTo>
                  <a:pt x="7450" y="3883"/>
                </a:lnTo>
                <a:lnTo>
                  <a:pt x="7645" y="4030"/>
                </a:lnTo>
                <a:lnTo>
                  <a:pt x="7816" y="4201"/>
                </a:lnTo>
                <a:lnTo>
                  <a:pt x="7987" y="4372"/>
                </a:lnTo>
                <a:lnTo>
                  <a:pt x="8134" y="4567"/>
                </a:lnTo>
                <a:lnTo>
                  <a:pt x="8280" y="4787"/>
                </a:lnTo>
                <a:lnTo>
                  <a:pt x="8378" y="5007"/>
                </a:lnTo>
                <a:lnTo>
                  <a:pt x="8476" y="5251"/>
                </a:lnTo>
                <a:lnTo>
                  <a:pt x="8525" y="5495"/>
                </a:lnTo>
                <a:lnTo>
                  <a:pt x="8573" y="5740"/>
                </a:lnTo>
                <a:lnTo>
                  <a:pt x="8573" y="6008"/>
                </a:lnTo>
                <a:lnTo>
                  <a:pt x="8573" y="6277"/>
                </a:lnTo>
                <a:lnTo>
                  <a:pt x="8525" y="6521"/>
                </a:lnTo>
                <a:lnTo>
                  <a:pt x="8476" y="6765"/>
                </a:lnTo>
                <a:lnTo>
                  <a:pt x="8378" y="7010"/>
                </a:lnTo>
                <a:lnTo>
                  <a:pt x="8280" y="7229"/>
                </a:lnTo>
                <a:lnTo>
                  <a:pt x="8134" y="7449"/>
                </a:lnTo>
                <a:lnTo>
                  <a:pt x="7987" y="7645"/>
                </a:lnTo>
                <a:lnTo>
                  <a:pt x="7816" y="7816"/>
                </a:lnTo>
                <a:lnTo>
                  <a:pt x="7645" y="7987"/>
                </a:lnTo>
                <a:lnTo>
                  <a:pt x="7450" y="8133"/>
                </a:lnTo>
                <a:lnTo>
                  <a:pt x="7230" y="8280"/>
                </a:lnTo>
                <a:lnTo>
                  <a:pt x="7010" y="8377"/>
                </a:lnTo>
                <a:lnTo>
                  <a:pt x="6766" y="8475"/>
                </a:lnTo>
                <a:lnTo>
                  <a:pt x="6522" y="8524"/>
                </a:lnTo>
                <a:lnTo>
                  <a:pt x="6278" y="8573"/>
                </a:lnTo>
                <a:lnTo>
                  <a:pt x="5740" y="8573"/>
                </a:lnTo>
                <a:lnTo>
                  <a:pt x="5496" y="8524"/>
                </a:lnTo>
                <a:lnTo>
                  <a:pt x="5252" y="8475"/>
                </a:lnTo>
                <a:lnTo>
                  <a:pt x="5008" y="8377"/>
                </a:lnTo>
                <a:lnTo>
                  <a:pt x="4788" y="8280"/>
                </a:lnTo>
                <a:lnTo>
                  <a:pt x="4568" y="8133"/>
                </a:lnTo>
                <a:lnTo>
                  <a:pt x="4373" y="7987"/>
                </a:lnTo>
                <a:lnTo>
                  <a:pt x="4202" y="7816"/>
                </a:lnTo>
                <a:lnTo>
                  <a:pt x="4031" y="7645"/>
                </a:lnTo>
                <a:lnTo>
                  <a:pt x="3884" y="7449"/>
                </a:lnTo>
                <a:lnTo>
                  <a:pt x="3738" y="7229"/>
                </a:lnTo>
                <a:lnTo>
                  <a:pt x="3640" y="7010"/>
                </a:lnTo>
                <a:lnTo>
                  <a:pt x="3542" y="6765"/>
                </a:lnTo>
                <a:lnTo>
                  <a:pt x="3493" y="6521"/>
                </a:lnTo>
                <a:lnTo>
                  <a:pt x="3445" y="6277"/>
                </a:lnTo>
                <a:lnTo>
                  <a:pt x="3445" y="6008"/>
                </a:lnTo>
                <a:lnTo>
                  <a:pt x="3445" y="5740"/>
                </a:lnTo>
                <a:lnTo>
                  <a:pt x="3493" y="5495"/>
                </a:lnTo>
                <a:lnTo>
                  <a:pt x="3542" y="5251"/>
                </a:lnTo>
                <a:lnTo>
                  <a:pt x="3640" y="5007"/>
                </a:lnTo>
                <a:lnTo>
                  <a:pt x="3738" y="4787"/>
                </a:lnTo>
                <a:lnTo>
                  <a:pt x="3884" y="4567"/>
                </a:lnTo>
                <a:lnTo>
                  <a:pt x="4031" y="4372"/>
                </a:lnTo>
                <a:lnTo>
                  <a:pt x="4202" y="4201"/>
                </a:lnTo>
                <a:lnTo>
                  <a:pt x="4373" y="4030"/>
                </a:lnTo>
                <a:lnTo>
                  <a:pt x="4568" y="3883"/>
                </a:lnTo>
                <a:lnTo>
                  <a:pt x="4788" y="3737"/>
                </a:lnTo>
                <a:lnTo>
                  <a:pt x="5008" y="3639"/>
                </a:lnTo>
                <a:lnTo>
                  <a:pt x="5252" y="3542"/>
                </a:lnTo>
                <a:lnTo>
                  <a:pt x="5496" y="3493"/>
                </a:lnTo>
                <a:lnTo>
                  <a:pt x="5740" y="3444"/>
                </a:lnTo>
                <a:close/>
                <a:moveTo>
                  <a:pt x="5691" y="0"/>
                </a:moveTo>
                <a:lnTo>
                  <a:pt x="5398" y="25"/>
                </a:lnTo>
                <a:lnTo>
                  <a:pt x="5105" y="73"/>
                </a:lnTo>
                <a:lnTo>
                  <a:pt x="4788" y="122"/>
                </a:lnTo>
                <a:lnTo>
                  <a:pt x="4519" y="196"/>
                </a:lnTo>
                <a:lnTo>
                  <a:pt x="4226" y="269"/>
                </a:lnTo>
                <a:lnTo>
                  <a:pt x="3664" y="464"/>
                </a:lnTo>
                <a:lnTo>
                  <a:pt x="3152" y="733"/>
                </a:lnTo>
                <a:lnTo>
                  <a:pt x="2639" y="1026"/>
                </a:lnTo>
                <a:lnTo>
                  <a:pt x="2199" y="1368"/>
                </a:lnTo>
                <a:lnTo>
                  <a:pt x="1759" y="1759"/>
                </a:lnTo>
                <a:lnTo>
                  <a:pt x="1369" y="2198"/>
                </a:lnTo>
                <a:lnTo>
                  <a:pt x="1027" y="2638"/>
                </a:lnTo>
                <a:lnTo>
                  <a:pt x="734" y="3151"/>
                </a:lnTo>
                <a:lnTo>
                  <a:pt x="465" y="3664"/>
                </a:lnTo>
                <a:lnTo>
                  <a:pt x="270" y="4225"/>
                </a:lnTo>
                <a:lnTo>
                  <a:pt x="196" y="4518"/>
                </a:lnTo>
                <a:lnTo>
                  <a:pt x="123" y="4787"/>
                </a:lnTo>
                <a:lnTo>
                  <a:pt x="74" y="5105"/>
                </a:lnTo>
                <a:lnTo>
                  <a:pt x="25" y="5398"/>
                </a:lnTo>
                <a:lnTo>
                  <a:pt x="1" y="5691"/>
                </a:lnTo>
                <a:lnTo>
                  <a:pt x="1" y="6008"/>
                </a:lnTo>
                <a:lnTo>
                  <a:pt x="25" y="6448"/>
                </a:lnTo>
                <a:lnTo>
                  <a:pt x="74" y="6887"/>
                </a:lnTo>
                <a:lnTo>
                  <a:pt x="147" y="7352"/>
                </a:lnTo>
                <a:lnTo>
                  <a:pt x="270" y="7791"/>
                </a:lnTo>
                <a:lnTo>
                  <a:pt x="392" y="8231"/>
                </a:lnTo>
                <a:lnTo>
                  <a:pt x="563" y="8670"/>
                </a:lnTo>
                <a:lnTo>
                  <a:pt x="734" y="9110"/>
                </a:lnTo>
                <a:lnTo>
                  <a:pt x="929" y="9550"/>
                </a:lnTo>
                <a:lnTo>
                  <a:pt x="1149" y="9965"/>
                </a:lnTo>
                <a:lnTo>
                  <a:pt x="1393" y="10404"/>
                </a:lnTo>
                <a:lnTo>
                  <a:pt x="1906" y="11210"/>
                </a:lnTo>
                <a:lnTo>
                  <a:pt x="2443" y="11992"/>
                </a:lnTo>
                <a:lnTo>
                  <a:pt x="3005" y="12725"/>
                </a:lnTo>
                <a:lnTo>
                  <a:pt x="3567" y="13408"/>
                </a:lnTo>
                <a:lnTo>
                  <a:pt x="4104" y="14019"/>
                </a:lnTo>
                <a:lnTo>
                  <a:pt x="4617" y="14581"/>
                </a:lnTo>
                <a:lnTo>
                  <a:pt x="5081" y="15045"/>
                </a:lnTo>
                <a:lnTo>
                  <a:pt x="5740" y="15680"/>
                </a:lnTo>
                <a:lnTo>
                  <a:pt x="6009" y="15924"/>
                </a:lnTo>
                <a:lnTo>
                  <a:pt x="6278" y="15680"/>
                </a:lnTo>
                <a:lnTo>
                  <a:pt x="6937" y="15045"/>
                </a:lnTo>
                <a:lnTo>
                  <a:pt x="7401" y="14581"/>
                </a:lnTo>
                <a:lnTo>
                  <a:pt x="7914" y="14019"/>
                </a:lnTo>
                <a:lnTo>
                  <a:pt x="8451" y="13408"/>
                </a:lnTo>
                <a:lnTo>
                  <a:pt x="9013" y="12725"/>
                </a:lnTo>
                <a:lnTo>
                  <a:pt x="9575" y="11992"/>
                </a:lnTo>
                <a:lnTo>
                  <a:pt x="10112" y="11210"/>
                </a:lnTo>
                <a:lnTo>
                  <a:pt x="10625" y="10404"/>
                </a:lnTo>
                <a:lnTo>
                  <a:pt x="10869" y="9965"/>
                </a:lnTo>
                <a:lnTo>
                  <a:pt x="11089" y="9550"/>
                </a:lnTo>
                <a:lnTo>
                  <a:pt x="11284" y="9110"/>
                </a:lnTo>
                <a:lnTo>
                  <a:pt x="11455" y="8670"/>
                </a:lnTo>
                <a:lnTo>
                  <a:pt x="11626" y="8231"/>
                </a:lnTo>
                <a:lnTo>
                  <a:pt x="11748" y="7791"/>
                </a:lnTo>
                <a:lnTo>
                  <a:pt x="11871" y="7352"/>
                </a:lnTo>
                <a:lnTo>
                  <a:pt x="11944" y="6887"/>
                </a:lnTo>
                <a:lnTo>
                  <a:pt x="11993" y="6448"/>
                </a:lnTo>
                <a:lnTo>
                  <a:pt x="12017" y="6008"/>
                </a:lnTo>
                <a:lnTo>
                  <a:pt x="12017" y="5691"/>
                </a:lnTo>
                <a:lnTo>
                  <a:pt x="11993" y="5398"/>
                </a:lnTo>
                <a:lnTo>
                  <a:pt x="11944" y="5105"/>
                </a:lnTo>
                <a:lnTo>
                  <a:pt x="11895" y="4787"/>
                </a:lnTo>
                <a:lnTo>
                  <a:pt x="11822" y="4518"/>
                </a:lnTo>
                <a:lnTo>
                  <a:pt x="11748" y="4225"/>
                </a:lnTo>
                <a:lnTo>
                  <a:pt x="11553" y="3664"/>
                </a:lnTo>
                <a:lnTo>
                  <a:pt x="11284" y="3151"/>
                </a:lnTo>
                <a:lnTo>
                  <a:pt x="10991" y="2638"/>
                </a:lnTo>
                <a:lnTo>
                  <a:pt x="10649" y="2198"/>
                </a:lnTo>
                <a:lnTo>
                  <a:pt x="10259" y="1759"/>
                </a:lnTo>
                <a:lnTo>
                  <a:pt x="9819" y="1368"/>
                </a:lnTo>
                <a:lnTo>
                  <a:pt x="9379" y="1026"/>
                </a:lnTo>
                <a:lnTo>
                  <a:pt x="8866" y="733"/>
                </a:lnTo>
                <a:lnTo>
                  <a:pt x="8354" y="464"/>
                </a:lnTo>
                <a:lnTo>
                  <a:pt x="7792" y="269"/>
                </a:lnTo>
                <a:lnTo>
                  <a:pt x="7499" y="196"/>
                </a:lnTo>
                <a:lnTo>
                  <a:pt x="7230" y="122"/>
                </a:lnTo>
                <a:lnTo>
                  <a:pt x="6913" y="73"/>
                </a:lnTo>
                <a:lnTo>
                  <a:pt x="6620" y="25"/>
                </a:lnTo>
                <a:lnTo>
                  <a:pt x="6326" y="0"/>
                </a:lnTo>
                <a:close/>
              </a:path>
            </a:pathLst>
          </a:custGeom>
          <a:solidFill>
            <a:srgbClr val="9E2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64;p25">
            <a:extLst>
              <a:ext uri="{FF2B5EF4-FFF2-40B4-BE49-F238E27FC236}">
                <a16:creationId xmlns:a16="http://schemas.microsoft.com/office/drawing/2014/main" id="{82791F62-904A-8F46-997C-FF05F6856CB9}"/>
              </a:ext>
            </a:extLst>
          </p:cNvPr>
          <p:cNvSpPr/>
          <p:nvPr/>
        </p:nvSpPr>
        <p:spPr>
          <a:xfrm>
            <a:off x="5676837" y="4902814"/>
            <a:ext cx="422882" cy="560322"/>
          </a:xfrm>
          <a:custGeom>
            <a:avLst/>
            <a:gdLst/>
            <a:ahLst/>
            <a:cxnLst/>
            <a:rect l="l" t="t" r="r" b="b"/>
            <a:pathLst>
              <a:path w="12018" h="15924" extrusionOk="0">
                <a:moveTo>
                  <a:pt x="6278" y="3444"/>
                </a:moveTo>
                <a:lnTo>
                  <a:pt x="6522" y="3493"/>
                </a:lnTo>
                <a:lnTo>
                  <a:pt x="6766" y="3542"/>
                </a:lnTo>
                <a:lnTo>
                  <a:pt x="7010" y="3639"/>
                </a:lnTo>
                <a:lnTo>
                  <a:pt x="7230" y="3737"/>
                </a:lnTo>
                <a:lnTo>
                  <a:pt x="7450" y="3883"/>
                </a:lnTo>
                <a:lnTo>
                  <a:pt x="7645" y="4030"/>
                </a:lnTo>
                <a:lnTo>
                  <a:pt x="7816" y="4201"/>
                </a:lnTo>
                <a:lnTo>
                  <a:pt x="7987" y="4372"/>
                </a:lnTo>
                <a:lnTo>
                  <a:pt x="8134" y="4567"/>
                </a:lnTo>
                <a:lnTo>
                  <a:pt x="8280" y="4787"/>
                </a:lnTo>
                <a:lnTo>
                  <a:pt x="8378" y="5007"/>
                </a:lnTo>
                <a:lnTo>
                  <a:pt x="8476" y="5251"/>
                </a:lnTo>
                <a:lnTo>
                  <a:pt x="8525" y="5495"/>
                </a:lnTo>
                <a:lnTo>
                  <a:pt x="8573" y="5740"/>
                </a:lnTo>
                <a:lnTo>
                  <a:pt x="8573" y="6008"/>
                </a:lnTo>
                <a:lnTo>
                  <a:pt x="8573" y="6277"/>
                </a:lnTo>
                <a:lnTo>
                  <a:pt x="8525" y="6521"/>
                </a:lnTo>
                <a:lnTo>
                  <a:pt x="8476" y="6765"/>
                </a:lnTo>
                <a:lnTo>
                  <a:pt x="8378" y="7010"/>
                </a:lnTo>
                <a:lnTo>
                  <a:pt x="8280" y="7229"/>
                </a:lnTo>
                <a:lnTo>
                  <a:pt x="8134" y="7449"/>
                </a:lnTo>
                <a:lnTo>
                  <a:pt x="7987" y="7645"/>
                </a:lnTo>
                <a:lnTo>
                  <a:pt x="7816" y="7816"/>
                </a:lnTo>
                <a:lnTo>
                  <a:pt x="7645" y="7987"/>
                </a:lnTo>
                <a:lnTo>
                  <a:pt x="7450" y="8133"/>
                </a:lnTo>
                <a:lnTo>
                  <a:pt x="7230" y="8280"/>
                </a:lnTo>
                <a:lnTo>
                  <a:pt x="7010" y="8377"/>
                </a:lnTo>
                <a:lnTo>
                  <a:pt x="6766" y="8475"/>
                </a:lnTo>
                <a:lnTo>
                  <a:pt x="6522" y="8524"/>
                </a:lnTo>
                <a:lnTo>
                  <a:pt x="6278" y="8573"/>
                </a:lnTo>
                <a:lnTo>
                  <a:pt x="5740" y="8573"/>
                </a:lnTo>
                <a:lnTo>
                  <a:pt x="5496" y="8524"/>
                </a:lnTo>
                <a:lnTo>
                  <a:pt x="5252" y="8475"/>
                </a:lnTo>
                <a:lnTo>
                  <a:pt x="5008" y="8377"/>
                </a:lnTo>
                <a:lnTo>
                  <a:pt x="4788" y="8280"/>
                </a:lnTo>
                <a:lnTo>
                  <a:pt x="4568" y="8133"/>
                </a:lnTo>
                <a:lnTo>
                  <a:pt x="4373" y="7987"/>
                </a:lnTo>
                <a:lnTo>
                  <a:pt x="4202" y="7816"/>
                </a:lnTo>
                <a:lnTo>
                  <a:pt x="4031" y="7645"/>
                </a:lnTo>
                <a:lnTo>
                  <a:pt x="3884" y="7449"/>
                </a:lnTo>
                <a:lnTo>
                  <a:pt x="3738" y="7229"/>
                </a:lnTo>
                <a:lnTo>
                  <a:pt x="3640" y="7010"/>
                </a:lnTo>
                <a:lnTo>
                  <a:pt x="3542" y="6765"/>
                </a:lnTo>
                <a:lnTo>
                  <a:pt x="3493" y="6521"/>
                </a:lnTo>
                <a:lnTo>
                  <a:pt x="3445" y="6277"/>
                </a:lnTo>
                <a:lnTo>
                  <a:pt x="3445" y="6008"/>
                </a:lnTo>
                <a:lnTo>
                  <a:pt x="3445" y="5740"/>
                </a:lnTo>
                <a:lnTo>
                  <a:pt x="3493" y="5495"/>
                </a:lnTo>
                <a:lnTo>
                  <a:pt x="3542" y="5251"/>
                </a:lnTo>
                <a:lnTo>
                  <a:pt x="3640" y="5007"/>
                </a:lnTo>
                <a:lnTo>
                  <a:pt x="3738" y="4787"/>
                </a:lnTo>
                <a:lnTo>
                  <a:pt x="3884" y="4567"/>
                </a:lnTo>
                <a:lnTo>
                  <a:pt x="4031" y="4372"/>
                </a:lnTo>
                <a:lnTo>
                  <a:pt x="4202" y="4201"/>
                </a:lnTo>
                <a:lnTo>
                  <a:pt x="4373" y="4030"/>
                </a:lnTo>
                <a:lnTo>
                  <a:pt x="4568" y="3883"/>
                </a:lnTo>
                <a:lnTo>
                  <a:pt x="4788" y="3737"/>
                </a:lnTo>
                <a:lnTo>
                  <a:pt x="5008" y="3639"/>
                </a:lnTo>
                <a:lnTo>
                  <a:pt x="5252" y="3542"/>
                </a:lnTo>
                <a:lnTo>
                  <a:pt x="5496" y="3493"/>
                </a:lnTo>
                <a:lnTo>
                  <a:pt x="5740" y="3444"/>
                </a:lnTo>
                <a:close/>
                <a:moveTo>
                  <a:pt x="5691" y="0"/>
                </a:moveTo>
                <a:lnTo>
                  <a:pt x="5398" y="25"/>
                </a:lnTo>
                <a:lnTo>
                  <a:pt x="5105" y="73"/>
                </a:lnTo>
                <a:lnTo>
                  <a:pt x="4788" y="122"/>
                </a:lnTo>
                <a:lnTo>
                  <a:pt x="4519" y="196"/>
                </a:lnTo>
                <a:lnTo>
                  <a:pt x="4226" y="269"/>
                </a:lnTo>
                <a:lnTo>
                  <a:pt x="3664" y="464"/>
                </a:lnTo>
                <a:lnTo>
                  <a:pt x="3152" y="733"/>
                </a:lnTo>
                <a:lnTo>
                  <a:pt x="2639" y="1026"/>
                </a:lnTo>
                <a:lnTo>
                  <a:pt x="2199" y="1368"/>
                </a:lnTo>
                <a:lnTo>
                  <a:pt x="1759" y="1759"/>
                </a:lnTo>
                <a:lnTo>
                  <a:pt x="1369" y="2198"/>
                </a:lnTo>
                <a:lnTo>
                  <a:pt x="1027" y="2638"/>
                </a:lnTo>
                <a:lnTo>
                  <a:pt x="734" y="3151"/>
                </a:lnTo>
                <a:lnTo>
                  <a:pt x="465" y="3664"/>
                </a:lnTo>
                <a:lnTo>
                  <a:pt x="270" y="4225"/>
                </a:lnTo>
                <a:lnTo>
                  <a:pt x="196" y="4518"/>
                </a:lnTo>
                <a:lnTo>
                  <a:pt x="123" y="4787"/>
                </a:lnTo>
                <a:lnTo>
                  <a:pt x="74" y="5105"/>
                </a:lnTo>
                <a:lnTo>
                  <a:pt x="25" y="5398"/>
                </a:lnTo>
                <a:lnTo>
                  <a:pt x="1" y="5691"/>
                </a:lnTo>
                <a:lnTo>
                  <a:pt x="1" y="6008"/>
                </a:lnTo>
                <a:lnTo>
                  <a:pt x="25" y="6448"/>
                </a:lnTo>
                <a:lnTo>
                  <a:pt x="74" y="6887"/>
                </a:lnTo>
                <a:lnTo>
                  <a:pt x="147" y="7352"/>
                </a:lnTo>
                <a:lnTo>
                  <a:pt x="270" y="7791"/>
                </a:lnTo>
                <a:lnTo>
                  <a:pt x="392" y="8231"/>
                </a:lnTo>
                <a:lnTo>
                  <a:pt x="563" y="8670"/>
                </a:lnTo>
                <a:lnTo>
                  <a:pt x="734" y="9110"/>
                </a:lnTo>
                <a:lnTo>
                  <a:pt x="929" y="9550"/>
                </a:lnTo>
                <a:lnTo>
                  <a:pt x="1149" y="9965"/>
                </a:lnTo>
                <a:lnTo>
                  <a:pt x="1393" y="10404"/>
                </a:lnTo>
                <a:lnTo>
                  <a:pt x="1906" y="11210"/>
                </a:lnTo>
                <a:lnTo>
                  <a:pt x="2443" y="11992"/>
                </a:lnTo>
                <a:lnTo>
                  <a:pt x="3005" y="12725"/>
                </a:lnTo>
                <a:lnTo>
                  <a:pt x="3567" y="13408"/>
                </a:lnTo>
                <a:lnTo>
                  <a:pt x="4104" y="14019"/>
                </a:lnTo>
                <a:lnTo>
                  <a:pt x="4617" y="14581"/>
                </a:lnTo>
                <a:lnTo>
                  <a:pt x="5081" y="15045"/>
                </a:lnTo>
                <a:lnTo>
                  <a:pt x="5740" y="15680"/>
                </a:lnTo>
                <a:lnTo>
                  <a:pt x="6009" y="15924"/>
                </a:lnTo>
                <a:lnTo>
                  <a:pt x="6278" y="15680"/>
                </a:lnTo>
                <a:lnTo>
                  <a:pt x="6937" y="15045"/>
                </a:lnTo>
                <a:lnTo>
                  <a:pt x="7401" y="14581"/>
                </a:lnTo>
                <a:lnTo>
                  <a:pt x="7914" y="14019"/>
                </a:lnTo>
                <a:lnTo>
                  <a:pt x="8451" y="13408"/>
                </a:lnTo>
                <a:lnTo>
                  <a:pt x="9013" y="12725"/>
                </a:lnTo>
                <a:lnTo>
                  <a:pt x="9575" y="11992"/>
                </a:lnTo>
                <a:lnTo>
                  <a:pt x="10112" y="11210"/>
                </a:lnTo>
                <a:lnTo>
                  <a:pt x="10625" y="10404"/>
                </a:lnTo>
                <a:lnTo>
                  <a:pt x="10869" y="9965"/>
                </a:lnTo>
                <a:lnTo>
                  <a:pt x="11089" y="9550"/>
                </a:lnTo>
                <a:lnTo>
                  <a:pt x="11284" y="9110"/>
                </a:lnTo>
                <a:lnTo>
                  <a:pt x="11455" y="8670"/>
                </a:lnTo>
                <a:lnTo>
                  <a:pt x="11626" y="8231"/>
                </a:lnTo>
                <a:lnTo>
                  <a:pt x="11748" y="7791"/>
                </a:lnTo>
                <a:lnTo>
                  <a:pt x="11871" y="7352"/>
                </a:lnTo>
                <a:lnTo>
                  <a:pt x="11944" y="6887"/>
                </a:lnTo>
                <a:lnTo>
                  <a:pt x="11993" y="6448"/>
                </a:lnTo>
                <a:lnTo>
                  <a:pt x="12017" y="6008"/>
                </a:lnTo>
                <a:lnTo>
                  <a:pt x="12017" y="5691"/>
                </a:lnTo>
                <a:lnTo>
                  <a:pt x="11993" y="5398"/>
                </a:lnTo>
                <a:lnTo>
                  <a:pt x="11944" y="5105"/>
                </a:lnTo>
                <a:lnTo>
                  <a:pt x="11895" y="4787"/>
                </a:lnTo>
                <a:lnTo>
                  <a:pt x="11822" y="4518"/>
                </a:lnTo>
                <a:lnTo>
                  <a:pt x="11748" y="4225"/>
                </a:lnTo>
                <a:lnTo>
                  <a:pt x="11553" y="3664"/>
                </a:lnTo>
                <a:lnTo>
                  <a:pt x="11284" y="3151"/>
                </a:lnTo>
                <a:lnTo>
                  <a:pt x="10991" y="2638"/>
                </a:lnTo>
                <a:lnTo>
                  <a:pt x="10649" y="2198"/>
                </a:lnTo>
                <a:lnTo>
                  <a:pt x="10259" y="1759"/>
                </a:lnTo>
                <a:lnTo>
                  <a:pt x="9819" y="1368"/>
                </a:lnTo>
                <a:lnTo>
                  <a:pt x="9379" y="1026"/>
                </a:lnTo>
                <a:lnTo>
                  <a:pt x="8866" y="733"/>
                </a:lnTo>
                <a:lnTo>
                  <a:pt x="8354" y="464"/>
                </a:lnTo>
                <a:lnTo>
                  <a:pt x="7792" y="269"/>
                </a:lnTo>
                <a:lnTo>
                  <a:pt x="7499" y="196"/>
                </a:lnTo>
                <a:lnTo>
                  <a:pt x="7230" y="122"/>
                </a:lnTo>
                <a:lnTo>
                  <a:pt x="6913" y="73"/>
                </a:lnTo>
                <a:lnTo>
                  <a:pt x="6620" y="25"/>
                </a:lnTo>
                <a:lnTo>
                  <a:pt x="6326" y="0"/>
                </a:lnTo>
                <a:close/>
              </a:path>
            </a:pathLst>
          </a:custGeom>
          <a:solidFill>
            <a:srgbClr val="9E2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61;p25">
            <a:extLst>
              <a:ext uri="{FF2B5EF4-FFF2-40B4-BE49-F238E27FC236}">
                <a16:creationId xmlns:a16="http://schemas.microsoft.com/office/drawing/2014/main" id="{6CAC5BA1-CBFF-9F44-97EE-C1CFA47CA903}"/>
              </a:ext>
            </a:extLst>
          </p:cNvPr>
          <p:cNvSpPr/>
          <p:nvPr/>
        </p:nvSpPr>
        <p:spPr>
          <a:xfrm>
            <a:off x="5591502" y="2355402"/>
            <a:ext cx="422882" cy="560322"/>
          </a:xfrm>
          <a:custGeom>
            <a:avLst/>
            <a:gdLst/>
            <a:ahLst/>
            <a:cxnLst/>
            <a:rect l="l" t="t" r="r" b="b"/>
            <a:pathLst>
              <a:path w="12018" h="15924" extrusionOk="0">
                <a:moveTo>
                  <a:pt x="6278" y="3444"/>
                </a:moveTo>
                <a:lnTo>
                  <a:pt x="6522" y="3493"/>
                </a:lnTo>
                <a:lnTo>
                  <a:pt x="6766" y="3542"/>
                </a:lnTo>
                <a:lnTo>
                  <a:pt x="7010" y="3639"/>
                </a:lnTo>
                <a:lnTo>
                  <a:pt x="7230" y="3737"/>
                </a:lnTo>
                <a:lnTo>
                  <a:pt x="7450" y="3883"/>
                </a:lnTo>
                <a:lnTo>
                  <a:pt x="7645" y="4030"/>
                </a:lnTo>
                <a:lnTo>
                  <a:pt x="7816" y="4201"/>
                </a:lnTo>
                <a:lnTo>
                  <a:pt x="7987" y="4372"/>
                </a:lnTo>
                <a:lnTo>
                  <a:pt x="8134" y="4567"/>
                </a:lnTo>
                <a:lnTo>
                  <a:pt x="8280" y="4787"/>
                </a:lnTo>
                <a:lnTo>
                  <a:pt x="8378" y="5007"/>
                </a:lnTo>
                <a:lnTo>
                  <a:pt x="8476" y="5251"/>
                </a:lnTo>
                <a:lnTo>
                  <a:pt x="8525" y="5495"/>
                </a:lnTo>
                <a:lnTo>
                  <a:pt x="8573" y="5740"/>
                </a:lnTo>
                <a:lnTo>
                  <a:pt x="8573" y="6008"/>
                </a:lnTo>
                <a:lnTo>
                  <a:pt x="8573" y="6277"/>
                </a:lnTo>
                <a:lnTo>
                  <a:pt x="8525" y="6521"/>
                </a:lnTo>
                <a:lnTo>
                  <a:pt x="8476" y="6765"/>
                </a:lnTo>
                <a:lnTo>
                  <a:pt x="8378" y="7010"/>
                </a:lnTo>
                <a:lnTo>
                  <a:pt x="8280" y="7229"/>
                </a:lnTo>
                <a:lnTo>
                  <a:pt x="8134" y="7449"/>
                </a:lnTo>
                <a:lnTo>
                  <a:pt x="7987" y="7645"/>
                </a:lnTo>
                <a:lnTo>
                  <a:pt x="7816" y="7816"/>
                </a:lnTo>
                <a:lnTo>
                  <a:pt x="7645" y="7987"/>
                </a:lnTo>
                <a:lnTo>
                  <a:pt x="7450" y="8133"/>
                </a:lnTo>
                <a:lnTo>
                  <a:pt x="7230" y="8280"/>
                </a:lnTo>
                <a:lnTo>
                  <a:pt x="7010" y="8377"/>
                </a:lnTo>
                <a:lnTo>
                  <a:pt x="6766" y="8475"/>
                </a:lnTo>
                <a:lnTo>
                  <a:pt x="6522" y="8524"/>
                </a:lnTo>
                <a:lnTo>
                  <a:pt x="6278" y="8573"/>
                </a:lnTo>
                <a:lnTo>
                  <a:pt x="5740" y="8573"/>
                </a:lnTo>
                <a:lnTo>
                  <a:pt x="5496" y="8524"/>
                </a:lnTo>
                <a:lnTo>
                  <a:pt x="5252" y="8475"/>
                </a:lnTo>
                <a:lnTo>
                  <a:pt x="5008" y="8377"/>
                </a:lnTo>
                <a:lnTo>
                  <a:pt x="4788" y="8280"/>
                </a:lnTo>
                <a:lnTo>
                  <a:pt x="4568" y="8133"/>
                </a:lnTo>
                <a:lnTo>
                  <a:pt x="4373" y="7987"/>
                </a:lnTo>
                <a:lnTo>
                  <a:pt x="4202" y="7816"/>
                </a:lnTo>
                <a:lnTo>
                  <a:pt x="4031" y="7645"/>
                </a:lnTo>
                <a:lnTo>
                  <a:pt x="3884" y="7449"/>
                </a:lnTo>
                <a:lnTo>
                  <a:pt x="3738" y="7229"/>
                </a:lnTo>
                <a:lnTo>
                  <a:pt x="3640" y="7010"/>
                </a:lnTo>
                <a:lnTo>
                  <a:pt x="3542" y="6765"/>
                </a:lnTo>
                <a:lnTo>
                  <a:pt x="3493" y="6521"/>
                </a:lnTo>
                <a:lnTo>
                  <a:pt x="3445" y="6277"/>
                </a:lnTo>
                <a:lnTo>
                  <a:pt x="3445" y="6008"/>
                </a:lnTo>
                <a:lnTo>
                  <a:pt x="3445" y="5740"/>
                </a:lnTo>
                <a:lnTo>
                  <a:pt x="3493" y="5495"/>
                </a:lnTo>
                <a:lnTo>
                  <a:pt x="3542" y="5251"/>
                </a:lnTo>
                <a:lnTo>
                  <a:pt x="3640" y="5007"/>
                </a:lnTo>
                <a:lnTo>
                  <a:pt x="3738" y="4787"/>
                </a:lnTo>
                <a:lnTo>
                  <a:pt x="3884" y="4567"/>
                </a:lnTo>
                <a:lnTo>
                  <a:pt x="4031" y="4372"/>
                </a:lnTo>
                <a:lnTo>
                  <a:pt x="4202" y="4201"/>
                </a:lnTo>
                <a:lnTo>
                  <a:pt x="4373" y="4030"/>
                </a:lnTo>
                <a:lnTo>
                  <a:pt x="4568" y="3883"/>
                </a:lnTo>
                <a:lnTo>
                  <a:pt x="4788" y="3737"/>
                </a:lnTo>
                <a:lnTo>
                  <a:pt x="5008" y="3639"/>
                </a:lnTo>
                <a:lnTo>
                  <a:pt x="5252" y="3542"/>
                </a:lnTo>
                <a:lnTo>
                  <a:pt x="5496" y="3493"/>
                </a:lnTo>
                <a:lnTo>
                  <a:pt x="5740" y="3444"/>
                </a:lnTo>
                <a:close/>
                <a:moveTo>
                  <a:pt x="5691" y="0"/>
                </a:moveTo>
                <a:lnTo>
                  <a:pt x="5398" y="25"/>
                </a:lnTo>
                <a:lnTo>
                  <a:pt x="5105" y="73"/>
                </a:lnTo>
                <a:lnTo>
                  <a:pt x="4788" y="122"/>
                </a:lnTo>
                <a:lnTo>
                  <a:pt x="4519" y="196"/>
                </a:lnTo>
                <a:lnTo>
                  <a:pt x="4226" y="269"/>
                </a:lnTo>
                <a:lnTo>
                  <a:pt x="3664" y="464"/>
                </a:lnTo>
                <a:lnTo>
                  <a:pt x="3152" y="733"/>
                </a:lnTo>
                <a:lnTo>
                  <a:pt x="2639" y="1026"/>
                </a:lnTo>
                <a:lnTo>
                  <a:pt x="2199" y="1368"/>
                </a:lnTo>
                <a:lnTo>
                  <a:pt x="1759" y="1759"/>
                </a:lnTo>
                <a:lnTo>
                  <a:pt x="1369" y="2198"/>
                </a:lnTo>
                <a:lnTo>
                  <a:pt x="1027" y="2638"/>
                </a:lnTo>
                <a:lnTo>
                  <a:pt x="734" y="3151"/>
                </a:lnTo>
                <a:lnTo>
                  <a:pt x="465" y="3664"/>
                </a:lnTo>
                <a:lnTo>
                  <a:pt x="270" y="4225"/>
                </a:lnTo>
                <a:lnTo>
                  <a:pt x="196" y="4518"/>
                </a:lnTo>
                <a:lnTo>
                  <a:pt x="123" y="4787"/>
                </a:lnTo>
                <a:lnTo>
                  <a:pt x="74" y="5105"/>
                </a:lnTo>
                <a:lnTo>
                  <a:pt x="25" y="5398"/>
                </a:lnTo>
                <a:lnTo>
                  <a:pt x="1" y="5691"/>
                </a:lnTo>
                <a:lnTo>
                  <a:pt x="1" y="6008"/>
                </a:lnTo>
                <a:lnTo>
                  <a:pt x="25" y="6448"/>
                </a:lnTo>
                <a:lnTo>
                  <a:pt x="74" y="6887"/>
                </a:lnTo>
                <a:lnTo>
                  <a:pt x="147" y="7352"/>
                </a:lnTo>
                <a:lnTo>
                  <a:pt x="270" y="7791"/>
                </a:lnTo>
                <a:lnTo>
                  <a:pt x="392" y="8231"/>
                </a:lnTo>
                <a:lnTo>
                  <a:pt x="563" y="8670"/>
                </a:lnTo>
                <a:lnTo>
                  <a:pt x="734" y="9110"/>
                </a:lnTo>
                <a:lnTo>
                  <a:pt x="929" y="9550"/>
                </a:lnTo>
                <a:lnTo>
                  <a:pt x="1149" y="9965"/>
                </a:lnTo>
                <a:lnTo>
                  <a:pt x="1393" y="10404"/>
                </a:lnTo>
                <a:lnTo>
                  <a:pt x="1906" y="11210"/>
                </a:lnTo>
                <a:lnTo>
                  <a:pt x="2443" y="11992"/>
                </a:lnTo>
                <a:lnTo>
                  <a:pt x="3005" y="12725"/>
                </a:lnTo>
                <a:lnTo>
                  <a:pt x="3567" y="13408"/>
                </a:lnTo>
                <a:lnTo>
                  <a:pt x="4104" y="14019"/>
                </a:lnTo>
                <a:lnTo>
                  <a:pt x="4617" y="14581"/>
                </a:lnTo>
                <a:lnTo>
                  <a:pt x="5081" y="15045"/>
                </a:lnTo>
                <a:lnTo>
                  <a:pt x="5740" y="15680"/>
                </a:lnTo>
                <a:lnTo>
                  <a:pt x="6009" y="15924"/>
                </a:lnTo>
                <a:lnTo>
                  <a:pt x="6278" y="15680"/>
                </a:lnTo>
                <a:lnTo>
                  <a:pt x="6937" y="15045"/>
                </a:lnTo>
                <a:lnTo>
                  <a:pt x="7401" y="14581"/>
                </a:lnTo>
                <a:lnTo>
                  <a:pt x="7914" y="14019"/>
                </a:lnTo>
                <a:lnTo>
                  <a:pt x="8451" y="13408"/>
                </a:lnTo>
                <a:lnTo>
                  <a:pt x="9013" y="12725"/>
                </a:lnTo>
                <a:lnTo>
                  <a:pt x="9575" y="11992"/>
                </a:lnTo>
                <a:lnTo>
                  <a:pt x="10112" y="11210"/>
                </a:lnTo>
                <a:lnTo>
                  <a:pt x="10625" y="10404"/>
                </a:lnTo>
                <a:lnTo>
                  <a:pt x="10869" y="9965"/>
                </a:lnTo>
                <a:lnTo>
                  <a:pt x="11089" y="9550"/>
                </a:lnTo>
                <a:lnTo>
                  <a:pt x="11284" y="9110"/>
                </a:lnTo>
                <a:lnTo>
                  <a:pt x="11455" y="8670"/>
                </a:lnTo>
                <a:lnTo>
                  <a:pt x="11626" y="8231"/>
                </a:lnTo>
                <a:lnTo>
                  <a:pt x="11748" y="7791"/>
                </a:lnTo>
                <a:lnTo>
                  <a:pt x="11871" y="7352"/>
                </a:lnTo>
                <a:lnTo>
                  <a:pt x="11944" y="6887"/>
                </a:lnTo>
                <a:lnTo>
                  <a:pt x="11993" y="6448"/>
                </a:lnTo>
                <a:lnTo>
                  <a:pt x="12017" y="6008"/>
                </a:lnTo>
                <a:lnTo>
                  <a:pt x="12017" y="5691"/>
                </a:lnTo>
                <a:lnTo>
                  <a:pt x="11993" y="5398"/>
                </a:lnTo>
                <a:lnTo>
                  <a:pt x="11944" y="5105"/>
                </a:lnTo>
                <a:lnTo>
                  <a:pt x="11895" y="4787"/>
                </a:lnTo>
                <a:lnTo>
                  <a:pt x="11822" y="4518"/>
                </a:lnTo>
                <a:lnTo>
                  <a:pt x="11748" y="4225"/>
                </a:lnTo>
                <a:lnTo>
                  <a:pt x="11553" y="3664"/>
                </a:lnTo>
                <a:lnTo>
                  <a:pt x="11284" y="3151"/>
                </a:lnTo>
                <a:lnTo>
                  <a:pt x="10991" y="2638"/>
                </a:lnTo>
                <a:lnTo>
                  <a:pt x="10649" y="2198"/>
                </a:lnTo>
                <a:lnTo>
                  <a:pt x="10259" y="1759"/>
                </a:lnTo>
                <a:lnTo>
                  <a:pt x="9819" y="1368"/>
                </a:lnTo>
                <a:lnTo>
                  <a:pt x="9379" y="1026"/>
                </a:lnTo>
                <a:lnTo>
                  <a:pt x="8866" y="733"/>
                </a:lnTo>
                <a:lnTo>
                  <a:pt x="8354" y="464"/>
                </a:lnTo>
                <a:lnTo>
                  <a:pt x="7792" y="269"/>
                </a:lnTo>
                <a:lnTo>
                  <a:pt x="7499" y="196"/>
                </a:lnTo>
                <a:lnTo>
                  <a:pt x="7230" y="122"/>
                </a:lnTo>
                <a:lnTo>
                  <a:pt x="6913" y="73"/>
                </a:lnTo>
                <a:lnTo>
                  <a:pt x="6620" y="25"/>
                </a:lnTo>
                <a:lnTo>
                  <a:pt x="6326" y="0"/>
                </a:lnTo>
                <a:close/>
              </a:path>
            </a:pathLst>
          </a:custGeom>
          <a:solidFill>
            <a:srgbClr val="9E2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Picture 11" descr="A black and white logo with white text&#10;&#10;Description automatically generated">
            <a:extLst>
              <a:ext uri="{FF2B5EF4-FFF2-40B4-BE49-F238E27FC236}">
                <a16:creationId xmlns:a16="http://schemas.microsoft.com/office/drawing/2014/main" id="{3DD3D5EC-8DB0-246F-6144-6AB01FD3CE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3841" y="401648"/>
            <a:ext cx="1554459" cy="504215"/>
          </a:xfrm>
          <a:prstGeom prst="rect">
            <a:avLst/>
          </a:prstGeom>
        </p:spPr>
      </p:pic>
      <p:sp>
        <p:nvSpPr>
          <p:cNvPr id="11" name="Title 10">
            <a:extLst>
              <a:ext uri="{FF2B5EF4-FFF2-40B4-BE49-F238E27FC236}">
                <a16:creationId xmlns:a16="http://schemas.microsoft.com/office/drawing/2014/main" id="{C47D7FFD-DAE6-5C94-0FD6-BD3E7B7CF4B8}"/>
              </a:ext>
            </a:extLst>
          </p:cNvPr>
          <p:cNvSpPr>
            <a:spLocks noGrp="1"/>
          </p:cNvSpPr>
          <p:nvPr>
            <p:ph type="title"/>
          </p:nvPr>
        </p:nvSpPr>
        <p:spPr/>
        <p:txBody>
          <a:bodyPr/>
          <a:lstStyle/>
          <a:p>
            <a:pPr algn="ctr"/>
            <a:endParaRPr lang="en-US" dirty="0"/>
          </a:p>
        </p:txBody>
      </p:sp>
      <p:pic>
        <p:nvPicPr>
          <p:cNvPr id="3" name="Picture 2">
            <a:extLst>
              <a:ext uri="{FF2B5EF4-FFF2-40B4-BE49-F238E27FC236}">
                <a16:creationId xmlns:a16="http://schemas.microsoft.com/office/drawing/2014/main" id="{E5AAC55D-8E45-A51D-3A44-773DC67FBB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4448" y="6560382"/>
            <a:ext cx="1943103" cy="146231"/>
          </a:xfrm>
          <a:prstGeom prst="rect">
            <a:avLst/>
          </a:prstGeom>
        </p:spPr>
      </p:pic>
    </p:spTree>
    <p:extLst>
      <p:ext uri="{BB962C8B-B14F-4D97-AF65-F5344CB8AC3E}">
        <p14:creationId xmlns:p14="http://schemas.microsoft.com/office/powerpoint/2010/main" val="36594998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래픽 1">
            <a:extLst>
              <a:ext uri="{FF2B5EF4-FFF2-40B4-BE49-F238E27FC236}">
                <a16:creationId xmlns:a16="http://schemas.microsoft.com/office/drawing/2014/main" id="{4F2263FF-3032-F440-BEE7-B8C0AD76B710}"/>
              </a:ext>
            </a:extLst>
          </p:cNvPr>
          <p:cNvGrpSpPr/>
          <p:nvPr/>
        </p:nvGrpSpPr>
        <p:grpSpPr>
          <a:xfrm>
            <a:off x="1445534" y="1547740"/>
            <a:ext cx="9159875" cy="4392722"/>
            <a:chOff x="1311072" y="1527797"/>
            <a:chExt cx="9551983" cy="4717770"/>
          </a:xfrm>
          <a:solidFill>
            <a:schemeClr val="bg1">
              <a:lumMod val="75000"/>
            </a:schemeClr>
          </a:solidFill>
        </p:grpSpPr>
        <p:sp>
          <p:nvSpPr>
            <p:cNvPr id="22" name="자유형: 도형 2">
              <a:extLst>
                <a:ext uri="{FF2B5EF4-FFF2-40B4-BE49-F238E27FC236}">
                  <a16:creationId xmlns:a16="http://schemas.microsoft.com/office/drawing/2014/main" id="{840B59E6-03A0-1749-8A9C-BBB70FF9B5C8}"/>
                </a:ext>
              </a:extLst>
            </p:cNvPr>
            <p:cNvSpPr/>
            <p:nvPr/>
          </p:nvSpPr>
          <p:spPr>
            <a:xfrm>
              <a:off x="6110077" y="5031784"/>
              <a:ext cx="340376" cy="327769"/>
            </a:xfrm>
            <a:custGeom>
              <a:avLst/>
              <a:gdLst>
                <a:gd name="connsiteX0" fmla="*/ 126738 w 340375"/>
                <a:gd name="connsiteY0" fmla="*/ 324334 h 327769"/>
                <a:gd name="connsiteX1" fmla="*/ 141613 w 340375"/>
                <a:gd name="connsiteY1" fmla="*/ 316518 h 327769"/>
                <a:gd name="connsiteX2" fmla="*/ 155732 w 340375"/>
                <a:gd name="connsiteY2" fmla="*/ 335302 h 327769"/>
                <a:gd name="connsiteX3" fmla="*/ 189518 w 340375"/>
                <a:gd name="connsiteY3" fmla="*/ 334545 h 327769"/>
                <a:gd name="connsiteX4" fmla="*/ 206789 w 340375"/>
                <a:gd name="connsiteY4" fmla="*/ 317274 h 327769"/>
                <a:gd name="connsiteX5" fmla="*/ 206789 w 340375"/>
                <a:gd name="connsiteY5" fmla="*/ 142296 h 327769"/>
                <a:gd name="connsiteX6" fmla="*/ 233515 w 340375"/>
                <a:gd name="connsiteY6" fmla="*/ 132085 h 327769"/>
                <a:gd name="connsiteX7" fmla="*/ 233515 w 340375"/>
                <a:gd name="connsiteY7" fmla="*/ 41066 h 327769"/>
                <a:gd name="connsiteX8" fmla="*/ 258601 w 340375"/>
                <a:gd name="connsiteY8" fmla="*/ 37914 h 327769"/>
                <a:gd name="connsiteX9" fmla="*/ 288479 w 340375"/>
                <a:gd name="connsiteY9" fmla="*/ 29342 h 327769"/>
                <a:gd name="connsiteX10" fmla="*/ 302598 w 340375"/>
                <a:gd name="connsiteY10" fmla="*/ 39553 h 327769"/>
                <a:gd name="connsiteX11" fmla="*/ 321508 w 340375"/>
                <a:gd name="connsiteY11" fmla="*/ 27829 h 327769"/>
                <a:gd name="connsiteX12" fmla="*/ 339283 w 340375"/>
                <a:gd name="connsiteY12" fmla="*/ 24425 h 327769"/>
                <a:gd name="connsiteX13" fmla="*/ 337140 w 340375"/>
                <a:gd name="connsiteY13" fmla="*/ 18248 h 327769"/>
                <a:gd name="connsiteX14" fmla="*/ 281419 w 340375"/>
                <a:gd name="connsiteY14" fmla="*/ 22282 h 327769"/>
                <a:gd name="connsiteX15" fmla="*/ 240322 w 340375"/>
                <a:gd name="connsiteY15" fmla="*/ 24929 h 327769"/>
                <a:gd name="connsiteX16" fmla="*/ 181954 w 340375"/>
                <a:gd name="connsiteY16" fmla="*/ 24929 h 327769"/>
                <a:gd name="connsiteX17" fmla="*/ 172625 w 340375"/>
                <a:gd name="connsiteY17" fmla="*/ 15600 h 327769"/>
                <a:gd name="connsiteX18" fmla="*/ 81102 w 340375"/>
                <a:gd name="connsiteY18" fmla="*/ 15600 h 327769"/>
                <a:gd name="connsiteX19" fmla="*/ 57276 w 340375"/>
                <a:gd name="connsiteY19" fmla="*/ 9045 h 327769"/>
                <a:gd name="connsiteX20" fmla="*/ 32063 w 340375"/>
                <a:gd name="connsiteY20" fmla="*/ 7659 h 327769"/>
                <a:gd name="connsiteX21" fmla="*/ 20086 w 340375"/>
                <a:gd name="connsiteY21" fmla="*/ 2364 h 327769"/>
                <a:gd name="connsiteX22" fmla="*/ 10758 w 340375"/>
                <a:gd name="connsiteY22" fmla="*/ 9045 h 327769"/>
                <a:gd name="connsiteX23" fmla="*/ 2437 w 340375"/>
                <a:gd name="connsiteY23" fmla="*/ 11188 h 327769"/>
                <a:gd name="connsiteX24" fmla="*/ 17439 w 340375"/>
                <a:gd name="connsiteY24" fmla="*/ 45856 h 327769"/>
                <a:gd name="connsiteX25" fmla="*/ 43282 w 340375"/>
                <a:gd name="connsiteY25" fmla="*/ 99938 h 327769"/>
                <a:gd name="connsiteX26" fmla="*/ 70386 w 340375"/>
                <a:gd name="connsiteY26" fmla="*/ 155281 h 327769"/>
                <a:gd name="connsiteX27" fmla="*/ 71521 w 340375"/>
                <a:gd name="connsiteY27" fmla="*/ 200034 h 327769"/>
                <a:gd name="connsiteX28" fmla="*/ 80976 w 340375"/>
                <a:gd name="connsiteY28" fmla="*/ 241635 h 327769"/>
                <a:gd name="connsiteX29" fmla="*/ 99003 w 340375"/>
                <a:gd name="connsiteY29" fmla="*/ 305929 h 327769"/>
                <a:gd name="connsiteX30" fmla="*/ 115518 w 340375"/>
                <a:gd name="connsiteY30" fmla="*/ 327107 h 327769"/>
                <a:gd name="connsiteX31" fmla="*/ 126738 w 340375"/>
                <a:gd name="connsiteY31" fmla="*/ 324334 h 327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40375" h="327769">
                  <a:moveTo>
                    <a:pt x="126738" y="324334"/>
                  </a:moveTo>
                  <a:cubicBezTo>
                    <a:pt x="126738" y="318787"/>
                    <a:pt x="136192" y="308702"/>
                    <a:pt x="141613" y="316518"/>
                  </a:cubicBezTo>
                  <a:cubicBezTo>
                    <a:pt x="147160" y="324334"/>
                    <a:pt x="144765" y="335302"/>
                    <a:pt x="155732" y="335302"/>
                  </a:cubicBezTo>
                  <a:cubicBezTo>
                    <a:pt x="166700" y="335302"/>
                    <a:pt x="186366" y="339210"/>
                    <a:pt x="189518" y="334545"/>
                  </a:cubicBezTo>
                  <a:cubicBezTo>
                    <a:pt x="192669" y="329755"/>
                    <a:pt x="206789" y="325847"/>
                    <a:pt x="206789" y="317274"/>
                  </a:cubicBezTo>
                  <a:cubicBezTo>
                    <a:pt x="206789" y="308702"/>
                    <a:pt x="206789" y="148599"/>
                    <a:pt x="206789" y="142296"/>
                  </a:cubicBezTo>
                  <a:cubicBezTo>
                    <a:pt x="206789" y="135993"/>
                    <a:pt x="233515" y="142296"/>
                    <a:pt x="233515" y="132085"/>
                  </a:cubicBezTo>
                  <a:cubicBezTo>
                    <a:pt x="233515" y="121874"/>
                    <a:pt x="233515" y="41066"/>
                    <a:pt x="233515" y="41066"/>
                  </a:cubicBezTo>
                  <a:cubicBezTo>
                    <a:pt x="233515" y="41066"/>
                    <a:pt x="253181" y="39553"/>
                    <a:pt x="258601" y="37914"/>
                  </a:cubicBezTo>
                  <a:cubicBezTo>
                    <a:pt x="264148" y="36401"/>
                    <a:pt x="283688" y="26190"/>
                    <a:pt x="288479" y="29342"/>
                  </a:cubicBezTo>
                  <a:cubicBezTo>
                    <a:pt x="293143" y="32493"/>
                    <a:pt x="299446" y="43461"/>
                    <a:pt x="302598" y="39553"/>
                  </a:cubicBezTo>
                  <a:cubicBezTo>
                    <a:pt x="305750" y="35645"/>
                    <a:pt x="313566" y="27829"/>
                    <a:pt x="321508" y="27829"/>
                  </a:cubicBezTo>
                  <a:cubicBezTo>
                    <a:pt x="325794" y="27829"/>
                    <a:pt x="332854" y="25938"/>
                    <a:pt x="339283" y="24425"/>
                  </a:cubicBezTo>
                  <a:cubicBezTo>
                    <a:pt x="338022" y="22156"/>
                    <a:pt x="337140" y="20013"/>
                    <a:pt x="337140" y="18248"/>
                  </a:cubicBezTo>
                  <a:cubicBezTo>
                    <a:pt x="337140" y="11567"/>
                    <a:pt x="289361" y="19509"/>
                    <a:pt x="281419" y="22282"/>
                  </a:cubicBezTo>
                  <a:cubicBezTo>
                    <a:pt x="273477" y="24929"/>
                    <a:pt x="248264" y="28964"/>
                    <a:pt x="240322" y="24929"/>
                  </a:cubicBezTo>
                  <a:cubicBezTo>
                    <a:pt x="232380" y="20895"/>
                    <a:pt x="181954" y="24929"/>
                    <a:pt x="181954" y="24929"/>
                  </a:cubicBezTo>
                  <a:lnTo>
                    <a:pt x="172625" y="15600"/>
                  </a:lnTo>
                  <a:cubicBezTo>
                    <a:pt x="172625" y="15600"/>
                    <a:pt x="90305" y="15600"/>
                    <a:pt x="81102" y="15600"/>
                  </a:cubicBezTo>
                  <a:cubicBezTo>
                    <a:pt x="71899" y="15600"/>
                    <a:pt x="65218" y="14340"/>
                    <a:pt x="57276" y="9045"/>
                  </a:cubicBezTo>
                  <a:cubicBezTo>
                    <a:pt x="49333" y="3751"/>
                    <a:pt x="41391" y="3751"/>
                    <a:pt x="32063" y="7659"/>
                  </a:cubicBezTo>
                  <a:cubicBezTo>
                    <a:pt x="22734" y="11692"/>
                    <a:pt x="26768" y="2364"/>
                    <a:pt x="20086" y="2364"/>
                  </a:cubicBezTo>
                  <a:cubicBezTo>
                    <a:pt x="13405" y="2364"/>
                    <a:pt x="10758" y="9045"/>
                    <a:pt x="10758" y="9045"/>
                  </a:cubicBezTo>
                  <a:lnTo>
                    <a:pt x="2437" y="11188"/>
                  </a:lnTo>
                  <a:cubicBezTo>
                    <a:pt x="1555" y="19256"/>
                    <a:pt x="8740" y="34132"/>
                    <a:pt x="17439" y="45856"/>
                  </a:cubicBezTo>
                  <a:cubicBezTo>
                    <a:pt x="26516" y="57958"/>
                    <a:pt x="37483" y="80776"/>
                    <a:pt x="43282" y="99938"/>
                  </a:cubicBezTo>
                  <a:cubicBezTo>
                    <a:pt x="49207" y="119226"/>
                    <a:pt x="66100" y="140783"/>
                    <a:pt x="70386" y="155281"/>
                  </a:cubicBezTo>
                  <a:cubicBezTo>
                    <a:pt x="74673" y="169778"/>
                    <a:pt x="67235" y="190579"/>
                    <a:pt x="71521" y="200034"/>
                  </a:cubicBezTo>
                  <a:cubicBezTo>
                    <a:pt x="75807" y="209488"/>
                    <a:pt x="78581" y="225499"/>
                    <a:pt x="80976" y="241635"/>
                  </a:cubicBezTo>
                  <a:cubicBezTo>
                    <a:pt x="83371" y="257772"/>
                    <a:pt x="84506" y="291809"/>
                    <a:pt x="99003" y="305929"/>
                  </a:cubicBezTo>
                  <a:cubicBezTo>
                    <a:pt x="104550" y="311349"/>
                    <a:pt x="110223" y="318787"/>
                    <a:pt x="115518" y="327107"/>
                  </a:cubicBezTo>
                  <a:cubicBezTo>
                    <a:pt x="121821" y="327611"/>
                    <a:pt x="126738" y="328494"/>
                    <a:pt x="126738" y="324334"/>
                  </a:cubicBezTo>
                  <a:close/>
                </a:path>
              </a:pathLst>
            </a:custGeom>
            <a:grpFill/>
            <a:ln w="1270" cap="flat">
              <a:solidFill>
                <a:schemeClr val="bg1"/>
              </a:solidFill>
              <a:prstDash val="solid"/>
              <a:miter/>
            </a:ln>
          </p:spPr>
          <p:txBody>
            <a:bodyPr rtlCol="0" anchor="ctr"/>
            <a:lstStyle/>
            <a:p>
              <a:endParaRPr lang="ko-KR" altLang="en-US"/>
            </a:p>
          </p:txBody>
        </p:sp>
        <p:sp>
          <p:nvSpPr>
            <p:cNvPr id="23" name="자유형: 도형 3">
              <a:extLst>
                <a:ext uri="{FF2B5EF4-FFF2-40B4-BE49-F238E27FC236}">
                  <a16:creationId xmlns:a16="http://schemas.microsoft.com/office/drawing/2014/main" id="{41E30B88-5EA2-DD41-82F9-7B2806F97CE8}"/>
                </a:ext>
              </a:extLst>
            </p:cNvPr>
            <p:cNvSpPr/>
            <p:nvPr/>
          </p:nvSpPr>
          <p:spPr>
            <a:xfrm>
              <a:off x="6446870" y="4994343"/>
              <a:ext cx="201704" cy="189098"/>
            </a:xfrm>
            <a:custGeom>
              <a:avLst/>
              <a:gdLst>
                <a:gd name="connsiteX0" fmla="*/ 143052 w 201704"/>
                <a:gd name="connsiteY0" fmla="*/ 10936 h 189097"/>
                <a:gd name="connsiteX1" fmla="*/ 139144 w 201704"/>
                <a:gd name="connsiteY1" fmla="*/ 2364 h 189097"/>
                <a:gd name="connsiteX2" fmla="*/ 116327 w 201704"/>
                <a:gd name="connsiteY2" fmla="*/ 3120 h 189097"/>
                <a:gd name="connsiteX3" fmla="*/ 101451 w 201704"/>
                <a:gd name="connsiteY3" fmla="*/ 16483 h 189097"/>
                <a:gd name="connsiteX4" fmla="*/ 77121 w 201704"/>
                <a:gd name="connsiteY4" fmla="*/ 35267 h 189097"/>
                <a:gd name="connsiteX5" fmla="*/ 49638 w 201704"/>
                <a:gd name="connsiteY5" fmla="*/ 65018 h 189097"/>
                <a:gd name="connsiteX6" fmla="*/ 15853 w 201704"/>
                <a:gd name="connsiteY6" fmla="*/ 59597 h 189097"/>
                <a:gd name="connsiteX7" fmla="*/ 2364 w 201704"/>
                <a:gd name="connsiteY7" fmla="*/ 61614 h 189097"/>
                <a:gd name="connsiteX8" fmla="*/ 17492 w 201704"/>
                <a:gd name="connsiteY8" fmla="*/ 76742 h 189097"/>
                <a:gd name="connsiteX9" fmla="*/ 32115 w 201704"/>
                <a:gd name="connsiteY9" fmla="*/ 108636 h 189097"/>
                <a:gd name="connsiteX10" fmla="*/ 58715 w 201704"/>
                <a:gd name="connsiteY10" fmla="*/ 127168 h 189097"/>
                <a:gd name="connsiteX11" fmla="*/ 69304 w 201704"/>
                <a:gd name="connsiteY11" fmla="*/ 147087 h 189097"/>
                <a:gd name="connsiteX12" fmla="*/ 87836 w 201704"/>
                <a:gd name="connsiteY12" fmla="*/ 165618 h 189097"/>
                <a:gd name="connsiteX13" fmla="*/ 106620 w 201704"/>
                <a:gd name="connsiteY13" fmla="*/ 176838 h 189097"/>
                <a:gd name="connsiteX14" fmla="*/ 131959 w 201704"/>
                <a:gd name="connsiteY14" fmla="*/ 181502 h 189097"/>
                <a:gd name="connsiteX15" fmla="*/ 162088 w 201704"/>
                <a:gd name="connsiteY15" fmla="*/ 187175 h 189097"/>
                <a:gd name="connsiteX16" fmla="*/ 189066 w 201704"/>
                <a:gd name="connsiteY16" fmla="*/ 160323 h 189097"/>
                <a:gd name="connsiteX17" fmla="*/ 196126 w 201704"/>
                <a:gd name="connsiteY17" fmla="*/ 134480 h 189097"/>
                <a:gd name="connsiteX18" fmla="*/ 210245 w 201704"/>
                <a:gd name="connsiteY18" fmla="*/ 114436 h 189097"/>
                <a:gd name="connsiteX19" fmla="*/ 202051 w 201704"/>
                <a:gd name="connsiteY19" fmla="*/ 94391 h 189097"/>
                <a:gd name="connsiteX20" fmla="*/ 209111 w 201704"/>
                <a:gd name="connsiteY20" fmla="*/ 70817 h 189097"/>
                <a:gd name="connsiteX21" fmla="*/ 207976 w 201704"/>
                <a:gd name="connsiteY21" fmla="*/ 29594 h 189097"/>
                <a:gd name="connsiteX22" fmla="*/ 177342 w 201704"/>
                <a:gd name="connsiteY22" fmla="*/ 19004 h 189097"/>
                <a:gd name="connsiteX23" fmla="*/ 143052 w 201704"/>
                <a:gd name="connsiteY23" fmla="*/ 10936 h 18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1704" h="189097">
                  <a:moveTo>
                    <a:pt x="143052" y="10936"/>
                  </a:moveTo>
                  <a:lnTo>
                    <a:pt x="139144" y="2364"/>
                  </a:lnTo>
                  <a:lnTo>
                    <a:pt x="116327" y="3120"/>
                  </a:lnTo>
                  <a:cubicBezTo>
                    <a:pt x="101451" y="7028"/>
                    <a:pt x="101451" y="11819"/>
                    <a:pt x="101451" y="16483"/>
                  </a:cubicBezTo>
                  <a:cubicBezTo>
                    <a:pt x="101451" y="21147"/>
                    <a:pt x="87332" y="32115"/>
                    <a:pt x="77121" y="35267"/>
                  </a:cubicBezTo>
                  <a:cubicBezTo>
                    <a:pt x="66909" y="38419"/>
                    <a:pt x="55941" y="61993"/>
                    <a:pt x="49638" y="65018"/>
                  </a:cubicBezTo>
                  <a:cubicBezTo>
                    <a:pt x="43335" y="68170"/>
                    <a:pt x="22156" y="60354"/>
                    <a:pt x="15853" y="59597"/>
                  </a:cubicBezTo>
                  <a:cubicBezTo>
                    <a:pt x="12953" y="59219"/>
                    <a:pt x="7785" y="60354"/>
                    <a:pt x="2364" y="61614"/>
                  </a:cubicBezTo>
                  <a:cubicBezTo>
                    <a:pt x="6272" y="68548"/>
                    <a:pt x="14466" y="76742"/>
                    <a:pt x="17492" y="76742"/>
                  </a:cubicBezTo>
                  <a:cubicBezTo>
                    <a:pt x="21400" y="76742"/>
                    <a:pt x="22787" y="104603"/>
                    <a:pt x="32115" y="108636"/>
                  </a:cubicBezTo>
                  <a:cubicBezTo>
                    <a:pt x="41444" y="112544"/>
                    <a:pt x="58715" y="121874"/>
                    <a:pt x="58715" y="127168"/>
                  </a:cubicBezTo>
                  <a:cubicBezTo>
                    <a:pt x="58715" y="132463"/>
                    <a:pt x="69304" y="139144"/>
                    <a:pt x="69304" y="147087"/>
                  </a:cubicBezTo>
                  <a:cubicBezTo>
                    <a:pt x="69304" y="155029"/>
                    <a:pt x="79768" y="165996"/>
                    <a:pt x="87836" y="165618"/>
                  </a:cubicBezTo>
                  <a:cubicBezTo>
                    <a:pt x="104855" y="165114"/>
                    <a:pt x="106620" y="172173"/>
                    <a:pt x="106620" y="176838"/>
                  </a:cubicBezTo>
                  <a:cubicBezTo>
                    <a:pt x="106620" y="181502"/>
                    <a:pt x="128933" y="176838"/>
                    <a:pt x="131959" y="181502"/>
                  </a:cubicBezTo>
                  <a:cubicBezTo>
                    <a:pt x="134732" y="185914"/>
                    <a:pt x="156793" y="184150"/>
                    <a:pt x="162088" y="187175"/>
                  </a:cubicBezTo>
                  <a:cubicBezTo>
                    <a:pt x="171291" y="178225"/>
                    <a:pt x="184528" y="166374"/>
                    <a:pt x="189066" y="160323"/>
                  </a:cubicBezTo>
                  <a:cubicBezTo>
                    <a:pt x="196126" y="150995"/>
                    <a:pt x="190201" y="138010"/>
                    <a:pt x="196126" y="134480"/>
                  </a:cubicBezTo>
                  <a:cubicBezTo>
                    <a:pt x="202051" y="130950"/>
                    <a:pt x="215036" y="115696"/>
                    <a:pt x="210245" y="114436"/>
                  </a:cubicBezTo>
                  <a:cubicBezTo>
                    <a:pt x="205455" y="113301"/>
                    <a:pt x="209111" y="101451"/>
                    <a:pt x="202051" y="94391"/>
                  </a:cubicBezTo>
                  <a:cubicBezTo>
                    <a:pt x="194991" y="87331"/>
                    <a:pt x="210245" y="83802"/>
                    <a:pt x="209111" y="70817"/>
                  </a:cubicBezTo>
                  <a:cubicBezTo>
                    <a:pt x="207976" y="57832"/>
                    <a:pt x="211506" y="31989"/>
                    <a:pt x="207976" y="29594"/>
                  </a:cubicBezTo>
                  <a:cubicBezTo>
                    <a:pt x="204446" y="27199"/>
                    <a:pt x="187931" y="26064"/>
                    <a:pt x="177342" y="19004"/>
                  </a:cubicBezTo>
                  <a:cubicBezTo>
                    <a:pt x="166501" y="12197"/>
                    <a:pt x="143052" y="10936"/>
                    <a:pt x="143052" y="10936"/>
                  </a:cubicBezTo>
                  <a:close/>
                </a:path>
              </a:pathLst>
            </a:custGeom>
            <a:grpFill/>
            <a:ln w="1270" cap="flat">
              <a:solidFill>
                <a:schemeClr val="bg1"/>
              </a:solidFill>
              <a:prstDash val="solid"/>
              <a:miter/>
            </a:ln>
          </p:spPr>
          <p:txBody>
            <a:bodyPr rtlCol="0" anchor="ctr"/>
            <a:lstStyle/>
            <a:p>
              <a:endParaRPr lang="ko-KR" altLang="en-US"/>
            </a:p>
          </p:txBody>
        </p:sp>
        <p:sp>
          <p:nvSpPr>
            <p:cNvPr id="24" name="자유형: 도형 4">
              <a:extLst>
                <a:ext uri="{FF2B5EF4-FFF2-40B4-BE49-F238E27FC236}">
                  <a16:creationId xmlns:a16="http://schemas.microsoft.com/office/drawing/2014/main" id="{82BCDBE7-B166-4149-B593-359759A25042}"/>
                </a:ext>
              </a:extLst>
            </p:cNvPr>
            <p:cNvSpPr/>
            <p:nvPr/>
          </p:nvSpPr>
          <p:spPr>
            <a:xfrm>
              <a:off x="6314376" y="5053720"/>
              <a:ext cx="239524" cy="252130"/>
            </a:xfrm>
            <a:custGeom>
              <a:avLst/>
              <a:gdLst>
                <a:gd name="connsiteX0" fmla="*/ 220330 w 239523"/>
                <a:gd name="connsiteY0" fmla="*/ 106367 h 252130"/>
                <a:gd name="connsiteX1" fmla="*/ 201798 w 239523"/>
                <a:gd name="connsiteY1" fmla="*/ 87836 h 252130"/>
                <a:gd name="connsiteX2" fmla="*/ 191209 w 239523"/>
                <a:gd name="connsiteY2" fmla="*/ 67918 h 252130"/>
                <a:gd name="connsiteX3" fmla="*/ 164609 w 239523"/>
                <a:gd name="connsiteY3" fmla="*/ 49386 h 252130"/>
                <a:gd name="connsiteX4" fmla="*/ 149986 w 239523"/>
                <a:gd name="connsiteY4" fmla="*/ 17492 h 252130"/>
                <a:gd name="connsiteX5" fmla="*/ 134858 w 239523"/>
                <a:gd name="connsiteY5" fmla="*/ 2364 h 252130"/>
                <a:gd name="connsiteX6" fmla="*/ 117083 w 239523"/>
                <a:gd name="connsiteY6" fmla="*/ 5768 h 252130"/>
                <a:gd name="connsiteX7" fmla="*/ 98173 w 239523"/>
                <a:gd name="connsiteY7" fmla="*/ 17492 h 252130"/>
                <a:gd name="connsiteX8" fmla="*/ 84054 w 239523"/>
                <a:gd name="connsiteY8" fmla="*/ 7280 h 252130"/>
                <a:gd name="connsiteX9" fmla="*/ 54176 w 239523"/>
                <a:gd name="connsiteY9" fmla="*/ 15853 h 252130"/>
                <a:gd name="connsiteX10" fmla="*/ 29089 w 239523"/>
                <a:gd name="connsiteY10" fmla="*/ 19004 h 252130"/>
                <a:gd name="connsiteX11" fmla="*/ 29089 w 239523"/>
                <a:gd name="connsiteY11" fmla="*/ 110023 h 252130"/>
                <a:gd name="connsiteX12" fmla="*/ 2364 w 239523"/>
                <a:gd name="connsiteY12" fmla="*/ 120235 h 252130"/>
                <a:gd name="connsiteX13" fmla="*/ 2364 w 239523"/>
                <a:gd name="connsiteY13" fmla="*/ 198269 h 252130"/>
                <a:gd name="connsiteX14" fmla="*/ 14970 w 239523"/>
                <a:gd name="connsiteY14" fmla="*/ 206589 h 252130"/>
                <a:gd name="connsiteX15" fmla="*/ 23543 w 239523"/>
                <a:gd name="connsiteY15" fmla="*/ 236340 h 252130"/>
                <a:gd name="connsiteX16" fmla="*/ 18122 w 239523"/>
                <a:gd name="connsiteY16" fmla="*/ 242644 h 252130"/>
                <a:gd name="connsiteX17" fmla="*/ 22786 w 239523"/>
                <a:gd name="connsiteY17" fmla="*/ 254368 h 252130"/>
                <a:gd name="connsiteX18" fmla="*/ 49512 w 239523"/>
                <a:gd name="connsiteY18" fmla="*/ 252729 h 252130"/>
                <a:gd name="connsiteX19" fmla="*/ 73842 w 239523"/>
                <a:gd name="connsiteY19" fmla="*/ 225247 h 252130"/>
                <a:gd name="connsiteX20" fmla="*/ 91870 w 239523"/>
                <a:gd name="connsiteY20" fmla="*/ 211127 h 252130"/>
                <a:gd name="connsiteX21" fmla="*/ 123260 w 239523"/>
                <a:gd name="connsiteY21" fmla="*/ 221339 h 252130"/>
                <a:gd name="connsiteX22" fmla="*/ 148347 w 239523"/>
                <a:gd name="connsiteY22" fmla="*/ 209615 h 252130"/>
                <a:gd name="connsiteX23" fmla="*/ 158558 w 239523"/>
                <a:gd name="connsiteY23" fmla="*/ 189949 h 252130"/>
                <a:gd name="connsiteX24" fmla="*/ 181250 w 239523"/>
                <a:gd name="connsiteY24" fmla="*/ 173434 h 252130"/>
                <a:gd name="connsiteX25" fmla="*/ 192218 w 239523"/>
                <a:gd name="connsiteY25" fmla="*/ 155407 h 252130"/>
                <a:gd name="connsiteX26" fmla="*/ 213396 w 239523"/>
                <a:gd name="connsiteY26" fmla="*/ 139649 h 252130"/>
                <a:gd name="connsiteX27" fmla="*/ 229911 w 239523"/>
                <a:gd name="connsiteY27" fmla="*/ 130194 h 252130"/>
                <a:gd name="connsiteX28" fmla="*/ 238988 w 239523"/>
                <a:gd name="connsiteY28" fmla="*/ 117335 h 252130"/>
                <a:gd name="connsiteX29" fmla="*/ 238861 w 239523"/>
                <a:gd name="connsiteY29" fmla="*/ 117209 h 252130"/>
                <a:gd name="connsiteX30" fmla="*/ 220330 w 239523"/>
                <a:gd name="connsiteY30" fmla="*/ 106367 h 252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39523" h="252130">
                  <a:moveTo>
                    <a:pt x="220330" y="106367"/>
                  </a:moveTo>
                  <a:cubicBezTo>
                    <a:pt x="212262" y="106620"/>
                    <a:pt x="201798" y="95778"/>
                    <a:pt x="201798" y="87836"/>
                  </a:cubicBezTo>
                  <a:cubicBezTo>
                    <a:pt x="201798" y="79894"/>
                    <a:pt x="191209" y="73213"/>
                    <a:pt x="191209" y="67918"/>
                  </a:cubicBezTo>
                  <a:cubicBezTo>
                    <a:pt x="191209" y="62623"/>
                    <a:pt x="173938" y="53294"/>
                    <a:pt x="164609" y="49386"/>
                  </a:cubicBezTo>
                  <a:cubicBezTo>
                    <a:pt x="155281" y="45352"/>
                    <a:pt x="154020" y="17492"/>
                    <a:pt x="149986" y="17492"/>
                  </a:cubicBezTo>
                  <a:cubicBezTo>
                    <a:pt x="146960" y="17492"/>
                    <a:pt x="138766" y="9298"/>
                    <a:pt x="134858" y="2364"/>
                  </a:cubicBezTo>
                  <a:cubicBezTo>
                    <a:pt x="128303" y="3877"/>
                    <a:pt x="121243" y="5768"/>
                    <a:pt x="117083" y="5768"/>
                  </a:cubicBezTo>
                  <a:cubicBezTo>
                    <a:pt x="109267" y="5768"/>
                    <a:pt x="101324" y="13584"/>
                    <a:pt x="98173" y="17492"/>
                  </a:cubicBezTo>
                  <a:cubicBezTo>
                    <a:pt x="95021" y="21400"/>
                    <a:pt x="88718" y="10432"/>
                    <a:pt x="84054" y="7280"/>
                  </a:cubicBezTo>
                  <a:cubicBezTo>
                    <a:pt x="79389" y="4129"/>
                    <a:pt x="59723" y="14340"/>
                    <a:pt x="54176" y="15853"/>
                  </a:cubicBezTo>
                  <a:cubicBezTo>
                    <a:pt x="48629" y="17492"/>
                    <a:pt x="29089" y="19004"/>
                    <a:pt x="29089" y="19004"/>
                  </a:cubicBezTo>
                  <a:cubicBezTo>
                    <a:pt x="29089" y="19004"/>
                    <a:pt x="29089" y="99812"/>
                    <a:pt x="29089" y="110023"/>
                  </a:cubicBezTo>
                  <a:cubicBezTo>
                    <a:pt x="29089" y="120235"/>
                    <a:pt x="2364" y="113931"/>
                    <a:pt x="2364" y="120235"/>
                  </a:cubicBezTo>
                  <a:cubicBezTo>
                    <a:pt x="2364" y="123134"/>
                    <a:pt x="2364" y="159441"/>
                    <a:pt x="2364" y="198269"/>
                  </a:cubicBezTo>
                  <a:cubicBezTo>
                    <a:pt x="8163" y="200412"/>
                    <a:pt x="13583" y="203186"/>
                    <a:pt x="14970" y="206589"/>
                  </a:cubicBezTo>
                  <a:cubicBezTo>
                    <a:pt x="18122" y="214405"/>
                    <a:pt x="25181" y="231676"/>
                    <a:pt x="23543" y="236340"/>
                  </a:cubicBezTo>
                  <a:cubicBezTo>
                    <a:pt x="22030" y="241131"/>
                    <a:pt x="18122" y="237979"/>
                    <a:pt x="18122" y="242644"/>
                  </a:cubicBezTo>
                  <a:cubicBezTo>
                    <a:pt x="18122" y="247308"/>
                    <a:pt x="14970" y="254368"/>
                    <a:pt x="22786" y="254368"/>
                  </a:cubicBezTo>
                  <a:cubicBezTo>
                    <a:pt x="30602" y="254368"/>
                    <a:pt x="43965" y="259032"/>
                    <a:pt x="49512" y="252729"/>
                  </a:cubicBezTo>
                  <a:cubicBezTo>
                    <a:pt x="55059" y="246426"/>
                    <a:pt x="73086" y="232307"/>
                    <a:pt x="73842" y="225247"/>
                  </a:cubicBezTo>
                  <a:cubicBezTo>
                    <a:pt x="74599" y="218187"/>
                    <a:pt x="78507" y="202555"/>
                    <a:pt x="91870" y="211127"/>
                  </a:cubicBezTo>
                  <a:cubicBezTo>
                    <a:pt x="105233" y="219700"/>
                    <a:pt x="105989" y="221339"/>
                    <a:pt x="123260" y="221339"/>
                  </a:cubicBezTo>
                  <a:cubicBezTo>
                    <a:pt x="140531" y="221339"/>
                    <a:pt x="145195" y="220582"/>
                    <a:pt x="148347" y="209615"/>
                  </a:cubicBezTo>
                  <a:cubicBezTo>
                    <a:pt x="151498" y="198647"/>
                    <a:pt x="148347" y="189949"/>
                    <a:pt x="158558" y="189949"/>
                  </a:cubicBezTo>
                  <a:cubicBezTo>
                    <a:pt x="168769" y="189949"/>
                    <a:pt x="181250" y="180494"/>
                    <a:pt x="181250" y="173434"/>
                  </a:cubicBezTo>
                  <a:cubicBezTo>
                    <a:pt x="181250" y="166374"/>
                    <a:pt x="185914" y="155407"/>
                    <a:pt x="192218" y="155407"/>
                  </a:cubicBezTo>
                  <a:cubicBezTo>
                    <a:pt x="198521" y="155407"/>
                    <a:pt x="211758" y="147591"/>
                    <a:pt x="213396" y="139649"/>
                  </a:cubicBezTo>
                  <a:cubicBezTo>
                    <a:pt x="214909" y="131833"/>
                    <a:pt x="226003" y="134984"/>
                    <a:pt x="229911" y="130194"/>
                  </a:cubicBezTo>
                  <a:cubicBezTo>
                    <a:pt x="231802" y="127925"/>
                    <a:pt x="235584" y="122378"/>
                    <a:pt x="238988" y="117335"/>
                  </a:cubicBezTo>
                  <a:cubicBezTo>
                    <a:pt x="238988" y="117335"/>
                    <a:pt x="238861" y="117209"/>
                    <a:pt x="238861" y="117209"/>
                  </a:cubicBezTo>
                  <a:cubicBezTo>
                    <a:pt x="238988" y="112797"/>
                    <a:pt x="237223" y="105737"/>
                    <a:pt x="220330" y="106367"/>
                  </a:cubicBezTo>
                  <a:close/>
                </a:path>
              </a:pathLst>
            </a:custGeom>
            <a:grpFill/>
            <a:ln w="1270" cap="flat">
              <a:solidFill>
                <a:schemeClr val="bg1"/>
              </a:solidFill>
              <a:prstDash val="solid"/>
              <a:miter/>
            </a:ln>
          </p:spPr>
          <p:txBody>
            <a:bodyPr rtlCol="0" anchor="ctr"/>
            <a:lstStyle/>
            <a:p>
              <a:endParaRPr lang="ko-KR" altLang="en-US"/>
            </a:p>
          </p:txBody>
        </p:sp>
        <p:sp>
          <p:nvSpPr>
            <p:cNvPr id="25" name="자유형: 도형 5">
              <a:extLst>
                <a:ext uri="{FF2B5EF4-FFF2-40B4-BE49-F238E27FC236}">
                  <a16:creationId xmlns:a16="http://schemas.microsoft.com/office/drawing/2014/main" id="{D994BC13-F13E-2D42-8548-0F2D89B2F394}"/>
                </a:ext>
              </a:extLst>
            </p:cNvPr>
            <p:cNvSpPr/>
            <p:nvPr/>
          </p:nvSpPr>
          <p:spPr>
            <a:xfrm>
              <a:off x="6593358" y="5274964"/>
              <a:ext cx="37820" cy="37820"/>
            </a:xfrm>
            <a:custGeom>
              <a:avLst/>
              <a:gdLst>
                <a:gd name="connsiteX0" fmla="*/ 20391 w 37819"/>
                <a:gd name="connsiteY0" fmla="*/ 2364 h 37819"/>
                <a:gd name="connsiteX1" fmla="*/ 2364 w 37819"/>
                <a:gd name="connsiteY1" fmla="*/ 21525 h 37819"/>
                <a:gd name="connsiteX2" fmla="*/ 18752 w 37819"/>
                <a:gd name="connsiteY2" fmla="*/ 46108 h 37819"/>
                <a:gd name="connsiteX3" fmla="*/ 33501 w 37819"/>
                <a:gd name="connsiteY3" fmla="*/ 40057 h 37819"/>
                <a:gd name="connsiteX4" fmla="*/ 37914 w 37819"/>
                <a:gd name="connsiteY4" fmla="*/ 32997 h 37819"/>
                <a:gd name="connsiteX5" fmla="*/ 35393 w 37819"/>
                <a:gd name="connsiteY5" fmla="*/ 10180 h 37819"/>
                <a:gd name="connsiteX6" fmla="*/ 20391 w 37819"/>
                <a:gd name="connsiteY6" fmla="*/ 2364 h 3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819" h="37819">
                  <a:moveTo>
                    <a:pt x="20391" y="2364"/>
                  </a:moveTo>
                  <a:cubicBezTo>
                    <a:pt x="13835" y="2364"/>
                    <a:pt x="2364" y="18248"/>
                    <a:pt x="2364" y="21525"/>
                  </a:cubicBezTo>
                  <a:cubicBezTo>
                    <a:pt x="2364" y="24803"/>
                    <a:pt x="10558" y="45604"/>
                    <a:pt x="18752" y="46108"/>
                  </a:cubicBezTo>
                  <a:cubicBezTo>
                    <a:pt x="26946" y="46612"/>
                    <a:pt x="32997" y="46108"/>
                    <a:pt x="33501" y="40057"/>
                  </a:cubicBezTo>
                  <a:cubicBezTo>
                    <a:pt x="33754" y="37032"/>
                    <a:pt x="35897" y="34636"/>
                    <a:pt x="37914" y="32997"/>
                  </a:cubicBezTo>
                  <a:cubicBezTo>
                    <a:pt x="37284" y="27829"/>
                    <a:pt x="35897" y="16861"/>
                    <a:pt x="35393" y="10180"/>
                  </a:cubicBezTo>
                  <a:cubicBezTo>
                    <a:pt x="30728" y="6902"/>
                    <a:pt x="24551" y="2364"/>
                    <a:pt x="20391" y="2364"/>
                  </a:cubicBezTo>
                  <a:close/>
                </a:path>
              </a:pathLst>
            </a:custGeom>
            <a:grpFill/>
            <a:ln w="1270" cap="flat">
              <a:solidFill>
                <a:schemeClr val="bg1"/>
              </a:solidFill>
              <a:prstDash val="solid"/>
              <a:miter/>
            </a:ln>
          </p:spPr>
          <p:txBody>
            <a:bodyPr rtlCol="0" anchor="ctr"/>
            <a:lstStyle/>
            <a:p>
              <a:endParaRPr lang="ko-KR" altLang="en-US"/>
            </a:p>
          </p:txBody>
        </p:sp>
        <p:sp>
          <p:nvSpPr>
            <p:cNvPr id="26" name="자유형: 도형 6">
              <a:extLst>
                <a:ext uri="{FF2B5EF4-FFF2-40B4-BE49-F238E27FC236}">
                  <a16:creationId xmlns:a16="http://schemas.microsoft.com/office/drawing/2014/main" id="{5AAB49EC-3B71-ED4E-8BAC-963720FBAC3B}"/>
                </a:ext>
              </a:extLst>
            </p:cNvPr>
            <p:cNvSpPr/>
            <p:nvPr/>
          </p:nvSpPr>
          <p:spPr>
            <a:xfrm>
              <a:off x="6497296" y="5355017"/>
              <a:ext cx="63033" cy="63033"/>
            </a:xfrm>
            <a:custGeom>
              <a:avLst/>
              <a:gdLst>
                <a:gd name="connsiteX0" fmla="*/ 44722 w 63032"/>
                <a:gd name="connsiteY0" fmla="*/ 4253 h 63032"/>
                <a:gd name="connsiteX1" fmla="*/ 17996 w 63032"/>
                <a:gd name="connsiteY1" fmla="*/ 15221 h 63032"/>
                <a:gd name="connsiteX2" fmla="*/ 2364 w 63032"/>
                <a:gd name="connsiteY2" fmla="*/ 38795 h 63032"/>
                <a:gd name="connsiteX3" fmla="*/ 17996 w 63032"/>
                <a:gd name="connsiteY3" fmla="*/ 60730 h 63032"/>
                <a:gd name="connsiteX4" fmla="*/ 28964 w 63032"/>
                <a:gd name="connsiteY4" fmla="*/ 62243 h 63032"/>
                <a:gd name="connsiteX5" fmla="*/ 35267 w 63032"/>
                <a:gd name="connsiteY5" fmla="*/ 48123 h 63032"/>
                <a:gd name="connsiteX6" fmla="*/ 52538 w 63032"/>
                <a:gd name="connsiteY6" fmla="*/ 43459 h 63032"/>
                <a:gd name="connsiteX7" fmla="*/ 61993 w 63032"/>
                <a:gd name="connsiteY7" fmla="*/ 24549 h 63032"/>
                <a:gd name="connsiteX8" fmla="*/ 44722 w 63032"/>
                <a:gd name="connsiteY8" fmla="*/ 4253 h 63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32" h="63032">
                  <a:moveTo>
                    <a:pt x="44722" y="4253"/>
                  </a:moveTo>
                  <a:cubicBezTo>
                    <a:pt x="41570" y="-2050"/>
                    <a:pt x="21148" y="8917"/>
                    <a:pt x="17996" y="15221"/>
                  </a:cubicBezTo>
                  <a:cubicBezTo>
                    <a:pt x="14844" y="21524"/>
                    <a:pt x="2364" y="38795"/>
                    <a:pt x="2364" y="38795"/>
                  </a:cubicBezTo>
                  <a:lnTo>
                    <a:pt x="17996" y="60730"/>
                  </a:lnTo>
                  <a:lnTo>
                    <a:pt x="28964" y="62243"/>
                  </a:lnTo>
                  <a:cubicBezTo>
                    <a:pt x="28964" y="62243"/>
                    <a:pt x="32115" y="54427"/>
                    <a:pt x="35267" y="48123"/>
                  </a:cubicBezTo>
                  <a:cubicBezTo>
                    <a:pt x="38419" y="41820"/>
                    <a:pt x="52538" y="49762"/>
                    <a:pt x="52538" y="43459"/>
                  </a:cubicBezTo>
                  <a:cubicBezTo>
                    <a:pt x="52538" y="37156"/>
                    <a:pt x="61993" y="30853"/>
                    <a:pt x="61993" y="24549"/>
                  </a:cubicBezTo>
                  <a:cubicBezTo>
                    <a:pt x="61993" y="18372"/>
                    <a:pt x="47873" y="10430"/>
                    <a:pt x="44722" y="4253"/>
                  </a:cubicBezTo>
                  <a:close/>
                </a:path>
              </a:pathLst>
            </a:custGeom>
            <a:grpFill/>
            <a:ln w="1270" cap="flat">
              <a:solidFill>
                <a:schemeClr val="bg1"/>
              </a:solidFill>
              <a:prstDash val="solid"/>
              <a:miter/>
            </a:ln>
          </p:spPr>
          <p:txBody>
            <a:bodyPr rtlCol="0" anchor="ctr"/>
            <a:lstStyle/>
            <a:p>
              <a:endParaRPr lang="ko-KR" altLang="en-US"/>
            </a:p>
          </p:txBody>
        </p:sp>
        <p:sp>
          <p:nvSpPr>
            <p:cNvPr id="27" name="자유형: 도형 7">
              <a:extLst>
                <a:ext uri="{FF2B5EF4-FFF2-40B4-BE49-F238E27FC236}">
                  <a16:creationId xmlns:a16="http://schemas.microsoft.com/office/drawing/2014/main" id="{963522C9-C44B-E448-9D30-1FB63C2A70AA}"/>
                </a:ext>
              </a:extLst>
            </p:cNvPr>
            <p:cNvSpPr/>
            <p:nvPr/>
          </p:nvSpPr>
          <p:spPr>
            <a:xfrm>
              <a:off x="6223105" y="5169195"/>
              <a:ext cx="428621" cy="365589"/>
            </a:xfrm>
            <a:custGeom>
              <a:avLst/>
              <a:gdLst>
                <a:gd name="connsiteX0" fmla="*/ 408545 w 428621"/>
                <a:gd name="connsiteY0" fmla="*/ 141540 h 365588"/>
                <a:gd name="connsiteX1" fmla="*/ 408167 w 428621"/>
                <a:gd name="connsiteY1" fmla="*/ 138766 h 365588"/>
                <a:gd name="connsiteX2" fmla="*/ 403755 w 428621"/>
                <a:gd name="connsiteY2" fmla="*/ 145826 h 365588"/>
                <a:gd name="connsiteX3" fmla="*/ 389005 w 428621"/>
                <a:gd name="connsiteY3" fmla="*/ 151877 h 365588"/>
                <a:gd name="connsiteX4" fmla="*/ 372617 w 428621"/>
                <a:gd name="connsiteY4" fmla="*/ 127294 h 365588"/>
                <a:gd name="connsiteX5" fmla="*/ 390644 w 428621"/>
                <a:gd name="connsiteY5" fmla="*/ 108132 h 365588"/>
                <a:gd name="connsiteX6" fmla="*/ 405772 w 428621"/>
                <a:gd name="connsiteY6" fmla="*/ 115948 h 365588"/>
                <a:gd name="connsiteX7" fmla="*/ 405646 w 428621"/>
                <a:gd name="connsiteY7" fmla="*/ 111032 h 365588"/>
                <a:gd name="connsiteX8" fmla="*/ 403251 w 428621"/>
                <a:gd name="connsiteY8" fmla="*/ 62749 h 365588"/>
                <a:gd name="connsiteX9" fmla="*/ 386736 w 428621"/>
                <a:gd name="connsiteY9" fmla="*/ 13331 h 365588"/>
                <a:gd name="connsiteX10" fmla="*/ 355598 w 428621"/>
                <a:gd name="connsiteY10" fmla="*/ 6902 h 365588"/>
                <a:gd name="connsiteX11" fmla="*/ 330385 w 428621"/>
                <a:gd name="connsiteY11" fmla="*/ 2364 h 365588"/>
                <a:gd name="connsiteX12" fmla="*/ 321308 w 428621"/>
                <a:gd name="connsiteY12" fmla="*/ 15223 h 365588"/>
                <a:gd name="connsiteX13" fmla="*/ 304794 w 428621"/>
                <a:gd name="connsiteY13" fmla="*/ 24677 h 365588"/>
                <a:gd name="connsiteX14" fmla="*/ 283615 w 428621"/>
                <a:gd name="connsiteY14" fmla="*/ 40436 h 365588"/>
                <a:gd name="connsiteX15" fmla="*/ 272647 w 428621"/>
                <a:gd name="connsiteY15" fmla="*/ 58463 h 365588"/>
                <a:gd name="connsiteX16" fmla="*/ 249956 w 428621"/>
                <a:gd name="connsiteY16" fmla="*/ 74977 h 365588"/>
                <a:gd name="connsiteX17" fmla="*/ 239744 w 428621"/>
                <a:gd name="connsiteY17" fmla="*/ 94643 h 365588"/>
                <a:gd name="connsiteX18" fmla="*/ 214657 w 428621"/>
                <a:gd name="connsiteY18" fmla="*/ 106367 h 365588"/>
                <a:gd name="connsiteX19" fmla="*/ 183267 w 428621"/>
                <a:gd name="connsiteY19" fmla="*/ 96156 h 365588"/>
                <a:gd name="connsiteX20" fmla="*/ 165240 w 428621"/>
                <a:gd name="connsiteY20" fmla="*/ 110275 h 365588"/>
                <a:gd name="connsiteX21" fmla="*/ 140909 w 428621"/>
                <a:gd name="connsiteY21" fmla="*/ 137758 h 365588"/>
                <a:gd name="connsiteX22" fmla="*/ 114184 w 428621"/>
                <a:gd name="connsiteY22" fmla="*/ 139396 h 365588"/>
                <a:gd name="connsiteX23" fmla="*/ 109519 w 428621"/>
                <a:gd name="connsiteY23" fmla="*/ 127672 h 365588"/>
                <a:gd name="connsiteX24" fmla="*/ 114940 w 428621"/>
                <a:gd name="connsiteY24" fmla="*/ 121369 h 365588"/>
                <a:gd name="connsiteX25" fmla="*/ 106367 w 428621"/>
                <a:gd name="connsiteY25" fmla="*/ 91618 h 365588"/>
                <a:gd name="connsiteX26" fmla="*/ 93761 w 428621"/>
                <a:gd name="connsiteY26" fmla="*/ 83298 h 365588"/>
                <a:gd name="connsiteX27" fmla="*/ 93761 w 428621"/>
                <a:gd name="connsiteY27" fmla="*/ 180242 h 365588"/>
                <a:gd name="connsiteX28" fmla="*/ 76490 w 428621"/>
                <a:gd name="connsiteY28" fmla="*/ 197513 h 365588"/>
                <a:gd name="connsiteX29" fmla="*/ 42705 w 428621"/>
                <a:gd name="connsiteY29" fmla="*/ 198269 h 365588"/>
                <a:gd name="connsiteX30" fmla="*/ 28585 w 428621"/>
                <a:gd name="connsiteY30" fmla="*/ 179485 h 365588"/>
                <a:gd name="connsiteX31" fmla="*/ 13710 w 428621"/>
                <a:gd name="connsiteY31" fmla="*/ 187301 h 365588"/>
                <a:gd name="connsiteX32" fmla="*/ 2364 w 428621"/>
                <a:gd name="connsiteY32" fmla="*/ 190075 h 365588"/>
                <a:gd name="connsiteX33" fmla="*/ 22408 w 428621"/>
                <a:gd name="connsiteY33" fmla="*/ 232432 h 365588"/>
                <a:gd name="connsiteX34" fmla="*/ 47873 w 428621"/>
                <a:gd name="connsiteY34" fmla="*/ 285002 h 365588"/>
                <a:gd name="connsiteX35" fmla="*/ 47873 w 428621"/>
                <a:gd name="connsiteY35" fmla="*/ 309710 h 365588"/>
                <a:gd name="connsiteX36" fmla="*/ 48252 w 428621"/>
                <a:gd name="connsiteY36" fmla="*/ 331267 h 365588"/>
                <a:gd name="connsiteX37" fmla="*/ 56950 w 428621"/>
                <a:gd name="connsiteY37" fmla="*/ 353959 h 365588"/>
                <a:gd name="connsiteX38" fmla="*/ 67918 w 428621"/>
                <a:gd name="connsiteY38" fmla="*/ 360641 h 365588"/>
                <a:gd name="connsiteX39" fmla="*/ 82037 w 428621"/>
                <a:gd name="connsiteY39" fmla="*/ 371986 h 365588"/>
                <a:gd name="connsiteX40" fmla="*/ 99308 w 428621"/>
                <a:gd name="connsiteY40" fmla="*/ 370852 h 365588"/>
                <a:gd name="connsiteX41" fmla="*/ 130698 w 428621"/>
                <a:gd name="connsiteY41" fmla="*/ 362658 h 365588"/>
                <a:gd name="connsiteX42" fmla="*/ 155029 w 428621"/>
                <a:gd name="connsiteY42" fmla="*/ 352825 h 365588"/>
                <a:gd name="connsiteX43" fmla="*/ 195874 w 428621"/>
                <a:gd name="connsiteY43" fmla="*/ 352447 h 365588"/>
                <a:gd name="connsiteX44" fmla="*/ 221339 w 428621"/>
                <a:gd name="connsiteY44" fmla="*/ 349295 h 365588"/>
                <a:gd name="connsiteX45" fmla="*/ 238232 w 428621"/>
                <a:gd name="connsiteY45" fmla="*/ 345765 h 365588"/>
                <a:gd name="connsiteX46" fmla="*/ 260167 w 428621"/>
                <a:gd name="connsiteY46" fmla="*/ 338327 h 365588"/>
                <a:gd name="connsiteX47" fmla="*/ 314753 w 428621"/>
                <a:gd name="connsiteY47" fmla="*/ 303785 h 365588"/>
                <a:gd name="connsiteX48" fmla="*/ 377912 w 428621"/>
                <a:gd name="connsiteY48" fmla="*/ 226507 h 365588"/>
                <a:gd name="connsiteX49" fmla="*/ 415983 w 428621"/>
                <a:gd name="connsiteY49" fmla="*/ 184150 h 365588"/>
                <a:gd name="connsiteX50" fmla="*/ 428464 w 428621"/>
                <a:gd name="connsiteY50" fmla="*/ 140531 h 365588"/>
                <a:gd name="connsiteX51" fmla="*/ 408545 w 428621"/>
                <a:gd name="connsiteY51" fmla="*/ 141540 h 365588"/>
                <a:gd name="connsiteX52" fmla="*/ 326729 w 428621"/>
                <a:gd name="connsiteY52" fmla="*/ 229281 h 365588"/>
                <a:gd name="connsiteX53" fmla="*/ 309458 w 428621"/>
                <a:gd name="connsiteY53" fmla="*/ 233945 h 365588"/>
                <a:gd name="connsiteX54" fmla="*/ 303155 w 428621"/>
                <a:gd name="connsiteY54" fmla="*/ 248065 h 365588"/>
                <a:gd name="connsiteX55" fmla="*/ 292188 w 428621"/>
                <a:gd name="connsiteY55" fmla="*/ 246552 h 365588"/>
                <a:gd name="connsiteX56" fmla="*/ 276555 w 428621"/>
                <a:gd name="connsiteY56" fmla="*/ 224616 h 365588"/>
                <a:gd name="connsiteX57" fmla="*/ 292188 w 428621"/>
                <a:gd name="connsiteY57" fmla="*/ 201042 h 365588"/>
                <a:gd name="connsiteX58" fmla="*/ 318913 w 428621"/>
                <a:gd name="connsiteY58" fmla="*/ 190075 h 365588"/>
                <a:gd name="connsiteX59" fmla="*/ 336184 w 428621"/>
                <a:gd name="connsiteY59" fmla="*/ 210497 h 365588"/>
                <a:gd name="connsiteX60" fmla="*/ 326729 w 428621"/>
                <a:gd name="connsiteY60" fmla="*/ 229281 h 365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28621" h="365588">
                  <a:moveTo>
                    <a:pt x="408545" y="141540"/>
                  </a:moveTo>
                  <a:cubicBezTo>
                    <a:pt x="408545" y="141540"/>
                    <a:pt x="408419" y="140405"/>
                    <a:pt x="408167" y="138766"/>
                  </a:cubicBezTo>
                  <a:cubicBezTo>
                    <a:pt x="406024" y="140405"/>
                    <a:pt x="404007" y="142926"/>
                    <a:pt x="403755" y="145826"/>
                  </a:cubicBezTo>
                  <a:cubicBezTo>
                    <a:pt x="403251" y="151877"/>
                    <a:pt x="397200" y="152381"/>
                    <a:pt x="389005" y="151877"/>
                  </a:cubicBezTo>
                  <a:cubicBezTo>
                    <a:pt x="380811" y="151373"/>
                    <a:pt x="372617" y="130572"/>
                    <a:pt x="372617" y="127294"/>
                  </a:cubicBezTo>
                  <a:cubicBezTo>
                    <a:pt x="372617" y="124016"/>
                    <a:pt x="384089" y="108132"/>
                    <a:pt x="390644" y="108132"/>
                  </a:cubicBezTo>
                  <a:cubicBezTo>
                    <a:pt x="394930" y="108132"/>
                    <a:pt x="400982" y="112671"/>
                    <a:pt x="405772" y="115948"/>
                  </a:cubicBezTo>
                  <a:cubicBezTo>
                    <a:pt x="405520" y="113553"/>
                    <a:pt x="405520" y="111788"/>
                    <a:pt x="405646" y="111032"/>
                  </a:cubicBezTo>
                  <a:cubicBezTo>
                    <a:pt x="406276" y="107502"/>
                    <a:pt x="410310" y="66909"/>
                    <a:pt x="403251" y="62749"/>
                  </a:cubicBezTo>
                  <a:cubicBezTo>
                    <a:pt x="396191" y="58589"/>
                    <a:pt x="389132" y="17492"/>
                    <a:pt x="386736" y="13331"/>
                  </a:cubicBezTo>
                  <a:cubicBezTo>
                    <a:pt x="384341" y="9171"/>
                    <a:pt x="358497" y="11567"/>
                    <a:pt x="355598" y="6902"/>
                  </a:cubicBezTo>
                  <a:cubicBezTo>
                    <a:pt x="352699" y="2238"/>
                    <a:pt x="330889" y="6776"/>
                    <a:pt x="330385" y="2364"/>
                  </a:cubicBezTo>
                  <a:cubicBezTo>
                    <a:pt x="326981" y="7406"/>
                    <a:pt x="323199" y="12827"/>
                    <a:pt x="321308" y="15223"/>
                  </a:cubicBezTo>
                  <a:cubicBezTo>
                    <a:pt x="317401" y="19887"/>
                    <a:pt x="306433" y="16735"/>
                    <a:pt x="304794" y="24677"/>
                  </a:cubicBezTo>
                  <a:cubicBezTo>
                    <a:pt x="303155" y="32493"/>
                    <a:pt x="289918" y="40436"/>
                    <a:pt x="283615" y="40436"/>
                  </a:cubicBezTo>
                  <a:cubicBezTo>
                    <a:pt x="277312" y="40436"/>
                    <a:pt x="272647" y="51403"/>
                    <a:pt x="272647" y="58463"/>
                  </a:cubicBezTo>
                  <a:cubicBezTo>
                    <a:pt x="272647" y="65522"/>
                    <a:pt x="260041" y="74977"/>
                    <a:pt x="249956" y="74977"/>
                  </a:cubicBezTo>
                  <a:cubicBezTo>
                    <a:pt x="239744" y="74977"/>
                    <a:pt x="242896" y="83550"/>
                    <a:pt x="239744" y="94643"/>
                  </a:cubicBezTo>
                  <a:cubicBezTo>
                    <a:pt x="236593" y="105611"/>
                    <a:pt x="231928" y="106367"/>
                    <a:pt x="214657" y="106367"/>
                  </a:cubicBezTo>
                  <a:cubicBezTo>
                    <a:pt x="197386" y="106367"/>
                    <a:pt x="196630" y="104728"/>
                    <a:pt x="183267" y="96156"/>
                  </a:cubicBezTo>
                  <a:cubicBezTo>
                    <a:pt x="169904" y="87584"/>
                    <a:pt x="165996" y="103216"/>
                    <a:pt x="165240" y="110275"/>
                  </a:cubicBezTo>
                  <a:cubicBezTo>
                    <a:pt x="164484" y="117335"/>
                    <a:pt x="146330" y="131455"/>
                    <a:pt x="140909" y="137758"/>
                  </a:cubicBezTo>
                  <a:cubicBezTo>
                    <a:pt x="135363" y="144061"/>
                    <a:pt x="122126" y="139396"/>
                    <a:pt x="114184" y="139396"/>
                  </a:cubicBezTo>
                  <a:cubicBezTo>
                    <a:pt x="106367" y="139396"/>
                    <a:pt x="109519" y="132337"/>
                    <a:pt x="109519" y="127672"/>
                  </a:cubicBezTo>
                  <a:cubicBezTo>
                    <a:pt x="109519" y="123008"/>
                    <a:pt x="113427" y="126160"/>
                    <a:pt x="114940" y="121369"/>
                  </a:cubicBezTo>
                  <a:cubicBezTo>
                    <a:pt x="116579" y="116705"/>
                    <a:pt x="109519" y="99434"/>
                    <a:pt x="106367" y="91618"/>
                  </a:cubicBezTo>
                  <a:cubicBezTo>
                    <a:pt x="104981" y="88214"/>
                    <a:pt x="99560" y="85441"/>
                    <a:pt x="93761" y="83298"/>
                  </a:cubicBezTo>
                  <a:cubicBezTo>
                    <a:pt x="93761" y="127799"/>
                    <a:pt x="93761" y="175577"/>
                    <a:pt x="93761" y="180242"/>
                  </a:cubicBezTo>
                  <a:cubicBezTo>
                    <a:pt x="93761" y="188814"/>
                    <a:pt x="79642" y="192848"/>
                    <a:pt x="76490" y="197513"/>
                  </a:cubicBezTo>
                  <a:cubicBezTo>
                    <a:pt x="73338" y="202177"/>
                    <a:pt x="53672" y="198269"/>
                    <a:pt x="42705" y="198269"/>
                  </a:cubicBezTo>
                  <a:cubicBezTo>
                    <a:pt x="31737" y="198269"/>
                    <a:pt x="34132" y="187301"/>
                    <a:pt x="28585" y="179485"/>
                  </a:cubicBezTo>
                  <a:cubicBezTo>
                    <a:pt x="23165" y="171669"/>
                    <a:pt x="13710" y="181881"/>
                    <a:pt x="13710" y="187301"/>
                  </a:cubicBezTo>
                  <a:cubicBezTo>
                    <a:pt x="13710" y="191461"/>
                    <a:pt x="8793" y="190705"/>
                    <a:pt x="2364" y="190075"/>
                  </a:cubicBezTo>
                  <a:cubicBezTo>
                    <a:pt x="10936" y="203690"/>
                    <a:pt x="18500" y="219574"/>
                    <a:pt x="22408" y="232432"/>
                  </a:cubicBezTo>
                  <a:cubicBezTo>
                    <a:pt x="28711" y="253233"/>
                    <a:pt x="43965" y="272773"/>
                    <a:pt x="47873" y="285002"/>
                  </a:cubicBezTo>
                  <a:cubicBezTo>
                    <a:pt x="51781" y="297230"/>
                    <a:pt x="56068" y="308576"/>
                    <a:pt x="47873" y="309710"/>
                  </a:cubicBezTo>
                  <a:cubicBezTo>
                    <a:pt x="39679" y="310845"/>
                    <a:pt x="39679" y="317904"/>
                    <a:pt x="48252" y="331267"/>
                  </a:cubicBezTo>
                  <a:cubicBezTo>
                    <a:pt x="56950" y="344630"/>
                    <a:pt x="49386" y="352447"/>
                    <a:pt x="56950" y="353959"/>
                  </a:cubicBezTo>
                  <a:cubicBezTo>
                    <a:pt x="64388" y="355472"/>
                    <a:pt x="61993" y="360263"/>
                    <a:pt x="67918" y="360641"/>
                  </a:cubicBezTo>
                  <a:cubicBezTo>
                    <a:pt x="73843" y="361019"/>
                    <a:pt x="78129" y="366944"/>
                    <a:pt x="82037" y="371986"/>
                  </a:cubicBezTo>
                  <a:cubicBezTo>
                    <a:pt x="85945" y="377155"/>
                    <a:pt x="95022" y="377155"/>
                    <a:pt x="99308" y="370852"/>
                  </a:cubicBezTo>
                  <a:cubicBezTo>
                    <a:pt x="103594" y="364549"/>
                    <a:pt x="116957" y="362658"/>
                    <a:pt x="130698" y="362658"/>
                  </a:cubicBezTo>
                  <a:cubicBezTo>
                    <a:pt x="144439" y="362658"/>
                    <a:pt x="141666" y="356733"/>
                    <a:pt x="155029" y="352825"/>
                  </a:cubicBezTo>
                  <a:cubicBezTo>
                    <a:pt x="168392" y="348917"/>
                    <a:pt x="184402" y="348539"/>
                    <a:pt x="195874" y="352447"/>
                  </a:cubicBezTo>
                  <a:cubicBezTo>
                    <a:pt x="207219" y="356355"/>
                    <a:pt x="215918" y="352825"/>
                    <a:pt x="221339" y="349295"/>
                  </a:cubicBezTo>
                  <a:cubicBezTo>
                    <a:pt x="226886" y="345765"/>
                    <a:pt x="237475" y="354842"/>
                    <a:pt x="238232" y="345765"/>
                  </a:cubicBezTo>
                  <a:cubicBezTo>
                    <a:pt x="238988" y="336688"/>
                    <a:pt x="249956" y="338327"/>
                    <a:pt x="260167" y="338327"/>
                  </a:cubicBezTo>
                  <a:cubicBezTo>
                    <a:pt x="270378" y="338327"/>
                    <a:pt x="295087" y="322191"/>
                    <a:pt x="314753" y="303785"/>
                  </a:cubicBezTo>
                  <a:cubicBezTo>
                    <a:pt x="334419" y="285380"/>
                    <a:pt x="366944" y="244913"/>
                    <a:pt x="377912" y="226507"/>
                  </a:cubicBezTo>
                  <a:cubicBezTo>
                    <a:pt x="388879" y="208102"/>
                    <a:pt x="406906" y="192344"/>
                    <a:pt x="415983" y="184150"/>
                  </a:cubicBezTo>
                  <a:cubicBezTo>
                    <a:pt x="422665" y="177973"/>
                    <a:pt x="426573" y="156289"/>
                    <a:pt x="428464" y="140531"/>
                  </a:cubicBezTo>
                  <a:cubicBezTo>
                    <a:pt x="419009" y="139901"/>
                    <a:pt x="408545" y="141540"/>
                    <a:pt x="408545" y="141540"/>
                  </a:cubicBezTo>
                  <a:close/>
                  <a:moveTo>
                    <a:pt x="326729" y="229281"/>
                  </a:moveTo>
                  <a:cubicBezTo>
                    <a:pt x="326729" y="235584"/>
                    <a:pt x="312610" y="227642"/>
                    <a:pt x="309458" y="233945"/>
                  </a:cubicBezTo>
                  <a:cubicBezTo>
                    <a:pt x="306307" y="240248"/>
                    <a:pt x="303155" y="248065"/>
                    <a:pt x="303155" y="248065"/>
                  </a:cubicBezTo>
                  <a:lnTo>
                    <a:pt x="292188" y="246552"/>
                  </a:lnTo>
                  <a:lnTo>
                    <a:pt x="276555" y="224616"/>
                  </a:lnTo>
                  <a:cubicBezTo>
                    <a:pt x="276555" y="224616"/>
                    <a:pt x="289162" y="207346"/>
                    <a:pt x="292188" y="201042"/>
                  </a:cubicBezTo>
                  <a:cubicBezTo>
                    <a:pt x="295339" y="194739"/>
                    <a:pt x="315762" y="183771"/>
                    <a:pt x="318913" y="190075"/>
                  </a:cubicBezTo>
                  <a:cubicBezTo>
                    <a:pt x="322065" y="196378"/>
                    <a:pt x="336184" y="204194"/>
                    <a:pt x="336184" y="210497"/>
                  </a:cubicBezTo>
                  <a:cubicBezTo>
                    <a:pt x="336184" y="216674"/>
                    <a:pt x="326729" y="222978"/>
                    <a:pt x="326729" y="229281"/>
                  </a:cubicBezTo>
                  <a:close/>
                </a:path>
              </a:pathLst>
            </a:custGeom>
            <a:grpFill/>
            <a:ln w="1270" cap="flat">
              <a:solidFill>
                <a:schemeClr val="bg1"/>
              </a:solidFill>
              <a:prstDash val="solid"/>
              <a:miter/>
            </a:ln>
          </p:spPr>
          <p:txBody>
            <a:bodyPr rtlCol="0" anchor="ctr"/>
            <a:lstStyle/>
            <a:p>
              <a:endParaRPr lang="ko-KR" altLang="en-US"/>
            </a:p>
          </p:txBody>
        </p:sp>
        <p:sp>
          <p:nvSpPr>
            <p:cNvPr id="28" name="자유형: 도형 8">
              <a:extLst>
                <a:ext uri="{FF2B5EF4-FFF2-40B4-BE49-F238E27FC236}">
                  <a16:creationId xmlns:a16="http://schemas.microsoft.com/office/drawing/2014/main" id="{7EB277F4-CAE2-9C4A-BEFF-01BEF1F65FEC}"/>
                </a:ext>
              </a:extLst>
            </p:cNvPr>
            <p:cNvSpPr/>
            <p:nvPr/>
          </p:nvSpPr>
          <p:spPr>
            <a:xfrm>
              <a:off x="6110277" y="4729354"/>
              <a:ext cx="302556" cy="327769"/>
            </a:xfrm>
            <a:custGeom>
              <a:avLst/>
              <a:gdLst>
                <a:gd name="connsiteX0" fmla="*/ 19761 w 302556"/>
                <a:gd name="connsiteY0" fmla="*/ 304667 h 327769"/>
                <a:gd name="connsiteX1" fmla="*/ 31737 w 302556"/>
                <a:gd name="connsiteY1" fmla="*/ 309962 h 327769"/>
                <a:gd name="connsiteX2" fmla="*/ 56950 w 302556"/>
                <a:gd name="connsiteY2" fmla="*/ 311349 h 327769"/>
                <a:gd name="connsiteX3" fmla="*/ 80776 w 302556"/>
                <a:gd name="connsiteY3" fmla="*/ 317905 h 327769"/>
                <a:gd name="connsiteX4" fmla="*/ 172299 w 302556"/>
                <a:gd name="connsiteY4" fmla="*/ 317905 h 327769"/>
                <a:gd name="connsiteX5" fmla="*/ 181628 w 302556"/>
                <a:gd name="connsiteY5" fmla="*/ 327233 h 327769"/>
                <a:gd name="connsiteX6" fmla="*/ 239996 w 302556"/>
                <a:gd name="connsiteY6" fmla="*/ 327233 h 327769"/>
                <a:gd name="connsiteX7" fmla="*/ 281093 w 302556"/>
                <a:gd name="connsiteY7" fmla="*/ 324586 h 327769"/>
                <a:gd name="connsiteX8" fmla="*/ 288405 w 302556"/>
                <a:gd name="connsiteY8" fmla="*/ 322821 h 327769"/>
                <a:gd name="connsiteX9" fmla="*/ 258149 w 302556"/>
                <a:gd name="connsiteY9" fmla="*/ 281472 h 327769"/>
                <a:gd name="connsiteX10" fmla="*/ 260923 w 302556"/>
                <a:gd name="connsiteY10" fmla="*/ 193226 h 327769"/>
                <a:gd name="connsiteX11" fmla="*/ 300255 w 302556"/>
                <a:gd name="connsiteY11" fmla="*/ 194613 h 327769"/>
                <a:gd name="connsiteX12" fmla="*/ 307063 w 302556"/>
                <a:gd name="connsiteY12" fmla="*/ 187805 h 327769"/>
                <a:gd name="connsiteX13" fmla="*/ 312736 w 302556"/>
                <a:gd name="connsiteY13" fmla="*/ 135110 h 327769"/>
                <a:gd name="connsiteX14" fmla="*/ 305550 w 302556"/>
                <a:gd name="connsiteY14" fmla="*/ 134858 h 327769"/>
                <a:gd name="connsiteX15" fmla="*/ 281976 w 302556"/>
                <a:gd name="connsiteY15" fmla="*/ 137253 h 327769"/>
                <a:gd name="connsiteX16" fmla="*/ 267857 w 302556"/>
                <a:gd name="connsiteY16" fmla="*/ 144313 h 327769"/>
                <a:gd name="connsiteX17" fmla="*/ 267857 w 302556"/>
                <a:gd name="connsiteY17" fmla="*/ 123134 h 327769"/>
                <a:gd name="connsiteX18" fmla="*/ 254872 w 302556"/>
                <a:gd name="connsiteY18" fmla="*/ 101955 h 327769"/>
                <a:gd name="connsiteX19" fmla="*/ 258402 w 302556"/>
                <a:gd name="connsiteY19" fmla="*/ 64262 h 327769"/>
                <a:gd name="connsiteX20" fmla="*/ 253737 w 302556"/>
                <a:gd name="connsiteY20" fmla="*/ 43083 h 327769"/>
                <a:gd name="connsiteX21" fmla="*/ 236088 w 302556"/>
                <a:gd name="connsiteY21" fmla="*/ 39553 h 327769"/>
                <a:gd name="connsiteX22" fmla="*/ 223103 w 302556"/>
                <a:gd name="connsiteY22" fmla="*/ 33628 h 327769"/>
                <a:gd name="connsiteX23" fmla="*/ 201925 w 302556"/>
                <a:gd name="connsiteY23" fmla="*/ 33628 h 327769"/>
                <a:gd name="connsiteX24" fmla="*/ 191335 w 302556"/>
                <a:gd name="connsiteY24" fmla="*/ 57202 h 327769"/>
                <a:gd name="connsiteX25" fmla="*/ 160701 w 302556"/>
                <a:gd name="connsiteY25" fmla="*/ 61866 h 327769"/>
                <a:gd name="connsiteX26" fmla="*/ 138388 w 302556"/>
                <a:gd name="connsiteY26" fmla="*/ 45352 h 327769"/>
                <a:gd name="connsiteX27" fmla="*/ 127798 w 302556"/>
                <a:gd name="connsiteY27" fmla="*/ 25308 h 327769"/>
                <a:gd name="connsiteX28" fmla="*/ 123134 w 302556"/>
                <a:gd name="connsiteY28" fmla="*/ 2868 h 327769"/>
                <a:gd name="connsiteX29" fmla="*/ 37157 w 302556"/>
                <a:gd name="connsiteY29" fmla="*/ 2868 h 327769"/>
                <a:gd name="connsiteX30" fmla="*/ 22156 w 302556"/>
                <a:gd name="connsiteY30" fmla="*/ 11062 h 327769"/>
                <a:gd name="connsiteX31" fmla="*/ 45352 w 302556"/>
                <a:gd name="connsiteY31" fmla="*/ 66405 h 327769"/>
                <a:gd name="connsiteX32" fmla="*/ 41066 w 302556"/>
                <a:gd name="connsiteY32" fmla="*/ 94265 h 327769"/>
                <a:gd name="connsiteX33" fmla="*/ 57580 w 302556"/>
                <a:gd name="connsiteY33" fmla="*/ 149986 h 327769"/>
                <a:gd name="connsiteX34" fmla="*/ 38796 w 302556"/>
                <a:gd name="connsiteY34" fmla="*/ 188436 h 327769"/>
                <a:gd name="connsiteX35" fmla="*/ 19635 w 302556"/>
                <a:gd name="connsiteY35" fmla="*/ 239366 h 327769"/>
                <a:gd name="connsiteX36" fmla="*/ 5894 w 302556"/>
                <a:gd name="connsiteY36" fmla="*/ 276681 h 327769"/>
                <a:gd name="connsiteX37" fmla="*/ 2364 w 302556"/>
                <a:gd name="connsiteY37" fmla="*/ 312358 h 327769"/>
                <a:gd name="connsiteX38" fmla="*/ 2364 w 302556"/>
                <a:gd name="connsiteY38" fmla="*/ 313366 h 327769"/>
                <a:gd name="connsiteX39" fmla="*/ 10684 w 302556"/>
                <a:gd name="connsiteY39" fmla="*/ 311223 h 327769"/>
                <a:gd name="connsiteX40" fmla="*/ 19761 w 302556"/>
                <a:gd name="connsiteY40" fmla="*/ 304667 h 327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02556" h="327769">
                  <a:moveTo>
                    <a:pt x="19761" y="304667"/>
                  </a:moveTo>
                  <a:cubicBezTo>
                    <a:pt x="26442" y="304667"/>
                    <a:pt x="22408" y="313997"/>
                    <a:pt x="31737" y="309962"/>
                  </a:cubicBezTo>
                  <a:cubicBezTo>
                    <a:pt x="41066" y="306054"/>
                    <a:pt x="49008" y="306054"/>
                    <a:pt x="56950" y="311349"/>
                  </a:cubicBezTo>
                  <a:cubicBezTo>
                    <a:pt x="64892" y="316644"/>
                    <a:pt x="71573" y="317905"/>
                    <a:pt x="80776" y="317905"/>
                  </a:cubicBezTo>
                  <a:cubicBezTo>
                    <a:pt x="89979" y="317905"/>
                    <a:pt x="172299" y="317905"/>
                    <a:pt x="172299" y="317905"/>
                  </a:cubicBezTo>
                  <a:lnTo>
                    <a:pt x="181628" y="327233"/>
                  </a:lnTo>
                  <a:cubicBezTo>
                    <a:pt x="181628" y="327233"/>
                    <a:pt x="232054" y="323199"/>
                    <a:pt x="239996" y="327233"/>
                  </a:cubicBezTo>
                  <a:cubicBezTo>
                    <a:pt x="247938" y="331141"/>
                    <a:pt x="273151" y="327233"/>
                    <a:pt x="281093" y="324586"/>
                  </a:cubicBezTo>
                  <a:cubicBezTo>
                    <a:pt x="282480" y="324082"/>
                    <a:pt x="285128" y="323451"/>
                    <a:pt x="288405" y="322821"/>
                  </a:cubicBezTo>
                  <a:lnTo>
                    <a:pt x="258149" y="281472"/>
                  </a:lnTo>
                  <a:lnTo>
                    <a:pt x="260923" y="193226"/>
                  </a:lnTo>
                  <a:lnTo>
                    <a:pt x="300255" y="194613"/>
                  </a:lnTo>
                  <a:lnTo>
                    <a:pt x="307063" y="187805"/>
                  </a:lnTo>
                  <a:lnTo>
                    <a:pt x="312736" y="135110"/>
                  </a:lnTo>
                  <a:cubicBezTo>
                    <a:pt x="310719" y="134102"/>
                    <a:pt x="308323" y="133723"/>
                    <a:pt x="305550" y="134858"/>
                  </a:cubicBezTo>
                  <a:cubicBezTo>
                    <a:pt x="297356" y="138388"/>
                    <a:pt x="290296" y="137253"/>
                    <a:pt x="281976" y="137253"/>
                  </a:cubicBezTo>
                  <a:cubicBezTo>
                    <a:pt x="273782" y="137253"/>
                    <a:pt x="272521" y="145448"/>
                    <a:pt x="267857" y="144313"/>
                  </a:cubicBezTo>
                  <a:cubicBezTo>
                    <a:pt x="263192" y="143178"/>
                    <a:pt x="266722" y="129059"/>
                    <a:pt x="267857" y="123134"/>
                  </a:cubicBezTo>
                  <a:cubicBezTo>
                    <a:pt x="268991" y="117209"/>
                    <a:pt x="260797" y="106619"/>
                    <a:pt x="254872" y="101955"/>
                  </a:cubicBezTo>
                  <a:cubicBezTo>
                    <a:pt x="248947" y="97165"/>
                    <a:pt x="261932" y="67792"/>
                    <a:pt x="258402" y="64262"/>
                  </a:cubicBezTo>
                  <a:cubicBezTo>
                    <a:pt x="254872" y="60732"/>
                    <a:pt x="253737" y="51277"/>
                    <a:pt x="253737" y="43083"/>
                  </a:cubicBezTo>
                  <a:cubicBezTo>
                    <a:pt x="253737" y="34888"/>
                    <a:pt x="247812" y="39553"/>
                    <a:pt x="236088" y="39553"/>
                  </a:cubicBezTo>
                  <a:cubicBezTo>
                    <a:pt x="224364" y="39553"/>
                    <a:pt x="223103" y="33628"/>
                    <a:pt x="223103" y="33628"/>
                  </a:cubicBezTo>
                  <a:cubicBezTo>
                    <a:pt x="223103" y="33628"/>
                    <a:pt x="208984" y="30098"/>
                    <a:pt x="201925" y="33628"/>
                  </a:cubicBezTo>
                  <a:cubicBezTo>
                    <a:pt x="194865" y="37157"/>
                    <a:pt x="195999" y="58337"/>
                    <a:pt x="191335" y="57202"/>
                  </a:cubicBezTo>
                  <a:cubicBezTo>
                    <a:pt x="186671" y="56067"/>
                    <a:pt x="172425" y="58337"/>
                    <a:pt x="160701" y="61866"/>
                  </a:cubicBezTo>
                  <a:cubicBezTo>
                    <a:pt x="148977" y="65396"/>
                    <a:pt x="144187" y="59471"/>
                    <a:pt x="138388" y="45352"/>
                  </a:cubicBezTo>
                  <a:cubicBezTo>
                    <a:pt x="132463" y="31232"/>
                    <a:pt x="125403" y="35897"/>
                    <a:pt x="127798" y="25308"/>
                  </a:cubicBezTo>
                  <a:cubicBezTo>
                    <a:pt x="130193" y="14718"/>
                    <a:pt x="123134" y="2868"/>
                    <a:pt x="123134" y="2868"/>
                  </a:cubicBezTo>
                  <a:cubicBezTo>
                    <a:pt x="123134" y="2868"/>
                    <a:pt x="45478" y="1733"/>
                    <a:pt x="37157" y="2868"/>
                  </a:cubicBezTo>
                  <a:cubicBezTo>
                    <a:pt x="33880" y="3372"/>
                    <a:pt x="27955" y="6902"/>
                    <a:pt x="22156" y="11062"/>
                  </a:cubicBezTo>
                  <a:cubicBezTo>
                    <a:pt x="26946" y="29216"/>
                    <a:pt x="42074" y="59345"/>
                    <a:pt x="45352" y="66405"/>
                  </a:cubicBezTo>
                  <a:cubicBezTo>
                    <a:pt x="48882" y="73842"/>
                    <a:pt x="41066" y="80524"/>
                    <a:pt x="41066" y="94265"/>
                  </a:cubicBezTo>
                  <a:cubicBezTo>
                    <a:pt x="41066" y="108006"/>
                    <a:pt x="55941" y="133093"/>
                    <a:pt x="57580" y="149986"/>
                  </a:cubicBezTo>
                  <a:cubicBezTo>
                    <a:pt x="59219" y="166878"/>
                    <a:pt x="48125" y="177468"/>
                    <a:pt x="38796" y="188436"/>
                  </a:cubicBezTo>
                  <a:cubicBezTo>
                    <a:pt x="29341" y="199403"/>
                    <a:pt x="19635" y="224112"/>
                    <a:pt x="19635" y="239366"/>
                  </a:cubicBezTo>
                  <a:cubicBezTo>
                    <a:pt x="19635" y="254620"/>
                    <a:pt x="5515" y="269621"/>
                    <a:pt x="5894" y="276681"/>
                  </a:cubicBezTo>
                  <a:cubicBezTo>
                    <a:pt x="6272" y="283741"/>
                    <a:pt x="4003" y="304542"/>
                    <a:pt x="2364" y="312358"/>
                  </a:cubicBezTo>
                  <a:cubicBezTo>
                    <a:pt x="2364" y="312736"/>
                    <a:pt x="2364" y="313114"/>
                    <a:pt x="2364" y="313366"/>
                  </a:cubicBezTo>
                  <a:lnTo>
                    <a:pt x="10684" y="311223"/>
                  </a:lnTo>
                  <a:cubicBezTo>
                    <a:pt x="10432" y="311349"/>
                    <a:pt x="13079" y="304667"/>
                    <a:pt x="19761" y="304667"/>
                  </a:cubicBezTo>
                  <a:close/>
                </a:path>
              </a:pathLst>
            </a:custGeom>
            <a:grpFill/>
            <a:ln w="1270" cap="flat">
              <a:solidFill>
                <a:schemeClr val="bg1"/>
              </a:solidFill>
              <a:prstDash val="solid"/>
              <a:miter/>
            </a:ln>
          </p:spPr>
          <p:txBody>
            <a:bodyPr rtlCol="0" anchor="ctr"/>
            <a:lstStyle/>
            <a:p>
              <a:endParaRPr lang="ko-KR" altLang="en-US"/>
            </a:p>
          </p:txBody>
        </p:sp>
        <p:sp>
          <p:nvSpPr>
            <p:cNvPr id="29" name="자유형: 도형 9">
              <a:extLst>
                <a:ext uri="{FF2B5EF4-FFF2-40B4-BE49-F238E27FC236}">
                  <a16:creationId xmlns:a16="http://schemas.microsoft.com/office/drawing/2014/main" id="{ADFC51FF-B048-414E-87A4-CB401CACB29A}"/>
                </a:ext>
              </a:extLst>
            </p:cNvPr>
            <p:cNvSpPr/>
            <p:nvPr/>
          </p:nvSpPr>
          <p:spPr>
            <a:xfrm>
              <a:off x="6366063" y="4791000"/>
              <a:ext cx="302556" cy="264737"/>
            </a:xfrm>
            <a:custGeom>
              <a:avLst/>
              <a:gdLst>
                <a:gd name="connsiteX0" fmla="*/ 237223 w 302556"/>
                <a:gd name="connsiteY0" fmla="*/ 13331 h 264736"/>
                <a:gd name="connsiteX1" fmla="*/ 218061 w 302556"/>
                <a:gd name="connsiteY1" fmla="*/ 2364 h 264736"/>
                <a:gd name="connsiteX2" fmla="*/ 186167 w 302556"/>
                <a:gd name="connsiteY2" fmla="*/ 7154 h 264736"/>
                <a:gd name="connsiteX3" fmla="*/ 179107 w 302556"/>
                <a:gd name="connsiteY3" fmla="*/ 24803 h 264736"/>
                <a:gd name="connsiteX4" fmla="*/ 175577 w 302556"/>
                <a:gd name="connsiteY4" fmla="*/ 38923 h 264736"/>
                <a:gd name="connsiteX5" fmla="*/ 174443 w 302556"/>
                <a:gd name="connsiteY5" fmla="*/ 68296 h 264736"/>
                <a:gd name="connsiteX6" fmla="*/ 168518 w 302556"/>
                <a:gd name="connsiteY6" fmla="*/ 93005 h 264736"/>
                <a:gd name="connsiteX7" fmla="*/ 186167 w 302556"/>
                <a:gd name="connsiteY7" fmla="*/ 114183 h 264736"/>
                <a:gd name="connsiteX8" fmla="*/ 203816 w 302556"/>
                <a:gd name="connsiteY8" fmla="*/ 108258 h 264736"/>
                <a:gd name="connsiteX9" fmla="*/ 207346 w 302556"/>
                <a:gd name="connsiteY9" fmla="*/ 127168 h 264736"/>
                <a:gd name="connsiteX10" fmla="*/ 202681 w 302556"/>
                <a:gd name="connsiteY10" fmla="*/ 138892 h 264736"/>
                <a:gd name="connsiteX11" fmla="*/ 183898 w 302556"/>
                <a:gd name="connsiteY11" fmla="*/ 138892 h 264736"/>
                <a:gd name="connsiteX12" fmla="*/ 173308 w 302556"/>
                <a:gd name="connsiteY12" fmla="*/ 116579 h 264736"/>
                <a:gd name="connsiteX13" fmla="*/ 153264 w 302556"/>
                <a:gd name="connsiteY13" fmla="*/ 111914 h 264736"/>
                <a:gd name="connsiteX14" fmla="*/ 139144 w 302556"/>
                <a:gd name="connsiteY14" fmla="*/ 96661 h 264736"/>
                <a:gd name="connsiteX15" fmla="*/ 129689 w 302556"/>
                <a:gd name="connsiteY15" fmla="*/ 101325 h 264736"/>
                <a:gd name="connsiteX16" fmla="*/ 117966 w 302556"/>
                <a:gd name="connsiteY16" fmla="*/ 104855 h 264736"/>
                <a:gd name="connsiteX17" fmla="*/ 95652 w 302556"/>
                <a:gd name="connsiteY17" fmla="*/ 97795 h 264736"/>
                <a:gd name="connsiteX18" fmla="*/ 87458 w 302556"/>
                <a:gd name="connsiteY18" fmla="*/ 84810 h 264736"/>
                <a:gd name="connsiteX19" fmla="*/ 70943 w 302556"/>
                <a:gd name="connsiteY19" fmla="*/ 85945 h 264736"/>
                <a:gd name="connsiteX20" fmla="*/ 63884 w 302556"/>
                <a:gd name="connsiteY20" fmla="*/ 80020 h 264736"/>
                <a:gd name="connsiteX21" fmla="*/ 56950 w 302556"/>
                <a:gd name="connsiteY21" fmla="*/ 73212 h 264736"/>
                <a:gd name="connsiteX22" fmla="*/ 51277 w 302556"/>
                <a:gd name="connsiteY22" fmla="*/ 125908 h 264736"/>
                <a:gd name="connsiteX23" fmla="*/ 44470 w 302556"/>
                <a:gd name="connsiteY23" fmla="*/ 132715 h 264736"/>
                <a:gd name="connsiteX24" fmla="*/ 5137 w 302556"/>
                <a:gd name="connsiteY24" fmla="*/ 131328 h 264736"/>
                <a:gd name="connsiteX25" fmla="*/ 2364 w 302556"/>
                <a:gd name="connsiteY25" fmla="*/ 219574 h 264736"/>
                <a:gd name="connsiteX26" fmla="*/ 32620 w 302556"/>
                <a:gd name="connsiteY26" fmla="*/ 260923 h 264736"/>
                <a:gd name="connsiteX27" fmla="*/ 81029 w 302556"/>
                <a:gd name="connsiteY27" fmla="*/ 258654 h 264736"/>
                <a:gd name="connsiteX28" fmla="*/ 83171 w 302556"/>
                <a:gd name="connsiteY28" fmla="*/ 264831 h 264736"/>
                <a:gd name="connsiteX29" fmla="*/ 96661 w 302556"/>
                <a:gd name="connsiteY29" fmla="*/ 262814 h 264736"/>
                <a:gd name="connsiteX30" fmla="*/ 130446 w 302556"/>
                <a:gd name="connsiteY30" fmla="*/ 268235 h 264736"/>
                <a:gd name="connsiteX31" fmla="*/ 157928 w 302556"/>
                <a:gd name="connsiteY31" fmla="*/ 238484 h 264736"/>
                <a:gd name="connsiteX32" fmla="*/ 182259 w 302556"/>
                <a:gd name="connsiteY32" fmla="*/ 219700 h 264736"/>
                <a:gd name="connsiteX33" fmla="*/ 197134 w 302556"/>
                <a:gd name="connsiteY33" fmla="*/ 206337 h 264736"/>
                <a:gd name="connsiteX34" fmla="*/ 219952 w 302556"/>
                <a:gd name="connsiteY34" fmla="*/ 205580 h 264736"/>
                <a:gd name="connsiteX35" fmla="*/ 221465 w 302556"/>
                <a:gd name="connsiteY35" fmla="*/ 205580 h 264736"/>
                <a:gd name="connsiteX36" fmla="*/ 216044 w 302556"/>
                <a:gd name="connsiteY36" fmla="*/ 185914 h 264736"/>
                <a:gd name="connsiteX37" fmla="*/ 289540 w 302556"/>
                <a:gd name="connsiteY37" fmla="*/ 159315 h 264736"/>
                <a:gd name="connsiteX38" fmla="*/ 284876 w 302556"/>
                <a:gd name="connsiteY38" fmla="*/ 147717 h 264736"/>
                <a:gd name="connsiteX39" fmla="*/ 288910 w 302556"/>
                <a:gd name="connsiteY39" fmla="*/ 121874 h 264736"/>
                <a:gd name="connsiteX40" fmla="*/ 299751 w 302556"/>
                <a:gd name="connsiteY40" fmla="*/ 115066 h 264736"/>
                <a:gd name="connsiteX41" fmla="*/ 298365 w 302556"/>
                <a:gd name="connsiteY41" fmla="*/ 71574 h 264736"/>
                <a:gd name="connsiteX42" fmla="*/ 307819 w 302556"/>
                <a:gd name="connsiteY42" fmla="*/ 66153 h 264736"/>
                <a:gd name="connsiteX43" fmla="*/ 295591 w 302556"/>
                <a:gd name="connsiteY43" fmla="*/ 37662 h 264736"/>
                <a:gd name="connsiteX44" fmla="*/ 261680 w 302556"/>
                <a:gd name="connsiteY44" fmla="*/ 22786 h 264736"/>
                <a:gd name="connsiteX45" fmla="*/ 237223 w 302556"/>
                <a:gd name="connsiteY45" fmla="*/ 13331 h 264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2556" h="264736">
                  <a:moveTo>
                    <a:pt x="237223" y="13331"/>
                  </a:moveTo>
                  <a:cubicBezTo>
                    <a:pt x="233693" y="13331"/>
                    <a:pt x="225247" y="7785"/>
                    <a:pt x="218061" y="2364"/>
                  </a:cubicBezTo>
                  <a:cubicBezTo>
                    <a:pt x="212892" y="8037"/>
                    <a:pt x="194991" y="7154"/>
                    <a:pt x="186167" y="7154"/>
                  </a:cubicBezTo>
                  <a:cubicBezTo>
                    <a:pt x="176712" y="7154"/>
                    <a:pt x="185032" y="20139"/>
                    <a:pt x="179107" y="24803"/>
                  </a:cubicBezTo>
                  <a:cubicBezTo>
                    <a:pt x="173182" y="29468"/>
                    <a:pt x="170913" y="36528"/>
                    <a:pt x="175577" y="38923"/>
                  </a:cubicBezTo>
                  <a:cubicBezTo>
                    <a:pt x="180368" y="41318"/>
                    <a:pt x="174443" y="61362"/>
                    <a:pt x="174443" y="68296"/>
                  </a:cubicBezTo>
                  <a:cubicBezTo>
                    <a:pt x="174443" y="75355"/>
                    <a:pt x="164988" y="90609"/>
                    <a:pt x="168518" y="93005"/>
                  </a:cubicBezTo>
                  <a:cubicBezTo>
                    <a:pt x="172048" y="95400"/>
                    <a:pt x="177973" y="111914"/>
                    <a:pt x="186167" y="114183"/>
                  </a:cubicBezTo>
                  <a:cubicBezTo>
                    <a:pt x="194361" y="116579"/>
                    <a:pt x="200286" y="108258"/>
                    <a:pt x="203816" y="108258"/>
                  </a:cubicBezTo>
                  <a:cubicBezTo>
                    <a:pt x="207346" y="108258"/>
                    <a:pt x="207346" y="118848"/>
                    <a:pt x="207346" y="127168"/>
                  </a:cubicBezTo>
                  <a:cubicBezTo>
                    <a:pt x="207346" y="135363"/>
                    <a:pt x="202681" y="138892"/>
                    <a:pt x="202681" y="138892"/>
                  </a:cubicBezTo>
                  <a:cubicBezTo>
                    <a:pt x="202681" y="138892"/>
                    <a:pt x="189697" y="143557"/>
                    <a:pt x="183898" y="138892"/>
                  </a:cubicBezTo>
                  <a:cubicBezTo>
                    <a:pt x="177973" y="134228"/>
                    <a:pt x="173308" y="121243"/>
                    <a:pt x="173308" y="116579"/>
                  </a:cubicBezTo>
                  <a:cubicBezTo>
                    <a:pt x="173308" y="111914"/>
                    <a:pt x="159189" y="111914"/>
                    <a:pt x="153264" y="111914"/>
                  </a:cubicBezTo>
                  <a:cubicBezTo>
                    <a:pt x="147339" y="111914"/>
                    <a:pt x="141540" y="101325"/>
                    <a:pt x="139144" y="96661"/>
                  </a:cubicBezTo>
                  <a:cubicBezTo>
                    <a:pt x="136749" y="91996"/>
                    <a:pt x="129689" y="97795"/>
                    <a:pt x="129689" y="101325"/>
                  </a:cubicBezTo>
                  <a:cubicBezTo>
                    <a:pt x="129689" y="104855"/>
                    <a:pt x="123764" y="104855"/>
                    <a:pt x="117966" y="104855"/>
                  </a:cubicBezTo>
                  <a:cubicBezTo>
                    <a:pt x="112167" y="104855"/>
                    <a:pt x="100317" y="95400"/>
                    <a:pt x="95652" y="97795"/>
                  </a:cubicBezTo>
                  <a:cubicBezTo>
                    <a:pt x="90988" y="100190"/>
                    <a:pt x="86197" y="89601"/>
                    <a:pt x="87458" y="84810"/>
                  </a:cubicBezTo>
                  <a:cubicBezTo>
                    <a:pt x="88593" y="80146"/>
                    <a:pt x="75734" y="83676"/>
                    <a:pt x="70943" y="85945"/>
                  </a:cubicBezTo>
                  <a:cubicBezTo>
                    <a:pt x="66279" y="88340"/>
                    <a:pt x="63884" y="80020"/>
                    <a:pt x="63884" y="80020"/>
                  </a:cubicBezTo>
                  <a:cubicBezTo>
                    <a:pt x="63884" y="80020"/>
                    <a:pt x="61110" y="75355"/>
                    <a:pt x="56950" y="73212"/>
                  </a:cubicBezTo>
                  <a:lnTo>
                    <a:pt x="51277" y="125908"/>
                  </a:lnTo>
                  <a:lnTo>
                    <a:pt x="44470" y="132715"/>
                  </a:lnTo>
                  <a:lnTo>
                    <a:pt x="5137" y="131328"/>
                  </a:lnTo>
                  <a:lnTo>
                    <a:pt x="2364" y="219574"/>
                  </a:lnTo>
                  <a:lnTo>
                    <a:pt x="32620" y="260923"/>
                  </a:lnTo>
                  <a:cubicBezTo>
                    <a:pt x="48378" y="257772"/>
                    <a:pt x="81029" y="253233"/>
                    <a:pt x="81029" y="258654"/>
                  </a:cubicBezTo>
                  <a:cubicBezTo>
                    <a:pt x="81029" y="260293"/>
                    <a:pt x="81911" y="262436"/>
                    <a:pt x="83171" y="264831"/>
                  </a:cubicBezTo>
                  <a:cubicBezTo>
                    <a:pt x="88718" y="263570"/>
                    <a:pt x="93887" y="262436"/>
                    <a:pt x="96661" y="262814"/>
                  </a:cubicBezTo>
                  <a:cubicBezTo>
                    <a:pt x="102964" y="263570"/>
                    <a:pt x="124143" y="271386"/>
                    <a:pt x="130446" y="268235"/>
                  </a:cubicBezTo>
                  <a:cubicBezTo>
                    <a:pt x="136749" y="265083"/>
                    <a:pt x="147717" y="241635"/>
                    <a:pt x="157928" y="238484"/>
                  </a:cubicBezTo>
                  <a:cubicBezTo>
                    <a:pt x="168140" y="235332"/>
                    <a:pt x="182259" y="224364"/>
                    <a:pt x="182259" y="219700"/>
                  </a:cubicBezTo>
                  <a:cubicBezTo>
                    <a:pt x="182259" y="215035"/>
                    <a:pt x="182259" y="210245"/>
                    <a:pt x="197134" y="206337"/>
                  </a:cubicBezTo>
                  <a:lnTo>
                    <a:pt x="219952" y="205580"/>
                  </a:lnTo>
                  <a:lnTo>
                    <a:pt x="221465" y="205580"/>
                  </a:lnTo>
                  <a:lnTo>
                    <a:pt x="216044" y="185914"/>
                  </a:lnTo>
                  <a:cubicBezTo>
                    <a:pt x="216044" y="185914"/>
                    <a:pt x="285506" y="159945"/>
                    <a:pt x="289540" y="159315"/>
                  </a:cubicBezTo>
                  <a:cubicBezTo>
                    <a:pt x="286514" y="153012"/>
                    <a:pt x="283363" y="148347"/>
                    <a:pt x="284876" y="147717"/>
                  </a:cubicBezTo>
                  <a:cubicBezTo>
                    <a:pt x="287649" y="146330"/>
                    <a:pt x="288910" y="127294"/>
                    <a:pt x="288910" y="121874"/>
                  </a:cubicBezTo>
                  <a:cubicBezTo>
                    <a:pt x="288910" y="116453"/>
                    <a:pt x="305172" y="120487"/>
                    <a:pt x="299751" y="115066"/>
                  </a:cubicBezTo>
                  <a:cubicBezTo>
                    <a:pt x="294330" y="109645"/>
                    <a:pt x="295717" y="78381"/>
                    <a:pt x="298365" y="71574"/>
                  </a:cubicBezTo>
                  <a:cubicBezTo>
                    <a:pt x="301138" y="64766"/>
                    <a:pt x="307819" y="71574"/>
                    <a:pt x="307819" y="66153"/>
                  </a:cubicBezTo>
                  <a:cubicBezTo>
                    <a:pt x="307819" y="60732"/>
                    <a:pt x="299625" y="43083"/>
                    <a:pt x="295591" y="37662"/>
                  </a:cubicBezTo>
                  <a:cubicBezTo>
                    <a:pt x="292692" y="33754"/>
                    <a:pt x="268361" y="24047"/>
                    <a:pt x="261680" y="22786"/>
                  </a:cubicBezTo>
                  <a:cubicBezTo>
                    <a:pt x="254872" y="21526"/>
                    <a:pt x="244031" y="13331"/>
                    <a:pt x="237223" y="13331"/>
                  </a:cubicBezTo>
                  <a:close/>
                </a:path>
              </a:pathLst>
            </a:custGeom>
            <a:grpFill/>
            <a:ln w="1270" cap="flat">
              <a:solidFill>
                <a:schemeClr val="bg1"/>
              </a:solidFill>
              <a:prstDash val="solid"/>
              <a:miter/>
            </a:ln>
          </p:spPr>
          <p:txBody>
            <a:bodyPr rtlCol="0" anchor="ctr"/>
            <a:lstStyle/>
            <a:p>
              <a:endParaRPr lang="ko-KR" altLang="en-US"/>
            </a:p>
          </p:txBody>
        </p:sp>
        <p:sp>
          <p:nvSpPr>
            <p:cNvPr id="30" name="자유형: 도형 10">
              <a:extLst>
                <a:ext uri="{FF2B5EF4-FFF2-40B4-BE49-F238E27FC236}">
                  <a16:creationId xmlns:a16="http://schemas.microsoft.com/office/drawing/2014/main" id="{DDA0FF9A-BEC4-5E4A-B991-568AD2552EC2}"/>
                </a:ext>
              </a:extLst>
            </p:cNvPr>
            <p:cNvSpPr/>
            <p:nvPr/>
          </p:nvSpPr>
          <p:spPr>
            <a:xfrm>
              <a:off x="6547470" y="4600264"/>
              <a:ext cx="50426" cy="37820"/>
            </a:xfrm>
            <a:custGeom>
              <a:avLst/>
              <a:gdLst>
                <a:gd name="connsiteX0" fmla="*/ 44721 w 50426"/>
                <a:gd name="connsiteY0" fmla="*/ 2364 h 37819"/>
                <a:gd name="connsiteX1" fmla="*/ 30098 w 50426"/>
                <a:gd name="connsiteY1" fmla="*/ 7154 h 37819"/>
                <a:gd name="connsiteX2" fmla="*/ 16861 w 50426"/>
                <a:gd name="connsiteY2" fmla="*/ 9423 h 37819"/>
                <a:gd name="connsiteX3" fmla="*/ 13584 w 50426"/>
                <a:gd name="connsiteY3" fmla="*/ 11945 h 37819"/>
                <a:gd name="connsiteX4" fmla="*/ 8289 w 50426"/>
                <a:gd name="connsiteY4" fmla="*/ 28963 h 37819"/>
                <a:gd name="connsiteX5" fmla="*/ 2364 w 50426"/>
                <a:gd name="connsiteY5" fmla="*/ 36653 h 37819"/>
                <a:gd name="connsiteX6" fmla="*/ 7659 w 50426"/>
                <a:gd name="connsiteY6" fmla="*/ 44343 h 37819"/>
                <a:gd name="connsiteX7" fmla="*/ 16483 w 50426"/>
                <a:gd name="connsiteY7" fmla="*/ 45226 h 37819"/>
                <a:gd name="connsiteX8" fmla="*/ 30098 w 50426"/>
                <a:gd name="connsiteY8" fmla="*/ 37032 h 37819"/>
                <a:gd name="connsiteX9" fmla="*/ 53168 w 50426"/>
                <a:gd name="connsiteY9" fmla="*/ 31611 h 37819"/>
                <a:gd name="connsiteX10" fmla="*/ 49134 w 50426"/>
                <a:gd name="connsiteY10" fmla="*/ 13962 h 37819"/>
                <a:gd name="connsiteX11" fmla="*/ 44721 w 50426"/>
                <a:gd name="connsiteY11" fmla="*/ 2364 h 3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26" h="37819">
                  <a:moveTo>
                    <a:pt x="44721" y="2364"/>
                  </a:moveTo>
                  <a:cubicBezTo>
                    <a:pt x="38923" y="4003"/>
                    <a:pt x="32619" y="5894"/>
                    <a:pt x="30098" y="7154"/>
                  </a:cubicBezTo>
                  <a:cubicBezTo>
                    <a:pt x="26316" y="9045"/>
                    <a:pt x="24425" y="10306"/>
                    <a:pt x="16861" y="9423"/>
                  </a:cubicBezTo>
                  <a:cubicBezTo>
                    <a:pt x="15979" y="10558"/>
                    <a:pt x="14970" y="11440"/>
                    <a:pt x="13584" y="11945"/>
                  </a:cubicBezTo>
                  <a:cubicBezTo>
                    <a:pt x="7154" y="14340"/>
                    <a:pt x="8289" y="28963"/>
                    <a:pt x="8289" y="28963"/>
                  </a:cubicBezTo>
                  <a:cubicBezTo>
                    <a:pt x="8289" y="28963"/>
                    <a:pt x="2364" y="29594"/>
                    <a:pt x="2364" y="36653"/>
                  </a:cubicBezTo>
                  <a:cubicBezTo>
                    <a:pt x="2364" y="41444"/>
                    <a:pt x="5642" y="43461"/>
                    <a:pt x="7659" y="44343"/>
                  </a:cubicBezTo>
                  <a:cubicBezTo>
                    <a:pt x="10936" y="44469"/>
                    <a:pt x="14088" y="44722"/>
                    <a:pt x="16483" y="45226"/>
                  </a:cubicBezTo>
                  <a:cubicBezTo>
                    <a:pt x="31359" y="47873"/>
                    <a:pt x="30098" y="37032"/>
                    <a:pt x="30098" y="37032"/>
                  </a:cubicBezTo>
                  <a:cubicBezTo>
                    <a:pt x="30098" y="37032"/>
                    <a:pt x="51781" y="38418"/>
                    <a:pt x="53168" y="31611"/>
                  </a:cubicBezTo>
                  <a:cubicBezTo>
                    <a:pt x="54555" y="24803"/>
                    <a:pt x="49134" y="13962"/>
                    <a:pt x="49134" y="13962"/>
                  </a:cubicBezTo>
                  <a:lnTo>
                    <a:pt x="44721" y="2364"/>
                  </a:lnTo>
                  <a:close/>
                </a:path>
              </a:pathLst>
            </a:custGeom>
            <a:grpFill/>
            <a:ln w="1270" cap="flat">
              <a:solidFill>
                <a:schemeClr val="bg1"/>
              </a:solidFill>
              <a:prstDash val="solid"/>
              <a:miter/>
            </a:ln>
          </p:spPr>
          <p:txBody>
            <a:bodyPr rtlCol="0" anchor="ctr"/>
            <a:lstStyle/>
            <a:p>
              <a:endParaRPr lang="ko-KR" altLang="en-US"/>
            </a:p>
          </p:txBody>
        </p:sp>
        <p:sp>
          <p:nvSpPr>
            <p:cNvPr id="31" name="자유형: 도형 11">
              <a:extLst>
                <a:ext uri="{FF2B5EF4-FFF2-40B4-BE49-F238E27FC236}">
                  <a16:creationId xmlns:a16="http://schemas.microsoft.com/office/drawing/2014/main" id="{6780862D-4FBD-2444-9D7A-2BC7706A25E9}"/>
                </a:ext>
              </a:extLst>
            </p:cNvPr>
            <p:cNvSpPr/>
            <p:nvPr/>
          </p:nvSpPr>
          <p:spPr>
            <a:xfrm>
              <a:off x="6867297" y="4247380"/>
              <a:ext cx="277343" cy="365589"/>
            </a:xfrm>
            <a:custGeom>
              <a:avLst/>
              <a:gdLst>
                <a:gd name="connsiteX0" fmla="*/ 66279 w 277343"/>
                <a:gd name="connsiteY0" fmla="*/ 68828 h 365588"/>
                <a:gd name="connsiteX1" fmla="*/ 83928 w 277343"/>
                <a:gd name="connsiteY1" fmla="*/ 84712 h 365588"/>
                <a:gd name="connsiteX2" fmla="*/ 137505 w 277343"/>
                <a:gd name="connsiteY2" fmla="*/ 103495 h 365588"/>
                <a:gd name="connsiteX3" fmla="*/ 173938 w 277343"/>
                <a:gd name="connsiteY3" fmla="*/ 111690 h 365588"/>
                <a:gd name="connsiteX4" fmla="*/ 183393 w 277343"/>
                <a:gd name="connsiteY4" fmla="*/ 117615 h 365588"/>
                <a:gd name="connsiteX5" fmla="*/ 112797 w 277343"/>
                <a:gd name="connsiteY5" fmla="*/ 188211 h 365588"/>
                <a:gd name="connsiteX6" fmla="*/ 83423 w 277343"/>
                <a:gd name="connsiteY6" fmla="*/ 193506 h 365588"/>
                <a:gd name="connsiteX7" fmla="*/ 48756 w 277343"/>
                <a:gd name="connsiteY7" fmla="*/ 211785 h 365588"/>
                <a:gd name="connsiteX8" fmla="*/ 27199 w 277343"/>
                <a:gd name="connsiteY8" fmla="*/ 215063 h 365588"/>
                <a:gd name="connsiteX9" fmla="*/ 14592 w 277343"/>
                <a:gd name="connsiteY9" fmla="*/ 233594 h 365588"/>
                <a:gd name="connsiteX10" fmla="*/ 2364 w 277343"/>
                <a:gd name="connsiteY10" fmla="*/ 252630 h 365588"/>
                <a:gd name="connsiteX11" fmla="*/ 3751 w 277343"/>
                <a:gd name="connsiteY11" fmla="*/ 347683 h 365588"/>
                <a:gd name="connsiteX12" fmla="*/ 16861 w 277343"/>
                <a:gd name="connsiteY12" fmla="*/ 368484 h 365588"/>
                <a:gd name="connsiteX13" fmla="*/ 75734 w 277343"/>
                <a:gd name="connsiteY13" fmla="*/ 306208 h 365588"/>
                <a:gd name="connsiteX14" fmla="*/ 121999 w 277343"/>
                <a:gd name="connsiteY14" fmla="*/ 270910 h 365588"/>
                <a:gd name="connsiteX15" fmla="*/ 187931 w 277343"/>
                <a:gd name="connsiteY15" fmla="*/ 206238 h 365588"/>
                <a:gd name="connsiteX16" fmla="*/ 218565 w 277343"/>
                <a:gd name="connsiteY16" fmla="*/ 157199 h 365588"/>
                <a:gd name="connsiteX17" fmla="*/ 242518 w 277343"/>
                <a:gd name="connsiteY17" fmla="*/ 115976 h 365588"/>
                <a:gd name="connsiteX18" fmla="*/ 267226 w 277343"/>
                <a:gd name="connsiteY18" fmla="*/ 63407 h 365588"/>
                <a:gd name="connsiteX19" fmla="*/ 276303 w 277343"/>
                <a:gd name="connsiteY19" fmla="*/ 17141 h 365588"/>
                <a:gd name="connsiteX20" fmla="*/ 259032 w 277343"/>
                <a:gd name="connsiteY20" fmla="*/ 8064 h 365588"/>
                <a:gd name="connsiteX21" fmla="*/ 199403 w 277343"/>
                <a:gd name="connsiteY21" fmla="*/ 24201 h 365588"/>
                <a:gd name="connsiteX22" fmla="*/ 157046 w 277343"/>
                <a:gd name="connsiteY22" fmla="*/ 34034 h 365588"/>
                <a:gd name="connsiteX23" fmla="*/ 122504 w 277343"/>
                <a:gd name="connsiteY23" fmla="*/ 40337 h 365588"/>
                <a:gd name="connsiteX24" fmla="*/ 78507 w 277343"/>
                <a:gd name="connsiteY24" fmla="*/ 36807 h 365588"/>
                <a:gd name="connsiteX25" fmla="*/ 64892 w 277343"/>
                <a:gd name="connsiteY25" fmla="*/ 21679 h 365588"/>
                <a:gd name="connsiteX26" fmla="*/ 49890 w 277343"/>
                <a:gd name="connsiteY26" fmla="*/ 44623 h 365588"/>
                <a:gd name="connsiteX27" fmla="*/ 66279 w 277343"/>
                <a:gd name="connsiteY27" fmla="*/ 68828 h 365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77343" h="365588">
                  <a:moveTo>
                    <a:pt x="66279" y="68828"/>
                  </a:moveTo>
                  <a:cubicBezTo>
                    <a:pt x="70943" y="71223"/>
                    <a:pt x="78633" y="83577"/>
                    <a:pt x="83928" y="84712"/>
                  </a:cubicBezTo>
                  <a:cubicBezTo>
                    <a:pt x="89223" y="85846"/>
                    <a:pt x="118596" y="95931"/>
                    <a:pt x="137505" y="103495"/>
                  </a:cubicBezTo>
                  <a:cubicBezTo>
                    <a:pt x="156289" y="111185"/>
                    <a:pt x="168139" y="111690"/>
                    <a:pt x="173938" y="111690"/>
                  </a:cubicBezTo>
                  <a:cubicBezTo>
                    <a:pt x="179864" y="111690"/>
                    <a:pt x="188688" y="113454"/>
                    <a:pt x="183393" y="117615"/>
                  </a:cubicBezTo>
                  <a:cubicBezTo>
                    <a:pt x="178098" y="121775"/>
                    <a:pt x="120487" y="180017"/>
                    <a:pt x="112797" y="188211"/>
                  </a:cubicBezTo>
                  <a:cubicBezTo>
                    <a:pt x="105107" y="196405"/>
                    <a:pt x="100442" y="193506"/>
                    <a:pt x="83423" y="193506"/>
                  </a:cubicBezTo>
                  <a:cubicBezTo>
                    <a:pt x="66405" y="193506"/>
                    <a:pt x="53420" y="212290"/>
                    <a:pt x="48756" y="211785"/>
                  </a:cubicBezTo>
                  <a:cubicBezTo>
                    <a:pt x="45982" y="211407"/>
                    <a:pt x="35897" y="213172"/>
                    <a:pt x="27199" y="215063"/>
                  </a:cubicBezTo>
                  <a:lnTo>
                    <a:pt x="14592" y="233594"/>
                  </a:lnTo>
                  <a:lnTo>
                    <a:pt x="2364" y="252630"/>
                  </a:lnTo>
                  <a:lnTo>
                    <a:pt x="3751" y="347683"/>
                  </a:lnTo>
                  <a:lnTo>
                    <a:pt x="16861" y="368484"/>
                  </a:lnTo>
                  <a:cubicBezTo>
                    <a:pt x="27199" y="354617"/>
                    <a:pt x="55185" y="327891"/>
                    <a:pt x="75734" y="306208"/>
                  </a:cubicBezTo>
                  <a:cubicBezTo>
                    <a:pt x="98173" y="282634"/>
                    <a:pt x="109519" y="277213"/>
                    <a:pt x="121999" y="270910"/>
                  </a:cubicBezTo>
                  <a:cubicBezTo>
                    <a:pt x="134606" y="264607"/>
                    <a:pt x="166374" y="233594"/>
                    <a:pt x="187931" y="206238"/>
                  </a:cubicBezTo>
                  <a:cubicBezTo>
                    <a:pt x="201547" y="188967"/>
                    <a:pt x="216548" y="169680"/>
                    <a:pt x="218565" y="157199"/>
                  </a:cubicBezTo>
                  <a:cubicBezTo>
                    <a:pt x="220456" y="144593"/>
                    <a:pt x="233063" y="128204"/>
                    <a:pt x="242518" y="115976"/>
                  </a:cubicBezTo>
                  <a:cubicBezTo>
                    <a:pt x="251973" y="103874"/>
                    <a:pt x="267605" y="72862"/>
                    <a:pt x="267226" y="63407"/>
                  </a:cubicBezTo>
                  <a:cubicBezTo>
                    <a:pt x="266848" y="53952"/>
                    <a:pt x="275042" y="34034"/>
                    <a:pt x="276303" y="17141"/>
                  </a:cubicBezTo>
                  <a:cubicBezTo>
                    <a:pt x="277438" y="248"/>
                    <a:pt x="263319" y="-1265"/>
                    <a:pt x="259032" y="8064"/>
                  </a:cubicBezTo>
                  <a:cubicBezTo>
                    <a:pt x="254746" y="17519"/>
                    <a:pt x="220960" y="23822"/>
                    <a:pt x="199403" y="24201"/>
                  </a:cubicBezTo>
                  <a:cubicBezTo>
                    <a:pt x="177846" y="24579"/>
                    <a:pt x="164862" y="26596"/>
                    <a:pt x="157046" y="34034"/>
                  </a:cubicBezTo>
                  <a:cubicBezTo>
                    <a:pt x="149229" y="41471"/>
                    <a:pt x="129563" y="32143"/>
                    <a:pt x="122504" y="40337"/>
                  </a:cubicBezTo>
                  <a:cubicBezTo>
                    <a:pt x="115444" y="48531"/>
                    <a:pt x="87584" y="55591"/>
                    <a:pt x="78507" y="36807"/>
                  </a:cubicBezTo>
                  <a:cubicBezTo>
                    <a:pt x="74725" y="28865"/>
                    <a:pt x="69682" y="24453"/>
                    <a:pt x="64892" y="21679"/>
                  </a:cubicBezTo>
                  <a:cubicBezTo>
                    <a:pt x="57328" y="29495"/>
                    <a:pt x="48252" y="40967"/>
                    <a:pt x="49890" y="44623"/>
                  </a:cubicBezTo>
                  <a:cubicBezTo>
                    <a:pt x="52160" y="50044"/>
                    <a:pt x="61488" y="66558"/>
                    <a:pt x="66279" y="68828"/>
                  </a:cubicBezTo>
                  <a:close/>
                </a:path>
              </a:pathLst>
            </a:custGeom>
            <a:grpFill/>
            <a:ln w="1270" cap="flat">
              <a:solidFill>
                <a:schemeClr val="bg1"/>
              </a:solidFill>
              <a:prstDash val="solid"/>
              <a:miter/>
            </a:ln>
          </p:spPr>
          <p:txBody>
            <a:bodyPr rtlCol="0" anchor="ctr"/>
            <a:lstStyle/>
            <a:p>
              <a:endParaRPr lang="ko-KR" altLang="en-US"/>
            </a:p>
          </p:txBody>
        </p:sp>
        <p:sp>
          <p:nvSpPr>
            <p:cNvPr id="32" name="자유형: 도형 12">
              <a:extLst>
                <a:ext uri="{FF2B5EF4-FFF2-40B4-BE49-F238E27FC236}">
                  <a16:creationId xmlns:a16="http://schemas.microsoft.com/office/drawing/2014/main" id="{75E395F1-217B-BB46-99D5-657601D5EE2C}"/>
                </a:ext>
              </a:extLst>
            </p:cNvPr>
            <p:cNvSpPr/>
            <p:nvPr/>
          </p:nvSpPr>
          <p:spPr>
            <a:xfrm>
              <a:off x="5449444" y="3570513"/>
              <a:ext cx="315163" cy="252130"/>
            </a:xfrm>
            <a:custGeom>
              <a:avLst/>
              <a:gdLst>
                <a:gd name="connsiteX0" fmla="*/ 120108 w 315162"/>
                <a:gd name="connsiteY0" fmla="*/ 254671 h 252130"/>
                <a:gd name="connsiteX1" fmla="*/ 119478 w 315162"/>
                <a:gd name="connsiteY1" fmla="*/ 218491 h 252130"/>
                <a:gd name="connsiteX2" fmla="*/ 161836 w 315162"/>
                <a:gd name="connsiteY2" fmla="*/ 190756 h 252130"/>
                <a:gd name="connsiteX3" fmla="*/ 179107 w 315162"/>
                <a:gd name="connsiteY3" fmla="*/ 185588 h 252130"/>
                <a:gd name="connsiteX4" fmla="*/ 202429 w 315162"/>
                <a:gd name="connsiteY4" fmla="*/ 180419 h 252130"/>
                <a:gd name="connsiteX5" fmla="*/ 216296 w 315162"/>
                <a:gd name="connsiteY5" fmla="*/ 164787 h 252130"/>
                <a:gd name="connsiteX6" fmla="*/ 236215 w 315162"/>
                <a:gd name="connsiteY6" fmla="*/ 157853 h 252130"/>
                <a:gd name="connsiteX7" fmla="*/ 248317 w 315162"/>
                <a:gd name="connsiteY7" fmla="*/ 150037 h 252130"/>
                <a:gd name="connsiteX8" fmla="*/ 251720 w 315162"/>
                <a:gd name="connsiteY8" fmla="*/ 133649 h 252130"/>
                <a:gd name="connsiteX9" fmla="*/ 260293 w 315162"/>
                <a:gd name="connsiteY9" fmla="*/ 126715 h 252130"/>
                <a:gd name="connsiteX10" fmla="*/ 275925 w 315162"/>
                <a:gd name="connsiteY10" fmla="*/ 117260 h 252130"/>
                <a:gd name="connsiteX11" fmla="*/ 314879 w 315162"/>
                <a:gd name="connsiteY11" fmla="*/ 115495 h 252130"/>
                <a:gd name="connsiteX12" fmla="*/ 320930 w 315162"/>
                <a:gd name="connsiteY12" fmla="*/ 105158 h 252130"/>
                <a:gd name="connsiteX13" fmla="*/ 310593 w 315162"/>
                <a:gd name="connsiteY13" fmla="*/ 87005 h 252130"/>
                <a:gd name="connsiteX14" fmla="*/ 308828 w 315162"/>
                <a:gd name="connsiteY14" fmla="*/ 62800 h 252130"/>
                <a:gd name="connsiteX15" fmla="*/ 301012 w 315162"/>
                <a:gd name="connsiteY15" fmla="*/ 35066 h 252130"/>
                <a:gd name="connsiteX16" fmla="*/ 296599 w 315162"/>
                <a:gd name="connsiteY16" fmla="*/ 26872 h 252130"/>
                <a:gd name="connsiteX17" fmla="*/ 265840 w 315162"/>
                <a:gd name="connsiteY17" fmla="*/ 19686 h 252130"/>
                <a:gd name="connsiteX18" fmla="*/ 220708 w 315162"/>
                <a:gd name="connsiteY18" fmla="*/ 15022 h 252130"/>
                <a:gd name="connsiteX19" fmla="*/ 196000 w 315162"/>
                <a:gd name="connsiteY19" fmla="*/ 3676 h 252130"/>
                <a:gd name="connsiteX20" fmla="*/ 167005 w 315162"/>
                <a:gd name="connsiteY20" fmla="*/ 57758 h 252130"/>
                <a:gd name="connsiteX21" fmla="*/ 126664 w 315162"/>
                <a:gd name="connsiteY21" fmla="*/ 77046 h 252130"/>
                <a:gd name="connsiteX22" fmla="*/ 106620 w 315162"/>
                <a:gd name="connsiteY22" fmla="*/ 99737 h 252130"/>
                <a:gd name="connsiteX23" fmla="*/ 91744 w 315162"/>
                <a:gd name="connsiteY23" fmla="*/ 124824 h 252130"/>
                <a:gd name="connsiteX24" fmla="*/ 91744 w 315162"/>
                <a:gd name="connsiteY24" fmla="*/ 165291 h 252130"/>
                <a:gd name="connsiteX25" fmla="*/ 60354 w 315162"/>
                <a:gd name="connsiteY25" fmla="*/ 208784 h 252130"/>
                <a:gd name="connsiteX26" fmla="*/ 21526 w 315162"/>
                <a:gd name="connsiteY26" fmla="*/ 235005 h 252130"/>
                <a:gd name="connsiteX27" fmla="*/ 2364 w 315162"/>
                <a:gd name="connsiteY27" fmla="*/ 244460 h 252130"/>
                <a:gd name="connsiteX28" fmla="*/ 101073 w 315162"/>
                <a:gd name="connsiteY28" fmla="*/ 244460 h 252130"/>
                <a:gd name="connsiteX29" fmla="*/ 120108 w 315162"/>
                <a:gd name="connsiteY29" fmla="*/ 254671 h 252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15162" h="252130">
                  <a:moveTo>
                    <a:pt x="120108" y="254671"/>
                  </a:moveTo>
                  <a:cubicBezTo>
                    <a:pt x="119730" y="237274"/>
                    <a:pt x="119100" y="220129"/>
                    <a:pt x="119478" y="218491"/>
                  </a:cubicBezTo>
                  <a:cubicBezTo>
                    <a:pt x="120361" y="214961"/>
                    <a:pt x="155785" y="194286"/>
                    <a:pt x="161836" y="190756"/>
                  </a:cubicBezTo>
                  <a:cubicBezTo>
                    <a:pt x="167887" y="187353"/>
                    <a:pt x="179107" y="192521"/>
                    <a:pt x="179107" y="185588"/>
                  </a:cubicBezTo>
                  <a:cubicBezTo>
                    <a:pt x="179107" y="178654"/>
                    <a:pt x="193857" y="182184"/>
                    <a:pt x="202429" y="180419"/>
                  </a:cubicBezTo>
                  <a:cubicBezTo>
                    <a:pt x="211127" y="178654"/>
                    <a:pt x="216296" y="172603"/>
                    <a:pt x="216296" y="164787"/>
                  </a:cubicBezTo>
                  <a:cubicBezTo>
                    <a:pt x="216296" y="156971"/>
                    <a:pt x="228398" y="158736"/>
                    <a:pt x="236215" y="157853"/>
                  </a:cubicBezTo>
                  <a:cubicBezTo>
                    <a:pt x="244031" y="156971"/>
                    <a:pt x="243148" y="150037"/>
                    <a:pt x="248317" y="150037"/>
                  </a:cubicBezTo>
                  <a:cubicBezTo>
                    <a:pt x="253485" y="150037"/>
                    <a:pt x="250964" y="142221"/>
                    <a:pt x="251720" y="133649"/>
                  </a:cubicBezTo>
                  <a:cubicBezTo>
                    <a:pt x="252603" y="124950"/>
                    <a:pt x="252603" y="126715"/>
                    <a:pt x="260293" y="126715"/>
                  </a:cubicBezTo>
                  <a:cubicBezTo>
                    <a:pt x="268109" y="126715"/>
                    <a:pt x="275925" y="122429"/>
                    <a:pt x="275925" y="117260"/>
                  </a:cubicBezTo>
                  <a:cubicBezTo>
                    <a:pt x="275925" y="112092"/>
                    <a:pt x="309584" y="115495"/>
                    <a:pt x="314879" y="115495"/>
                  </a:cubicBezTo>
                  <a:cubicBezTo>
                    <a:pt x="320048" y="115495"/>
                    <a:pt x="321812" y="109444"/>
                    <a:pt x="320930" y="105158"/>
                  </a:cubicBezTo>
                  <a:cubicBezTo>
                    <a:pt x="320048" y="100872"/>
                    <a:pt x="315762" y="87887"/>
                    <a:pt x="310593" y="87005"/>
                  </a:cubicBezTo>
                  <a:cubicBezTo>
                    <a:pt x="305424" y="86122"/>
                    <a:pt x="308828" y="73138"/>
                    <a:pt x="308828" y="62800"/>
                  </a:cubicBezTo>
                  <a:cubicBezTo>
                    <a:pt x="308828" y="52463"/>
                    <a:pt x="307063" y="42882"/>
                    <a:pt x="301012" y="35066"/>
                  </a:cubicBezTo>
                  <a:cubicBezTo>
                    <a:pt x="299751" y="33427"/>
                    <a:pt x="298238" y="30402"/>
                    <a:pt x="296599" y="26872"/>
                  </a:cubicBezTo>
                  <a:cubicBezTo>
                    <a:pt x="287145" y="27124"/>
                    <a:pt x="275673" y="19938"/>
                    <a:pt x="265840" y="19686"/>
                  </a:cubicBezTo>
                  <a:cubicBezTo>
                    <a:pt x="252099" y="19308"/>
                    <a:pt x="230920" y="26368"/>
                    <a:pt x="220708" y="15022"/>
                  </a:cubicBezTo>
                  <a:cubicBezTo>
                    <a:pt x="210497" y="3676"/>
                    <a:pt x="203438" y="146"/>
                    <a:pt x="196000" y="3676"/>
                  </a:cubicBezTo>
                  <a:cubicBezTo>
                    <a:pt x="188562" y="7206"/>
                    <a:pt x="174821" y="46412"/>
                    <a:pt x="167005" y="57758"/>
                  </a:cubicBezTo>
                  <a:cubicBezTo>
                    <a:pt x="159189" y="69104"/>
                    <a:pt x="137253" y="77046"/>
                    <a:pt x="126664" y="77046"/>
                  </a:cubicBezTo>
                  <a:cubicBezTo>
                    <a:pt x="116075" y="77046"/>
                    <a:pt x="114940" y="93182"/>
                    <a:pt x="106620" y="99737"/>
                  </a:cubicBezTo>
                  <a:cubicBezTo>
                    <a:pt x="98425" y="106419"/>
                    <a:pt x="101577" y="117008"/>
                    <a:pt x="91744" y="124824"/>
                  </a:cubicBezTo>
                  <a:cubicBezTo>
                    <a:pt x="81911" y="132640"/>
                    <a:pt x="86701" y="156593"/>
                    <a:pt x="91744" y="165291"/>
                  </a:cubicBezTo>
                  <a:cubicBezTo>
                    <a:pt x="96787" y="173864"/>
                    <a:pt x="73717" y="200968"/>
                    <a:pt x="60354" y="208784"/>
                  </a:cubicBezTo>
                  <a:cubicBezTo>
                    <a:pt x="46991" y="216600"/>
                    <a:pt x="42705" y="231475"/>
                    <a:pt x="21526" y="235005"/>
                  </a:cubicBezTo>
                  <a:cubicBezTo>
                    <a:pt x="13331" y="236392"/>
                    <a:pt x="7154" y="239922"/>
                    <a:pt x="2364" y="244460"/>
                  </a:cubicBezTo>
                  <a:cubicBezTo>
                    <a:pt x="35393" y="244460"/>
                    <a:pt x="84306" y="244460"/>
                    <a:pt x="101073" y="244460"/>
                  </a:cubicBezTo>
                  <a:cubicBezTo>
                    <a:pt x="121495" y="244586"/>
                    <a:pt x="116831" y="249124"/>
                    <a:pt x="120108" y="254671"/>
                  </a:cubicBezTo>
                  <a:close/>
                </a:path>
              </a:pathLst>
            </a:custGeom>
            <a:grpFill/>
            <a:ln w="1270" cap="flat">
              <a:solidFill>
                <a:schemeClr val="bg1"/>
              </a:solidFill>
              <a:prstDash val="solid"/>
              <a:miter/>
            </a:ln>
          </p:spPr>
          <p:txBody>
            <a:bodyPr rtlCol="0" anchor="ctr"/>
            <a:lstStyle/>
            <a:p>
              <a:endParaRPr lang="ko-KR" altLang="en-US"/>
            </a:p>
          </p:txBody>
        </p:sp>
        <p:sp>
          <p:nvSpPr>
            <p:cNvPr id="33" name="자유형: 도형 13">
              <a:extLst>
                <a:ext uri="{FF2B5EF4-FFF2-40B4-BE49-F238E27FC236}">
                  <a16:creationId xmlns:a16="http://schemas.microsoft.com/office/drawing/2014/main" id="{61C67CB7-2FA1-1A44-82D9-2C26E7A264D8}"/>
                </a:ext>
              </a:extLst>
            </p:cNvPr>
            <p:cNvSpPr/>
            <p:nvPr/>
          </p:nvSpPr>
          <p:spPr>
            <a:xfrm>
              <a:off x="5997339" y="3526158"/>
              <a:ext cx="113459" cy="214311"/>
            </a:xfrm>
            <a:custGeom>
              <a:avLst/>
              <a:gdLst>
                <a:gd name="connsiteX0" fmla="*/ 29956 w 113458"/>
                <a:gd name="connsiteY0" fmla="*/ 53578 h 214310"/>
                <a:gd name="connsiteX1" fmla="*/ 22140 w 113458"/>
                <a:gd name="connsiteY1" fmla="*/ 81816 h 214310"/>
                <a:gd name="connsiteX2" fmla="*/ 4869 w 113458"/>
                <a:gd name="connsiteY2" fmla="*/ 99087 h 214310"/>
                <a:gd name="connsiteX3" fmla="*/ 15837 w 113458"/>
                <a:gd name="connsiteY3" fmla="*/ 127326 h 214310"/>
                <a:gd name="connsiteX4" fmla="*/ 26804 w 113458"/>
                <a:gd name="connsiteY4" fmla="*/ 144597 h 214310"/>
                <a:gd name="connsiteX5" fmla="*/ 47227 w 113458"/>
                <a:gd name="connsiteY5" fmla="*/ 160229 h 214310"/>
                <a:gd name="connsiteX6" fmla="*/ 59834 w 113458"/>
                <a:gd name="connsiteY6" fmla="*/ 207377 h 214310"/>
                <a:gd name="connsiteX7" fmla="*/ 62228 w 113458"/>
                <a:gd name="connsiteY7" fmla="*/ 214311 h 214310"/>
                <a:gd name="connsiteX8" fmla="*/ 73196 w 113458"/>
                <a:gd name="connsiteY8" fmla="*/ 204604 h 214310"/>
                <a:gd name="connsiteX9" fmla="*/ 77861 w 113458"/>
                <a:gd name="connsiteY9" fmla="*/ 183425 h 214310"/>
                <a:gd name="connsiteX10" fmla="*/ 80256 w 113458"/>
                <a:gd name="connsiteY10" fmla="*/ 171701 h 214310"/>
                <a:gd name="connsiteX11" fmla="*/ 100679 w 113458"/>
                <a:gd name="connsiteY11" fmla="*/ 152539 h 214310"/>
                <a:gd name="connsiteX12" fmla="*/ 112024 w 113458"/>
                <a:gd name="connsiteY12" fmla="*/ 144345 h 214310"/>
                <a:gd name="connsiteX13" fmla="*/ 112781 w 113458"/>
                <a:gd name="connsiteY13" fmla="*/ 130477 h 214310"/>
                <a:gd name="connsiteX14" fmla="*/ 102569 w 113458"/>
                <a:gd name="connsiteY14" fmla="*/ 119258 h 214310"/>
                <a:gd name="connsiteX15" fmla="*/ 91602 w 113458"/>
                <a:gd name="connsiteY15" fmla="*/ 110307 h 214310"/>
                <a:gd name="connsiteX16" fmla="*/ 70801 w 113458"/>
                <a:gd name="connsiteY16" fmla="*/ 101230 h 214310"/>
                <a:gd name="connsiteX17" fmla="*/ 91602 w 113458"/>
                <a:gd name="connsiteY17" fmla="*/ 82825 h 214310"/>
                <a:gd name="connsiteX18" fmla="*/ 92358 w 113458"/>
                <a:gd name="connsiteY18" fmla="*/ 47148 h 214310"/>
                <a:gd name="connsiteX19" fmla="*/ 97023 w 113458"/>
                <a:gd name="connsiteY19" fmla="*/ 24079 h 214310"/>
                <a:gd name="connsiteX20" fmla="*/ 93493 w 113458"/>
                <a:gd name="connsiteY20" fmla="*/ 14624 h 214310"/>
                <a:gd name="connsiteX21" fmla="*/ 80886 w 113458"/>
                <a:gd name="connsiteY21" fmla="*/ 10337 h 214310"/>
                <a:gd name="connsiteX22" fmla="*/ 44454 w 113458"/>
                <a:gd name="connsiteY22" fmla="*/ 8321 h 214310"/>
                <a:gd name="connsiteX23" fmla="*/ 30208 w 113458"/>
                <a:gd name="connsiteY23" fmla="*/ 12355 h 214310"/>
                <a:gd name="connsiteX24" fmla="*/ 29956 w 113458"/>
                <a:gd name="connsiteY24" fmla="*/ 53578 h 21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3458" h="214310">
                  <a:moveTo>
                    <a:pt x="29956" y="53578"/>
                  </a:moveTo>
                  <a:cubicBezTo>
                    <a:pt x="36259" y="63033"/>
                    <a:pt x="28443" y="78665"/>
                    <a:pt x="22140" y="81816"/>
                  </a:cubicBezTo>
                  <a:cubicBezTo>
                    <a:pt x="15837" y="84968"/>
                    <a:pt x="11172" y="99087"/>
                    <a:pt x="4869" y="99087"/>
                  </a:cubicBezTo>
                  <a:cubicBezTo>
                    <a:pt x="-1434" y="99087"/>
                    <a:pt x="4869" y="122661"/>
                    <a:pt x="15837" y="127326"/>
                  </a:cubicBezTo>
                  <a:cubicBezTo>
                    <a:pt x="26804" y="131990"/>
                    <a:pt x="26804" y="139806"/>
                    <a:pt x="26804" y="144597"/>
                  </a:cubicBezTo>
                  <a:cubicBezTo>
                    <a:pt x="26804" y="149261"/>
                    <a:pt x="42562" y="154052"/>
                    <a:pt x="47227" y="160229"/>
                  </a:cubicBezTo>
                  <a:cubicBezTo>
                    <a:pt x="51891" y="166532"/>
                    <a:pt x="59834" y="196283"/>
                    <a:pt x="59834" y="207377"/>
                  </a:cubicBezTo>
                  <a:cubicBezTo>
                    <a:pt x="59834" y="210151"/>
                    <a:pt x="60842" y="212546"/>
                    <a:pt x="62228" y="214311"/>
                  </a:cubicBezTo>
                  <a:cubicBezTo>
                    <a:pt x="66263" y="211537"/>
                    <a:pt x="71179" y="208386"/>
                    <a:pt x="73196" y="204604"/>
                  </a:cubicBezTo>
                  <a:cubicBezTo>
                    <a:pt x="76726" y="197922"/>
                    <a:pt x="79500" y="186576"/>
                    <a:pt x="77861" y="183425"/>
                  </a:cubicBezTo>
                  <a:cubicBezTo>
                    <a:pt x="76348" y="180273"/>
                    <a:pt x="76726" y="174852"/>
                    <a:pt x="80256" y="171701"/>
                  </a:cubicBezTo>
                  <a:cubicBezTo>
                    <a:pt x="83786" y="168549"/>
                    <a:pt x="97905" y="153674"/>
                    <a:pt x="100679" y="152539"/>
                  </a:cubicBezTo>
                  <a:cubicBezTo>
                    <a:pt x="103452" y="151404"/>
                    <a:pt x="112402" y="152917"/>
                    <a:pt x="112024" y="144345"/>
                  </a:cubicBezTo>
                  <a:cubicBezTo>
                    <a:pt x="111898" y="140941"/>
                    <a:pt x="112276" y="135646"/>
                    <a:pt x="112781" y="130477"/>
                  </a:cubicBezTo>
                  <a:cubicBezTo>
                    <a:pt x="106351" y="126443"/>
                    <a:pt x="102569" y="121527"/>
                    <a:pt x="102569" y="119258"/>
                  </a:cubicBezTo>
                  <a:cubicBezTo>
                    <a:pt x="102569" y="114215"/>
                    <a:pt x="95510" y="105517"/>
                    <a:pt x="91602" y="110307"/>
                  </a:cubicBezTo>
                  <a:cubicBezTo>
                    <a:pt x="87694" y="114971"/>
                    <a:pt x="72818" y="111063"/>
                    <a:pt x="70801" y="101230"/>
                  </a:cubicBezTo>
                  <a:cubicBezTo>
                    <a:pt x="68784" y="91397"/>
                    <a:pt x="80634" y="91776"/>
                    <a:pt x="91602" y="82825"/>
                  </a:cubicBezTo>
                  <a:cubicBezTo>
                    <a:pt x="102569" y="73748"/>
                    <a:pt x="104208" y="56477"/>
                    <a:pt x="92358" y="47148"/>
                  </a:cubicBezTo>
                  <a:cubicBezTo>
                    <a:pt x="80634" y="37694"/>
                    <a:pt x="88828" y="32651"/>
                    <a:pt x="97023" y="24079"/>
                  </a:cubicBezTo>
                  <a:cubicBezTo>
                    <a:pt x="105217" y="15506"/>
                    <a:pt x="97779" y="10716"/>
                    <a:pt x="93493" y="14624"/>
                  </a:cubicBezTo>
                  <a:cubicBezTo>
                    <a:pt x="89207" y="18532"/>
                    <a:pt x="82147" y="19666"/>
                    <a:pt x="80886" y="10337"/>
                  </a:cubicBezTo>
                  <a:cubicBezTo>
                    <a:pt x="79752" y="883"/>
                    <a:pt x="54161" y="-630"/>
                    <a:pt x="44454" y="8321"/>
                  </a:cubicBezTo>
                  <a:cubicBezTo>
                    <a:pt x="41050" y="11472"/>
                    <a:pt x="35755" y="12481"/>
                    <a:pt x="30208" y="12355"/>
                  </a:cubicBezTo>
                  <a:cubicBezTo>
                    <a:pt x="27939" y="27734"/>
                    <a:pt x="25796" y="47275"/>
                    <a:pt x="29956" y="53578"/>
                  </a:cubicBezTo>
                  <a:close/>
                </a:path>
              </a:pathLst>
            </a:custGeom>
            <a:grpFill/>
            <a:ln w="1270" cap="flat">
              <a:solidFill>
                <a:schemeClr val="bg1"/>
              </a:solidFill>
              <a:prstDash val="solid"/>
              <a:miter/>
            </a:ln>
          </p:spPr>
          <p:txBody>
            <a:bodyPr rtlCol="0" anchor="ctr"/>
            <a:lstStyle/>
            <a:p>
              <a:endParaRPr lang="ko-KR" altLang="en-US"/>
            </a:p>
          </p:txBody>
        </p:sp>
        <p:sp>
          <p:nvSpPr>
            <p:cNvPr id="34" name="자유형: 도형 14">
              <a:extLst>
                <a:ext uri="{FF2B5EF4-FFF2-40B4-BE49-F238E27FC236}">
                  <a16:creationId xmlns:a16="http://schemas.microsoft.com/office/drawing/2014/main" id="{1492942A-305A-0E40-B776-0756FF4D06C7}"/>
                </a:ext>
              </a:extLst>
            </p:cNvPr>
            <p:cNvSpPr/>
            <p:nvPr/>
          </p:nvSpPr>
          <p:spPr>
            <a:xfrm>
              <a:off x="5566553" y="3530716"/>
              <a:ext cx="554686" cy="529473"/>
            </a:xfrm>
            <a:custGeom>
              <a:avLst/>
              <a:gdLst>
                <a:gd name="connsiteX0" fmla="*/ 191845 w 554686"/>
                <a:gd name="connsiteY0" fmla="*/ 102597 h 529473"/>
                <a:gd name="connsiteX1" fmla="*/ 193610 w 554686"/>
                <a:gd name="connsiteY1" fmla="*/ 126802 h 529473"/>
                <a:gd name="connsiteX2" fmla="*/ 203947 w 554686"/>
                <a:gd name="connsiteY2" fmla="*/ 144955 h 529473"/>
                <a:gd name="connsiteX3" fmla="*/ 197897 w 554686"/>
                <a:gd name="connsiteY3" fmla="*/ 155292 h 529473"/>
                <a:gd name="connsiteX4" fmla="*/ 158942 w 554686"/>
                <a:gd name="connsiteY4" fmla="*/ 157057 h 529473"/>
                <a:gd name="connsiteX5" fmla="*/ 143310 w 554686"/>
                <a:gd name="connsiteY5" fmla="*/ 166512 h 529473"/>
                <a:gd name="connsiteX6" fmla="*/ 134738 w 554686"/>
                <a:gd name="connsiteY6" fmla="*/ 173446 h 529473"/>
                <a:gd name="connsiteX7" fmla="*/ 131334 w 554686"/>
                <a:gd name="connsiteY7" fmla="*/ 189834 h 529473"/>
                <a:gd name="connsiteX8" fmla="*/ 119232 w 554686"/>
                <a:gd name="connsiteY8" fmla="*/ 197650 h 529473"/>
                <a:gd name="connsiteX9" fmla="*/ 99314 w 554686"/>
                <a:gd name="connsiteY9" fmla="*/ 204584 h 529473"/>
                <a:gd name="connsiteX10" fmla="*/ 85446 w 554686"/>
                <a:gd name="connsiteY10" fmla="*/ 220216 h 529473"/>
                <a:gd name="connsiteX11" fmla="*/ 62124 w 554686"/>
                <a:gd name="connsiteY11" fmla="*/ 225384 h 529473"/>
                <a:gd name="connsiteX12" fmla="*/ 44853 w 554686"/>
                <a:gd name="connsiteY12" fmla="*/ 230553 h 529473"/>
                <a:gd name="connsiteX13" fmla="*/ 2496 w 554686"/>
                <a:gd name="connsiteY13" fmla="*/ 258287 h 529473"/>
                <a:gd name="connsiteX14" fmla="*/ 3126 w 554686"/>
                <a:gd name="connsiteY14" fmla="*/ 294468 h 529473"/>
                <a:gd name="connsiteX15" fmla="*/ 8295 w 554686"/>
                <a:gd name="connsiteY15" fmla="*/ 299258 h 529473"/>
                <a:gd name="connsiteX16" fmla="*/ 265719 w 554686"/>
                <a:gd name="connsiteY16" fmla="*/ 470959 h 529473"/>
                <a:gd name="connsiteX17" fmla="*/ 282486 w 554686"/>
                <a:gd name="connsiteY17" fmla="*/ 495164 h 529473"/>
                <a:gd name="connsiteX18" fmla="*/ 312363 w 554686"/>
                <a:gd name="connsiteY18" fmla="*/ 504492 h 529473"/>
                <a:gd name="connsiteX19" fmla="*/ 325474 w 554686"/>
                <a:gd name="connsiteY19" fmla="*/ 532479 h 529473"/>
                <a:gd name="connsiteX20" fmla="*/ 351570 w 554686"/>
                <a:gd name="connsiteY20" fmla="*/ 526932 h 529473"/>
                <a:gd name="connsiteX21" fmla="*/ 392667 w 554686"/>
                <a:gd name="connsiteY21" fmla="*/ 513821 h 529473"/>
                <a:gd name="connsiteX22" fmla="*/ 441202 w 554686"/>
                <a:gd name="connsiteY22" fmla="*/ 474615 h 529473"/>
                <a:gd name="connsiteX23" fmla="*/ 555039 w 554686"/>
                <a:gd name="connsiteY23" fmla="*/ 403640 h 529473"/>
                <a:gd name="connsiteX24" fmla="*/ 555291 w 554686"/>
                <a:gd name="connsiteY24" fmla="*/ 403640 h 529473"/>
                <a:gd name="connsiteX25" fmla="*/ 541928 w 554686"/>
                <a:gd name="connsiteY25" fmla="*/ 381075 h 529473"/>
                <a:gd name="connsiteX26" fmla="*/ 522388 w 554686"/>
                <a:gd name="connsiteY26" fmla="*/ 375276 h 529473"/>
                <a:gd name="connsiteX27" fmla="*/ 503730 w 554686"/>
                <a:gd name="connsiteY27" fmla="*/ 364434 h 529473"/>
                <a:gd name="connsiteX28" fmla="*/ 500831 w 554686"/>
                <a:gd name="connsiteY28" fmla="*/ 343886 h 529473"/>
                <a:gd name="connsiteX29" fmla="*/ 489107 w 554686"/>
                <a:gd name="connsiteY29" fmla="*/ 327245 h 529473"/>
                <a:gd name="connsiteX30" fmla="*/ 500578 w 554686"/>
                <a:gd name="connsiteY30" fmla="*/ 314134 h 529473"/>
                <a:gd name="connsiteX31" fmla="*/ 496671 w 554686"/>
                <a:gd name="connsiteY31" fmla="*/ 302032 h 529473"/>
                <a:gd name="connsiteX32" fmla="*/ 496671 w 554686"/>
                <a:gd name="connsiteY32" fmla="*/ 285517 h 529473"/>
                <a:gd name="connsiteX33" fmla="*/ 498688 w 554686"/>
                <a:gd name="connsiteY33" fmla="*/ 267490 h 529473"/>
                <a:gd name="connsiteX34" fmla="*/ 499444 w 554686"/>
                <a:gd name="connsiteY34" fmla="*/ 239630 h 529473"/>
                <a:gd name="connsiteX35" fmla="*/ 487342 w 554686"/>
                <a:gd name="connsiteY35" fmla="*/ 215299 h 529473"/>
                <a:gd name="connsiteX36" fmla="*/ 493267 w 554686"/>
                <a:gd name="connsiteY36" fmla="*/ 209752 h 529473"/>
                <a:gd name="connsiteX37" fmla="*/ 490872 w 554686"/>
                <a:gd name="connsiteY37" fmla="*/ 202819 h 529473"/>
                <a:gd name="connsiteX38" fmla="*/ 478265 w 554686"/>
                <a:gd name="connsiteY38" fmla="*/ 155670 h 529473"/>
                <a:gd name="connsiteX39" fmla="*/ 457843 w 554686"/>
                <a:gd name="connsiteY39" fmla="*/ 140038 h 529473"/>
                <a:gd name="connsiteX40" fmla="*/ 446875 w 554686"/>
                <a:gd name="connsiteY40" fmla="*/ 122767 h 529473"/>
                <a:gd name="connsiteX41" fmla="*/ 435907 w 554686"/>
                <a:gd name="connsiteY41" fmla="*/ 94529 h 529473"/>
                <a:gd name="connsiteX42" fmla="*/ 453178 w 554686"/>
                <a:gd name="connsiteY42" fmla="*/ 77258 h 529473"/>
                <a:gd name="connsiteX43" fmla="*/ 460994 w 554686"/>
                <a:gd name="connsiteY43" fmla="*/ 49019 h 529473"/>
                <a:gd name="connsiteX44" fmla="*/ 461246 w 554686"/>
                <a:gd name="connsiteY44" fmla="*/ 7544 h 529473"/>
                <a:gd name="connsiteX45" fmla="*/ 436285 w 554686"/>
                <a:gd name="connsiteY45" fmla="*/ 2754 h 529473"/>
                <a:gd name="connsiteX46" fmla="*/ 409181 w 554686"/>
                <a:gd name="connsiteY46" fmla="*/ 5527 h 529473"/>
                <a:gd name="connsiteX47" fmla="*/ 372371 w 554686"/>
                <a:gd name="connsiteY47" fmla="*/ 12965 h 529473"/>
                <a:gd name="connsiteX48" fmla="*/ 272779 w 554686"/>
                <a:gd name="connsiteY48" fmla="*/ 18890 h 529473"/>
                <a:gd name="connsiteX49" fmla="*/ 231556 w 554686"/>
                <a:gd name="connsiteY49" fmla="*/ 40825 h 529473"/>
                <a:gd name="connsiteX50" fmla="*/ 189954 w 554686"/>
                <a:gd name="connsiteY50" fmla="*/ 62382 h 529473"/>
                <a:gd name="connsiteX51" fmla="*/ 179995 w 554686"/>
                <a:gd name="connsiteY51" fmla="*/ 66795 h 529473"/>
                <a:gd name="connsiteX52" fmla="*/ 184408 w 554686"/>
                <a:gd name="connsiteY52" fmla="*/ 74989 h 529473"/>
                <a:gd name="connsiteX53" fmla="*/ 191845 w 554686"/>
                <a:gd name="connsiteY53" fmla="*/ 102597 h 529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54686" h="529473">
                  <a:moveTo>
                    <a:pt x="191845" y="102597"/>
                  </a:moveTo>
                  <a:cubicBezTo>
                    <a:pt x="191845" y="112934"/>
                    <a:pt x="188442" y="125919"/>
                    <a:pt x="193610" y="126802"/>
                  </a:cubicBezTo>
                  <a:cubicBezTo>
                    <a:pt x="198779" y="127684"/>
                    <a:pt x="203191" y="140669"/>
                    <a:pt x="203947" y="144955"/>
                  </a:cubicBezTo>
                  <a:cubicBezTo>
                    <a:pt x="204830" y="149241"/>
                    <a:pt x="203065" y="155292"/>
                    <a:pt x="197897" y="155292"/>
                  </a:cubicBezTo>
                  <a:cubicBezTo>
                    <a:pt x="192728" y="155292"/>
                    <a:pt x="158942" y="151889"/>
                    <a:pt x="158942" y="157057"/>
                  </a:cubicBezTo>
                  <a:cubicBezTo>
                    <a:pt x="158942" y="162226"/>
                    <a:pt x="151126" y="166512"/>
                    <a:pt x="143310" y="166512"/>
                  </a:cubicBezTo>
                  <a:cubicBezTo>
                    <a:pt x="135494" y="166512"/>
                    <a:pt x="135494" y="164747"/>
                    <a:pt x="134738" y="173446"/>
                  </a:cubicBezTo>
                  <a:cubicBezTo>
                    <a:pt x="133855" y="182144"/>
                    <a:pt x="136503" y="189834"/>
                    <a:pt x="131334" y="189834"/>
                  </a:cubicBezTo>
                  <a:cubicBezTo>
                    <a:pt x="126166" y="189834"/>
                    <a:pt x="127048" y="196768"/>
                    <a:pt x="119232" y="197650"/>
                  </a:cubicBezTo>
                  <a:cubicBezTo>
                    <a:pt x="111416" y="198533"/>
                    <a:pt x="99314" y="196768"/>
                    <a:pt x="99314" y="204584"/>
                  </a:cubicBezTo>
                  <a:cubicBezTo>
                    <a:pt x="99314" y="212400"/>
                    <a:pt x="94145" y="218451"/>
                    <a:pt x="85446" y="220216"/>
                  </a:cubicBezTo>
                  <a:cubicBezTo>
                    <a:pt x="76748" y="221981"/>
                    <a:pt x="62124" y="218451"/>
                    <a:pt x="62124" y="225384"/>
                  </a:cubicBezTo>
                  <a:cubicBezTo>
                    <a:pt x="62124" y="232318"/>
                    <a:pt x="50905" y="227149"/>
                    <a:pt x="44853" y="230553"/>
                  </a:cubicBezTo>
                  <a:cubicBezTo>
                    <a:pt x="38802" y="234083"/>
                    <a:pt x="3378" y="254757"/>
                    <a:pt x="2496" y="258287"/>
                  </a:cubicBezTo>
                  <a:cubicBezTo>
                    <a:pt x="2118" y="259926"/>
                    <a:pt x="2622" y="277071"/>
                    <a:pt x="3126" y="294468"/>
                  </a:cubicBezTo>
                  <a:cubicBezTo>
                    <a:pt x="4009" y="295981"/>
                    <a:pt x="5521" y="297620"/>
                    <a:pt x="8295" y="299258"/>
                  </a:cubicBezTo>
                  <a:cubicBezTo>
                    <a:pt x="21406" y="306696"/>
                    <a:pt x="258281" y="463395"/>
                    <a:pt x="265719" y="470959"/>
                  </a:cubicBezTo>
                  <a:cubicBezTo>
                    <a:pt x="273157" y="478397"/>
                    <a:pt x="282486" y="495164"/>
                    <a:pt x="282486" y="495164"/>
                  </a:cubicBezTo>
                  <a:cubicBezTo>
                    <a:pt x="282486" y="495164"/>
                    <a:pt x="299253" y="497054"/>
                    <a:pt x="312363" y="504492"/>
                  </a:cubicBezTo>
                  <a:cubicBezTo>
                    <a:pt x="325474" y="511930"/>
                    <a:pt x="325474" y="532479"/>
                    <a:pt x="325474" y="532479"/>
                  </a:cubicBezTo>
                  <a:cubicBezTo>
                    <a:pt x="325474" y="532479"/>
                    <a:pt x="342241" y="528697"/>
                    <a:pt x="351570" y="526932"/>
                  </a:cubicBezTo>
                  <a:cubicBezTo>
                    <a:pt x="360899" y="525041"/>
                    <a:pt x="392667" y="513821"/>
                    <a:pt x="392667" y="513821"/>
                  </a:cubicBezTo>
                  <a:lnTo>
                    <a:pt x="441202" y="474615"/>
                  </a:lnTo>
                  <a:lnTo>
                    <a:pt x="555039" y="403640"/>
                  </a:lnTo>
                  <a:cubicBezTo>
                    <a:pt x="555039" y="403640"/>
                    <a:pt x="555165" y="403640"/>
                    <a:pt x="555291" y="403640"/>
                  </a:cubicBezTo>
                  <a:cubicBezTo>
                    <a:pt x="551761" y="391034"/>
                    <a:pt x="547979" y="381075"/>
                    <a:pt x="541928" y="381075"/>
                  </a:cubicBezTo>
                  <a:cubicBezTo>
                    <a:pt x="535121" y="381075"/>
                    <a:pt x="530204" y="375276"/>
                    <a:pt x="522388" y="375276"/>
                  </a:cubicBezTo>
                  <a:cubicBezTo>
                    <a:pt x="514572" y="375276"/>
                    <a:pt x="504739" y="371368"/>
                    <a:pt x="503730" y="364434"/>
                  </a:cubicBezTo>
                  <a:cubicBezTo>
                    <a:pt x="502722" y="357627"/>
                    <a:pt x="506630" y="352710"/>
                    <a:pt x="500831" y="343886"/>
                  </a:cubicBezTo>
                  <a:cubicBezTo>
                    <a:pt x="495032" y="335061"/>
                    <a:pt x="489107" y="331153"/>
                    <a:pt x="489107" y="327245"/>
                  </a:cubicBezTo>
                  <a:cubicBezTo>
                    <a:pt x="489107" y="323337"/>
                    <a:pt x="499066" y="315647"/>
                    <a:pt x="500578" y="314134"/>
                  </a:cubicBezTo>
                  <a:cubicBezTo>
                    <a:pt x="502091" y="312621"/>
                    <a:pt x="496671" y="306318"/>
                    <a:pt x="496671" y="302032"/>
                  </a:cubicBezTo>
                  <a:cubicBezTo>
                    <a:pt x="496671" y="297746"/>
                    <a:pt x="492763" y="290308"/>
                    <a:pt x="496671" y="285517"/>
                  </a:cubicBezTo>
                  <a:cubicBezTo>
                    <a:pt x="500578" y="280853"/>
                    <a:pt x="502974" y="276063"/>
                    <a:pt x="498688" y="267490"/>
                  </a:cubicBezTo>
                  <a:cubicBezTo>
                    <a:pt x="494401" y="258918"/>
                    <a:pt x="504613" y="250976"/>
                    <a:pt x="499444" y="239630"/>
                  </a:cubicBezTo>
                  <a:cubicBezTo>
                    <a:pt x="494401" y="228284"/>
                    <a:pt x="486459" y="219207"/>
                    <a:pt x="487342" y="215299"/>
                  </a:cubicBezTo>
                  <a:cubicBezTo>
                    <a:pt x="487720" y="213660"/>
                    <a:pt x="490241" y="211769"/>
                    <a:pt x="493267" y="209752"/>
                  </a:cubicBezTo>
                  <a:cubicBezTo>
                    <a:pt x="491880" y="207861"/>
                    <a:pt x="490872" y="205592"/>
                    <a:pt x="490872" y="202819"/>
                  </a:cubicBezTo>
                  <a:cubicBezTo>
                    <a:pt x="490872" y="191851"/>
                    <a:pt x="483056" y="161974"/>
                    <a:pt x="478265" y="155670"/>
                  </a:cubicBezTo>
                  <a:cubicBezTo>
                    <a:pt x="473601" y="149367"/>
                    <a:pt x="457843" y="144703"/>
                    <a:pt x="457843" y="140038"/>
                  </a:cubicBezTo>
                  <a:cubicBezTo>
                    <a:pt x="457843" y="135248"/>
                    <a:pt x="457843" y="127432"/>
                    <a:pt x="446875" y="122767"/>
                  </a:cubicBezTo>
                  <a:cubicBezTo>
                    <a:pt x="435907" y="118103"/>
                    <a:pt x="429604" y="94529"/>
                    <a:pt x="435907" y="94529"/>
                  </a:cubicBezTo>
                  <a:cubicBezTo>
                    <a:pt x="442210" y="94529"/>
                    <a:pt x="446875" y="80410"/>
                    <a:pt x="453178" y="77258"/>
                  </a:cubicBezTo>
                  <a:cubicBezTo>
                    <a:pt x="459482" y="74106"/>
                    <a:pt x="467298" y="58474"/>
                    <a:pt x="460994" y="49019"/>
                  </a:cubicBezTo>
                  <a:cubicBezTo>
                    <a:pt x="456834" y="42716"/>
                    <a:pt x="458977" y="23176"/>
                    <a:pt x="461246" y="7544"/>
                  </a:cubicBezTo>
                  <a:cubicBezTo>
                    <a:pt x="450909" y="7418"/>
                    <a:pt x="439311" y="3636"/>
                    <a:pt x="436285" y="2754"/>
                  </a:cubicBezTo>
                  <a:cubicBezTo>
                    <a:pt x="431621" y="1115"/>
                    <a:pt x="417880" y="5149"/>
                    <a:pt x="409181" y="5527"/>
                  </a:cubicBezTo>
                  <a:cubicBezTo>
                    <a:pt x="400609" y="5905"/>
                    <a:pt x="379430" y="19646"/>
                    <a:pt x="372371" y="12965"/>
                  </a:cubicBezTo>
                  <a:cubicBezTo>
                    <a:pt x="365311" y="6283"/>
                    <a:pt x="293076" y="18134"/>
                    <a:pt x="272779" y="18890"/>
                  </a:cubicBezTo>
                  <a:cubicBezTo>
                    <a:pt x="252356" y="19646"/>
                    <a:pt x="243784" y="40825"/>
                    <a:pt x="231556" y="40825"/>
                  </a:cubicBezTo>
                  <a:cubicBezTo>
                    <a:pt x="219454" y="40825"/>
                    <a:pt x="200166" y="51037"/>
                    <a:pt x="189954" y="62382"/>
                  </a:cubicBezTo>
                  <a:cubicBezTo>
                    <a:pt x="187055" y="65534"/>
                    <a:pt x="183651" y="66795"/>
                    <a:pt x="179995" y="66795"/>
                  </a:cubicBezTo>
                  <a:cubicBezTo>
                    <a:pt x="181634" y="70324"/>
                    <a:pt x="183147" y="73350"/>
                    <a:pt x="184408" y="74989"/>
                  </a:cubicBezTo>
                  <a:cubicBezTo>
                    <a:pt x="190080" y="82679"/>
                    <a:pt x="191845" y="92260"/>
                    <a:pt x="191845" y="102597"/>
                  </a:cubicBezTo>
                  <a:close/>
                </a:path>
              </a:pathLst>
            </a:custGeom>
            <a:grpFill/>
            <a:ln w="1270" cap="flat">
              <a:solidFill>
                <a:schemeClr val="bg1"/>
              </a:solidFill>
              <a:prstDash val="solid"/>
              <a:miter/>
            </a:ln>
          </p:spPr>
          <p:txBody>
            <a:bodyPr rtlCol="0" anchor="ctr"/>
            <a:lstStyle/>
            <a:p>
              <a:endParaRPr lang="ko-KR" altLang="en-US"/>
            </a:p>
          </p:txBody>
        </p:sp>
        <p:sp>
          <p:nvSpPr>
            <p:cNvPr id="35" name="자유형: 도형 15">
              <a:extLst>
                <a:ext uri="{FF2B5EF4-FFF2-40B4-BE49-F238E27FC236}">
                  <a16:creationId xmlns:a16="http://schemas.microsoft.com/office/drawing/2014/main" id="{65E3C0F2-E59A-9745-B64B-851DC5EE7093}"/>
                </a:ext>
              </a:extLst>
            </p:cNvPr>
            <p:cNvSpPr/>
            <p:nvPr/>
          </p:nvSpPr>
          <p:spPr>
            <a:xfrm>
              <a:off x="6051101" y="3653894"/>
              <a:ext cx="403408" cy="390802"/>
            </a:xfrm>
            <a:custGeom>
              <a:avLst/>
              <a:gdLst>
                <a:gd name="connsiteX0" fmla="*/ 46790 w 403408"/>
                <a:gd name="connsiteY0" fmla="*/ 24677 h 390801"/>
                <a:gd name="connsiteX1" fmla="*/ 26367 w 403408"/>
                <a:gd name="connsiteY1" fmla="*/ 43839 h 390801"/>
                <a:gd name="connsiteX2" fmla="*/ 23972 w 403408"/>
                <a:gd name="connsiteY2" fmla="*/ 55563 h 390801"/>
                <a:gd name="connsiteX3" fmla="*/ 19307 w 403408"/>
                <a:gd name="connsiteY3" fmla="*/ 76742 h 390801"/>
                <a:gd name="connsiteX4" fmla="*/ 2415 w 403408"/>
                <a:gd name="connsiteY4" fmla="*/ 91996 h 390801"/>
                <a:gd name="connsiteX5" fmla="*/ 14517 w 403408"/>
                <a:gd name="connsiteY5" fmla="*/ 116327 h 390801"/>
                <a:gd name="connsiteX6" fmla="*/ 13761 w 403408"/>
                <a:gd name="connsiteY6" fmla="*/ 144187 h 390801"/>
                <a:gd name="connsiteX7" fmla="*/ 11743 w 403408"/>
                <a:gd name="connsiteY7" fmla="*/ 162214 h 390801"/>
                <a:gd name="connsiteX8" fmla="*/ 11743 w 403408"/>
                <a:gd name="connsiteY8" fmla="*/ 178729 h 390801"/>
                <a:gd name="connsiteX9" fmla="*/ 15651 w 403408"/>
                <a:gd name="connsiteY9" fmla="*/ 190831 h 390801"/>
                <a:gd name="connsiteX10" fmla="*/ 4180 w 403408"/>
                <a:gd name="connsiteY10" fmla="*/ 203942 h 390801"/>
                <a:gd name="connsiteX11" fmla="*/ 15904 w 403408"/>
                <a:gd name="connsiteY11" fmla="*/ 220582 h 390801"/>
                <a:gd name="connsiteX12" fmla="*/ 18803 w 403408"/>
                <a:gd name="connsiteY12" fmla="*/ 241131 h 390801"/>
                <a:gd name="connsiteX13" fmla="*/ 37461 w 403408"/>
                <a:gd name="connsiteY13" fmla="*/ 251973 h 390801"/>
                <a:gd name="connsiteX14" fmla="*/ 57001 w 403408"/>
                <a:gd name="connsiteY14" fmla="*/ 257772 h 390801"/>
                <a:gd name="connsiteX15" fmla="*/ 70364 w 403408"/>
                <a:gd name="connsiteY15" fmla="*/ 280337 h 390801"/>
                <a:gd name="connsiteX16" fmla="*/ 109192 w 403408"/>
                <a:gd name="connsiteY16" fmla="*/ 287775 h 390801"/>
                <a:gd name="connsiteX17" fmla="*/ 125958 w 403408"/>
                <a:gd name="connsiteY17" fmla="*/ 304542 h 390801"/>
                <a:gd name="connsiteX18" fmla="*/ 170712 w 403408"/>
                <a:gd name="connsiteY18" fmla="*/ 280337 h 390801"/>
                <a:gd name="connsiteX19" fmla="*/ 373298 w 403408"/>
                <a:gd name="connsiteY19" fmla="*/ 389257 h 390801"/>
                <a:gd name="connsiteX20" fmla="*/ 373298 w 403408"/>
                <a:gd name="connsiteY20" fmla="*/ 375264 h 390801"/>
                <a:gd name="connsiteX21" fmla="*/ 397881 w 403408"/>
                <a:gd name="connsiteY21" fmla="*/ 375264 h 390801"/>
                <a:gd name="connsiteX22" fmla="*/ 397881 w 403408"/>
                <a:gd name="connsiteY22" fmla="*/ 115066 h 390801"/>
                <a:gd name="connsiteX23" fmla="*/ 397881 w 403408"/>
                <a:gd name="connsiteY23" fmla="*/ 75734 h 390801"/>
                <a:gd name="connsiteX24" fmla="*/ 401159 w 403408"/>
                <a:gd name="connsiteY24" fmla="*/ 42957 h 390801"/>
                <a:gd name="connsiteX25" fmla="*/ 403554 w 403408"/>
                <a:gd name="connsiteY25" fmla="*/ 36401 h 390801"/>
                <a:gd name="connsiteX26" fmla="*/ 402797 w 403408"/>
                <a:gd name="connsiteY26" fmla="*/ 35393 h 390801"/>
                <a:gd name="connsiteX27" fmla="*/ 367121 w 403408"/>
                <a:gd name="connsiteY27" fmla="*/ 25938 h 390801"/>
                <a:gd name="connsiteX28" fmla="*/ 326654 w 403408"/>
                <a:gd name="connsiteY28" fmla="*/ 5137 h 390801"/>
                <a:gd name="connsiteX29" fmla="*/ 267403 w 403408"/>
                <a:gd name="connsiteY29" fmla="*/ 35393 h 390801"/>
                <a:gd name="connsiteX30" fmla="*/ 270933 w 403408"/>
                <a:gd name="connsiteY30" fmla="*/ 69935 h 390801"/>
                <a:gd name="connsiteX31" fmla="*/ 230088 w 403408"/>
                <a:gd name="connsiteY31" fmla="*/ 70313 h 390801"/>
                <a:gd name="connsiteX32" fmla="*/ 181049 w 403408"/>
                <a:gd name="connsiteY32" fmla="*/ 52664 h 390801"/>
                <a:gd name="connsiteX33" fmla="*/ 154701 w 403408"/>
                <a:gd name="connsiteY33" fmla="*/ 33880 h 390801"/>
                <a:gd name="connsiteX34" fmla="*/ 137430 w 403408"/>
                <a:gd name="connsiteY34" fmla="*/ 18626 h 390801"/>
                <a:gd name="connsiteX35" fmla="*/ 89148 w 403408"/>
                <a:gd name="connsiteY35" fmla="*/ 8793 h 390801"/>
                <a:gd name="connsiteX36" fmla="*/ 58514 w 403408"/>
                <a:gd name="connsiteY36" fmla="*/ 2364 h 390801"/>
                <a:gd name="connsiteX37" fmla="*/ 57757 w 403408"/>
                <a:gd name="connsiteY37" fmla="*/ 16231 h 390801"/>
                <a:gd name="connsiteX38" fmla="*/ 46790 w 403408"/>
                <a:gd name="connsiteY38" fmla="*/ 24677 h 390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03408" h="390801">
                  <a:moveTo>
                    <a:pt x="46790" y="24677"/>
                  </a:moveTo>
                  <a:cubicBezTo>
                    <a:pt x="44016" y="25812"/>
                    <a:pt x="29897" y="40814"/>
                    <a:pt x="26367" y="43839"/>
                  </a:cubicBezTo>
                  <a:cubicBezTo>
                    <a:pt x="22837" y="46991"/>
                    <a:pt x="22459" y="52538"/>
                    <a:pt x="23972" y="55563"/>
                  </a:cubicBezTo>
                  <a:cubicBezTo>
                    <a:pt x="25485" y="58715"/>
                    <a:pt x="22837" y="70061"/>
                    <a:pt x="19307" y="76742"/>
                  </a:cubicBezTo>
                  <a:cubicBezTo>
                    <a:pt x="15778" y="83424"/>
                    <a:pt x="3171" y="88088"/>
                    <a:pt x="2415" y="91996"/>
                  </a:cubicBezTo>
                  <a:cubicBezTo>
                    <a:pt x="1658" y="95904"/>
                    <a:pt x="9474" y="104981"/>
                    <a:pt x="14517" y="116327"/>
                  </a:cubicBezTo>
                  <a:cubicBezTo>
                    <a:pt x="19686" y="127672"/>
                    <a:pt x="9474" y="135615"/>
                    <a:pt x="13761" y="144187"/>
                  </a:cubicBezTo>
                  <a:cubicBezTo>
                    <a:pt x="18047" y="152759"/>
                    <a:pt x="15778" y="157550"/>
                    <a:pt x="11743" y="162214"/>
                  </a:cubicBezTo>
                  <a:cubicBezTo>
                    <a:pt x="7835" y="166879"/>
                    <a:pt x="11743" y="174316"/>
                    <a:pt x="11743" y="178729"/>
                  </a:cubicBezTo>
                  <a:cubicBezTo>
                    <a:pt x="11743" y="183015"/>
                    <a:pt x="17290" y="189318"/>
                    <a:pt x="15651" y="190831"/>
                  </a:cubicBezTo>
                  <a:cubicBezTo>
                    <a:pt x="14139" y="192470"/>
                    <a:pt x="4180" y="200034"/>
                    <a:pt x="4180" y="203942"/>
                  </a:cubicBezTo>
                  <a:cubicBezTo>
                    <a:pt x="4180" y="207850"/>
                    <a:pt x="10105" y="211758"/>
                    <a:pt x="15904" y="220582"/>
                  </a:cubicBezTo>
                  <a:cubicBezTo>
                    <a:pt x="21829" y="229407"/>
                    <a:pt x="17921" y="234323"/>
                    <a:pt x="18803" y="241131"/>
                  </a:cubicBezTo>
                  <a:cubicBezTo>
                    <a:pt x="19812" y="247939"/>
                    <a:pt x="29519" y="251973"/>
                    <a:pt x="37461" y="251973"/>
                  </a:cubicBezTo>
                  <a:cubicBezTo>
                    <a:pt x="45277" y="251973"/>
                    <a:pt x="50194" y="257772"/>
                    <a:pt x="57001" y="257772"/>
                  </a:cubicBezTo>
                  <a:cubicBezTo>
                    <a:pt x="63052" y="257772"/>
                    <a:pt x="66834" y="267857"/>
                    <a:pt x="70364" y="280337"/>
                  </a:cubicBezTo>
                  <a:cubicBezTo>
                    <a:pt x="73263" y="280337"/>
                    <a:pt x="98728" y="280715"/>
                    <a:pt x="109192" y="287775"/>
                  </a:cubicBezTo>
                  <a:cubicBezTo>
                    <a:pt x="120411" y="295213"/>
                    <a:pt x="125958" y="304542"/>
                    <a:pt x="125958" y="304542"/>
                  </a:cubicBezTo>
                  <a:lnTo>
                    <a:pt x="170712" y="280337"/>
                  </a:lnTo>
                  <a:lnTo>
                    <a:pt x="373298" y="389257"/>
                  </a:lnTo>
                  <a:lnTo>
                    <a:pt x="373298" y="375264"/>
                  </a:lnTo>
                  <a:lnTo>
                    <a:pt x="397881" y="375264"/>
                  </a:lnTo>
                  <a:cubicBezTo>
                    <a:pt x="397881" y="375264"/>
                    <a:pt x="397881" y="133093"/>
                    <a:pt x="397881" y="115066"/>
                  </a:cubicBezTo>
                  <a:cubicBezTo>
                    <a:pt x="397881" y="97039"/>
                    <a:pt x="389687" y="85567"/>
                    <a:pt x="397881" y="75734"/>
                  </a:cubicBezTo>
                  <a:cubicBezTo>
                    <a:pt x="406075" y="65901"/>
                    <a:pt x="394603" y="60984"/>
                    <a:pt x="401159" y="42957"/>
                  </a:cubicBezTo>
                  <a:cubicBezTo>
                    <a:pt x="401915" y="40814"/>
                    <a:pt x="402671" y="38671"/>
                    <a:pt x="403554" y="36401"/>
                  </a:cubicBezTo>
                  <a:cubicBezTo>
                    <a:pt x="403301" y="36023"/>
                    <a:pt x="402923" y="35771"/>
                    <a:pt x="402797" y="35393"/>
                  </a:cubicBezTo>
                  <a:cubicBezTo>
                    <a:pt x="400780" y="29972"/>
                    <a:pt x="390191" y="29468"/>
                    <a:pt x="367121" y="25938"/>
                  </a:cubicBezTo>
                  <a:cubicBezTo>
                    <a:pt x="343925" y="22408"/>
                    <a:pt x="352623" y="6650"/>
                    <a:pt x="326654" y="5137"/>
                  </a:cubicBezTo>
                  <a:cubicBezTo>
                    <a:pt x="300811" y="3498"/>
                    <a:pt x="267782" y="24299"/>
                    <a:pt x="267403" y="35393"/>
                  </a:cubicBezTo>
                  <a:cubicBezTo>
                    <a:pt x="267025" y="46360"/>
                    <a:pt x="279506" y="58589"/>
                    <a:pt x="270933" y="69935"/>
                  </a:cubicBezTo>
                  <a:cubicBezTo>
                    <a:pt x="262361" y="81281"/>
                    <a:pt x="243451" y="82415"/>
                    <a:pt x="230088" y="70313"/>
                  </a:cubicBezTo>
                  <a:cubicBezTo>
                    <a:pt x="216725" y="58211"/>
                    <a:pt x="197185" y="52664"/>
                    <a:pt x="181049" y="52664"/>
                  </a:cubicBezTo>
                  <a:cubicBezTo>
                    <a:pt x="164912" y="52664"/>
                    <a:pt x="153567" y="42452"/>
                    <a:pt x="154701" y="33880"/>
                  </a:cubicBezTo>
                  <a:cubicBezTo>
                    <a:pt x="155836" y="25308"/>
                    <a:pt x="150793" y="21273"/>
                    <a:pt x="137430" y="18626"/>
                  </a:cubicBezTo>
                  <a:cubicBezTo>
                    <a:pt x="124067" y="15853"/>
                    <a:pt x="112722" y="4885"/>
                    <a:pt x="89148" y="8793"/>
                  </a:cubicBezTo>
                  <a:cubicBezTo>
                    <a:pt x="76541" y="10936"/>
                    <a:pt x="65825" y="7154"/>
                    <a:pt x="58514" y="2364"/>
                  </a:cubicBezTo>
                  <a:cubicBezTo>
                    <a:pt x="58010" y="7532"/>
                    <a:pt x="57505" y="12701"/>
                    <a:pt x="57757" y="16231"/>
                  </a:cubicBezTo>
                  <a:cubicBezTo>
                    <a:pt x="58640" y="25055"/>
                    <a:pt x="49563" y="23417"/>
                    <a:pt x="46790" y="24677"/>
                  </a:cubicBezTo>
                  <a:close/>
                </a:path>
              </a:pathLst>
            </a:custGeom>
            <a:grpFill/>
            <a:ln w="1270" cap="flat">
              <a:solidFill>
                <a:schemeClr val="bg1"/>
              </a:solidFill>
              <a:prstDash val="solid"/>
              <a:miter/>
            </a:ln>
          </p:spPr>
          <p:txBody>
            <a:bodyPr rtlCol="0" anchor="ctr"/>
            <a:lstStyle/>
            <a:p>
              <a:endParaRPr lang="ko-KR" altLang="en-US"/>
            </a:p>
          </p:txBody>
        </p:sp>
        <p:sp>
          <p:nvSpPr>
            <p:cNvPr id="36" name="자유형: 도형 16">
              <a:extLst>
                <a:ext uri="{FF2B5EF4-FFF2-40B4-BE49-F238E27FC236}">
                  <a16:creationId xmlns:a16="http://schemas.microsoft.com/office/drawing/2014/main" id="{FA51189F-4C12-3147-9703-60E44E55B7AC}"/>
                </a:ext>
              </a:extLst>
            </p:cNvPr>
            <p:cNvSpPr/>
            <p:nvPr/>
          </p:nvSpPr>
          <p:spPr>
            <a:xfrm>
              <a:off x="5354643" y="4198601"/>
              <a:ext cx="75639" cy="25213"/>
            </a:xfrm>
            <a:custGeom>
              <a:avLst/>
              <a:gdLst>
                <a:gd name="connsiteX0" fmla="*/ 40309 w 75639"/>
                <a:gd name="connsiteY0" fmla="*/ 14990 h 25213"/>
                <a:gd name="connsiteX1" fmla="*/ 62623 w 75639"/>
                <a:gd name="connsiteY1" fmla="*/ 20915 h 25213"/>
                <a:gd name="connsiteX2" fmla="*/ 79011 w 75639"/>
                <a:gd name="connsiteY2" fmla="*/ 16502 h 25213"/>
                <a:gd name="connsiteX3" fmla="*/ 64640 w 75639"/>
                <a:gd name="connsiteY3" fmla="*/ 14485 h 25213"/>
                <a:gd name="connsiteX4" fmla="*/ 39301 w 75639"/>
                <a:gd name="connsiteY4" fmla="*/ 3518 h 25213"/>
                <a:gd name="connsiteX5" fmla="*/ 5767 w 75639"/>
                <a:gd name="connsiteY5" fmla="*/ 9065 h 25213"/>
                <a:gd name="connsiteX6" fmla="*/ 2364 w 75639"/>
                <a:gd name="connsiteY6" fmla="*/ 25075 h 25213"/>
                <a:gd name="connsiteX7" fmla="*/ 10180 w 75639"/>
                <a:gd name="connsiteY7" fmla="*/ 23436 h 25213"/>
                <a:gd name="connsiteX8" fmla="*/ 40309 w 75639"/>
                <a:gd name="connsiteY8" fmla="*/ 14990 h 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639" h="25213">
                  <a:moveTo>
                    <a:pt x="40309" y="14990"/>
                  </a:moveTo>
                  <a:cubicBezTo>
                    <a:pt x="45730" y="10073"/>
                    <a:pt x="54681" y="19906"/>
                    <a:pt x="62623" y="20915"/>
                  </a:cubicBezTo>
                  <a:cubicBezTo>
                    <a:pt x="70565" y="21923"/>
                    <a:pt x="79011" y="16502"/>
                    <a:pt x="79011" y="16502"/>
                  </a:cubicBezTo>
                  <a:cubicBezTo>
                    <a:pt x="79011" y="16502"/>
                    <a:pt x="77498" y="15494"/>
                    <a:pt x="64640" y="14485"/>
                  </a:cubicBezTo>
                  <a:cubicBezTo>
                    <a:pt x="51781" y="13477"/>
                    <a:pt x="50773" y="-1903"/>
                    <a:pt x="39301" y="3518"/>
                  </a:cubicBezTo>
                  <a:cubicBezTo>
                    <a:pt x="27955" y="8939"/>
                    <a:pt x="20013" y="10451"/>
                    <a:pt x="5767" y="9065"/>
                  </a:cubicBezTo>
                  <a:cubicBezTo>
                    <a:pt x="5515" y="13477"/>
                    <a:pt x="3120" y="19276"/>
                    <a:pt x="2364" y="25075"/>
                  </a:cubicBezTo>
                  <a:cubicBezTo>
                    <a:pt x="6020" y="24192"/>
                    <a:pt x="8793" y="23562"/>
                    <a:pt x="10180" y="23436"/>
                  </a:cubicBezTo>
                  <a:cubicBezTo>
                    <a:pt x="17996" y="22932"/>
                    <a:pt x="34888" y="19906"/>
                    <a:pt x="40309" y="14990"/>
                  </a:cubicBezTo>
                  <a:close/>
                </a:path>
              </a:pathLst>
            </a:custGeom>
            <a:grpFill/>
            <a:ln w="1270" cap="flat">
              <a:solidFill>
                <a:schemeClr val="bg1"/>
              </a:solidFill>
              <a:prstDash val="solid"/>
              <a:miter/>
            </a:ln>
          </p:spPr>
          <p:txBody>
            <a:bodyPr rtlCol="0" anchor="ctr"/>
            <a:lstStyle/>
            <a:p>
              <a:endParaRPr lang="ko-KR" altLang="en-US"/>
            </a:p>
          </p:txBody>
        </p:sp>
        <p:sp>
          <p:nvSpPr>
            <p:cNvPr id="37" name="자유형: 도형 17">
              <a:extLst>
                <a:ext uri="{FF2B5EF4-FFF2-40B4-BE49-F238E27FC236}">
                  <a16:creationId xmlns:a16="http://schemas.microsoft.com/office/drawing/2014/main" id="{D91600AE-F4BC-814F-9177-33EA3D834ED8}"/>
                </a:ext>
              </a:extLst>
            </p:cNvPr>
            <p:cNvSpPr/>
            <p:nvPr/>
          </p:nvSpPr>
          <p:spPr>
            <a:xfrm>
              <a:off x="5343734" y="4124833"/>
              <a:ext cx="151278" cy="113459"/>
            </a:xfrm>
            <a:custGeom>
              <a:avLst/>
              <a:gdLst>
                <a:gd name="connsiteX0" fmla="*/ 32435 w 151278"/>
                <a:gd name="connsiteY0" fmla="*/ 118005 h 113458"/>
                <a:gd name="connsiteX1" fmla="*/ 47310 w 151278"/>
                <a:gd name="connsiteY1" fmla="*/ 112080 h 113458"/>
                <a:gd name="connsiteX2" fmla="*/ 86012 w 151278"/>
                <a:gd name="connsiteY2" fmla="*/ 109054 h 113458"/>
                <a:gd name="connsiteX3" fmla="*/ 92694 w 151278"/>
                <a:gd name="connsiteY3" fmla="*/ 110819 h 113458"/>
                <a:gd name="connsiteX4" fmla="*/ 92820 w 151278"/>
                <a:gd name="connsiteY4" fmla="*/ 108424 h 113458"/>
                <a:gd name="connsiteX5" fmla="*/ 111604 w 151278"/>
                <a:gd name="connsiteY5" fmla="*/ 116114 h 113458"/>
                <a:gd name="connsiteX6" fmla="*/ 150432 w 151278"/>
                <a:gd name="connsiteY6" fmla="*/ 118509 h 113458"/>
                <a:gd name="connsiteX7" fmla="*/ 153331 w 151278"/>
                <a:gd name="connsiteY7" fmla="*/ 117501 h 113458"/>
                <a:gd name="connsiteX8" fmla="*/ 153205 w 151278"/>
                <a:gd name="connsiteY8" fmla="*/ 100734 h 113458"/>
                <a:gd name="connsiteX9" fmla="*/ 139086 w 151278"/>
                <a:gd name="connsiteY9" fmla="*/ 83463 h 113458"/>
                <a:gd name="connsiteX10" fmla="*/ 135178 w 151278"/>
                <a:gd name="connsiteY10" fmla="*/ 66948 h 113458"/>
                <a:gd name="connsiteX11" fmla="*/ 130261 w 151278"/>
                <a:gd name="connsiteY11" fmla="*/ 59637 h 113458"/>
                <a:gd name="connsiteX12" fmla="*/ 115386 w 151278"/>
                <a:gd name="connsiteY12" fmla="*/ 40979 h 113458"/>
                <a:gd name="connsiteX13" fmla="*/ 96728 w 151278"/>
                <a:gd name="connsiteY13" fmla="*/ 16774 h 113458"/>
                <a:gd name="connsiteX14" fmla="*/ 87399 w 151278"/>
                <a:gd name="connsiteY14" fmla="*/ 16774 h 113458"/>
                <a:gd name="connsiteX15" fmla="*/ 72523 w 151278"/>
                <a:gd name="connsiteY15" fmla="*/ 3664 h 113458"/>
                <a:gd name="connsiteX16" fmla="*/ 51975 w 151278"/>
                <a:gd name="connsiteY16" fmla="*/ 5555 h 113458"/>
                <a:gd name="connsiteX17" fmla="*/ 27770 w 151278"/>
                <a:gd name="connsiteY17" fmla="*/ 5555 h 113458"/>
                <a:gd name="connsiteX18" fmla="*/ 12769 w 151278"/>
                <a:gd name="connsiteY18" fmla="*/ 18666 h 113458"/>
                <a:gd name="connsiteX19" fmla="*/ 11382 w 151278"/>
                <a:gd name="connsiteY19" fmla="*/ 19044 h 113458"/>
                <a:gd name="connsiteX20" fmla="*/ 5331 w 151278"/>
                <a:gd name="connsiteY20" fmla="*/ 40223 h 113458"/>
                <a:gd name="connsiteX21" fmla="*/ 15164 w 151278"/>
                <a:gd name="connsiteY21" fmla="*/ 77916 h 113458"/>
                <a:gd name="connsiteX22" fmla="*/ 16803 w 151278"/>
                <a:gd name="connsiteY22" fmla="*/ 82959 h 113458"/>
                <a:gd name="connsiteX23" fmla="*/ 50336 w 151278"/>
                <a:gd name="connsiteY23" fmla="*/ 77412 h 113458"/>
                <a:gd name="connsiteX24" fmla="*/ 75675 w 151278"/>
                <a:gd name="connsiteY24" fmla="*/ 88380 h 113458"/>
                <a:gd name="connsiteX25" fmla="*/ 90047 w 151278"/>
                <a:gd name="connsiteY25" fmla="*/ 90397 h 113458"/>
                <a:gd name="connsiteX26" fmla="*/ 73658 w 151278"/>
                <a:gd name="connsiteY26" fmla="*/ 94809 h 113458"/>
                <a:gd name="connsiteX27" fmla="*/ 51344 w 151278"/>
                <a:gd name="connsiteY27" fmla="*/ 88884 h 113458"/>
                <a:gd name="connsiteX28" fmla="*/ 21089 w 151278"/>
                <a:gd name="connsiteY28" fmla="*/ 97330 h 113458"/>
                <a:gd name="connsiteX29" fmla="*/ 13273 w 151278"/>
                <a:gd name="connsiteY29" fmla="*/ 98969 h 113458"/>
                <a:gd name="connsiteX30" fmla="*/ 16298 w 151278"/>
                <a:gd name="connsiteY30" fmla="*/ 111323 h 113458"/>
                <a:gd name="connsiteX31" fmla="*/ 18946 w 151278"/>
                <a:gd name="connsiteY31" fmla="*/ 114475 h 113458"/>
                <a:gd name="connsiteX32" fmla="*/ 32435 w 151278"/>
                <a:gd name="connsiteY32" fmla="*/ 118005 h 113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1278" h="113458">
                  <a:moveTo>
                    <a:pt x="32435" y="118005"/>
                  </a:moveTo>
                  <a:cubicBezTo>
                    <a:pt x="37351" y="118509"/>
                    <a:pt x="47310" y="112080"/>
                    <a:pt x="47310" y="112080"/>
                  </a:cubicBezTo>
                  <a:cubicBezTo>
                    <a:pt x="47310" y="112080"/>
                    <a:pt x="80592" y="109558"/>
                    <a:pt x="86012" y="109054"/>
                  </a:cubicBezTo>
                  <a:cubicBezTo>
                    <a:pt x="87903" y="108928"/>
                    <a:pt x="90425" y="109685"/>
                    <a:pt x="92694" y="110819"/>
                  </a:cubicBezTo>
                  <a:cubicBezTo>
                    <a:pt x="92820" y="109432"/>
                    <a:pt x="92820" y="108424"/>
                    <a:pt x="92820" y="108424"/>
                  </a:cubicBezTo>
                  <a:cubicBezTo>
                    <a:pt x="92820" y="108424"/>
                    <a:pt x="110469" y="111954"/>
                    <a:pt x="111604" y="116114"/>
                  </a:cubicBezTo>
                  <a:cubicBezTo>
                    <a:pt x="112738" y="120274"/>
                    <a:pt x="136943" y="123173"/>
                    <a:pt x="150432" y="118509"/>
                  </a:cubicBezTo>
                  <a:cubicBezTo>
                    <a:pt x="151440" y="118131"/>
                    <a:pt x="152449" y="117879"/>
                    <a:pt x="153331" y="117501"/>
                  </a:cubicBezTo>
                  <a:cubicBezTo>
                    <a:pt x="153457" y="112080"/>
                    <a:pt x="153709" y="103381"/>
                    <a:pt x="153205" y="100734"/>
                  </a:cubicBezTo>
                  <a:cubicBezTo>
                    <a:pt x="152449" y="96826"/>
                    <a:pt x="143750" y="88253"/>
                    <a:pt x="139086" y="83463"/>
                  </a:cubicBezTo>
                  <a:cubicBezTo>
                    <a:pt x="134421" y="78672"/>
                    <a:pt x="135178" y="66948"/>
                    <a:pt x="135178" y="66948"/>
                  </a:cubicBezTo>
                  <a:lnTo>
                    <a:pt x="130261" y="59637"/>
                  </a:lnTo>
                  <a:cubicBezTo>
                    <a:pt x="130261" y="59637"/>
                    <a:pt x="126479" y="44761"/>
                    <a:pt x="115386" y="40979"/>
                  </a:cubicBezTo>
                  <a:cubicBezTo>
                    <a:pt x="104166" y="37323"/>
                    <a:pt x="96728" y="16774"/>
                    <a:pt x="96728" y="16774"/>
                  </a:cubicBezTo>
                  <a:lnTo>
                    <a:pt x="87399" y="16774"/>
                  </a:lnTo>
                  <a:cubicBezTo>
                    <a:pt x="87399" y="16774"/>
                    <a:pt x="79961" y="7446"/>
                    <a:pt x="72523" y="3664"/>
                  </a:cubicBezTo>
                  <a:cubicBezTo>
                    <a:pt x="65086" y="-118"/>
                    <a:pt x="51975" y="5555"/>
                    <a:pt x="51975" y="5555"/>
                  </a:cubicBezTo>
                  <a:cubicBezTo>
                    <a:pt x="51975" y="5555"/>
                    <a:pt x="36973" y="7446"/>
                    <a:pt x="27770" y="5555"/>
                  </a:cubicBezTo>
                  <a:cubicBezTo>
                    <a:pt x="18442" y="3664"/>
                    <a:pt x="20333" y="16774"/>
                    <a:pt x="12769" y="18666"/>
                  </a:cubicBezTo>
                  <a:cubicBezTo>
                    <a:pt x="12517" y="18792"/>
                    <a:pt x="11886" y="18918"/>
                    <a:pt x="11382" y="19044"/>
                  </a:cubicBezTo>
                  <a:cubicBezTo>
                    <a:pt x="10500" y="26608"/>
                    <a:pt x="9239" y="34424"/>
                    <a:pt x="5331" y="40223"/>
                  </a:cubicBezTo>
                  <a:cubicBezTo>
                    <a:pt x="-3242" y="53207"/>
                    <a:pt x="8861" y="71991"/>
                    <a:pt x="15164" y="77916"/>
                  </a:cubicBezTo>
                  <a:cubicBezTo>
                    <a:pt x="16425" y="79177"/>
                    <a:pt x="16803" y="80942"/>
                    <a:pt x="16803" y="82959"/>
                  </a:cubicBezTo>
                  <a:cubicBezTo>
                    <a:pt x="31048" y="84345"/>
                    <a:pt x="38990" y="82959"/>
                    <a:pt x="50336" y="77412"/>
                  </a:cubicBezTo>
                  <a:cubicBezTo>
                    <a:pt x="61808" y="71991"/>
                    <a:pt x="62816" y="87371"/>
                    <a:pt x="75675" y="88380"/>
                  </a:cubicBezTo>
                  <a:cubicBezTo>
                    <a:pt x="88534" y="89388"/>
                    <a:pt x="90047" y="90397"/>
                    <a:pt x="90047" y="90397"/>
                  </a:cubicBezTo>
                  <a:cubicBezTo>
                    <a:pt x="90047" y="90397"/>
                    <a:pt x="81600" y="95817"/>
                    <a:pt x="73658" y="94809"/>
                  </a:cubicBezTo>
                  <a:cubicBezTo>
                    <a:pt x="65716" y="93800"/>
                    <a:pt x="56765" y="83841"/>
                    <a:pt x="51344" y="88884"/>
                  </a:cubicBezTo>
                  <a:cubicBezTo>
                    <a:pt x="45924" y="93800"/>
                    <a:pt x="29031" y="96826"/>
                    <a:pt x="21089" y="97330"/>
                  </a:cubicBezTo>
                  <a:cubicBezTo>
                    <a:pt x="19828" y="97456"/>
                    <a:pt x="16929" y="98087"/>
                    <a:pt x="13273" y="98969"/>
                  </a:cubicBezTo>
                  <a:cubicBezTo>
                    <a:pt x="12642" y="103381"/>
                    <a:pt x="13021" y="107667"/>
                    <a:pt x="16298" y="111323"/>
                  </a:cubicBezTo>
                  <a:cubicBezTo>
                    <a:pt x="17307" y="112458"/>
                    <a:pt x="18189" y="113466"/>
                    <a:pt x="18946" y="114475"/>
                  </a:cubicBezTo>
                  <a:cubicBezTo>
                    <a:pt x="32309" y="110945"/>
                    <a:pt x="28275" y="117626"/>
                    <a:pt x="32435" y="118005"/>
                  </a:cubicBezTo>
                  <a:close/>
                </a:path>
              </a:pathLst>
            </a:custGeom>
            <a:grpFill/>
            <a:ln w="1270" cap="flat">
              <a:solidFill>
                <a:schemeClr val="bg1"/>
              </a:solidFill>
              <a:prstDash val="solid"/>
              <a:miter/>
            </a:ln>
          </p:spPr>
          <p:txBody>
            <a:bodyPr rtlCol="0" anchor="ctr"/>
            <a:lstStyle/>
            <a:p>
              <a:endParaRPr lang="ko-KR" altLang="en-US"/>
            </a:p>
          </p:txBody>
        </p:sp>
        <p:sp>
          <p:nvSpPr>
            <p:cNvPr id="38" name="자유형: 도형 18">
              <a:extLst>
                <a:ext uri="{FF2B5EF4-FFF2-40B4-BE49-F238E27FC236}">
                  <a16:creationId xmlns:a16="http://schemas.microsoft.com/office/drawing/2014/main" id="{B55A1124-2ACE-3340-9573-328FEBAF8323}"/>
                </a:ext>
              </a:extLst>
            </p:cNvPr>
            <p:cNvSpPr/>
            <p:nvPr/>
          </p:nvSpPr>
          <p:spPr>
            <a:xfrm>
              <a:off x="5360316" y="4231354"/>
              <a:ext cx="75639" cy="37820"/>
            </a:xfrm>
            <a:custGeom>
              <a:avLst/>
              <a:gdLst>
                <a:gd name="connsiteX0" fmla="*/ 40814 w 75639"/>
                <a:gd name="connsiteY0" fmla="*/ 43630 h 37819"/>
                <a:gd name="connsiteX1" fmla="*/ 62623 w 75639"/>
                <a:gd name="connsiteY1" fmla="*/ 30646 h 37819"/>
                <a:gd name="connsiteX2" fmla="*/ 72078 w 75639"/>
                <a:gd name="connsiteY2" fmla="*/ 26485 h 37819"/>
                <a:gd name="connsiteX3" fmla="*/ 70313 w 75639"/>
                <a:gd name="connsiteY3" fmla="*/ 14131 h 37819"/>
                <a:gd name="connsiteX4" fmla="*/ 76112 w 75639"/>
                <a:gd name="connsiteY4" fmla="*/ 4172 h 37819"/>
                <a:gd name="connsiteX5" fmla="*/ 69430 w 75639"/>
                <a:gd name="connsiteY5" fmla="*/ 2407 h 37819"/>
                <a:gd name="connsiteX6" fmla="*/ 30728 w 75639"/>
                <a:gd name="connsiteY6" fmla="*/ 5432 h 37819"/>
                <a:gd name="connsiteX7" fmla="*/ 15853 w 75639"/>
                <a:gd name="connsiteY7" fmla="*/ 11358 h 37819"/>
                <a:gd name="connsiteX8" fmla="*/ 2364 w 75639"/>
                <a:gd name="connsiteY8" fmla="*/ 7702 h 37819"/>
                <a:gd name="connsiteX9" fmla="*/ 23669 w 75639"/>
                <a:gd name="connsiteY9" fmla="*/ 24090 h 37819"/>
                <a:gd name="connsiteX10" fmla="*/ 35015 w 75639"/>
                <a:gd name="connsiteY10" fmla="*/ 44135 h 37819"/>
                <a:gd name="connsiteX11" fmla="*/ 38040 w 75639"/>
                <a:gd name="connsiteY11" fmla="*/ 46404 h 37819"/>
                <a:gd name="connsiteX12" fmla="*/ 40814 w 75639"/>
                <a:gd name="connsiteY12" fmla="*/ 43630 h 3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5639" h="37819">
                  <a:moveTo>
                    <a:pt x="40814" y="43630"/>
                  </a:moveTo>
                  <a:cubicBezTo>
                    <a:pt x="46739" y="39470"/>
                    <a:pt x="58463" y="28881"/>
                    <a:pt x="62623" y="30646"/>
                  </a:cubicBezTo>
                  <a:cubicBezTo>
                    <a:pt x="66783" y="32410"/>
                    <a:pt x="72078" y="28881"/>
                    <a:pt x="72078" y="26485"/>
                  </a:cubicBezTo>
                  <a:cubicBezTo>
                    <a:pt x="72078" y="24090"/>
                    <a:pt x="63884" y="16526"/>
                    <a:pt x="70313" y="14131"/>
                  </a:cubicBezTo>
                  <a:cubicBezTo>
                    <a:pt x="74725" y="12492"/>
                    <a:pt x="75860" y="7324"/>
                    <a:pt x="76112" y="4172"/>
                  </a:cubicBezTo>
                  <a:cubicBezTo>
                    <a:pt x="73717" y="3037"/>
                    <a:pt x="71321" y="2155"/>
                    <a:pt x="69430" y="2407"/>
                  </a:cubicBezTo>
                  <a:cubicBezTo>
                    <a:pt x="64010" y="2911"/>
                    <a:pt x="30728" y="5432"/>
                    <a:pt x="30728" y="5432"/>
                  </a:cubicBezTo>
                  <a:cubicBezTo>
                    <a:pt x="30728" y="5432"/>
                    <a:pt x="20769" y="11862"/>
                    <a:pt x="15853" y="11358"/>
                  </a:cubicBezTo>
                  <a:cubicBezTo>
                    <a:pt x="11693" y="10853"/>
                    <a:pt x="15853" y="4298"/>
                    <a:pt x="2364" y="7702"/>
                  </a:cubicBezTo>
                  <a:cubicBezTo>
                    <a:pt x="9045" y="16022"/>
                    <a:pt x="9928" y="20308"/>
                    <a:pt x="23669" y="24090"/>
                  </a:cubicBezTo>
                  <a:cubicBezTo>
                    <a:pt x="38923" y="28376"/>
                    <a:pt x="22534" y="36318"/>
                    <a:pt x="35015" y="44135"/>
                  </a:cubicBezTo>
                  <a:cubicBezTo>
                    <a:pt x="36149" y="44891"/>
                    <a:pt x="37158" y="45647"/>
                    <a:pt x="38040" y="46404"/>
                  </a:cubicBezTo>
                  <a:cubicBezTo>
                    <a:pt x="39175" y="45269"/>
                    <a:pt x="40183" y="44135"/>
                    <a:pt x="40814" y="43630"/>
                  </a:cubicBezTo>
                  <a:close/>
                </a:path>
              </a:pathLst>
            </a:custGeom>
            <a:grpFill/>
            <a:ln w="1270" cap="flat">
              <a:solidFill>
                <a:schemeClr val="bg1"/>
              </a:solidFill>
              <a:prstDash val="solid"/>
              <a:miter/>
            </a:ln>
          </p:spPr>
          <p:txBody>
            <a:bodyPr rtlCol="0" anchor="ctr"/>
            <a:lstStyle/>
            <a:p>
              <a:endParaRPr lang="ko-KR" altLang="en-US"/>
            </a:p>
          </p:txBody>
        </p:sp>
        <p:sp>
          <p:nvSpPr>
            <p:cNvPr id="39" name="자유형: 도형 19">
              <a:extLst>
                <a:ext uri="{FF2B5EF4-FFF2-40B4-BE49-F238E27FC236}">
                  <a16:creationId xmlns:a16="http://schemas.microsoft.com/office/drawing/2014/main" id="{44E6ECCB-8CC7-804D-AA75-0DE7F61CDFB1}"/>
                </a:ext>
              </a:extLst>
            </p:cNvPr>
            <p:cNvSpPr/>
            <p:nvPr/>
          </p:nvSpPr>
          <p:spPr>
            <a:xfrm>
              <a:off x="6181125" y="4273038"/>
              <a:ext cx="327769" cy="226917"/>
            </a:xfrm>
            <a:custGeom>
              <a:avLst/>
              <a:gdLst>
                <a:gd name="connsiteX0" fmla="*/ 304037 w 327769"/>
                <a:gd name="connsiteY0" fmla="*/ 131037 h 226917"/>
                <a:gd name="connsiteX1" fmla="*/ 294204 w 327769"/>
                <a:gd name="connsiteY1" fmla="*/ 113010 h 226917"/>
                <a:gd name="connsiteX2" fmla="*/ 277816 w 327769"/>
                <a:gd name="connsiteY2" fmla="*/ 98260 h 226917"/>
                <a:gd name="connsiteX3" fmla="*/ 266344 w 327769"/>
                <a:gd name="connsiteY3" fmla="*/ 81872 h 226917"/>
                <a:gd name="connsiteX4" fmla="*/ 245039 w 327769"/>
                <a:gd name="connsiteY4" fmla="*/ 72039 h 226917"/>
                <a:gd name="connsiteX5" fmla="*/ 241761 w 327769"/>
                <a:gd name="connsiteY5" fmla="*/ 63845 h 226917"/>
                <a:gd name="connsiteX6" fmla="*/ 230289 w 327769"/>
                <a:gd name="connsiteY6" fmla="*/ 62206 h 226917"/>
                <a:gd name="connsiteX7" fmla="*/ 233567 w 327769"/>
                <a:gd name="connsiteY7" fmla="*/ 52373 h 226917"/>
                <a:gd name="connsiteX8" fmla="*/ 231928 w 327769"/>
                <a:gd name="connsiteY8" fmla="*/ 29429 h 226917"/>
                <a:gd name="connsiteX9" fmla="*/ 213144 w 327769"/>
                <a:gd name="connsiteY9" fmla="*/ 4216 h 226917"/>
                <a:gd name="connsiteX10" fmla="*/ 208480 w 327769"/>
                <a:gd name="connsiteY10" fmla="*/ 3208 h 226917"/>
                <a:gd name="connsiteX11" fmla="*/ 186545 w 327769"/>
                <a:gd name="connsiteY11" fmla="*/ 11780 h 226917"/>
                <a:gd name="connsiteX12" fmla="*/ 180998 w 327769"/>
                <a:gd name="connsiteY12" fmla="*/ 24386 h 226917"/>
                <a:gd name="connsiteX13" fmla="*/ 155154 w 327769"/>
                <a:gd name="connsiteY13" fmla="*/ 51112 h 226917"/>
                <a:gd name="connsiteX14" fmla="*/ 117461 w 327769"/>
                <a:gd name="connsiteY14" fmla="*/ 58928 h 226917"/>
                <a:gd name="connsiteX15" fmla="*/ 115822 w 327769"/>
                <a:gd name="connsiteY15" fmla="*/ 73047 h 226917"/>
                <a:gd name="connsiteX16" fmla="*/ 92248 w 327769"/>
                <a:gd name="connsiteY16" fmla="*/ 85654 h 226917"/>
                <a:gd name="connsiteX17" fmla="*/ 63253 w 327769"/>
                <a:gd name="connsiteY17" fmla="*/ 94353 h 226917"/>
                <a:gd name="connsiteX18" fmla="*/ 45982 w 327769"/>
                <a:gd name="connsiteY18" fmla="*/ 94353 h 226917"/>
                <a:gd name="connsiteX19" fmla="*/ 31107 w 327769"/>
                <a:gd name="connsiteY19" fmla="*/ 100656 h 226917"/>
                <a:gd name="connsiteX20" fmla="*/ 28711 w 327769"/>
                <a:gd name="connsiteY20" fmla="*/ 97882 h 226917"/>
                <a:gd name="connsiteX21" fmla="*/ 15348 w 327769"/>
                <a:gd name="connsiteY21" fmla="*/ 114397 h 226917"/>
                <a:gd name="connsiteX22" fmla="*/ 2364 w 327769"/>
                <a:gd name="connsiteY22" fmla="*/ 140871 h 226917"/>
                <a:gd name="connsiteX23" fmla="*/ 5894 w 327769"/>
                <a:gd name="connsiteY23" fmla="*/ 162680 h 226917"/>
                <a:gd name="connsiteX24" fmla="*/ 13583 w 327769"/>
                <a:gd name="connsiteY24" fmla="*/ 183859 h 226917"/>
                <a:gd name="connsiteX25" fmla="*/ 17744 w 327769"/>
                <a:gd name="connsiteY25" fmla="*/ 199743 h 226917"/>
                <a:gd name="connsiteX26" fmla="*/ 23669 w 327769"/>
                <a:gd name="connsiteY26" fmla="*/ 208567 h 226917"/>
                <a:gd name="connsiteX27" fmla="*/ 40688 w 327769"/>
                <a:gd name="connsiteY27" fmla="*/ 225586 h 226917"/>
                <a:gd name="connsiteX28" fmla="*/ 45226 w 327769"/>
                <a:gd name="connsiteY28" fmla="*/ 229998 h 226917"/>
                <a:gd name="connsiteX29" fmla="*/ 46865 w 327769"/>
                <a:gd name="connsiteY29" fmla="*/ 227477 h 226917"/>
                <a:gd name="connsiteX30" fmla="*/ 51781 w 327769"/>
                <a:gd name="connsiteY30" fmla="*/ 207811 h 226917"/>
                <a:gd name="connsiteX31" fmla="*/ 66531 w 327769"/>
                <a:gd name="connsiteY31" fmla="*/ 204533 h 226917"/>
                <a:gd name="connsiteX32" fmla="*/ 78003 w 327769"/>
                <a:gd name="connsiteY32" fmla="*/ 201256 h 226917"/>
                <a:gd name="connsiteX33" fmla="*/ 100947 w 327769"/>
                <a:gd name="connsiteY33" fmla="*/ 204533 h 226917"/>
                <a:gd name="connsiteX34" fmla="*/ 100947 w 327769"/>
                <a:gd name="connsiteY34" fmla="*/ 186506 h 226917"/>
                <a:gd name="connsiteX35" fmla="*/ 128807 w 327769"/>
                <a:gd name="connsiteY35" fmla="*/ 165201 h 226917"/>
                <a:gd name="connsiteX36" fmla="*/ 150112 w 327769"/>
                <a:gd name="connsiteY36" fmla="*/ 179951 h 226917"/>
                <a:gd name="connsiteX37" fmla="*/ 200790 w 327769"/>
                <a:gd name="connsiteY37" fmla="*/ 189784 h 226917"/>
                <a:gd name="connsiteX38" fmla="*/ 208984 w 327769"/>
                <a:gd name="connsiteY38" fmla="*/ 171756 h 226917"/>
                <a:gd name="connsiteX39" fmla="*/ 230289 w 327769"/>
                <a:gd name="connsiteY39" fmla="*/ 171756 h 226917"/>
                <a:gd name="connsiteX40" fmla="*/ 258150 w 327769"/>
                <a:gd name="connsiteY40" fmla="*/ 163562 h 226917"/>
                <a:gd name="connsiteX41" fmla="*/ 279455 w 327769"/>
                <a:gd name="connsiteY41" fmla="*/ 160284 h 226917"/>
                <a:gd name="connsiteX42" fmla="*/ 308828 w 327769"/>
                <a:gd name="connsiteY42" fmla="*/ 163562 h 226917"/>
                <a:gd name="connsiteX43" fmla="*/ 328494 w 327769"/>
                <a:gd name="connsiteY43" fmla="*/ 160284 h 226917"/>
                <a:gd name="connsiteX44" fmla="*/ 321939 w 327769"/>
                <a:gd name="connsiteY44" fmla="*/ 143896 h 226917"/>
                <a:gd name="connsiteX45" fmla="*/ 304037 w 327769"/>
                <a:gd name="connsiteY45" fmla="*/ 131037 h 226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27769" h="226917">
                  <a:moveTo>
                    <a:pt x="304037" y="131037"/>
                  </a:moveTo>
                  <a:cubicBezTo>
                    <a:pt x="304037" y="126121"/>
                    <a:pt x="304037" y="121204"/>
                    <a:pt x="294204" y="113010"/>
                  </a:cubicBezTo>
                  <a:cubicBezTo>
                    <a:pt x="284371" y="104816"/>
                    <a:pt x="277816" y="103177"/>
                    <a:pt x="277816" y="98260"/>
                  </a:cubicBezTo>
                  <a:cubicBezTo>
                    <a:pt x="277816" y="93344"/>
                    <a:pt x="274538" y="91705"/>
                    <a:pt x="266344" y="81872"/>
                  </a:cubicBezTo>
                  <a:cubicBezTo>
                    <a:pt x="258150" y="72039"/>
                    <a:pt x="245039" y="72039"/>
                    <a:pt x="245039" y="72039"/>
                  </a:cubicBezTo>
                  <a:lnTo>
                    <a:pt x="241761" y="63845"/>
                  </a:lnTo>
                  <a:lnTo>
                    <a:pt x="230289" y="62206"/>
                  </a:lnTo>
                  <a:cubicBezTo>
                    <a:pt x="230289" y="62206"/>
                    <a:pt x="223734" y="57289"/>
                    <a:pt x="233567" y="52373"/>
                  </a:cubicBezTo>
                  <a:cubicBezTo>
                    <a:pt x="243400" y="47456"/>
                    <a:pt x="233567" y="34346"/>
                    <a:pt x="231928" y="29429"/>
                  </a:cubicBezTo>
                  <a:cubicBezTo>
                    <a:pt x="230542" y="25143"/>
                    <a:pt x="216674" y="8502"/>
                    <a:pt x="213144" y="4216"/>
                  </a:cubicBezTo>
                  <a:cubicBezTo>
                    <a:pt x="211379" y="4090"/>
                    <a:pt x="209741" y="3838"/>
                    <a:pt x="208480" y="3208"/>
                  </a:cubicBezTo>
                  <a:cubicBezTo>
                    <a:pt x="203059" y="56"/>
                    <a:pt x="191966" y="6359"/>
                    <a:pt x="186545" y="11780"/>
                  </a:cubicBezTo>
                  <a:cubicBezTo>
                    <a:pt x="180998" y="17327"/>
                    <a:pt x="184906" y="20478"/>
                    <a:pt x="180998" y="24386"/>
                  </a:cubicBezTo>
                  <a:cubicBezTo>
                    <a:pt x="177090" y="28294"/>
                    <a:pt x="163727" y="40019"/>
                    <a:pt x="155154" y="51112"/>
                  </a:cubicBezTo>
                  <a:cubicBezTo>
                    <a:pt x="146582" y="62080"/>
                    <a:pt x="124521" y="55020"/>
                    <a:pt x="117461" y="58928"/>
                  </a:cubicBezTo>
                  <a:cubicBezTo>
                    <a:pt x="110402" y="62836"/>
                    <a:pt x="120613" y="69140"/>
                    <a:pt x="115822" y="73047"/>
                  </a:cubicBezTo>
                  <a:cubicBezTo>
                    <a:pt x="111158" y="76955"/>
                    <a:pt x="97039" y="83259"/>
                    <a:pt x="92248" y="85654"/>
                  </a:cubicBezTo>
                  <a:cubicBezTo>
                    <a:pt x="87584" y="88049"/>
                    <a:pt x="68674" y="87167"/>
                    <a:pt x="63253" y="94353"/>
                  </a:cubicBezTo>
                  <a:cubicBezTo>
                    <a:pt x="57832" y="101412"/>
                    <a:pt x="51529" y="86537"/>
                    <a:pt x="45982" y="94353"/>
                  </a:cubicBezTo>
                  <a:cubicBezTo>
                    <a:pt x="40561" y="102168"/>
                    <a:pt x="34258" y="102925"/>
                    <a:pt x="31107" y="100656"/>
                  </a:cubicBezTo>
                  <a:cubicBezTo>
                    <a:pt x="30350" y="100152"/>
                    <a:pt x="29594" y="99143"/>
                    <a:pt x="28711" y="97882"/>
                  </a:cubicBezTo>
                  <a:cubicBezTo>
                    <a:pt x="23669" y="102673"/>
                    <a:pt x="17365" y="107842"/>
                    <a:pt x="15348" y="114397"/>
                  </a:cubicBezTo>
                  <a:cubicBezTo>
                    <a:pt x="11819" y="125617"/>
                    <a:pt x="2364" y="135576"/>
                    <a:pt x="2364" y="140871"/>
                  </a:cubicBezTo>
                  <a:cubicBezTo>
                    <a:pt x="2364" y="146165"/>
                    <a:pt x="5894" y="153225"/>
                    <a:pt x="5894" y="162680"/>
                  </a:cubicBezTo>
                  <a:cubicBezTo>
                    <a:pt x="5894" y="172135"/>
                    <a:pt x="8289" y="176799"/>
                    <a:pt x="13583" y="183859"/>
                  </a:cubicBezTo>
                  <a:cubicBezTo>
                    <a:pt x="18878" y="190918"/>
                    <a:pt x="17744" y="199743"/>
                    <a:pt x="17744" y="199743"/>
                  </a:cubicBezTo>
                  <a:cubicBezTo>
                    <a:pt x="17744" y="199743"/>
                    <a:pt x="19508" y="203273"/>
                    <a:pt x="23669" y="208567"/>
                  </a:cubicBezTo>
                  <a:cubicBezTo>
                    <a:pt x="27829" y="213862"/>
                    <a:pt x="39553" y="221552"/>
                    <a:pt x="40688" y="225586"/>
                  </a:cubicBezTo>
                  <a:cubicBezTo>
                    <a:pt x="41192" y="227477"/>
                    <a:pt x="43209" y="228990"/>
                    <a:pt x="45226" y="229998"/>
                  </a:cubicBezTo>
                  <a:cubicBezTo>
                    <a:pt x="45730" y="229116"/>
                    <a:pt x="46234" y="228234"/>
                    <a:pt x="46865" y="227477"/>
                  </a:cubicBezTo>
                  <a:cubicBezTo>
                    <a:pt x="53420" y="219283"/>
                    <a:pt x="51781" y="207811"/>
                    <a:pt x="51781" y="207811"/>
                  </a:cubicBezTo>
                  <a:lnTo>
                    <a:pt x="66531" y="204533"/>
                  </a:lnTo>
                  <a:lnTo>
                    <a:pt x="78003" y="201256"/>
                  </a:lnTo>
                  <a:lnTo>
                    <a:pt x="100947" y="204533"/>
                  </a:lnTo>
                  <a:lnTo>
                    <a:pt x="100947" y="186506"/>
                  </a:lnTo>
                  <a:cubicBezTo>
                    <a:pt x="100947" y="186506"/>
                    <a:pt x="117335" y="165201"/>
                    <a:pt x="128807" y="165201"/>
                  </a:cubicBezTo>
                  <a:cubicBezTo>
                    <a:pt x="140279" y="165201"/>
                    <a:pt x="150112" y="179951"/>
                    <a:pt x="150112" y="179951"/>
                  </a:cubicBezTo>
                  <a:lnTo>
                    <a:pt x="200790" y="189784"/>
                  </a:lnTo>
                  <a:cubicBezTo>
                    <a:pt x="200790" y="189784"/>
                    <a:pt x="204068" y="175034"/>
                    <a:pt x="208984" y="171756"/>
                  </a:cubicBezTo>
                  <a:cubicBezTo>
                    <a:pt x="213901" y="168479"/>
                    <a:pt x="223734" y="175034"/>
                    <a:pt x="230289" y="171756"/>
                  </a:cubicBezTo>
                  <a:cubicBezTo>
                    <a:pt x="236845" y="168479"/>
                    <a:pt x="246678" y="163562"/>
                    <a:pt x="258150" y="163562"/>
                  </a:cubicBezTo>
                  <a:cubicBezTo>
                    <a:pt x="269622" y="163562"/>
                    <a:pt x="274538" y="170118"/>
                    <a:pt x="279455" y="160284"/>
                  </a:cubicBezTo>
                  <a:cubicBezTo>
                    <a:pt x="284371" y="150451"/>
                    <a:pt x="308828" y="163562"/>
                    <a:pt x="308828" y="163562"/>
                  </a:cubicBezTo>
                  <a:lnTo>
                    <a:pt x="328494" y="160284"/>
                  </a:lnTo>
                  <a:lnTo>
                    <a:pt x="321939" y="143896"/>
                  </a:lnTo>
                  <a:cubicBezTo>
                    <a:pt x="322064" y="144148"/>
                    <a:pt x="304037" y="135954"/>
                    <a:pt x="304037" y="131037"/>
                  </a:cubicBezTo>
                  <a:close/>
                </a:path>
              </a:pathLst>
            </a:custGeom>
            <a:grpFill/>
            <a:ln w="1270" cap="flat">
              <a:solidFill>
                <a:schemeClr val="bg1"/>
              </a:solidFill>
              <a:prstDash val="solid"/>
              <a:miter/>
            </a:ln>
          </p:spPr>
          <p:txBody>
            <a:bodyPr rtlCol="0" anchor="ctr"/>
            <a:lstStyle/>
            <a:p>
              <a:endParaRPr lang="ko-KR" altLang="en-US"/>
            </a:p>
          </p:txBody>
        </p:sp>
        <p:sp>
          <p:nvSpPr>
            <p:cNvPr id="40" name="자유형: 도형 20">
              <a:extLst>
                <a:ext uri="{FF2B5EF4-FFF2-40B4-BE49-F238E27FC236}">
                  <a16:creationId xmlns:a16="http://schemas.microsoft.com/office/drawing/2014/main" id="{DD21E48A-0153-D843-ADE4-8C07B176D3FD}"/>
                </a:ext>
              </a:extLst>
            </p:cNvPr>
            <p:cNvSpPr/>
            <p:nvPr/>
          </p:nvSpPr>
          <p:spPr>
            <a:xfrm>
              <a:off x="5872374" y="4199406"/>
              <a:ext cx="315163" cy="252130"/>
            </a:xfrm>
            <a:custGeom>
              <a:avLst/>
              <a:gdLst>
                <a:gd name="connsiteX0" fmla="*/ 195766 w 315162"/>
                <a:gd name="connsiteY0" fmla="*/ 190045 h 252130"/>
                <a:gd name="connsiteX1" fmla="*/ 211524 w 315162"/>
                <a:gd name="connsiteY1" fmla="*/ 187650 h 252130"/>
                <a:gd name="connsiteX2" fmla="*/ 230308 w 315162"/>
                <a:gd name="connsiteY2" fmla="*/ 201013 h 252130"/>
                <a:gd name="connsiteX3" fmla="*/ 241275 w 315162"/>
                <a:gd name="connsiteY3" fmla="*/ 189289 h 252130"/>
                <a:gd name="connsiteX4" fmla="*/ 260816 w 315162"/>
                <a:gd name="connsiteY4" fmla="*/ 148444 h 252130"/>
                <a:gd name="connsiteX5" fmla="*/ 273422 w 315162"/>
                <a:gd name="connsiteY5" fmla="*/ 132686 h 252130"/>
                <a:gd name="connsiteX6" fmla="*/ 276574 w 315162"/>
                <a:gd name="connsiteY6" fmla="*/ 118566 h 252130"/>
                <a:gd name="connsiteX7" fmla="*/ 282877 w 315162"/>
                <a:gd name="connsiteY7" fmla="*/ 101296 h 252130"/>
                <a:gd name="connsiteX8" fmla="*/ 298509 w 315162"/>
                <a:gd name="connsiteY8" fmla="*/ 72301 h 252130"/>
                <a:gd name="connsiteX9" fmla="*/ 314267 w 315162"/>
                <a:gd name="connsiteY9" fmla="*/ 63602 h 252130"/>
                <a:gd name="connsiteX10" fmla="*/ 312628 w 315162"/>
                <a:gd name="connsiteY10" fmla="*/ 47088 h 252130"/>
                <a:gd name="connsiteX11" fmla="*/ 301661 w 315162"/>
                <a:gd name="connsiteY11" fmla="*/ 36120 h 252130"/>
                <a:gd name="connsiteX12" fmla="*/ 303300 w 315162"/>
                <a:gd name="connsiteY12" fmla="*/ 21748 h 252130"/>
                <a:gd name="connsiteX13" fmla="*/ 292962 w 315162"/>
                <a:gd name="connsiteY13" fmla="*/ 10907 h 252130"/>
                <a:gd name="connsiteX14" fmla="*/ 283507 w 315162"/>
                <a:gd name="connsiteY14" fmla="*/ 5360 h 252130"/>
                <a:gd name="connsiteX15" fmla="*/ 264724 w 315162"/>
                <a:gd name="connsiteY15" fmla="*/ 22631 h 252130"/>
                <a:gd name="connsiteX16" fmla="*/ 242788 w 315162"/>
                <a:gd name="connsiteY16" fmla="*/ 17084 h 252130"/>
                <a:gd name="connsiteX17" fmla="*/ 209003 w 315162"/>
                <a:gd name="connsiteY17" fmla="*/ 16328 h 252130"/>
                <a:gd name="connsiteX18" fmla="*/ 189337 w 315162"/>
                <a:gd name="connsiteY18" fmla="*/ 28934 h 252130"/>
                <a:gd name="connsiteX19" fmla="*/ 163494 w 315162"/>
                <a:gd name="connsiteY19" fmla="*/ 28934 h 252130"/>
                <a:gd name="connsiteX20" fmla="*/ 143071 w 315162"/>
                <a:gd name="connsiteY20" fmla="*/ 17967 h 252130"/>
                <a:gd name="connsiteX21" fmla="*/ 121135 w 315162"/>
                <a:gd name="connsiteY21" fmla="*/ 24270 h 252130"/>
                <a:gd name="connsiteX22" fmla="*/ 106260 w 315162"/>
                <a:gd name="connsiteY22" fmla="*/ 10150 h 252130"/>
                <a:gd name="connsiteX23" fmla="*/ 85081 w 315162"/>
                <a:gd name="connsiteY23" fmla="*/ 3847 h 252130"/>
                <a:gd name="connsiteX24" fmla="*/ 69323 w 315162"/>
                <a:gd name="connsiteY24" fmla="*/ 9394 h 252130"/>
                <a:gd name="connsiteX25" fmla="*/ 44992 w 315162"/>
                <a:gd name="connsiteY25" fmla="*/ 9394 h 252130"/>
                <a:gd name="connsiteX26" fmla="*/ 38689 w 315162"/>
                <a:gd name="connsiteY26" fmla="*/ 30573 h 252130"/>
                <a:gd name="connsiteX27" fmla="*/ 26965 w 315162"/>
                <a:gd name="connsiteY27" fmla="*/ 49357 h 252130"/>
                <a:gd name="connsiteX28" fmla="*/ 24444 w 315162"/>
                <a:gd name="connsiteY28" fmla="*/ 54651 h 252130"/>
                <a:gd name="connsiteX29" fmla="*/ 27091 w 315162"/>
                <a:gd name="connsiteY29" fmla="*/ 72553 h 252130"/>
                <a:gd name="connsiteX30" fmla="*/ 24191 w 315162"/>
                <a:gd name="connsiteY30" fmla="*/ 110246 h 252130"/>
                <a:gd name="connsiteX31" fmla="*/ 14233 w 315162"/>
                <a:gd name="connsiteY31" fmla="*/ 125500 h 252130"/>
                <a:gd name="connsiteX32" fmla="*/ 3013 w 315162"/>
                <a:gd name="connsiteY32" fmla="*/ 144914 h 252130"/>
                <a:gd name="connsiteX33" fmla="*/ 3643 w 315162"/>
                <a:gd name="connsiteY33" fmla="*/ 176052 h 252130"/>
                <a:gd name="connsiteX34" fmla="*/ 11837 w 315162"/>
                <a:gd name="connsiteY34" fmla="*/ 196979 h 252130"/>
                <a:gd name="connsiteX35" fmla="*/ 12089 w 315162"/>
                <a:gd name="connsiteY35" fmla="*/ 197231 h 252130"/>
                <a:gd name="connsiteX36" fmla="*/ 51674 w 315162"/>
                <a:gd name="connsiteY36" fmla="*/ 207442 h 252130"/>
                <a:gd name="connsiteX37" fmla="*/ 76761 w 315162"/>
                <a:gd name="connsiteY37" fmla="*/ 234546 h 252130"/>
                <a:gd name="connsiteX38" fmla="*/ 90880 w 315162"/>
                <a:gd name="connsiteY38" fmla="*/ 257238 h 252130"/>
                <a:gd name="connsiteX39" fmla="*/ 117984 w 315162"/>
                <a:gd name="connsiteY39" fmla="*/ 251313 h 252130"/>
                <a:gd name="connsiteX40" fmla="*/ 153282 w 315162"/>
                <a:gd name="connsiteY40" fmla="*/ 247405 h 252130"/>
                <a:gd name="connsiteX41" fmla="*/ 157568 w 315162"/>
                <a:gd name="connsiteY41" fmla="*/ 247153 h 252130"/>
                <a:gd name="connsiteX42" fmla="*/ 165258 w 315162"/>
                <a:gd name="connsiteY42" fmla="*/ 218662 h 252130"/>
                <a:gd name="connsiteX43" fmla="*/ 195766 w 315162"/>
                <a:gd name="connsiteY43" fmla="*/ 190045 h 252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15162" h="252130">
                  <a:moveTo>
                    <a:pt x="195766" y="190045"/>
                  </a:moveTo>
                  <a:cubicBezTo>
                    <a:pt x="198918" y="189289"/>
                    <a:pt x="205977" y="191558"/>
                    <a:pt x="211524" y="187650"/>
                  </a:cubicBezTo>
                  <a:cubicBezTo>
                    <a:pt x="217071" y="183742"/>
                    <a:pt x="228795" y="193197"/>
                    <a:pt x="230308" y="201013"/>
                  </a:cubicBezTo>
                  <a:cubicBezTo>
                    <a:pt x="231947" y="208829"/>
                    <a:pt x="236611" y="197861"/>
                    <a:pt x="241275" y="189289"/>
                  </a:cubicBezTo>
                  <a:cubicBezTo>
                    <a:pt x="245940" y="180590"/>
                    <a:pt x="260816" y="154747"/>
                    <a:pt x="260816" y="148444"/>
                  </a:cubicBezTo>
                  <a:cubicBezTo>
                    <a:pt x="260816" y="142140"/>
                    <a:pt x="273422" y="136720"/>
                    <a:pt x="273422" y="132686"/>
                  </a:cubicBezTo>
                  <a:cubicBezTo>
                    <a:pt x="273422" y="128778"/>
                    <a:pt x="272666" y="120079"/>
                    <a:pt x="276574" y="118566"/>
                  </a:cubicBezTo>
                  <a:cubicBezTo>
                    <a:pt x="280482" y="116927"/>
                    <a:pt x="283634" y="105203"/>
                    <a:pt x="282877" y="101296"/>
                  </a:cubicBezTo>
                  <a:cubicBezTo>
                    <a:pt x="282121" y="97388"/>
                    <a:pt x="296240" y="75452"/>
                    <a:pt x="298509" y="72301"/>
                  </a:cubicBezTo>
                  <a:cubicBezTo>
                    <a:pt x="300904" y="69149"/>
                    <a:pt x="313385" y="70788"/>
                    <a:pt x="314267" y="63602"/>
                  </a:cubicBezTo>
                  <a:cubicBezTo>
                    <a:pt x="315024" y="56542"/>
                    <a:pt x="317419" y="48726"/>
                    <a:pt x="312628" y="47088"/>
                  </a:cubicBezTo>
                  <a:cubicBezTo>
                    <a:pt x="307964" y="45575"/>
                    <a:pt x="301661" y="40028"/>
                    <a:pt x="301661" y="36120"/>
                  </a:cubicBezTo>
                  <a:cubicBezTo>
                    <a:pt x="301661" y="33851"/>
                    <a:pt x="301913" y="27421"/>
                    <a:pt x="303300" y="21748"/>
                  </a:cubicBezTo>
                  <a:cubicBezTo>
                    <a:pt x="296996" y="20866"/>
                    <a:pt x="296618" y="14563"/>
                    <a:pt x="292962" y="10907"/>
                  </a:cubicBezTo>
                  <a:cubicBezTo>
                    <a:pt x="289054" y="6999"/>
                    <a:pt x="289054" y="3847"/>
                    <a:pt x="283507" y="5360"/>
                  </a:cubicBezTo>
                  <a:cubicBezTo>
                    <a:pt x="277960" y="6999"/>
                    <a:pt x="271783" y="20236"/>
                    <a:pt x="264724" y="22631"/>
                  </a:cubicBezTo>
                  <a:cubicBezTo>
                    <a:pt x="257664" y="25026"/>
                    <a:pt x="247453" y="19479"/>
                    <a:pt x="242788" y="17084"/>
                  </a:cubicBezTo>
                  <a:cubicBezTo>
                    <a:pt x="238124" y="14689"/>
                    <a:pt x="216062" y="17084"/>
                    <a:pt x="209003" y="16328"/>
                  </a:cubicBezTo>
                  <a:cubicBezTo>
                    <a:pt x="201943" y="15571"/>
                    <a:pt x="194884" y="25782"/>
                    <a:pt x="189337" y="28934"/>
                  </a:cubicBezTo>
                  <a:cubicBezTo>
                    <a:pt x="183790" y="32086"/>
                    <a:pt x="168158" y="30573"/>
                    <a:pt x="163494" y="28934"/>
                  </a:cubicBezTo>
                  <a:cubicBezTo>
                    <a:pt x="158829" y="27295"/>
                    <a:pt x="147735" y="17967"/>
                    <a:pt x="143071" y="17967"/>
                  </a:cubicBezTo>
                  <a:cubicBezTo>
                    <a:pt x="138406" y="17967"/>
                    <a:pt x="128951" y="19479"/>
                    <a:pt x="121135" y="24270"/>
                  </a:cubicBezTo>
                  <a:cubicBezTo>
                    <a:pt x="113320" y="28934"/>
                    <a:pt x="110924" y="15697"/>
                    <a:pt x="106260" y="10150"/>
                  </a:cubicBezTo>
                  <a:cubicBezTo>
                    <a:pt x="101596" y="4604"/>
                    <a:pt x="91384" y="9394"/>
                    <a:pt x="85081" y="3847"/>
                  </a:cubicBezTo>
                  <a:cubicBezTo>
                    <a:pt x="78778" y="-1700"/>
                    <a:pt x="74870" y="10150"/>
                    <a:pt x="69323" y="9394"/>
                  </a:cubicBezTo>
                  <a:cubicBezTo>
                    <a:pt x="63776" y="8638"/>
                    <a:pt x="49657" y="5486"/>
                    <a:pt x="44992" y="9394"/>
                  </a:cubicBezTo>
                  <a:cubicBezTo>
                    <a:pt x="40328" y="13302"/>
                    <a:pt x="41084" y="28304"/>
                    <a:pt x="38689" y="30573"/>
                  </a:cubicBezTo>
                  <a:cubicBezTo>
                    <a:pt x="36294" y="32968"/>
                    <a:pt x="26965" y="43936"/>
                    <a:pt x="26965" y="49357"/>
                  </a:cubicBezTo>
                  <a:cubicBezTo>
                    <a:pt x="26965" y="51878"/>
                    <a:pt x="26082" y="53643"/>
                    <a:pt x="24444" y="54651"/>
                  </a:cubicBezTo>
                  <a:cubicBezTo>
                    <a:pt x="25452" y="61207"/>
                    <a:pt x="26839" y="69527"/>
                    <a:pt x="27091" y="72553"/>
                  </a:cubicBezTo>
                  <a:cubicBezTo>
                    <a:pt x="27721" y="77847"/>
                    <a:pt x="29991" y="104321"/>
                    <a:pt x="24191" y="110246"/>
                  </a:cubicBezTo>
                  <a:cubicBezTo>
                    <a:pt x="18266" y="116171"/>
                    <a:pt x="14233" y="125500"/>
                    <a:pt x="14233" y="125500"/>
                  </a:cubicBezTo>
                  <a:cubicBezTo>
                    <a:pt x="14233" y="125500"/>
                    <a:pt x="4778" y="131929"/>
                    <a:pt x="3013" y="144914"/>
                  </a:cubicBezTo>
                  <a:cubicBezTo>
                    <a:pt x="1248" y="157899"/>
                    <a:pt x="3643" y="166093"/>
                    <a:pt x="3643" y="176052"/>
                  </a:cubicBezTo>
                  <a:cubicBezTo>
                    <a:pt x="3643" y="183112"/>
                    <a:pt x="8938" y="188154"/>
                    <a:pt x="11837" y="196979"/>
                  </a:cubicBezTo>
                  <a:cubicBezTo>
                    <a:pt x="11963" y="197105"/>
                    <a:pt x="12089" y="197105"/>
                    <a:pt x="12089" y="197231"/>
                  </a:cubicBezTo>
                  <a:cubicBezTo>
                    <a:pt x="16754" y="203534"/>
                    <a:pt x="39193" y="204669"/>
                    <a:pt x="51674" y="207442"/>
                  </a:cubicBezTo>
                  <a:cubicBezTo>
                    <a:pt x="64280" y="210216"/>
                    <a:pt x="77139" y="227865"/>
                    <a:pt x="76761" y="234546"/>
                  </a:cubicBezTo>
                  <a:cubicBezTo>
                    <a:pt x="76383" y="241228"/>
                    <a:pt x="84955" y="254212"/>
                    <a:pt x="90880" y="257238"/>
                  </a:cubicBezTo>
                  <a:cubicBezTo>
                    <a:pt x="96805" y="260390"/>
                    <a:pt x="111302" y="251313"/>
                    <a:pt x="117984" y="251313"/>
                  </a:cubicBezTo>
                  <a:cubicBezTo>
                    <a:pt x="124665" y="251313"/>
                    <a:pt x="148618" y="251691"/>
                    <a:pt x="153282" y="247405"/>
                  </a:cubicBezTo>
                  <a:cubicBezTo>
                    <a:pt x="154669" y="246144"/>
                    <a:pt x="156056" y="246270"/>
                    <a:pt x="157568" y="247153"/>
                  </a:cubicBezTo>
                  <a:cubicBezTo>
                    <a:pt x="163241" y="232025"/>
                    <a:pt x="165258" y="218662"/>
                    <a:pt x="165258" y="218662"/>
                  </a:cubicBezTo>
                  <a:cubicBezTo>
                    <a:pt x="165258" y="218662"/>
                    <a:pt x="192615" y="190802"/>
                    <a:pt x="195766" y="190045"/>
                  </a:cubicBezTo>
                  <a:close/>
                </a:path>
              </a:pathLst>
            </a:custGeom>
            <a:grpFill/>
            <a:ln w="1270" cap="flat">
              <a:solidFill>
                <a:schemeClr val="bg1"/>
              </a:solidFill>
              <a:prstDash val="solid"/>
              <a:miter/>
            </a:ln>
          </p:spPr>
          <p:txBody>
            <a:bodyPr rtlCol="0" anchor="ctr"/>
            <a:lstStyle/>
            <a:p>
              <a:endParaRPr lang="ko-KR" altLang="en-US"/>
            </a:p>
          </p:txBody>
        </p:sp>
        <p:sp>
          <p:nvSpPr>
            <p:cNvPr id="41" name="자유형: 도형 21">
              <a:extLst>
                <a:ext uri="{FF2B5EF4-FFF2-40B4-BE49-F238E27FC236}">
                  <a16:creationId xmlns:a16="http://schemas.microsoft.com/office/drawing/2014/main" id="{144FF3D5-BD2F-264A-9333-854D2F37A38C}"/>
                </a:ext>
              </a:extLst>
            </p:cNvPr>
            <p:cNvSpPr/>
            <p:nvPr/>
          </p:nvSpPr>
          <p:spPr>
            <a:xfrm>
              <a:off x="5819949" y="4238303"/>
              <a:ext cx="75639" cy="163885"/>
            </a:xfrm>
            <a:custGeom>
              <a:avLst/>
              <a:gdLst>
                <a:gd name="connsiteX0" fmla="*/ 55563 w 75639"/>
                <a:gd name="connsiteY0" fmla="*/ 106144 h 163884"/>
                <a:gd name="connsiteX1" fmla="*/ 66783 w 75639"/>
                <a:gd name="connsiteY1" fmla="*/ 86730 h 163884"/>
                <a:gd name="connsiteX2" fmla="*/ 76742 w 75639"/>
                <a:gd name="connsiteY2" fmla="*/ 71476 h 163884"/>
                <a:gd name="connsiteX3" fmla="*/ 79642 w 75639"/>
                <a:gd name="connsiteY3" fmla="*/ 33783 h 163884"/>
                <a:gd name="connsiteX4" fmla="*/ 76994 w 75639"/>
                <a:gd name="connsiteY4" fmla="*/ 15881 h 163884"/>
                <a:gd name="connsiteX5" fmla="*/ 68548 w 75639"/>
                <a:gd name="connsiteY5" fmla="*/ 15377 h 163884"/>
                <a:gd name="connsiteX6" fmla="*/ 59975 w 75639"/>
                <a:gd name="connsiteY6" fmla="*/ 2770 h 163884"/>
                <a:gd name="connsiteX7" fmla="*/ 50520 w 75639"/>
                <a:gd name="connsiteY7" fmla="*/ 15377 h 163884"/>
                <a:gd name="connsiteX8" fmla="*/ 43461 w 75639"/>
                <a:gd name="connsiteY8" fmla="*/ 25588 h 163884"/>
                <a:gd name="connsiteX9" fmla="*/ 21525 w 75639"/>
                <a:gd name="connsiteY9" fmla="*/ 30253 h 163884"/>
                <a:gd name="connsiteX10" fmla="*/ 6650 w 75639"/>
                <a:gd name="connsiteY10" fmla="*/ 40464 h 163884"/>
                <a:gd name="connsiteX11" fmla="*/ 2364 w 75639"/>
                <a:gd name="connsiteY11" fmla="*/ 40716 h 163884"/>
                <a:gd name="connsiteX12" fmla="*/ 16735 w 75639"/>
                <a:gd name="connsiteY12" fmla="*/ 65551 h 163884"/>
                <a:gd name="connsiteX13" fmla="*/ 22030 w 75639"/>
                <a:gd name="connsiteY13" fmla="*/ 85595 h 163884"/>
                <a:gd name="connsiteX14" fmla="*/ 26190 w 75639"/>
                <a:gd name="connsiteY14" fmla="*/ 116733 h 163884"/>
                <a:gd name="connsiteX15" fmla="*/ 28459 w 75639"/>
                <a:gd name="connsiteY15" fmla="*/ 165647 h 163884"/>
                <a:gd name="connsiteX16" fmla="*/ 46234 w 75639"/>
                <a:gd name="connsiteY16" fmla="*/ 164008 h 163884"/>
                <a:gd name="connsiteX17" fmla="*/ 64388 w 75639"/>
                <a:gd name="connsiteY17" fmla="*/ 158209 h 163884"/>
                <a:gd name="connsiteX18" fmla="*/ 56193 w 75639"/>
                <a:gd name="connsiteY18" fmla="*/ 137282 h 163884"/>
                <a:gd name="connsiteX19" fmla="*/ 55563 w 75639"/>
                <a:gd name="connsiteY19" fmla="*/ 106144 h 163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5639" h="163884">
                  <a:moveTo>
                    <a:pt x="55563" y="106144"/>
                  </a:moveTo>
                  <a:cubicBezTo>
                    <a:pt x="57328" y="93159"/>
                    <a:pt x="66783" y="86730"/>
                    <a:pt x="66783" y="86730"/>
                  </a:cubicBezTo>
                  <a:cubicBezTo>
                    <a:pt x="66783" y="86730"/>
                    <a:pt x="70943" y="77275"/>
                    <a:pt x="76742" y="71476"/>
                  </a:cubicBezTo>
                  <a:cubicBezTo>
                    <a:pt x="82667" y="65551"/>
                    <a:pt x="80272" y="39077"/>
                    <a:pt x="79642" y="33783"/>
                  </a:cubicBezTo>
                  <a:cubicBezTo>
                    <a:pt x="79263" y="30757"/>
                    <a:pt x="78003" y="22437"/>
                    <a:pt x="76994" y="15881"/>
                  </a:cubicBezTo>
                  <a:cubicBezTo>
                    <a:pt x="75103" y="17016"/>
                    <a:pt x="72330" y="17016"/>
                    <a:pt x="68548" y="15377"/>
                  </a:cubicBezTo>
                  <a:cubicBezTo>
                    <a:pt x="61488" y="12225"/>
                    <a:pt x="67792" y="5166"/>
                    <a:pt x="59975" y="2770"/>
                  </a:cubicBezTo>
                  <a:cubicBezTo>
                    <a:pt x="52159" y="375"/>
                    <a:pt x="49008" y="9074"/>
                    <a:pt x="50520" y="15377"/>
                  </a:cubicBezTo>
                  <a:cubicBezTo>
                    <a:pt x="52159" y="21680"/>
                    <a:pt x="46612" y="21680"/>
                    <a:pt x="43461" y="25588"/>
                  </a:cubicBezTo>
                  <a:cubicBezTo>
                    <a:pt x="40309" y="29496"/>
                    <a:pt x="26190" y="30253"/>
                    <a:pt x="21525" y="30253"/>
                  </a:cubicBezTo>
                  <a:cubicBezTo>
                    <a:pt x="16861" y="30253"/>
                    <a:pt x="11314" y="38951"/>
                    <a:pt x="6650" y="40464"/>
                  </a:cubicBezTo>
                  <a:cubicBezTo>
                    <a:pt x="5641" y="40842"/>
                    <a:pt x="4128" y="40842"/>
                    <a:pt x="2364" y="40716"/>
                  </a:cubicBezTo>
                  <a:cubicBezTo>
                    <a:pt x="3498" y="61391"/>
                    <a:pt x="6902" y="59752"/>
                    <a:pt x="16735" y="65551"/>
                  </a:cubicBezTo>
                  <a:cubicBezTo>
                    <a:pt x="27955" y="71980"/>
                    <a:pt x="17365" y="80805"/>
                    <a:pt x="22030" y="85595"/>
                  </a:cubicBezTo>
                  <a:cubicBezTo>
                    <a:pt x="26694" y="90260"/>
                    <a:pt x="24929" y="102110"/>
                    <a:pt x="26190" y="116733"/>
                  </a:cubicBezTo>
                  <a:cubicBezTo>
                    <a:pt x="26946" y="125684"/>
                    <a:pt x="27829" y="148754"/>
                    <a:pt x="28459" y="165647"/>
                  </a:cubicBezTo>
                  <a:cubicBezTo>
                    <a:pt x="34888" y="164386"/>
                    <a:pt x="41696" y="164008"/>
                    <a:pt x="46234" y="164008"/>
                  </a:cubicBezTo>
                  <a:cubicBezTo>
                    <a:pt x="54681" y="164008"/>
                    <a:pt x="59723" y="152788"/>
                    <a:pt x="64388" y="158209"/>
                  </a:cubicBezTo>
                  <a:cubicBezTo>
                    <a:pt x="61488" y="149384"/>
                    <a:pt x="56193" y="144342"/>
                    <a:pt x="56193" y="137282"/>
                  </a:cubicBezTo>
                  <a:cubicBezTo>
                    <a:pt x="56067" y="127323"/>
                    <a:pt x="53798" y="119129"/>
                    <a:pt x="55563" y="106144"/>
                  </a:cubicBezTo>
                  <a:close/>
                </a:path>
              </a:pathLst>
            </a:custGeom>
            <a:grpFill/>
            <a:ln w="1270" cap="flat">
              <a:solidFill>
                <a:schemeClr val="bg1"/>
              </a:solidFill>
              <a:prstDash val="solid"/>
              <a:miter/>
            </a:ln>
          </p:spPr>
          <p:txBody>
            <a:bodyPr rtlCol="0" anchor="ctr"/>
            <a:lstStyle/>
            <a:p>
              <a:endParaRPr lang="ko-KR" altLang="en-US"/>
            </a:p>
          </p:txBody>
        </p:sp>
        <p:sp>
          <p:nvSpPr>
            <p:cNvPr id="42" name="자유형: 도형 22">
              <a:extLst>
                <a:ext uri="{FF2B5EF4-FFF2-40B4-BE49-F238E27FC236}">
                  <a16:creationId xmlns:a16="http://schemas.microsoft.com/office/drawing/2014/main" id="{421F655C-2BAF-D848-AA10-A0F00DFE6F7C}"/>
                </a:ext>
              </a:extLst>
            </p:cNvPr>
            <p:cNvSpPr/>
            <p:nvPr/>
          </p:nvSpPr>
          <p:spPr>
            <a:xfrm>
              <a:off x="5796627" y="4273218"/>
              <a:ext cx="50426" cy="138672"/>
            </a:xfrm>
            <a:custGeom>
              <a:avLst/>
              <a:gdLst>
                <a:gd name="connsiteX0" fmla="*/ 45352 w 50426"/>
                <a:gd name="connsiteY0" fmla="*/ 50679 h 138671"/>
                <a:gd name="connsiteX1" fmla="*/ 40057 w 50426"/>
                <a:gd name="connsiteY1" fmla="*/ 30635 h 138671"/>
                <a:gd name="connsiteX2" fmla="*/ 25686 w 50426"/>
                <a:gd name="connsiteY2" fmla="*/ 5800 h 138671"/>
                <a:gd name="connsiteX3" fmla="*/ 5515 w 50426"/>
                <a:gd name="connsiteY3" fmla="*/ 2396 h 138671"/>
                <a:gd name="connsiteX4" fmla="*/ 2364 w 50426"/>
                <a:gd name="connsiteY4" fmla="*/ 2901 h 138671"/>
                <a:gd name="connsiteX5" fmla="*/ 7658 w 50426"/>
                <a:gd name="connsiteY5" fmla="*/ 20046 h 138671"/>
                <a:gd name="connsiteX6" fmla="*/ 14088 w 50426"/>
                <a:gd name="connsiteY6" fmla="*/ 35930 h 138671"/>
                <a:gd name="connsiteX7" fmla="*/ 14718 w 50426"/>
                <a:gd name="connsiteY7" fmla="*/ 72993 h 138671"/>
                <a:gd name="connsiteX8" fmla="*/ 21778 w 50426"/>
                <a:gd name="connsiteY8" fmla="*/ 109426 h 138671"/>
                <a:gd name="connsiteX9" fmla="*/ 31485 w 50426"/>
                <a:gd name="connsiteY9" fmla="*/ 139933 h 138671"/>
                <a:gd name="connsiteX10" fmla="*/ 36905 w 50426"/>
                <a:gd name="connsiteY10" fmla="*/ 136404 h 138671"/>
                <a:gd name="connsiteX11" fmla="*/ 51781 w 50426"/>
                <a:gd name="connsiteY11" fmla="*/ 130605 h 138671"/>
                <a:gd name="connsiteX12" fmla="*/ 49512 w 50426"/>
                <a:gd name="connsiteY12" fmla="*/ 81691 h 138671"/>
                <a:gd name="connsiteX13" fmla="*/ 45352 w 50426"/>
                <a:gd name="connsiteY13" fmla="*/ 50679 h 13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426" h="138671">
                  <a:moveTo>
                    <a:pt x="45352" y="50679"/>
                  </a:moveTo>
                  <a:cubicBezTo>
                    <a:pt x="40688" y="46015"/>
                    <a:pt x="51277" y="37190"/>
                    <a:pt x="40057" y="30635"/>
                  </a:cubicBezTo>
                  <a:cubicBezTo>
                    <a:pt x="30224" y="24962"/>
                    <a:pt x="26694" y="26475"/>
                    <a:pt x="25686" y="5800"/>
                  </a:cubicBezTo>
                  <a:cubicBezTo>
                    <a:pt x="20013" y="5422"/>
                    <a:pt x="11692" y="3027"/>
                    <a:pt x="5515" y="2396"/>
                  </a:cubicBezTo>
                  <a:cubicBezTo>
                    <a:pt x="4255" y="2270"/>
                    <a:pt x="3246" y="2522"/>
                    <a:pt x="2364" y="2901"/>
                  </a:cubicBezTo>
                  <a:cubicBezTo>
                    <a:pt x="3624" y="10465"/>
                    <a:pt x="5515" y="18785"/>
                    <a:pt x="7658" y="20046"/>
                  </a:cubicBezTo>
                  <a:cubicBezTo>
                    <a:pt x="11819" y="22441"/>
                    <a:pt x="14718" y="27105"/>
                    <a:pt x="14088" y="35930"/>
                  </a:cubicBezTo>
                  <a:cubicBezTo>
                    <a:pt x="13458" y="44754"/>
                    <a:pt x="11188" y="64168"/>
                    <a:pt x="14718" y="72993"/>
                  </a:cubicBezTo>
                  <a:cubicBezTo>
                    <a:pt x="18248" y="81818"/>
                    <a:pt x="21778" y="95937"/>
                    <a:pt x="21778" y="109426"/>
                  </a:cubicBezTo>
                  <a:cubicBezTo>
                    <a:pt x="21778" y="117872"/>
                    <a:pt x="26568" y="130479"/>
                    <a:pt x="31485" y="139933"/>
                  </a:cubicBezTo>
                  <a:cubicBezTo>
                    <a:pt x="33502" y="138799"/>
                    <a:pt x="35393" y="137664"/>
                    <a:pt x="36905" y="136404"/>
                  </a:cubicBezTo>
                  <a:cubicBezTo>
                    <a:pt x="40435" y="133378"/>
                    <a:pt x="45982" y="131613"/>
                    <a:pt x="51781" y="130605"/>
                  </a:cubicBezTo>
                  <a:cubicBezTo>
                    <a:pt x="51151" y="113712"/>
                    <a:pt x="50268" y="90642"/>
                    <a:pt x="49512" y="81691"/>
                  </a:cubicBezTo>
                  <a:cubicBezTo>
                    <a:pt x="48251" y="67194"/>
                    <a:pt x="50016" y="55344"/>
                    <a:pt x="45352" y="50679"/>
                  </a:cubicBezTo>
                  <a:close/>
                </a:path>
              </a:pathLst>
            </a:custGeom>
            <a:grpFill/>
            <a:ln w="1270" cap="flat">
              <a:solidFill>
                <a:schemeClr val="bg1"/>
              </a:solidFill>
              <a:prstDash val="solid"/>
              <a:miter/>
            </a:ln>
          </p:spPr>
          <p:txBody>
            <a:bodyPr rtlCol="0" anchor="ctr"/>
            <a:lstStyle/>
            <a:p>
              <a:endParaRPr lang="ko-KR" altLang="en-US"/>
            </a:p>
          </p:txBody>
        </p:sp>
        <p:sp>
          <p:nvSpPr>
            <p:cNvPr id="43" name="자유형: 도형 23">
              <a:extLst>
                <a:ext uri="{FF2B5EF4-FFF2-40B4-BE49-F238E27FC236}">
                  <a16:creationId xmlns:a16="http://schemas.microsoft.com/office/drawing/2014/main" id="{DF46FD1A-D94C-E64A-B89F-B3003A729873}"/>
                </a:ext>
              </a:extLst>
            </p:cNvPr>
            <p:cNvSpPr/>
            <p:nvPr/>
          </p:nvSpPr>
          <p:spPr>
            <a:xfrm>
              <a:off x="6027452" y="4219169"/>
              <a:ext cx="189098" cy="302556"/>
            </a:xfrm>
            <a:custGeom>
              <a:avLst/>
              <a:gdLst>
                <a:gd name="connsiteX0" fmla="*/ 84684 w 189097"/>
                <a:gd name="connsiteY0" fmla="*/ 292943 h 302556"/>
                <a:gd name="connsiteX1" fmla="*/ 155028 w 189097"/>
                <a:gd name="connsiteY1" fmla="*/ 294582 h 302556"/>
                <a:gd name="connsiteX2" fmla="*/ 192596 w 189097"/>
                <a:gd name="connsiteY2" fmla="*/ 307693 h 302556"/>
                <a:gd name="connsiteX3" fmla="*/ 199151 w 189097"/>
                <a:gd name="connsiteY3" fmla="*/ 283993 h 302556"/>
                <a:gd name="connsiteX4" fmla="*/ 194613 w 189097"/>
                <a:gd name="connsiteY4" fmla="*/ 279581 h 302556"/>
                <a:gd name="connsiteX5" fmla="*/ 177594 w 189097"/>
                <a:gd name="connsiteY5" fmla="*/ 262562 h 302556"/>
                <a:gd name="connsiteX6" fmla="*/ 171669 w 189097"/>
                <a:gd name="connsiteY6" fmla="*/ 253737 h 302556"/>
                <a:gd name="connsiteX7" fmla="*/ 167509 w 189097"/>
                <a:gd name="connsiteY7" fmla="*/ 237853 h 302556"/>
                <a:gd name="connsiteX8" fmla="*/ 159819 w 189097"/>
                <a:gd name="connsiteY8" fmla="*/ 216674 h 302556"/>
                <a:gd name="connsiteX9" fmla="*/ 156289 w 189097"/>
                <a:gd name="connsiteY9" fmla="*/ 194865 h 302556"/>
                <a:gd name="connsiteX10" fmla="*/ 169274 w 189097"/>
                <a:gd name="connsiteY10" fmla="*/ 168391 h 302556"/>
                <a:gd name="connsiteX11" fmla="*/ 182637 w 189097"/>
                <a:gd name="connsiteY11" fmla="*/ 151877 h 302556"/>
                <a:gd name="connsiteX12" fmla="*/ 174695 w 189097"/>
                <a:gd name="connsiteY12" fmla="*/ 132715 h 302556"/>
                <a:gd name="connsiteX13" fmla="*/ 152759 w 189097"/>
                <a:gd name="connsiteY13" fmla="*/ 110023 h 302556"/>
                <a:gd name="connsiteX14" fmla="*/ 146456 w 189097"/>
                <a:gd name="connsiteY14" fmla="*/ 91113 h 302556"/>
                <a:gd name="connsiteX15" fmla="*/ 169148 w 189097"/>
                <a:gd name="connsiteY15" fmla="*/ 87962 h 302556"/>
                <a:gd name="connsiteX16" fmla="*/ 180116 w 189097"/>
                <a:gd name="connsiteY16" fmla="*/ 84054 h 302556"/>
                <a:gd name="connsiteX17" fmla="*/ 169148 w 189097"/>
                <a:gd name="connsiteY17" fmla="*/ 51151 h 302556"/>
                <a:gd name="connsiteX18" fmla="*/ 165996 w 189097"/>
                <a:gd name="connsiteY18" fmla="*/ 27577 h 302556"/>
                <a:gd name="connsiteX19" fmla="*/ 149482 w 189097"/>
                <a:gd name="connsiteY19" fmla="*/ 2490 h 302556"/>
                <a:gd name="connsiteX20" fmla="*/ 147969 w 189097"/>
                <a:gd name="connsiteY20" fmla="*/ 2364 h 302556"/>
                <a:gd name="connsiteX21" fmla="*/ 146330 w 189097"/>
                <a:gd name="connsiteY21" fmla="*/ 16735 h 302556"/>
                <a:gd name="connsiteX22" fmla="*/ 157298 w 189097"/>
                <a:gd name="connsiteY22" fmla="*/ 27703 h 302556"/>
                <a:gd name="connsiteX23" fmla="*/ 158937 w 189097"/>
                <a:gd name="connsiteY23" fmla="*/ 44217 h 302556"/>
                <a:gd name="connsiteX24" fmla="*/ 143179 w 189097"/>
                <a:gd name="connsiteY24" fmla="*/ 52916 h 302556"/>
                <a:gd name="connsiteX25" fmla="*/ 127546 w 189097"/>
                <a:gd name="connsiteY25" fmla="*/ 81911 h 302556"/>
                <a:gd name="connsiteX26" fmla="*/ 121243 w 189097"/>
                <a:gd name="connsiteY26" fmla="*/ 99182 h 302556"/>
                <a:gd name="connsiteX27" fmla="*/ 118091 w 189097"/>
                <a:gd name="connsiteY27" fmla="*/ 113301 h 302556"/>
                <a:gd name="connsiteX28" fmla="*/ 105485 w 189097"/>
                <a:gd name="connsiteY28" fmla="*/ 129059 h 302556"/>
                <a:gd name="connsiteX29" fmla="*/ 85945 w 189097"/>
                <a:gd name="connsiteY29" fmla="*/ 169904 h 302556"/>
                <a:gd name="connsiteX30" fmla="*/ 74977 w 189097"/>
                <a:gd name="connsiteY30" fmla="*/ 181628 h 302556"/>
                <a:gd name="connsiteX31" fmla="*/ 56193 w 189097"/>
                <a:gd name="connsiteY31" fmla="*/ 168265 h 302556"/>
                <a:gd name="connsiteX32" fmla="*/ 40435 w 189097"/>
                <a:gd name="connsiteY32" fmla="*/ 170660 h 302556"/>
                <a:gd name="connsiteX33" fmla="*/ 10054 w 189097"/>
                <a:gd name="connsiteY33" fmla="*/ 199655 h 302556"/>
                <a:gd name="connsiteX34" fmla="*/ 2364 w 189097"/>
                <a:gd name="connsiteY34" fmla="*/ 228146 h 302556"/>
                <a:gd name="connsiteX35" fmla="*/ 13458 w 189097"/>
                <a:gd name="connsiteY35" fmla="*/ 242896 h 302556"/>
                <a:gd name="connsiteX36" fmla="*/ 33880 w 189097"/>
                <a:gd name="connsiteY36" fmla="*/ 247182 h 302556"/>
                <a:gd name="connsiteX37" fmla="*/ 41318 w 189097"/>
                <a:gd name="connsiteY37" fmla="*/ 273025 h 302556"/>
                <a:gd name="connsiteX38" fmla="*/ 36275 w 189097"/>
                <a:gd name="connsiteY38" fmla="*/ 296599 h 302556"/>
                <a:gd name="connsiteX39" fmla="*/ 73086 w 189097"/>
                <a:gd name="connsiteY39" fmla="*/ 296599 h 302556"/>
                <a:gd name="connsiteX40" fmla="*/ 84684 w 189097"/>
                <a:gd name="connsiteY40" fmla="*/ 292943 h 30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89097" h="302556">
                  <a:moveTo>
                    <a:pt x="84684" y="292943"/>
                  </a:moveTo>
                  <a:cubicBezTo>
                    <a:pt x="84684" y="292943"/>
                    <a:pt x="146834" y="296221"/>
                    <a:pt x="155028" y="294582"/>
                  </a:cubicBezTo>
                  <a:cubicBezTo>
                    <a:pt x="163223" y="292943"/>
                    <a:pt x="192596" y="307693"/>
                    <a:pt x="192596" y="307693"/>
                  </a:cubicBezTo>
                  <a:cubicBezTo>
                    <a:pt x="192596" y="307693"/>
                    <a:pt x="193983" y="292817"/>
                    <a:pt x="199151" y="283993"/>
                  </a:cubicBezTo>
                  <a:cubicBezTo>
                    <a:pt x="197134" y="282858"/>
                    <a:pt x="195117" y="281472"/>
                    <a:pt x="194613" y="279581"/>
                  </a:cubicBezTo>
                  <a:cubicBezTo>
                    <a:pt x="193478" y="275420"/>
                    <a:pt x="181628" y="267857"/>
                    <a:pt x="177594" y="262562"/>
                  </a:cubicBezTo>
                  <a:cubicBezTo>
                    <a:pt x="173434" y="257267"/>
                    <a:pt x="171669" y="253737"/>
                    <a:pt x="171669" y="253737"/>
                  </a:cubicBezTo>
                  <a:cubicBezTo>
                    <a:pt x="171669" y="253737"/>
                    <a:pt x="172804" y="244913"/>
                    <a:pt x="167509" y="237853"/>
                  </a:cubicBezTo>
                  <a:cubicBezTo>
                    <a:pt x="162214" y="230793"/>
                    <a:pt x="159819" y="226129"/>
                    <a:pt x="159819" y="216674"/>
                  </a:cubicBezTo>
                  <a:cubicBezTo>
                    <a:pt x="159819" y="207219"/>
                    <a:pt x="156289" y="200160"/>
                    <a:pt x="156289" y="194865"/>
                  </a:cubicBezTo>
                  <a:cubicBezTo>
                    <a:pt x="156289" y="189570"/>
                    <a:pt x="165744" y="179611"/>
                    <a:pt x="169274" y="168391"/>
                  </a:cubicBezTo>
                  <a:cubicBezTo>
                    <a:pt x="171291" y="161836"/>
                    <a:pt x="177594" y="156541"/>
                    <a:pt x="182637" y="151877"/>
                  </a:cubicBezTo>
                  <a:cubicBezTo>
                    <a:pt x="179989" y="147843"/>
                    <a:pt x="177216" y="140531"/>
                    <a:pt x="174695" y="132715"/>
                  </a:cubicBezTo>
                  <a:cubicBezTo>
                    <a:pt x="171543" y="122504"/>
                    <a:pt x="162970" y="119352"/>
                    <a:pt x="152759" y="110023"/>
                  </a:cubicBezTo>
                  <a:cubicBezTo>
                    <a:pt x="142548" y="100568"/>
                    <a:pt x="146456" y="95148"/>
                    <a:pt x="146456" y="91113"/>
                  </a:cubicBezTo>
                  <a:cubicBezTo>
                    <a:pt x="146456" y="87205"/>
                    <a:pt x="159819" y="87205"/>
                    <a:pt x="169148" y="87962"/>
                  </a:cubicBezTo>
                  <a:cubicBezTo>
                    <a:pt x="178603" y="88718"/>
                    <a:pt x="184023" y="86323"/>
                    <a:pt x="180116" y="84054"/>
                  </a:cubicBezTo>
                  <a:cubicBezTo>
                    <a:pt x="176208" y="81659"/>
                    <a:pt x="168392" y="63631"/>
                    <a:pt x="169148" y="51151"/>
                  </a:cubicBezTo>
                  <a:cubicBezTo>
                    <a:pt x="169904" y="38544"/>
                    <a:pt x="165240" y="34636"/>
                    <a:pt x="165996" y="27577"/>
                  </a:cubicBezTo>
                  <a:cubicBezTo>
                    <a:pt x="166753" y="20517"/>
                    <a:pt x="157424" y="2490"/>
                    <a:pt x="149482" y="2490"/>
                  </a:cubicBezTo>
                  <a:cubicBezTo>
                    <a:pt x="148977" y="2490"/>
                    <a:pt x="148473" y="2364"/>
                    <a:pt x="147969" y="2364"/>
                  </a:cubicBezTo>
                  <a:cubicBezTo>
                    <a:pt x="146582" y="8037"/>
                    <a:pt x="146330" y="14466"/>
                    <a:pt x="146330" y="16735"/>
                  </a:cubicBezTo>
                  <a:cubicBezTo>
                    <a:pt x="146330" y="20643"/>
                    <a:pt x="152633" y="26190"/>
                    <a:pt x="157298" y="27703"/>
                  </a:cubicBezTo>
                  <a:cubicBezTo>
                    <a:pt x="161962" y="29342"/>
                    <a:pt x="159693" y="37158"/>
                    <a:pt x="158937" y="44217"/>
                  </a:cubicBezTo>
                  <a:cubicBezTo>
                    <a:pt x="158180" y="51277"/>
                    <a:pt x="145573" y="49764"/>
                    <a:pt x="143179" y="52916"/>
                  </a:cubicBezTo>
                  <a:cubicBezTo>
                    <a:pt x="140783" y="56067"/>
                    <a:pt x="126664" y="78003"/>
                    <a:pt x="127546" y="81911"/>
                  </a:cubicBezTo>
                  <a:cubicBezTo>
                    <a:pt x="128303" y="85819"/>
                    <a:pt x="125151" y="97669"/>
                    <a:pt x="121243" y="99182"/>
                  </a:cubicBezTo>
                  <a:cubicBezTo>
                    <a:pt x="117335" y="100694"/>
                    <a:pt x="118091" y="109393"/>
                    <a:pt x="118091" y="113301"/>
                  </a:cubicBezTo>
                  <a:cubicBezTo>
                    <a:pt x="118091" y="117209"/>
                    <a:pt x="105485" y="122756"/>
                    <a:pt x="105485" y="129059"/>
                  </a:cubicBezTo>
                  <a:cubicBezTo>
                    <a:pt x="105485" y="135362"/>
                    <a:pt x="90609" y="161206"/>
                    <a:pt x="85945" y="169904"/>
                  </a:cubicBezTo>
                  <a:cubicBezTo>
                    <a:pt x="81281" y="178477"/>
                    <a:pt x="76490" y="189570"/>
                    <a:pt x="74977" y="181628"/>
                  </a:cubicBezTo>
                  <a:cubicBezTo>
                    <a:pt x="73465" y="173812"/>
                    <a:pt x="61614" y="164357"/>
                    <a:pt x="56193" y="168265"/>
                  </a:cubicBezTo>
                  <a:cubicBezTo>
                    <a:pt x="50646" y="172173"/>
                    <a:pt x="43713" y="169778"/>
                    <a:pt x="40435" y="170660"/>
                  </a:cubicBezTo>
                  <a:cubicBezTo>
                    <a:pt x="37284" y="171417"/>
                    <a:pt x="10054" y="199655"/>
                    <a:pt x="10054" y="199655"/>
                  </a:cubicBezTo>
                  <a:cubicBezTo>
                    <a:pt x="10054" y="199655"/>
                    <a:pt x="8037" y="213018"/>
                    <a:pt x="2364" y="228146"/>
                  </a:cubicBezTo>
                  <a:cubicBezTo>
                    <a:pt x="5894" y="230289"/>
                    <a:pt x="9550" y="237349"/>
                    <a:pt x="13458" y="242896"/>
                  </a:cubicBezTo>
                  <a:cubicBezTo>
                    <a:pt x="19004" y="250712"/>
                    <a:pt x="29594" y="244913"/>
                    <a:pt x="33880" y="247182"/>
                  </a:cubicBezTo>
                  <a:cubicBezTo>
                    <a:pt x="38166" y="249577"/>
                    <a:pt x="42957" y="267983"/>
                    <a:pt x="41318" y="273025"/>
                  </a:cubicBezTo>
                  <a:cubicBezTo>
                    <a:pt x="39805" y="277942"/>
                    <a:pt x="33376" y="290422"/>
                    <a:pt x="36275" y="296599"/>
                  </a:cubicBezTo>
                  <a:lnTo>
                    <a:pt x="73086" y="296599"/>
                  </a:lnTo>
                  <a:lnTo>
                    <a:pt x="84684" y="292943"/>
                  </a:lnTo>
                  <a:close/>
                </a:path>
              </a:pathLst>
            </a:custGeom>
            <a:grpFill/>
            <a:ln w="1270" cap="flat">
              <a:solidFill>
                <a:schemeClr val="bg1"/>
              </a:solidFill>
              <a:prstDash val="solid"/>
              <a:miter/>
            </a:ln>
          </p:spPr>
          <p:txBody>
            <a:bodyPr rtlCol="0" anchor="ctr"/>
            <a:lstStyle/>
            <a:p>
              <a:endParaRPr lang="ko-KR" altLang="en-US"/>
            </a:p>
          </p:txBody>
        </p:sp>
        <p:sp>
          <p:nvSpPr>
            <p:cNvPr id="44" name="자유형: 도형 24">
              <a:extLst>
                <a:ext uri="{FF2B5EF4-FFF2-40B4-BE49-F238E27FC236}">
                  <a16:creationId xmlns:a16="http://schemas.microsoft.com/office/drawing/2014/main" id="{51976934-EE76-E64B-ABC7-7C40CAD17078}"/>
                </a:ext>
              </a:extLst>
            </p:cNvPr>
            <p:cNvSpPr/>
            <p:nvPr/>
          </p:nvSpPr>
          <p:spPr>
            <a:xfrm>
              <a:off x="5570968" y="4286345"/>
              <a:ext cx="163885" cy="163885"/>
            </a:xfrm>
            <a:custGeom>
              <a:avLst/>
              <a:gdLst>
                <a:gd name="connsiteX0" fmla="*/ 155662 w 163884"/>
                <a:gd name="connsiteY0" fmla="*/ 140548 h 163884"/>
                <a:gd name="connsiteX1" fmla="*/ 144442 w 163884"/>
                <a:gd name="connsiteY1" fmla="*/ 111175 h 163884"/>
                <a:gd name="connsiteX2" fmla="*/ 154401 w 163884"/>
                <a:gd name="connsiteY2" fmla="*/ 85332 h 163884"/>
                <a:gd name="connsiteX3" fmla="*/ 164360 w 163884"/>
                <a:gd name="connsiteY3" fmla="*/ 67683 h 163884"/>
                <a:gd name="connsiteX4" fmla="*/ 155157 w 163884"/>
                <a:gd name="connsiteY4" fmla="*/ 26459 h 163884"/>
                <a:gd name="connsiteX5" fmla="*/ 150241 w 163884"/>
                <a:gd name="connsiteY5" fmla="*/ 23938 h 163884"/>
                <a:gd name="connsiteX6" fmla="*/ 118851 w 163884"/>
                <a:gd name="connsiteY6" fmla="*/ 27846 h 163884"/>
                <a:gd name="connsiteX7" fmla="*/ 95276 w 163884"/>
                <a:gd name="connsiteY7" fmla="*/ 16879 h 163884"/>
                <a:gd name="connsiteX8" fmla="*/ 74854 w 163884"/>
                <a:gd name="connsiteY8" fmla="*/ 9819 h 163884"/>
                <a:gd name="connsiteX9" fmla="*/ 65399 w 163884"/>
                <a:gd name="connsiteY9" fmla="*/ 6667 h 163884"/>
                <a:gd name="connsiteX10" fmla="*/ 52036 w 163884"/>
                <a:gd name="connsiteY10" fmla="*/ 8306 h 163884"/>
                <a:gd name="connsiteX11" fmla="*/ 37160 w 163884"/>
                <a:gd name="connsiteY11" fmla="*/ 15366 h 163884"/>
                <a:gd name="connsiteX12" fmla="*/ 23797 w 163884"/>
                <a:gd name="connsiteY12" fmla="*/ 11458 h 163884"/>
                <a:gd name="connsiteX13" fmla="*/ 14847 w 163884"/>
                <a:gd name="connsiteY13" fmla="*/ 13601 h 163884"/>
                <a:gd name="connsiteX14" fmla="*/ 14847 w 163884"/>
                <a:gd name="connsiteY14" fmla="*/ 34780 h 163884"/>
                <a:gd name="connsiteX15" fmla="*/ 19511 w 163884"/>
                <a:gd name="connsiteY15" fmla="*/ 47134 h 163884"/>
                <a:gd name="connsiteX16" fmla="*/ 24176 w 163884"/>
                <a:gd name="connsiteY16" fmla="*/ 63649 h 163884"/>
                <a:gd name="connsiteX17" fmla="*/ 11821 w 163884"/>
                <a:gd name="connsiteY17" fmla="*/ 65413 h 163884"/>
                <a:gd name="connsiteX18" fmla="*/ 14217 w 163884"/>
                <a:gd name="connsiteY18" fmla="*/ 81298 h 163884"/>
                <a:gd name="connsiteX19" fmla="*/ 6527 w 163884"/>
                <a:gd name="connsiteY19" fmla="*/ 96047 h 163884"/>
                <a:gd name="connsiteX20" fmla="*/ 3627 w 163884"/>
                <a:gd name="connsiteY20" fmla="*/ 114957 h 163884"/>
                <a:gd name="connsiteX21" fmla="*/ 12452 w 163884"/>
                <a:gd name="connsiteY21" fmla="*/ 123151 h 163884"/>
                <a:gd name="connsiteX22" fmla="*/ 33000 w 163884"/>
                <a:gd name="connsiteY22" fmla="*/ 143196 h 163884"/>
                <a:gd name="connsiteX23" fmla="*/ 25184 w 163884"/>
                <a:gd name="connsiteY23" fmla="*/ 167904 h 163884"/>
                <a:gd name="connsiteX24" fmla="*/ 103471 w 163884"/>
                <a:gd name="connsiteY24" fmla="*/ 150760 h 163884"/>
                <a:gd name="connsiteX25" fmla="*/ 155031 w 163884"/>
                <a:gd name="connsiteY25" fmla="*/ 153785 h 163884"/>
                <a:gd name="connsiteX26" fmla="*/ 155662 w 163884"/>
                <a:gd name="connsiteY26" fmla="*/ 140548 h 163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3884" h="163884">
                  <a:moveTo>
                    <a:pt x="155662" y="140548"/>
                  </a:moveTo>
                  <a:cubicBezTo>
                    <a:pt x="152132" y="135884"/>
                    <a:pt x="143937" y="115839"/>
                    <a:pt x="144442" y="111175"/>
                  </a:cubicBezTo>
                  <a:cubicBezTo>
                    <a:pt x="145072" y="106511"/>
                    <a:pt x="155031" y="92265"/>
                    <a:pt x="154401" y="85332"/>
                  </a:cubicBezTo>
                  <a:cubicBezTo>
                    <a:pt x="153770" y="78272"/>
                    <a:pt x="164360" y="73608"/>
                    <a:pt x="164360" y="67683"/>
                  </a:cubicBezTo>
                  <a:cubicBezTo>
                    <a:pt x="164360" y="63144"/>
                    <a:pt x="161587" y="40957"/>
                    <a:pt x="155157" y="26459"/>
                  </a:cubicBezTo>
                  <a:cubicBezTo>
                    <a:pt x="153770" y="26586"/>
                    <a:pt x="152132" y="25829"/>
                    <a:pt x="150241" y="23938"/>
                  </a:cubicBezTo>
                  <a:cubicBezTo>
                    <a:pt x="145576" y="19274"/>
                    <a:pt x="125910" y="20030"/>
                    <a:pt x="118851" y="27846"/>
                  </a:cubicBezTo>
                  <a:cubicBezTo>
                    <a:pt x="111791" y="35662"/>
                    <a:pt x="97672" y="20787"/>
                    <a:pt x="95276" y="16879"/>
                  </a:cubicBezTo>
                  <a:cubicBezTo>
                    <a:pt x="92881" y="12971"/>
                    <a:pt x="82670" y="4272"/>
                    <a:pt x="74854" y="9819"/>
                  </a:cubicBezTo>
                  <a:cubicBezTo>
                    <a:pt x="67038" y="15366"/>
                    <a:pt x="64643" y="13727"/>
                    <a:pt x="65399" y="6667"/>
                  </a:cubicBezTo>
                  <a:cubicBezTo>
                    <a:pt x="66156" y="-392"/>
                    <a:pt x="53675" y="2003"/>
                    <a:pt x="52036" y="8306"/>
                  </a:cubicBezTo>
                  <a:cubicBezTo>
                    <a:pt x="50523" y="14609"/>
                    <a:pt x="40312" y="20030"/>
                    <a:pt x="37160" y="15366"/>
                  </a:cubicBezTo>
                  <a:cubicBezTo>
                    <a:pt x="34009" y="10575"/>
                    <a:pt x="26949" y="4398"/>
                    <a:pt x="23797" y="11458"/>
                  </a:cubicBezTo>
                  <a:cubicBezTo>
                    <a:pt x="21655" y="16374"/>
                    <a:pt x="17872" y="15870"/>
                    <a:pt x="14847" y="13601"/>
                  </a:cubicBezTo>
                  <a:cubicBezTo>
                    <a:pt x="12830" y="22299"/>
                    <a:pt x="10435" y="32384"/>
                    <a:pt x="14847" y="34780"/>
                  </a:cubicBezTo>
                  <a:cubicBezTo>
                    <a:pt x="20142" y="37679"/>
                    <a:pt x="20772" y="43604"/>
                    <a:pt x="19511" y="47134"/>
                  </a:cubicBezTo>
                  <a:cubicBezTo>
                    <a:pt x="18377" y="50664"/>
                    <a:pt x="28336" y="59489"/>
                    <a:pt x="24176" y="63649"/>
                  </a:cubicBezTo>
                  <a:cubicBezTo>
                    <a:pt x="20016" y="67809"/>
                    <a:pt x="14721" y="59489"/>
                    <a:pt x="11821" y="65413"/>
                  </a:cubicBezTo>
                  <a:cubicBezTo>
                    <a:pt x="8922" y="71339"/>
                    <a:pt x="17747" y="76633"/>
                    <a:pt x="14217" y="81298"/>
                  </a:cubicBezTo>
                  <a:cubicBezTo>
                    <a:pt x="10687" y="85962"/>
                    <a:pt x="5392" y="86592"/>
                    <a:pt x="6527" y="96047"/>
                  </a:cubicBezTo>
                  <a:cubicBezTo>
                    <a:pt x="7661" y="105502"/>
                    <a:pt x="7157" y="111931"/>
                    <a:pt x="3627" y="114957"/>
                  </a:cubicBezTo>
                  <a:cubicBezTo>
                    <a:pt x="97" y="117857"/>
                    <a:pt x="4258" y="117857"/>
                    <a:pt x="12452" y="123151"/>
                  </a:cubicBezTo>
                  <a:cubicBezTo>
                    <a:pt x="20646" y="128446"/>
                    <a:pt x="34261" y="134371"/>
                    <a:pt x="33000" y="143196"/>
                  </a:cubicBezTo>
                  <a:cubicBezTo>
                    <a:pt x="31992" y="151264"/>
                    <a:pt x="28462" y="153155"/>
                    <a:pt x="25184" y="167904"/>
                  </a:cubicBezTo>
                  <a:cubicBezTo>
                    <a:pt x="41194" y="168283"/>
                    <a:pt x="69811" y="156559"/>
                    <a:pt x="103471" y="150760"/>
                  </a:cubicBezTo>
                  <a:cubicBezTo>
                    <a:pt x="124524" y="147104"/>
                    <a:pt x="142299" y="150129"/>
                    <a:pt x="155031" y="153785"/>
                  </a:cubicBezTo>
                  <a:cubicBezTo>
                    <a:pt x="156544" y="148490"/>
                    <a:pt x="157426" y="142944"/>
                    <a:pt x="155662" y="140548"/>
                  </a:cubicBezTo>
                  <a:close/>
                </a:path>
              </a:pathLst>
            </a:custGeom>
            <a:grpFill/>
            <a:ln w="1270" cap="flat">
              <a:solidFill>
                <a:schemeClr val="bg1"/>
              </a:solidFill>
              <a:prstDash val="solid"/>
              <a:miter/>
            </a:ln>
          </p:spPr>
          <p:txBody>
            <a:bodyPr rtlCol="0" anchor="ctr"/>
            <a:lstStyle/>
            <a:p>
              <a:endParaRPr lang="ko-KR" altLang="en-US"/>
            </a:p>
          </p:txBody>
        </p:sp>
        <p:sp>
          <p:nvSpPr>
            <p:cNvPr id="45" name="자유형: 도형 25">
              <a:extLst>
                <a:ext uri="{FF2B5EF4-FFF2-40B4-BE49-F238E27FC236}">
                  <a16:creationId xmlns:a16="http://schemas.microsoft.com/office/drawing/2014/main" id="{399FFA8C-E5E0-6145-933A-2F6E3DCDA2D4}"/>
                </a:ext>
              </a:extLst>
            </p:cNvPr>
            <p:cNvSpPr/>
            <p:nvPr/>
          </p:nvSpPr>
          <p:spPr>
            <a:xfrm>
              <a:off x="5713024" y="4273755"/>
              <a:ext cx="113459" cy="163885"/>
            </a:xfrm>
            <a:custGeom>
              <a:avLst/>
              <a:gdLst>
                <a:gd name="connsiteX0" fmla="*/ 98322 w 113458"/>
                <a:gd name="connsiteY0" fmla="*/ 72456 h 163884"/>
                <a:gd name="connsiteX1" fmla="*/ 97691 w 113458"/>
                <a:gd name="connsiteY1" fmla="*/ 35393 h 163884"/>
                <a:gd name="connsiteX2" fmla="*/ 91262 w 113458"/>
                <a:gd name="connsiteY2" fmla="*/ 19509 h 163884"/>
                <a:gd name="connsiteX3" fmla="*/ 85967 w 113458"/>
                <a:gd name="connsiteY3" fmla="*/ 2364 h 163884"/>
                <a:gd name="connsiteX4" fmla="*/ 78908 w 113458"/>
                <a:gd name="connsiteY4" fmla="*/ 8919 h 163884"/>
                <a:gd name="connsiteX5" fmla="*/ 12219 w 113458"/>
                <a:gd name="connsiteY5" fmla="*/ 7280 h 163884"/>
                <a:gd name="connsiteX6" fmla="*/ 16883 w 113458"/>
                <a:gd name="connsiteY6" fmla="*/ 34006 h 163884"/>
                <a:gd name="connsiteX7" fmla="*/ 13102 w 113458"/>
                <a:gd name="connsiteY7" fmla="*/ 38923 h 163884"/>
                <a:gd name="connsiteX8" fmla="*/ 22304 w 113458"/>
                <a:gd name="connsiteY8" fmla="*/ 80146 h 163884"/>
                <a:gd name="connsiteX9" fmla="*/ 12345 w 113458"/>
                <a:gd name="connsiteY9" fmla="*/ 97795 h 163884"/>
                <a:gd name="connsiteX10" fmla="*/ 2386 w 113458"/>
                <a:gd name="connsiteY10" fmla="*/ 123638 h 163884"/>
                <a:gd name="connsiteX11" fmla="*/ 13606 w 113458"/>
                <a:gd name="connsiteY11" fmla="*/ 153012 h 163884"/>
                <a:gd name="connsiteX12" fmla="*/ 13102 w 113458"/>
                <a:gd name="connsiteY12" fmla="*/ 165996 h 163884"/>
                <a:gd name="connsiteX13" fmla="*/ 33020 w 113458"/>
                <a:gd name="connsiteY13" fmla="*/ 173182 h 163884"/>
                <a:gd name="connsiteX14" fmla="*/ 84454 w 113458"/>
                <a:gd name="connsiteY14" fmla="*/ 152381 h 163884"/>
                <a:gd name="connsiteX15" fmla="*/ 115088 w 113458"/>
                <a:gd name="connsiteY15" fmla="*/ 139397 h 163884"/>
                <a:gd name="connsiteX16" fmla="*/ 105381 w 113458"/>
                <a:gd name="connsiteY16" fmla="*/ 108889 h 163884"/>
                <a:gd name="connsiteX17" fmla="*/ 98322 w 113458"/>
                <a:gd name="connsiteY17" fmla="*/ 72456 h 163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3458" h="163884">
                  <a:moveTo>
                    <a:pt x="98322" y="72456"/>
                  </a:moveTo>
                  <a:cubicBezTo>
                    <a:pt x="94792" y="63631"/>
                    <a:pt x="97187" y="44217"/>
                    <a:pt x="97691" y="35393"/>
                  </a:cubicBezTo>
                  <a:cubicBezTo>
                    <a:pt x="98322" y="26568"/>
                    <a:pt x="95296" y="21904"/>
                    <a:pt x="91262" y="19509"/>
                  </a:cubicBezTo>
                  <a:cubicBezTo>
                    <a:pt x="89119" y="18248"/>
                    <a:pt x="87228" y="9928"/>
                    <a:pt x="85967" y="2364"/>
                  </a:cubicBezTo>
                  <a:cubicBezTo>
                    <a:pt x="81303" y="4507"/>
                    <a:pt x="80925" y="12197"/>
                    <a:pt x="78908" y="8919"/>
                  </a:cubicBezTo>
                  <a:cubicBezTo>
                    <a:pt x="76512" y="5011"/>
                    <a:pt x="15371" y="2616"/>
                    <a:pt x="12219" y="7280"/>
                  </a:cubicBezTo>
                  <a:cubicBezTo>
                    <a:pt x="9067" y="11945"/>
                    <a:pt x="17640" y="29216"/>
                    <a:pt x="16883" y="34006"/>
                  </a:cubicBezTo>
                  <a:cubicBezTo>
                    <a:pt x="16379" y="36780"/>
                    <a:pt x="15119" y="38797"/>
                    <a:pt x="13102" y="38923"/>
                  </a:cubicBezTo>
                  <a:cubicBezTo>
                    <a:pt x="19657" y="53420"/>
                    <a:pt x="22304" y="75608"/>
                    <a:pt x="22304" y="80146"/>
                  </a:cubicBezTo>
                  <a:cubicBezTo>
                    <a:pt x="22304" y="86071"/>
                    <a:pt x="11715" y="90735"/>
                    <a:pt x="12345" y="97795"/>
                  </a:cubicBezTo>
                  <a:cubicBezTo>
                    <a:pt x="12975" y="104855"/>
                    <a:pt x="2890" y="118974"/>
                    <a:pt x="2386" y="123638"/>
                  </a:cubicBezTo>
                  <a:cubicBezTo>
                    <a:pt x="1882" y="128303"/>
                    <a:pt x="10076" y="148347"/>
                    <a:pt x="13606" y="153012"/>
                  </a:cubicBezTo>
                  <a:cubicBezTo>
                    <a:pt x="15371" y="155407"/>
                    <a:pt x="14488" y="161080"/>
                    <a:pt x="13102" y="165996"/>
                  </a:cubicBezTo>
                  <a:cubicBezTo>
                    <a:pt x="23817" y="169148"/>
                    <a:pt x="30877" y="172678"/>
                    <a:pt x="33020" y="173182"/>
                  </a:cubicBezTo>
                  <a:cubicBezTo>
                    <a:pt x="37684" y="174317"/>
                    <a:pt x="71092" y="159063"/>
                    <a:pt x="84454" y="152381"/>
                  </a:cubicBezTo>
                  <a:cubicBezTo>
                    <a:pt x="95170" y="147087"/>
                    <a:pt x="107020" y="143683"/>
                    <a:pt x="115088" y="139397"/>
                  </a:cubicBezTo>
                  <a:cubicBezTo>
                    <a:pt x="110171" y="129815"/>
                    <a:pt x="105381" y="117335"/>
                    <a:pt x="105381" y="108889"/>
                  </a:cubicBezTo>
                  <a:cubicBezTo>
                    <a:pt x="105381" y="95400"/>
                    <a:pt x="101851" y="81281"/>
                    <a:pt x="98322" y="72456"/>
                  </a:cubicBezTo>
                  <a:close/>
                </a:path>
              </a:pathLst>
            </a:custGeom>
            <a:grpFill/>
            <a:ln w="1270" cap="flat">
              <a:solidFill>
                <a:schemeClr val="bg1"/>
              </a:solidFill>
              <a:prstDash val="solid"/>
              <a:miter/>
            </a:ln>
          </p:spPr>
          <p:txBody>
            <a:bodyPr rtlCol="0" anchor="ctr"/>
            <a:lstStyle/>
            <a:p>
              <a:endParaRPr lang="ko-KR" altLang="en-US"/>
            </a:p>
          </p:txBody>
        </p:sp>
        <p:sp>
          <p:nvSpPr>
            <p:cNvPr id="46" name="자유형: 도형 26">
              <a:extLst>
                <a:ext uri="{FF2B5EF4-FFF2-40B4-BE49-F238E27FC236}">
                  <a16:creationId xmlns:a16="http://schemas.microsoft.com/office/drawing/2014/main" id="{7F128472-FCD0-104A-A0E9-5D36F07E04CF}"/>
                </a:ext>
              </a:extLst>
            </p:cNvPr>
            <p:cNvSpPr/>
            <p:nvPr/>
          </p:nvSpPr>
          <p:spPr>
            <a:xfrm>
              <a:off x="5396119" y="4230893"/>
              <a:ext cx="201704" cy="151278"/>
            </a:xfrm>
            <a:custGeom>
              <a:avLst/>
              <a:gdLst>
                <a:gd name="connsiteX0" fmla="*/ 69178 w 201704"/>
                <a:gd name="connsiteY0" fmla="*/ 83045 h 151278"/>
                <a:gd name="connsiteX1" fmla="*/ 81533 w 201704"/>
                <a:gd name="connsiteY1" fmla="*/ 80146 h 151278"/>
                <a:gd name="connsiteX2" fmla="*/ 101577 w 201704"/>
                <a:gd name="connsiteY2" fmla="*/ 75986 h 151278"/>
                <a:gd name="connsiteX3" fmla="*/ 122756 w 201704"/>
                <a:gd name="connsiteY3" fmla="*/ 102459 h 151278"/>
                <a:gd name="connsiteX4" fmla="*/ 126285 w 201704"/>
                <a:gd name="connsiteY4" fmla="*/ 118344 h 151278"/>
                <a:gd name="connsiteX5" fmla="*/ 127168 w 201704"/>
                <a:gd name="connsiteY5" fmla="*/ 120235 h 151278"/>
                <a:gd name="connsiteX6" fmla="*/ 146330 w 201704"/>
                <a:gd name="connsiteY6" fmla="*/ 116831 h 151278"/>
                <a:gd name="connsiteX7" fmla="*/ 153894 w 201704"/>
                <a:gd name="connsiteY7" fmla="*/ 139396 h 151278"/>
                <a:gd name="connsiteX8" fmla="*/ 166626 w 201704"/>
                <a:gd name="connsiteY8" fmla="*/ 148725 h 151278"/>
                <a:gd name="connsiteX9" fmla="*/ 177090 w 201704"/>
                <a:gd name="connsiteY9" fmla="*/ 140657 h 151278"/>
                <a:gd name="connsiteX10" fmla="*/ 182385 w 201704"/>
                <a:gd name="connsiteY10" fmla="*/ 144691 h 151278"/>
                <a:gd name="connsiteX11" fmla="*/ 189444 w 201704"/>
                <a:gd name="connsiteY11" fmla="*/ 136749 h 151278"/>
                <a:gd name="connsiteX12" fmla="*/ 187049 w 201704"/>
                <a:gd name="connsiteY12" fmla="*/ 120865 h 151278"/>
                <a:gd name="connsiteX13" fmla="*/ 199403 w 201704"/>
                <a:gd name="connsiteY13" fmla="*/ 119100 h 151278"/>
                <a:gd name="connsiteX14" fmla="*/ 194739 w 201704"/>
                <a:gd name="connsiteY14" fmla="*/ 102585 h 151278"/>
                <a:gd name="connsiteX15" fmla="*/ 190074 w 201704"/>
                <a:gd name="connsiteY15" fmla="*/ 90231 h 151278"/>
                <a:gd name="connsiteX16" fmla="*/ 190074 w 201704"/>
                <a:gd name="connsiteY16" fmla="*/ 69052 h 151278"/>
                <a:gd name="connsiteX17" fmla="*/ 186545 w 201704"/>
                <a:gd name="connsiteY17" fmla="*/ 65270 h 151278"/>
                <a:gd name="connsiteX18" fmla="*/ 180241 w 201704"/>
                <a:gd name="connsiteY18" fmla="*/ 50394 h 151278"/>
                <a:gd name="connsiteX19" fmla="*/ 180241 w 201704"/>
                <a:gd name="connsiteY19" fmla="*/ 40940 h 151278"/>
                <a:gd name="connsiteX20" fmla="*/ 170786 w 201704"/>
                <a:gd name="connsiteY20" fmla="*/ 28333 h 151278"/>
                <a:gd name="connsiteX21" fmla="*/ 160575 w 201704"/>
                <a:gd name="connsiteY21" fmla="*/ 8667 h 151278"/>
                <a:gd name="connsiteX22" fmla="*/ 141792 w 201704"/>
                <a:gd name="connsiteY22" fmla="*/ 22030 h 151278"/>
                <a:gd name="connsiteX23" fmla="*/ 123764 w 201704"/>
                <a:gd name="connsiteY23" fmla="*/ 20517 h 151278"/>
                <a:gd name="connsiteX24" fmla="*/ 108888 w 201704"/>
                <a:gd name="connsiteY24" fmla="*/ 22912 h 151278"/>
                <a:gd name="connsiteX25" fmla="*/ 101072 w 201704"/>
                <a:gd name="connsiteY25" fmla="*/ 15853 h 151278"/>
                <a:gd name="connsiteX26" fmla="*/ 101199 w 201704"/>
                <a:gd name="connsiteY26" fmla="*/ 11440 h 151278"/>
                <a:gd name="connsiteX27" fmla="*/ 98299 w 201704"/>
                <a:gd name="connsiteY27" fmla="*/ 12449 h 151278"/>
                <a:gd name="connsiteX28" fmla="*/ 59471 w 201704"/>
                <a:gd name="connsiteY28" fmla="*/ 10054 h 151278"/>
                <a:gd name="connsiteX29" fmla="*/ 40687 w 201704"/>
                <a:gd name="connsiteY29" fmla="*/ 2364 h 151278"/>
                <a:gd name="connsiteX30" fmla="*/ 34762 w 201704"/>
                <a:gd name="connsiteY30" fmla="*/ 14718 h 151278"/>
                <a:gd name="connsiteX31" fmla="*/ 36527 w 201704"/>
                <a:gd name="connsiteY31" fmla="*/ 27073 h 151278"/>
                <a:gd name="connsiteX32" fmla="*/ 27072 w 201704"/>
                <a:gd name="connsiteY32" fmla="*/ 31233 h 151278"/>
                <a:gd name="connsiteX33" fmla="*/ 5263 w 201704"/>
                <a:gd name="connsiteY33" fmla="*/ 44217 h 151278"/>
                <a:gd name="connsiteX34" fmla="*/ 2364 w 201704"/>
                <a:gd name="connsiteY34" fmla="*/ 46991 h 151278"/>
                <a:gd name="connsiteX35" fmla="*/ 21273 w 201704"/>
                <a:gd name="connsiteY35" fmla="*/ 70187 h 151278"/>
                <a:gd name="connsiteX36" fmla="*/ 51151 w 201704"/>
                <a:gd name="connsiteY36" fmla="*/ 102838 h 151278"/>
                <a:gd name="connsiteX37" fmla="*/ 69178 w 201704"/>
                <a:gd name="connsiteY37" fmla="*/ 83045 h 151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1704" h="151278">
                  <a:moveTo>
                    <a:pt x="69178" y="83045"/>
                  </a:moveTo>
                  <a:cubicBezTo>
                    <a:pt x="69808" y="76616"/>
                    <a:pt x="75103" y="78885"/>
                    <a:pt x="81533" y="80146"/>
                  </a:cubicBezTo>
                  <a:cubicBezTo>
                    <a:pt x="87962" y="81280"/>
                    <a:pt x="95652" y="75986"/>
                    <a:pt x="101577" y="75986"/>
                  </a:cubicBezTo>
                  <a:cubicBezTo>
                    <a:pt x="107502" y="75986"/>
                    <a:pt x="122756" y="96534"/>
                    <a:pt x="122756" y="102459"/>
                  </a:cubicBezTo>
                  <a:cubicBezTo>
                    <a:pt x="122756" y="108384"/>
                    <a:pt x="123386" y="113679"/>
                    <a:pt x="126285" y="118344"/>
                  </a:cubicBezTo>
                  <a:cubicBezTo>
                    <a:pt x="126664" y="118974"/>
                    <a:pt x="126916" y="119604"/>
                    <a:pt x="127168" y="120235"/>
                  </a:cubicBezTo>
                  <a:cubicBezTo>
                    <a:pt x="136623" y="118092"/>
                    <a:pt x="144565" y="116831"/>
                    <a:pt x="146330" y="116831"/>
                  </a:cubicBezTo>
                  <a:cubicBezTo>
                    <a:pt x="149229" y="116831"/>
                    <a:pt x="155028" y="130698"/>
                    <a:pt x="153894" y="139396"/>
                  </a:cubicBezTo>
                  <a:cubicBezTo>
                    <a:pt x="152759" y="148095"/>
                    <a:pt x="162592" y="154398"/>
                    <a:pt x="166626" y="148725"/>
                  </a:cubicBezTo>
                  <a:cubicBezTo>
                    <a:pt x="170660" y="142926"/>
                    <a:pt x="175829" y="135362"/>
                    <a:pt x="177090" y="140657"/>
                  </a:cubicBezTo>
                  <a:cubicBezTo>
                    <a:pt x="177468" y="142170"/>
                    <a:pt x="179611" y="143557"/>
                    <a:pt x="182385" y="144691"/>
                  </a:cubicBezTo>
                  <a:cubicBezTo>
                    <a:pt x="183897" y="141287"/>
                    <a:pt x="187049" y="139901"/>
                    <a:pt x="189444" y="136749"/>
                  </a:cubicBezTo>
                  <a:cubicBezTo>
                    <a:pt x="192974" y="131959"/>
                    <a:pt x="184149" y="126664"/>
                    <a:pt x="187049" y="120865"/>
                  </a:cubicBezTo>
                  <a:cubicBezTo>
                    <a:pt x="189948" y="114940"/>
                    <a:pt x="195243" y="123260"/>
                    <a:pt x="199403" y="119100"/>
                  </a:cubicBezTo>
                  <a:cubicBezTo>
                    <a:pt x="203563" y="114940"/>
                    <a:pt x="193478" y="106115"/>
                    <a:pt x="194739" y="102585"/>
                  </a:cubicBezTo>
                  <a:cubicBezTo>
                    <a:pt x="195873" y="99056"/>
                    <a:pt x="195369" y="93131"/>
                    <a:pt x="190074" y="90231"/>
                  </a:cubicBezTo>
                  <a:cubicBezTo>
                    <a:pt x="185662" y="87836"/>
                    <a:pt x="188183" y="77751"/>
                    <a:pt x="190074" y="69052"/>
                  </a:cubicBezTo>
                  <a:cubicBezTo>
                    <a:pt x="188688" y="68044"/>
                    <a:pt x="187427" y="66783"/>
                    <a:pt x="186545" y="65270"/>
                  </a:cubicBezTo>
                  <a:cubicBezTo>
                    <a:pt x="183393" y="60606"/>
                    <a:pt x="185788" y="50394"/>
                    <a:pt x="180241" y="50394"/>
                  </a:cubicBezTo>
                  <a:cubicBezTo>
                    <a:pt x="174694" y="50394"/>
                    <a:pt x="175577" y="42578"/>
                    <a:pt x="180241" y="40940"/>
                  </a:cubicBezTo>
                  <a:cubicBezTo>
                    <a:pt x="184906" y="39427"/>
                    <a:pt x="170786" y="33880"/>
                    <a:pt x="170786" y="28333"/>
                  </a:cubicBezTo>
                  <a:cubicBezTo>
                    <a:pt x="170786" y="22912"/>
                    <a:pt x="163727" y="9550"/>
                    <a:pt x="160575" y="8667"/>
                  </a:cubicBezTo>
                  <a:cubicBezTo>
                    <a:pt x="157424" y="7911"/>
                    <a:pt x="146456" y="22030"/>
                    <a:pt x="141792" y="22030"/>
                  </a:cubicBezTo>
                  <a:cubicBezTo>
                    <a:pt x="137127" y="22030"/>
                    <a:pt x="126916" y="12575"/>
                    <a:pt x="123764" y="20517"/>
                  </a:cubicBezTo>
                  <a:cubicBezTo>
                    <a:pt x="120612" y="28333"/>
                    <a:pt x="113553" y="16609"/>
                    <a:pt x="108888" y="22912"/>
                  </a:cubicBezTo>
                  <a:cubicBezTo>
                    <a:pt x="104224" y="29216"/>
                    <a:pt x="101072" y="15853"/>
                    <a:pt x="101072" y="15853"/>
                  </a:cubicBezTo>
                  <a:cubicBezTo>
                    <a:pt x="101072" y="15853"/>
                    <a:pt x="101199" y="13962"/>
                    <a:pt x="101199" y="11440"/>
                  </a:cubicBezTo>
                  <a:cubicBezTo>
                    <a:pt x="100190" y="11819"/>
                    <a:pt x="99307" y="12071"/>
                    <a:pt x="98299" y="12449"/>
                  </a:cubicBezTo>
                  <a:cubicBezTo>
                    <a:pt x="84810" y="17113"/>
                    <a:pt x="60606" y="14214"/>
                    <a:pt x="59471" y="10054"/>
                  </a:cubicBezTo>
                  <a:cubicBezTo>
                    <a:pt x="58336" y="5894"/>
                    <a:pt x="40687" y="2364"/>
                    <a:pt x="40687" y="2364"/>
                  </a:cubicBezTo>
                  <a:cubicBezTo>
                    <a:pt x="40687" y="2364"/>
                    <a:pt x="41318" y="12323"/>
                    <a:pt x="34762" y="14718"/>
                  </a:cubicBezTo>
                  <a:cubicBezTo>
                    <a:pt x="28333" y="17113"/>
                    <a:pt x="36527" y="24677"/>
                    <a:pt x="36527" y="27073"/>
                  </a:cubicBezTo>
                  <a:cubicBezTo>
                    <a:pt x="36527" y="29468"/>
                    <a:pt x="31232" y="32998"/>
                    <a:pt x="27072" y="31233"/>
                  </a:cubicBezTo>
                  <a:cubicBezTo>
                    <a:pt x="22912" y="29468"/>
                    <a:pt x="11188" y="40057"/>
                    <a:pt x="5263" y="44217"/>
                  </a:cubicBezTo>
                  <a:cubicBezTo>
                    <a:pt x="4633" y="44722"/>
                    <a:pt x="3624" y="45730"/>
                    <a:pt x="2364" y="46991"/>
                  </a:cubicBezTo>
                  <a:cubicBezTo>
                    <a:pt x="11440" y="54302"/>
                    <a:pt x="10684" y="62497"/>
                    <a:pt x="21273" y="70187"/>
                  </a:cubicBezTo>
                  <a:cubicBezTo>
                    <a:pt x="31107" y="77372"/>
                    <a:pt x="43587" y="87205"/>
                    <a:pt x="51151" y="102838"/>
                  </a:cubicBezTo>
                  <a:cubicBezTo>
                    <a:pt x="58589" y="96408"/>
                    <a:pt x="68800" y="87458"/>
                    <a:pt x="69178" y="83045"/>
                  </a:cubicBezTo>
                  <a:close/>
                </a:path>
              </a:pathLst>
            </a:custGeom>
            <a:grpFill/>
            <a:ln w="1270" cap="flat">
              <a:solidFill>
                <a:schemeClr val="bg1"/>
              </a:solidFill>
              <a:prstDash val="solid"/>
              <a:miter/>
            </a:ln>
          </p:spPr>
          <p:txBody>
            <a:bodyPr rtlCol="0" anchor="ctr"/>
            <a:lstStyle/>
            <a:p>
              <a:endParaRPr lang="ko-KR" altLang="en-US"/>
            </a:p>
          </p:txBody>
        </p:sp>
        <p:sp>
          <p:nvSpPr>
            <p:cNvPr id="47" name="자유형: 도형 27">
              <a:extLst>
                <a:ext uri="{FF2B5EF4-FFF2-40B4-BE49-F238E27FC236}">
                  <a16:creationId xmlns:a16="http://schemas.microsoft.com/office/drawing/2014/main" id="{BF399DEC-968F-0F44-8631-48BB78A69CB5}"/>
                </a:ext>
              </a:extLst>
            </p:cNvPr>
            <p:cNvSpPr/>
            <p:nvPr/>
          </p:nvSpPr>
          <p:spPr>
            <a:xfrm>
              <a:off x="5490793" y="4345234"/>
              <a:ext cx="113459" cy="100852"/>
            </a:xfrm>
            <a:custGeom>
              <a:avLst/>
              <a:gdLst>
                <a:gd name="connsiteX0" fmla="*/ 92753 w 113458"/>
                <a:gd name="connsiteY0" fmla="*/ 64010 h 100852"/>
                <a:gd name="connsiteX1" fmla="*/ 83928 w 113458"/>
                <a:gd name="connsiteY1" fmla="*/ 55815 h 100852"/>
                <a:gd name="connsiteX2" fmla="*/ 86827 w 113458"/>
                <a:gd name="connsiteY2" fmla="*/ 36905 h 100852"/>
                <a:gd name="connsiteX3" fmla="*/ 87458 w 113458"/>
                <a:gd name="connsiteY3" fmla="*/ 30224 h 100852"/>
                <a:gd name="connsiteX4" fmla="*/ 82163 w 113458"/>
                <a:gd name="connsiteY4" fmla="*/ 26190 h 100852"/>
                <a:gd name="connsiteX5" fmla="*/ 71699 w 113458"/>
                <a:gd name="connsiteY5" fmla="*/ 34258 h 100852"/>
                <a:gd name="connsiteX6" fmla="*/ 58967 w 113458"/>
                <a:gd name="connsiteY6" fmla="*/ 24929 h 100852"/>
                <a:gd name="connsiteX7" fmla="*/ 51403 w 113458"/>
                <a:gd name="connsiteY7" fmla="*/ 2364 h 100852"/>
                <a:gd name="connsiteX8" fmla="*/ 32241 w 113458"/>
                <a:gd name="connsiteY8" fmla="*/ 5767 h 100852"/>
                <a:gd name="connsiteX9" fmla="*/ 29594 w 113458"/>
                <a:gd name="connsiteY9" fmla="*/ 19256 h 100852"/>
                <a:gd name="connsiteX10" fmla="*/ 8415 w 113458"/>
                <a:gd name="connsiteY10" fmla="*/ 36905 h 100852"/>
                <a:gd name="connsiteX11" fmla="*/ 2364 w 113458"/>
                <a:gd name="connsiteY11" fmla="*/ 45856 h 100852"/>
                <a:gd name="connsiteX12" fmla="*/ 36780 w 113458"/>
                <a:gd name="connsiteY12" fmla="*/ 68926 h 100852"/>
                <a:gd name="connsiteX13" fmla="*/ 98803 w 113458"/>
                <a:gd name="connsiteY13" fmla="*/ 107754 h 100852"/>
                <a:gd name="connsiteX14" fmla="*/ 105233 w 113458"/>
                <a:gd name="connsiteY14" fmla="*/ 108762 h 100852"/>
                <a:gd name="connsiteX15" fmla="*/ 113049 w 113458"/>
                <a:gd name="connsiteY15" fmla="*/ 84054 h 100852"/>
                <a:gd name="connsiteX16" fmla="*/ 92753 w 113458"/>
                <a:gd name="connsiteY16" fmla="*/ 64010 h 10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458" h="100852">
                  <a:moveTo>
                    <a:pt x="92753" y="64010"/>
                  </a:moveTo>
                  <a:cubicBezTo>
                    <a:pt x="84558" y="58715"/>
                    <a:pt x="80398" y="58715"/>
                    <a:pt x="83928" y="55815"/>
                  </a:cubicBezTo>
                  <a:cubicBezTo>
                    <a:pt x="87458" y="52790"/>
                    <a:pt x="88088" y="46360"/>
                    <a:pt x="86827" y="36905"/>
                  </a:cubicBezTo>
                  <a:cubicBezTo>
                    <a:pt x="86449" y="33880"/>
                    <a:pt x="86827" y="31863"/>
                    <a:pt x="87458" y="30224"/>
                  </a:cubicBezTo>
                  <a:cubicBezTo>
                    <a:pt x="84684" y="29089"/>
                    <a:pt x="82541" y="27829"/>
                    <a:pt x="82163" y="26190"/>
                  </a:cubicBezTo>
                  <a:cubicBezTo>
                    <a:pt x="81029" y="21021"/>
                    <a:pt x="75734" y="28459"/>
                    <a:pt x="71699" y="34258"/>
                  </a:cubicBezTo>
                  <a:cubicBezTo>
                    <a:pt x="67665" y="40057"/>
                    <a:pt x="57832" y="33628"/>
                    <a:pt x="58967" y="24929"/>
                  </a:cubicBezTo>
                  <a:cubicBezTo>
                    <a:pt x="60102" y="16231"/>
                    <a:pt x="54302" y="2364"/>
                    <a:pt x="51403" y="2364"/>
                  </a:cubicBezTo>
                  <a:cubicBezTo>
                    <a:pt x="49512" y="2364"/>
                    <a:pt x="41696" y="3498"/>
                    <a:pt x="32241" y="5767"/>
                  </a:cubicBezTo>
                  <a:cubicBezTo>
                    <a:pt x="33502" y="9928"/>
                    <a:pt x="30728" y="14592"/>
                    <a:pt x="29594" y="19256"/>
                  </a:cubicBezTo>
                  <a:cubicBezTo>
                    <a:pt x="28459" y="24551"/>
                    <a:pt x="14340" y="32241"/>
                    <a:pt x="8415" y="36905"/>
                  </a:cubicBezTo>
                  <a:cubicBezTo>
                    <a:pt x="6776" y="38166"/>
                    <a:pt x="4633" y="41570"/>
                    <a:pt x="2364" y="45856"/>
                  </a:cubicBezTo>
                  <a:cubicBezTo>
                    <a:pt x="13458" y="52790"/>
                    <a:pt x="26316" y="60984"/>
                    <a:pt x="36780" y="68926"/>
                  </a:cubicBezTo>
                  <a:cubicBezTo>
                    <a:pt x="55941" y="83423"/>
                    <a:pt x="85062" y="102711"/>
                    <a:pt x="98803" y="107754"/>
                  </a:cubicBezTo>
                  <a:cubicBezTo>
                    <a:pt x="100568" y="108510"/>
                    <a:pt x="102838" y="108762"/>
                    <a:pt x="105233" y="108762"/>
                  </a:cubicBezTo>
                  <a:cubicBezTo>
                    <a:pt x="108511" y="93887"/>
                    <a:pt x="112040" y="91996"/>
                    <a:pt x="113049" y="84054"/>
                  </a:cubicBezTo>
                  <a:cubicBezTo>
                    <a:pt x="114562" y="75103"/>
                    <a:pt x="101073" y="69304"/>
                    <a:pt x="92753" y="64010"/>
                  </a:cubicBezTo>
                  <a:close/>
                </a:path>
              </a:pathLst>
            </a:custGeom>
            <a:grpFill/>
            <a:ln w="1270" cap="flat">
              <a:solidFill>
                <a:schemeClr val="bg1"/>
              </a:solidFill>
              <a:prstDash val="solid"/>
              <a:miter/>
            </a:ln>
          </p:spPr>
          <p:txBody>
            <a:bodyPr rtlCol="0" anchor="ctr"/>
            <a:lstStyle/>
            <a:p>
              <a:endParaRPr lang="ko-KR" altLang="en-US"/>
            </a:p>
          </p:txBody>
        </p:sp>
        <p:sp>
          <p:nvSpPr>
            <p:cNvPr id="48" name="자유형: 도형 28">
              <a:extLst>
                <a:ext uri="{FF2B5EF4-FFF2-40B4-BE49-F238E27FC236}">
                  <a16:creationId xmlns:a16="http://schemas.microsoft.com/office/drawing/2014/main" id="{38B6F4A7-A273-2648-A5A6-E2CF52400096}"/>
                </a:ext>
              </a:extLst>
            </p:cNvPr>
            <p:cNvSpPr/>
            <p:nvPr/>
          </p:nvSpPr>
          <p:spPr>
            <a:xfrm>
              <a:off x="5444780" y="4304515"/>
              <a:ext cx="75639" cy="88246"/>
            </a:xfrm>
            <a:custGeom>
              <a:avLst/>
              <a:gdLst>
                <a:gd name="connsiteX0" fmla="*/ 75859 w 75639"/>
                <a:gd name="connsiteY0" fmla="*/ 59976 h 88245"/>
                <a:gd name="connsiteX1" fmla="*/ 77625 w 75639"/>
                <a:gd name="connsiteY1" fmla="*/ 44722 h 88245"/>
                <a:gd name="connsiteX2" fmla="*/ 74095 w 75639"/>
                <a:gd name="connsiteY2" fmla="*/ 28837 h 88245"/>
                <a:gd name="connsiteX3" fmla="*/ 52916 w 75639"/>
                <a:gd name="connsiteY3" fmla="*/ 2364 h 88245"/>
                <a:gd name="connsiteX4" fmla="*/ 32872 w 75639"/>
                <a:gd name="connsiteY4" fmla="*/ 6524 h 88245"/>
                <a:gd name="connsiteX5" fmla="*/ 20517 w 75639"/>
                <a:gd name="connsiteY5" fmla="*/ 9423 h 88245"/>
                <a:gd name="connsiteX6" fmla="*/ 2364 w 75639"/>
                <a:gd name="connsiteY6" fmla="*/ 29216 h 88245"/>
                <a:gd name="connsiteX7" fmla="*/ 6272 w 75639"/>
                <a:gd name="connsiteY7" fmla="*/ 38923 h 88245"/>
                <a:gd name="connsiteX8" fmla="*/ 27451 w 75639"/>
                <a:gd name="connsiteY8" fmla="*/ 72204 h 88245"/>
                <a:gd name="connsiteX9" fmla="*/ 48630 w 75639"/>
                <a:gd name="connsiteY9" fmla="*/ 86449 h 88245"/>
                <a:gd name="connsiteX10" fmla="*/ 54681 w 75639"/>
                <a:gd name="connsiteY10" fmla="*/ 77499 h 88245"/>
                <a:gd name="connsiteX11" fmla="*/ 75859 w 75639"/>
                <a:gd name="connsiteY11" fmla="*/ 59976 h 88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639" h="88245">
                  <a:moveTo>
                    <a:pt x="75859" y="59976"/>
                  </a:moveTo>
                  <a:cubicBezTo>
                    <a:pt x="76994" y="54681"/>
                    <a:pt x="80524" y="49386"/>
                    <a:pt x="77625" y="44722"/>
                  </a:cubicBezTo>
                  <a:cubicBezTo>
                    <a:pt x="74725" y="40057"/>
                    <a:pt x="74095" y="34763"/>
                    <a:pt x="74095" y="28837"/>
                  </a:cubicBezTo>
                  <a:cubicBezTo>
                    <a:pt x="74095" y="22912"/>
                    <a:pt x="58841" y="2364"/>
                    <a:pt x="52916" y="2364"/>
                  </a:cubicBezTo>
                  <a:cubicBezTo>
                    <a:pt x="46991" y="2364"/>
                    <a:pt x="39427" y="7658"/>
                    <a:pt x="32872" y="6524"/>
                  </a:cubicBezTo>
                  <a:cubicBezTo>
                    <a:pt x="26442" y="5389"/>
                    <a:pt x="21147" y="2994"/>
                    <a:pt x="20517" y="9423"/>
                  </a:cubicBezTo>
                  <a:cubicBezTo>
                    <a:pt x="20139" y="13836"/>
                    <a:pt x="9928" y="22786"/>
                    <a:pt x="2364" y="29216"/>
                  </a:cubicBezTo>
                  <a:cubicBezTo>
                    <a:pt x="3876" y="32241"/>
                    <a:pt x="5263" y="35519"/>
                    <a:pt x="6272" y="38923"/>
                  </a:cubicBezTo>
                  <a:cubicBezTo>
                    <a:pt x="12575" y="60480"/>
                    <a:pt x="18374" y="64892"/>
                    <a:pt x="27451" y="72204"/>
                  </a:cubicBezTo>
                  <a:cubicBezTo>
                    <a:pt x="31485" y="75607"/>
                    <a:pt x="39553" y="80650"/>
                    <a:pt x="48630" y="86449"/>
                  </a:cubicBezTo>
                  <a:cubicBezTo>
                    <a:pt x="50899" y="82163"/>
                    <a:pt x="53042" y="78759"/>
                    <a:pt x="54681" y="77499"/>
                  </a:cubicBezTo>
                  <a:cubicBezTo>
                    <a:pt x="60606" y="72960"/>
                    <a:pt x="74725" y="65270"/>
                    <a:pt x="75859" y="59976"/>
                  </a:cubicBezTo>
                  <a:close/>
                </a:path>
              </a:pathLst>
            </a:custGeom>
            <a:grpFill/>
            <a:ln w="1270" cap="flat">
              <a:solidFill>
                <a:schemeClr val="bg1"/>
              </a:solidFill>
              <a:prstDash val="solid"/>
              <a:miter/>
            </a:ln>
          </p:spPr>
          <p:txBody>
            <a:bodyPr rtlCol="0" anchor="ctr"/>
            <a:lstStyle/>
            <a:p>
              <a:endParaRPr lang="ko-KR" altLang="en-US"/>
            </a:p>
          </p:txBody>
        </p:sp>
        <p:sp>
          <p:nvSpPr>
            <p:cNvPr id="49" name="자유형: 도형 29">
              <a:extLst>
                <a:ext uri="{FF2B5EF4-FFF2-40B4-BE49-F238E27FC236}">
                  <a16:creationId xmlns:a16="http://schemas.microsoft.com/office/drawing/2014/main" id="{02BC13B6-130D-0C42-9B64-0E7EE11DA9DD}"/>
                </a:ext>
              </a:extLst>
            </p:cNvPr>
            <p:cNvSpPr/>
            <p:nvPr/>
          </p:nvSpPr>
          <p:spPr>
            <a:xfrm>
              <a:off x="5345188" y="3812610"/>
              <a:ext cx="226917" cy="176491"/>
            </a:xfrm>
            <a:custGeom>
              <a:avLst/>
              <a:gdLst>
                <a:gd name="connsiteX0" fmla="*/ 106872 w 226917"/>
                <a:gd name="connsiteY0" fmla="*/ 141665 h 176491"/>
                <a:gd name="connsiteX1" fmla="*/ 134606 w 226917"/>
                <a:gd name="connsiteY1" fmla="*/ 121747 h 176491"/>
                <a:gd name="connsiteX2" fmla="*/ 134606 w 226917"/>
                <a:gd name="connsiteY2" fmla="*/ 50773 h 176491"/>
                <a:gd name="connsiteX3" fmla="*/ 223734 w 226917"/>
                <a:gd name="connsiteY3" fmla="*/ 50773 h 176491"/>
                <a:gd name="connsiteX4" fmla="*/ 224364 w 226917"/>
                <a:gd name="connsiteY4" fmla="*/ 12575 h 176491"/>
                <a:gd name="connsiteX5" fmla="*/ 205329 w 226917"/>
                <a:gd name="connsiteY5" fmla="*/ 2364 h 176491"/>
                <a:gd name="connsiteX6" fmla="*/ 106619 w 226917"/>
                <a:gd name="connsiteY6" fmla="*/ 2364 h 176491"/>
                <a:gd name="connsiteX7" fmla="*/ 92122 w 226917"/>
                <a:gd name="connsiteY7" fmla="*/ 26694 h 176491"/>
                <a:gd name="connsiteX8" fmla="*/ 56824 w 226917"/>
                <a:gd name="connsiteY8" fmla="*/ 75355 h 176491"/>
                <a:gd name="connsiteX9" fmla="*/ 10180 w 226917"/>
                <a:gd name="connsiteY9" fmla="*/ 158180 h 176491"/>
                <a:gd name="connsiteX10" fmla="*/ 2364 w 226917"/>
                <a:gd name="connsiteY10" fmla="*/ 183141 h 176491"/>
                <a:gd name="connsiteX11" fmla="*/ 106998 w 226917"/>
                <a:gd name="connsiteY11" fmla="*/ 183141 h 176491"/>
                <a:gd name="connsiteX12" fmla="*/ 106872 w 226917"/>
                <a:gd name="connsiteY12" fmla="*/ 141665 h 176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917" h="176491">
                  <a:moveTo>
                    <a:pt x="106872" y="141665"/>
                  </a:moveTo>
                  <a:cubicBezTo>
                    <a:pt x="106872" y="135614"/>
                    <a:pt x="134606" y="127798"/>
                    <a:pt x="134606" y="121747"/>
                  </a:cubicBezTo>
                  <a:cubicBezTo>
                    <a:pt x="134606" y="115696"/>
                    <a:pt x="134606" y="50773"/>
                    <a:pt x="134606" y="50773"/>
                  </a:cubicBezTo>
                  <a:cubicBezTo>
                    <a:pt x="134606" y="50773"/>
                    <a:pt x="221087" y="52538"/>
                    <a:pt x="223734" y="50773"/>
                  </a:cubicBezTo>
                  <a:cubicBezTo>
                    <a:pt x="225120" y="49890"/>
                    <a:pt x="224742" y="31107"/>
                    <a:pt x="224364" y="12575"/>
                  </a:cubicBezTo>
                  <a:cubicBezTo>
                    <a:pt x="221087" y="7028"/>
                    <a:pt x="225751" y="2364"/>
                    <a:pt x="205329" y="2364"/>
                  </a:cubicBezTo>
                  <a:cubicBezTo>
                    <a:pt x="188562" y="2364"/>
                    <a:pt x="139648" y="2364"/>
                    <a:pt x="106619" y="2364"/>
                  </a:cubicBezTo>
                  <a:cubicBezTo>
                    <a:pt x="99055" y="9423"/>
                    <a:pt x="95022" y="19004"/>
                    <a:pt x="92122" y="26694"/>
                  </a:cubicBezTo>
                  <a:cubicBezTo>
                    <a:pt x="87458" y="39301"/>
                    <a:pt x="57958" y="57706"/>
                    <a:pt x="56824" y="75355"/>
                  </a:cubicBezTo>
                  <a:cubicBezTo>
                    <a:pt x="55689" y="93004"/>
                    <a:pt x="28207" y="120487"/>
                    <a:pt x="10180" y="158180"/>
                  </a:cubicBezTo>
                  <a:cubicBezTo>
                    <a:pt x="5263" y="168517"/>
                    <a:pt x="2994" y="176585"/>
                    <a:pt x="2364" y="183141"/>
                  </a:cubicBezTo>
                  <a:lnTo>
                    <a:pt x="106998" y="183141"/>
                  </a:lnTo>
                  <a:cubicBezTo>
                    <a:pt x="106872" y="183141"/>
                    <a:pt x="106872" y="147717"/>
                    <a:pt x="106872" y="141665"/>
                  </a:cubicBezTo>
                  <a:close/>
                </a:path>
              </a:pathLst>
            </a:custGeom>
            <a:grpFill/>
            <a:ln w="1270" cap="flat">
              <a:solidFill>
                <a:schemeClr val="bg1"/>
              </a:solidFill>
              <a:prstDash val="solid"/>
              <a:miter/>
            </a:ln>
          </p:spPr>
          <p:txBody>
            <a:bodyPr rtlCol="0" anchor="ctr"/>
            <a:lstStyle/>
            <a:p>
              <a:endParaRPr lang="ko-KR" altLang="en-US"/>
            </a:p>
          </p:txBody>
        </p:sp>
        <p:sp>
          <p:nvSpPr>
            <p:cNvPr id="50" name="자유형: 도형 30">
              <a:extLst>
                <a:ext uri="{FF2B5EF4-FFF2-40B4-BE49-F238E27FC236}">
                  <a16:creationId xmlns:a16="http://schemas.microsoft.com/office/drawing/2014/main" id="{DF87FF60-25E8-ED46-BA92-08B83A419E7F}"/>
                </a:ext>
              </a:extLst>
            </p:cNvPr>
            <p:cNvSpPr/>
            <p:nvPr/>
          </p:nvSpPr>
          <p:spPr>
            <a:xfrm>
              <a:off x="5344914" y="3822695"/>
              <a:ext cx="315163" cy="352982"/>
            </a:xfrm>
            <a:custGeom>
              <a:avLst/>
              <a:gdLst>
                <a:gd name="connsiteX0" fmla="*/ 26464 w 315162"/>
                <a:gd name="connsiteY0" fmla="*/ 307693 h 352982"/>
                <a:gd name="connsiteX1" fmla="*/ 50668 w 315162"/>
                <a:gd name="connsiteY1" fmla="*/ 307693 h 352982"/>
                <a:gd name="connsiteX2" fmla="*/ 71217 w 315162"/>
                <a:gd name="connsiteY2" fmla="*/ 305802 h 352982"/>
                <a:gd name="connsiteX3" fmla="*/ 86093 w 315162"/>
                <a:gd name="connsiteY3" fmla="*/ 318913 h 352982"/>
                <a:gd name="connsiteX4" fmla="*/ 95421 w 315162"/>
                <a:gd name="connsiteY4" fmla="*/ 318913 h 352982"/>
                <a:gd name="connsiteX5" fmla="*/ 114079 w 315162"/>
                <a:gd name="connsiteY5" fmla="*/ 343117 h 352982"/>
                <a:gd name="connsiteX6" fmla="*/ 126686 w 315162"/>
                <a:gd name="connsiteY6" fmla="*/ 355598 h 352982"/>
                <a:gd name="connsiteX7" fmla="*/ 140805 w 315162"/>
                <a:gd name="connsiteY7" fmla="*/ 347026 h 352982"/>
                <a:gd name="connsiteX8" fmla="*/ 156311 w 315162"/>
                <a:gd name="connsiteY8" fmla="*/ 341101 h 352982"/>
                <a:gd name="connsiteX9" fmla="*/ 170556 w 315162"/>
                <a:gd name="connsiteY9" fmla="*/ 338705 h 352982"/>
                <a:gd name="connsiteX10" fmla="*/ 188457 w 315162"/>
                <a:gd name="connsiteY10" fmla="*/ 339840 h 352982"/>
                <a:gd name="connsiteX11" fmla="*/ 205098 w 315162"/>
                <a:gd name="connsiteY11" fmla="*/ 335049 h 352982"/>
                <a:gd name="connsiteX12" fmla="*/ 308597 w 315162"/>
                <a:gd name="connsiteY12" fmla="*/ 333789 h 352982"/>
                <a:gd name="connsiteX13" fmla="*/ 312127 w 315162"/>
                <a:gd name="connsiteY13" fmla="*/ 311223 h 352982"/>
                <a:gd name="connsiteX14" fmla="*/ 303807 w 315162"/>
                <a:gd name="connsiteY14" fmla="*/ 302903 h 352982"/>
                <a:gd name="connsiteX15" fmla="*/ 278846 w 315162"/>
                <a:gd name="connsiteY15" fmla="*/ 68422 h 352982"/>
                <a:gd name="connsiteX16" fmla="*/ 323599 w 315162"/>
                <a:gd name="connsiteY16" fmla="*/ 68422 h 352982"/>
                <a:gd name="connsiteX17" fmla="*/ 229807 w 315162"/>
                <a:gd name="connsiteY17" fmla="*/ 7154 h 352982"/>
                <a:gd name="connsiteX18" fmla="*/ 224638 w 315162"/>
                <a:gd name="connsiteY18" fmla="*/ 2364 h 352982"/>
                <a:gd name="connsiteX19" fmla="*/ 224008 w 315162"/>
                <a:gd name="connsiteY19" fmla="*/ 40561 h 352982"/>
                <a:gd name="connsiteX20" fmla="*/ 134880 w 315162"/>
                <a:gd name="connsiteY20" fmla="*/ 40561 h 352982"/>
                <a:gd name="connsiteX21" fmla="*/ 134880 w 315162"/>
                <a:gd name="connsiteY21" fmla="*/ 111536 h 352982"/>
                <a:gd name="connsiteX22" fmla="*/ 107146 w 315162"/>
                <a:gd name="connsiteY22" fmla="*/ 131454 h 352982"/>
                <a:gd name="connsiteX23" fmla="*/ 107146 w 315162"/>
                <a:gd name="connsiteY23" fmla="*/ 172930 h 352982"/>
                <a:gd name="connsiteX24" fmla="*/ 2511 w 315162"/>
                <a:gd name="connsiteY24" fmla="*/ 172930 h 352982"/>
                <a:gd name="connsiteX25" fmla="*/ 17387 w 315162"/>
                <a:gd name="connsiteY25" fmla="*/ 202933 h 352982"/>
                <a:gd name="connsiteX26" fmla="*/ 23312 w 315162"/>
                <a:gd name="connsiteY26" fmla="*/ 245669 h 352982"/>
                <a:gd name="connsiteX27" fmla="*/ 14614 w 315162"/>
                <a:gd name="connsiteY27" fmla="*/ 297860 h 352982"/>
                <a:gd name="connsiteX28" fmla="*/ 10075 w 315162"/>
                <a:gd name="connsiteY28" fmla="*/ 320930 h 352982"/>
                <a:gd name="connsiteX29" fmla="*/ 11462 w 315162"/>
                <a:gd name="connsiteY29" fmla="*/ 320552 h 352982"/>
                <a:gd name="connsiteX30" fmla="*/ 26464 w 315162"/>
                <a:gd name="connsiteY30" fmla="*/ 307693 h 35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15162" h="352982">
                  <a:moveTo>
                    <a:pt x="26464" y="307693"/>
                  </a:moveTo>
                  <a:cubicBezTo>
                    <a:pt x="35793" y="309584"/>
                    <a:pt x="50668" y="307693"/>
                    <a:pt x="50668" y="307693"/>
                  </a:cubicBezTo>
                  <a:cubicBezTo>
                    <a:pt x="50668" y="307693"/>
                    <a:pt x="63653" y="302146"/>
                    <a:pt x="71217" y="305802"/>
                  </a:cubicBezTo>
                  <a:cubicBezTo>
                    <a:pt x="78655" y="309584"/>
                    <a:pt x="86093" y="318913"/>
                    <a:pt x="86093" y="318913"/>
                  </a:cubicBezTo>
                  <a:lnTo>
                    <a:pt x="95421" y="318913"/>
                  </a:lnTo>
                  <a:cubicBezTo>
                    <a:pt x="95421" y="318913"/>
                    <a:pt x="102859" y="339462"/>
                    <a:pt x="114079" y="343117"/>
                  </a:cubicBezTo>
                  <a:cubicBezTo>
                    <a:pt x="120509" y="345261"/>
                    <a:pt x="124417" y="351060"/>
                    <a:pt x="126686" y="355598"/>
                  </a:cubicBezTo>
                  <a:cubicBezTo>
                    <a:pt x="134628" y="355472"/>
                    <a:pt x="140805" y="352825"/>
                    <a:pt x="140805" y="347026"/>
                  </a:cubicBezTo>
                  <a:cubicBezTo>
                    <a:pt x="140805" y="339840"/>
                    <a:pt x="144335" y="330385"/>
                    <a:pt x="156311" y="341101"/>
                  </a:cubicBezTo>
                  <a:cubicBezTo>
                    <a:pt x="168161" y="351816"/>
                    <a:pt x="168161" y="342235"/>
                    <a:pt x="170556" y="338705"/>
                  </a:cubicBezTo>
                  <a:cubicBezTo>
                    <a:pt x="172952" y="335176"/>
                    <a:pt x="181272" y="339840"/>
                    <a:pt x="188457" y="339840"/>
                  </a:cubicBezTo>
                  <a:cubicBezTo>
                    <a:pt x="195643" y="339840"/>
                    <a:pt x="205098" y="335049"/>
                    <a:pt x="205098" y="335049"/>
                  </a:cubicBezTo>
                  <a:cubicBezTo>
                    <a:pt x="205098" y="335049"/>
                    <a:pt x="303933" y="336184"/>
                    <a:pt x="308597" y="333789"/>
                  </a:cubicBezTo>
                  <a:cubicBezTo>
                    <a:pt x="313388" y="331394"/>
                    <a:pt x="312127" y="311223"/>
                    <a:pt x="312127" y="311223"/>
                  </a:cubicBezTo>
                  <a:lnTo>
                    <a:pt x="303807" y="302903"/>
                  </a:lnTo>
                  <a:lnTo>
                    <a:pt x="278846" y="68422"/>
                  </a:lnTo>
                  <a:lnTo>
                    <a:pt x="323599" y="68422"/>
                  </a:lnTo>
                  <a:cubicBezTo>
                    <a:pt x="275820" y="36906"/>
                    <a:pt x="234975" y="10054"/>
                    <a:pt x="229807" y="7154"/>
                  </a:cubicBezTo>
                  <a:cubicBezTo>
                    <a:pt x="227033" y="5515"/>
                    <a:pt x="225521" y="4003"/>
                    <a:pt x="224638" y="2364"/>
                  </a:cubicBezTo>
                  <a:cubicBezTo>
                    <a:pt x="225142" y="20895"/>
                    <a:pt x="225394" y="39679"/>
                    <a:pt x="224008" y="40561"/>
                  </a:cubicBezTo>
                  <a:cubicBezTo>
                    <a:pt x="221361" y="42327"/>
                    <a:pt x="134880" y="40561"/>
                    <a:pt x="134880" y="40561"/>
                  </a:cubicBezTo>
                  <a:cubicBezTo>
                    <a:pt x="134880" y="40561"/>
                    <a:pt x="134880" y="105485"/>
                    <a:pt x="134880" y="111536"/>
                  </a:cubicBezTo>
                  <a:cubicBezTo>
                    <a:pt x="134880" y="117587"/>
                    <a:pt x="107146" y="125403"/>
                    <a:pt x="107146" y="131454"/>
                  </a:cubicBezTo>
                  <a:cubicBezTo>
                    <a:pt x="107146" y="137505"/>
                    <a:pt x="107146" y="172930"/>
                    <a:pt x="107146" y="172930"/>
                  </a:cubicBezTo>
                  <a:lnTo>
                    <a:pt x="2511" y="172930"/>
                  </a:lnTo>
                  <a:cubicBezTo>
                    <a:pt x="999" y="190075"/>
                    <a:pt x="11462" y="196126"/>
                    <a:pt x="17387" y="202933"/>
                  </a:cubicBezTo>
                  <a:cubicBezTo>
                    <a:pt x="25582" y="212388"/>
                    <a:pt x="11084" y="228777"/>
                    <a:pt x="23312" y="245669"/>
                  </a:cubicBezTo>
                  <a:cubicBezTo>
                    <a:pt x="35415" y="262562"/>
                    <a:pt x="20539" y="288405"/>
                    <a:pt x="14614" y="297860"/>
                  </a:cubicBezTo>
                  <a:cubicBezTo>
                    <a:pt x="11462" y="303029"/>
                    <a:pt x="11084" y="311853"/>
                    <a:pt x="10075" y="320930"/>
                  </a:cubicBezTo>
                  <a:cubicBezTo>
                    <a:pt x="10580" y="320804"/>
                    <a:pt x="11084" y="320678"/>
                    <a:pt x="11462" y="320552"/>
                  </a:cubicBezTo>
                  <a:cubicBezTo>
                    <a:pt x="19026" y="318787"/>
                    <a:pt x="17135" y="305802"/>
                    <a:pt x="26464" y="307693"/>
                  </a:cubicBezTo>
                  <a:close/>
                </a:path>
              </a:pathLst>
            </a:custGeom>
            <a:grpFill/>
            <a:ln w="1270" cap="flat">
              <a:solidFill>
                <a:schemeClr val="bg1"/>
              </a:solidFill>
              <a:prstDash val="solid"/>
              <a:miter/>
            </a:ln>
          </p:spPr>
          <p:txBody>
            <a:bodyPr rtlCol="0" anchor="ctr"/>
            <a:lstStyle/>
            <a:p>
              <a:endParaRPr lang="ko-KR" altLang="en-US"/>
            </a:p>
          </p:txBody>
        </p:sp>
        <p:sp>
          <p:nvSpPr>
            <p:cNvPr id="51" name="자유형: 도형 31">
              <a:extLst>
                <a:ext uri="{FF2B5EF4-FFF2-40B4-BE49-F238E27FC236}">
                  <a16:creationId xmlns:a16="http://schemas.microsoft.com/office/drawing/2014/main" id="{009FC231-DA42-BB47-B889-2694C706423E}"/>
                </a:ext>
              </a:extLst>
            </p:cNvPr>
            <p:cNvSpPr/>
            <p:nvPr/>
          </p:nvSpPr>
          <p:spPr>
            <a:xfrm>
              <a:off x="5469236" y="3889005"/>
              <a:ext cx="441228" cy="416015"/>
            </a:xfrm>
            <a:custGeom>
              <a:avLst/>
              <a:gdLst>
                <a:gd name="connsiteX0" fmla="*/ 422665 w 441227"/>
                <a:gd name="connsiteY0" fmla="*/ 174190 h 416014"/>
                <a:gd name="connsiteX1" fmla="*/ 409554 w 441227"/>
                <a:gd name="connsiteY1" fmla="*/ 146204 h 416014"/>
                <a:gd name="connsiteX2" fmla="*/ 379676 w 441227"/>
                <a:gd name="connsiteY2" fmla="*/ 136875 h 416014"/>
                <a:gd name="connsiteX3" fmla="*/ 362910 w 441227"/>
                <a:gd name="connsiteY3" fmla="*/ 112671 h 416014"/>
                <a:gd name="connsiteX4" fmla="*/ 199277 w 441227"/>
                <a:gd name="connsiteY4" fmla="*/ 2364 h 416014"/>
                <a:gd name="connsiteX5" fmla="*/ 154524 w 441227"/>
                <a:gd name="connsiteY5" fmla="*/ 2364 h 416014"/>
                <a:gd name="connsiteX6" fmla="*/ 179485 w 441227"/>
                <a:gd name="connsiteY6" fmla="*/ 236845 h 416014"/>
                <a:gd name="connsiteX7" fmla="*/ 187805 w 441227"/>
                <a:gd name="connsiteY7" fmla="*/ 245165 h 416014"/>
                <a:gd name="connsiteX8" fmla="*/ 184275 w 441227"/>
                <a:gd name="connsiteY8" fmla="*/ 267731 h 416014"/>
                <a:gd name="connsiteX9" fmla="*/ 80776 w 441227"/>
                <a:gd name="connsiteY9" fmla="*/ 268991 h 416014"/>
                <a:gd name="connsiteX10" fmla="*/ 64136 w 441227"/>
                <a:gd name="connsiteY10" fmla="*/ 273782 h 416014"/>
                <a:gd name="connsiteX11" fmla="*/ 46234 w 441227"/>
                <a:gd name="connsiteY11" fmla="*/ 272647 h 416014"/>
                <a:gd name="connsiteX12" fmla="*/ 31989 w 441227"/>
                <a:gd name="connsiteY12" fmla="*/ 275042 h 416014"/>
                <a:gd name="connsiteX13" fmla="*/ 16483 w 441227"/>
                <a:gd name="connsiteY13" fmla="*/ 280967 h 416014"/>
                <a:gd name="connsiteX14" fmla="*/ 2364 w 441227"/>
                <a:gd name="connsiteY14" fmla="*/ 289540 h 416014"/>
                <a:gd name="connsiteX15" fmla="*/ 4759 w 441227"/>
                <a:gd name="connsiteY15" fmla="*/ 295717 h 416014"/>
                <a:gd name="connsiteX16" fmla="*/ 9675 w 441227"/>
                <a:gd name="connsiteY16" fmla="*/ 303029 h 416014"/>
                <a:gd name="connsiteX17" fmla="*/ 13583 w 441227"/>
                <a:gd name="connsiteY17" fmla="*/ 319543 h 416014"/>
                <a:gd name="connsiteX18" fmla="*/ 27703 w 441227"/>
                <a:gd name="connsiteY18" fmla="*/ 336814 h 416014"/>
                <a:gd name="connsiteX19" fmla="*/ 27703 w 441227"/>
                <a:gd name="connsiteY19" fmla="*/ 357993 h 416014"/>
                <a:gd name="connsiteX20" fmla="*/ 35519 w 441227"/>
                <a:gd name="connsiteY20" fmla="*/ 365053 h 416014"/>
                <a:gd name="connsiteX21" fmla="*/ 50394 w 441227"/>
                <a:gd name="connsiteY21" fmla="*/ 362658 h 416014"/>
                <a:gd name="connsiteX22" fmla="*/ 68422 w 441227"/>
                <a:gd name="connsiteY22" fmla="*/ 364170 h 416014"/>
                <a:gd name="connsiteX23" fmla="*/ 87206 w 441227"/>
                <a:gd name="connsiteY23" fmla="*/ 350807 h 416014"/>
                <a:gd name="connsiteX24" fmla="*/ 97417 w 441227"/>
                <a:gd name="connsiteY24" fmla="*/ 370474 h 416014"/>
                <a:gd name="connsiteX25" fmla="*/ 106872 w 441227"/>
                <a:gd name="connsiteY25" fmla="*/ 383080 h 416014"/>
                <a:gd name="connsiteX26" fmla="*/ 106872 w 441227"/>
                <a:gd name="connsiteY26" fmla="*/ 392535 h 416014"/>
                <a:gd name="connsiteX27" fmla="*/ 113175 w 441227"/>
                <a:gd name="connsiteY27" fmla="*/ 407411 h 416014"/>
                <a:gd name="connsiteX28" fmla="*/ 125781 w 441227"/>
                <a:gd name="connsiteY28" fmla="*/ 408923 h 416014"/>
                <a:gd name="connsiteX29" fmla="*/ 139144 w 441227"/>
                <a:gd name="connsiteY29" fmla="*/ 412831 h 416014"/>
                <a:gd name="connsiteX30" fmla="*/ 154020 w 441227"/>
                <a:gd name="connsiteY30" fmla="*/ 405772 h 416014"/>
                <a:gd name="connsiteX31" fmla="*/ 167383 w 441227"/>
                <a:gd name="connsiteY31" fmla="*/ 404133 h 416014"/>
                <a:gd name="connsiteX32" fmla="*/ 176838 w 441227"/>
                <a:gd name="connsiteY32" fmla="*/ 407285 h 416014"/>
                <a:gd name="connsiteX33" fmla="*/ 184275 w 441227"/>
                <a:gd name="connsiteY33" fmla="*/ 405772 h 416014"/>
                <a:gd name="connsiteX34" fmla="*/ 191713 w 441227"/>
                <a:gd name="connsiteY34" fmla="*/ 385349 h 416014"/>
                <a:gd name="connsiteX35" fmla="*/ 190201 w 441227"/>
                <a:gd name="connsiteY35" fmla="*/ 368078 h 416014"/>
                <a:gd name="connsiteX36" fmla="*/ 211379 w 441227"/>
                <a:gd name="connsiteY36" fmla="*/ 358623 h 416014"/>
                <a:gd name="connsiteX37" fmla="*/ 219952 w 441227"/>
                <a:gd name="connsiteY37" fmla="*/ 342109 h 416014"/>
                <a:gd name="connsiteX38" fmla="*/ 228524 w 441227"/>
                <a:gd name="connsiteY38" fmla="*/ 322569 h 416014"/>
                <a:gd name="connsiteX39" fmla="*/ 245039 w 441227"/>
                <a:gd name="connsiteY39" fmla="*/ 323325 h 416014"/>
                <a:gd name="connsiteX40" fmla="*/ 256763 w 441227"/>
                <a:gd name="connsiteY40" fmla="*/ 310719 h 416014"/>
                <a:gd name="connsiteX41" fmla="*/ 269369 w 441227"/>
                <a:gd name="connsiteY41" fmla="*/ 304415 h 416014"/>
                <a:gd name="connsiteX42" fmla="*/ 279581 w 441227"/>
                <a:gd name="connsiteY42" fmla="*/ 298869 h 416014"/>
                <a:gd name="connsiteX43" fmla="*/ 302398 w 441227"/>
                <a:gd name="connsiteY43" fmla="*/ 289414 h 416014"/>
                <a:gd name="connsiteX44" fmla="*/ 321939 w 441227"/>
                <a:gd name="connsiteY44" fmla="*/ 280715 h 416014"/>
                <a:gd name="connsiteX45" fmla="*/ 355724 w 441227"/>
                <a:gd name="connsiteY45" fmla="*/ 282354 h 416014"/>
                <a:gd name="connsiteX46" fmla="*/ 376903 w 441227"/>
                <a:gd name="connsiteY46" fmla="*/ 275294 h 416014"/>
                <a:gd name="connsiteX47" fmla="*/ 418505 w 441227"/>
                <a:gd name="connsiteY47" fmla="*/ 271386 h 416014"/>
                <a:gd name="connsiteX48" fmla="*/ 435019 w 441227"/>
                <a:gd name="connsiteY48" fmla="*/ 259662 h 416014"/>
                <a:gd name="connsiteX49" fmla="*/ 443718 w 441227"/>
                <a:gd name="connsiteY49" fmla="*/ 240122 h 416014"/>
                <a:gd name="connsiteX50" fmla="*/ 445356 w 441227"/>
                <a:gd name="connsiteY50" fmla="*/ 169526 h 416014"/>
                <a:gd name="connsiteX51" fmla="*/ 422665 w 441227"/>
                <a:gd name="connsiteY51" fmla="*/ 174190 h 41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41227" h="416014">
                  <a:moveTo>
                    <a:pt x="422665" y="174190"/>
                  </a:moveTo>
                  <a:cubicBezTo>
                    <a:pt x="422665" y="174190"/>
                    <a:pt x="422665" y="153642"/>
                    <a:pt x="409554" y="146204"/>
                  </a:cubicBezTo>
                  <a:cubicBezTo>
                    <a:pt x="396443" y="138766"/>
                    <a:pt x="379676" y="136875"/>
                    <a:pt x="379676" y="136875"/>
                  </a:cubicBezTo>
                  <a:cubicBezTo>
                    <a:pt x="379676" y="136875"/>
                    <a:pt x="370348" y="120108"/>
                    <a:pt x="362910" y="112671"/>
                  </a:cubicBezTo>
                  <a:cubicBezTo>
                    <a:pt x="358371" y="108132"/>
                    <a:pt x="271134" y="49764"/>
                    <a:pt x="199277" y="2364"/>
                  </a:cubicBezTo>
                  <a:lnTo>
                    <a:pt x="154524" y="2364"/>
                  </a:lnTo>
                  <a:lnTo>
                    <a:pt x="179485" y="236845"/>
                  </a:lnTo>
                  <a:lnTo>
                    <a:pt x="187805" y="245165"/>
                  </a:lnTo>
                  <a:cubicBezTo>
                    <a:pt x="187805" y="245165"/>
                    <a:pt x="188940" y="265335"/>
                    <a:pt x="184275" y="267731"/>
                  </a:cubicBezTo>
                  <a:cubicBezTo>
                    <a:pt x="179485" y="270126"/>
                    <a:pt x="80776" y="268991"/>
                    <a:pt x="80776" y="268991"/>
                  </a:cubicBezTo>
                  <a:cubicBezTo>
                    <a:pt x="80776" y="268991"/>
                    <a:pt x="71195" y="273782"/>
                    <a:pt x="64136" y="273782"/>
                  </a:cubicBezTo>
                  <a:cubicBezTo>
                    <a:pt x="56950" y="273782"/>
                    <a:pt x="48630" y="268991"/>
                    <a:pt x="46234" y="272647"/>
                  </a:cubicBezTo>
                  <a:cubicBezTo>
                    <a:pt x="43839" y="276177"/>
                    <a:pt x="43839" y="285758"/>
                    <a:pt x="31989" y="275042"/>
                  </a:cubicBezTo>
                  <a:cubicBezTo>
                    <a:pt x="20139" y="264327"/>
                    <a:pt x="16483" y="273782"/>
                    <a:pt x="16483" y="280967"/>
                  </a:cubicBezTo>
                  <a:cubicBezTo>
                    <a:pt x="16483" y="286766"/>
                    <a:pt x="10306" y="289288"/>
                    <a:pt x="2364" y="289540"/>
                  </a:cubicBezTo>
                  <a:cubicBezTo>
                    <a:pt x="4003" y="292944"/>
                    <a:pt x="4759" y="295717"/>
                    <a:pt x="4759" y="295717"/>
                  </a:cubicBezTo>
                  <a:lnTo>
                    <a:pt x="9675" y="303029"/>
                  </a:lnTo>
                  <a:cubicBezTo>
                    <a:pt x="9675" y="303029"/>
                    <a:pt x="8919" y="314753"/>
                    <a:pt x="13583" y="319543"/>
                  </a:cubicBezTo>
                  <a:cubicBezTo>
                    <a:pt x="18248" y="324208"/>
                    <a:pt x="26947" y="332906"/>
                    <a:pt x="27703" y="336814"/>
                  </a:cubicBezTo>
                  <a:cubicBezTo>
                    <a:pt x="28459" y="340722"/>
                    <a:pt x="27703" y="357993"/>
                    <a:pt x="27703" y="357993"/>
                  </a:cubicBezTo>
                  <a:cubicBezTo>
                    <a:pt x="27703" y="357993"/>
                    <a:pt x="30855" y="371356"/>
                    <a:pt x="35519" y="365053"/>
                  </a:cubicBezTo>
                  <a:cubicBezTo>
                    <a:pt x="40183" y="358749"/>
                    <a:pt x="47243" y="370474"/>
                    <a:pt x="50394" y="362658"/>
                  </a:cubicBezTo>
                  <a:cubicBezTo>
                    <a:pt x="53546" y="354841"/>
                    <a:pt x="63757" y="364170"/>
                    <a:pt x="68422" y="364170"/>
                  </a:cubicBezTo>
                  <a:cubicBezTo>
                    <a:pt x="73086" y="364170"/>
                    <a:pt x="84180" y="350051"/>
                    <a:pt x="87206" y="350807"/>
                  </a:cubicBezTo>
                  <a:cubicBezTo>
                    <a:pt x="90357" y="351564"/>
                    <a:pt x="97417" y="364927"/>
                    <a:pt x="97417" y="370474"/>
                  </a:cubicBezTo>
                  <a:cubicBezTo>
                    <a:pt x="97417" y="376020"/>
                    <a:pt x="111536" y="381441"/>
                    <a:pt x="106872" y="383080"/>
                  </a:cubicBezTo>
                  <a:cubicBezTo>
                    <a:pt x="102207" y="384719"/>
                    <a:pt x="101325" y="392535"/>
                    <a:pt x="106872" y="392535"/>
                  </a:cubicBezTo>
                  <a:cubicBezTo>
                    <a:pt x="112419" y="392535"/>
                    <a:pt x="110023" y="402746"/>
                    <a:pt x="113175" y="407411"/>
                  </a:cubicBezTo>
                  <a:cubicBezTo>
                    <a:pt x="116327" y="412075"/>
                    <a:pt x="122630" y="415983"/>
                    <a:pt x="125781" y="408923"/>
                  </a:cubicBezTo>
                  <a:cubicBezTo>
                    <a:pt x="128933" y="401864"/>
                    <a:pt x="135993" y="408167"/>
                    <a:pt x="139144" y="412831"/>
                  </a:cubicBezTo>
                  <a:cubicBezTo>
                    <a:pt x="142296" y="417496"/>
                    <a:pt x="152507" y="412075"/>
                    <a:pt x="154020" y="405772"/>
                  </a:cubicBezTo>
                  <a:cubicBezTo>
                    <a:pt x="155533" y="399469"/>
                    <a:pt x="168139" y="397073"/>
                    <a:pt x="167383" y="404133"/>
                  </a:cubicBezTo>
                  <a:cubicBezTo>
                    <a:pt x="166626" y="411193"/>
                    <a:pt x="168896" y="412831"/>
                    <a:pt x="176838" y="407285"/>
                  </a:cubicBezTo>
                  <a:cubicBezTo>
                    <a:pt x="179233" y="405646"/>
                    <a:pt x="181754" y="405394"/>
                    <a:pt x="184275" y="405772"/>
                  </a:cubicBezTo>
                  <a:cubicBezTo>
                    <a:pt x="187049" y="396695"/>
                    <a:pt x="190201" y="388249"/>
                    <a:pt x="191713" y="385349"/>
                  </a:cubicBezTo>
                  <a:cubicBezTo>
                    <a:pt x="194109" y="380559"/>
                    <a:pt x="186166" y="369591"/>
                    <a:pt x="190201" y="368078"/>
                  </a:cubicBezTo>
                  <a:cubicBezTo>
                    <a:pt x="194109" y="366439"/>
                    <a:pt x="207471" y="369591"/>
                    <a:pt x="211379" y="358623"/>
                  </a:cubicBezTo>
                  <a:cubicBezTo>
                    <a:pt x="215287" y="347656"/>
                    <a:pt x="219952" y="342109"/>
                    <a:pt x="219952" y="342109"/>
                  </a:cubicBezTo>
                  <a:cubicBezTo>
                    <a:pt x="219952" y="342109"/>
                    <a:pt x="221465" y="318661"/>
                    <a:pt x="228524" y="322569"/>
                  </a:cubicBezTo>
                  <a:cubicBezTo>
                    <a:pt x="235584" y="326477"/>
                    <a:pt x="244156" y="332780"/>
                    <a:pt x="245039" y="323325"/>
                  </a:cubicBezTo>
                  <a:cubicBezTo>
                    <a:pt x="245795" y="313870"/>
                    <a:pt x="254494" y="319417"/>
                    <a:pt x="256763" y="310719"/>
                  </a:cubicBezTo>
                  <a:cubicBezTo>
                    <a:pt x="259158" y="302146"/>
                    <a:pt x="263822" y="302903"/>
                    <a:pt x="269369" y="304415"/>
                  </a:cubicBezTo>
                  <a:cubicBezTo>
                    <a:pt x="274790" y="306054"/>
                    <a:pt x="279581" y="303659"/>
                    <a:pt x="279581" y="298869"/>
                  </a:cubicBezTo>
                  <a:cubicBezTo>
                    <a:pt x="279581" y="294204"/>
                    <a:pt x="292187" y="296473"/>
                    <a:pt x="302398" y="289414"/>
                  </a:cubicBezTo>
                  <a:cubicBezTo>
                    <a:pt x="312610" y="282354"/>
                    <a:pt x="318031" y="276807"/>
                    <a:pt x="321939" y="280715"/>
                  </a:cubicBezTo>
                  <a:cubicBezTo>
                    <a:pt x="325847" y="284623"/>
                    <a:pt x="351816" y="283867"/>
                    <a:pt x="355724" y="282354"/>
                  </a:cubicBezTo>
                  <a:cubicBezTo>
                    <a:pt x="359632" y="280715"/>
                    <a:pt x="367448" y="273782"/>
                    <a:pt x="376903" y="275294"/>
                  </a:cubicBezTo>
                  <a:cubicBezTo>
                    <a:pt x="386358" y="276933"/>
                    <a:pt x="409050" y="271386"/>
                    <a:pt x="418505" y="271386"/>
                  </a:cubicBezTo>
                  <a:cubicBezTo>
                    <a:pt x="427959" y="271386"/>
                    <a:pt x="431867" y="262814"/>
                    <a:pt x="435019" y="259662"/>
                  </a:cubicBezTo>
                  <a:cubicBezTo>
                    <a:pt x="438171" y="256511"/>
                    <a:pt x="440566" y="242391"/>
                    <a:pt x="443718" y="240122"/>
                  </a:cubicBezTo>
                  <a:cubicBezTo>
                    <a:pt x="446239" y="238231"/>
                    <a:pt x="445735" y="188940"/>
                    <a:pt x="445356" y="169526"/>
                  </a:cubicBezTo>
                  <a:cubicBezTo>
                    <a:pt x="435775" y="171291"/>
                    <a:pt x="422665" y="174190"/>
                    <a:pt x="422665" y="174190"/>
                  </a:cubicBezTo>
                  <a:close/>
                </a:path>
              </a:pathLst>
            </a:custGeom>
            <a:grpFill/>
            <a:ln w="1270" cap="flat">
              <a:solidFill>
                <a:schemeClr val="bg1"/>
              </a:solidFill>
              <a:prstDash val="solid"/>
              <a:miter/>
            </a:ln>
          </p:spPr>
          <p:txBody>
            <a:bodyPr rtlCol="0" anchor="ctr"/>
            <a:lstStyle/>
            <a:p>
              <a:endParaRPr lang="ko-KR" altLang="en-US"/>
            </a:p>
          </p:txBody>
        </p:sp>
        <p:sp>
          <p:nvSpPr>
            <p:cNvPr id="52" name="자유형: 도형 32">
              <a:extLst>
                <a:ext uri="{FF2B5EF4-FFF2-40B4-BE49-F238E27FC236}">
                  <a16:creationId xmlns:a16="http://schemas.microsoft.com/office/drawing/2014/main" id="{A7B21574-0443-DF4B-BD54-9EABC9F78322}"/>
                </a:ext>
              </a:extLst>
            </p:cNvPr>
            <p:cNvSpPr/>
            <p:nvPr/>
          </p:nvSpPr>
          <p:spPr>
            <a:xfrm>
              <a:off x="5651148" y="4166064"/>
              <a:ext cx="214311" cy="151278"/>
            </a:xfrm>
            <a:custGeom>
              <a:avLst/>
              <a:gdLst>
                <a:gd name="connsiteX0" fmla="*/ 219196 w 214310"/>
                <a:gd name="connsiteY0" fmla="*/ 87364 h 151278"/>
                <a:gd name="connsiteX1" fmla="*/ 208480 w 214310"/>
                <a:gd name="connsiteY1" fmla="*/ 82573 h 151278"/>
                <a:gd name="connsiteX2" fmla="*/ 206715 w 214310"/>
                <a:gd name="connsiteY2" fmla="*/ 67824 h 151278"/>
                <a:gd name="connsiteX3" fmla="*/ 193226 w 214310"/>
                <a:gd name="connsiteY3" fmla="*/ 69588 h 151278"/>
                <a:gd name="connsiteX4" fmla="*/ 182637 w 214310"/>
                <a:gd name="connsiteY4" fmla="*/ 60134 h 151278"/>
                <a:gd name="connsiteX5" fmla="*/ 177972 w 214310"/>
                <a:gd name="connsiteY5" fmla="*/ 50174 h 151278"/>
                <a:gd name="connsiteX6" fmla="*/ 165618 w 214310"/>
                <a:gd name="connsiteY6" fmla="*/ 36055 h 151278"/>
                <a:gd name="connsiteX7" fmla="*/ 156793 w 214310"/>
                <a:gd name="connsiteY7" fmla="*/ 20801 h 151278"/>
                <a:gd name="connsiteX8" fmla="*/ 156541 w 214310"/>
                <a:gd name="connsiteY8" fmla="*/ 6556 h 151278"/>
                <a:gd name="connsiteX9" fmla="*/ 140027 w 214310"/>
                <a:gd name="connsiteY9" fmla="*/ 3657 h 151278"/>
                <a:gd name="connsiteX10" fmla="*/ 120487 w 214310"/>
                <a:gd name="connsiteY10" fmla="*/ 12355 h 151278"/>
                <a:gd name="connsiteX11" fmla="*/ 97669 w 214310"/>
                <a:gd name="connsiteY11" fmla="*/ 21810 h 151278"/>
                <a:gd name="connsiteX12" fmla="*/ 87458 w 214310"/>
                <a:gd name="connsiteY12" fmla="*/ 27357 h 151278"/>
                <a:gd name="connsiteX13" fmla="*/ 74851 w 214310"/>
                <a:gd name="connsiteY13" fmla="*/ 33660 h 151278"/>
                <a:gd name="connsiteX14" fmla="*/ 63127 w 214310"/>
                <a:gd name="connsiteY14" fmla="*/ 46266 h 151278"/>
                <a:gd name="connsiteX15" fmla="*/ 46613 w 214310"/>
                <a:gd name="connsiteY15" fmla="*/ 45510 h 151278"/>
                <a:gd name="connsiteX16" fmla="*/ 38040 w 214310"/>
                <a:gd name="connsiteY16" fmla="*/ 65050 h 151278"/>
                <a:gd name="connsiteX17" fmla="*/ 29468 w 214310"/>
                <a:gd name="connsiteY17" fmla="*/ 81565 h 151278"/>
                <a:gd name="connsiteX18" fmla="*/ 8289 w 214310"/>
                <a:gd name="connsiteY18" fmla="*/ 91019 h 151278"/>
                <a:gd name="connsiteX19" fmla="*/ 9802 w 214310"/>
                <a:gd name="connsiteY19" fmla="*/ 108290 h 151278"/>
                <a:gd name="connsiteX20" fmla="*/ 2364 w 214310"/>
                <a:gd name="connsiteY20" fmla="*/ 128713 h 151278"/>
                <a:gd name="connsiteX21" fmla="*/ 15223 w 214310"/>
                <a:gd name="connsiteY21" fmla="*/ 137285 h 151278"/>
                <a:gd name="connsiteX22" fmla="*/ 38797 w 214310"/>
                <a:gd name="connsiteY22" fmla="*/ 148253 h 151278"/>
                <a:gd name="connsiteX23" fmla="*/ 70187 w 214310"/>
                <a:gd name="connsiteY23" fmla="*/ 144345 h 151278"/>
                <a:gd name="connsiteX24" fmla="*/ 78759 w 214310"/>
                <a:gd name="connsiteY24" fmla="*/ 141950 h 151278"/>
                <a:gd name="connsiteX25" fmla="*/ 74095 w 214310"/>
                <a:gd name="connsiteY25" fmla="*/ 115224 h 151278"/>
                <a:gd name="connsiteX26" fmla="*/ 140783 w 214310"/>
                <a:gd name="connsiteY26" fmla="*/ 116863 h 151278"/>
                <a:gd name="connsiteX27" fmla="*/ 150995 w 214310"/>
                <a:gd name="connsiteY27" fmla="*/ 109803 h 151278"/>
                <a:gd name="connsiteX28" fmla="*/ 175325 w 214310"/>
                <a:gd name="connsiteY28" fmla="*/ 112955 h 151278"/>
                <a:gd name="connsiteX29" fmla="*/ 190201 w 214310"/>
                <a:gd name="connsiteY29" fmla="*/ 102744 h 151278"/>
                <a:gd name="connsiteX30" fmla="*/ 212136 w 214310"/>
                <a:gd name="connsiteY30" fmla="*/ 98079 h 151278"/>
                <a:gd name="connsiteX31" fmla="*/ 219196 w 214310"/>
                <a:gd name="connsiteY31" fmla="*/ 87868 h 151278"/>
                <a:gd name="connsiteX32" fmla="*/ 219196 w 214310"/>
                <a:gd name="connsiteY32" fmla="*/ 87364 h 151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14310" h="151278">
                  <a:moveTo>
                    <a:pt x="219196" y="87364"/>
                  </a:moveTo>
                  <a:cubicBezTo>
                    <a:pt x="215162" y="83708"/>
                    <a:pt x="209867" y="82573"/>
                    <a:pt x="208480" y="82573"/>
                  </a:cubicBezTo>
                  <a:cubicBezTo>
                    <a:pt x="206085" y="82573"/>
                    <a:pt x="207850" y="69588"/>
                    <a:pt x="206715" y="67824"/>
                  </a:cubicBezTo>
                  <a:cubicBezTo>
                    <a:pt x="205580" y="66059"/>
                    <a:pt x="197891" y="71353"/>
                    <a:pt x="193226" y="69588"/>
                  </a:cubicBezTo>
                  <a:cubicBezTo>
                    <a:pt x="188562" y="67824"/>
                    <a:pt x="186797" y="60134"/>
                    <a:pt x="182637" y="60134"/>
                  </a:cubicBezTo>
                  <a:cubicBezTo>
                    <a:pt x="178477" y="60134"/>
                    <a:pt x="177972" y="55469"/>
                    <a:pt x="177972" y="50174"/>
                  </a:cubicBezTo>
                  <a:cubicBezTo>
                    <a:pt x="177972" y="44880"/>
                    <a:pt x="170282" y="39585"/>
                    <a:pt x="165618" y="36055"/>
                  </a:cubicBezTo>
                  <a:cubicBezTo>
                    <a:pt x="160954" y="32525"/>
                    <a:pt x="159693" y="22566"/>
                    <a:pt x="156793" y="20801"/>
                  </a:cubicBezTo>
                  <a:cubicBezTo>
                    <a:pt x="155154" y="19793"/>
                    <a:pt x="155785" y="12607"/>
                    <a:pt x="156541" y="6556"/>
                  </a:cubicBezTo>
                  <a:cubicBezTo>
                    <a:pt x="149229" y="6430"/>
                    <a:pt x="141918" y="5673"/>
                    <a:pt x="140027" y="3657"/>
                  </a:cubicBezTo>
                  <a:cubicBezTo>
                    <a:pt x="136119" y="-252"/>
                    <a:pt x="130572" y="5295"/>
                    <a:pt x="120487" y="12355"/>
                  </a:cubicBezTo>
                  <a:cubicBezTo>
                    <a:pt x="110275" y="19415"/>
                    <a:pt x="97669" y="17019"/>
                    <a:pt x="97669" y="21810"/>
                  </a:cubicBezTo>
                  <a:cubicBezTo>
                    <a:pt x="97669" y="26474"/>
                    <a:pt x="93005" y="28870"/>
                    <a:pt x="87458" y="27357"/>
                  </a:cubicBezTo>
                  <a:cubicBezTo>
                    <a:pt x="81911" y="25844"/>
                    <a:pt x="77246" y="24961"/>
                    <a:pt x="74851" y="33660"/>
                  </a:cubicBezTo>
                  <a:cubicBezTo>
                    <a:pt x="72456" y="42358"/>
                    <a:pt x="63884" y="36811"/>
                    <a:pt x="63127" y="46266"/>
                  </a:cubicBezTo>
                  <a:cubicBezTo>
                    <a:pt x="62371" y="55721"/>
                    <a:pt x="53672" y="49418"/>
                    <a:pt x="46613" y="45510"/>
                  </a:cubicBezTo>
                  <a:cubicBezTo>
                    <a:pt x="39553" y="41602"/>
                    <a:pt x="38040" y="65050"/>
                    <a:pt x="38040" y="65050"/>
                  </a:cubicBezTo>
                  <a:cubicBezTo>
                    <a:pt x="38040" y="65050"/>
                    <a:pt x="33376" y="70597"/>
                    <a:pt x="29468" y="81565"/>
                  </a:cubicBezTo>
                  <a:cubicBezTo>
                    <a:pt x="25560" y="92532"/>
                    <a:pt x="12197" y="89381"/>
                    <a:pt x="8289" y="91019"/>
                  </a:cubicBezTo>
                  <a:cubicBezTo>
                    <a:pt x="4381" y="92532"/>
                    <a:pt x="12197" y="103626"/>
                    <a:pt x="9802" y="108290"/>
                  </a:cubicBezTo>
                  <a:cubicBezTo>
                    <a:pt x="8415" y="111190"/>
                    <a:pt x="5137" y="119636"/>
                    <a:pt x="2364" y="128713"/>
                  </a:cubicBezTo>
                  <a:cubicBezTo>
                    <a:pt x="8163" y="129722"/>
                    <a:pt x="13584" y="134638"/>
                    <a:pt x="15223" y="137285"/>
                  </a:cubicBezTo>
                  <a:cubicBezTo>
                    <a:pt x="17617" y="141193"/>
                    <a:pt x="31737" y="156069"/>
                    <a:pt x="38797" y="148253"/>
                  </a:cubicBezTo>
                  <a:cubicBezTo>
                    <a:pt x="45856" y="140437"/>
                    <a:pt x="65396" y="139681"/>
                    <a:pt x="70187" y="144345"/>
                  </a:cubicBezTo>
                  <a:cubicBezTo>
                    <a:pt x="74851" y="149009"/>
                    <a:pt x="78003" y="146740"/>
                    <a:pt x="78759" y="141950"/>
                  </a:cubicBezTo>
                  <a:cubicBezTo>
                    <a:pt x="79515" y="137285"/>
                    <a:pt x="70943" y="120014"/>
                    <a:pt x="74095" y="115224"/>
                  </a:cubicBezTo>
                  <a:cubicBezTo>
                    <a:pt x="77246" y="110560"/>
                    <a:pt x="138388" y="112829"/>
                    <a:pt x="140783" y="116863"/>
                  </a:cubicBezTo>
                  <a:cubicBezTo>
                    <a:pt x="143179" y="120771"/>
                    <a:pt x="143179" y="109047"/>
                    <a:pt x="150995" y="109803"/>
                  </a:cubicBezTo>
                  <a:cubicBezTo>
                    <a:pt x="158810" y="110560"/>
                    <a:pt x="170661" y="114468"/>
                    <a:pt x="175325" y="112955"/>
                  </a:cubicBezTo>
                  <a:cubicBezTo>
                    <a:pt x="179989" y="111316"/>
                    <a:pt x="185536" y="102744"/>
                    <a:pt x="190201" y="102744"/>
                  </a:cubicBezTo>
                  <a:cubicBezTo>
                    <a:pt x="194865" y="102744"/>
                    <a:pt x="208985" y="101987"/>
                    <a:pt x="212136" y="98079"/>
                  </a:cubicBezTo>
                  <a:cubicBezTo>
                    <a:pt x="215288" y="94171"/>
                    <a:pt x="220835" y="94171"/>
                    <a:pt x="219196" y="87868"/>
                  </a:cubicBezTo>
                  <a:cubicBezTo>
                    <a:pt x="219196" y="87490"/>
                    <a:pt x="219196" y="87490"/>
                    <a:pt x="219196" y="87364"/>
                  </a:cubicBezTo>
                  <a:close/>
                </a:path>
              </a:pathLst>
            </a:custGeom>
            <a:grpFill/>
            <a:ln w="1270" cap="flat">
              <a:solidFill>
                <a:schemeClr val="bg1"/>
              </a:solidFill>
              <a:prstDash val="solid"/>
              <a:miter/>
            </a:ln>
          </p:spPr>
          <p:txBody>
            <a:bodyPr rtlCol="0" anchor="ctr"/>
            <a:lstStyle/>
            <a:p>
              <a:endParaRPr lang="ko-KR" altLang="en-US"/>
            </a:p>
          </p:txBody>
        </p:sp>
        <p:sp>
          <p:nvSpPr>
            <p:cNvPr id="53" name="자유형: 도형 33">
              <a:extLst>
                <a:ext uri="{FF2B5EF4-FFF2-40B4-BE49-F238E27FC236}">
                  <a16:creationId xmlns:a16="http://schemas.microsoft.com/office/drawing/2014/main" id="{F7D45AA1-1C08-8D46-83B6-21E65CFCBE78}"/>
                </a:ext>
              </a:extLst>
            </p:cNvPr>
            <p:cNvSpPr/>
            <p:nvPr/>
          </p:nvSpPr>
          <p:spPr>
            <a:xfrm>
              <a:off x="5804202" y="3931993"/>
              <a:ext cx="403408" cy="315163"/>
            </a:xfrm>
            <a:custGeom>
              <a:avLst/>
              <a:gdLst>
                <a:gd name="connsiteX0" fmla="*/ 395676 w 403408"/>
                <a:gd name="connsiteY0" fmla="*/ 49386 h 315162"/>
                <a:gd name="connsiteX1" fmla="*/ 394163 w 403408"/>
                <a:gd name="connsiteY1" fmla="*/ 15222 h 315162"/>
                <a:gd name="connsiteX2" fmla="*/ 373110 w 403408"/>
                <a:gd name="connsiteY2" fmla="*/ 26568 h 315162"/>
                <a:gd name="connsiteX3" fmla="*/ 356344 w 403408"/>
                <a:gd name="connsiteY3" fmla="*/ 9802 h 315162"/>
                <a:gd name="connsiteX4" fmla="*/ 317137 w 403408"/>
                <a:gd name="connsiteY4" fmla="*/ 2364 h 315162"/>
                <a:gd name="connsiteX5" fmla="*/ 203301 w 403408"/>
                <a:gd name="connsiteY5" fmla="*/ 73338 h 315162"/>
                <a:gd name="connsiteX6" fmla="*/ 154766 w 403408"/>
                <a:gd name="connsiteY6" fmla="*/ 112544 h 315162"/>
                <a:gd name="connsiteX7" fmla="*/ 113668 w 403408"/>
                <a:gd name="connsiteY7" fmla="*/ 125655 h 315162"/>
                <a:gd name="connsiteX8" fmla="*/ 110139 w 403408"/>
                <a:gd name="connsiteY8" fmla="*/ 126412 h 315162"/>
                <a:gd name="connsiteX9" fmla="*/ 108500 w 403408"/>
                <a:gd name="connsiteY9" fmla="*/ 197008 h 315162"/>
                <a:gd name="connsiteX10" fmla="*/ 99801 w 403408"/>
                <a:gd name="connsiteY10" fmla="*/ 216548 h 315162"/>
                <a:gd name="connsiteX11" fmla="*/ 83287 w 403408"/>
                <a:gd name="connsiteY11" fmla="*/ 228272 h 315162"/>
                <a:gd name="connsiteX12" fmla="*/ 41685 w 403408"/>
                <a:gd name="connsiteY12" fmla="*/ 232180 h 315162"/>
                <a:gd name="connsiteX13" fmla="*/ 20506 w 403408"/>
                <a:gd name="connsiteY13" fmla="*/ 239240 h 315162"/>
                <a:gd name="connsiteX14" fmla="*/ 3235 w 403408"/>
                <a:gd name="connsiteY14" fmla="*/ 240501 h 315162"/>
                <a:gd name="connsiteX15" fmla="*/ 3488 w 403408"/>
                <a:gd name="connsiteY15" fmla="*/ 254746 h 315162"/>
                <a:gd name="connsiteX16" fmla="*/ 12312 w 403408"/>
                <a:gd name="connsiteY16" fmla="*/ 270000 h 315162"/>
                <a:gd name="connsiteX17" fmla="*/ 24666 w 403408"/>
                <a:gd name="connsiteY17" fmla="*/ 284119 h 315162"/>
                <a:gd name="connsiteX18" fmla="*/ 29331 w 403408"/>
                <a:gd name="connsiteY18" fmla="*/ 294078 h 315162"/>
                <a:gd name="connsiteX19" fmla="*/ 39920 w 403408"/>
                <a:gd name="connsiteY19" fmla="*/ 303533 h 315162"/>
                <a:gd name="connsiteX20" fmla="*/ 53409 w 403408"/>
                <a:gd name="connsiteY20" fmla="*/ 301768 h 315162"/>
                <a:gd name="connsiteX21" fmla="*/ 55174 w 403408"/>
                <a:gd name="connsiteY21" fmla="*/ 316518 h 315162"/>
                <a:gd name="connsiteX22" fmla="*/ 65890 w 403408"/>
                <a:gd name="connsiteY22" fmla="*/ 321308 h 315162"/>
                <a:gd name="connsiteX23" fmla="*/ 75344 w 403408"/>
                <a:gd name="connsiteY23" fmla="*/ 309080 h 315162"/>
                <a:gd name="connsiteX24" fmla="*/ 83917 w 403408"/>
                <a:gd name="connsiteY24" fmla="*/ 321686 h 315162"/>
                <a:gd name="connsiteX25" fmla="*/ 94885 w 403408"/>
                <a:gd name="connsiteY25" fmla="*/ 317022 h 315162"/>
                <a:gd name="connsiteX26" fmla="*/ 106609 w 403408"/>
                <a:gd name="connsiteY26" fmla="*/ 298238 h 315162"/>
                <a:gd name="connsiteX27" fmla="*/ 112912 w 403408"/>
                <a:gd name="connsiteY27" fmla="*/ 277059 h 315162"/>
                <a:gd name="connsiteX28" fmla="*/ 137242 w 403408"/>
                <a:gd name="connsiteY28" fmla="*/ 277059 h 315162"/>
                <a:gd name="connsiteX29" fmla="*/ 153001 w 403408"/>
                <a:gd name="connsiteY29" fmla="*/ 271512 h 315162"/>
                <a:gd name="connsiteX30" fmla="*/ 174180 w 403408"/>
                <a:gd name="connsiteY30" fmla="*/ 277816 h 315162"/>
                <a:gd name="connsiteX31" fmla="*/ 189055 w 403408"/>
                <a:gd name="connsiteY31" fmla="*/ 291935 h 315162"/>
                <a:gd name="connsiteX32" fmla="*/ 210991 w 403408"/>
                <a:gd name="connsiteY32" fmla="*/ 285632 h 315162"/>
                <a:gd name="connsiteX33" fmla="*/ 231413 w 403408"/>
                <a:gd name="connsiteY33" fmla="*/ 296599 h 315162"/>
                <a:gd name="connsiteX34" fmla="*/ 257257 w 403408"/>
                <a:gd name="connsiteY34" fmla="*/ 296599 h 315162"/>
                <a:gd name="connsiteX35" fmla="*/ 276923 w 403408"/>
                <a:gd name="connsiteY35" fmla="*/ 283993 h 315162"/>
                <a:gd name="connsiteX36" fmla="*/ 310708 w 403408"/>
                <a:gd name="connsiteY36" fmla="*/ 284749 h 315162"/>
                <a:gd name="connsiteX37" fmla="*/ 332643 w 403408"/>
                <a:gd name="connsiteY37" fmla="*/ 290296 h 315162"/>
                <a:gd name="connsiteX38" fmla="*/ 351427 w 403408"/>
                <a:gd name="connsiteY38" fmla="*/ 273025 h 315162"/>
                <a:gd name="connsiteX39" fmla="*/ 355209 w 403408"/>
                <a:gd name="connsiteY39" fmla="*/ 272899 h 315162"/>
                <a:gd name="connsiteX40" fmla="*/ 355335 w 403408"/>
                <a:gd name="connsiteY40" fmla="*/ 264327 h 315162"/>
                <a:gd name="connsiteX41" fmla="*/ 360882 w 403408"/>
                <a:gd name="connsiteY41" fmla="*/ 241635 h 315162"/>
                <a:gd name="connsiteX42" fmla="*/ 403240 w 403408"/>
                <a:gd name="connsiteY42" fmla="*/ 188183 h 315162"/>
                <a:gd name="connsiteX43" fmla="*/ 406391 w 403408"/>
                <a:gd name="connsiteY43" fmla="*/ 122251 h 315162"/>
                <a:gd name="connsiteX44" fmla="*/ 411056 w 403408"/>
                <a:gd name="connsiteY44" fmla="*/ 94013 h 315162"/>
                <a:gd name="connsiteX45" fmla="*/ 406391 w 403408"/>
                <a:gd name="connsiteY45" fmla="*/ 73590 h 315162"/>
                <a:gd name="connsiteX46" fmla="*/ 395676 w 403408"/>
                <a:gd name="connsiteY46" fmla="*/ 49386 h 31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03408" h="315162">
                  <a:moveTo>
                    <a:pt x="395676" y="49386"/>
                  </a:moveTo>
                  <a:cubicBezTo>
                    <a:pt x="395676" y="45604"/>
                    <a:pt x="394794" y="28207"/>
                    <a:pt x="394163" y="15222"/>
                  </a:cubicBezTo>
                  <a:lnTo>
                    <a:pt x="373110" y="26568"/>
                  </a:lnTo>
                  <a:cubicBezTo>
                    <a:pt x="373110" y="26568"/>
                    <a:pt x="367563" y="17239"/>
                    <a:pt x="356344" y="9802"/>
                  </a:cubicBezTo>
                  <a:cubicBezTo>
                    <a:pt x="345124" y="2364"/>
                    <a:pt x="317137" y="2364"/>
                    <a:pt x="317137" y="2364"/>
                  </a:cubicBezTo>
                  <a:lnTo>
                    <a:pt x="203301" y="73338"/>
                  </a:lnTo>
                  <a:lnTo>
                    <a:pt x="154766" y="112544"/>
                  </a:lnTo>
                  <a:cubicBezTo>
                    <a:pt x="154766" y="112544"/>
                    <a:pt x="122997" y="123764"/>
                    <a:pt x="113668" y="125655"/>
                  </a:cubicBezTo>
                  <a:cubicBezTo>
                    <a:pt x="112534" y="125907"/>
                    <a:pt x="111399" y="126159"/>
                    <a:pt x="110139" y="126412"/>
                  </a:cubicBezTo>
                  <a:cubicBezTo>
                    <a:pt x="110391" y="145826"/>
                    <a:pt x="110895" y="195117"/>
                    <a:pt x="108500" y="197008"/>
                  </a:cubicBezTo>
                  <a:cubicBezTo>
                    <a:pt x="105348" y="199403"/>
                    <a:pt x="102953" y="213523"/>
                    <a:pt x="99801" y="216548"/>
                  </a:cubicBezTo>
                  <a:cubicBezTo>
                    <a:pt x="96649" y="219700"/>
                    <a:pt x="92741" y="228272"/>
                    <a:pt x="83287" y="228272"/>
                  </a:cubicBezTo>
                  <a:cubicBezTo>
                    <a:pt x="73832" y="228272"/>
                    <a:pt x="51140" y="233819"/>
                    <a:pt x="41685" y="232180"/>
                  </a:cubicBezTo>
                  <a:cubicBezTo>
                    <a:pt x="32230" y="230667"/>
                    <a:pt x="24414" y="237727"/>
                    <a:pt x="20506" y="239240"/>
                  </a:cubicBezTo>
                  <a:cubicBezTo>
                    <a:pt x="18489" y="239996"/>
                    <a:pt x="10799" y="240627"/>
                    <a:pt x="3235" y="240501"/>
                  </a:cubicBezTo>
                  <a:cubicBezTo>
                    <a:pt x="2353" y="246552"/>
                    <a:pt x="1723" y="253737"/>
                    <a:pt x="3488" y="254746"/>
                  </a:cubicBezTo>
                  <a:cubicBezTo>
                    <a:pt x="6387" y="256511"/>
                    <a:pt x="7648" y="266470"/>
                    <a:pt x="12312" y="270000"/>
                  </a:cubicBezTo>
                  <a:cubicBezTo>
                    <a:pt x="16977" y="273530"/>
                    <a:pt x="24666" y="278824"/>
                    <a:pt x="24666" y="284119"/>
                  </a:cubicBezTo>
                  <a:cubicBezTo>
                    <a:pt x="24666" y="289414"/>
                    <a:pt x="25297" y="294078"/>
                    <a:pt x="29331" y="294078"/>
                  </a:cubicBezTo>
                  <a:cubicBezTo>
                    <a:pt x="33491" y="294078"/>
                    <a:pt x="35256" y="301768"/>
                    <a:pt x="39920" y="303533"/>
                  </a:cubicBezTo>
                  <a:cubicBezTo>
                    <a:pt x="44585" y="305298"/>
                    <a:pt x="52275" y="300003"/>
                    <a:pt x="53409" y="301768"/>
                  </a:cubicBezTo>
                  <a:cubicBezTo>
                    <a:pt x="54544" y="303533"/>
                    <a:pt x="52779" y="316518"/>
                    <a:pt x="55174" y="316518"/>
                  </a:cubicBezTo>
                  <a:cubicBezTo>
                    <a:pt x="56561" y="316518"/>
                    <a:pt x="61982" y="317652"/>
                    <a:pt x="65890" y="321308"/>
                  </a:cubicBezTo>
                  <a:cubicBezTo>
                    <a:pt x="64503" y="315005"/>
                    <a:pt x="67655" y="306685"/>
                    <a:pt x="75344" y="309080"/>
                  </a:cubicBezTo>
                  <a:cubicBezTo>
                    <a:pt x="83161" y="311475"/>
                    <a:pt x="76858" y="318535"/>
                    <a:pt x="83917" y="321686"/>
                  </a:cubicBezTo>
                  <a:cubicBezTo>
                    <a:pt x="90977" y="324838"/>
                    <a:pt x="94885" y="322443"/>
                    <a:pt x="94885" y="317022"/>
                  </a:cubicBezTo>
                  <a:cubicBezTo>
                    <a:pt x="94885" y="311475"/>
                    <a:pt x="104340" y="300507"/>
                    <a:pt x="106609" y="298238"/>
                  </a:cubicBezTo>
                  <a:cubicBezTo>
                    <a:pt x="109004" y="295843"/>
                    <a:pt x="108121" y="280967"/>
                    <a:pt x="112912" y="277059"/>
                  </a:cubicBezTo>
                  <a:cubicBezTo>
                    <a:pt x="117576" y="273151"/>
                    <a:pt x="131696" y="276303"/>
                    <a:pt x="137242" y="277059"/>
                  </a:cubicBezTo>
                  <a:cubicBezTo>
                    <a:pt x="142789" y="277816"/>
                    <a:pt x="146697" y="266092"/>
                    <a:pt x="153001" y="271512"/>
                  </a:cubicBezTo>
                  <a:cubicBezTo>
                    <a:pt x="159304" y="277059"/>
                    <a:pt x="169515" y="272269"/>
                    <a:pt x="174180" y="277816"/>
                  </a:cubicBezTo>
                  <a:cubicBezTo>
                    <a:pt x="178844" y="283363"/>
                    <a:pt x="181239" y="296599"/>
                    <a:pt x="189055" y="291935"/>
                  </a:cubicBezTo>
                  <a:cubicBezTo>
                    <a:pt x="196871" y="287145"/>
                    <a:pt x="206326" y="285632"/>
                    <a:pt x="210991" y="285632"/>
                  </a:cubicBezTo>
                  <a:cubicBezTo>
                    <a:pt x="215655" y="285632"/>
                    <a:pt x="226749" y="295087"/>
                    <a:pt x="231413" y="296599"/>
                  </a:cubicBezTo>
                  <a:cubicBezTo>
                    <a:pt x="236077" y="298238"/>
                    <a:pt x="251835" y="299751"/>
                    <a:pt x="257257" y="296599"/>
                  </a:cubicBezTo>
                  <a:cubicBezTo>
                    <a:pt x="262803" y="293448"/>
                    <a:pt x="269863" y="283237"/>
                    <a:pt x="276923" y="283993"/>
                  </a:cubicBezTo>
                  <a:cubicBezTo>
                    <a:pt x="283982" y="284749"/>
                    <a:pt x="305918" y="282354"/>
                    <a:pt x="310708" y="284749"/>
                  </a:cubicBezTo>
                  <a:cubicBezTo>
                    <a:pt x="315372" y="287145"/>
                    <a:pt x="325584" y="292565"/>
                    <a:pt x="332643" y="290296"/>
                  </a:cubicBezTo>
                  <a:cubicBezTo>
                    <a:pt x="339703" y="287901"/>
                    <a:pt x="346006" y="274664"/>
                    <a:pt x="351427" y="273025"/>
                  </a:cubicBezTo>
                  <a:cubicBezTo>
                    <a:pt x="353192" y="272521"/>
                    <a:pt x="354201" y="272647"/>
                    <a:pt x="355209" y="272899"/>
                  </a:cubicBezTo>
                  <a:cubicBezTo>
                    <a:pt x="355335" y="269874"/>
                    <a:pt x="355335" y="266974"/>
                    <a:pt x="355335" y="264327"/>
                  </a:cubicBezTo>
                  <a:cubicBezTo>
                    <a:pt x="355335" y="250207"/>
                    <a:pt x="358487" y="255628"/>
                    <a:pt x="360882" y="241635"/>
                  </a:cubicBezTo>
                  <a:cubicBezTo>
                    <a:pt x="363277" y="227516"/>
                    <a:pt x="400088" y="190579"/>
                    <a:pt x="403240" y="188183"/>
                  </a:cubicBezTo>
                  <a:cubicBezTo>
                    <a:pt x="406391" y="185788"/>
                    <a:pt x="406391" y="130194"/>
                    <a:pt x="406391" y="122251"/>
                  </a:cubicBezTo>
                  <a:cubicBezTo>
                    <a:pt x="406391" y="114436"/>
                    <a:pt x="408030" y="104981"/>
                    <a:pt x="411056" y="94013"/>
                  </a:cubicBezTo>
                  <a:cubicBezTo>
                    <a:pt x="414207" y="83045"/>
                    <a:pt x="405635" y="83802"/>
                    <a:pt x="406391" y="73590"/>
                  </a:cubicBezTo>
                  <a:cubicBezTo>
                    <a:pt x="407526" y="63505"/>
                    <a:pt x="395676" y="55689"/>
                    <a:pt x="395676" y="49386"/>
                  </a:cubicBezTo>
                  <a:close/>
                </a:path>
              </a:pathLst>
            </a:custGeom>
            <a:grpFill/>
            <a:ln w="1270" cap="flat">
              <a:solidFill>
                <a:schemeClr val="bg1"/>
              </a:solidFill>
              <a:prstDash val="solid"/>
              <a:miter/>
            </a:ln>
          </p:spPr>
          <p:txBody>
            <a:bodyPr rtlCol="0" anchor="ctr"/>
            <a:lstStyle/>
            <a:p>
              <a:endParaRPr lang="ko-KR" altLang="en-US"/>
            </a:p>
          </p:txBody>
        </p:sp>
        <p:sp>
          <p:nvSpPr>
            <p:cNvPr id="54" name="자유형: 도형 34">
              <a:extLst>
                <a:ext uri="{FF2B5EF4-FFF2-40B4-BE49-F238E27FC236}">
                  <a16:creationId xmlns:a16="http://schemas.microsoft.com/office/drawing/2014/main" id="{614BB825-D417-3945-B0FE-908FEFB7A535}"/>
                </a:ext>
              </a:extLst>
            </p:cNvPr>
            <p:cNvSpPr/>
            <p:nvPr/>
          </p:nvSpPr>
          <p:spPr>
            <a:xfrm>
              <a:off x="6157299" y="3932119"/>
              <a:ext cx="264737" cy="441228"/>
            </a:xfrm>
            <a:custGeom>
              <a:avLst/>
              <a:gdLst>
                <a:gd name="connsiteX0" fmla="*/ 267353 w 264736"/>
                <a:gd name="connsiteY0" fmla="*/ 111284 h 441227"/>
                <a:gd name="connsiteX1" fmla="*/ 64766 w 264736"/>
                <a:gd name="connsiteY1" fmla="*/ 2364 h 441227"/>
                <a:gd name="connsiteX2" fmla="*/ 41066 w 264736"/>
                <a:gd name="connsiteY2" fmla="*/ 15222 h 441227"/>
                <a:gd name="connsiteX3" fmla="*/ 42578 w 264736"/>
                <a:gd name="connsiteY3" fmla="*/ 49386 h 441227"/>
                <a:gd name="connsiteX4" fmla="*/ 53546 w 264736"/>
                <a:gd name="connsiteY4" fmla="*/ 73717 h 441227"/>
                <a:gd name="connsiteX5" fmla="*/ 58211 w 264736"/>
                <a:gd name="connsiteY5" fmla="*/ 94139 h 441227"/>
                <a:gd name="connsiteX6" fmla="*/ 53546 w 264736"/>
                <a:gd name="connsiteY6" fmla="*/ 122378 h 441227"/>
                <a:gd name="connsiteX7" fmla="*/ 50394 w 264736"/>
                <a:gd name="connsiteY7" fmla="*/ 188310 h 441227"/>
                <a:gd name="connsiteX8" fmla="*/ 8037 w 264736"/>
                <a:gd name="connsiteY8" fmla="*/ 241761 h 441227"/>
                <a:gd name="connsiteX9" fmla="*/ 2490 w 264736"/>
                <a:gd name="connsiteY9" fmla="*/ 264453 h 441227"/>
                <a:gd name="connsiteX10" fmla="*/ 2364 w 264736"/>
                <a:gd name="connsiteY10" fmla="*/ 273025 h 441227"/>
                <a:gd name="connsiteX11" fmla="*/ 8037 w 264736"/>
                <a:gd name="connsiteY11" fmla="*/ 278572 h 441227"/>
                <a:gd name="connsiteX12" fmla="*/ 19761 w 264736"/>
                <a:gd name="connsiteY12" fmla="*/ 289540 h 441227"/>
                <a:gd name="connsiteX13" fmla="*/ 36275 w 264736"/>
                <a:gd name="connsiteY13" fmla="*/ 314627 h 441227"/>
                <a:gd name="connsiteX14" fmla="*/ 39427 w 264736"/>
                <a:gd name="connsiteY14" fmla="*/ 338201 h 441227"/>
                <a:gd name="connsiteX15" fmla="*/ 50394 w 264736"/>
                <a:gd name="connsiteY15" fmla="*/ 371104 h 441227"/>
                <a:gd name="connsiteX16" fmla="*/ 39427 w 264736"/>
                <a:gd name="connsiteY16" fmla="*/ 375012 h 441227"/>
                <a:gd name="connsiteX17" fmla="*/ 16735 w 264736"/>
                <a:gd name="connsiteY17" fmla="*/ 378164 h 441227"/>
                <a:gd name="connsiteX18" fmla="*/ 23039 w 264736"/>
                <a:gd name="connsiteY18" fmla="*/ 397073 h 441227"/>
                <a:gd name="connsiteX19" fmla="*/ 44974 w 264736"/>
                <a:gd name="connsiteY19" fmla="*/ 419765 h 441227"/>
                <a:gd name="connsiteX20" fmla="*/ 55185 w 264736"/>
                <a:gd name="connsiteY20" fmla="*/ 441700 h 441227"/>
                <a:gd name="connsiteX21" fmla="*/ 70061 w 264736"/>
                <a:gd name="connsiteY21" fmla="*/ 435397 h 441227"/>
                <a:gd name="connsiteX22" fmla="*/ 87332 w 264736"/>
                <a:gd name="connsiteY22" fmla="*/ 435397 h 441227"/>
                <a:gd name="connsiteX23" fmla="*/ 116327 w 264736"/>
                <a:gd name="connsiteY23" fmla="*/ 426699 h 441227"/>
                <a:gd name="connsiteX24" fmla="*/ 139901 w 264736"/>
                <a:gd name="connsiteY24" fmla="*/ 414092 h 441227"/>
                <a:gd name="connsiteX25" fmla="*/ 141540 w 264736"/>
                <a:gd name="connsiteY25" fmla="*/ 399973 h 441227"/>
                <a:gd name="connsiteX26" fmla="*/ 179233 w 264736"/>
                <a:gd name="connsiteY26" fmla="*/ 392157 h 441227"/>
                <a:gd name="connsiteX27" fmla="*/ 205077 w 264736"/>
                <a:gd name="connsiteY27" fmla="*/ 365431 h 441227"/>
                <a:gd name="connsiteX28" fmla="*/ 210623 w 264736"/>
                <a:gd name="connsiteY28" fmla="*/ 352825 h 441227"/>
                <a:gd name="connsiteX29" fmla="*/ 232559 w 264736"/>
                <a:gd name="connsiteY29" fmla="*/ 344252 h 441227"/>
                <a:gd name="connsiteX30" fmla="*/ 237223 w 264736"/>
                <a:gd name="connsiteY30" fmla="*/ 345261 h 441227"/>
                <a:gd name="connsiteX31" fmla="*/ 236340 w 264736"/>
                <a:gd name="connsiteY31" fmla="*/ 344252 h 441227"/>
                <a:gd name="connsiteX32" fmla="*/ 239618 w 264736"/>
                <a:gd name="connsiteY32" fmla="*/ 332780 h 441227"/>
                <a:gd name="connsiteX33" fmla="*/ 226507 w 264736"/>
                <a:gd name="connsiteY33" fmla="*/ 316392 h 441227"/>
                <a:gd name="connsiteX34" fmla="*/ 221591 w 264736"/>
                <a:gd name="connsiteY34" fmla="*/ 296725 h 441227"/>
                <a:gd name="connsiteX35" fmla="*/ 218313 w 264736"/>
                <a:gd name="connsiteY35" fmla="*/ 281976 h 441227"/>
                <a:gd name="connsiteX36" fmla="*/ 219952 w 264736"/>
                <a:gd name="connsiteY36" fmla="*/ 262310 h 441227"/>
                <a:gd name="connsiteX37" fmla="*/ 231424 w 264736"/>
                <a:gd name="connsiteY37" fmla="*/ 242644 h 441227"/>
                <a:gd name="connsiteX38" fmla="*/ 241257 w 264736"/>
                <a:gd name="connsiteY38" fmla="*/ 226255 h 441227"/>
                <a:gd name="connsiteX39" fmla="*/ 264201 w 264736"/>
                <a:gd name="connsiteY39" fmla="*/ 211506 h 441227"/>
                <a:gd name="connsiteX40" fmla="*/ 267478 w 264736"/>
                <a:gd name="connsiteY40" fmla="*/ 183771 h 441227"/>
                <a:gd name="connsiteX41" fmla="*/ 267478 w 264736"/>
                <a:gd name="connsiteY41" fmla="*/ 111284 h 441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64736" h="441227">
                  <a:moveTo>
                    <a:pt x="267353" y="111284"/>
                  </a:moveTo>
                  <a:lnTo>
                    <a:pt x="64766" y="2364"/>
                  </a:lnTo>
                  <a:lnTo>
                    <a:pt x="41066" y="15222"/>
                  </a:lnTo>
                  <a:cubicBezTo>
                    <a:pt x="41696" y="28081"/>
                    <a:pt x="42578" y="45478"/>
                    <a:pt x="42578" y="49386"/>
                  </a:cubicBezTo>
                  <a:cubicBezTo>
                    <a:pt x="42578" y="55689"/>
                    <a:pt x="54303" y="63505"/>
                    <a:pt x="53546" y="73717"/>
                  </a:cubicBezTo>
                  <a:cubicBezTo>
                    <a:pt x="52790" y="83928"/>
                    <a:pt x="61362" y="83171"/>
                    <a:pt x="58211" y="94139"/>
                  </a:cubicBezTo>
                  <a:cubicBezTo>
                    <a:pt x="55059" y="105107"/>
                    <a:pt x="53546" y="114562"/>
                    <a:pt x="53546" y="122378"/>
                  </a:cubicBezTo>
                  <a:cubicBezTo>
                    <a:pt x="53546" y="130194"/>
                    <a:pt x="53546" y="185914"/>
                    <a:pt x="50394" y="188310"/>
                  </a:cubicBezTo>
                  <a:cubicBezTo>
                    <a:pt x="47243" y="190705"/>
                    <a:pt x="10432" y="227516"/>
                    <a:pt x="8037" y="241761"/>
                  </a:cubicBezTo>
                  <a:cubicBezTo>
                    <a:pt x="5642" y="255881"/>
                    <a:pt x="2490" y="250334"/>
                    <a:pt x="2490" y="264453"/>
                  </a:cubicBezTo>
                  <a:cubicBezTo>
                    <a:pt x="2490" y="266974"/>
                    <a:pt x="2490" y="270000"/>
                    <a:pt x="2364" y="273025"/>
                  </a:cubicBezTo>
                  <a:cubicBezTo>
                    <a:pt x="4381" y="273656"/>
                    <a:pt x="5263" y="275925"/>
                    <a:pt x="8037" y="278572"/>
                  </a:cubicBezTo>
                  <a:cubicBezTo>
                    <a:pt x="11945" y="282480"/>
                    <a:pt x="11945" y="289540"/>
                    <a:pt x="19761" y="289540"/>
                  </a:cubicBezTo>
                  <a:cubicBezTo>
                    <a:pt x="27577" y="289540"/>
                    <a:pt x="37032" y="307567"/>
                    <a:pt x="36275" y="314627"/>
                  </a:cubicBezTo>
                  <a:cubicBezTo>
                    <a:pt x="35519" y="321686"/>
                    <a:pt x="40183" y="325594"/>
                    <a:pt x="39427" y="338201"/>
                  </a:cubicBezTo>
                  <a:cubicBezTo>
                    <a:pt x="38671" y="350681"/>
                    <a:pt x="46486" y="368835"/>
                    <a:pt x="50394" y="371104"/>
                  </a:cubicBezTo>
                  <a:cubicBezTo>
                    <a:pt x="54303" y="373499"/>
                    <a:pt x="48756" y="375768"/>
                    <a:pt x="39427" y="375012"/>
                  </a:cubicBezTo>
                  <a:cubicBezTo>
                    <a:pt x="29972" y="374256"/>
                    <a:pt x="16735" y="374256"/>
                    <a:pt x="16735" y="378164"/>
                  </a:cubicBezTo>
                  <a:cubicBezTo>
                    <a:pt x="16735" y="382072"/>
                    <a:pt x="12827" y="387618"/>
                    <a:pt x="23039" y="397073"/>
                  </a:cubicBezTo>
                  <a:cubicBezTo>
                    <a:pt x="33250" y="406528"/>
                    <a:pt x="41948" y="409554"/>
                    <a:pt x="44974" y="419765"/>
                  </a:cubicBezTo>
                  <a:cubicBezTo>
                    <a:pt x="48125" y="429976"/>
                    <a:pt x="52033" y="439431"/>
                    <a:pt x="55185" y="441700"/>
                  </a:cubicBezTo>
                  <a:cubicBezTo>
                    <a:pt x="58337" y="444096"/>
                    <a:pt x="64640" y="443339"/>
                    <a:pt x="70061" y="435397"/>
                  </a:cubicBezTo>
                  <a:cubicBezTo>
                    <a:pt x="75607" y="427581"/>
                    <a:pt x="81911" y="442457"/>
                    <a:pt x="87332" y="435397"/>
                  </a:cubicBezTo>
                  <a:cubicBezTo>
                    <a:pt x="92879" y="428337"/>
                    <a:pt x="111662" y="429094"/>
                    <a:pt x="116327" y="426699"/>
                  </a:cubicBezTo>
                  <a:cubicBezTo>
                    <a:pt x="120991" y="424303"/>
                    <a:pt x="135110" y="418126"/>
                    <a:pt x="139901" y="414092"/>
                  </a:cubicBezTo>
                  <a:cubicBezTo>
                    <a:pt x="144565" y="410184"/>
                    <a:pt x="134354" y="403881"/>
                    <a:pt x="141540" y="399973"/>
                  </a:cubicBezTo>
                  <a:cubicBezTo>
                    <a:pt x="148599" y="396065"/>
                    <a:pt x="170535" y="403124"/>
                    <a:pt x="179233" y="392157"/>
                  </a:cubicBezTo>
                  <a:cubicBezTo>
                    <a:pt x="187806" y="381189"/>
                    <a:pt x="201169" y="369465"/>
                    <a:pt x="205077" y="365431"/>
                  </a:cubicBezTo>
                  <a:cubicBezTo>
                    <a:pt x="208985" y="361523"/>
                    <a:pt x="205077" y="358371"/>
                    <a:pt x="210623" y="352825"/>
                  </a:cubicBezTo>
                  <a:cubicBezTo>
                    <a:pt x="216044" y="347404"/>
                    <a:pt x="227138" y="341100"/>
                    <a:pt x="232559" y="344252"/>
                  </a:cubicBezTo>
                  <a:cubicBezTo>
                    <a:pt x="233819" y="345008"/>
                    <a:pt x="235458" y="345261"/>
                    <a:pt x="237223" y="345261"/>
                  </a:cubicBezTo>
                  <a:cubicBezTo>
                    <a:pt x="236719" y="344630"/>
                    <a:pt x="236340" y="344252"/>
                    <a:pt x="236340" y="344252"/>
                  </a:cubicBezTo>
                  <a:lnTo>
                    <a:pt x="239618" y="332780"/>
                  </a:lnTo>
                  <a:cubicBezTo>
                    <a:pt x="239618" y="332780"/>
                    <a:pt x="226507" y="326225"/>
                    <a:pt x="226507" y="316392"/>
                  </a:cubicBezTo>
                  <a:cubicBezTo>
                    <a:pt x="226507" y="306559"/>
                    <a:pt x="229785" y="296725"/>
                    <a:pt x="221591" y="296725"/>
                  </a:cubicBezTo>
                  <a:cubicBezTo>
                    <a:pt x="213397" y="296725"/>
                    <a:pt x="211758" y="288531"/>
                    <a:pt x="218313" y="281976"/>
                  </a:cubicBezTo>
                  <a:cubicBezTo>
                    <a:pt x="224869" y="275421"/>
                    <a:pt x="208480" y="262310"/>
                    <a:pt x="219952" y="262310"/>
                  </a:cubicBezTo>
                  <a:cubicBezTo>
                    <a:pt x="231424" y="262310"/>
                    <a:pt x="223230" y="244283"/>
                    <a:pt x="231424" y="242644"/>
                  </a:cubicBezTo>
                  <a:cubicBezTo>
                    <a:pt x="239618" y="241005"/>
                    <a:pt x="241257" y="234449"/>
                    <a:pt x="241257" y="226255"/>
                  </a:cubicBezTo>
                  <a:cubicBezTo>
                    <a:pt x="241257" y="218061"/>
                    <a:pt x="259284" y="213144"/>
                    <a:pt x="264201" y="211506"/>
                  </a:cubicBezTo>
                  <a:cubicBezTo>
                    <a:pt x="269117" y="209867"/>
                    <a:pt x="267478" y="183771"/>
                    <a:pt x="267478" y="183771"/>
                  </a:cubicBezTo>
                  <a:lnTo>
                    <a:pt x="267478" y="111284"/>
                  </a:lnTo>
                  <a:close/>
                </a:path>
              </a:pathLst>
            </a:custGeom>
            <a:grpFill/>
            <a:ln w="1270" cap="flat">
              <a:solidFill>
                <a:schemeClr val="bg1"/>
              </a:solidFill>
              <a:prstDash val="solid"/>
              <a:miter/>
            </a:ln>
          </p:spPr>
          <p:txBody>
            <a:bodyPr rtlCol="0" anchor="ctr"/>
            <a:lstStyle/>
            <a:p>
              <a:endParaRPr lang="ko-KR" altLang="en-US"/>
            </a:p>
          </p:txBody>
        </p:sp>
        <p:sp>
          <p:nvSpPr>
            <p:cNvPr id="55" name="자유형: 도형 35">
              <a:extLst>
                <a:ext uri="{FF2B5EF4-FFF2-40B4-BE49-F238E27FC236}">
                  <a16:creationId xmlns:a16="http://schemas.microsoft.com/office/drawing/2014/main" id="{6975E936-C821-0D42-A12E-E9A00190A681}"/>
                </a:ext>
              </a:extLst>
            </p:cNvPr>
            <p:cNvSpPr/>
            <p:nvPr/>
          </p:nvSpPr>
          <p:spPr>
            <a:xfrm>
              <a:off x="6443103" y="3687931"/>
              <a:ext cx="277343" cy="289950"/>
            </a:xfrm>
            <a:custGeom>
              <a:avLst/>
              <a:gdLst>
                <a:gd name="connsiteX0" fmla="*/ 269230 w 277343"/>
                <a:gd name="connsiteY0" fmla="*/ 65270 h 289949"/>
                <a:gd name="connsiteX1" fmla="*/ 250194 w 277343"/>
                <a:gd name="connsiteY1" fmla="*/ 18500 h 289949"/>
                <a:gd name="connsiteX2" fmla="*/ 247168 w 277343"/>
                <a:gd name="connsiteY2" fmla="*/ 22660 h 289949"/>
                <a:gd name="connsiteX3" fmla="*/ 218929 w 277343"/>
                <a:gd name="connsiteY3" fmla="*/ 21021 h 289949"/>
                <a:gd name="connsiteX4" fmla="*/ 185522 w 277343"/>
                <a:gd name="connsiteY4" fmla="*/ 13962 h 289949"/>
                <a:gd name="connsiteX5" fmla="*/ 130179 w 277343"/>
                <a:gd name="connsiteY5" fmla="*/ 22912 h 289949"/>
                <a:gd name="connsiteX6" fmla="*/ 100428 w 277343"/>
                <a:gd name="connsiteY6" fmla="*/ 25686 h 289949"/>
                <a:gd name="connsiteX7" fmla="*/ 51767 w 277343"/>
                <a:gd name="connsiteY7" fmla="*/ 11945 h 289949"/>
                <a:gd name="connsiteX8" fmla="*/ 11678 w 277343"/>
                <a:gd name="connsiteY8" fmla="*/ 2364 h 289949"/>
                <a:gd name="connsiteX9" fmla="*/ 9283 w 277343"/>
                <a:gd name="connsiteY9" fmla="*/ 8919 h 289949"/>
                <a:gd name="connsiteX10" fmla="*/ 6006 w 277343"/>
                <a:gd name="connsiteY10" fmla="*/ 41696 h 289949"/>
                <a:gd name="connsiteX11" fmla="*/ 6006 w 277343"/>
                <a:gd name="connsiteY11" fmla="*/ 81028 h 289949"/>
                <a:gd name="connsiteX12" fmla="*/ 6006 w 277343"/>
                <a:gd name="connsiteY12" fmla="*/ 285380 h 289949"/>
                <a:gd name="connsiteX13" fmla="*/ 167873 w 277343"/>
                <a:gd name="connsiteY13" fmla="*/ 285380 h 289949"/>
                <a:gd name="connsiteX14" fmla="*/ 177328 w 277343"/>
                <a:gd name="connsiteY14" fmla="*/ 279076 h 289949"/>
                <a:gd name="connsiteX15" fmla="*/ 189935 w 277343"/>
                <a:gd name="connsiteY15" fmla="*/ 283741 h 289949"/>
                <a:gd name="connsiteX16" fmla="*/ 224476 w 277343"/>
                <a:gd name="connsiteY16" fmla="*/ 283741 h 289949"/>
                <a:gd name="connsiteX17" fmla="*/ 238595 w 277343"/>
                <a:gd name="connsiteY17" fmla="*/ 291557 h 289949"/>
                <a:gd name="connsiteX18" fmla="*/ 254354 w 277343"/>
                <a:gd name="connsiteY18" fmla="*/ 278950 h 289949"/>
                <a:gd name="connsiteX19" fmla="*/ 271624 w 277343"/>
                <a:gd name="connsiteY19" fmla="*/ 260040 h 289949"/>
                <a:gd name="connsiteX20" fmla="*/ 285744 w 277343"/>
                <a:gd name="connsiteY20" fmla="*/ 250586 h 289949"/>
                <a:gd name="connsiteX21" fmla="*/ 286626 w 277343"/>
                <a:gd name="connsiteY21" fmla="*/ 249451 h 289949"/>
                <a:gd name="connsiteX22" fmla="*/ 286500 w 277343"/>
                <a:gd name="connsiteY22" fmla="*/ 238736 h 289949"/>
                <a:gd name="connsiteX23" fmla="*/ 274398 w 277343"/>
                <a:gd name="connsiteY23" fmla="*/ 209362 h 289949"/>
                <a:gd name="connsiteX24" fmla="*/ 246159 w 277343"/>
                <a:gd name="connsiteY24" fmla="*/ 155280 h 289949"/>
                <a:gd name="connsiteX25" fmla="*/ 233553 w 277343"/>
                <a:gd name="connsiteY25" fmla="*/ 128177 h 289949"/>
                <a:gd name="connsiteX26" fmla="*/ 215526 w 277343"/>
                <a:gd name="connsiteY26" fmla="*/ 98803 h 289949"/>
                <a:gd name="connsiteX27" fmla="*/ 203424 w 277343"/>
                <a:gd name="connsiteY27" fmla="*/ 50142 h 289949"/>
                <a:gd name="connsiteX28" fmla="*/ 221073 w 277343"/>
                <a:gd name="connsiteY28" fmla="*/ 84306 h 289949"/>
                <a:gd name="connsiteX29" fmla="*/ 247798 w 277343"/>
                <a:gd name="connsiteY29" fmla="*/ 119226 h 289949"/>
                <a:gd name="connsiteX30" fmla="*/ 263935 w 277343"/>
                <a:gd name="connsiteY30" fmla="*/ 81533 h 289949"/>
                <a:gd name="connsiteX31" fmla="*/ 264565 w 277343"/>
                <a:gd name="connsiteY31" fmla="*/ 82667 h 289949"/>
                <a:gd name="connsiteX32" fmla="*/ 265574 w 277343"/>
                <a:gd name="connsiteY32" fmla="*/ 75481 h 289949"/>
                <a:gd name="connsiteX33" fmla="*/ 269230 w 277343"/>
                <a:gd name="connsiteY33" fmla="*/ 65270 h 289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77343" h="289949">
                  <a:moveTo>
                    <a:pt x="269230" y="65270"/>
                  </a:moveTo>
                  <a:lnTo>
                    <a:pt x="250194" y="18500"/>
                  </a:lnTo>
                  <a:cubicBezTo>
                    <a:pt x="248807" y="20643"/>
                    <a:pt x="247798" y="22156"/>
                    <a:pt x="247168" y="22660"/>
                  </a:cubicBezTo>
                  <a:cubicBezTo>
                    <a:pt x="244017" y="25812"/>
                    <a:pt x="231032" y="17996"/>
                    <a:pt x="218929" y="21021"/>
                  </a:cubicBezTo>
                  <a:cubicBezTo>
                    <a:pt x="206827" y="24173"/>
                    <a:pt x="197372" y="19887"/>
                    <a:pt x="185522" y="13962"/>
                  </a:cubicBezTo>
                  <a:cubicBezTo>
                    <a:pt x="173798" y="8037"/>
                    <a:pt x="135348" y="15474"/>
                    <a:pt x="130179" y="22912"/>
                  </a:cubicBezTo>
                  <a:cubicBezTo>
                    <a:pt x="125137" y="30350"/>
                    <a:pt x="112152" y="30350"/>
                    <a:pt x="100428" y="25686"/>
                  </a:cubicBezTo>
                  <a:cubicBezTo>
                    <a:pt x="88704" y="20895"/>
                    <a:pt x="73324" y="13962"/>
                    <a:pt x="51767" y="11945"/>
                  </a:cubicBezTo>
                  <a:cubicBezTo>
                    <a:pt x="31597" y="10180"/>
                    <a:pt x="15334" y="7154"/>
                    <a:pt x="11678" y="2364"/>
                  </a:cubicBezTo>
                  <a:cubicBezTo>
                    <a:pt x="10796" y="4633"/>
                    <a:pt x="10040" y="6902"/>
                    <a:pt x="9283" y="8919"/>
                  </a:cubicBezTo>
                  <a:cubicBezTo>
                    <a:pt x="2728" y="26946"/>
                    <a:pt x="14200" y="31863"/>
                    <a:pt x="6006" y="41696"/>
                  </a:cubicBezTo>
                  <a:cubicBezTo>
                    <a:pt x="-2189" y="51529"/>
                    <a:pt x="6006" y="63001"/>
                    <a:pt x="6006" y="81028"/>
                  </a:cubicBezTo>
                  <a:cubicBezTo>
                    <a:pt x="6006" y="93509"/>
                    <a:pt x="6006" y="212766"/>
                    <a:pt x="6006" y="285380"/>
                  </a:cubicBezTo>
                  <a:lnTo>
                    <a:pt x="167873" y="285380"/>
                  </a:lnTo>
                  <a:cubicBezTo>
                    <a:pt x="167873" y="285380"/>
                    <a:pt x="172664" y="282228"/>
                    <a:pt x="177328" y="279076"/>
                  </a:cubicBezTo>
                  <a:cubicBezTo>
                    <a:pt x="181992" y="275925"/>
                    <a:pt x="189935" y="283741"/>
                    <a:pt x="189935" y="283741"/>
                  </a:cubicBezTo>
                  <a:lnTo>
                    <a:pt x="224476" y="283741"/>
                  </a:lnTo>
                  <a:cubicBezTo>
                    <a:pt x="224476" y="283741"/>
                    <a:pt x="230780" y="291557"/>
                    <a:pt x="238595" y="291557"/>
                  </a:cubicBezTo>
                  <a:cubicBezTo>
                    <a:pt x="246411" y="291557"/>
                    <a:pt x="241747" y="278950"/>
                    <a:pt x="254354" y="278950"/>
                  </a:cubicBezTo>
                  <a:cubicBezTo>
                    <a:pt x="266834" y="278950"/>
                    <a:pt x="263809" y="260040"/>
                    <a:pt x="271624" y="260040"/>
                  </a:cubicBezTo>
                  <a:cubicBezTo>
                    <a:pt x="279441" y="260040"/>
                    <a:pt x="277928" y="261679"/>
                    <a:pt x="285744" y="250586"/>
                  </a:cubicBezTo>
                  <a:cubicBezTo>
                    <a:pt x="285996" y="250207"/>
                    <a:pt x="286374" y="249829"/>
                    <a:pt x="286626" y="249451"/>
                  </a:cubicBezTo>
                  <a:cubicBezTo>
                    <a:pt x="285996" y="246047"/>
                    <a:pt x="285996" y="242517"/>
                    <a:pt x="286500" y="238736"/>
                  </a:cubicBezTo>
                  <a:cubicBezTo>
                    <a:pt x="288518" y="226129"/>
                    <a:pt x="279819" y="227012"/>
                    <a:pt x="274398" y="209362"/>
                  </a:cubicBezTo>
                  <a:cubicBezTo>
                    <a:pt x="268851" y="191713"/>
                    <a:pt x="246916" y="165492"/>
                    <a:pt x="246159" y="155280"/>
                  </a:cubicBezTo>
                  <a:cubicBezTo>
                    <a:pt x="245403" y="145069"/>
                    <a:pt x="233175" y="139270"/>
                    <a:pt x="233553" y="128177"/>
                  </a:cubicBezTo>
                  <a:cubicBezTo>
                    <a:pt x="233931" y="117209"/>
                    <a:pt x="227628" y="116074"/>
                    <a:pt x="215526" y="98803"/>
                  </a:cubicBezTo>
                  <a:cubicBezTo>
                    <a:pt x="203424" y="81533"/>
                    <a:pt x="199768" y="51277"/>
                    <a:pt x="203424" y="50142"/>
                  </a:cubicBezTo>
                  <a:cubicBezTo>
                    <a:pt x="206953" y="49008"/>
                    <a:pt x="217165" y="75607"/>
                    <a:pt x="221073" y="84306"/>
                  </a:cubicBezTo>
                  <a:cubicBezTo>
                    <a:pt x="224981" y="93004"/>
                    <a:pt x="238344" y="119226"/>
                    <a:pt x="247798" y="119226"/>
                  </a:cubicBezTo>
                  <a:cubicBezTo>
                    <a:pt x="257253" y="119226"/>
                    <a:pt x="260783" y="79641"/>
                    <a:pt x="263935" y="81533"/>
                  </a:cubicBezTo>
                  <a:cubicBezTo>
                    <a:pt x="264187" y="81659"/>
                    <a:pt x="264439" y="82163"/>
                    <a:pt x="264565" y="82667"/>
                  </a:cubicBezTo>
                  <a:lnTo>
                    <a:pt x="265574" y="75481"/>
                  </a:lnTo>
                  <a:lnTo>
                    <a:pt x="269230" y="65270"/>
                  </a:lnTo>
                  <a:close/>
                </a:path>
              </a:pathLst>
            </a:custGeom>
            <a:grpFill/>
            <a:ln w="1270" cap="flat">
              <a:solidFill>
                <a:schemeClr val="bg1"/>
              </a:solidFill>
              <a:prstDash val="solid"/>
              <a:miter/>
            </a:ln>
          </p:spPr>
          <p:txBody>
            <a:bodyPr rtlCol="0" anchor="ctr"/>
            <a:lstStyle/>
            <a:p>
              <a:endParaRPr lang="ko-KR" altLang="en-US"/>
            </a:p>
          </p:txBody>
        </p:sp>
        <p:sp>
          <p:nvSpPr>
            <p:cNvPr id="56" name="자유형: 도형 36">
              <a:extLst>
                <a:ext uri="{FF2B5EF4-FFF2-40B4-BE49-F238E27FC236}">
                  <a16:creationId xmlns:a16="http://schemas.microsoft.com/office/drawing/2014/main" id="{8C7A36AB-5FA0-6C48-8FC3-7BD5478573AD}"/>
                </a:ext>
              </a:extLst>
            </p:cNvPr>
            <p:cNvSpPr/>
            <p:nvPr/>
          </p:nvSpPr>
          <p:spPr>
            <a:xfrm>
              <a:off x="6035100" y="4509875"/>
              <a:ext cx="138672" cy="163885"/>
            </a:xfrm>
            <a:custGeom>
              <a:avLst/>
              <a:gdLst>
                <a:gd name="connsiteX0" fmla="*/ 74263 w 138671"/>
                <a:gd name="connsiteY0" fmla="*/ 160827 h 163884"/>
                <a:gd name="connsiteX1" fmla="*/ 77541 w 138671"/>
                <a:gd name="connsiteY1" fmla="*/ 139522 h 163884"/>
                <a:gd name="connsiteX2" fmla="*/ 93929 w 138671"/>
                <a:gd name="connsiteY2" fmla="*/ 128051 h 163884"/>
                <a:gd name="connsiteX3" fmla="*/ 105401 w 138671"/>
                <a:gd name="connsiteY3" fmla="*/ 113301 h 163884"/>
                <a:gd name="connsiteX4" fmla="*/ 120151 w 138671"/>
                <a:gd name="connsiteY4" fmla="*/ 129689 h 163884"/>
                <a:gd name="connsiteX5" fmla="*/ 139817 w 138671"/>
                <a:gd name="connsiteY5" fmla="*/ 132967 h 163884"/>
                <a:gd name="connsiteX6" fmla="*/ 148011 w 138671"/>
                <a:gd name="connsiteY6" fmla="*/ 101829 h 163884"/>
                <a:gd name="connsiteX7" fmla="*/ 141456 w 138671"/>
                <a:gd name="connsiteY7" fmla="*/ 73969 h 163884"/>
                <a:gd name="connsiteX8" fmla="*/ 136539 w 138671"/>
                <a:gd name="connsiteY8" fmla="*/ 52664 h 163884"/>
                <a:gd name="connsiteX9" fmla="*/ 139817 w 138671"/>
                <a:gd name="connsiteY9" fmla="*/ 31359 h 163884"/>
                <a:gd name="connsiteX10" fmla="*/ 113595 w 138671"/>
                <a:gd name="connsiteY10" fmla="*/ 31359 h 163884"/>
                <a:gd name="connsiteX11" fmla="*/ 116369 w 138671"/>
                <a:gd name="connsiteY11" fmla="*/ 4002 h 163884"/>
                <a:gd name="connsiteX12" fmla="*/ 76910 w 138671"/>
                <a:gd name="connsiteY12" fmla="*/ 2364 h 163884"/>
                <a:gd name="connsiteX13" fmla="*/ 71994 w 138671"/>
                <a:gd name="connsiteY13" fmla="*/ 3750 h 163884"/>
                <a:gd name="connsiteX14" fmla="*/ 70859 w 138671"/>
                <a:gd name="connsiteY14" fmla="*/ 37914 h 163884"/>
                <a:gd name="connsiteX15" fmla="*/ 34805 w 138671"/>
                <a:gd name="connsiteY15" fmla="*/ 39553 h 163884"/>
                <a:gd name="connsiteX16" fmla="*/ 22576 w 138671"/>
                <a:gd name="connsiteY16" fmla="*/ 41192 h 163884"/>
                <a:gd name="connsiteX17" fmla="*/ 18038 w 138671"/>
                <a:gd name="connsiteY17" fmla="*/ 46738 h 163884"/>
                <a:gd name="connsiteX18" fmla="*/ 28249 w 138671"/>
                <a:gd name="connsiteY18" fmla="*/ 60102 h 163884"/>
                <a:gd name="connsiteX19" fmla="*/ 13752 w 138671"/>
                <a:gd name="connsiteY19" fmla="*/ 71069 h 163884"/>
                <a:gd name="connsiteX20" fmla="*/ 3163 w 138671"/>
                <a:gd name="connsiteY20" fmla="*/ 87962 h 163884"/>
                <a:gd name="connsiteX21" fmla="*/ 16147 w 138671"/>
                <a:gd name="connsiteY21" fmla="*/ 111536 h 163884"/>
                <a:gd name="connsiteX22" fmla="*/ 35435 w 138671"/>
                <a:gd name="connsiteY22" fmla="*/ 135867 h 163884"/>
                <a:gd name="connsiteX23" fmla="*/ 61657 w 138671"/>
                <a:gd name="connsiteY23" fmla="*/ 168517 h 163884"/>
                <a:gd name="connsiteX24" fmla="*/ 74263 w 138671"/>
                <a:gd name="connsiteY24" fmla="*/ 160827 h 163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8671" h="163884">
                  <a:moveTo>
                    <a:pt x="74263" y="160827"/>
                  </a:moveTo>
                  <a:cubicBezTo>
                    <a:pt x="87374" y="160827"/>
                    <a:pt x="82457" y="152633"/>
                    <a:pt x="77541" y="139522"/>
                  </a:cubicBezTo>
                  <a:cubicBezTo>
                    <a:pt x="72624" y="126412"/>
                    <a:pt x="85735" y="128051"/>
                    <a:pt x="93929" y="128051"/>
                  </a:cubicBezTo>
                  <a:cubicBezTo>
                    <a:pt x="102123" y="128051"/>
                    <a:pt x="98846" y="113301"/>
                    <a:pt x="105401" y="113301"/>
                  </a:cubicBezTo>
                  <a:cubicBezTo>
                    <a:pt x="111956" y="113301"/>
                    <a:pt x="113595" y="131328"/>
                    <a:pt x="120151" y="129689"/>
                  </a:cubicBezTo>
                  <a:cubicBezTo>
                    <a:pt x="126706" y="128051"/>
                    <a:pt x="131622" y="134606"/>
                    <a:pt x="139817" y="132967"/>
                  </a:cubicBezTo>
                  <a:cubicBezTo>
                    <a:pt x="148011" y="131328"/>
                    <a:pt x="148011" y="114940"/>
                    <a:pt x="148011" y="101829"/>
                  </a:cubicBezTo>
                  <a:cubicBezTo>
                    <a:pt x="148011" y="88718"/>
                    <a:pt x="149650" y="78885"/>
                    <a:pt x="141456" y="73969"/>
                  </a:cubicBezTo>
                  <a:cubicBezTo>
                    <a:pt x="133261" y="69052"/>
                    <a:pt x="126706" y="57580"/>
                    <a:pt x="136539" y="52664"/>
                  </a:cubicBezTo>
                  <a:cubicBezTo>
                    <a:pt x="146372" y="47747"/>
                    <a:pt x="148011" y="37914"/>
                    <a:pt x="139817" y="31359"/>
                  </a:cubicBezTo>
                  <a:cubicBezTo>
                    <a:pt x="131622" y="24803"/>
                    <a:pt x="113595" y="37914"/>
                    <a:pt x="113595" y="31359"/>
                  </a:cubicBezTo>
                  <a:cubicBezTo>
                    <a:pt x="113595" y="27829"/>
                    <a:pt x="115108" y="14970"/>
                    <a:pt x="116369" y="4002"/>
                  </a:cubicBezTo>
                  <a:cubicBezTo>
                    <a:pt x="97333" y="3372"/>
                    <a:pt x="76910" y="2364"/>
                    <a:pt x="76910" y="2364"/>
                  </a:cubicBezTo>
                  <a:lnTo>
                    <a:pt x="71994" y="3750"/>
                  </a:lnTo>
                  <a:cubicBezTo>
                    <a:pt x="73129" y="23038"/>
                    <a:pt x="70859" y="37914"/>
                    <a:pt x="70859" y="37914"/>
                  </a:cubicBezTo>
                  <a:cubicBezTo>
                    <a:pt x="70859" y="37914"/>
                    <a:pt x="41360" y="39553"/>
                    <a:pt x="34805" y="39553"/>
                  </a:cubicBezTo>
                  <a:cubicBezTo>
                    <a:pt x="33418" y="39553"/>
                    <a:pt x="28880" y="40183"/>
                    <a:pt x="22576" y="41192"/>
                  </a:cubicBezTo>
                  <a:cubicBezTo>
                    <a:pt x="21190" y="43335"/>
                    <a:pt x="19425" y="45352"/>
                    <a:pt x="18038" y="46738"/>
                  </a:cubicBezTo>
                  <a:cubicBezTo>
                    <a:pt x="14508" y="50268"/>
                    <a:pt x="26232" y="54933"/>
                    <a:pt x="28249" y="60102"/>
                  </a:cubicBezTo>
                  <a:cubicBezTo>
                    <a:pt x="30266" y="65144"/>
                    <a:pt x="13374" y="63631"/>
                    <a:pt x="13752" y="71069"/>
                  </a:cubicBezTo>
                  <a:cubicBezTo>
                    <a:pt x="14130" y="78507"/>
                    <a:pt x="7827" y="84432"/>
                    <a:pt x="3163" y="87962"/>
                  </a:cubicBezTo>
                  <a:cubicBezTo>
                    <a:pt x="-1502" y="91492"/>
                    <a:pt x="15769" y="106367"/>
                    <a:pt x="16147" y="111536"/>
                  </a:cubicBezTo>
                  <a:cubicBezTo>
                    <a:pt x="16525" y="116705"/>
                    <a:pt x="20433" y="121369"/>
                    <a:pt x="35435" y="135867"/>
                  </a:cubicBezTo>
                  <a:cubicBezTo>
                    <a:pt x="49680" y="149734"/>
                    <a:pt x="42873" y="153264"/>
                    <a:pt x="61657" y="168517"/>
                  </a:cubicBezTo>
                  <a:cubicBezTo>
                    <a:pt x="64178" y="164483"/>
                    <a:pt x="68086" y="160827"/>
                    <a:pt x="74263" y="160827"/>
                  </a:cubicBezTo>
                  <a:close/>
                </a:path>
              </a:pathLst>
            </a:custGeom>
            <a:grpFill/>
            <a:ln w="1270" cap="flat">
              <a:solidFill>
                <a:schemeClr val="bg1"/>
              </a:solidFill>
              <a:prstDash val="solid"/>
              <a:miter/>
            </a:ln>
          </p:spPr>
          <p:txBody>
            <a:bodyPr rtlCol="0" anchor="ctr"/>
            <a:lstStyle/>
            <a:p>
              <a:endParaRPr lang="ko-KR" altLang="en-US"/>
            </a:p>
          </p:txBody>
        </p:sp>
        <p:sp>
          <p:nvSpPr>
            <p:cNvPr id="57" name="자유형: 도형 37">
              <a:extLst>
                <a:ext uri="{FF2B5EF4-FFF2-40B4-BE49-F238E27FC236}">
                  <a16:creationId xmlns:a16="http://schemas.microsoft.com/office/drawing/2014/main" id="{18CE7168-6555-1841-ACD2-EA0DDCF6C208}"/>
                </a:ext>
              </a:extLst>
            </p:cNvPr>
            <p:cNvSpPr/>
            <p:nvPr/>
          </p:nvSpPr>
          <p:spPr>
            <a:xfrm>
              <a:off x="6049289" y="4511136"/>
              <a:ext cx="50426" cy="37820"/>
            </a:xfrm>
            <a:custGeom>
              <a:avLst/>
              <a:gdLst>
                <a:gd name="connsiteX0" fmla="*/ 56796 w 50426"/>
                <a:gd name="connsiteY0" fmla="*/ 36527 h 37819"/>
                <a:gd name="connsiteX1" fmla="*/ 57931 w 50426"/>
                <a:gd name="connsiteY1" fmla="*/ 2364 h 37819"/>
                <a:gd name="connsiteX2" fmla="*/ 51375 w 50426"/>
                <a:gd name="connsiteY2" fmla="*/ 4255 h 37819"/>
                <a:gd name="connsiteX3" fmla="*/ 14564 w 50426"/>
                <a:gd name="connsiteY3" fmla="*/ 4255 h 37819"/>
                <a:gd name="connsiteX4" fmla="*/ 14816 w 50426"/>
                <a:gd name="connsiteY4" fmla="*/ 5011 h 37819"/>
                <a:gd name="connsiteX5" fmla="*/ 8513 w 50426"/>
                <a:gd name="connsiteY5" fmla="*/ 22282 h 37819"/>
                <a:gd name="connsiteX6" fmla="*/ 7378 w 50426"/>
                <a:gd name="connsiteY6" fmla="*/ 32871 h 37819"/>
                <a:gd name="connsiteX7" fmla="*/ 8387 w 50426"/>
                <a:gd name="connsiteY7" fmla="*/ 39805 h 37819"/>
                <a:gd name="connsiteX8" fmla="*/ 20615 w 50426"/>
                <a:gd name="connsiteY8" fmla="*/ 38166 h 37819"/>
                <a:gd name="connsiteX9" fmla="*/ 56796 w 50426"/>
                <a:gd name="connsiteY9" fmla="*/ 36527 h 3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26" h="37819">
                  <a:moveTo>
                    <a:pt x="56796" y="36527"/>
                  </a:moveTo>
                  <a:cubicBezTo>
                    <a:pt x="56796" y="36527"/>
                    <a:pt x="59065" y="21526"/>
                    <a:pt x="57931" y="2364"/>
                  </a:cubicBezTo>
                  <a:lnTo>
                    <a:pt x="51375" y="4255"/>
                  </a:lnTo>
                  <a:lnTo>
                    <a:pt x="14564" y="4255"/>
                  </a:lnTo>
                  <a:cubicBezTo>
                    <a:pt x="14690" y="4507"/>
                    <a:pt x="14690" y="4759"/>
                    <a:pt x="14816" y="5011"/>
                  </a:cubicBezTo>
                  <a:cubicBezTo>
                    <a:pt x="18724" y="10936"/>
                    <a:pt x="16833" y="19509"/>
                    <a:pt x="8513" y="22282"/>
                  </a:cubicBezTo>
                  <a:cubicBezTo>
                    <a:pt x="319" y="25055"/>
                    <a:pt x="697" y="32493"/>
                    <a:pt x="7378" y="32871"/>
                  </a:cubicBezTo>
                  <a:cubicBezTo>
                    <a:pt x="11538" y="33124"/>
                    <a:pt x="10530" y="36527"/>
                    <a:pt x="8387" y="39805"/>
                  </a:cubicBezTo>
                  <a:cubicBezTo>
                    <a:pt x="14690" y="38797"/>
                    <a:pt x="19229" y="38166"/>
                    <a:pt x="20615" y="38166"/>
                  </a:cubicBezTo>
                  <a:cubicBezTo>
                    <a:pt x="27297" y="38166"/>
                    <a:pt x="56796" y="36527"/>
                    <a:pt x="56796" y="36527"/>
                  </a:cubicBezTo>
                  <a:close/>
                </a:path>
              </a:pathLst>
            </a:custGeom>
            <a:grpFill/>
            <a:ln w="1270" cap="flat">
              <a:solidFill>
                <a:schemeClr val="bg1"/>
              </a:solidFill>
              <a:prstDash val="solid"/>
              <a:miter/>
            </a:ln>
          </p:spPr>
          <p:txBody>
            <a:bodyPr rtlCol="0" anchor="ctr"/>
            <a:lstStyle/>
            <a:p>
              <a:endParaRPr lang="ko-KR" altLang="en-US"/>
            </a:p>
          </p:txBody>
        </p:sp>
        <p:sp>
          <p:nvSpPr>
            <p:cNvPr id="58" name="자유형: 도형 38">
              <a:extLst>
                <a:ext uri="{FF2B5EF4-FFF2-40B4-BE49-F238E27FC236}">
                  <a16:creationId xmlns:a16="http://schemas.microsoft.com/office/drawing/2014/main" id="{87F7E7A3-C15A-5F45-916F-5612FF16C3D0}"/>
                </a:ext>
              </a:extLst>
            </p:cNvPr>
            <p:cNvSpPr/>
            <p:nvPr/>
          </p:nvSpPr>
          <p:spPr>
            <a:xfrm>
              <a:off x="6094266" y="4472182"/>
              <a:ext cx="189098" cy="226917"/>
            </a:xfrm>
            <a:custGeom>
              <a:avLst/>
              <a:gdLst>
                <a:gd name="connsiteX0" fmla="*/ 52790 w 189097"/>
                <a:gd name="connsiteY0" fmla="*/ 223104 h 226917"/>
                <a:gd name="connsiteX1" fmla="*/ 70817 w 189097"/>
                <a:gd name="connsiteY1" fmla="*/ 224742 h 226917"/>
                <a:gd name="connsiteX2" fmla="*/ 92122 w 189097"/>
                <a:gd name="connsiteY2" fmla="*/ 226381 h 226917"/>
                <a:gd name="connsiteX3" fmla="*/ 103594 w 189097"/>
                <a:gd name="connsiteY3" fmla="*/ 224742 h 226917"/>
                <a:gd name="connsiteX4" fmla="*/ 119983 w 189097"/>
                <a:gd name="connsiteY4" fmla="*/ 209993 h 226917"/>
                <a:gd name="connsiteX5" fmla="*/ 129816 w 189097"/>
                <a:gd name="connsiteY5" fmla="*/ 190327 h 226917"/>
                <a:gd name="connsiteX6" fmla="*/ 131455 w 189097"/>
                <a:gd name="connsiteY6" fmla="*/ 146078 h 226917"/>
                <a:gd name="connsiteX7" fmla="*/ 154398 w 189097"/>
                <a:gd name="connsiteY7" fmla="*/ 116579 h 226917"/>
                <a:gd name="connsiteX8" fmla="*/ 174065 w 189097"/>
                <a:gd name="connsiteY8" fmla="*/ 60732 h 226917"/>
                <a:gd name="connsiteX9" fmla="*/ 183898 w 189097"/>
                <a:gd name="connsiteY9" fmla="*/ 32871 h 226917"/>
                <a:gd name="connsiteX10" fmla="*/ 187806 w 189097"/>
                <a:gd name="connsiteY10" fmla="*/ 5389 h 226917"/>
                <a:gd name="connsiteX11" fmla="*/ 187806 w 189097"/>
                <a:gd name="connsiteY11" fmla="*/ 5641 h 226917"/>
                <a:gd name="connsiteX12" fmla="*/ 164862 w 189097"/>
                <a:gd name="connsiteY12" fmla="*/ 2364 h 226917"/>
                <a:gd name="connsiteX13" fmla="*/ 153390 w 189097"/>
                <a:gd name="connsiteY13" fmla="*/ 5641 h 226917"/>
                <a:gd name="connsiteX14" fmla="*/ 138640 w 189097"/>
                <a:gd name="connsiteY14" fmla="*/ 8919 h 226917"/>
                <a:gd name="connsiteX15" fmla="*/ 133724 w 189097"/>
                <a:gd name="connsiteY15" fmla="*/ 28585 h 226917"/>
                <a:gd name="connsiteX16" fmla="*/ 125530 w 189097"/>
                <a:gd name="connsiteY16" fmla="*/ 54807 h 226917"/>
                <a:gd name="connsiteX17" fmla="*/ 87962 w 189097"/>
                <a:gd name="connsiteY17" fmla="*/ 41696 h 226917"/>
                <a:gd name="connsiteX18" fmla="*/ 57076 w 189097"/>
                <a:gd name="connsiteY18" fmla="*/ 41696 h 226917"/>
                <a:gd name="connsiteX19" fmla="*/ 54303 w 189097"/>
                <a:gd name="connsiteY19" fmla="*/ 69052 h 226917"/>
                <a:gd name="connsiteX20" fmla="*/ 80524 w 189097"/>
                <a:gd name="connsiteY20" fmla="*/ 69052 h 226917"/>
                <a:gd name="connsiteX21" fmla="*/ 77246 w 189097"/>
                <a:gd name="connsiteY21" fmla="*/ 90357 h 226917"/>
                <a:gd name="connsiteX22" fmla="*/ 82163 w 189097"/>
                <a:gd name="connsiteY22" fmla="*/ 111662 h 226917"/>
                <a:gd name="connsiteX23" fmla="*/ 88718 w 189097"/>
                <a:gd name="connsiteY23" fmla="*/ 139523 h 226917"/>
                <a:gd name="connsiteX24" fmla="*/ 80524 w 189097"/>
                <a:gd name="connsiteY24" fmla="*/ 170661 h 226917"/>
                <a:gd name="connsiteX25" fmla="*/ 60858 w 189097"/>
                <a:gd name="connsiteY25" fmla="*/ 167383 h 226917"/>
                <a:gd name="connsiteX26" fmla="*/ 46108 w 189097"/>
                <a:gd name="connsiteY26" fmla="*/ 150995 h 226917"/>
                <a:gd name="connsiteX27" fmla="*/ 34636 w 189097"/>
                <a:gd name="connsiteY27" fmla="*/ 165744 h 226917"/>
                <a:gd name="connsiteX28" fmla="*/ 18248 w 189097"/>
                <a:gd name="connsiteY28" fmla="*/ 177216 h 226917"/>
                <a:gd name="connsiteX29" fmla="*/ 14970 w 189097"/>
                <a:gd name="connsiteY29" fmla="*/ 198521 h 226917"/>
                <a:gd name="connsiteX30" fmla="*/ 2364 w 189097"/>
                <a:gd name="connsiteY30" fmla="*/ 206085 h 226917"/>
                <a:gd name="connsiteX31" fmla="*/ 5137 w 189097"/>
                <a:gd name="connsiteY31" fmla="*/ 208354 h 226917"/>
                <a:gd name="connsiteX32" fmla="*/ 27829 w 189097"/>
                <a:gd name="connsiteY32" fmla="*/ 236340 h 226917"/>
                <a:gd name="connsiteX33" fmla="*/ 52790 w 189097"/>
                <a:gd name="connsiteY33" fmla="*/ 223104 h 226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89097" h="226917">
                  <a:moveTo>
                    <a:pt x="52790" y="223104"/>
                  </a:moveTo>
                  <a:cubicBezTo>
                    <a:pt x="57706" y="224742"/>
                    <a:pt x="60984" y="232937"/>
                    <a:pt x="70817" y="224742"/>
                  </a:cubicBezTo>
                  <a:cubicBezTo>
                    <a:pt x="80650" y="216548"/>
                    <a:pt x="92122" y="218187"/>
                    <a:pt x="92122" y="226381"/>
                  </a:cubicBezTo>
                  <a:cubicBezTo>
                    <a:pt x="92122" y="234575"/>
                    <a:pt x="95400" y="232937"/>
                    <a:pt x="103594" y="224742"/>
                  </a:cubicBezTo>
                  <a:cubicBezTo>
                    <a:pt x="111788" y="216548"/>
                    <a:pt x="119983" y="226381"/>
                    <a:pt x="119983" y="209993"/>
                  </a:cubicBezTo>
                  <a:cubicBezTo>
                    <a:pt x="119983" y="193604"/>
                    <a:pt x="129816" y="208354"/>
                    <a:pt x="129816" y="190327"/>
                  </a:cubicBezTo>
                  <a:cubicBezTo>
                    <a:pt x="129816" y="172299"/>
                    <a:pt x="131455" y="154272"/>
                    <a:pt x="131455" y="146078"/>
                  </a:cubicBezTo>
                  <a:cubicBezTo>
                    <a:pt x="131455" y="137884"/>
                    <a:pt x="154398" y="129689"/>
                    <a:pt x="154398" y="116579"/>
                  </a:cubicBezTo>
                  <a:cubicBezTo>
                    <a:pt x="154398" y="103468"/>
                    <a:pt x="174065" y="77246"/>
                    <a:pt x="174065" y="60732"/>
                  </a:cubicBezTo>
                  <a:cubicBezTo>
                    <a:pt x="174065" y="44343"/>
                    <a:pt x="178981" y="41066"/>
                    <a:pt x="183898" y="32871"/>
                  </a:cubicBezTo>
                  <a:cubicBezTo>
                    <a:pt x="187301" y="27199"/>
                    <a:pt x="189823" y="15979"/>
                    <a:pt x="187806" y="5389"/>
                  </a:cubicBezTo>
                  <a:lnTo>
                    <a:pt x="187806" y="5641"/>
                  </a:lnTo>
                  <a:lnTo>
                    <a:pt x="164862" y="2364"/>
                  </a:lnTo>
                  <a:lnTo>
                    <a:pt x="153390" y="5641"/>
                  </a:lnTo>
                  <a:lnTo>
                    <a:pt x="138640" y="8919"/>
                  </a:lnTo>
                  <a:cubicBezTo>
                    <a:pt x="138640" y="8919"/>
                    <a:pt x="140279" y="20391"/>
                    <a:pt x="133724" y="28585"/>
                  </a:cubicBezTo>
                  <a:cubicBezTo>
                    <a:pt x="127168" y="36779"/>
                    <a:pt x="125530" y="54807"/>
                    <a:pt x="125530" y="54807"/>
                  </a:cubicBezTo>
                  <a:cubicBezTo>
                    <a:pt x="125530" y="54807"/>
                    <a:pt x="96030" y="40057"/>
                    <a:pt x="87962" y="41696"/>
                  </a:cubicBezTo>
                  <a:cubicBezTo>
                    <a:pt x="84432" y="42452"/>
                    <a:pt x="71196" y="42200"/>
                    <a:pt x="57076" y="41696"/>
                  </a:cubicBezTo>
                  <a:cubicBezTo>
                    <a:pt x="55689" y="52664"/>
                    <a:pt x="54303" y="65396"/>
                    <a:pt x="54303" y="69052"/>
                  </a:cubicBezTo>
                  <a:cubicBezTo>
                    <a:pt x="54303" y="75607"/>
                    <a:pt x="72330" y="62497"/>
                    <a:pt x="80524" y="69052"/>
                  </a:cubicBezTo>
                  <a:cubicBezTo>
                    <a:pt x="88718" y="75607"/>
                    <a:pt x="87079" y="85441"/>
                    <a:pt x="77246" y="90357"/>
                  </a:cubicBezTo>
                  <a:cubicBezTo>
                    <a:pt x="67413" y="95274"/>
                    <a:pt x="73969" y="106746"/>
                    <a:pt x="82163" y="111662"/>
                  </a:cubicBezTo>
                  <a:cubicBezTo>
                    <a:pt x="90357" y="116579"/>
                    <a:pt x="88718" y="126412"/>
                    <a:pt x="88718" y="139523"/>
                  </a:cubicBezTo>
                  <a:cubicBezTo>
                    <a:pt x="88718" y="152633"/>
                    <a:pt x="88718" y="169022"/>
                    <a:pt x="80524" y="170661"/>
                  </a:cubicBezTo>
                  <a:cubicBezTo>
                    <a:pt x="72330" y="172299"/>
                    <a:pt x="67413" y="165744"/>
                    <a:pt x="60858" y="167383"/>
                  </a:cubicBezTo>
                  <a:cubicBezTo>
                    <a:pt x="54303" y="169022"/>
                    <a:pt x="52664" y="150995"/>
                    <a:pt x="46108" y="150995"/>
                  </a:cubicBezTo>
                  <a:cubicBezTo>
                    <a:pt x="39553" y="150995"/>
                    <a:pt x="42831" y="165744"/>
                    <a:pt x="34636" y="165744"/>
                  </a:cubicBezTo>
                  <a:cubicBezTo>
                    <a:pt x="26442" y="165744"/>
                    <a:pt x="13332" y="164105"/>
                    <a:pt x="18248" y="177216"/>
                  </a:cubicBezTo>
                  <a:cubicBezTo>
                    <a:pt x="23165" y="190327"/>
                    <a:pt x="28081" y="198521"/>
                    <a:pt x="14970" y="198521"/>
                  </a:cubicBezTo>
                  <a:cubicBezTo>
                    <a:pt x="8793" y="198521"/>
                    <a:pt x="4885" y="202177"/>
                    <a:pt x="2364" y="206085"/>
                  </a:cubicBezTo>
                  <a:cubicBezTo>
                    <a:pt x="3246" y="206841"/>
                    <a:pt x="4129" y="207472"/>
                    <a:pt x="5137" y="208354"/>
                  </a:cubicBezTo>
                  <a:cubicBezTo>
                    <a:pt x="16105" y="216800"/>
                    <a:pt x="23165" y="226634"/>
                    <a:pt x="27829" y="236340"/>
                  </a:cubicBezTo>
                  <a:cubicBezTo>
                    <a:pt x="38923" y="228903"/>
                    <a:pt x="50142" y="222221"/>
                    <a:pt x="52790" y="223104"/>
                  </a:cubicBezTo>
                  <a:close/>
                </a:path>
              </a:pathLst>
            </a:custGeom>
            <a:grpFill/>
            <a:ln w="1270" cap="flat">
              <a:solidFill>
                <a:schemeClr val="bg1"/>
              </a:solidFill>
              <a:prstDash val="solid"/>
              <a:miter/>
            </a:ln>
          </p:spPr>
          <p:txBody>
            <a:bodyPr rtlCol="0" anchor="ctr"/>
            <a:lstStyle/>
            <a:p>
              <a:endParaRPr lang="ko-KR" altLang="en-US"/>
            </a:p>
          </p:txBody>
        </p:sp>
        <p:sp>
          <p:nvSpPr>
            <p:cNvPr id="59" name="자유형: 도형 39">
              <a:extLst>
                <a:ext uri="{FF2B5EF4-FFF2-40B4-BE49-F238E27FC236}">
                  <a16:creationId xmlns:a16="http://schemas.microsoft.com/office/drawing/2014/main" id="{8CA7E411-A55C-6D41-81E7-54129EBE2850}"/>
                </a:ext>
              </a:extLst>
            </p:cNvPr>
            <p:cNvSpPr/>
            <p:nvPr/>
          </p:nvSpPr>
          <p:spPr>
            <a:xfrm>
              <a:off x="6368825" y="3936405"/>
              <a:ext cx="428621" cy="542080"/>
            </a:xfrm>
            <a:custGeom>
              <a:avLst/>
              <a:gdLst>
                <a:gd name="connsiteX0" fmla="*/ 345776 w 428621"/>
                <a:gd name="connsiteY0" fmla="*/ 12071 h 542079"/>
                <a:gd name="connsiteX1" fmla="*/ 328505 w 428621"/>
                <a:gd name="connsiteY1" fmla="*/ 30981 h 542079"/>
                <a:gd name="connsiteX2" fmla="*/ 312747 w 428621"/>
                <a:gd name="connsiteY2" fmla="*/ 43587 h 542079"/>
                <a:gd name="connsiteX3" fmla="*/ 298627 w 428621"/>
                <a:gd name="connsiteY3" fmla="*/ 35771 h 542079"/>
                <a:gd name="connsiteX4" fmla="*/ 264086 w 428621"/>
                <a:gd name="connsiteY4" fmla="*/ 35771 h 542079"/>
                <a:gd name="connsiteX5" fmla="*/ 251479 w 428621"/>
                <a:gd name="connsiteY5" fmla="*/ 31107 h 542079"/>
                <a:gd name="connsiteX6" fmla="*/ 242024 w 428621"/>
                <a:gd name="connsiteY6" fmla="*/ 37410 h 542079"/>
                <a:gd name="connsiteX7" fmla="*/ 80157 w 428621"/>
                <a:gd name="connsiteY7" fmla="*/ 37410 h 542079"/>
                <a:gd name="connsiteX8" fmla="*/ 80157 w 428621"/>
                <a:gd name="connsiteY8" fmla="*/ 93131 h 542079"/>
                <a:gd name="connsiteX9" fmla="*/ 55574 w 428621"/>
                <a:gd name="connsiteY9" fmla="*/ 93131 h 542079"/>
                <a:gd name="connsiteX10" fmla="*/ 55574 w 428621"/>
                <a:gd name="connsiteY10" fmla="*/ 179863 h 542079"/>
                <a:gd name="connsiteX11" fmla="*/ 52296 w 428621"/>
                <a:gd name="connsiteY11" fmla="*/ 207598 h 542079"/>
                <a:gd name="connsiteX12" fmla="*/ 29352 w 428621"/>
                <a:gd name="connsiteY12" fmla="*/ 222347 h 542079"/>
                <a:gd name="connsiteX13" fmla="*/ 19519 w 428621"/>
                <a:gd name="connsiteY13" fmla="*/ 238736 h 542079"/>
                <a:gd name="connsiteX14" fmla="*/ 8047 w 428621"/>
                <a:gd name="connsiteY14" fmla="*/ 258402 h 542079"/>
                <a:gd name="connsiteX15" fmla="*/ 6409 w 428621"/>
                <a:gd name="connsiteY15" fmla="*/ 278068 h 542079"/>
                <a:gd name="connsiteX16" fmla="*/ 9686 w 428621"/>
                <a:gd name="connsiteY16" fmla="*/ 292818 h 542079"/>
                <a:gd name="connsiteX17" fmla="*/ 14603 w 428621"/>
                <a:gd name="connsiteY17" fmla="*/ 312484 h 542079"/>
                <a:gd name="connsiteX18" fmla="*/ 27714 w 428621"/>
                <a:gd name="connsiteY18" fmla="*/ 328872 h 542079"/>
                <a:gd name="connsiteX19" fmla="*/ 24436 w 428621"/>
                <a:gd name="connsiteY19" fmla="*/ 340344 h 542079"/>
                <a:gd name="connsiteX20" fmla="*/ 44102 w 428621"/>
                <a:gd name="connsiteY20" fmla="*/ 366566 h 542079"/>
                <a:gd name="connsiteX21" fmla="*/ 45741 w 428621"/>
                <a:gd name="connsiteY21" fmla="*/ 389510 h 542079"/>
                <a:gd name="connsiteX22" fmla="*/ 42463 w 428621"/>
                <a:gd name="connsiteY22" fmla="*/ 399343 h 542079"/>
                <a:gd name="connsiteX23" fmla="*/ 53935 w 428621"/>
                <a:gd name="connsiteY23" fmla="*/ 400981 h 542079"/>
                <a:gd name="connsiteX24" fmla="*/ 57213 w 428621"/>
                <a:gd name="connsiteY24" fmla="*/ 409176 h 542079"/>
                <a:gd name="connsiteX25" fmla="*/ 78518 w 428621"/>
                <a:gd name="connsiteY25" fmla="*/ 419009 h 542079"/>
                <a:gd name="connsiteX26" fmla="*/ 89990 w 428621"/>
                <a:gd name="connsiteY26" fmla="*/ 435397 h 542079"/>
                <a:gd name="connsiteX27" fmla="*/ 106378 w 428621"/>
                <a:gd name="connsiteY27" fmla="*/ 450147 h 542079"/>
                <a:gd name="connsiteX28" fmla="*/ 116211 w 428621"/>
                <a:gd name="connsiteY28" fmla="*/ 468174 h 542079"/>
                <a:gd name="connsiteX29" fmla="*/ 134239 w 428621"/>
                <a:gd name="connsiteY29" fmla="*/ 481285 h 542079"/>
                <a:gd name="connsiteX30" fmla="*/ 140416 w 428621"/>
                <a:gd name="connsiteY30" fmla="*/ 496539 h 542079"/>
                <a:gd name="connsiteX31" fmla="*/ 147223 w 428621"/>
                <a:gd name="connsiteY31" fmla="*/ 503472 h 542079"/>
                <a:gd name="connsiteX32" fmla="*/ 158695 w 428621"/>
                <a:gd name="connsiteY32" fmla="*/ 516583 h 542079"/>
                <a:gd name="connsiteX33" fmla="*/ 175084 w 428621"/>
                <a:gd name="connsiteY33" fmla="*/ 516583 h 542079"/>
                <a:gd name="connsiteX34" fmla="*/ 189833 w 428621"/>
                <a:gd name="connsiteY34" fmla="*/ 518222 h 542079"/>
                <a:gd name="connsiteX35" fmla="*/ 202944 w 428621"/>
                <a:gd name="connsiteY35" fmla="*/ 514944 h 542079"/>
                <a:gd name="connsiteX36" fmla="*/ 233578 w 428621"/>
                <a:gd name="connsiteY36" fmla="*/ 540788 h 542079"/>
                <a:gd name="connsiteX37" fmla="*/ 253244 w 428621"/>
                <a:gd name="connsiteY37" fmla="*/ 534988 h 542079"/>
                <a:gd name="connsiteX38" fmla="*/ 269759 w 428621"/>
                <a:gd name="connsiteY38" fmla="*/ 540914 h 542079"/>
                <a:gd name="connsiteX39" fmla="*/ 289172 w 428621"/>
                <a:gd name="connsiteY39" fmla="*/ 534484 h 542079"/>
                <a:gd name="connsiteX40" fmla="*/ 305687 w 428621"/>
                <a:gd name="connsiteY40" fmla="*/ 533350 h 542079"/>
                <a:gd name="connsiteX41" fmla="*/ 314638 w 428621"/>
                <a:gd name="connsiteY41" fmla="*/ 524777 h 542079"/>
                <a:gd name="connsiteX42" fmla="*/ 318041 w 428621"/>
                <a:gd name="connsiteY42" fmla="*/ 520491 h 542079"/>
                <a:gd name="connsiteX43" fmla="*/ 339220 w 428621"/>
                <a:gd name="connsiteY43" fmla="*/ 506372 h 542079"/>
                <a:gd name="connsiteX44" fmla="*/ 355104 w 428621"/>
                <a:gd name="connsiteY44" fmla="*/ 508137 h 542079"/>
                <a:gd name="connsiteX45" fmla="*/ 361660 w 428621"/>
                <a:gd name="connsiteY45" fmla="*/ 512171 h 542079"/>
                <a:gd name="connsiteX46" fmla="*/ 362164 w 428621"/>
                <a:gd name="connsiteY46" fmla="*/ 488849 h 542079"/>
                <a:gd name="connsiteX47" fmla="*/ 337582 w 428621"/>
                <a:gd name="connsiteY47" fmla="*/ 469183 h 542079"/>
                <a:gd name="connsiteX48" fmla="*/ 314638 w 428621"/>
                <a:gd name="connsiteY48" fmla="*/ 439683 h 542079"/>
                <a:gd name="connsiteX49" fmla="*/ 290055 w 428621"/>
                <a:gd name="connsiteY49" fmla="*/ 426573 h 542079"/>
                <a:gd name="connsiteX50" fmla="*/ 294972 w 428621"/>
                <a:gd name="connsiteY50" fmla="*/ 411823 h 542079"/>
                <a:gd name="connsiteX51" fmla="*/ 316277 w 428621"/>
                <a:gd name="connsiteY51" fmla="*/ 406906 h 542079"/>
                <a:gd name="connsiteX52" fmla="*/ 319554 w 428621"/>
                <a:gd name="connsiteY52" fmla="*/ 377407 h 542079"/>
                <a:gd name="connsiteX53" fmla="*/ 327749 w 428621"/>
                <a:gd name="connsiteY53" fmla="*/ 352825 h 542079"/>
                <a:gd name="connsiteX54" fmla="*/ 339220 w 428621"/>
                <a:gd name="connsiteY54" fmla="*/ 341353 h 542079"/>
                <a:gd name="connsiteX55" fmla="*/ 347415 w 428621"/>
                <a:gd name="connsiteY55" fmla="*/ 315131 h 542079"/>
                <a:gd name="connsiteX56" fmla="*/ 363803 w 428621"/>
                <a:gd name="connsiteY56" fmla="*/ 295465 h 542079"/>
                <a:gd name="connsiteX57" fmla="*/ 375275 w 428621"/>
                <a:gd name="connsiteY57" fmla="*/ 282354 h 542079"/>
                <a:gd name="connsiteX58" fmla="*/ 385108 w 428621"/>
                <a:gd name="connsiteY58" fmla="*/ 251216 h 542079"/>
                <a:gd name="connsiteX59" fmla="*/ 386747 w 428621"/>
                <a:gd name="connsiteY59" fmla="*/ 215162 h 542079"/>
                <a:gd name="connsiteX60" fmla="*/ 396580 w 428621"/>
                <a:gd name="connsiteY60" fmla="*/ 188940 h 542079"/>
                <a:gd name="connsiteX61" fmla="*/ 411329 w 428621"/>
                <a:gd name="connsiteY61" fmla="*/ 174190 h 542079"/>
                <a:gd name="connsiteX62" fmla="*/ 436669 w 428621"/>
                <a:gd name="connsiteY62" fmla="*/ 150490 h 542079"/>
                <a:gd name="connsiteX63" fmla="*/ 420154 w 428621"/>
                <a:gd name="connsiteY63" fmla="*/ 135236 h 542079"/>
                <a:gd name="connsiteX64" fmla="*/ 404396 w 428621"/>
                <a:gd name="connsiteY64" fmla="*/ 93635 h 542079"/>
                <a:gd name="connsiteX65" fmla="*/ 398471 w 428621"/>
                <a:gd name="connsiteY65" fmla="*/ 49764 h 542079"/>
                <a:gd name="connsiteX66" fmla="*/ 375401 w 428621"/>
                <a:gd name="connsiteY66" fmla="*/ 22282 h 542079"/>
                <a:gd name="connsiteX67" fmla="*/ 360525 w 428621"/>
                <a:gd name="connsiteY67" fmla="*/ 2364 h 542079"/>
                <a:gd name="connsiteX68" fmla="*/ 359643 w 428621"/>
                <a:gd name="connsiteY68" fmla="*/ 3498 h 542079"/>
                <a:gd name="connsiteX69" fmla="*/ 345776 w 428621"/>
                <a:gd name="connsiteY69" fmla="*/ 12071 h 542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28621" h="542079">
                  <a:moveTo>
                    <a:pt x="345776" y="12071"/>
                  </a:moveTo>
                  <a:cubicBezTo>
                    <a:pt x="337960" y="12071"/>
                    <a:pt x="340985" y="30981"/>
                    <a:pt x="328505" y="30981"/>
                  </a:cubicBezTo>
                  <a:cubicBezTo>
                    <a:pt x="315898" y="30981"/>
                    <a:pt x="320689" y="43587"/>
                    <a:pt x="312747" y="43587"/>
                  </a:cubicBezTo>
                  <a:cubicBezTo>
                    <a:pt x="304930" y="43587"/>
                    <a:pt x="298627" y="35771"/>
                    <a:pt x="298627" y="35771"/>
                  </a:cubicBezTo>
                  <a:lnTo>
                    <a:pt x="264086" y="35771"/>
                  </a:lnTo>
                  <a:cubicBezTo>
                    <a:pt x="264086" y="35771"/>
                    <a:pt x="256270" y="27955"/>
                    <a:pt x="251479" y="31107"/>
                  </a:cubicBezTo>
                  <a:cubicBezTo>
                    <a:pt x="246815" y="34258"/>
                    <a:pt x="242024" y="37410"/>
                    <a:pt x="242024" y="37410"/>
                  </a:cubicBezTo>
                  <a:lnTo>
                    <a:pt x="80157" y="37410"/>
                  </a:lnTo>
                  <a:cubicBezTo>
                    <a:pt x="80157" y="69935"/>
                    <a:pt x="80157" y="93131"/>
                    <a:pt x="80157" y="93131"/>
                  </a:cubicBezTo>
                  <a:lnTo>
                    <a:pt x="55574" y="93131"/>
                  </a:lnTo>
                  <a:lnTo>
                    <a:pt x="55574" y="179863"/>
                  </a:lnTo>
                  <a:cubicBezTo>
                    <a:pt x="55574" y="179863"/>
                    <a:pt x="57213" y="206085"/>
                    <a:pt x="52296" y="207598"/>
                  </a:cubicBezTo>
                  <a:cubicBezTo>
                    <a:pt x="47380" y="209236"/>
                    <a:pt x="29352" y="214153"/>
                    <a:pt x="29352" y="222347"/>
                  </a:cubicBezTo>
                  <a:cubicBezTo>
                    <a:pt x="29352" y="230542"/>
                    <a:pt x="27714" y="237097"/>
                    <a:pt x="19519" y="238736"/>
                  </a:cubicBezTo>
                  <a:cubicBezTo>
                    <a:pt x="11325" y="240375"/>
                    <a:pt x="19519" y="258402"/>
                    <a:pt x="8047" y="258402"/>
                  </a:cubicBezTo>
                  <a:cubicBezTo>
                    <a:pt x="-3425" y="258402"/>
                    <a:pt x="12964" y="271513"/>
                    <a:pt x="6409" y="278068"/>
                  </a:cubicBezTo>
                  <a:cubicBezTo>
                    <a:pt x="-147" y="284623"/>
                    <a:pt x="1492" y="292818"/>
                    <a:pt x="9686" y="292818"/>
                  </a:cubicBezTo>
                  <a:cubicBezTo>
                    <a:pt x="17881" y="292818"/>
                    <a:pt x="14603" y="302651"/>
                    <a:pt x="14603" y="312484"/>
                  </a:cubicBezTo>
                  <a:cubicBezTo>
                    <a:pt x="14603" y="322317"/>
                    <a:pt x="27714" y="328872"/>
                    <a:pt x="27714" y="328872"/>
                  </a:cubicBezTo>
                  <a:lnTo>
                    <a:pt x="24436" y="340344"/>
                  </a:lnTo>
                  <a:cubicBezTo>
                    <a:pt x="24436" y="340344"/>
                    <a:pt x="42463" y="361649"/>
                    <a:pt x="44102" y="366566"/>
                  </a:cubicBezTo>
                  <a:cubicBezTo>
                    <a:pt x="45741" y="371482"/>
                    <a:pt x="55574" y="384593"/>
                    <a:pt x="45741" y="389510"/>
                  </a:cubicBezTo>
                  <a:cubicBezTo>
                    <a:pt x="35908" y="394426"/>
                    <a:pt x="42463" y="399343"/>
                    <a:pt x="42463" y="399343"/>
                  </a:cubicBezTo>
                  <a:lnTo>
                    <a:pt x="53935" y="400981"/>
                  </a:lnTo>
                  <a:lnTo>
                    <a:pt x="57213" y="409176"/>
                  </a:lnTo>
                  <a:cubicBezTo>
                    <a:pt x="57213" y="409176"/>
                    <a:pt x="70324" y="409176"/>
                    <a:pt x="78518" y="419009"/>
                  </a:cubicBezTo>
                  <a:cubicBezTo>
                    <a:pt x="86712" y="428842"/>
                    <a:pt x="89990" y="430481"/>
                    <a:pt x="89990" y="435397"/>
                  </a:cubicBezTo>
                  <a:cubicBezTo>
                    <a:pt x="89990" y="440314"/>
                    <a:pt x="96545" y="441952"/>
                    <a:pt x="106378" y="450147"/>
                  </a:cubicBezTo>
                  <a:cubicBezTo>
                    <a:pt x="116211" y="458341"/>
                    <a:pt x="116211" y="463257"/>
                    <a:pt x="116211" y="468174"/>
                  </a:cubicBezTo>
                  <a:cubicBezTo>
                    <a:pt x="116211" y="473090"/>
                    <a:pt x="134239" y="481285"/>
                    <a:pt x="134239" y="481285"/>
                  </a:cubicBezTo>
                  <a:lnTo>
                    <a:pt x="140416" y="496539"/>
                  </a:lnTo>
                  <a:cubicBezTo>
                    <a:pt x="143441" y="498178"/>
                    <a:pt x="145963" y="500195"/>
                    <a:pt x="147223" y="503472"/>
                  </a:cubicBezTo>
                  <a:cubicBezTo>
                    <a:pt x="150501" y="511667"/>
                    <a:pt x="158695" y="516583"/>
                    <a:pt x="158695" y="516583"/>
                  </a:cubicBezTo>
                  <a:cubicBezTo>
                    <a:pt x="158695" y="516583"/>
                    <a:pt x="168528" y="523138"/>
                    <a:pt x="175084" y="516583"/>
                  </a:cubicBezTo>
                  <a:cubicBezTo>
                    <a:pt x="181639" y="510028"/>
                    <a:pt x="189833" y="518222"/>
                    <a:pt x="189833" y="518222"/>
                  </a:cubicBezTo>
                  <a:cubicBezTo>
                    <a:pt x="189833" y="518222"/>
                    <a:pt x="198028" y="511667"/>
                    <a:pt x="202944" y="514944"/>
                  </a:cubicBezTo>
                  <a:cubicBezTo>
                    <a:pt x="206348" y="517213"/>
                    <a:pt x="220971" y="529190"/>
                    <a:pt x="233578" y="540788"/>
                  </a:cubicBezTo>
                  <a:cubicBezTo>
                    <a:pt x="235469" y="540031"/>
                    <a:pt x="247823" y="535619"/>
                    <a:pt x="253244" y="534988"/>
                  </a:cubicBezTo>
                  <a:cubicBezTo>
                    <a:pt x="259169" y="534358"/>
                    <a:pt x="267363" y="544443"/>
                    <a:pt x="269759" y="540914"/>
                  </a:cubicBezTo>
                  <a:cubicBezTo>
                    <a:pt x="272154" y="537384"/>
                    <a:pt x="284508" y="532089"/>
                    <a:pt x="289172" y="534484"/>
                  </a:cubicBezTo>
                  <a:cubicBezTo>
                    <a:pt x="293837" y="536880"/>
                    <a:pt x="305057" y="537384"/>
                    <a:pt x="305687" y="533350"/>
                  </a:cubicBezTo>
                  <a:cubicBezTo>
                    <a:pt x="306065" y="530576"/>
                    <a:pt x="311108" y="527677"/>
                    <a:pt x="314638" y="524777"/>
                  </a:cubicBezTo>
                  <a:cubicBezTo>
                    <a:pt x="316277" y="523391"/>
                    <a:pt x="317663" y="522004"/>
                    <a:pt x="318041" y="520491"/>
                  </a:cubicBezTo>
                  <a:cubicBezTo>
                    <a:pt x="319176" y="515827"/>
                    <a:pt x="333295" y="507506"/>
                    <a:pt x="339220" y="506372"/>
                  </a:cubicBezTo>
                  <a:cubicBezTo>
                    <a:pt x="345145" y="505237"/>
                    <a:pt x="352205" y="504607"/>
                    <a:pt x="355104" y="508137"/>
                  </a:cubicBezTo>
                  <a:cubicBezTo>
                    <a:pt x="356491" y="509775"/>
                    <a:pt x="359012" y="511036"/>
                    <a:pt x="361660" y="512171"/>
                  </a:cubicBezTo>
                  <a:cubicBezTo>
                    <a:pt x="363677" y="497043"/>
                    <a:pt x="366955" y="488849"/>
                    <a:pt x="362164" y="488849"/>
                  </a:cubicBezTo>
                  <a:cubicBezTo>
                    <a:pt x="355609" y="488849"/>
                    <a:pt x="342498" y="482293"/>
                    <a:pt x="337582" y="469183"/>
                  </a:cubicBezTo>
                  <a:cubicBezTo>
                    <a:pt x="332665" y="456072"/>
                    <a:pt x="317915" y="447877"/>
                    <a:pt x="314638" y="439683"/>
                  </a:cubicBezTo>
                  <a:cubicBezTo>
                    <a:pt x="311360" y="431489"/>
                    <a:pt x="293333" y="433128"/>
                    <a:pt x="290055" y="426573"/>
                  </a:cubicBezTo>
                  <a:cubicBezTo>
                    <a:pt x="286777" y="420017"/>
                    <a:pt x="294972" y="420017"/>
                    <a:pt x="294972" y="411823"/>
                  </a:cubicBezTo>
                  <a:cubicBezTo>
                    <a:pt x="294972" y="403629"/>
                    <a:pt x="314638" y="408545"/>
                    <a:pt x="316277" y="406906"/>
                  </a:cubicBezTo>
                  <a:cubicBezTo>
                    <a:pt x="317915" y="405268"/>
                    <a:pt x="319554" y="387240"/>
                    <a:pt x="319554" y="377407"/>
                  </a:cubicBezTo>
                  <a:cubicBezTo>
                    <a:pt x="319554" y="367574"/>
                    <a:pt x="332665" y="357741"/>
                    <a:pt x="327749" y="352825"/>
                  </a:cubicBezTo>
                  <a:cubicBezTo>
                    <a:pt x="322832" y="347908"/>
                    <a:pt x="332665" y="346269"/>
                    <a:pt x="339220" y="341353"/>
                  </a:cubicBezTo>
                  <a:cubicBezTo>
                    <a:pt x="345776" y="336436"/>
                    <a:pt x="340859" y="321686"/>
                    <a:pt x="347415" y="315131"/>
                  </a:cubicBezTo>
                  <a:cubicBezTo>
                    <a:pt x="353970" y="308576"/>
                    <a:pt x="358886" y="295465"/>
                    <a:pt x="363803" y="295465"/>
                  </a:cubicBezTo>
                  <a:cubicBezTo>
                    <a:pt x="368720" y="295465"/>
                    <a:pt x="375275" y="288909"/>
                    <a:pt x="375275" y="282354"/>
                  </a:cubicBezTo>
                  <a:cubicBezTo>
                    <a:pt x="375275" y="275799"/>
                    <a:pt x="386747" y="262688"/>
                    <a:pt x="385108" y="251216"/>
                  </a:cubicBezTo>
                  <a:cubicBezTo>
                    <a:pt x="383469" y="239744"/>
                    <a:pt x="378553" y="224995"/>
                    <a:pt x="386747" y="215162"/>
                  </a:cubicBezTo>
                  <a:cubicBezTo>
                    <a:pt x="394941" y="205328"/>
                    <a:pt x="398219" y="197134"/>
                    <a:pt x="396580" y="188940"/>
                  </a:cubicBezTo>
                  <a:cubicBezTo>
                    <a:pt x="394941" y="180746"/>
                    <a:pt x="406413" y="179107"/>
                    <a:pt x="411329" y="174190"/>
                  </a:cubicBezTo>
                  <a:cubicBezTo>
                    <a:pt x="414859" y="170661"/>
                    <a:pt x="427340" y="165492"/>
                    <a:pt x="436669" y="150490"/>
                  </a:cubicBezTo>
                  <a:cubicBezTo>
                    <a:pt x="430744" y="143178"/>
                    <a:pt x="424314" y="137127"/>
                    <a:pt x="420154" y="135236"/>
                  </a:cubicBezTo>
                  <a:cubicBezTo>
                    <a:pt x="410699" y="130950"/>
                    <a:pt x="404396" y="114436"/>
                    <a:pt x="404396" y="93635"/>
                  </a:cubicBezTo>
                  <a:cubicBezTo>
                    <a:pt x="404396" y="72834"/>
                    <a:pt x="399227" y="56320"/>
                    <a:pt x="398471" y="49764"/>
                  </a:cubicBezTo>
                  <a:cubicBezTo>
                    <a:pt x="397715" y="43083"/>
                    <a:pt x="387503" y="28963"/>
                    <a:pt x="375401" y="22282"/>
                  </a:cubicBezTo>
                  <a:cubicBezTo>
                    <a:pt x="366828" y="17618"/>
                    <a:pt x="362038" y="10558"/>
                    <a:pt x="360525" y="2364"/>
                  </a:cubicBezTo>
                  <a:cubicBezTo>
                    <a:pt x="360273" y="2742"/>
                    <a:pt x="359895" y="3120"/>
                    <a:pt x="359643" y="3498"/>
                  </a:cubicBezTo>
                  <a:cubicBezTo>
                    <a:pt x="352079" y="13583"/>
                    <a:pt x="353592" y="12071"/>
                    <a:pt x="345776" y="12071"/>
                  </a:cubicBezTo>
                  <a:close/>
                </a:path>
              </a:pathLst>
            </a:custGeom>
            <a:grpFill/>
            <a:ln w="1270" cap="flat">
              <a:solidFill>
                <a:schemeClr val="bg1"/>
              </a:solidFill>
              <a:prstDash val="solid"/>
              <a:miter/>
            </a:ln>
          </p:spPr>
          <p:txBody>
            <a:bodyPr rtlCol="0" anchor="ctr"/>
            <a:lstStyle/>
            <a:p>
              <a:endParaRPr lang="ko-KR" altLang="en-US"/>
            </a:p>
          </p:txBody>
        </p:sp>
        <p:sp>
          <p:nvSpPr>
            <p:cNvPr id="60" name="자유형: 도형 40">
              <a:extLst>
                <a:ext uri="{FF2B5EF4-FFF2-40B4-BE49-F238E27FC236}">
                  <a16:creationId xmlns:a16="http://schemas.microsoft.com/office/drawing/2014/main" id="{84C33C15-1C5A-C847-9E50-B20FC62248D5}"/>
                </a:ext>
              </a:extLst>
            </p:cNvPr>
            <p:cNvSpPr/>
            <p:nvPr/>
          </p:nvSpPr>
          <p:spPr>
            <a:xfrm>
              <a:off x="6888834" y="4229381"/>
              <a:ext cx="50426" cy="50426"/>
            </a:xfrm>
            <a:custGeom>
              <a:avLst/>
              <a:gdLst>
                <a:gd name="connsiteX0" fmla="*/ 18520 w 50426"/>
                <a:gd name="connsiteY0" fmla="*/ 8541 h 50426"/>
                <a:gd name="connsiteX1" fmla="*/ 5662 w 50426"/>
                <a:gd name="connsiteY1" fmla="*/ 26946 h 50426"/>
                <a:gd name="connsiteX2" fmla="*/ 4779 w 50426"/>
                <a:gd name="connsiteY2" fmla="*/ 49260 h 50426"/>
                <a:gd name="connsiteX3" fmla="*/ 19655 w 50426"/>
                <a:gd name="connsiteY3" fmla="*/ 48377 h 50426"/>
                <a:gd name="connsiteX4" fmla="*/ 32135 w 50426"/>
                <a:gd name="connsiteY4" fmla="*/ 52664 h 50426"/>
                <a:gd name="connsiteX5" fmla="*/ 43103 w 50426"/>
                <a:gd name="connsiteY5" fmla="*/ 39553 h 50426"/>
                <a:gd name="connsiteX6" fmla="*/ 28857 w 50426"/>
                <a:gd name="connsiteY6" fmla="*/ 33502 h 50426"/>
                <a:gd name="connsiteX7" fmla="*/ 44112 w 50426"/>
                <a:gd name="connsiteY7" fmla="*/ 21399 h 50426"/>
                <a:gd name="connsiteX8" fmla="*/ 41716 w 50426"/>
                <a:gd name="connsiteY8" fmla="*/ 5641 h 50426"/>
                <a:gd name="connsiteX9" fmla="*/ 38187 w 50426"/>
                <a:gd name="connsiteY9" fmla="*/ 2364 h 50426"/>
                <a:gd name="connsiteX10" fmla="*/ 31001 w 50426"/>
                <a:gd name="connsiteY10" fmla="*/ 7406 h 50426"/>
                <a:gd name="connsiteX11" fmla="*/ 18520 w 50426"/>
                <a:gd name="connsiteY11" fmla="*/ 8541 h 50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26" h="50426">
                  <a:moveTo>
                    <a:pt x="18520" y="8541"/>
                  </a:moveTo>
                  <a:cubicBezTo>
                    <a:pt x="17007" y="11062"/>
                    <a:pt x="10704" y="21273"/>
                    <a:pt x="5662" y="26946"/>
                  </a:cubicBezTo>
                  <a:cubicBezTo>
                    <a:pt x="-137" y="33502"/>
                    <a:pt x="3140" y="45982"/>
                    <a:pt x="4779" y="49260"/>
                  </a:cubicBezTo>
                  <a:cubicBezTo>
                    <a:pt x="6418" y="52538"/>
                    <a:pt x="14738" y="51781"/>
                    <a:pt x="19655" y="48377"/>
                  </a:cubicBezTo>
                  <a:cubicBezTo>
                    <a:pt x="23563" y="45856"/>
                    <a:pt x="26462" y="47243"/>
                    <a:pt x="32135" y="52664"/>
                  </a:cubicBezTo>
                  <a:cubicBezTo>
                    <a:pt x="35161" y="48377"/>
                    <a:pt x="39321" y="43461"/>
                    <a:pt x="43103" y="39553"/>
                  </a:cubicBezTo>
                  <a:cubicBezTo>
                    <a:pt x="36548" y="35771"/>
                    <a:pt x="30496" y="35141"/>
                    <a:pt x="28857" y="33502"/>
                  </a:cubicBezTo>
                  <a:cubicBezTo>
                    <a:pt x="26084" y="30728"/>
                    <a:pt x="36673" y="22912"/>
                    <a:pt x="44112" y="21399"/>
                  </a:cubicBezTo>
                  <a:cubicBezTo>
                    <a:pt x="51549" y="19887"/>
                    <a:pt x="48020" y="11188"/>
                    <a:pt x="41716" y="5641"/>
                  </a:cubicBezTo>
                  <a:cubicBezTo>
                    <a:pt x="40708" y="4759"/>
                    <a:pt x="39447" y="3624"/>
                    <a:pt x="38187" y="2364"/>
                  </a:cubicBezTo>
                  <a:cubicBezTo>
                    <a:pt x="34657" y="4381"/>
                    <a:pt x="31883" y="6272"/>
                    <a:pt x="31001" y="7406"/>
                  </a:cubicBezTo>
                  <a:cubicBezTo>
                    <a:pt x="29362" y="10180"/>
                    <a:pt x="24949" y="9297"/>
                    <a:pt x="18520" y="8541"/>
                  </a:cubicBezTo>
                  <a:close/>
                </a:path>
              </a:pathLst>
            </a:custGeom>
            <a:grpFill/>
            <a:ln w="1270" cap="flat">
              <a:solidFill>
                <a:schemeClr val="bg1"/>
              </a:solidFill>
              <a:prstDash val="solid"/>
              <a:miter/>
            </a:ln>
          </p:spPr>
          <p:txBody>
            <a:bodyPr rtlCol="0" anchor="ctr"/>
            <a:lstStyle/>
            <a:p>
              <a:endParaRPr lang="ko-KR" altLang="en-US"/>
            </a:p>
          </p:txBody>
        </p:sp>
        <p:sp>
          <p:nvSpPr>
            <p:cNvPr id="61" name="자유형: 도형 41">
              <a:extLst>
                <a:ext uri="{FF2B5EF4-FFF2-40B4-BE49-F238E27FC236}">
                  <a16:creationId xmlns:a16="http://schemas.microsoft.com/office/drawing/2014/main" id="{A88AACFE-7F73-6249-9E6C-C619767A9F17}"/>
                </a:ext>
              </a:extLst>
            </p:cNvPr>
            <p:cNvSpPr/>
            <p:nvPr/>
          </p:nvSpPr>
          <p:spPr>
            <a:xfrm>
              <a:off x="6748733" y="4083775"/>
              <a:ext cx="176491" cy="151278"/>
            </a:xfrm>
            <a:custGeom>
              <a:avLst/>
              <a:gdLst>
                <a:gd name="connsiteX0" fmla="*/ 31548 w 176491"/>
                <a:gd name="connsiteY0" fmla="*/ 25938 h 151278"/>
                <a:gd name="connsiteX1" fmla="*/ 16798 w 176491"/>
                <a:gd name="connsiteY1" fmla="*/ 40687 h 151278"/>
                <a:gd name="connsiteX2" fmla="*/ 6965 w 176491"/>
                <a:gd name="connsiteY2" fmla="*/ 66909 h 151278"/>
                <a:gd name="connsiteX3" fmla="*/ 5326 w 176491"/>
                <a:gd name="connsiteY3" fmla="*/ 102838 h 151278"/>
                <a:gd name="connsiteX4" fmla="*/ 27514 w 176491"/>
                <a:gd name="connsiteY4" fmla="*/ 103972 h 151278"/>
                <a:gd name="connsiteX5" fmla="*/ 35834 w 176491"/>
                <a:gd name="connsiteY5" fmla="*/ 95778 h 151278"/>
                <a:gd name="connsiteX6" fmla="*/ 48188 w 176491"/>
                <a:gd name="connsiteY6" fmla="*/ 92500 h 151278"/>
                <a:gd name="connsiteX7" fmla="*/ 64703 w 176491"/>
                <a:gd name="connsiteY7" fmla="*/ 99056 h 151278"/>
                <a:gd name="connsiteX8" fmla="*/ 76301 w 176491"/>
                <a:gd name="connsiteY8" fmla="*/ 99056 h 151278"/>
                <a:gd name="connsiteX9" fmla="*/ 102774 w 176491"/>
                <a:gd name="connsiteY9" fmla="*/ 99056 h 151278"/>
                <a:gd name="connsiteX10" fmla="*/ 159000 w 176491"/>
                <a:gd name="connsiteY10" fmla="*/ 153642 h 151278"/>
                <a:gd name="connsiteX11" fmla="*/ 158621 w 176491"/>
                <a:gd name="connsiteY11" fmla="*/ 154146 h 151278"/>
                <a:gd name="connsiteX12" fmla="*/ 171354 w 176491"/>
                <a:gd name="connsiteY12" fmla="*/ 153264 h 151278"/>
                <a:gd name="connsiteX13" fmla="*/ 178540 w 176491"/>
                <a:gd name="connsiteY13" fmla="*/ 148221 h 151278"/>
                <a:gd name="connsiteX14" fmla="*/ 150301 w 176491"/>
                <a:gd name="connsiteY14" fmla="*/ 116579 h 151278"/>
                <a:gd name="connsiteX15" fmla="*/ 108321 w 176491"/>
                <a:gd name="connsiteY15" fmla="*/ 87584 h 151278"/>
                <a:gd name="connsiteX16" fmla="*/ 91429 w 176491"/>
                <a:gd name="connsiteY16" fmla="*/ 70691 h 151278"/>
                <a:gd name="connsiteX17" fmla="*/ 71763 w 176491"/>
                <a:gd name="connsiteY17" fmla="*/ 31863 h 151278"/>
                <a:gd name="connsiteX18" fmla="*/ 56887 w 176491"/>
                <a:gd name="connsiteY18" fmla="*/ 2364 h 151278"/>
                <a:gd name="connsiteX19" fmla="*/ 31548 w 176491"/>
                <a:gd name="connsiteY19" fmla="*/ 25938 h 151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6491" h="151278">
                  <a:moveTo>
                    <a:pt x="31548" y="25938"/>
                  </a:moveTo>
                  <a:cubicBezTo>
                    <a:pt x="26631" y="30854"/>
                    <a:pt x="15159" y="32493"/>
                    <a:pt x="16798" y="40687"/>
                  </a:cubicBezTo>
                  <a:cubicBezTo>
                    <a:pt x="18437" y="48882"/>
                    <a:pt x="15159" y="57076"/>
                    <a:pt x="6965" y="66909"/>
                  </a:cubicBezTo>
                  <a:cubicBezTo>
                    <a:pt x="-1229" y="76742"/>
                    <a:pt x="3687" y="91366"/>
                    <a:pt x="5326" y="102838"/>
                  </a:cubicBezTo>
                  <a:cubicBezTo>
                    <a:pt x="15159" y="102081"/>
                    <a:pt x="25496" y="101955"/>
                    <a:pt x="27514" y="103972"/>
                  </a:cubicBezTo>
                  <a:cubicBezTo>
                    <a:pt x="31674" y="108132"/>
                    <a:pt x="33313" y="103972"/>
                    <a:pt x="35834" y="95778"/>
                  </a:cubicBezTo>
                  <a:cubicBezTo>
                    <a:pt x="38355" y="87458"/>
                    <a:pt x="43272" y="88340"/>
                    <a:pt x="48188" y="92500"/>
                  </a:cubicBezTo>
                  <a:cubicBezTo>
                    <a:pt x="53105" y="96660"/>
                    <a:pt x="56383" y="103216"/>
                    <a:pt x="64703" y="99056"/>
                  </a:cubicBezTo>
                  <a:cubicBezTo>
                    <a:pt x="73023" y="94895"/>
                    <a:pt x="72141" y="97417"/>
                    <a:pt x="76301" y="99056"/>
                  </a:cubicBezTo>
                  <a:cubicBezTo>
                    <a:pt x="80461" y="100694"/>
                    <a:pt x="96976" y="98173"/>
                    <a:pt x="102774" y="99056"/>
                  </a:cubicBezTo>
                  <a:cubicBezTo>
                    <a:pt x="108574" y="99938"/>
                    <a:pt x="159000" y="153642"/>
                    <a:pt x="159000" y="153642"/>
                  </a:cubicBezTo>
                  <a:cubicBezTo>
                    <a:pt x="159000" y="153642"/>
                    <a:pt x="158874" y="153768"/>
                    <a:pt x="158621" y="154146"/>
                  </a:cubicBezTo>
                  <a:cubicBezTo>
                    <a:pt x="165051" y="154902"/>
                    <a:pt x="169337" y="155785"/>
                    <a:pt x="171354" y="153264"/>
                  </a:cubicBezTo>
                  <a:cubicBezTo>
                    <a:pt x="172236" y="152129"/>
                    <a:pt x="175010" y="150238"/>
                    <a:pt x="178540" y="148221"/>
                  </a:cubicBezTo>
                  <a:cubicBezTo>
                    <a:pt x="172110" y="142170"/>
                    <a:pt x="162781" y="132211"/>
                    <a:pt x="150301" y="116579"/>
                  </a:cubicBezTo>
                  <a:cubicBezTo>
                    <a:pt x="135425" y="97669"/>
                    <a:pt x="117776" y="87584"/>
                    <a:pt x="108321" y="87584"/>
                  </a:cubicBezTo>
                  <a:cubicBezTo>
                    <a:pt x="98866" y="87584"/>
                    <a:pt x="97354" y="71447"/>
                    <a:pt x="91429" y="70691"/>
                  </a:cubicBezTo>
                  <a:cubicBezTo>
                    <a:pt x="85504" y="69935"/>
                    <a:pt x="72141" y="46739"/>
                    <a:pt x="71763" y="31863"/>
                  </a:cubicBezTo>
                  <a:cubicBezTo>
                    <a:pt x="71511" y="23417"/>
                    <a:pt x="64577" y="11819"/>
                    <a:pt x="56887" y="2364"/>
                  </a:cubicBezTo>
                  <a:cubicBezTo>
                    <a:pt x="47558" y="17239"/>
                    <a:pt x="35078" y="22408"/>
                    <a:pt x="31548" y="25938"/>
                  </a:cubicBezTo>
                  <a:close/>
                </a:path>
              </a:pathLst>
            </a:custGeom>
            <a:grpFill/>
            <a:ln w="1270" cap="flat">
              <a:solidFill>
                <a:schemeClr val="bg1"/>
              </a:solidFill>
              <a:prstDash val="solid"/>
              <a:miter/>
            </a:ln>
          </p:spPr>
          <p:txBody>
            <a:bodyPr rtlCol="0" anchor="ctr"/>
            <a:lstStyle/>
            <a:p>
              <a:endParaRPr lang="ko-KR" altLang="en-US"/>
            </a:p>
          </p:txBody>
        </p:sp>
        <p:sp>
          <p:nvSpPr>
            <p:cNvPr id="62" name="자유형: 도형 42">
              <a:extLst>
                <a:ext uri="{FF2B5EF4-FFF2-40B4-BE49-F238E27FC236}">
                  <a16:creationId xmlns:a16="http://schemas.microsoft.com/office/drawing/2014/main" id="{C859D1DB-4EC0-1D4F-B934-97BAE3828169}"/>
                </a:ext>
              </a:extLst>
            </p:cNvPr>
            <p:cNvSpPr/>
            <p:nvPr/>
          </p:nvSpPr>
          <p:spPr>
            <a:xfrm>
              <a:off x="6655995" y="4171121"/>
              <a:ext cx="390802" cy="302556"/>
            </a:xfrm>
            <a:custGeom>
              <a:avLst/>
              <a:gdLst>
                <a:gd name="connsiteX0" fmla="*/ 27594 w 390801"/>
                <a:gd name="connsiteY0" fmla="*/ 204337 h 302556"/>
                <a:gd name="connsiteX1" fmla="*/ 50538 w 390801"/>
                <a:gd name="connsiteY1" fmla="*/ 233837 h 302556"/>
                <a:gd name="connsiteX2" fmla="*/ 75121 w 390801"/>
                <a:gd name="connsiteY2" fmla="*/ 253503 h 302556"/>
                <a:gd name="connsiteX3" fmla="*/ 74616 w 390801"/>
                <a:gd name="connsiteY3" fmla="*/ 276825 h 302556"/>
                <a:gd name="connsiteX4" fmla="*/ 83315 w 390801"/>
                <a:gd name="connsiteY4" fmla="*/ 280481 h 302556"/>
                <a:gd name="connsiteX5" fmla="*/ 110419 w 390801"/>
                <a:gd name="connsiteY5" fmla="*/ 285775 h 302556"/>
                <a:gd name="connsiteX6" fmla="*/ 141052 w 390801"/>
                <a:gd name="connsiteY6" fmla="*/ 303425 h 302556"/>
                <a:gd name="connsiteX7" fmla="*/ 171687 w 390801"/>
                <a:gd name="connsiteY7" fmla="*/ 308719 h 302556"/>
                <a:gd name="connsiteX8" fmla="*/ 189336 w 390801"/>
                <a:gd name="connsiteY8" fmla="*/ 294600 h 302556"/>
                <a:gd name="connsiteX9" fmla="*/ 212280 w 390801"/>
                <a:gd name="connsiteY9" fmla="*/ 289936 h 302556"/>
                <a:gd name="connsiteX10" fmla="*/ 225264 w 390801"/>
                <a:gd name="connsiteY10" fmla="*/ 295230 h 302556"/>
                <a:gd name="connsiteX11" fmla="*/ 238501 w 390801"/>
                <a:gd name="connsiteY11" fmla="*/ 291448 h 302556"/>
                <a:gd name="connsiteX12" fmla="*/ 260058 w 390801"/>
                <a:gd name="connsiteY12" fmla="*/ 288171 h 302556"/>
                <a:gd name="connsiteX13" fmla="*/ 294726 w 390801"/>
                <a:gd name="connsiteY13" fmla="*/ 269891 h 302556"/>
                <a:gd name="connsiteX14" fmla="*/ 324099 w 390801"/>
                <a:gd name="connsiteY14" fmla="*/ 264596 h 302556"/>
                <a:gd name="connsiteX15" fmla="*/ 394696 w 390801"/>
                <a:gd name="connsiteY15" fmla="*/ 194000 h 302556"/>
                <a:gd name="connsiteX16" fmla="*/ 385241 w 390801"/>
                <a:gd name="connsiteY16" fmla="*/ 188075 h 302556"/>
                <a:gd name="connsiteX17" fmla="*/ 348808 w 390801"/>
                <a:gd name="connsiteY17" fmla="*/ 179881 h 302556"/>
                <a:gd name="connsiteX18" fmla="*/ 295230 w 390801"/>
                <a:gd name="connsiteY18" fmla="*/ 161097 h 302556"/>
                <a:gd name="connsiteX19" fmla="*/ 277581 w 390801"/>
                <a:gd name="connsiteY19" fmla="*/ 145213 h 302556"/>
                <a:gd name="connsiteX20" fmla="*/ 261067 w 390801"/>
                <a:gd name="connsiteY20" fmla="*/ 121135 h 302556"/>
                <a:gd name="connsiteX21" fmla="*/ 265101 w 390801"/>
                <a:gd name="connsiteY21" fmla="*/ 111301 h 302556"/>
                <a:gd name="connsiteX22" fmla="*/ 252620 w 390801"/>
                <a:gd name="connsiteY22" fmla="*/ 107015 h 302556"/>
                <a:gd name="connsiteX23" fmla="*/ 237745 w 390801"/>
                <a:gd name="connsiteY23" fmla="*/ 107898 h 302556"/>
                <a:gd name="connsiteX24" fmla="*/ 238627 w 390801"/>
                <a:gd name="connsiteY24" fmla="*/ 85584 h 302556"/>
                <a:gd name="connsiteX25" fmla="*/ 251864 w 390801"/>
                <a:gd name="connsiteY25" fmla="*/ 66548 h 302556"/>
                <a:gd name="connsiteX26" fmla="*/ 195639 w 390801"/>
                <a:gd name="connsiteY26" fmla="*/ 11962 h 302556"/>
                <a:gd name="connsiteX27" fmla="*/ 169165 w 390801"/>
                <a:gd name="connsiteY27" fmla="*/ 11962 h 302556"/>
                <a:gd name="connsiteX28" fmla="*/ 157567 w 390801"/>
                <a:gd name="connsiteY28" fmla="*/ 11962 h 302556"/>
                <a:gd name="connsiteX29" fmla="*/ 141052 w 390801"/>
                <a:gd name="connsiteY29" fmla="*/ 5407 h 302556"/>
                <a:gd name="connsiteX30" fmla="*/ 128698 w 390801"/>
                <a:gd name="connsiteY30" fmla="*/ 8684 h 302556"/>
                <a:gd name="connsiteX31" fmla="*/ 120378 w 390801"/>
                <a:gd name="connsiteY31" fmla="*/ 16879 h 302556"/>
                <a:gd name="connsiteX32" fmla="*/ 98190 w 390801"/>
                <a:gd name="connsiteY32" fmla="*/ 15744 h 302556"/>
                <a:gd name="connsiteX33" fmla="*/ 98190 w 390801"/>
                <a:gd name="connsiteY33" fmla="*/ 15996 h 302556"/>
                <a:gd name="connsiteX34" fmla="*/ 88357 w 390801"/>
                <a:gd name="connsiteY34" fmla="*/ 47134 h 302556"/>
                <a:gd name="connsiteX35" fmla="*/ 76885 w 390801"/>
                <a:gd name="connsiteY35" fmla="*/ 60245 h 302556"/>
                <a:gd name="connsiteX36" fmla="*/ 60497 w 390801"/>
                <a:gd name="connsiteY36" fmla="*/ 79911 h 302556"/>
                <a:gd name="connsiteX37" fmla="*/ 52303 w 390801"/>
                <a:gd name="connsiteY37" fmla="*/ 106133 h 302556"/>
                <a:gd name="connsiteX38" fmla="*/ 40831 w 390801"/>
                <a:gd name="connsiteY38" fmla="*/ 117605 h 302556"/>
                <a:gd name="connsiteX39" fmla="*/ 32637 w 390801"/>
                <a:gd name="connsiteY39" fmla="*/ 142187 h 302556"/>
                <a:gd name="connsiteX40" fmla="*/ 29359 w 390801"/>
                <a:gd name="connsiteY40" fmla="*/ 171687 h 302556"/>
                <a:gd name="connsiteX41" fmla="*/ 8054 w 390801"/>
                <a:gd name="connsiteY41" fmla="*/ 176603 h 302556"/>
                <a:gd name="connsiteX42" fmla="*/ 3138 w 390801"/>
                <a:gd name="connsiteY42" fmla="*/ 191353 h 302556"/>
                <a:gd name="connsiteX43" fmla="*/ 27594 w 390801"/>
                <a:gd name="connsiteY43" fmla="*/ 204337 h 30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90801" h="302556">
                  <a:moveTo>
                    <a:pt x="27594" y="204337"/>
                  </a:moveTo>
                  <a:cubicBezTo>
                    <a:pt x="30872" y="212532"/>
                    <a:pt x="45622" y="220726"/>
                    <a:pt x="50538" y="233837"/>
                  </a:cubicBezTo>
                  <a:cubicBezTo>
                    <a:pt x="55455" y="246947"/>
                    <a:pt x="68565" y="253503"/>
                    <a:pt x="75121" y="253503"/>
                  </a:cubicBezTo>
                  <a:cubicBezTo>
                    <a:pt x="80037" y="253503"/>
                    <a:pt x="76633" y="261697"/>
                    <a:pt x="74616" y="276825"/>
                  </a:cubicBezTo>
                  <a:cubicBezTo>
                    <a:pt x="77768" y="278086"/>
                    <a:pt x="81046" y="279220"/>
                    <a:pt x="83315" y="280481"/>
                  </a:cubicBezTo>
                  <a:cubicBezTo>
                    <a:pt x="87475" y="282876"/>
                    <a:pt x="104494" y="280481"/>
                    <a:pt x="110419" y="285775"/>
                  </a:cubicBezTo>
                  <a:cubicBezTo>
                    <a:pt x="116344" y="291070"/>
                    <a:pt x="135128" y="303425"/>
                    <a:pt x="141052" y="303425"/>
                  </a:cubicBezTo>
                  <a:cubicBezTo>
                    <a:pt x="146978" y="303425"/>
                    <a:pt x="168157" y="306324"/>
                    <a:pt x="171687" y="308719"/>
                  </a:cubicBezTo>
                  <a:cubicBezTo>
                    <a:pt x="175216" y="311114"/>
                    <a:pt x="179881" y="299895"/>
                    <a:pt x="189336" y="294600"/>
                  </a:cubicBezTo>
                  <a:cubicBezTo>
                    <a:pt x="198790" y="289305"/>
                    <a:pt x="210514" y="285775"/>
                    <a:pt x="212280" y="289936"/>
                  </a:cubicBezTo>
                  <a:cubicBezTo>
                    <a:pt x="214044" y="294096"/>
                    <a:pt x="220474" y="297626"/>
                    <a:pt x="225264" y="295230"/>
                  </a:cubicBezTo>
                  <a:cubicBezTo>
                    <a:pt x="227155" y="294222"/>
                    <a:pt x="232576" y="292835"/>
                    <a:pt x="238501" y="291448"/>
                  </a:cubicBezTo>
                  <a:cubicBezTo>
                    <a:pt x="247199" y="289431"/>
                    <a:pt x="257159" y="287792"/>
                    <a:pt x="260058" y="288171"/>
                  </a:cubicBezTo>
                  <a:cubicBezTo>
                    <a:pt x="264723" y="288675"/>
                    <a:pt x="277707" y="269891"/>
                    <a:pt x="294726" y="269891"/>
                  </a:cubicBezTo>
                  <a:cubicBezTo>
                    <a:pt x="311745" y="269891"/>
                    <a:pt x="316535" y="272791"/>
                    <a:pt x="324099" y="264596"/>
                  </a:cubicBezTo>
                  <a:cubicBezTo>
                    <a:pt x="331789" y="256402"/>
                    <a:pt x="389401" y="198160"/>
                    <a:pt x="394696" y="194000"/>
                  </a:cubicBezTo>
                  <a:cubicBezTo>
                    <a:pt x="399990" y="189840"/>
                    <a:pt x="391166" y="188075"/>
                    <a:pt x="385241" y="188075"/>
                  </a:cubicBezTo>
                  <a:cubicBezTo>
                    <a:pt x="379316" y="188075"/>
                    <a:pt x="367591" y="187445"/>
                    <a:pt x="348808" y="179881"/>
                  </a:cubicBezTo>
                  <a:cubicBezTo>
                    <a:pt x="330024" y="172191"/>
                    <a:pt x="300525" y="162232"/>
                    <a:pt x="295230" y="161097"/>
                  </a:cubicBezTo>
                  <a:cubicBezTo>
                    <a:pt x="289936" y="159962"/>
                    <a:pt x="282245" y="147608"/>
                    <a:pt x="277581" y="145213"/>
                  </a:cubicBezTo>
                  <a:cubicBezTo>
                    <a:pt x="272917" y="142818"/>
                    <a:pt x="263462" y="126429"/>
                    <a:pt x="261067" y="121135"/>
                  </a:cubicBezTo>
                  <a:cubicBezTo>
                    <a:pt x="260310" y="119370"/>
                    <a:pt x="262075" y="115588"/>
                    <a:pt x="265101" y="111301"/>
                  </a:cubicBezTo>
                  <a:cubicBezTo>
                    <a:pt x="259302" y="105881"/>
                    <a:pt x="256402" y="104368"/>
                    <a:pt x="252620" y="107015"/>
                  </a:cubicBezTo>
                  <a:cubicBezTo>
                    <a:pt x="247704" y="110293"/>
                    <a:pt x="239383" y="111175"/>
                    <a:pt x="237745" y="107898"/>
                  </a:cubicBezTo>
                  <a:cubicBezTo>
                    <a:pt x="236106" y="104620"/>
                    <a:pt x="232828" y="92140"/>
                    <a:pt x="238627" y="85584"/>
                  </a:cubicBezTo>
                  <a:cubicBezTo>
                    <a:pt x="244426" y="78903"/>
                    <a:pt x="251864" y="66548"/>
                    <a:pt x="251864" y="66548"/>
                  </a:cubicBezTo>
                  <a:cubicBezTo>
                    <a:pt x="251864" y="66548"/>
                    <a:pt x="201438" y="12719"/>
                    <a:pt x="195639" y="11962"/>
                  </a:cubicBezTo>
                  <a:cubicBezTo>
                    <a:pt x="189840" y="11080"/>
                    <a:pt x="173325" y="13601"/>
                    <a:pt x="169165" y="11962"/>
                  </a:cubicBezTo>
                  <a:cubicBezTo>
                    <a:pt x="165005" y="10323"/>
                    <a:pt x="165887" y="7802"/>
                    <a:pt x="157567" y="11962"/>
                  </a:cubicBezTo>
                  <a:cubicBezTo>
                    <a:pt x="149247" y="16122"/>
                    <a:pt x="145969" y="9441"/>
                    <a:pt x="141052" y="5407"/>
                  </a:cubicBezTo>
                  <a:cubicBezTo>
                    <a:pt x="136136" y="1247"/>
                    <a:pt x="131094" y="490"/>
                    <a:pt x="128698" y="8684"/>
                  </a:cubicBezTo>
                  <a:cubicBezTo>
                    <a:pt x="126177" y="16879"/>
                    <a:pt x="124538" y="21039"/>
                    <a:pt x="120378" y="16879"/>
                  </a:cubicBezTo>
                  <a:cubicBezTo>
                    <a:pt x="118361" y="14862"/>
                    <a:pt x="108023" y="14988"/>
                    <a:pt x="98190" y="15744"/>
                  </a:cubicBezTo>
                  <a:cubicBezTo>
                    <a:pt x="98190" y="15870"/>
                    <a:pt x="98190" y="15870"/>
                    <a:pt x="98190" y="15996"/>
                  </a:cubicBezTo>
                  <a:cubicBezTo>
                    <a:pt x="99829" y="27468"/>
                    <a:pt x="88357" y="40579"/>
                    <a:pt x="88357" y="47134"/>
                  </a:cubicBezTo>
                  <a:cubicBezTo>
                    <a:pt x="88357" y="53690"/>
                    <a:pt x="81802" y="60245"/>
                    <a:pt x="76885" y="60245"/>
                  </a:cubicBezTo>
                  <a:cubicBezTo>
                    <a:pt x="71969" y="60245"/>
                    <a:pt x="67052" y="73356"/>
                    <a:pt x="60497" y="79911"/>
                  </a:cubicBezTo>
                  <a:cubicBezTo>
                    <a:pt x="53942" y="86467"/>
                    <a:pt x="58858" y="101216"/>
                    <a:pt x="52303" y="106133"/>
                  </a:cubicBezTo>
                  <a:cubicBezTo>
                    <a:pt x="45747" y="111049"/>
                    <a:pt x="35914" y="112688"/>
                    <a:pt x="40831" y="117605"/>
                  </a:cubicBezTo>
                  <a:cubicBezTo>
                    <a:pt x="45747" y="122521"/>
                    <a:pt x="32637" y="132354"/>
                    <a:pt x="32637" y="142187"/>
                  </a:cubicBezTo>
                  <a:cubicBezTo>
                    <a:pt x="32637" y="152020"/>
                    <a:pt x="30998" y="170048"/>
                    <a:pt x="29359" y="171687"/>
                  </a:cubicBezTo>
                  <a:cubicBezTo>
                    <a:pt x="27720" y="173325"/>
                    <a:pt x="8054" y="168409"/>
                    <a:pt x="8054" y="176603"/>
                  </a:cubicBezTo>
                  <a:cubicBezTo>
                    <a:pt x="8054" y="184797"/>
                    <a:pt x="-140" y="184797"/>
                    <a:pt x="3138" y="191353"/>
                  </a:cubicBezTo>
                  <a:cubicBezTo>
                    <a:pt x="6163" y="197782"/>
                    <a:pt x="24190" y="196143"/>
                    <a:pt x="27594" y="204337"/>
                  </a:cubicBezTo>
                  <a:close/>
                </a:path>
              </a:pathLst>
            </a:custGeom>
            <a:grpFill/>
            <a:ln w="1270" cap="flat">
              <a:solidFill>
                <a:schemeClr val="bg1"/>
              </a:solidFill>
              <a:prstDash val="solid"/>
              <a:miter/>
            </a:ln>
          </p:spPr>
          <p:txBody>
            <a:bodyPr rtlCol="0" anchor="ctr"/>
            <a:lstStyle/>
            <a:p>
              <a:endParaRPr lang="ko-KR" altLang="en-US"/>
            </a:p>
          </p:txBody>
        </p:sp>
        <p:sp>
          <p:nvSpPr>
            <p:cNvPr id="63" name="자유형: 도형 43">
              <a:extLst>
                <a:ext uri="{FF2B5EF4-FFF2-40B4-BE49-F238E27FC236}">
                  <a16:creationId xmlns:a16="http://schemas.microsoft.com/office/drawing/2014/main" id="{D3E24830-E66A-234C-B704-E05ED8DA270A}"/>
                </a:ext>
              </a:extLst>
            </p:cNvPr>
            <p:cNvSpPr/>
            <p:nvPr/>
          </p:nvSpPr>
          <p:spPr>
            <a:xfrm>
              <a:off x="6716145" y="3601166"/>
              <a:ext cx="37820" cy="50426"/>
            </a:xfrm>
            <a:custGeom>
              <a:avLst/>
              <a:gdLst>
                <a:gd name="connsiteX0" fmla="*/ 35141 w 37819"/>
                <a:gd name="connsiteY0" fmla="*/ 23071 h 50426"/>
                <a:gd name="connsiteX1" fmla="*/ 22282 w 37819"/>
                <a:gd name="connsiteY1" fmla="*/ 2397 h 50426"/>
                <a:gd name="connsiteX2" fmla="*/ 22030 w 37819"/>
                <a:gd name="connsiteY2" fmla="*/ 5926 h 50426"/>
                <a:gd name="connsiteX3" fmla="*/ 2364 w 37819"/>
                <a:gd name="connsiteY3" fmla="*/ 45637 h 50426"/>
                <a:gd name="connsiteX4" fmla="*/ 14844 w 37819"/>
                <a:gd name="connsiteY4" fmla="*/ 50932 h 50426"/>
                <a:gd name="connsiteX5" fmla="*/ 35141 w 37819"/>
                <a:gd name="connsiteY5" fmla="*/ 23071 h 50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19" h="50426">
                  <a:moveTo>
                    <a:pt x="35141" y="23071"/>
                  </a:moveTo>
                  <a:cubicBezTo>
                    <a:pt x="40183" y="18659"/>
                    <a:pt x="43082" y="1514"/>
                    <a:pt x="22282" y="2397"/>
                  </a:cubicBezTo>
                  <a:cubicBezTo>
                    <a:pt x="22156" y="3531"/>
                    <a:pt x="22030" y="4666"/>
                    <a:pt x="22030" y="5926"/>
                  </a:cubicBezTo>
                  <a:cubicBezTo>
                    <a:pt x="22030" y="13869"/>
                    <a:pt x="9297" y="30509"/>
                    <a:pt x="2364" y="45637"/>
                  </a:cubicBezTo>
                  <a:lnTo>
                    <a:pt x="14844" y="50932"/>
                  </a:lnTo>
                  <a:cubicBezTo>
                    <a:pt x="21400" y="39460"/>
                    <a:pt x="31233" y="26601"/>
                    <a:pt x="35141" y="23071"/>
                  </a:cubicBezTo>
                  <a:close/>
                </a:path>
              </a:pathLst>
            </a:custGeom>
            <a:grpFill/>
            <a:ln w="1270" cap="flat">
              <a:solidFill>
                <a:schemeClr val="bg1"/>
              </a:solidFill>
              <a:prstDash val="solid"/>
              <a:miter/>
            </a:ln>
          </p:spPr>
          <p:txBody>
            <a:bodyPr rtlCol="0" anchor="ctr"/>
            <a:lstStyle/>
            <a:p>
              <a:endParaRPr lang="ko-KR" altLang="en-US"/>
            </a:p>
          </p:txBody>
        </p:sp>
        <p:sp>
          <p:nvSpPr>
            <p:cNvPr id="64" name="자유형: 도형 44">
              <a:extLst>
                <a:ext uri="{FF2B5EF4-FFF2-40B4-BE49-F238E27FC236}">
                  <a16:creationId xmlns:a16="http://schemas.microsoft.com/office/drawing/2014/main" id="{AC7DC9B4-9AE5-FA4D-93C2-5531926C714C}"/>
                </a:ext>
              </a:extLst>
            </p:cNvPr>
            <p:cNvSpPr/>
            <p:nvPr/>
          </p:nvSpPr>
          <p:spPr>
            <a:xfrm>
              <a:off x="6728626" y="3526694"/>
              <a:ext cx="176491" cy="138672"/>
            </a:xfrm>
            <a:custGeom>
              <a:avLst/>
              <a:gdLst>
                <a:gd name="connsiteX0" fmla="*/ 22660 w 176491"/>
                <a:gd name="connsiteY0" fmla="*/ 97543 h 138671"/>
                <a:gd name="connsiteX1" fmla="*/ 2364 w 176491"/>
                <a:gd name="connsiteY1" fmla="*/ 125403 h 138671"/>
                <a:gd name="connsiteX2" fmla="*/ 3751 w 176491"/>
                <a:gd name="connsiteY2" fmla="*/ 126033 h 138671"/>
                <a:gd name="connsiteX3" fmla="*/ 5894 w 176491"/>
                <a:gd name="connsiteY3" fmla="*/ 135488 h 138671"/>
                <a:gd name="connsiteX4" fmla="*/ 29972 w 176491"/>
                <a:gd name="connsiteY4" fmla="*/ 148095 h 138671"/>
                <a:gd name="connsiteX5" fmla="*/ 55185 w 176491"/>
                <a:gd name="connsiteY5" fmla="*/ 134480 h 138671"/>
                <a:gd name="connsiteX6" fmla="*/ 146330 w 176491"/>
                <a:gd name="connsiteY6" fmla="*/ 88340 h 138671"/>
                <a:gd name="connsiteX7" fmla="*/ 152633 w 176491"/>
                <a:gd name="connsiteY7" fmla="*/ 72582 h 138671"/>
                <a:gd name="connsiteX8" fmla="*/ 154776 w 176491"/>
                <a:gd name="connsiteY8" fmla="*/ 51655 h 138671"/>
                <a:gd name="connsiteX9" fmla="*/ 152633 w 176491"/>
                <a:gd name="connsiteY9" fmla="*/ 29594 h 138671"/>
                <a:gd name="connsiteX10" fmla="*/ 169400 w 176491"/>
                <a:gd name="connsiteY10" fmla="*/ 16987 h 138671"/>
                <a:gd name="connsiteX11" fmla="*/ 185158 w 176491"/>
                <a:gd name="connsiteY11" fmla="*/ 5515 h 138671"/>
                <a:gd name="connsiteX12" fmla="*/ 174695 w 176491"/>
                <a:gd name="connsiteY12" fmla="*/ 2364 h 138671"/>
                <a:gd name="connsiteX13" fmla="*/ 145321 w 176491"/>
                <a:gd name="connsiteY13" fmla="*/ 6524 h 138671"/>
                <a:gd name="connsiteX14" fmla="*/ 109645 w 176491"/>
                <a:gd name="connsiteY14" fmla="*/ 16987 h 138671"/>
                <a:gd name="connsiteX15" fmla="*/ 79263 w 176491"/>
                <a:gd name="connsiteY15" fmla="*/ 15979 h 138671"/>
                <a:gd name="connsiteX16" fmla="*/ 62497 w 176491"/>
                <a:gd name="connsiteY16" fmla="*/ 19130 h 138671"/>
                <a:gd name="connsiteX17" fmla="*/ 38419 w 176491"/>
                <a:gd name="connsiteY17" fmla="*/ 19130 h 138671"/>
                <a:gd name="connsiteX18" fmla="*/ 27955 w 176491"/>
                <a:gd name="connsiteY18" fmla="*/ 25434 h 138671"/>
                <a:gd name="connsiteX19" fmla="*/ 12197 w 176491"/>
                <a:gd name="connsiteY19" fmla="*/ 43839 h 138671"/>
                <a:gd name="connsiteX20" fmla="*/ 11945 w 176491"/>
                <a:gd name="connsiteY20" fmla="*/ 57202 h 138671"/>
                <a:gd name="connsiteX21" fmla="*/ 9928 w 176491"/>
                <a:gd name="connsiteY21" fmla="*/ 76868 h 138671"/>
                <a:gd name="connsiteX22" fmla="*/ 22660 w 176491"/>
                <a:gd name="connsiteY22" fmla="*/ 97543 h 13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6491" h="138671">
                  <a:moveTo>
                    <a:pt x="22660" y="97543"/>
                  </a:moveTo>
                  <a:cubicBezTo>
                    <a:pt x="18626" y="101073"/>
                    <a:pt x="8919" y="113805"/>
                    <a:pt x="2364" y="125403"/>
                  </a:cubicBezTo>
                  <a:lnTo>
                    <a:pt x="3751" y="126033"/>
                  </a:lnTo>
                  <a:lnTo>
                    <a:pt x="5894" y="135488"/>
                  </a:lnTo>
                  <a:lnTo>
                    <a:pt x="29972" y="148095"/>
                  </a:lnTo>
                  <a:cubicBezTo>
                    <a:pt x="29972" y="148095"/>
                    <a:pt x="47747" y="135488"/>
                    <a:pt x="55185" y="134480"/>
                  </a:cubicBezTo>
                  <a:cubicBezTo>
                    <a:pt x="62497" y="133471"/>
                    <a:pt x="146330" y="88340"/>
                    <a:pt x="146330" y="88340"/>
                  </a:cubicBezTo>
                  <a:cubicBezTo>
                    <a:pt x="146330" y="88340"/>
                    <a:pt x="153642" y="76868"/>
                    <a:pt x="152633" y="72582"/>
                  </a:cubicBezTo>
                  <a:cubicBezTo>
                    <a:pt x="151625" y="68422"/>
                    <a:pt x="150490" y="56824"/>
                    <a:pt x="154776" y="51655"/>
                  </a:cubicBezTo>
                  <a:cubicBezTo>
                    <a:pt x="158937" y="46360"/>
                    <a:pt x="149482" y="38040"/>
                    <a:pt x="152633" y="29594"/>
                  </a:cubicBezTo>
                  <a:cubicBezTo>
                    <a:pt x="155785" y="21147"/>
                    <a:pt x="169400" y="16987"/>
                    <a:pt x="169400" y="16987"/>
                  </a:cubicBezTo>
                  <a:lnTo>
                    <a:pt x="185158" y="5515"/>
                  </a:lnTo>
                  <a:lnTo>
                    <a:pt x="174695" y="2364"/>
                  </a:lnTo>
                  <a:cubicBezTo>
                    <a:pt x="174695" y="2364"/>
                    <a:pt x="161080" y="7532"/>
                    <a:pt x="145321" y="6524"/>
                  </a:cubicBezTo>
                  <a:cubicBezTo>
                    <a:pt x="129563" y="5515"/>
                    <a:pt x="126412" y="16987"/>
                    <a:pt x="109645" y="16987"/>
                  </a:cubicBezTo>
                  <a:cubicBezTo>
                    <a:pt x="92878" y="16987"/>
                    <a:pt x="83423" y="21147"/>
                    <a:pt x="79263" y="15979"/>
                  </a:cubicBezTo>
                  <a:cubicBezTo>
                    <a:pt x="75103" y="10684"/>
                    <a:pt x="73969" y="13836"/>
                    <a:pt x="62497" y="19130"/>
                  </a:cubicBezTo>
                  <a:cubicBezTo>
                    <a:pt x="51025" y="24299"/>
                    <a:pt x="43587" y="23291"/>
                    <a:pt x="38419" y="19130"/>
                  </a:cubicBezTo>
                  <a:cubicBezTo>
                    <a:pt x="33124" y="14970"/>
                    <a:pt x="28964" y="20139"/>
                    <a:pt x="27955" y="25434"/>
                  </a:cubicBezTo>
                  <a:cubicBezTo>
                    <a:pt x="26947" y="30350"/>
                    <a:pt x="28459" y="41570"/>
                    <a:pt x="12197" y="43839"/>
                  </a:cubicBezTo>
                  <a:cubicBezTo>
                    <a:pt x="11062" y="48630"/>
                    <a:pt x="9171" y="53672"/>
                    <a:pt x="11945" y="57202"/>
                  </a:cubicBezTo>
                  <a:cubicBezTo>
                    <a:pt x="16105" y="62371"/>
                    <a:pt x="11062" y="68548"/>
                    <a:pt x="9928" y="76868"/>
                  </a:cubicBezTo>
                  <a:cubicBezTo>
                    <a:pt x="30602" y="75986"/>
                    <a:pt x="27703" y="93257"/>
                    <a:pt x="22660" y="97543"/>
                  </a:cubicBezTo>
                  <a:close/>
                </a:path>
              </a:pathLst>
            </a:custGeom>
            <a:grpFill/>
            <a:ln w="1270" cap="flat">
              <a:solidFill>
                <a:schemeClr val="bg1"/>
              </a:solidFill>
              <a:prstDash val="solid"/>
              <a:miter/>
            </a:ln>
          </p:spPr>
          <p:txBody>
            <a:bodyPr rtlCol="0" anchor="ctr"/>
            <a:lstStyle/>
            <a:p>
              <a:endParaRPr lang="ko-KR" altLang="en-US"/>
            </a:p>
          </p:txBody>
        </p:sp>
        <p:sp>
          <p:nvSpPr>
            <p:cNvPr id="65" name="자유형: 도형 45">
              <a:extLst>
                <a:ext uri="{FF2B5EF4-FFF2-40B4-BE49-F238E27FC236}">
                  <a16:creationId xmlns:a16="http://schemas.microsoft.com/office/drawing/2014/main" id="{C05315F8-7878-9947-9E83-CE7291AD2950}"/>
                </a:ext>
              </a:extLst>
            </p:cNvPr>
            <p:cNvSpPr/>
            <p:nvPr/>
          </p:nvSpPr>
          <p:spPr>
            <a:xfrm>
              <a:off x="9121858" y="3494295"/>
              <a:ext cx="88246" cy="126065"/>
            </a:xfrm>
            <a:custGeom>
              <a:avLst/>
              <a:gdLst>
                <a:gd name="connsiteX0" fmla="*/ 22268 w 88245"/>
                <a:gd name="connsiteY0" fmla="*/ 12953 h 126065"/>
                <a:gd name="connsiteX1" fmla="*/ 6636 w 88245"/>
                <a:gd name="connsiteY1" fmla="*/ 24677 h 126065"/>
                <a:gd name="connsiteX2" fmla="*/ 14831 w 88245"/>
                <a:gd name="connsiteY2" fmla="*/ 38797 h 126065"/>
                <a:gd name="connsiteX3" fmla="*/ 13192 w 88245"/>
                <a:gd name="connsiteY3" fmla="*/ 50142 h 126065"/>
                <a:gd name="connsiteX4" fmla="*/ 12057 w 88245"/>
                <a:gd name="connsiteY4" fmla="*/ 74473 h 126065"/>
                <a:gd name="connsiteX5" fmla="*/ 3485 w 88245"/>
                <a:gd name="connsiteY5" fmla="*/ 106619 h 126065"/>
                <a:gd name="connsiteX6" fmla="*/ 7393 w 88245"/>
                <a:gd name="connsiteY6" fmla="*/ 124269 h 126065"/>
                <a:gd name="connsiteX7" fmla="*/ 58071 w 88245"/>
                <a:gd name="connsiteY7" fmla="*/ 107754 h 126065"/>
                <a:gd name="connsiteX8" fmla="*/ 83914 w 88245"/>
                <a:gd name="connsiteY8" fmla="*/ 96786 h 126065"/>
                <a:gd name="connsiteX9" fmla="*/ 94882 w 88245"/>
                <a:gd name="connsiteY9" fmla="*/ 85441 h 126065"/>
                <a:gd name="connsiteX10" fmla="*/ 87822 w 88245"/>
                <a:gd name="connsiteY10" fmla="*/ 46991 h 126065"/>
                <a:gd name="connsiteX11" fmla="*/ 60340 w 88245"/>
                <a:gd name="connsiteY11" fmla="*/ 2364 h 126065"/>
                <a:gd name="connsiteX12" fmla="*/ 46347 w 88245"/>
                <a:gd name="connsiteY12" fmla="*/ 7658 h 126065"/>
                <a:gd name="connsiteX13" fmla="*/ 22268 w 88245"/>
                <a:gd name="connsiteY13" fmla="*/ 12953 h 12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8245" h="126065">
                  <a:moveTo>
                    <a:pt x="22268" y="12953"/>
                  </a:moveTo>
                  <a:cubicBezTo>
                    <a:pt x="19873" y="15348"/>
                    <a:pt x="12813" y="19761"/>
                    <a:pt x="6636" y="24677"/>
                  </a:cubicBezTo>
                  <a:cubicBezTo>
                    <a:pt x="9662" y="29720"/>
                    <a:pt x="9031" y="38166"/>
                    <a:pt x="14831" y="38797"/>
                  </a:cubicBezTo>
                  <a:cubicBezTo>
                    <a:pt x="23024" y="39553"/>
                    <a:pt x="22268" y="52159"/>
                    <a:pt x="13192" y="50142"/>
                  </a:cubicBezTo>
                  <a:cubicBezTo>
                    <a:pt x="4241" y="48125"/>
                    <a:pt x="4115" y="62245"/>
                    <a:pt x="12057" y="74473"/>
                  </a:cubicBezTo>
                  <a:cubicBezTo>
                    <a:pt x="19873" y="86575"/>
                    <a:pt x="-2819" y="100316"/>
                    <a:pt x="3485" y="106619"/>
                  </a:cubicBezTo>
                  <a:cubicBezTo>
                    <a:pt x="9788" y="112923"/>
                    <a:pt x="4619" y="120361"/>
                    <a:pt x="7393" y="124269"/>
                  </a:cubicBezTo>
                  <a:cubicBezTo>
                    <a:pt x="10166" y="128177"/>
                    <a:pt x="43447" y="122630"/>
                    <a:pt x="58071" y="107754"/>
                  </a:cubicBezTo>
                  <a:cubicBezTo>
                    <a:pt x="72569" y="92878"/>
                    <a:pt x="76477" y="94769"/>
                    <a:pt x="83914" y="96786"/>
                  </a:cubicBezTo>
                  <a:cubicBezTo>
                    <a:pt x="91352" y="98677"/>
                    <a:pt x="98790" y="91239"/>
                    <a:pt x="94882" y="85441"/>
                  </a:cubicBezTo>
                  <a:cubicBezTo>
                    <a:pt x="90974" y="79515"/>
                    <a:pt x="86688" y="65018"/>
                    <a:pt x="87822" y="46991"/>
                  </a:cubicBezTo>
                  <a:cubicBezTo>
                    <a:pt x="88578" y="36527"/>
                    <a:pt x="74207" y="17617"/>
                    <a:pt x="60340" y="2364"/>
                  </a:cubicBezTo>
                  <a:cubicBezTo>
                    <a:pt x="56053" y="5767"/>
                    <a:pt x="52145" y="7658"/>
                    <a:pt x="46347" y="7658"/>
                  </a:cubicBezTo>
                  <a:cubicBezTo>
                    <a:pt x="36892" y="7658"/>
                    <a:pt x="26428" y="8667"/>
                    <a:pt x="22268" y="12953"/>
                  </a:cubicBezTo>
                  <a:close/>
                </a:path>
              </a:pathLst>
            </a:custGeom>
            <a:grpFill/>
            <a:ln w="1270" cap="flat">
              <a:solidFill>
                <a:schemeClr val="bg1"/>
              </a:solidFill>
              <a:prstDash val="solid"/>
              <a:miter/>
            </a:ln>
          </p:spPr>
          <p:txBody>
            <a:bodyPr rtlCol="0" anchor="ctr"/>
            <a:lstStyle/>
            <a:p>
              <a:endParaRPr lang="ko-KR" altLang="en-US"/>
            </a:p>
          </p:txBody>
        </p:sp>
        <p:sp>
          <p:nvSpPr>
            <p:cNvPr id="66" name="자유형: 도형 46">
              <a:extLst>
                <a:ext uri="{FF2B5EF4-FFF2-40B4-BE49-F238E27FC236}">
                  <a16:creationId xmlns:a16="http://schemas.microsoft.com/office/drawing/2014/main" id="{19D7926D-AFEA-FE44-BFFD-4A9263727028}"/>
                </a:ext>
              </a:extLst>
            </p:cNvPr>
            <p:cNvSpPr/>
            <p:nvPr/>
          </p:nvSpPr>
          <p:spPr>
            <a:xfrm>
              <a:off x="8125687" y="3856368"/>
              <a:ext cx="113459" cy="151278"/>
            </a:xfrm>
            <a:custGeom>
              <a:avLst/>
              <a:gdLst>
                <a:gd name="connsiteX0" fmla="*/ 113545 w 113458"/>
                <a:gd name="connsiteY0" fmla="*/ 125893 h 151278"/>
                <a:gd name="connsiteX1" fmla="*/ 102829 w 113458"/>
                <a:gd name="connsiteY1" fmla="*/ 74711 h 151278"/>
                <a:gd name="connsiteX2" fmla="*/ 83794 w 113458"/>
                <a:gd name="connsiteY2" fmla="*/ 95386 h 151278"/>
                <a:gd name="connsiteX3" fmla="*/ 85433 w 113458"/>
                <a:gd name="connsiteY3" fmla="*/ 66769 h 151278"/>
                <a:gd name="connsiteX4" fmla="*/ 106107 w 113458"/>
                <a:gd name="connsiteY4" fmla="*/ 39791 h 151278"/>
                <a:gd name="connsiteX5" fmla="*/ 87071 w 113458"/>
                <a:gd name="connsiteY5" fmla="*/ 33488 h 151278"/>
                <a:gd name="connsiteX6" fmla="*/ 56816 w 113458"/>
                <a:gd name="connsiteY6" fmla="*/ 35127 h 151278"/>
                <a:gd name="connsiteX7" fmla="*/ 44083 w 113458"/>
                <a:gd name="connsiteY7" fmla="*/ 22394 h 151278"/>
                <a:gd name="connsiteX8" fmla="*/ 26560 w 113458"/>
                <a:gd name="connsiteY8" fmla="*/ 8023 h 151278"/>
                <a:gd name="connsiteX9" fmla="*/ 4247 w 113458"/>
                <a:gd name="connsiteY9" fmla="*/ 8023 h 151278"/>
                <a:gd name="connsiteX10" fmla="*/ 21769 w 113458"/>
                <a:gd name="connsiteY10" fmla="*/ 30336 h 151278"/>
                <a:gd name="connsiteX11" fmla="*/ 7524 w 113458"/>
                <a:gd name="connsiteY11" fmla="*/ 41430 h 151278"/>
                <a:gd name="connsiteX12" fmla="*/ 13827 w 113458"/>
                <a:gd name="connsiteY12" fmla="*/ 81140 h 151278"/>
                <a:gd name="connsiteX13" fmla="*/ 23157 w 113458"/>
                <a:gd name="connsiteY13" fmla="*/ 129675 h 151278"/>
                <a:gd name="connsiteX14" fmla="*/ 40931 w 113458"/>
                <a:gd name="connsiteY14" fmla="*/ 124885 h 151278"/>
                <a:gd name="connsiteX15" fmla="*/ 62110 w 113458"/>
                <a:gd name="connsiteY15" fmla="*/ 114674 h 151278"/>
                <a:gd name="connsiteX16" fmla="*/ 78247 w 113458"/>
                <a:gd name="connsiteY16" fmla="*/ 101689 h 151278"/>
                <a:gd name="connsiteX17" fmla="*/ 92366 w 113458"/>
                <a:gd name="connsiteY17" fmla="*/ 137744 h 151278"/>
                <a:gd name="connsiteX18" fmla="*/ 96526 w 113458"/>
                <a:gd name="connsiteY18" fmla="*/ 151106 h 151278"/>
                <a:gd name="connsiteX19" fmla="*/ 105981 w 113458"/>
                <a:gd name="connsiteY19" fmla="*/ 143290 h 151278"/>
                <a:gd name="connsiteX20" fmla="*/ 113545 w 113458"/>
                <a:gd name="connsiteY20" fmla="*/ 125893 h 151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3458" h="151278">
                  <a:moveTo>
                    <a:pt x="113545" y="125893"/>
                  </a:moveTo>
                  <a:cubicBezTo>
                    <a:pt x="108881" y="99924"/>
                    <a:pt x="106233" y="74711"/>
                    <a:pt x="102829" y="74711"/>
                  </a:cubicBezTo>
                  <a:cubicBezTo>
                    <a:pt x="98039" y="74711"/>
                    <a:pt x="91736" y="97025"/>
                    <a:pt x="83794" y="95386"/>
                  </a:cubicBezTo>
                  <a:cubicBezTo>
                    <a:pt x="75852" y="93747"/>
                    <a:pt x="75852" y="66769"/>
                    <a:pt x="85433" y="66769"/>
                  </a:cubicBezTo>
                  <a:cubicBezTo>
                    <a:pt x="95013" y="66769"/>
                    <a:pt x="106107" y="46094"/>
                    <a:pt x="106107" y="39791"/>
                  </a:cubicBezTo>
                  <a:cubicBezTo>
                    <a:pt x="106107" y="33488"/>
                    <a:pt x="96652" y="33488"/>
                    <a:pt x="87071" y="33488"/>
                  </a:cubicBezTo>
                  <a:cubicBezTo>
                    <a:pt x="77491" y="33488"/>
                    <a:pt x="56816" y="35127"/>
                    <a:pt x="56816" y="35127"/>
                  </a:cubicBezTo>
                  <a:cubicBezTo>
                    <a:pt x="56816" y="35127"/>
                    <a:pt x="44083" y="30336"/>
                    <a:pt x="44083" y="22394"/>
                  </a:cubicBezTo>
                  <a:cubicBezTo>
                    <a:pt x="44083" y="14452"/>
                    <a:pt x="39293" y="8023"/>
                    <a:pt x="26560" y="8023"/>
                  </a:cubicBezTo>
                  <a:cubicBezTo>
                    <a:pt x="13827" y="8023"/>
                    <a:pt x="13827" y="-4710"/>
                    <a:pt x="4247" y="8023"/>
                  </a:cubicBezTo>
                  <a:cubicBezTo>
                    <a:pt x="-5334" y="20755"/>
                    <a:pt x="24921" y="20755"/>
                    <a:pt x="21769" y="30336"/>
                  </a:cubicBezTo>
                  <a:cubicBezTo>
                    <a:pt x="18618" y="39791"/>
                    <a:pt x="9037" y="33488"/>
                    <a:pt x="7524" y="41430"/>
                  </a:cubicBezTo>
                  <a:cubicBezTo>
                    <a:pt x="5885" y="49372"/>
                    <a:pt x="9163" y="70047"/>
                    <a:pt x="13827" y="81140"/>
                  </a:cubicBezTo>
                  <a:cubicBezTo>
                    <a:pt x="17484" y="89713"/>
                    <a:pt x="23030" y="111396"/>
                    <a:pt x="23157" y="129675"/>
                  </a:cubicBezTo>
                  <a:cubicBezTo>
                    <a:pt x="30594" y="128289"/>
                    <a:pt x="33998" y="124885"/>
                    <a:pt x="40931" y="124885"/>
                  </a:cubicBezTo>
                  <a:cubicBezTo>
                    <a:pt x="49504" y="124885"/>
                    <a:pt x="61354" y="123750"/>
                    <a:pt x="62110" y="114674"/>
                  </a:cubicBezTo>
                  <a:cubicBezTo>
                    <a:pt x="62867" y="105723"/>
                    <a:pt x="72700" y="99042"/>
                    <a:pt x="78247" y="101689"/>
                  </a:cubicBezTo>
                  <a:cubicBezTo>
                    <a:pt x="83794" y="104462"/>
                    <a:pt x="91988" y="126398"/>
                    <a:pt x="92366" y="137744"/>
                  </a:cubicBezTo>
                  <a:cubicBezTo>
                    <a:pt x="92492" y="141400"/>
                    <a:pt x="94005" y="146190"/>
                    <a:pt x="96526" y="151106"/>
                  </a:cubicBezTo>
                  <a:cubicBezTo>
                    <a:pt x="100939" y="146820"/>
                    <a:pt x="105981" y="143290"/>
                    <a:pt x="105981" y="143290"/>
                  </a:cubicBezTo>
                  <a:cubicBezTo>
                    <a:pt x="105981" y="143290"/>
                    <a:pt x="109132" y="131062"/>
                    <a:pt x="113545" y="125893"/>
                  </a:cubicBezTo>
                  <a:close/>
                </a:path>
              </a:pathLst>
            </a:custGeom>
            <a:grpFill/>
            <a:ln w="1270" cap="flat">
              <a:solidFill>
                <a:schemeClr val="bg1"/>
              </a:solidFill>
              <a:prstDash val="solid"/>
              <a:miter/>
            </a:ln>
          </p:spPr>
          <p:txBody>
            <a:bodyPr rtlCol="0" anchor="ctr"/>
            <a:lstStyle/>
            <a:p>
              <a:endParaRPr lang="ko-KR" altLang="en-US"/>
            </a:p>
          </p:txBody>
        </p:sp>
        <p:sp>
          <p:nvSpPr>
            <p:cNvPr id="67" name="자유형: 도형 47">
              <a:extLst>
                <a:ext uri="{FF2B5EF4-FFF2-40B4-BE49-F238E27FC236}">
                  <a16:creationId xmlns:a16="http://schemas.microsoft.com/office/drawing/2014/main" id="{A5A852E9-F86D-0A4B-8CBF-4987E96A3586}"/>
                </a:ext>
              </a:extLst>
            </p:cNvPr>
            <p:cNvSpPr/>
            <p:nvPr/>
          </p:nvSpPr>
          <p:spPr>
            <a:xfrm>
              <a:off x="7609568" y="3582919"/>
              <a:ext cx="731177" cy="768997"/>
            </a:xfrm>
            <a:custGeom>
              <a:avLst/>
              <a:gdLst>
                <a:gd name="connsiteX0" fmla="*/ 529946 w 731177"/>
                <a:gd name="connsiteY0" fmla="*/ 354337 h 768996"/>
                <a:gd name="connsiteX1" fmla="*/ 523642 w 731177"/>
                <a:gd name="connsiteY1" fmla="*/ 314627 h 768996"/>
                <a:gd name="connsiteX2" fmla="*/ 537888 w 731177"/>
                <a:gd name="connsiteY2" fmla="*/ 303533 h 768996"/>
                <a:gd name="connsiteX3" fmla="*/ 520365 w 731177"/>
                <a:gd name="connsiteY3" fmla="*/ 281220 h 768996"/>
                <a:gd name="connsiteX4" fmla="*/ 542678 w 731177"/>
                <a:gd name="connsiteY4" fmla="*/ 281220 h 768996"/>
                <a:gd name="connsiteX5" fmla="*/ 560202 w 731177"/>
                <a:gd name="connsiteY5" fmla="*/ 295591 h 768996"/>
                <a:gd name="connsiteX6" fmla="*/ 572934 w 731177"/>
                <a:gd name="connsiteY6" fmla="*/ 308323 h 768996"/>
                <a:gd name="connsiteX7" fmla="*/ 603189 w 731177"/>
                <a:gd name="connsiteY7" fmla="*/ 306685 h 768996"/>
                <a:gd name="connsiteX8" fmla="*/ 622225 w 731177"/>
                <a:gd name="connsiteY8" fmla="*/ 312988 h 768996"/>
                <a:gd name="connsiteX9" fmla="*/ 601551 w 731177"/>
                <a:gd name="connsiteY9" fmla="*/ 339966 h 768996"/>
                <a:gd name="connsiteX10" fmla="*/ 599912 w 731177"/>
                <a:gd name="connsiteY10" fmla="*/ 368582 h 768996"/>
                <a:gd name="connsiteX11" fmla="*/ 618947 w 731177"/>
                <a:gd name="connsiteY11" fmla="*/ 347908 h 768996"/>
                <a:gd name="connsiteX12" fmla="*/ 629663 w 731177"/>
                <a:gd name="connsiteY12" fmla="*/ 399090 h 768996"/>
                <a:gd name="connsiteX13" fmla="*/ 633571 w 731177"/>
                <a:gd name="connsiteY13" fmla="*/ 396569 h 768996"/>
                <a:gd name="connsiteX14" fmla="*/ 640883 w 731177"/>
                <a:gd name="connsiteY14" fmla="*/ 368330 h 768996"/>
                <a:gd name="connsiteX15" fmla="*/ 646178 w 731177"/>
                <a:gd name="connsiteY15" fmla="*/ 342109 h 768996"/>
                <a:gd name="connsiteX16" fmla="*/ 667104 w 731177"/>
                <a:gd name="connsiteY16" fmla="*/ 343117 h 768996"/>
                <a:gd name="connsiteX17" fmla="*/ 676559 w 731177"/>
                <a:gd name="connsiteY17" fmla="*/ 310593 h 768996"/>
                <a:gd name="connsiteX18" fmla="*/ 683871 w 731177"/>
                <a:gd name="connsiteY18" fmla="*/ 278068 h 768996"/>
                <a:gd name="connsiteX19" fmla="*/ 701646 w 731177"/>
                <a:gd name="connsiteY19" fmla="*/ 257141 h 768996"/>
                <a:gd name="connsiteX20" fmla="*/ 723707 w 731177"/>
                <a:gd name="connsiteY20" fmla="*/ 247686 h 768996"/>
                <a:gd name="connsiteX21" fmla="*/ 735180 w 731177"/>
                <a:gd name="connsiteY21" fmla="*/ 247686 h 768996"/>
                <a:gd name="connsiteX22" fmla="*/ 733037 w 731177"/>
                <a:gd name="connsiteY22" fmla="*/ 229911 h 768996"/>
                <a:gd name="connsiteX23" fmla="*/ 739340 w 731177"/>
                <a:gd name="connsiteY23" fmla="*/ 217304 h 768996"/>
                <a:gd name="connsiteX24" fmla="*/ 723582 w 731177"/>
                <a:gd name="connsiteY24" fmla="*/ 208858 h 768996"/>
                <a:gd name="connsiteX25" fmla="*/ 713118 w 731177"/>
                <a:gd name="connsiteY25" fmla="*/ 191083 h 768996"/>
                <a:gd name="connsiteX26" fmla="*/ 699503 w 731177"/>
                <a:gd name="connsiteY26" fmla="*/ 193226 h 768996"/>
                <a:gd name="connsiteX27" fmla="*/ 668113 w 731177"/>
                <a:gd name="connsiteY27" fmla="*/ 194235 h 768996"/>
                <a:gd name="connsiteX28" fmla="*/ 645043 w 731177"/>
                <a:gd name="connsiteY28" fmla="*/ 208858 h 768996"/>
                <a:gd name="connsiteX29" fmla="*/ 634580 w 731177"/>
                <a:gd name="connsiteY29" fmla="*/ 219322 h 768996"/>
                <a:gd name="connsiteX30" fmla="*/ 621974 w 731177"/>
                <a:gd name="connsiteY30" fmla="*/ 230793 h 768996"/>
                <a:gd name="connsiteX31" fmla="*/ 608358 w 731177"/>
                <a:gd name="connsiteY31" fmla="*/ 236088 h 768996"/>
                <a:gd name="connsiteX32" fmla="*/ 611510 w 731177"/>
                <a:gd name="connsiteY32" fmla="*/ 259158 h 768996"/>
                <a:gd name="connsiteX33" fmla="*/ 585288 w 731177"/>
                <a:gd name="connsiteY33" fmla="*/ 262310 h 768996"/>
                <a:gd name="connsiteX34" fmla="*/ 560075 w 731177"/>
                <a:gd name="connsiteY34" fmla="*/ 260167 h 768996"/>
                <a:gd name="connsiteX35" fmla="*/ 542301 w 731177"/>
                <a:gd name="connsiteY35" fmla="*/ 256006 h 768996"/>
                <a:gd name="connsiteX36" fmla="*/ 533854 w 731177"/>
                <a:gd name="connsiteY36" fmla="*/ 238231 h 768996"/>
                <a:gd name="connsiteX37" fmla="*/ 525534 w 731177"/>
                <a:gd name="connsiteY37" fmla="*/ 224616 h 768996"/>
                <a:gd name="connsiteX38" fmla="*/ 515070 w 731177"/>
                <a:gd name="connsiteY38" fmla="*/ 237223 h 768996"/>
                <a:gd name="connsiteX39" fmla="*/ 514062 w 731177"/>
                <a:gd name="connsiteY39" fmla="*/ 264453 h 768996"/>
                <a:gd name="connsiteX40" fmla="*/ 467922 w 731177"/>
                <a:gd name="connsiteY40" fmla="*/ 268613 h 768996"/>
                <a:gd name="connsiteX41" fmla="*/ 433380 w 731177"/>
                <a:gd name="connsiteY41" fmla="*/ 254998 h 768996"/>
                <a:gd name="connsiteX42" fmla="*/ 418757 w 731177"/>
                <a:gd name="connsiteY42" fmla="*/ 240374 h 768996"/>
                <a:gd name="connsiteX43" fmla="*/ 393669 w 731177"/>
                <a:gd name="connsiteY43" fmla="*/ 244535 h 768996"/>
                <a:gd name="connsiteX44" fmla="*/ 371608 w 731177"/>
                <a:gd name="connsiteY44" fmla="*/ 231928 h 768996"/>
                <a:gd name="connsiteX45" fmla="*/ 351690 w 731177"/>
                <a:gd name="connsiteY45" fmla="*/ 221465 h 768996"/>
                <a:gd name="connsiteX46" fmla="*/ 330763 w 731177"/>
                <a:gd name="connsiteY46" fmla="*/ 211001 h 768996"/>
                <a:gd name="connsiteX47" fmla="*/ 317148 w 731177"/>
                <a:gd name="connsiteY47" fmla="*/ 200538 h 768996"/>
                <a:gd name="connsiteX48" fmla="*/ 321308 w 731177"/>
                <a:gd name="connsiteY48" fmla="*/ 180620 h 768996"/>
                <a:gd name="connsiteX49" fmla="*/ 333915 w 731177"/>
                <a:gd name="connsiteY49" fmla="*/ 163853 h 768996"/>
                <a:gd name="connsiteX50" fmla="*/ 322443 w 731177"/>
                <a:gd name="connsiteY50" fmla="*/ 152255 h 768996"/>
                <a:gd name="connsiteX51" fmla="*/ 306685 w 731177"/>
                <a:gd name="connsiteY51" fmla="*/ 138640 h 768996"/>
                <a:gd name="connsiteX52" fmla="*/ 284624 w 731177"/>
                <a:gd name="connsiteY52" fmla="*/ 122882 h 768996"/>
                <a:gd name="connsiteX53" fmla="*/ 275169 w 731177"/>
                <a:gd name="connsiteY53" fmla="*/ 101955 h 768996"/>
                <a:gd name="connsiteX54" fmla="*/ 281472 w 731177"/>
                <a:gd name="connsiteY54" fmla="*/ 90483 h 768996"/>
                <a:gd name="connsiteX55" fmla="*/ 297230 w 731177"/>
                <a:gd name="connsiteY55" fmla="*/ 81028 h 768996"/>
                <a:gd name="connsiteX56" fmla="*/ 282606 w 731177"/>
                <a:gd name="connsiteY56" fmla="*/ 57958 h 768996"/>
                <a:gd name="connsiteX57" fmla="*/ 281598 w 731177"/>
                <a:gd name="connsiteY57" fmla="*/ 32745 h 768996"/>
                <a:gd name="connsiteX58" fmla="*/ 265840 w 731177"/>
                <a:gd name="connsiteY58" fmla="*/ 14970 h 768996"/>
                <a:gd name="connsiteX59" fmla="*/ 255376 w 731177"/>
                <a:gd name="connsiteY59" fmla="*/ 2364 h 768996"/>
                <a:gd name="connsiteX60" fmla="*/ 244913 w 731177"/>
                <a:gd name="connsiteY60" fmla="*/ 3372 h 768996"/>
                <a:gd name="connsiteX61" fmla="*/ 234449 w 731177"/>
                <a:gd name="connsiteY61" fmla="*/ 22282 h 768996"/>
                <a:gd name="connsiteX62" fmla="*/ 208228 w 731177"/>
                <a:gd name="connsiteY62" fmla="*/ 32745 h 768996"/>
                <a:gd name="connsiteX63" fmla="*/ 168391 w 731177"/>
                <a:gd name="connsiteY63" fmla="*/ 25434 h 768996"/>
                <a:gd name="connsiteX64" fmla="*/ 154776 w 731177"/>
                <a:gd name="connsiteY64" fmla="*/ 40057 h 768996"/>
                <a:gd name="connsiteX65" fmla="*/ 158936 w 731177"/>
                <a:gd name="connsiteY65" fmla="*/ 65144 h 768996"/>
                <a:gd name="connsiteX66" fmla="*/ 174694 w 731177"/>
                <a:gd name="connsiteY66" fmla="*/ 90357 h 768996"/>
                <a:gd name="connsiteX67" fmla="*/ 187301 w 731177"/>
                <a:gd name="connsiteY67" fmla="*/ 101829 h 768996"/>
                <a:gd name="connsiteX68" fmla="*/ 173686 w 731177"/>
                <a:gd name="connsiteY68" fmla="*/ 121747 h 768996"/>
                <a:gd name="connsiteX69" fmla="*/ 168517 w 731177"/>
                <a:gd name="connsiteY69" fmla="*/ 141665 h 768996"/>
                <a:gd name="connsiteX70" fmla="*/ 155911 w 731177"/>
                <a:gd name="connsiteY70" fmla="*/ 156289 h 768996"/>
                <a:gd name="connsiteX71" fmla="*/ 140153 w 731177"/>
                <a:gd name="connsiteY71" fmla="*/ 168896 h 768996"/>
                <a:gd name="connsiteX72" fmla="*/ 129689 w 731177"/>
                <a:gd name="connsiteY72" fmla="*/ 197260 h 768996"/>
                <a:gd name="connsiteX73" fmla="*/ 107628 w 731177"/>
                <a:gd name="connsiteY73" fmla="*/ 210875 h 768996"/>
                <a:gd name="connsiteX74" fmla="*/ 93005 w 731177"/>
                <a:gd name="connsiteY74" fmla="*/ 230793 h 768996"/>
                <a:gd name="connsiteX75" fmla="*/ 75229 w 731177"/>
                <a:gd name="connsiteY75" fmla="*/ 231802 h 768996"/>
                <a:gd name="connsiteX76" fmla="*/ 55311 w 731177"/>
                <a:gd name="connsiteY76" fmla="*/ 229659 h 768996"/>
                <a:gd name="connsiteX77" fmla="*/ 35393 w 731177"/>
                <a:gd name="connsiteY77" fmla="*/ 254746 h 768996"/>
                <a:gd name="connsiteX78" fmla="*/ 52160 w 731177"/>
                <a:gd name="connsiteY78" fmla="*/ 273656 h 768996"/>
                <a:gd name="connsiteX79" fmla="*/ 63757 w 731177"/>
                <a:gd name="connsiteY79" fmla="*/ 300886 h 768996"/>
                <a:gd name="connsiteX80" fmla="*/ 73212 w 731177"/>
                <a:gd name="connsiteY80" fmla="*/ 324964 h 768996"/>
                <a:gd name="connsiteX81" fmla="*/ 53294 w 731177"/>
                <a:gd name="connsiteY81" fmla="*/ 330133 h 768996"/>
                <a:gd name="connsiteX82" fmla="*/ 28081 w 731177"/>
                <a:gd name="connsiteY82" fmla="*/ 331141 h 768996"/>
                <a:gd name="connsiteX83" fmla="*/ 4003 w 731177"/>
                <a:gd name="connsiteY83" fmla="*/ 347908 h 768996"/>
                <a:gd name="connsiteX84" fmla="*/ 2364 w 731177"/>
                <a:gd name="connsiteY84" fmla="*/ 349799 h 768996"/>
                <a:gd name="connsiteX85" fmla="*/ 26820 w 731177"/>
                <a:gd name="connsiteY85" fmla="*/ 372238 h 768996"/>
                <a:gd name="connsiteX86" fmla="*/ 55815 w 731177"/>
                <a:gd name="connsiteY86" fmla="*/ 373751 h 768996"/>
                <a:gd name="connsiteX87" fmla="*/ 19004 w 731177"/>
                <a:gd name="connsiteY87" fmla="*/ 386358 h 768996"/>
                <a:gd name="connsiteX88" fmla="*/ 75481 w 731177"/>
                <a:gd name="connsiteY88" fmla="*/ 432245 h 768996"/>
                <a:gd name="connsiteX89" fmla="*/ 103342 w 731177"/>
                <a:gd name="connsiteY89" fmla="*/ 404763 h 768996"/>
                <a:gd name="connsiteX90" fmla="*/ 111536 w 731177"/>
                <a:gd name="connsiteY90" fmla="*/ 391022 h 768996"/>
                <a:gd name="connsiteX91" fmla="*/ 118218 w 731177"/>
                <a:gd name="connsiteY91" fmla="*/ 418504 h 768996"/>
                <a:gd name="connsiteX92" fmla="*/ 118218 w 731177"/>
                <a:gd name="connsiteY92" fmla="*/ 442835 h 768996"/>
                <a:gd name="connsiteX93" fmla="*/ 123260 w 731177"/>
                <a:gd name="connsiteY93" fmla="*/ 487588 h 768996"/>
                <a:gd name="connsiteX94" fmla="*/ 135488 w 731177"/>
                <a:gd name="connsiteY94" fmla="*/ 535367 h 768996"/>
                <a:gd name="connsiteX95" fmla="*/ 160197 w 731177"/>
                <a:gd name="connsiteY95" fmla="*/ 606341 h 768996"/>
                <a:gd name="connsiteX96" fmla="*/ 186041 w 731177"/>
                <a:gd name="connsiteY96" fmla="*/ 675047 h 768996"/>
                <a:gd name="connsiteX97" fmla="*/ 211127 w 731177"/>
                <a:gd name="connsiteY97" fmla="*/ 730767 h 768996"/>
                <a:gd name="connsiteX98" fmla="*/ 236971 w 731177"/>
                <a:gd name="connsiteY98" fmla="*/ 777790 h 768996"/>
                <a:gd name="connsiteX99" fmla="*/ 261680 w 731177"/>
                <a:gd name="connsiteY99" fmla="*/ 761275 h 768996"/>
                <a:gd name="connsiteX100" fmla="*/ 286389 w 731177"/>
                <a:gd name="connsiteY100" fmla="*/ 736566 h 768996"/>
                <a:gd name="connsiteX101" fmla="*/ 296600 w 731177"/>
                <a:gd name="connsiteY101" fmla="*/ 718539 h 768996"/>
                <a:gd name="connsiteX102" fmla="*/ 303659 w 731177"/>
                <a:gd name="connsiteY102" fmla="*/ 699755 h 768996"/>
                <a:gd name="connsiteX103" fmla="*/ 311475 w 731177"/>
                <a:gd name="connsiteY103" fmla="*/ 665970 h 768996"/>
                <a:gd name="connsiteX104" fmla="*/ 315383 w 731177"/>
                <a:gd name="connsiteY104" fmla="*/ 622856 h 768996"/>
                <a:gd name="connsiteX105" fmla="*/ 317400 w 731177"/>
                <a:gd name="connsiteY105" fmla="*/ 589448 h 768996"/>
                <a:gd name="connsiteX106" fmla="*/ 327234 w 731177"/>
                <a:gd name="connsiteY106" fmla="*/ 567513 h 768996"/>
                <a:gd name="connsiteX107" fmla="*/ 353455 w 731177"/>
                <a:gd name="connsiteY107" fmla="*/ 549486 h 768996"/>
                <a:gd name="connsiteX108" fmla="*/ 393922 w 731177"/>
                <a:gd name="connsiteY108" fmla="*/ 517339 h 768996"/>
                <a:gd name="connsiteX109" fmla="*/ 436658 w 731177"/>
                <a:gd name="connsiteY109" fmla="*/ 474225 h 768996"/>
                <a:gd name="connsiteX110" fmla="*/ 477124 w 731177"/>
                <a:gd name="connsiteY110" fmla="*/ 446365 h 768996"/>
                <a:gd name="connsiteX111" fmla="*/ 485319 w 731177"/>
                <a:gd name="connsiteY111" fmla="*/ 418882 h 768996"/>
                <a:gd name="connsiteX112" fmla="*/ 532846 w 731177"/>
                <a:gd name="connsiteY112" fmla="*/ 402746 h 768996"/>
                <a:gd name="connsiteX113" fmla="*/ 539400 w 731177"/>
                <a:gd name="connsiteY113" fmla="*/ 402116 h 768996"/>
                <a:gd name="connsiteX114" fmla="*/ 529946 w 731177"/>
                <a:gd name="connsiteY114" fmla="*/ 354337 h 768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731177" h="768996">
                  <a:moveTo>
                    <a:pt x="529946" y="354337"/>
                  </a:moveTo>
                  <a:cubicBezTo>
                    <a:pt x="525155" y="343243"/>
                    <a:pt x="522003" y="322569"/>
                    <a:pt x="523642" y="314627"/>
                  </a:cubicBezTo>
                  <a:cubicBezTo>
                    <a:pt x="525281" y="306685"/>
                    <a:pt x="534736" y="312988"/>
                    <a:pt x="537888" y="303533"/>
                  </a:cubicBezTo>
                  <a:cubicBezTo>
                    <a:pt x="541039" y="293952"/>
                    <a:pt x="510910" y="293952"/>
                    <a:pt x="520365" y="281220"/>
                  </a:cubicBezTo>
                  <a:cubicBezTo>
                    <a:pt x="529946" y="268487"/>
                    <a:pt x="529946" y="281220"/>
                    <a:pt x="542678" y="281220"/>
                  </a:cubicBezTo>
                  <a:cubicBezTo>
                    <a:pt x="555411" y="281220"/>
                    <a:pt x="560202" y="287649"/>
                    <a:pt x="560202" y="295591"/>
                  </a:cubicBezTo>
                  <a:cubicBezTo>
                    <a:pt x="560202" y="303533"/>
                    <a:pt x="572934" y="308323"/>
                    <a:pt x="572934" y="308323"/>
                  </a:cubicBezTo>
                  <a:cubicBezTo>
                    <a:pt x="572934" y="308323"/>
                    <a:pt x="593609" y="306685"/>
                    <a:pt x="603189" y="306685"/>
                  </a:cubicBezTo>
                  <a:cubicBezTo>
                    <a:pt x="612770" y="306685"/>
                    <a:pt x="622225" y="306685"/>
                    <a:pt x="622225" y="312988"/>
                  </a:cubicBezTo>
                  <a:cubicBezTo>
                    <a:pt x="622225" y="319291"/>
                    <a:pt x="611132" y="339966"/>
                    <a:pt x="601551" y="339966"/>
                  </a:cubicBezTo>
                  <a:cubicBezTo>
                    <a:pt x="591970" y="339966"/>
                    <a:pt x="591970" y="366944"/>
                    <a:pt x="599912" y="368582"/>
                  </a:cubicBezTo>
                  <a:cubicBezTo>
                    <a:pt x="607854" y="370221"/>
                    <a:pt x="614158" y="347908"/>
                    <a:pt x="618947" y="347908"/>
                  </a:cubicBezTo>
                  <a:cubicBezTo>
                    <a:pt x="622351" y="347908"/>
                    <a:pt x="624999" y="373121"/>
                    <a:pt x="629663" y="399090"/>
                  </a:cubicBezTo>
                  <a:cubicBezTo>
                    <a:pt x="630924" y="397577"/>
                    <a:pt x="632185" y="396569"/>
                    <a:pt x="633571" y="396569"/>
                  </a:cubicBezTo>
                  <a:cubicBezTo>
                    <a:pt x="639875" y="396569"/>
                    <a:pt x="636723" y="374508"/>
                    <a:pt x="640883" y="368330"/>
                  </a:cubicBezTo>
                  <a:cubicBezTo>
                    <a:pt x="645043" y="362027"/>
                    <a:pt x="643026" y="342109"/>
                    <a:pt x="646178" y="342109"/>
                  </a:cubicBezTo>
                  <a:cubicBezTo>
                    <a:pt x="649330" y="342109"/>
                    <a:pt x="668239" y="348412"/>
                    <a:pt x="667104" y="343117"/>
                  </a:cubicBezTo>
                  <a:cubicBezTo>
                    <a:pt x="666096" y="337823"/>
                    <a:pt x="678577" y="320048"/>
                    <a:pt x="676559" y="310593"/>
                  </a:cubicBezTo>
                  <a:cubicBezTo>
                    <a:pt x="674416" y="301138"/>
                    <a:pt x="683871" y="289666"/>
                    <a:pt x="683871" y="278068"/>
                  </a:cubicBezTo>
                  <a:cubicBezTo>
                    <a:pt x="683871" y="266596"/>
                    <a:pt x="694335" y="263444"/>
                    <a:pt x="701646" y="257141"/>
                  </a:cubicBezTo>
                  <a:cubicBezTo>
                    <a:pt x="708958" y="250838"/>
                    <a:pt x="721565" y="242517"/>
                    <a:pt x="723707" y="247686"/>
                  </a:cubicBezTo>
                  <a:cubicBezTo>
                    <a:pt x="725851" y="252981"/>
                    <a:pt x="741483" y="257141"/>
                    <a:pt x="735180" y="247686"/>
                  </a:cubicBezTo>
                  <a:cubicBezTo>
                    <a:pt x="728877" y="238231"/>
                    <a:pt x="728877" y="231928"/>
                    <a:pt x="733037" y="229911"/>
                  </a:cubicBezTo>
                  <a:cubicBezTo>
                    <a:pt x="737197" y="227768"/>
                    <a:pt x="739340" y="217304"/>
                    <a:pt x="739340" y="217304"/>
                  </a:cubicBezTo>
                  <a:cubicBezTo>
                    <a:pt x="739340" y="217304"/>
                    <a:pt x="725725" y="215161"/>
                    <a:pt x="723582" y="208858"/>
                  </a:cubicBezTo>
                  <a:cubicBezTo>
                    <a:pt x="721438" y="202555"/>
                    <a:pt x="713118" y="196252"/>
                    <a:pt x="713118" y="191083"/>
                  </a:cubicBezTo>
                  <a:cubicBezTo>
                    <a:pt x="713118" y="185788"/>
                    <a:pt x="705806" y="187931"/>
                    <a:pt x="699503" y="193226"/>
                  </a:cubicBezTo>
                  <a:cubicBezTo>
                    <a:pt x="693200" y="198521"/>
                    <a:pt x="681728" y="186923"/>
                    <a:pt x="668113" y="194235"/>
                  </a:cubicBezTo>
                  <a:cubicBezTo>
                    <a:pt x="654498" y="201546"/>
                    <a:pt x="651346" y="209867"/>
                    <a:pt x="645043" y="208858"/>
                  </a:cubicBezTo>
                  <a:cubicBezTo>
                    <a:pt x="638740" y="207850"/>
                    <a:pt x="639749" y="214153"/>
                    <a:pt x="634580" y="219322"/>
                  </a:cubicBezTo>
                  <a:cubicBezTo>
                    <a:pt x="629411" y="224616"/>
                    <a:pt x="625125" y="230793"/>
                    <a:pt x="621974" y="230793"/>
                  </a:cubicBezTo>
                  <a:cubicBezTo>
                    <a:pt x="618822" y="230793"/>
                    <a:pt x="608358" y="236088"/>
                    <a:pt x="608358" y="236088"/>
                  </a:cubicBezTo>
                  <a:cubicBezTo>
                    <a:pt x="608358" y="236088"/>
                    <a:pt x="615670" y="251846"/>
                    <a:pt x="611510" y="259158"/>
                  </a:cubicBezTo>
                  <a:cubicBezTo>
                    <a:pt x="607350" y="266470"/>
                    <a:pt x="596886" y="259158"/>
                    <a:pt x="585288" y="262310"/>
                  </a:cubicBezTo>
                  <a:cubicBezTo>
                    <a:pt x="573817" y="265461"/>
                    <a:pt x="568521" y="258150"/>
                    <a:pt x="560075" y="260167"/>
                  </a:cubicBezTo>
                  <a:cubicBezTo>
                    <a:pt x="551755" y="262310"/>
                    <a:pt x="546460" y="254872"/>
                    <a:pt x="542301" y="256006"/>
                  </a:cubicBezTo>
                  <a:cubicBezTo>
                    <a:pt x="538140" y="257015"/>
                    <a:pt x="531837" y="246552"/>
                    <a:pt x="533854" y="238231"/>
                  </a:cubicBezTo>
                  <a:cubicBezTo>
                    <a:pt x="535997" y="229911"/>
                    <a:pt x="529694" y="218313"/>
                    <a:pt x="525534" y="224616"/>
                  </a:cubicBezTo>
                  <a:cubicBezTo>
                    <a:pt x="521373" y="230919"/>
                    <a:pt x="515070" y="227768"/>
                    <a:pt x="515070" y="237223"/>
                  </a:cubicBezTo>
                  <a:cubicBezTo>
                    <a:pt x="515070" y="246678"/>
                    <a:pt x="520239" y="258150"/>
                    <a:pt x="514062" y="264453"/>
                  </a:cubicBezTo>
                  <a:cubicBezTo>
                    <a:pt x="507759" y="270756"/>
                    <a:pt x="474225" y="273908"/>
                    <a:pt x="467922" y="268613"/>
                  </a:cubicBezTo>
                  <a:cubicBezTo>
                    <a:pt x="461619" y="263318"/>
                    <a:pt x="434389" y="260167"/>
                    <a:pt x="433380" y="254998"/>
                  </a:cubicBezTo>
                  <a:cubicBezTo>
                    <a:pt x="432371" y="249829"/>
                    <a:pt x="423925" y="240374"/>
                    <a:pt x="418757" y="240374"/>
                  </a:cubicBezTo>
                  <a:cubicBezTo>
                    <a:pt x="413588" y="240374"/>
                    <a:pt x="397830" y="247686"/>
                    <a:pt x="393669" y="244535"/>
                  </a:cubicBezTo>
                  <a:cubicBezTo>
                    <a:pt x="389510" y="241383"/>
                    <a:pt x="378920" y="233063"/>
                    <a:pt x="371608" y="231928"/>
                  </a:cubicBezTo>
                  <a:cubicBezTo>
                    <a:pt x="364297" y="230919"/>
                    <a:pt x="352698" y="225625"/>
                    <a:pt x="351690" y="221465"/>
                  </a:cubicBezTo>
                  <a:cubicBezTo>
                    <a:pt x="350681" y="217304"/>
                    <a:pt x="333915" y="215161"/>
                    <a:pt x="330763" y="211001"/>
                  </a:cubicBezTo>
                  <a:cubicBezTo>
                    <a:pt x="327611" y="206841"/>
                    <a:pt x="317148" y="205833"/>
                    <a:pt x="317148" y="200538"/>
                  </a:cubicBezTo>
                  <a:cubicBezTo>
                    <a:pt x="317148" y="195243"/>
                    <a:pt x="321308" y="186923"/>
                    <a:pt x="321308" y="180620"/>
                  </a:cubicBezTo>
                  <a:cubicBezTo>
                    <a:pt x="321308" y="174316"/>
                    <a:pt x="333915" y="168013"/>
                    <a:pt x="333915" y="163853"/>
                  </a:cubicBezTo>
                  <a:cubicBezTo>
                    <a:pt x="333915" y="159693"/>
                    <a:pt x="322443" y="152255"/>
                    <a:pt x="322443" y="152255"/>
                  </a:cubicBezTo>
                  <a:cubicBezTo>
                    <a:pt x="322443" y="152255"/>
                    <a:pt x="315131" y="138640"/>
                    <a:pt x="306685" y="138640"/>
                  </a:cubicBezTo>
                  <a:cubicBezTo>
                    <a:pt x="298364" y="138640"/>
                    <a:pt x="292061" y="124016"/>
                    <a:pt x="284624" y="122882"/>
                  </a:cubicBezTo>
                  <a:cubicBezTo>
                    <a:pt x="277312" y="121873"/>
                    <a:pt x="279328" y="107124"/>
                    <a:pt x="275169" y="101955"/>
                  </a:cubicBezTo>
                  <a:cubicBezTo>
                    <a:pt x="271008" y="96660"/>
                    <a:pt x="274160" y="84180"/>
                    <a:pt x="281472" y="90483"/>
                  </a:cubicBezTo>
                  <a:cubicBezTo>
                    <a:pt x="288783" y="96786"/>
                    <a:pt x="302398" y="90483"/>
                    <a:pt x="297230" y="81028"/>
                  </a:cubicBezTo>
                  <a:cubicBezTo>
                    <a:pt x="291935" y="71573"/>
                    <a:pt x="282606" y="63253"/>
                    <a:pt x="282606" y="57958"/>
                  </a:cubicBezTo>
                  <a:cubicBezTo>
                    <a:pt x="282606" y="52664"/>
                    <a:pt x="288909" y="37032"/>
                    <a:pt x="281598" y="32745"/>
                  </a:cubicBezTo>
                  <a:cubicBezTo>
                    <a:pt x="274286" y="28585"/>
                    <a:pt x="267983" y="22282"/>
                    <a:pt x="265840" y="14970"/>
                  </a:cubicBezTo>
                  <a:cubicBezTo>
                    <a:pt x="263696" y="7658"/>
                    <a:pt x="255376" y="2364"/>
                    <a:pt x="255376" y="2364"/>
                  </a:cubicBezTo>
                  <a:lnTo>
                    <a:pt x="244913" y="3372"/>
                  </a:lnTo>
                  <a:cubicBezTo>
                    <a:pt x="244913" y="3372"/>
                    <a:pt x="238609" y="20139"/>
                    <a:pt x="234449" y="22282"/>
                  </a:cubicBezTo>
                  <a:cubicBezTo>
                    <a:pt x="230290" y="24425"/>
                    <a:pt x="215539" y="27577"/>
                    <a:pt x="208228" y="32745"/>
                  </a:cubicBezTo>
                  <a:cubicBezTo>
                    <a:pt x="200916" y="38040"/>
                    <a:pt x="179990" y="25434"/>
                    <a:pt x="168391" y="25434"/>
                  </a:cubicBezTo>
                  <a:cubicBezTo>
                    <a:pt x="156793" y="25434"/>
                    <a:pt x="149482" y="36905"/>
                    <a:pt x="154776" y="40057"/>
                  </a:cubicBezTo>
                  <a:cubicBezTo>
                    <a:pt x="160071" y="43209"/>
                    <a:pt x="158936" y="65144"/>
                    <a:pt x="158936" y="65144"/>
                  </a:cubicBezTo>
                  <a:cubicBezTo>
                    <a:pt x="158936" y="65144"/>
                    <a:pt x="165240" y="92374"/>
                    <a:pt x="174694" y="90357"/>
                  </a:cubicBezTo>
                  <a:cubicBezTo>
                    <a:pt x="184149" y="88340"/>
                    <a:pt x="195622" y="99812"/>
                    <a:pt x="187301" y="101829"/>
                  </a:cubicBezTo>
                  <a:cubicBezTo>
                    <a:pt x="178981" y="103972"/>
                    <a:pt x="174694" y="113301"/>
                    <a:pt x="173686" y="121747"/>
                  </a:cubicBezTo>
                  <a:cubicBezTo>
                    <a:pt x="172678" y="130067"/>
                    <a:pt x="174694" y="140531"/>
                    <a:pt x="168517" y="141665"/>
                  </a:cubicBezTo>
                  <a:cubicBezTo>
                    <a:pt x="162214" y="142674"/>
                    <a:pt x="155911" y="144817"/>
                    <a:pt x="155911" y="156289"/>
                  </a:cubicBezTo>
                  <a:cubicBezTo>
                    <a:pt x="155911" y="167887"/>
                    <a:pt x="142296" y="164735"/>
                    <a:pt x="140153" y="168896"/>
                  </a:cubicBezTo>
                  <a:cubicBezTo>
                    <a:pt x="138010" y="173056"/>
                    <a:pt x="132841" y="194109"/>
                    <a:pt x="129689" y="197260"/>
                  </a:cubicBezTo>
                  <a:cubicBezTo>
                    <a:pt x="126538" y="200412"/>
                    <a:pt x="108763" y="201420"/>
                    <a:pt x="107628" y="210875"/>
                  </a:cubicBezTo>
                  <a:cubicBezTo>
                    <a:pt x="106619" y="220330"/>
                    <a:pt x="98173" y="231802"/>
                    <a:pt x="93005" y="230793"/>
                  </a:cubicBezTo>
                  <a:cubicBezTo>
                    <a:pt x="87710" y="229785"/>
                    <a:pt x="78255" y="225499"/>
                    <a:pt x="75229" y="231802"/>
                  </a:cubicBezTo>
                  <a:cubicBezTo>
                    <a:pt x="72078" y="238105"/>
                    <a:pt x="58463" y="226507"/>
                    <a:pt x="55311" y="229659"/>
                  </a:cubicBezTo>
                  <a:cubicBezTo>
                    <a:pt x="52160" y="232811"/>
                    <a:pt x="35393" y="246426"/>
                    <a:pt x="35393" y="254746"/>
                  </a:cubicBezTo>
                  <a:cubicBezTo>
                    <a:pt x="35393" y="263192"/>
                    <a:pt x="53168" y="263192"/>
                    <a:pt x="52160" y="273656"/>
                  </a:cubicBezTo>
                  <a:cubicBezTo>
                    <a:pt x="51151" y="284119"/>
                    <a:pt x="58463" y="295591"/>
                    <a:pt x="63757" y="300886"/>
                  </a:cubicBezTo>
                  <a:cubicBezTo>
                    <a:pt x="68926" y="306180"/>
                    <a:pt x="77373" y="318661"/>
                    <a:pt x="73212" y="324964"/>
                  </a:cubicBezTo>
                  <a:cubicBezTo>
                    <a:pt x="69052" y="331267"/>
                    <a:pt x="62749" y="332276"/>
                    <a:pt x="53294" y="330133"/>
                  </a:cubicBezTo>
                  <a:cubicBezTo>
                    <a:pt x="43839" y="327990"/>
                    <a:pt x="44848" y="334293"/>
                    <a:pt x="28081" y="331141"/>
                  </a:cubicBezTo>
                  <a:cubicBezTo>
                    <a:pt x="11314" y="327990"/>
                    <a:pt x="10306" y="340596"/>
                    <a:pt x="4003" y="347908"/>
                  </a:cubicBezTo>
                  <a:cubicBezTo>
                    <a:pt x="3624" y="348412"/>
                    <a:pt x="2994" y="349043"/>
                    <a:pt x="2364" y="349799"/>
                  </a:cubicBezTo>
                  <a:cubicBezTo>
                    <a:pt x="10306" y="356102"/>
                    <a:pt x="13584" y="367196"/>
                    <a:pt x="26820" y="372238"/>
                  </a:cubicBezTo>
                  <a:cubicBezTo>
                    <a:pt x="42074" y="378164"/>
                    <a:pt x="55815" y="362405"/>
                    <a:pt x="55815" y="373751"/>
                  </a:cubicBezTo>
                  <a:cubicBezTo>
                    <a:pt x="55815" y="385097"/>
                    <a:pt x="19761" y="382828"/>
                    <a:pt x="19004" y="386358"/>
                  </a:cubicBezTo>
                  <a:cubicBezTo>
                    <a:pt x="18248" y="389888"/>
                    <a:pt x="56193" y="435775"/>
                    <a:pt x="75481" y="432245"/>
                  </a:cubicBezTo>
                  <a:cubicBezTo>
                    <a:pt x="94643" y="428716"/>
                    <a:pt x="108889" y="407915"/>
                    <a:pt x="103342" y="404763"/>
                  </a:cubicBezTo>
                  <a:cubicBezTo>
                    <a:pt x="97795" y="401612"/>
                    <a:pt x="106494" y="388627"/>
                    <a:pt x="111536" y="391022"/>
                  </a:cubicBezTo>
                  <a:cubicBezTo>
                    <a:pt x="116579" y="393417"/>
                    <a:pt x="112292" y="413714"/>
                    <a:pt x="118218" y="418504"/>
                  </a:cubicBezTo>
                  <a:cubicBezTo>
                    <a:pt x="124143" y="423169"/>
                    <a:pt x="122126" y="431867"/>
                    <a:pt x="118218" y="442835"/>
                  </a:cubicBezTo>
                  <a:cubicBezTo>
                    <a:pt x="114310" y="453803"/>
                    <a:pt x="122126" y="475360"/>
                    <a:pt x="123260" y="487588"/>
                  </a:cubicBezTo>
                  <a:cubicBezTo>
                    <a:pt x="124395" y="499690"/>
                    <a:pt x="132715" y="517339"/>
                    <a:pt x="135488" y="535367"/>
                  </a:cubicBezTo>
                  <a:cubicBezTo>
                    <a:pt x="138262" y="553394"/>
                    <a:pt x="149608" y="586423"/>
                    <a:pt x="160197" y="606341"/>
                  </a:cubicBezTo>
                  <a:cubicBezTo>
                    <a:pt x="170786" y="626386"/>
                    <a:pt x="178981" y="665592"/>
                    <a:pt x="186041" y="675047"/>
                  </a:cubicBezTo>
                  <a:cubicBezTo>
                    <a:pt x="193100" y="684502"/>
                    <a:pt x="211127" y="713118"/>
                    <a:pt x="211127" y="730767"/>
                  </a:cubicBezTo>
                  <a:cubicBezTo>
                    <a:pt x="211127" y="748416"/>
                    <a:pt x="230416" y="773125"/>
                    <a:pt x="236971" y="777790"/>
                  </a:cubicBezTo>
                  <a:cubicBezTo>
                    <a:pt x="243652" y="782454"/>
                    <a:pt x="258149" y="772243"/>
                    <a:pt x="261680" y="761275"/>
                  </a:cubicBezTo>
                  <a:cubicBezTo>
                    <a:pt x="265209" y="750308"/>
                    <a:pt x="285254" y="746021"/>
                    <a:pt x="286389" y="736566"/>
                  </a:cubicBezTo>
                  <a:cubicBezTo>
                    <a:pt x="287523" y="727111"/>
                    <a:pt x="289540" y="719674"/>
                    <a:pt x="296600" y="718539"/>
                  </a:cubicBezTo>
                  <a:cubicBezTo>
                    <a:pt x="303659" y="717405"/>
                    <a:pt x="303659" y="709967"/>
                    <a:pt x="303659" y="699755"/>
                  </a:cubicBezTo>
                  <a:cubicBezTo>
                    <a:pt x="303659" y="689544"/>
                    <a:pt x="304416" y="675047"/>
                    <a:pt x="311475" y="665970"/>
                  </a:cubicBezTo>
                  <a:cubicBezTo>
                    <a:pt x="318535" y="656893"/>
                    <a:pt x="319669" y="632563"/>
                    <a:pt x="315383" y="622856"/>
                  </a:cubicBezTo>
                  <a:cubicBezTo>
                    <a:pt x="311097" y="613023"/>
                    <a:pt x="313366" y="599282"/>
                    <a:pt x="317400" y="589448"/>
                  </a:cubicBezTo>
                  <a:cubicBezTo>
                    <a:pt x="321308" y="579615"/>
                    <a:pt x="319795" y="568270"/>
                    <a:pt x="327234" y="567513"/>
                  </a:cubicBezTo>
                  <a:cubicBezTo>
                    <a:pt x="334671" y="566757"/>
                    <a:pt x="345639" y="560075"/>
                    <a:pt x="353455" y="549486"/>
                  </a:cubicBezTo>
                  <a:cubicBezTo>
                    <a:pt x="361271" y="538896"/>
                    <a:pt x="385223" y="524399"/>
                    <a:pt x="393922" y="517339"/>
                  </a:cubicBezTo>
                  <a:cubicBezTo>
                    <a:pt x="402494" y="510280"/>
                    <a:pt x="428842" y="487084"/>
                    <a:pt x="436658" y="474225"/>
                  </a:cubicBezTo>
                  <a:cubicBezTo>
                    <a:pt x="444474" y="461240"/>
                    <a:pt x="466788" y="456954"/>
                    <a:pt x="477124" y="446365"/>
                  </a:cubicBezTo>
                  <a:cubicBezTo>
                    <a:pt x="487336" y="435775"/>
                    <a:pt x="483428" y="430354"/>
                    <a:pt x="485319" y="418882"/>
                  </a:cubicBezTo>
                  <a:cubicBezTo>
                    <a:pt x="487336" y="407537"/>
                    <a:pt x="520239" y="402746"/>
                    <a:pt x="532846" y="402746"/>
                  </a:cubicBezTo>
                  <a:cubicBezTo>
                    <a:pt x="535367" y="402746"/>
                    <a:pt x="537510" y="402494"/>
                    <a:pt x="539400" y="402116"/>
                  </a:cubicBezTo>
                  <a:cubicBezTo>
                    <a:pt x="539023" y="384719"/>
                    <a:pt x="533602" y="363036"/>
                    <a:pt x="529946" y="354337"/>
                  </a:cubicBezTo>
                  <a:close/>
                </a:path>
              </a:pathLst>
            </a:custGeom>
            <a:grpFill/>
            <a:ln w="1270" cap="flat">
              <a:solidFill>
                <a:schemeClr val="bg1"/>
              </a:solidFill>
              <a:prstDash val="solid"/>
              <a:miter/>
            </a:ln>
          </p:spPr>
          <p:txBody>
            <a:bodyPr rtlCol="0" anchor="ctr"/>
            <a:lstStyle/>
            <a:p>
              <a:endParaRPr lang="ko-KR" altLang="en-US"/>
            </a:p>
          </p:txBody>
        </p:sp>
        <p:sp>
          <p:nvSpPr>
            <p:cNvPr id="68" name="자유형: 도형 48">
              <a:extLst>
                <a:ext uri="{FF2B5EF4-FFF2-40B4-BE49-F238E27FC236}">
                  <a16:creationId xmlns:a16="http://schemas.microsoft.com/office/drawing/2014/main" id="{9D001F3B-4458-6D42-A754-BC40EE242340}"/>
                </a:ext>
              </a:extLst>
            </p:cNvPr>
            <p:cNvSpPr/>
            <p:nvPr/>
          </p:nvSpPr>
          <p:spPr>
            <a:xfrm>
              <a:off x="8120384" y="3040377"/>
              <a:ext cx="832029" cy="352982"/>
            </a:xfrm>
            <a:custGeom>
              <a:avLst/>
              <a:gdLst>
                <a:gd name="connsiteX0" fmla="*/ 800733 w 832029"/>
                <a:gd name="connsiteY0" fmla="*/ 151330 h 352982"/>
                <a:gd name="connsiteX1" fmla="*/ 775142 w 832029"/>
                <a:gd name="connsiteY1" fmla="*/ 154734 h 352982"/>
                <a:gd name="connsiteX2" fmla="*/ 749551 w 832029"/>
                <a:gd name="connsiteY2" fmla="*/ 151330 h 352982"/>
                <a:gd name="connsiteX3" fmla="*/ 722195 w 832029"/>
                <a:gd name="connsiteY3" fmla="*/ 149691 h 352982"/>
                <a:gd name="connsiteX4" fmla="*/ 725599 w 832029"/>
                <a:gd name="connsiteY4" fmla="*/ 135950 h 352982"/>
                <a:gd name="connsiteX5" fmla="*/ 727364 w 832029"/>
                <a:gd name="connsiteY5" fmla="*/ 122335 h 352982"/>
                <a:gd name="connsiteX6" fmla="*/ 748543 w 832029"/>
                <a:gd name="connsiteY6" fmla="*/ 79851 h 352982"/>
                <a:gd name="connsiteX7" fmla="*/ 729381 w 832029"/>
                <a:gd name="connsiteY7" fmla="*/ 77960 h 352982"/>
                <a:gd name="connsiteX8" fmla="*/ 706689 w 832029"/>
                <a:gd name="connsiteY8" fmla="*/ 73296 h 352982"/>
                <a:gd name="connsiteX9" fmla="*/ 673786 w 832029"/>
                <a:gd name="connsiteY9" fmla="*/ 71657 h 352982"/>
                <a:gd name="connsiteX10" fmla="*/ 652607 w 832029"/>
                <a:gd name="connsiteY10" fmla="*/ 85776 h 352982"/>
                <a:gd name="connsiteX11" fmla="*/ 631428 w 832029"/>
                <a:gd name="connsiteY11" fmla="*/ 93593 h 352982"/>
                <a:gd name="connsiteX12" fmla="*/ 596886 w 832029"/>
                <a:gd name="connsiteY12" fmla="*/ 102291 h 352982"/>
                <a:gd name="connsiteX13" fmla="*/ 561588 w 832029"/>
                <a:gd name="connsiteY13" fmla="*/ 102291 h 352982"/>
                <a:gd name="connsiteX14" fmla="*/ 527803 w 832029"/>
                <a:gd name="connsiteY14" fmla="*/ 95988 h 352982"/>
                <a:gd name="connsiteX15" fmla="*/ 513683 w 832029"/>
                <a:gd name="connsiteY15" fmla="*/ 81112 h 352982"/>
                <a:gd name="connsiteX16" fmla="*/ 491748 w 832029"/>
                <a:gd name="connsiteY16" fmla="*/ 70901 h 352982"/>
                <a:gd name="connsiteX17" fmla="*/ 471325 w 832029"/>
                <a:gd name="connsiteY17" fmla="*/ 65354 h 352982"/>
                <a:gd name="connsiteX18" fmla="*/ 446995 w 832029"/>
                <a:gd name="connsiteY18" fmla="*/ 59807 h 352982"/>
                <a:gd name="connsiteX19" fmla="*/ 422664 w 832029"/>
                <a:gd name="connsiteY19" fmla="*/ 62959 h 352982"/>
                <a:gd name="connsiteX20" fmla="*/ 403881 w 832029"/>
                <a:gd name="connsiteY20" fmla="*/ 72414 h 352982"/>
                <a:gd name="connsiteX21" fmla="*/ 380306 w 832029"/>
                <a:gd name="connsiteY21" fmla="*/ 65354 h 352982"/>
                <a:gd name="connsiteX22" fmla="*/ 363792 w 832029"/>
                <a:gd name="connsiteY22" fmla="*/ 52747 h 352982"/>
                <a:gd name="connsiteX23" fmla="*/ 360640 w 832029"/>
                <a:gd name="connsiteY23" fmla="*/ 29930 h 352982"/>
                <a:gd name="connsiteX24" fmla="*/ 334797 w 832029"/>
                <a:gd name="connsiteY24" fmla="*/ 22114 h 352982"/>
                <a:gd name="connsiteX25" fmla="*/ 315131 w 832029"/>
                <a:gd name="connsiteY25" fmla="*/ 14298 h 352982"/>
                <a:gd name="connsiteX26" fmla="*/ 298617 w 832029"/>
                <a:gd name="connsiteY26" fmla="*/ 10390 h 352982"/>
                <a:gd name="connsiteX27" fmla="*/ 279076 w 832029"/>
                <a:gd name="connsiteY27" fmla="*/ 2574 h 352982"/>
                <a:gd name="connsiteX28" fmla="*/ 269621 w 832029"/>
                <a:gd name="connsiteY28" fmla="*/ 11146 h 352982"/>
                <a:gd name="connsiteX29" fmla="*/ 255502 w 832029"/>
                <a:gd name="connsiteY29" fmla="*/ 20601 h 352982"/>
                <a:gd name="connsiteX30" fmla="*/ 244534 w 832029"/>
                <a:gd name="connsiteY30" fmla="*/ 33964 h 352982"/>
                <a:gd name="connsiteX31" fmla="*/ 253989 w 832029"/>
                <a:gd name="connsiteY31" fmla="*/ 55899 h 352982"/>
                <a:gd name="connsiteX32" fmla="*/ 253233 w 832029"/>
                <a:gd name="connsiteY32" fmla="*/ 71657 h 352982"/>
                <a:gd name="connsiteX33" fmla="*/ 231297 w 832029"/>
                <a:gd name="connsiteY33" fmla="*/ 82625 h 352982"/>
                <a:gd name="connsiteX34" fmla="*/ 212514 w 832029"/>
                <a:gd name="connsiteY34" fmla="*/ 77078 h 352982"/>
                <a:gd name="connsiteX35" fmla="*/ 191335 w 832029"/>
                <a:gd name="connsiteY35" fmla="*/ 78717 h 352982"/>
                <a:gd name="connsiteX36" fmla="*/ 169400 w 832029"/>
                <a:gd name="connsiteY36" fmla="*/ 70018 h 352982"/>
                <a:gd name="connsiteX37" fmla="*/ 160828 w 832029"/>
                <a:gd name="connsiteY37" fmla="*/ 55143 h 352982"/>
                <a:gd name="connsiteX38" fmla="*/ 124016 w 832029"/>
                <a:gd name="connsiteY38" fmla="*/ 48839 h 352982"/>
                <a:gd name="connsiteX39" fmla="*/ 105232 w 832029"/>
                <a:gd name="connsiteY39" fmla="*/ 51991 h 352982"/>
                <a:gd name="connsiteX40" fmla="*/ 87205 w 832029"/>
                <a:gd name="connsiteY40" fmla="*/ 59807 h 352982"/>
                <a:gd name="connsiteX41" fmla="*/ 69934 w 832029"/>
                <a:gd name="connsiteY41" fmla="*/ 71531 h 352982"/>
                <a:gd name="connsiteX42" fmla="*/ 49512 w 832029"/>
                <a:gd name="connsiteY42" fmla="*/ 83255 h 352982"/>
                <a:gd name="connsiteX43" fmla="*/ 25181 w 832029"/>
                <a:gd name="connsiteY43" fmla="*/ 94223 h 352982"/>
                <a:gd name="connsiteX44" fmla="*/ 7154 w 832029"/>
                <a:gd name="connsiteY44" fmla="*/ 101283 h 352982"/>
                <a:gd name="connsiteX45" fmla="*/ 2364 w 832029"/>
                <a:gd name="connsiteY45" fmla="*/ 102921 h 352982"/>
                <a:gd name="connsiteX46" fmla="*/ 3246 w 832029"/>
                <a:gd name="connsiteY46" fmla="*/ 106073 h 352982"/>
                <a:gd name="connsiteX47" fmla="*/ 22281 w 832029"/>
                <a:gd name="connsiteY47" fmla="*/ 130530 h 352982"/>
                <a:gd name="connsiteX48" fmla="*/ 46108 w 832029"/>
                <a:gd name="connsiteY48" fmla="*/ 143514 h 352982"/>
                <a:gd name="connsiteX49" fmla="*/ 68926 w 832029"/>
                <a:gd name="connsiteY49" fmla="*/ 161920 h 352982"/>
                <a:gd name="connsiteX50" fmla="*/ 83045 w 832029"/>
                <a:gd name="connsiteY50" fmla="*/ 181964 h 352982"/>
                <a:gd name="connsiteX51" fmla="*/ 81406 w 832029"/>
                <a:gd name="connsiteY51" fmla="*/ 208564 h 352982"/>
                <a:gd name="connsiteX52" fmla="*/ 75481 w 832029"/>
                <a:gd name="connsiteY52" fmla="*/ 230247 h 352982"/>
                <a:gd name="connsiteX53" fmla="*/ 135236 w 832029"/>
                <a:gd name="connsiteY53" fmla="*/ 244871 h 352982"/>
                <a:gd name="connsiteX54" fmla="*/ 155154 w 832029"/>
                <a:gd name="connsiteY54" fmla="*/ 256847 h 352982"/>
                <a:gd name="connsiteX55" fmla="*/ 172299 w 832029"/>
                <a:gd name="connsiteY55" fmla="*/ 268823 h 352982"/>
                <a:gd name="connsiteX56" fmla="*/ 192848 w 832029"/>
                <a:gd name="connsiteY56" fmla="*/ 291010 h 352982"/>
                <a:gd name="connsiteX57" fmla="*/ 208227 w 832029"/>
                <a:gd name="connsiteY57" fmla="*/ 318367 h 352982"/>
                <a:gd name="connsiteX58" fmla="*/ 242391 w 832029"/>
                <a:gd name="connsiteY58" fmla="*/ 321770 h 352982"/>
                <a:gd name="connsiteX59" fmla="*/ 305676 w 832029"/>
                <a:gd name="connsiteY59" fmla="*/ 323535 h 352982"/>
                <a:gd name="connsiteX60" fmla="*/ 353581 w 832029"/>
                <a:gd name="connsiteY60" fmla="*/ 333746 h 352982"/>
                <a:gd name="connsiteX61" fmla="*/ 382702 w 832029"/>
                <a:gd name="connsiteY61" fmla="*/ 340554 h 352982"/>
                <a:gd name="connsiteX62" fmla="*/ 410058 w 832029"/>
                <a:gd name="connsiteY62" fmla="*/ 347362 h 352982"/>
                <a:gd name="connsiteX63" fmla="*/ 430606 w 832029"/>
                <a:gd name="connsiteY63" fmla="*/ 357573 h 352982"/>
                <a:gd name="connsiteX64" fmla="*/ 476747 w 832029"/>
                <a:gd name="connsiteY64" fmla="*/ 333620 h 352982"/>
                <a:gd name="connsiteX65" fmla="*/ 536627 w 832029"/>
                <a:gd name="connsiteY65" fmla="*/ 331982 h 352982"/>
                <a:gd name="connsiteX66" fmla="*/ 584532 w 832029"/>
                <a:gd name="connsiteY66" fmla="*/ 311433 h 352982"/>
                <a:gd name="connsiteX67" fmla="*/ 617057 w 832029"/>
                <a:gd name="connsiteY67" fmla="*/ 285842 h 352982"/>
                <a:gd name="connsiteX68" fmla="*/ 610249 w 832029"/>
                <a:gd name="connsiteY68" fmla="*/ 255082 h 352982"/>
                <a:gd name="connsiteX69" fmla="*/ 635967 w 832029"/>
                <a:gd name="connsiteY69" fmla="*/ 248274 h 352982"/>
                <a:gd name="connsiteX70" fmla="*/ 678702 w 832029"/>
                <a:gd name="connsiteY70" fmla="*/ 244871 h 352982"/>
                <a:gd name="connsiteX71" fmla="*/ 718034 w 832029"/>
                <a:gd name="connsiteY71" fmla="*/ 232894 h 352982"/>
                <a:gd name="connsiteX72" fmla="*/ 741987 w 832029"/>
                <a:gd name="connsiteY72" fmla="*/ 210707 h 352982"/>
                <a:gd name="connsiteX73" fmla="*/ 774512 w 832029"/>
                <a:gd name="connsiteY73" fmla="*/ 197092 h 352982"/>
                <a:gd name="connsiteX74" fmla="*/ 808675 w 832029"/>
                <a:gd name="connsiteY74" fmla="*/ 190284 h 352982"/>
                <a:gd name="connsiteX75" fmla="*/ 836032 w 832029"/>
                <a:gd name="connsiteY75" fmla="*/ 186881 h 352982"/>
                <a:gd name="connsiteX76" fmla="*/ 800733 w 832029"/>
                <a:gd name="connsiteY76" fmla="*/ 151330 h 35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832029" h="352982">
                  <a:moveTo>
                    <a:pt x="800733" y="151330"/>
                  </a:moveTo>
                  <a:cubicBezTo>
                    <a:pt x="792161" y="141119"/>
                    <a:pt x="778546" y="146162"/>
                    <a:pt x="775142" y="154734"/>
                  </a:cubicBezTo>
                  <a:cubicBezTo>
                    <a:pt x="771738" y="163306"/>
                    <a:pt x="764805" y="151330"/>
                    <a:pt x="749551" y="151330"/>
                  </a:cubicBezTo>
                  <a:cubicBezTo>
                    <a:pt x="734171" y="151330"/>
                    <a:pt x="732406" y="159903"/>
                    <a:pt x="722195" y="149691"/>
                  </a:cubicBezTo>
                  <a:cubicBezTo>
                    <a:pt x="711984" y="139480"/>
                    <a:pt x="725599" y="135950"/>
                    <a:pt x="725599" y="135950"/>
                  </a:cubicBezTo>
                  <a:lnTo>
                    <a:pt x="727364" y="122335"/>
                  </a:lnTo>
                  <a:lnTo>
                    <a:pt x="748543" y="79851"/>
                  </a:lnTo>
                  <a:cubicBezTo>
                    <a:pt x="742491" y="77330"/>
                    <a:pt x="733541" y="76448"/>
                    <a:pt x="729381" y="77960"/>
                  </a:cubicBezTo>
                  <a:cubicBezTo>
                    <a:pt x="723077" y="80356"/>
                    <a:pt x="708202" y="78717"/>
                    <a:pt x="706689" y="73296"/>
                  </a:cubicBezTo>
                  <a:cubicBezTo>
                    <a:pt x="705050" y="67749"/>
                    <a:pt x="679963" y="66993"/>
                    <a:pt x="673786" y="71657"/>
                  </a:cubicBezTo>
                  <a:cubicBezTo>
                    <a:pt x="667483" y="76322"/>
                    <a:pt x="653363" y="80230"/>
                    <a:pt x="652607" y="85776"/>
                  </a:cubicBezTo>
                  <a:cubicBezTo>
                    <a:pt x="651850" y="91323"/>
                    <a:pt x="636849" y="89684"/>
                    <a:pt x="631428" y="93593"/>
                  </a:cubicBezTo>
                  <a:cubicBezTo>
                    <a:pt x="625881" y="97501"/>
                    <a:pt x="597642" y="99139"/>
                    <a:pt x="596886" y="102291"/>
                  </a:cubicBezTo>
                  <a:cubicBezTo>
                    <a:pt x="596130" y="105443"/>
                    <a:pt x="566252" y="106199"/>
                    <a:pt x="561588" y="102291"/>
                  </a:cubicBezTo>
                  <a:cubicBezTo>
                    <a:pt x="556924" y="98383"/>
                    <a:pt x="530954" y="102291"/>
                    <a:pt x="527803" y="95988"/>
                  </a:cubicBezTo>
                  <a:cubicBezTo>
                    <a:pt x="524651" y="89684"/>
                    <a:pt x="513683" y="86533"/>
                    <a:pt x="513683" y="81112"/>
                  </a:cubicBezTo>
                  <a:cubicBezTo>
                    <a:pt x="513683" y="75565"/>
                    <a:pt x="494017" y="75565"/>
                    <a:pt x="491748" y="70901"/>
                  </a:cubicBezTo>
                  <a:cubicBezTo>
                    <a:pt x="489353" y="66236"/>
                    <a:pt x="473720" y="63841"/>
                    <a:pt x="471325" y="65354"/>
                  </a:cubicBezTo>
                  <a:cubicBezTo>
                    <a:pt x="468931" y="66993"/>
                    <a:pt x="451659" y="60563"/>
                    <a:pt x="446995" y="59807"/>
                  </a:cubicBezTo>
                  <a:cubicBezTo>
                    <a:pt x="442330" y="59051"/>
                    <a:pt x="427328" y="62959"/>
                    <a:pt x="422664" y="62959"/>
                  </a:cubicBezTo>
                  <a:cubicBezTo>
                    <a:pt x="418000" y="62959"/>
                    <a:pt x="409301" y="71657"/>
                    <a:pt x="403881" y="72414"/>
                  </a:cubicBezTo>
                  <a:cubicBezTo>
                    <a:pt x="398334" y="73170"/>
                    <a:pt x="383458" y="62959"/>
                    <a:pt x="380306" y="65354"/>
                  </a:cubicBezTo>
                  <a:cubicBezTo>
                    <a:pt x="377155" y="67749"/>
                    <a:pt x="367700" y="57538"/>
                    <a:pt x="363792" y="52747"/>
                  </a:cubicBezTo>
                  <a:cubicBezTo>
                    <a:pt x="359884" y="48083"/>
                    <a:pt x="363792" y="34720"/>
                    <a:pt x="360640" y="29930"/>
                  </a:cubicBezTo>
                  <a:cubicBezTo>
                    <a:pt x="357489" y="25265"/>
                    <a:pt x="340218" y="25265"/>
                    <a:pt x="334797" y="22114"/>
                  </a:cubicBezTo>
                  <a:cubicBezTo>
                    <a:pt x="329250" y="18962"/>
                    <a:pt x="320678" y="14298"/>
                    <a:pt x="315131" y="14298"/>
                  </a:cubicBezTo>
                  <a:cubicBezTo>
                    <a:pt x="309710" y="14298"/>
                    <a:pt x="301012" y="12785"/>
                    <a:pt x="298617" y="10390"/>
                  </a:cubicBezTo>
                  <a:cubicBezTo>
                    <a:pt x="296221" y="7994"/>
                    <a:pt x="284497" y="4086"/>
                    <a:pt x="279076" y="2574"/>
                  </a:cubicBezTo>
                  <a:cubicBezTo>
                    <a:pt x="273530" y="1061"/>
                    <a:pt x="272773" y="8120"/>
                    <a:pt x="269621" y="11146"/>
                  </a:cubicBezTo>
                  <a:cubicBezTo>
                    <a:pt x="266469" y="14298"/>
                    <a:pt x="257014" y="15054"/>
                    <a:pt x="255502" y="20601"/>
                  </a:cubicBezTo>
                  <a:cubicBezTo>
                    <a:pt x="253863" y="26148"/>
                    <a:pt x="242895" y="27660"/>
                    <a:pt x="244534" y="33964"/>
                  </a:cubicBezTo>
                  <a:cubicBezTo>
                    <a:pt x="246173" y="40267"/>
                    <a:pt x="250081" y="52874"/>
                    <a:pt x="253989" y="55899"/>
                  </a:cubicBezTo>
                  <a:cubicBezTo>
                    <a:pt x="257897" y="59051"/>
                    <a:pt x="255628" y="68506"/>
                    <a:pt x="253233" y="71657"/>
                  </a:cubicBezTo>
                  <a:cubicBezTo>
                    <a:pt x="250837" y="74809"/>
                    <a:pt x="234323" y="77078"/>
                    <a:pt x="231297" y="82625"/>
                  </a:cubicBezTo>
                  <a:cubicBezTo>
                    <a:pt x="228146" y="88172"/>
                    <a:pt x="220330" y="81868"/>
                    <a:pt x="212514" y="77078"/>
                  </a:cubicBezTo>
                  <a:cubicBezTo>
                    <a:pt x="204698" y="72414"/>
                    <a:pt x="195243" y="75565"/>
                    <a:pt x="191335" y="78717"/>
                  </a:cubicBezTo>
                  <a:cubicBezTo>
                    <a:pt x="187427" y="81868"/>
                    <a:pt x="173308" y="70901"/>
                    <a:pt x="169400" y="70018"/>
                  </a:cubicBezTo>
                  <a:cubicBezTo>
                    <a:pt x="165492" y="69262"/>
                    <a:pt x="164736" y="54386"/>
                    <a:pt x="160828" y="55143"/>
                  </a:cubicBezTo>
                  <a:cubicBezTo>
                    <a:pt x="156920" y="55899"/>
                    <a:pt x="129437" y="50478"/>
                    <a:pt x="124016" y="48839"/>
                  </a:cubicBezTo>
                  <a:cubicBezTo>
                    <a:pt x="118469" y="47327"/>
                    <a:pt x="106745" y="48083"/>
                    <a:pt x="105232" y="51991"/>
                  </a:cubicBezTo>
                  <a:cubicBezTo>
                    <a:pt x="103594" y="55899"/>
                    <a:pt x="89474" y="55143"/>
                    <a:pt x="87205" y="59807"/>
                  </a:cubicBezTo>
                  <a:cubicBezTo>
                    <a:pt x="84810" y="64471"/>
                    <a:pt x="73842" y="66867"/>
                    <a:pt x="69934" y="71531"/>
                  </a:cubicBezTo>
                  <a:cubicBezTo>
                    <a:pt x="66026" y="76196"/>
                    <a:pt x="52664" y="76196"/>
                    <a:pt x="49512" y="83255"/>
                  </a:cubicBezTo>
                  <a:cubicBezTo>
                    <a:pt x="46360" y="90315"/>
                    <a:pt x="29846" y="93466"/>
                    <a:pt x="25181" y="94223"/>
                  </a:cubicBezTo>
                  <a:cubicBezTo>
                    <a:pt x="20517" y="94979"/>
                    <a:pt x="7911" y="97374"/>
                    <a:pt x="7154" y="101283"/>
                  </a:cubicBezTo>
                  <a:cubicBezTo>
                    <a:pt x="6776" y="102921"/>
                    <a:pt x="4884" y="103173"/>
                    <a:pt x="2364" y="102921"/>
                  </a:cubicBezTo>
                  <a:cubicBezTo>
                    <a:pt x="2615" y="103930"/>
                    <a:pt x="2994" y="104938"/>
                    <a:pt x="3246" y="106073"/>
                  </a:cubicBezTo>
                  <a:cubicBezTo>
                    <a:pt x="6523" y="123974"/>
                    <a:pt x="14088" y="123470"/>
                    <a:pt x="22281" y="130530"/>
                  </a:cubicBezTo>
                  <a:cubicBezTo>
                    <a:pt x="30476" y="137589"/>
                    <a:pt x="37536" y="143010"/>
                    <a:pt x="46108" y="143514"/>
                  </a:cubicBezTo>
                  <a:cubicBezTo>
                    <a:pt x="54806" y="144019"/>
                    <a:pt x="67792" y="154356"/>
                    <a:pt x="68926" y="161920"/>
                  </a:cubicBezTo>
                  <a:cubicBezTo>
                    <a:pt x="70061" y="169484"/>
                    <a:pt x="78129" y="178182"/>
                    <a:pt x="83045" y="181964"/>
                  </a:cubicBezTo>
                  <a:cubicBezTo>
                    <a:pt x="87962" y="185746"/>
                    <a:pt x="81406" y="198857"/>
                    <a:pt x="81406" y="208564"/>
                  </a:cubicBezTo>
                  <a:cubicBezTo>
                    <a:pt x="81406" y="218271"/>
                    <a:pt x="69430" y="220540"/>
                    <a:pt x="75481" y="230247"/>
                  </a:cubicBezTo>
                  <a:cubicBezTo>
                    <a:pt x="81406" y="240080"/>
                    <a:pt x="123260" y="244871"/>
                    <a:pt x="135236" y="244871"/>
                  </a:cubicBezTo>
                  <a:cubicBezTo>
                    <a:pt x="147212" y="244871"/>
                    <a:pt x="151498" y="256343"/>
                    <a:pt x="155154" y="256847"/>
                  </a:cubicBezTo>
                  <a:cubicBezTo>
                    <a:pt x="162718" y="258107"/>
                    <a:pt x="163727" y="267058"/>
                    <a:pt x="172299" y="268823"/>
                  </a:cubicBezTo>
                  <a:cubicBezTo>
                    <a:pt x="180871" y="270462"/>
                    <a:pt x="189444" y="275630"/>
                    <a:pt x="192848" y="291010"/>
                  </a:cubicBezTo>
                  <a:cubicBezTo>
                    <a:pt x="196252" y="306390"/>
                    <a:pt x="206463" y="311559"/>
                    <a:pt x="208227" y="318367"/>
                  </a:cubicBezTo>
                  <a:cubicBezTo>
                    <a:pt x="209992" y="325174"/>
                    <a:pt x="228776" y="320005"/>
                    <a:pt x="242391" y="321770"/>
                  </a:cubicBezTo>
                  <a:cubicBezTo>
                    <a:pt x="256133" y="323535"/>
                    <a:pt x="295339" y="321770"/>
                    <a:pt x="305676" y="323535"/>
                  </a:cubicBezTo>
                  <a:cubicBezTo>
                    <a:pt x="315887" y="325174"/>
                    <a:pt x="339839" y="323535"/>
                    <a:pt x="353581" y="333746"/>
                  </a:cubicBezTo>
                  <a:cubicBezTo>
                    <a:pt x="367196" y="343958"/>
                    <a:pt x="374129" y="335385"/>
                    <a:pt x="382702" y="340554"/>
                  </a:cubicBezTo>
                  <a:cubicBezTo>
                    <a:pt x="391274" y="345723"/>
                    <a:pt x="398081" y="349126"/>
                    <a:pt x="410058" y="347362"/>
                  </a:cubicBezTo>
                  <a:cubicBezTo>
                    <a:pt x="422034" y="345597"/>
                    <a:pt x="422034" y="355934"/>
                    <a:pt x="430606" y="357573"/>
                  </a:cubicBezTo>
                  <a:cubicBezTo>
                    <a:pt x="439179" y="359338"/>
                    <a:pt x="454559" y="343832"/>
                    <a:pt x="476747" y="333620"/>
                  </a:cubicBezTo>
                  <a:cubicBezTo>
                    <a:pt x="498933" y="323409"/>
                    <a:pt x="524651" y="330217"/>
                    <a:pt x="536627" y="331982"/>
                  </a:cubicBezTo>
                  <a:cubicBezTo>
                    <a:pt x="548603" y="333620"/>
                    <a:pt x="570791" y="326813"/>
                    <a:pt x="584532" y="311433"/>
                  </a:cubicBezTo>
                  <a:cubicBezTo>
                    <a:pt x="598273" y="296053"/>
                    <a:pt x="615292" y="299457"/>
                    <a:pt x="617057" y="285842"/>
                  </a:cubicBezTo>
                  <a:cubicBezTo>
                    <a:pt x="618821" y="272227"/>
                    <a:pt x="603442" y="267058"/>
                    <a:pt x="610249" y="255082"/>
                  </a:cubicBezTo>
                  <a:cubicBezTo>
                    <a:pt x="617057" y="243106"/>
                    <a:pt x="629033" y="244871"/>
                    <a:pt x="635967" y="248274"/>
                  </a:cubicBezTo>
                  <a:cubicBezTo>
                    <a:pt x="642774" y="251678"/>
                    <a:pt x="661558" y="256847"/>
                    <a:pt x="678702" y="244871"/>
                  </a:cubicBezTo>
                  <a:cubicBezTo>
                    <a:pt x="695848" y="232894"/>
                    <a:pt x="702655" y="234659"/>
                    <a:pt x="718034" y="232894"/>
                  </a:cubicBezTo>
                  <a:cubicBezTo>
                    <a:pt x="733415" y="231130"/>
                    <a:pt x="731650" y="220918"/>
                    <a:pt x="741987" y="210707"/>
                  </a:cubicBezTo>
                  <a:cubicBezTo>
                    <a:pt x="752198" y="200496"/>
                    <a:pt x="764175" y="197092"/>
                    <a:pt x="774512" y="197092"/>
                  </a:cubicBezTo>
                  <a:cubicBezTo>
                    <a:pt x="784723" y="197092"/>
                    <a:pt x="798464" y="186881"/>
                    <a:pt x="808675" y="190284"/>
                  </a:cubicBezTo>
                  <a:cubicBezTo>
                    <a:pt x="818886" y="193688"/>
                    <a:pt x="834267" y="195453"/>
                    <a:pt x="836032" y="186881"/>
                  </a:cubicBezTo>
                  <a:cubicBezTo>
                    <a:pt x="836536" y="178686"/>
                    <a:pt x="809180" y="161542"/>
                    <a:pt x="800733" y="151330"/>
                  </a:cubicBezTo>
                  <a:close/>
                </a:path>
              </a:pathLst>
            </a:custGeom>
            <a:grpFill/>
            <a:ln w="1270" cap="flat">
              <a:solidFill>
                <a:schemeClr val="bg1"/>
              </a:solidFill>
              <a:prstDash val="solid"/>
              <a:miter/>
            </a:ln>
          </p:spPr>
          <p:txBody>
            <a:bodyPr rtlCol="0" anchor="ctr"/>
            <a:lstStyle/>
            <a:p>
              <a:endParaRPr lang="ko-KR" altLang="en-US"/>
            </a:p>
          </p:txBody>
        </p:sp>
        <p:sp>
          <p:nvSpPr>
            <p:cNvPr id="69" name="자유형: 도형 49">
              <a:extLst>
                <a:ext uri="{FF2B5EF4-FFF2-40B4-BE49-F238E27FC236}">
                  <a16:creationId xmlns:a16="http://schemas.microsoft.com/office/drawing/2014/main" id="{A17BBFA6-FAF1-6147-8694-23EAFF03FFAB}"/>
                </a:ext>
              </a:extLst>
            </p:cNvPr>
            <p:cNvSpPr/>
            <p:nvPr/>
          </p:nvSpPr>
          <p:spPr>
            <a:xfrm>
              <a:off x="6713750" y="3667711"/>
              <a:ext cx="12607" cy="37820"/>
            </a:xfrm>
            <a:custGeom>
              <a:avLst/>
              <a:gdLst>
                <a:gd name="connsiteX0" fmla="*/ 7911 w 12606"/>
                <a:gd name="connsiteY0" fmla="*/ 2666 h 37819"/>
                <a:gd name="connsiteX1" fmla="*/ 2364 w 12606"/>
                <a:gd name="connsiteY1" fmla="*/ 21827 h 37819"/>
                <a:gd name="connsiteX2" fmla="*/ 12197 w 12606"/>
                <a:gd name="connsiteY2" fmla="*/ 38720 h 37819"/>
                <a:gd name="connsiteX3" fmla="*/ 15096 w 12606"/>
                <a:gd name="connsiteY3" fmla="*/ 7708 h 37819"/>
                <a:gd name="connsiteX4" fmla="*/ 15979 w 12606"/>
                <a:gd name="connsiteY4" fmla="*/ 2539 h 37819"/>
                <a:gd name="connsiteX5" fmla="*/ 7911 w 12606"/>
                <a:gd name="connsiteY5" fmla="*/ 2666 h 3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06" h="37819">
                  <a:moveTo>
                    <a:pt x="7911" y="2666"/>
                  </a:moveTo>
                  <a:cubicBezTo>
                    <a:pt x="3876" y="4304"/>
                    <a:pt x="2364" y="19432"/>
                    <a:pt x="2364" y="21827"/>
                  </a:cubicBezTo>
                  <a:cubicBezTo>
                    <a:pt x="2364" y="23592"/>
                    <a:pt x="4885" y="31156"/>
                    <a:pt x="12197" y="38720"/>
                  </a:cubicBezTo>
                  <a:cubicBezTo>
                    <a:pt x="13709" y="27122"/>
                    <a:pt x="14088" y="11868"/>
                    <a:pt x="15096" y="7708"/>
                  </a:cubicBezTo>
                  <a:cubicBezTo>
                    <a:pt x="15348" y="6573"/>
                    <a:pt x="15727" y="4809"/>
                    <a:pt x="15979" y="2539"/>
                  </a:cubicBezTo>
                  <a:cubicBezTo>
                    <a:pt x="11945" y="2287"/>
                    <a:pt x="9045" y="2287"/>
                    <a:pt x="7911" y="2666"/>
                  </a:cubicBezTo>
                  <a:close/>
                </a:path>
              </a:pathLst>
            </a:custGeom>
            <a:grpFill/>
            <a:ln w="1270" cap="flat">
              <a:solidFill>
                <a:schemeClr val="bg1"/>
              </a:solidFill>
              <a:prstDash val="solid"/>
              <a:miter/>
            </a:ln>
          </p:spPr>
          <p:txBody>
            <a:bodyPr rtlCol="0" anchor="ctr"/>
            <a:lstStyle/>
            <a:p>
              <a:endParaRPr lang="ko-KR" altLang="en-US"/>
            </a:p>
          </p:txBody>
        </p:sp>
        <p:sp>
          <p:nvSpPr>
            <p:cNvPr id="70" name="자유형: 도형 50">
              <a:extLst>
                <a:ext uri="{FF2B5EF4-FFF2-40B4-BE49-F238E27FC236}">
                  <a16:creationId xmlns:a16="http://schemas.microsoft.com/office/drawing/2014/main" id="{FCF7D26B-F6DB-B742-AFAF-CFE706964472}"/>
                </a:ext>
              </a:extLst>
            </p:cNvPr>
            <p:cNvSpPr/>
            <p:nvPr/>
          </p:nvSpPr>
          <p:spPr>
            <a:xfrm>
              <a:off x="6690806" y="3644565"/>
              <a:ext cx="37820" cy="113459"/>
            </a:xfrm>
            <a:custGeom>
              <a:avLst/>
              <a:gdLst>
                <a:gd name="connsiteX0" fmla="*/ 20391 w 37819"/>
                <a:gd name="connsiteY0" fmla="*/ 111788 h 113458"/>
                <a:gd name="connsiteX1" fmla="*/ 23164 w 37819"/>
                <a:gd name="connsiteY1" fmla="*/ 113301 h 113458"/>
                <a:gd name="connsiteX2" fmla="*/ 31611 w 37819"/>
                <a:gd name="connsiteY2" fmla="*/ 74851 h 113458"/>
                <a:gd name="connsiteX3" fmla="*/ 35015 w 37819"/>
                <a:gd name="connsiteY3" fmla="*/ 61992 h 113458"/>
                <a:gd name="connsiteX4" fmla="*/ 25181 w 37819"/>
                <a:gd name="connsiteY4" fmla="*/ 45100 h 113458"/>
                <a:gd name="connsiteX5" fmla="*/ 30728 w 37819"/>
                <a:gd name="connsiteY5" fmla="*/ 25938 h 113458"/>
                <a:gd name="connsiteX6" fmla="*/ 38797 w 37819"/>
                <a:gd name="connsiteY6" fmla="*/ 25686 h 113458"/>
                <a:gd name="connsiteX7" fmla="*/ 40940 w 37819"/>
                <a:gd name="connsiteY7" fmla="*/ 8037 h 113458"/>
                <a:gd name="connsiteX8" fmla="*/ 27577 w 37819"/>
                <a:gd name="connsiteY8" fmla="*/ 2364 h 113458"/>
                <a:gd name="connsiteX9" fmla="*/ 23291 w 37819"/>
                <a:gd name="connsiteY9" fmla="*/ 14844 h 113458"/>
                <a:gd name="connsiteX10" fmla="*/ 2364 w 37819"/>
                <a:gd name="connsiteY10" fmla="*/ 62118 h 113458"/>
                <a:gd name="connsiteX11" fmla="*/ 21400 w 37819"/>
                <a:gd name="connsiteY11" fmla="*/ 108889 h 113458"/>
                <a:gd name="connsiteX12" fmla="*/ 20391 w 37819"/>
                <a:gd name="connsiteY12" fmla="*/ 111788 h 113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819" h="113458">
                  <a:moveTo>
                    <a:pt x="20391" y="111788"/>
                  </a:moveTo>
                  <a:cubicBezTo>
                    <a:pt x="21273" y="112292"/>
                    <a:pt x="22156" y="112797"/>
                    <a:pt x="23164" y="113301"/>
                  </a:cubicBezTo>
                  <a:cubicBezTo>
                    <a:pt x="25434" y="97417"/>
                    <a:pt x="28837" y="78633"/>
                    <a:pt x="31611" y="74851"/>
                  </a:cubicBezTo>
                  <a:cubicBezTo>
                    <a:pt x="33250" y="72708"/>
                    <a:pt x="34258" y="67792"/>
                    <a:pt x="35015" y="61992"/>
                  </a:cubicBezTo>
                  <a:cubicBezTo>
                    <a:pt x="27703" y="54555"/>
                    <a:pt x="25181" y="46865"/>
                    <a:pt x="25181" y="45100"/>
                  </a:cubicBezTo>
                  <a:cubicBezTo>
                    <a:pt x="25181" y="42704"/>
                    <a:pt x="26820" y="27577"/>
                    <a:pt x="30728" y="25938"/>
                  </a:cubicBezTo>
                  <a:cubicBezTo>
                    <a:pt x="31863" y="25434"/>
                    <a:pt x="34889" y="25560"/>
                    <a:pt x="38797" y="25686"/>
                  </a:cubicBezTo>
                  <a:cubicBezTo>
                    <a:pt x="39553" y="20895"/>
                    <a:pt x="40309" y="14214"/>
                    <a:pt x="40940" y="8037"/>
                  </a:cubicBezTo>
                  <a:lnTo>
                    <a:pt x="27577" y="2364"/>
                  </a:lnTo>
                  <a:cubicBezTo>
                    <a:pt x="25560" y="6650"/>
                    <a:pt x="23921" y="10936"/>
                    <a:pt x="23291" y="14844"/>
                  </a:cubicBezTo>
                  <a:cubicBezTo>
                    <a:pt x="21021" y="28963"/>
                    <a:pt x="8541" y="52412"/>
                    <a:pt x="2364" y="62118"/>
                  </a:cubicBezTo>
                  <a:lnTo>
                    <a:pt x="21400" y="108889"/>
                  </a:lnTo>
                  <a:lnTo>
                    <a:pt x="20391" y="111788"/>
                  </a:lnTo>
                  <a:close/>
                </a:path>
              </a:pathLst>
            </a:custGeom>
            <a:grpFill/>
            <a:ln w="1270" cap="flat">
              <a:solidFill>
                <a:schemeClr val="bg1"/>
              </a:solidFill>
              <a:prstDash val="solid"/>
              <a:miter/>
            </a:ln>
          </p:spPr>
          <p:txBody>
            <a:bodyPr rtlCol="0" anchor="ctr"/>
            <a:lstStyle/>
            <a:p>
              <a:endParaRPr lang="ko-KR" altLang="en-US"/>
            </a:p>
          </p:txBody>
        </p:sp>
        <p:sp>
          <p:nvSpPr>
            <p:cNvPr id="71" name="자유형: 도형 51">
              <a:extLst>
                <a:ext uri="{FF2B5EF4-FFF2-40B4-BE49-F238E27FC236}">
                  <a16:creationId xmlns:a16="http://schemas.microsoft.com/office/drawing/2014/main" id="{342B055D-CE56-B64D-8242-8FA7E8C781E0}"/>
                </a:ext>
              </a:extLst>
            </p:cNvPr>
            <p:cNvSpPr/>
            <p:nvPr/>
          </p:nvSpPr>
          <p:spPr>
            <a:xfrm>
              <a:off x="6711481" y="3642800"/>
              <a:ext cx="113459" cy="126065"/>
            </a:xfrm>
            <a:custGeom>
              <a:avLst/>
              <a:gdLst>
                <a:gd name="connsiteX0" fmla="*/ 106115 w 113458"/>
                <a:gd name="connsiteY0" fmla="*/ 2364 h 126065"/>
                <a:gd name="connsiteX1" fmla="*/ 72203 w 113458"/>
                <a:gd name="connsiteY1" fmla="*/ 18374 h 126065"/>
                <a:gd name="connsiteX2" fmla="*/ 46990 w 113458"/>
                <a:gd name="connsiteY2" fmla="*/ 31989 h 126065"/>
                <a:gd name="connsiteX3" fmla="*/ 22912 w 113458"/>
                <a:gd name="connsiteY3" fmla="*/ 19382 h 126065"/>
                <a:gd name="connsiteX4" fmla="*/ 20769 w 113458"/>
                <a:gd name="connsiteY4" fmla="*/ 9928 h 126065"/>
                <a:gd name="connsiteX5" fmla="*/ 20265 w 113458"/>
                <a:gd name="connsiteY5" fmla="*/ 9802 h 126065"/>
                <a:gd name="connsiteX6" fmla="*/ 17113 w 113458"/>
                <a:gd name="connsiteY6" fmla="*/ 32619 h 126065"/>
                <a:gd name="connsiteX7" fmla="*/ 10810 w 113458"/>
                <a:gd name="connsiteY7" fmla="*/ 76616 h 126065"/>
                <a:gd name="connsiteX8" fmla="*/ 2364 w 113458"/>
                <a:gd name="connsiteY8" fmla="*/ 115066 h 126065"/>
                <a:gd name="connsiteX9" fmla="*/ 25938 w 113458"/>
                <a:gd name="connsiteY9" fmla="*/ 125277 h 126065"/>
                <a:gd name="connsiteX10" fmla="*/ 46865 w 113458"/>
                <a:gd name="connsiteY10" fmla="*/ 109519 h 126065"/>
                <a:gd name="connsiteX11" fmla="*/ 63631 w 113458"/>
                <a:gd name="connsiteY11" fmla="*/ 102207 h 126065"/>
                <a:gd name="connsiteX12" fmla="*/ 79389 w 113458"/>
                <a:gd name="connsiteY12" fmla="*/ 89601 h 126065"/>
                <a:gd name="connsiteX13" fmla="*/ 59471 w 113458"/>
                <a:gd name="connsiteY13" fmla="*/ 66531 h 126065"/>
                <a:gd name="connsiteX14" fmla="*/ 85693 w 113458"/>
                <a:gd name="connsiteY14" fmla="*/ 49764 h 126065"/>
                <a:gd name="connsiteX15" fmla="*/ 112923 w 113458"/>
                <a:gd name="connsiteY15" fmla="*/ 41444 h 126065"/>
                <a:gd name="connsiteX16" fmla="*/ 114435 w 113458"/>
                <a:gd name="connsiteY16" fmla="*/ 41444 h 126065"/>
                <a:gd name="connsiteX17" fmla="*/ 108258 w 113458"/>
                <a:gd name="connsiteY17" fmla="*/ 15348 h 126065"/>
                <a:gd name="connsiteX18" fmla="*/ 106115 w 113458"/>
                <a:gd name="connsiteY18" fmla="*/ 2364 h 12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3458" h="126065">
                  <a:moveTo>
                    <a:pt x="106115" y="2364"/>
                  </a:moveTo>
                  <a:cubicBezTo>
                    <a:pt x="89475" y="10936"/>
                    <a:pt x="74977" y="17996"/>
                    <a:pt x="72203" y="18374"/>
                  </a:cubicBezTo>
                  <a:cubicBezTo>
                    <a:pt x="64892" y="19382"/>
                    <a:pt x="46990" y="31989"/>
                    <a:pt x="46990" y="31989"/>
                  </a:cubicBezTo>
                  <a:lnTo>
                    <a:pt x="22912" y="19382"/>
                  </a:lnTo>
                  <a:lnTo>
                    <a:pt x="20769" y="9928"/>
                  </a:lnTo>
                  <a:lnTo>
                    <a:pt x="20265" y="9802"/>
                  </a:lnTo>
                  <a:cubicBezTo>
                    <a:pt x="19256" y="18878"/>
                    <a:pt x="17996" y="29215"/>
                    <a:pt x="17113" y="32619"/>
                  </a:cubicBezTo>
                  <a:cubicBezTo>
                    <a:pt x="15474" y="38923"/>
                    <a:pt x="15474" y="70313"/>
                    <a:pt x="10810" y="76616"/>
                  </a:cubicBezTo>
                  <a:cubicBezTo>
                    <a:pt x="7911" y="80398"/>
                    <a:pt x="4507" y="99182"/>
                    <a:pt x="2364" y="115066"/>
                  </a:cubicBezTo>
                  <a:cubicBezTo>
                    <a:pt x="11062" y="119730"/>
                    <a:pt x="21147" y="124773"/>
                    <a:pt x="25938" y="125277"/>
                  </a:cubicBezTo>
                  <a:cubicBezTo>
                    <a:pt x="35393" y="126286"/>
                    <a:pt x="46865" y="115822"/>
                    <a:pt x="46865" y="109519"/>
                  </a:cubicBezTo>
                  <a:cubicBezTo>
                    <a:pt x="46865" y="103216"/>
                    <a:pt x="55311" y="102207"/>
                    <a:pt x="63631" y="102207"/>
                  </a:cubicBezTo>
                  <a:cubicBezTo>
                    <a:pt x="71951" y="102207"/>
                    <a:pt x="73086" y="92752"/>
                    <a:pt x="79389" y="89601"/>
                  </a:cubicBezTo>
                  <a:cubicBezTo>
                    <a:pt x="85693" y="86449"/>
                    <a:pt x="65774" y="68674"/>
                    <a:pt x="59471" y="66531"/>
                  </a:cubicBezTo>
                  <a:cubicBezTo>
                    <a:pt x="53168" y="64388"/>
                    <a:pt x="64766" y="50773"/>
                    <a:pt x="85693" y="49764"/>
                  </a:cubicBezTo>
                  <a:cubicBezTo>
                    <a:pt x="106619" y="48756"/>
                    <a:pt x="101451" y="41444"/>
                    <a:pt x="112923" y="41444"/>
                  </a:cubicBezTo>
                  <a:cubicBezTo>
                    <a:pt x="113427" y="41444"/>
                    <a:pt x="113931" y="41444"/>
                    <a:pt x="114435" y="41444"/>
                  </a:cubicBezTo>
                  <a:cubicBezTo>
                    <a:pt x="112418" y="32241"/>
                    <a:pt x="109897" y="21147"/>
                    <a:pt x="108258" y="15348"/>
                  </a:cubicBezTo>
                  <a:cubicBezTo>
                    <a:pt x="107250" y="11945"/>
                    <a:pt x="106619" y="7154"/>
                    <a:pt x="106115" y="2364"/>
                  </a:cubicBezTo>
                  <a:close/>
                </a:path>
              </a:pathLst>
            </a:custGeom>
            <a:grpFill/>
            <a:ln w="1270" cap="flat">
              <a:solidFill>
                <a:schemeClr val="bg1"/>
              </a:solidFill>
              <a:prstDash val="solid"/>
              <a:miter/>
            </a:ln>
          </p:spPr>
          <p:txBody>
            <a:bodyPr rtlCol="0" anchor="ctr"/>
            <a:lstStyle/>
            <a:p>
              <a:endParaRPr lang="ko-KR" altLang="en-US"/>
            </a:p>
          </p:txBody>
        </p:sp>
        <p:sp>
          <p:nvSpPr>
            <p:cNvPr id="72" name="자유형: 도형 52">
              <a:extLst>
                <a:ext uri="{FF2B5EF4-FFF2-40B4-BE49-F238E27FC236}">
                  <a16:creationId xmlns:a16="http://schemas.microsoft.com/office/drawing/2014/main" id="{2179AF0D-F424-4447-B46F-93A91694F2CB}"/>
                </a:ext>
              </a:extLst>
            </p:cNvPr>
            <p:cNvSpPr/>
            <p:nvPr/>
          </p:nvSpPr>
          <p:spPr>
            <a:xfrm>
              <a:off x="7639010" y="3341606"/>
              <a:ext cx="289950" cy="126065"/>
            </a:xfrm>
            <a:custGeom>
              <a:avLst/>
              <a:gdLst>
                <a:gd name="connsiteX0" fmla="*/ 269805 w 289949"/>
                <a:gd name="connsiteY0" fmla="*/ 24702 h 126065"/>
                <a:gd name="connsiteX1" fmla="*/ 244718 w 289949"/>
                <a:gd name="connsiteY1" fmla="*/ 17642 h 126065"/>
                <a:gd name="connsiteX2" fmla="*/ 176391 w 289949"/>
                <a:gd name="connsiteY2" fmla="*/ 13734 h 126065"/>
                <a:gd name="connsiteX3" fmla="*/ 141093 w 289949"/>
                <a:gd name="connsiteY3" fmla="*/ 3523 h 126065"/>
                <a:gd name="connsiteX4" fmla="*/ 113610 w 289949"/>
                <a:gd name="connsiteY4" fmla="*/ 14491 h 126065"/>
                <a:gd name="connsiteX5" fmla="*/ 90036 w 289949"/>
                <a:gd name="connsiteY5" fmla="*/ 18399 h 126065"/>
                <a:gd name="connsiteX6" fmla="*/ 53981 w 289949"/>
                <a:gd name="connsiteY6" fmla="*/ 19155 h 126065"/>
                <a:gd name="connsiteX7" fmla="*/ 37467 w 289949"/>
                <a:gd name="connsiteY7" fmla="*/ 37182 h 126065"/>
                <a:gd name="connsiteX8" fmla="*/ 29399 w 289949"/>
                <a:gd name="connsiteY8" fmla="*/ 51932 h 126065"/>
                <a:gd name="connsiteX9" fmla="*/ 39232 w 289949"/>
                <a:gd name="connsiteY9" fmla="*/ 60756 h 126065"/>
                <a:gd name="connsiteX10" fmla="*/ 60159 w 289949"/>
                <a:gd name="connsiteY10" fmla="*/ 59748 h 126065"/>
                <a:gd name="connsiteX11" fmla="*/ 96843 w 289949"/>
                <a:gd name="connsiteY11" fmla="*/ 76515 h 126065"/>
                <a:gd name="connsiteX12" fmla="*/ 85246 w 289949"/>
                <a:gd name="connsiteY12" fmla="*/ 90130 h 126065"/>
                <a:gd name="connsiteX13" fmla="*/ 60159 w 289949"/>
                <a:gd name="connsiteY13" fmla="*/ 94290 h 126065"/>
                <a:gd name="connsiteX14" fmla="*/ 21330 w 289949"/>
                <a:gd name="connsiteY14" fmla="*/ 99584 h 126065"/>
                <a:gd name="connsiteX15" fmla="*/ 2421 w 289949"/>
                <a:gd name="connsiteY15" fmla="*/ 115343 h 126065"/>
                <a:gd name="connsiteX16" fmla="*/ 40114 w 289949"/>
                <a:gd name="connsiteY16" fmla="*/ 118494 h 126065"/>
                <a:gd name="connsiteX17" fmla="*/ 64193 w 289949"/>
                <a:gd name="connsiteY17" fmla="*/ 119503 h 126065"/>
                <a:gd name="connsiteX18" fmla="*/ 86128 w 289949"/>
                <a:gd name="connsiteY18" fmla="*/ 123663 h 126065"/>
                <a:gd name="connsiteX19" fmla="*/ 120670 w 289949"/>
                <a:gd name="connsiteY19" fmla="*/ 121520 h 126065"/>
                <a:gd name="connsiteX20" fmla="*/ 124956 w 289949"/>
                <a:gd name="connsiteY20" fmla="*/ 108409 h 126065"/>
                <a:gd name="connsiteX21" fmla="*/ 136680 w 289949"/>
                <a:gd name="connsiteY21" fmla="*/ 101349 h 126065"/>
                <a:gd name="connsiteX22" fmla="*/ 151429 w 289949"/>
                <a:gd name="connsiteY22" fmla="*/ 91894 h 126065"/>
                <a:gd name="connsiteX23" fmla="*/ 167314 w 289949"/>
                <a:gd name="connsiteY23" fmla="*/ 86600 h 126065"/>
                <a:gd name="connsiteX24" fmla="*/ 183828 w 289949"/>
                <a:gd name="connsiteY24" fmla="*/ 91894 h 126065"/>
                <a:gd name="connsiteX25" fmla="*/ 199712 w 289949"/>
                <a:gd name="connsiteY25" fmla="*/ 81305 h 126065"/>
                <a:gd name="connsiteX26" fmla="*/ 223917 w 289949"/>
                <a:gd name="connsiteY26" fmla="*/ 74245 h 126065"/>
                <a:gd name="connsiteX27" fmla="*/ 245096 w 289949"/>
                <a:gd name="connsiteY27" fmla="*/ 62521 h 126065"/>
                <a:gd name="connsiteX28" fmla="*/ 265644 w 289949"/>
                <a:gd name="connsiteY28" fmla="*/ 50797 h 126065"/>
                <a:gd name="connsiteX29" fmla="*/ 289219 w 289949"/>
                <a:gd name="connsiteY29" fmla="*/ 39073 h 126065"/>
                <a:gd name="connsiteX30" fmla="*/ 291614 w 289949"/>
                <a:gd name="connsiteY30" fmla="*/ 33400 h 126065"/>
                <a:gd name="connsiteX31" fmla="*/ 269805 w 289949"/>
                <a:gd name="connsiteY31" fmla="*/ 24702 h 12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89949" h="126065">
                  <a:moveTo>
                    <a:pt x="269805" y="24702"/>
                  </a:moveTo>
                  <a:cubicBezTo>
                    <a:pt x="259593" y="12978"/>
                    <a:pt x="256442" y="20794"/>
                    <a:pt x="244718" y="17642"/>
                  </a:cubicBezTo>
                  <a:cubicBezTo>
                    <a:pt x="232994" y="14491"/>
                    <a:pt x="185846" y="9826"/>
                    <a:pt x="176391" y="13734"/>
                  </a:cubicBezTo>
                  <a:cubicBezTo>
                    <a:pt x="166936" y="17642"/>
                    <a:pt x="147396" y="6675"/>
                    <a:pt x="141093" y="3523"/>
                  </a:cubicBezTo>
                  <a:cubicBezTo>
                    <a:pt x="134789" y="371"/>
                    <a:pt x="114367" y="3523"/>
                    <a:pt x="113610" y="14491"/>
                  </a:cubicBezTo>
                  <a:cubicBezTo>
                    <a:pt x="112854" y="25458"/>
                    <a:pt x="104155" y="25458"/>
                    <a:pt x="90036" y="18399"/>
                  </a:cubicBezTo>
                  <a:cubicBezTo>
                    <a:pt x="75917" y="11339"/>
                    <a:pt x="54738" y="11339"/>
                    <a:pt x="53981" y="19155"/>
                  </a:cubicBezTo>
                  <a:cubicBezTo>
                    <a:pt x="53225" y="26971"/>
                    <a:pt x="43014" y="34787"/>
                    <a:pt x="37467" y="37182"/>
                  </a:cubicBezTo>
                  <a:cubicBezTo>
                    <a:pt x="35324" y="38065"/>
                    <a:pt x="32424" y="44494"/>
                    <a:pt x="29399" y="51932"/>
                  </a:cubicBezTo>
                  <a:cubicBezTo>
                    <a:pt x="33685" y="53571"/>
                    <a:pt x="36332" y="57227"/>
                    <a:pt x="39232" y="60756"/>
                  </a:cubicBezTo>
                  <a:cubicBezTo>
                    <a:pt x="44526" y="67060"/>
                    <a:pt x="58142" y="66051"/>
                    <a:pt x="60159" y="59748"/>
                  </a:cubicBezTo>
                  <a:cubicBezTo>
                    <a:pt x="62302" y="53445"/>
                    <a:pt x="84237" y="66051"/>
                    <a:pt x="96843" y="76515"/>
                  </a:cubicBezTo>
                  <a:cubicBezTo>
                    <a:pt x="109450" y="86978"/>
                    <a:pt x="90540" y="79666"/>
                    <a:pt x="85246" y="90130"/>
                  </a:cubicBezTo>
                  <a:cubicBezTo>
                    <a:pt x="79951" y="100593"/>
                    <a:pt x="64319" y="90130"/>
                    <a:pt x="60159" y="94290"/>
                  </a:cubicBezTo>
                  <a:cubicBezTo>
                    <a:pt x="55998" y="98450"/>
                    <a:pt x="28768" y="100593"/>
                    <a:pt x="21330" y="99584"/>
                  </a:cubicBezTo>
                  <a:cubicBezTo>
                    <a:pt x="14019" y="98576"/>
                    <a:pt x="1412" y="110048"/>
                    <a:pt x="2421" y="115343"/>
                  </a:cubicBezTo>
                  <a:cubicBezTo>
                    <a:pt x="3429" y="120637"/>
                    <a:pt x="30785" y="112191"/>
                    <a:pt x="40114" y="118494"/>
                  </a:cubicBezTo>
                  <a:cubicBezTo>
                    <a:pt x="49569" y="124797"/>
                    <a:pt x="59024" y="112191"/>
                    <a:pt x="64193" y="119503"/>
                  </a:cubicBezTo>
                  <a:cubicBezTo>
                    <a:pt x="69361" y="126815"/>
                    <a:pt x="80959" y="121646"/>
                    <a:pt x="86128" y="123663"/>
                  </a:cubicBezTo>
                  <a:cubicBezTo>
                    <a:pt x="91297" y="125806"/>
                    <a:pt x="120418" y="121646"/>
                    <a:pt x="120670" y="121520"/>
                  </a:cubicBezTo>
                  <a:cubicBezTo>
                    <a:pt x="123821" y="117738"/>
                    <a:pt x="124956" y="112695"/>
                    <a:pt x="124956" y="108409"/>
                  </a:cubicBezTo>
                  <a:cubicBezTo>
                    <a:pt x="124956" y="101349"/>
                    <a:pt x="130881" y="103114"/>
                    <a:pt x="136680" y="101349"/>
                  </a:cubicBezTo>
                  <a:cubicBezTo>
                    <a:pt x="142605" y="99584"/>
                    <a:pt x="146640" y="91894"/>
                    <a:pt x="151429" y="91894"/>
                  </a:cubicBezTo>
                  <a:cubicBezTo>
                    <a:pt x="156094" y="91894"/>
                    <a:pt x="162649" y="84835"/>
                    <a:pt x="167314" y="86600"/>
                  </a:cubicBezTo>
                  <a:cubicBezTo>
                    <a:pt x="171978" y="88365"/>
                    <a:pt x="177903" y="96559"/>
                    <a:pt x="183828" y="91894"/>
                  </a:cubicBezTo>
                  <a:cubicBezTo>
                    <a:pt x="189754" y="87230"/>
                    <a:pt x="191519" y="91264"/>
                    <a:pt x="199712" y="81305"/>
                  </a:cubicBezTo>
                  <a:cubicBezTo>
                    <a:pt x="207907" y="71346"/>
                    <a:pt x="213201" y="73111"/>
                    <a:pt x="223917" y="74245"/>
                  </a:cubicBezTo>
                  <a:cubicBezTo>
                    <a:pt x="236272" y="75632"/>
                    <a:pt x="241566" y="69581"/>
                    <a:pt x="245096" y="62521"/>
                  </a:cubicBezTo>
                  <a:cubicBezTo>
                    <a:pt x="248626" y="55462"/>
                    <a:pt x="259216" y="55462"/>
                    <a:pt x="265644" y="50797"/>
                  </a:cubicBezTo>
                  <a:cubicBezTo>
                    <a:pt x="272074" y="46133"/>
                    <a:pt x="285059" y="40838"/>
                    <a:pt x="289219" y="39073"/>
                  </a:cubicBezTo>
                  <a:cubicBezTo>
                    <a:pt x="291236" y="38191"/>
                    <a:pt x="291614" y="36174"/>
                    <a:pt x="291614" y="33400"/>
                  </a:cubicBezTo>
                  <a:cubicBezTo>
                    <a:pt x="282537" y="25710"/>
                    <a:pt x="278377" y="34535"/>
                    <a:pt x="269805" y="24702"/>
                  </a:cubicBezTo>
                  <a:close/>
                </a:path>
              </a:pathLst>
            </a:custGeom>
            <a:grpFill/>
            <a:ln w="1270" cap="flat">
              <a:solidFill>
                <a:schemeClr val="bg1"/>
              </a:solidFill>
              <a:prstDash val="solid"/>
              <a:miter/>
            </a:ln>
          </p:spPr>
          <p:txBody>
            <a:bodyPr rtlCol="0" anchor="ctr"/>
            <a:lstStyle/>
            <a:p>
              <a:endParaRPr lang="ko-KR" altLang="en-US"/>
            </a:p>
          </p:txBody>
        </p:sp>
        <p:sp>
          <p:nvSpPr>
            <p:cNvPr id="73" name="자유형: 도형 53">
              <a:extLst>
                <a:ext uri="{FF2B5EF4-FFF2-40B4-BE49-F238E27FC236}">
                  <a16:creationId xmlns:a16="http://schemas.microsoft.com/office/drawing/2014/main" id="{333F8D5E-12ED-3F44-B387-2E8AE0680FA2}"/>
                </a:ext>
              </a:extLst>
            </p:cNvPr>
            <p:cNvSpPr/>
            <p:nvPr/>
          </p:nvSpPr>
          <p:spPr>
            <a:xfrm>
              <a:off x="6843471" y="3325702"/>
              <a:ext cx="176491" cy="75639"/>
            </a:xfrm>
            <a:custGeom>
              <a:avLst/>
              <a:gdLst>
                <a:gd name="connsiteX0" fmla="*/ 75229 w 176491"/>
                <a:gd name="connsiteY0" fmla="*/ 65693 h 75639"/>
                <a:gd name="connsiteX1" fmla="*/ 94013 w 176491"/>
                <a:gd name="connsiteY1" fmla="*/ 80569 h 75639"/>
                <a:gd name="connsiteX2" fmla="*/ 95147 w 176491"/>
                <a:gd name="connsiteY2" fmla="*/ 82334 h 75639"/>
                <a:gd name="connsiteX3" fmla="*/ 121999 w 176491"/>
                <a:gd name="connsiteY3" fmla="*/ 76913 h 75639"/>
                <a:gd name="connsiteX4" fmla="*/ 145573 w 176491"/>
                <a:gd name="connsiteY4" fmla="*/ 79308 h 75639"/>
                <a:gd name="connsiteX5" fmla="*/ 144187 w 176491"/>
                <a:gd name="connsiteY5" fmla="*/ 73509 h 75639"/>
                <a:gd name="connsiteX6" fmla="*/ 162214 w 176491"/>
                <a:gd name="connsiteY6" fmla="*/ 79056 h 75639"/>
                <a:gd name="connsiteX7" fmla="*/ 182637 w 176491"/>
                <a:gd name="connsiteY7" fmla="*/ 80695 h 75639"/>
                <a:gd name="connsiteX8" fmla="*/ 174064 w 176491"/>
                <a:gd name="connsiteY8" fmla="*/ 68971 h 75639"/>
                <a:gd name="connsiteX9" fmla="*/ 179359 w 176491"/>
                <a:gd name="connsiteY9" fmla="*/ 59264 h 75639"/>
                <a:gd name="connsiteX10" fmla="*/ 163097 w 176491"/>
                <a:gd name="connsiteY10" fmla="*/ 50818 h 75639"/>
                <a:gd name="connsiteX11" fmla="*/ 154902 w 176491"/>
                <a:gd name="connsiteY11" fmla="*/ 34303 h 75639"/>
                <a:gd name="connsiteX12" fmla="*/ 145447 w 176491"/>
                <a:gd name="connsiteY12" fmla="*/ 30773 h 75639"/>
                <a:gd name="connsiteX13" fmla="*/ 118343 w 176491"/>
                <a:gd name="connsiteY13" fmla="*/ 34303 h 75639"/>
                <a:gd name="connsiteX14" fmla="*/ 101829 w 176491"/>
                <a:gd name="connsiteY14" fmla="*/ 26109 h 75639"/>
                <a:gd name="connsiteX15" fmla="*/ 85314 w 176491"/>
                <a:gd name="connsiteY15" fmla="*/ 15519 h 75639"/>
                <a:gd name="connsiteX16" fmla="*/ 44091 w 176491"/>
                <a:gd name="connsiteY16" fmla="*/ 11990 h 75639"/>
                <a:gd name="connsiteX17" fmla="*/ 12323 w 176491"/>
                <a:gd name="connsiteY17" fmla="*/ 2535 h 75639"/>
                <a:gd name="connsiteX18" fmla="*/ 2364 w 176491"/>
                <a:gd name="connsiteY18" fmla="*/ 7199 h 75639"/>
                <a:gd name="connsiteX19" fmla="*/ 43335 w 176491"/>
                <a:gd name="connsiteY19" fmla="*/ 30017 h 75639"/>
                <a:gd name="connsiteX20" fmla="*/ 53546 w 176491"/>
                <a:gd name="connsiteY20" fmla="*/ 57499 h 75639"/>
                <a:gd name="connsiteX21" fmla="*/ 47369 w 176491"/>
                <a:gd name="connsiteY21" fmla="*/ 66576 h 75639"/>
                <a:gd name="connsiteX22" fmla="*/ 75229 w 176491"/>
                <a:gd name="connsiteY22" fmla="*/ 65693 h 7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6491" h="75639">
                  <a:moveTo>
                    <a:pt x="75229" y="65693"/>
                  </a:moveTo>
                  <a:cubicBezTo>
                    <a:pt x="83802" y="61785"/>
                    <a:pt x="86953" y="71240"/>
                    <a:pt x="94013" y="80569"/>
                  </a:cubicBezTo>
                  <a:cubicBezTo>
                    <a:pt x="94517" y="81199"/>
                    <a:pt x="94769" y="81704"/>
                    <a:pt x="95147" y="82334"/>
                  </a:cubicBezTo>
                  <a:cubicBezTo>
                    <a:pt x="104854" y="80821"/>
                    <a:pt x="112166" y="78048"/>
                    <a:pt x="121999" y="76913"/>
                  </a:cubicBezTo>
                  <a:cubicBezTo>
                    <a:pt x="129059" y="76031"/>
                    <a:pt x="138262" y="77669"/>
                    <a:pt x="145573" y="79308"/>
                  </a:cubicBezTo>
                  <a:cubicBezTo>
                    <a:pt x="144313" y="77039"/>
                    <a:pt x="143431" y="75022"/>
                    <a:pt x="144187" y="73509"/>
                  </a:cubicBezTo>
                  <a:cubicBezTo>
                    <a:pt x="146582" y="68845"/>
                    <a:pt x="158306" y="75148"/>
                    <a:pt x="162214" y="79056"/>
                  </a:cubicBezTo>
                  <a:cubicBezTo>
                    <a:pt x="166122" y="82964"/>
                    <a:pt x="178729" y="84603"/>
                    <a:pt x="182637" y="80695"/>
                  </a:cubicBezTo>
                  <a:cubicBezTo>
                    <a:pt x="186545" y="76787"/>
                    <a:pt x="176333" y="72879"/>
                    <a:pt x="174064" y="68971"/>
                  </a:cubicBezTo>
                  <a:cubicBezTo>
                    <a:pt x="172930" y="66954"/>
                    <a:pt x="175955" y="62920"/>
                    <a:pt x="179359" y="59264"/>
                  </a:cubicBezTo>
                  <a:cubicBezTo>
                    <a:pt x="172552" y="55482"/>
                    <a:pt x="165492" y="50061"/>
                    <a:pt x="163097" y="50818"/>
                  </a:cubicBezTo>
                  <a:cubicBezTo>
                    <a:pt x="159567" y="51952"/>
                    <a:pt x="159567" y="34303"/>
                    <a:pt x="154902" y="34303"/>
                  </a:cubicBezTo>
                  <a:cubicBezTo>
                    <a:pt x="150238" y="34303"/>
                    <a:pt x="150238" y="30773"/>
                    <a:pt x="145447" y="30773"/>
                  </a:cubicBezTo>
                  <a:cubicBezTo>
                    <a:pt x="140783" y="30773"/>
                    <a:pt x="123134" y="30773"/>
                    <a:pt x="118343" y="34303"/>
                  </a:cubicBezTo>
                  <a:cubicBezTo>
                    <a:pt x="113679" y="37833"/>
                    <a:pt x="107754" y="26109"/>
                    <a:pt x="101829" y="26109"/>
                  </a:cubicBezTo>
                  <a:cubicBezTo>
                    <a:pt x="95904" y="26109"/>
                    <a:pt x="88844" y="20184"/>
                    <a:pt x="85314" y="15519"/>
                  </a:cubicBezTo>
                  <a:cubicBezTo>
                    <a:pt x="81785" y="10855"/>
                    <a:pt x="52412" y="17915"/>
                    <a:pt x="44091" y="11990"/>
                  </a:cubicBezTo>
                  <a:cubicBezTo>
                    <a:pt x="35897" y="6065"/>
                    <a:pt x="20517" y="1400"/>
                    <a:pt x="12323" y="2535"/>
                  </a:cubicBezTo>
                  <a:cubicBezTo>
                    <a:pt x="10180" y="2787"/>
                    <a:pt x="6524" y="4678"/>
                    <a:pt x="2364" y="7199"/>
                  </a:cubicBezTo>
                  <a:cubicBezTo>
                    <a:pt x="17869" y="16150"/>
                    <a:pt x="40309" y="13881"/>
                    <a:pt x="43335" y="30017"/>
                  </a:cubicBezTo>
                  <a:cubicBezTo>
                    <a:pt x="46865" y="48801"/>
                    <a:pt x="57454" y="41363"/>
                    <a:pt x="53546" y="57499"/>
                  </a:cubicBezTo>
                  <a:cubicBezTo>
                    <a:pt x="52790" y="60651"/>
                    <a:pt x="50520" y="63802"/>
                    <a:pt x="47369" y="66576"/>
                  </a:cubicBezTo>
                  <a:cubicBezTo>
                    <a:pt x="59723" y="67458"/>
                    <a:pt x="71195" y="67458"/>
                    <a:pt x="75229" y="65693"/>
                  </a:cubicBezTo>
                  <a:close/>
                </a:path>
              </a:pathLst>
            </a:custGeom>
            <a:grpFill/>
            <a:ln w="1270" cap="flat">
              <a:solidFill>
                <a:schemeClr val="bg1"/>
              </a:solidFill>
              <a:prstDash val="solid"/>
              <a:miter/>
            </a:ln>
          </p:spPr>
          <p:txBody>
            <a:bodyPr rtlCol="0" anchor="ctr"/>
            <a:lstStyle/>
            <a:p>
              <a:endParaRPr lang="ko-KR" altLang="en-US"/>
            </a:p>
          </p:txBody>
        </p:sp>
        <p:sp>
          <p:nvSpPr>
            <p:cNvPr id="74" name="자유형: 도형 54">
              <a:extLst>
                <a:ext uri="{FF2B5EF4-FFF2-40B4-BE49-F238E27FC236}">
                  <a16:creationId xmlns:a16="http://schemas.microsoft.com/office/drawing/2014/main" id="{8B92000E-5F05-8E4A-8903-FD875B3C2782}"/>
                </a:ext>
              </a:extLst>
            </p:cNvPr>
            <p:cNvSpPr/>
            <p:nvPr/>
          </p:nvSpPr>
          <p:spPr>
            <a:xfrm>
              <a:off x="6479395" y="3374407"/>
              <a:ext cx="491654" cy="189098"/>
            </a:xfrm>
            <a:custGeom>
              <a:avLst/>
              <a:gdLst>
                <a:gd name="connsiteX0" fmla="*/ 484562 w 491653"/>
                <a:gd name="connsiteY0" fmla="*/ 136875 h 189097"/>
                <a:gd name="connsiteX1" fmla="*/ 484562 w 491653"/>
                <a:gd name="connsiteY1" fmla="*/ 108637 h 189097"/>
                <a:gd name="connsiteX2" fmla="*/ 483554 w 491653"/>
                <a:gd name="connsiteY2" fmla="*/ 86701 h 189097"/>
                <a:gd name="connsiteX3" fmla="*/ 490488 w 491653"/>
                <a:gd name="connsiteY3" fmla="*/ 73086 h 189097"/>
                <a:gd name="connsiteX4" fmla="*/ 485571 w 491653"/>
                <a:gd name="connsiteY4" fmla="*/ 63379 h 189097"/>
                <a:gd name="connsiteX5" fmla="*/ 465148 w 491653"/>
                <a:gd name="connsiteY5" fmla="*/ 54807 h 189097"/>
                <a:gd name="connsiteX6" fmla="*/ 458089 w 491653"/>
                <a:gd name="connsiteY6" fmla="*/ 32115 h 189097"/>
                <a:gd name="connsiteX7" fmla="*/ 439305 w 491653"/>
                <a:gd name="connsiteY7" fmla="*/ 17239 h 189097"/>
                <a:gd name="connsiteX8" fmla="*/ 411571 w 491653"/>
                <a:gd name="connsiteY8" fmla="*/ 18122 h 189097"/>
                <a:gd name="connsiteX9" fmla="*/ 362405 w 491653"/>
                <a:gd name="connsiteY9" fmla="*/ 34510 h 189097"/>
                <a:gd name="connsiteX10" fmla="*/ 316139 w 491653"/>
                <a:gd name="connsiteY10" fmla="*/ 35645 h 189097"/>
                <a:gd name="connsiteX11" fmla="*/ 284749 w 491653"/>
                <a:gd name="connsiteY11" fmla="*/ 25434 h 189097"/>
                <a:gd name="connsiteX12" fmla="*/ 261175 w 491653"/>
                <a:gd name="connsiteY12" fmla="*/ 14844 h 189097"/>
                <a:gd name="connsiteX13" fmla="*/ 221591 w 491653"/>
                <a:gd name="connsiteY13" fmla="*/ 4255 h 189097"/>
                <a:gd name="connsiteX14" fmla="*/ 141161 w 491653"/>
                <a:gd name="connsiteY14" fmla="*/ 28963 h 189097"/>
                <a:gd name="connsiteX15" fmla="*/ 83045 w 491653"/>
                <a:gd name="connsiteY15" fmla="*/ 32115 h 189097"/>
                <a:gd name="connsiteX16" fmla="*/ 69682 w 491653"/>
                <a:gd name="connsiteY16" fmla="*/ 52538 h 189097"/>
                <a:gd name="connsiteX17" fmla="*/ 13961 w 491653"/>
                <a:gd name="connsiteY17" fmla="*/ 57328 h 189097"/>
                <a:gd name="connsiteX18" fmla="*/ 8415 w 491653"/>
                <a:gd name="connsiteY18" fmla="*/ 76994 h 189097"/>
                <a:gd name="connsiteX19" fmla="*/ 19383 w 491653"/>
                <a:gd name="connsiteY19" fmla="*/ 84432 h 189097"/>
                <a:gd name="connsiteX20" fmla="*/ 21778 w 491653"/>
                <a:gd name="connsiteY20" fmla="*/ 104098 h 189097"/>
                <a:gd name="connsiteX21" fmla="*/ 22534 w 491653"/>
                <a:gd name="connsiteY21" fmla="*/ 122504 h 189097"/>
                <a:gd name="connsiteX22" fmla="*/ 22534 w 491653"/>
                <a:gd name="connsiteY22" fmla="*/ 137001 h 189097"/>
                <a:gd name="connsiteX23" fmla="*/ 35897 w 491653"/>
                <a:gd name="connsiteY23" fmla="*/ 150742 h 189097"/>
                <a:gd name="connsiteX24" fmla="*/ 53168 w 491653"/>
                <a:gd name="connsiteY24" fmla="*/ 161332 h 189097"/>
                <a:gd name="connsiteX25" fmla="*/ 66531 w 491653"/>
                <a:gd name="connsiteY25" fmla="*/ 165240 h 189097"/>
                <a:gd name="connsiteX26" fmla="*/ 83045 w 491653"/>
                <a:gd name="connsiteY26" fmla="*/ 182133 h 189097"/>
                <a:gd name="connsiteX27" fmla="*/ 117209 w 491653"/>
                <a:gd name="connsiteY27" fmla="*/ 175829 h 189097"/>
                <a:gd name="connsiteX28" fmla="*/ 138766 w 491653"/>
                <a:gd name="connsiteY28" fmla="*/ 165996 h 189097"/>
                <a:gd name="connsiteX29" fmla="*/ 174821 w 491653"/>
                <a:gd name="connsiteY29" fmla="*/ 187175 h 189097"/>
                <a:gd name="connsiteX30" fmla="*/ 202303 w 491653"/>
                <a:gd name="connsiteY30" fmla="*/ 182511 h 189097"/>
                <a:gd name="connsiteX31" fmla="*/ 227012 w 491653"/>
                <a:gd name="connsiteY31" fmla="*/ 166879 h 189097"/>
                <a:gd name="connsiteX32" fmla="*/ 247434 w 491653"/>
                <a:gd name="connsiteY32" fmla="*/ 171921 h 189097"/>
                <a:gd name="connsiteX33" fmla="*/ 267857 w 491653"/>
                <a:gd name="connsiteY33" fmla="*/ 166500 h 189097"/>
                <a:gd name="connsiteX34" fmla="*/ 260797 w 491653"/>
                <a:gd name="connsiteY34" fmla="*/ 187679 h 189097"/>
                <a:gd name="connsiteX35" fmla="*/ 261427 w 491653"/>
                <a:gd name="connsiteY35" fmla="*/ 196630 h 189097"/>
                <a:gd name="connsiteX36" fmla="*/ 277185 w 491653"/>
                <a:gd name="connsiteY36" fmla="*/ 178224 h 189097"/>
                <a:gd name="connsiteX37" fmla="*/ 287649 w 491653"/>
                <a:gd name="connsiteY37" fmla="*/ 171921 h 189097"/>
                <a:gd name="connsiteX38" fmla="*/ 311727 w 491653"/>
                <a:gd name="connsiteY38" fmla="*/ 171921 h 189097"/>
                <a:gd name="connsiteX39" fmla="*/ 328494 w 491653"/>
                <a:gd name="connsiteY39" fmla="*/ 168770 h 189097"/>
                <a:gd name="connsiteX40" fmla="*/ 358876 w 491653"/>
                <a:gd name="connsiteY40" fmla="*/ 169778 h 189097"/>
                <a:gd name="connsiteX41" fmla="*/ 394552 w 491653"/>
                <a:gd name="connsiteY41" fmla="*/ 159315 h 189097"/>
                <a:gd name="connsiteX42" fmla="*/ 423925 w 491653"/>
                <a:gd name="connsiteY42" fmla="*/ 155155 h 189097"/>
                <a:gd name="connsiteX43" fmla="*/ 433884 w 491653"/>
                <a:gd name="connsiteY43" fmla="*/ 158180 h 189097"/>
                <a:gd name="connsiteX44" fmla="*/ 445734 w 491653"/>
                <a:gd name="connsiteY44" fmla="*/ 149230 h 189097"/>
                <a:gd name="connsiteX45" fmla="*/ 469309 w 491653"/>
                <a:gd name="connsiteY45" fmla="*/ 153894 h 189097"/>
                <a:gd name="connsiteX46" fmla="*/ 497295 w 491653"/>
                <a:gd name="connsiteY46" fmla="*/ 158306 h 189097"/>
                <a:gd name="connsiteX47" fmla="*/ 484562 w 491653"/>
                <a:gd name="connsiteY47" fmla="*/ 136875 h 189097"/>
                <a:gd name="connsiteX48" fmla="*/ 42578 w 491653"/>
                <a:gd name="connsiteY48" fmla="*/ 35771 h 189097"/>
                <a:gd name="connsiteX49" fmla="*/ 78255 w 491653"/>
                <a:gd name="connsiteY49" fmla="*/ 32241 h 189097"/>
                <a:gd name="connsiteX50" fmla="*/ 58210 w 491653"/>
                <a:gd name="connsiteY50" fmla="*/ 16105 h 189097"/>
                <a:gd name="connsiteX51" fmla="*/ 51655 w 491653"/>
                <a:gd name="connsiteY51" fmla="*/ 2364 h 189097"/>
                <a:gd name="connsiteX52" fmla="*/ 40940 w 491653"/>
                <a:gd name="connsiteY52" fmla="*/ 4381 h 189097"/>
                <a:gd name="connsiteX53" fmla="*/ 13836 w 491653"/>
                <a:gd name="connsiteY53" fmla="*/ 4381 h 189097"/>
                <a:gd name="connsiteX54" fmla="*/ 16231 w 491653"/>
                <a:gd name="connsiteY54" fmla="*/ 22030 h 189097"/>
                <a:gd name="connsiteX55" fmla="*/ 8541 w 491653"/>
                <a:gd name="connsiteY55" fmla="*/ 34384 h 189097"/>
                <a:gd name="connsiteX56" fmla="*/ 2364 w 491653"/>
                <a:gd name="connsiteY56" fmla="*/ 43461 h 189097"/>
                <a:gd name="connsiteX57" fmla="*/ 17744 w 491653"/>
                <a:gd name="connsiteY57" fmla="*/ 51025 h 189097"/>
                <a:gd name="connsiteX58" fmla="*/ 42578 w 491653"/>
                <a:gd name="connsiteY58" fmla="*/ 35771 h 18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91653" h="189097">
                  <a:moveTo>
                    <a:pt x="484562" y="136875"/>
                  </a:moveTo>
                  <a:cubicBezTo>
                    <a:pt x="480402" y="135867"/>
                    <a:pt x="486705" y="112797"/>
                    <a:pt x="484562" y="108637"/>
                  </a:cubicBezTo>
                  <a:cubicBezTo>
                    <a:pt x="482419" y="104476"/>
                    <a:pt x="477250" y="86701"/>
                    <a:pt x="483554" y="86701"/>
                  </a:cubicBezTo>
                  <a:cubicBezTo>
                    <a:pt x="489227" y="86701"/>
                    <a:pt x="483050" y="73843"/>
                    <a:pt x="490488" y="73086"/>
                  </a:cubicBezTo>
                  <a:cubicBezTo>
                    <a:pt x="488849" y="68548"/>
                    <a:pt x="487210" y="64514"/>
                    <a:pt x="485571" y="63379"/>
                  </a:cubicBezTo>
                  <a:cubicBezTo>
                    <a:pt x="481663" y="60228"/>
                    <a:pt x="469813" y="66531"/>
                    <a:pt x="465148" y="54807"/>
                  </a:cubicBezTo>
                  <a:cubicBezTo>
                    <a:pt x="460484" y="43083"/>
                    <a:pt x="465148" y="41444"/>
                    <a:pt x="458089" y="32115"/>
                  </a:cubicBezTo>
                  <a:cubicBezTo>
                    <a:pt x="451029" y="22660"/>
                    <a:pt x="447878" y="13332"/>
                    <a:pt x="439305" y="17239"/>
                  </a:cubicBezTo>
                  <a:cubicBezTo>
                    <a:pt x="435271" y="19004"/>
                    <a:pt x="423799" y="19004"/>
                    <a:pt x="411571" y="18122"/>
                  </a:cubicBezTo>
                  <a:cubicBezTo>
                    <a:pt x="398838" y="29720"/>
                    <a:pt x="370852" y="37662"/>
                    <a:pt x="362405" y="34510"/>
                  </a:cubicBezTo>
                  <a:cubicBezTo>
                    <a:pt x="351816" y="30602"/>
                    <a:pt x="331394" y="35645"/>
                    <a:pt x="316139" y="35645"/>
                  </a:cubicBezTo>
                  <a:cubicBezTo>
                    <a:pt x="300886" y="35645"/>
                    <a:pt x="296473" y="24677"/>
                    <a:pt x="284749" y="25434"/>
                  </a:cubicBezTo>
                  <a:cubicBezTo>
                    <a:pt x="273025" y="26190"/>
                    <a:pt x="273025" y="14844"/>
                    <a:pt x="261175" y="14844"/>
                  </a:cubicBezTo>
                  <a:cubicBezTo>
                    <a:pt x="249451" y="14844"/>
                    <a:pt x="258402" y="8919"/>
                    <a:pt x="221591" y="4255"/>
                  </a:cubicBezTo>
                  <a:cubicBezTo>
                    <a:pt x="184654" y="-410"/>
                    <a:pt x="152885" y="18752"/>
                    <a:pt x="141161" y="28963"/>
                  </a:cubicBezTo>
                  <a:cubicBezTo>
                    <a:pt x="129437" y="39175"/>
                    <a:pt x="86953" y="29342"/>
                    <a:pt x="83045" y="32115"/>
                  </a:cubicBezTo>
                  <a:cubicBezTo>
                    <a:pt x="79137" y="34889"/>
                    <a:pt x="83802" y="46991"/>
                    <a:pt x="69682" y="52538"/>
                  </a:cubicBezTo>
                  <a:cubicBezTo>
                    <a:pt x="55563" y="58084"/>
                    <a:pt x="24551" y="52538"/>
                    <a:pt x="13961" y="57328"/>
                  </a:cubicBezTo>
                  <a:cubicBezTo>
                    <a:pt x="3372" y="61993"/>
                    <a:pt x="-536" y="77751"/>
                    <a:pt x="8415" y="76994"/>
                  </a:cubicBezTo>
                  <a:cubicBezTo>
                    <a:pt x="17491" y="76238"/>
                    <a:pt x="22156" y="80524"/>
                    <a:pt x="19383" y="84432"/>
                  </a:cubicBezTo>
                  <a:cubicBezTo>
                    <a:pt x="16609" y="88340"/>
                    <a:pt x="26820" y="99308"/>
                    <a:pt x="21778" y="104098"/>
                  </a:cubicBezTo>
                  <a:cubicBezTo>
                    <a:pt x="16735" y="108763"/>
                    <a:pt x="16231" y="117839"/>
                    <a:pt x="22534" y="122504"/>
                  </a:cubicBezTo>
                  <a:cubicBezTo>
                    <a:pt x="28837" y="127168"/>
                    <a:pt x="29972" y="135867"/>
                    <a:pt x="22534" y="137001"/>
                  </a:cubicBezTo>
                  <a:cubicBezTo>
                    <a:pt x="15096" y="138136"/>
                    <a:pt x="35519" y="146834"/>
                    <a:pt x="35897" y="150742"/>
                  </a:cubicBezTo>
                  <a:cubicBezTo>
                    <a:pt x="36275" y="154650"/>
                    <a:pt x="53168" y="156667"/>
                    <a:pt x="53168" y="161332"/>
                  </a:cubicBezTo>
                  <a:cubicBezTo>
                    <a:pt x="53168" y="165996"/>
                    <a:pt x="58210" y="167635"/>
                    <a:pt x="66531" y="165240"/>
                  </a:cubicBezTo>
                  <a:cubicBezTo>
                    <a:pt x="74725" y="162845"/>
                    <a:pt x="77877" y="174190"/>
                    <a:pt x="83045" y="182133"/>
                  </a:cubicBezTo>
                  <a:cubicBezTo>
                    <a:pt x="88088" y="189949"/>
                    <a:pt x="117209" y="184528"/>
                    <a:pt x="117209" y="175829"/>
                  </a:cubicBezTo>
                  <a:cubicBezTo>
                    <a:pt x="117209" y="167257"/>
                    <a:pt x="125781" y="164862"/>
                    <a:pt x="138766" y="165996"/>
                  </a:cubicBezTo>
                  <a:cubicBezTo>
                    <a:pt x="151751" y="167131"/>
                    <a:pt x="168644" y="184780"/>
                    <a:pt x="174821" y="187175"/>
                  </a:cubicBezTo>
                  <a:cubicBezTo>
                    <a:pt x="181124" y="189570"/>
                    <a:pt x="193982" y="182511"/>
                    <a:pt x="202303" y="182511"/>
                  </a:cubicBezTo>
                  <a:cubicBezTo>
                    <a:pt x="210497" y="182511"/>
                    <a:pt x="222347" y="169526"/>
                    <a:pt x="227012" y="166879"/>
                  </a:cubicBezTo>
                  <a:cubicBezTo>
                    <a:pt x="231676" y="164105"/>
                    <a:pt x="239996" y="175955"/>
                    <a:pt x="247434" y="171921"/>
                  </a:cubicBezTo>
                  <a:cubicBezTo>
                    <a:pt x="254872" y="168013"/>
                    <a:pt x="263066" y="163727"/>
                    <a:pt x="267857" y="166500"/>
                  </a:cubicBezTo>
                  <a:cubicBezTo>
                    <a:pt x="272521" y="169274"/>
                    <a:pt x="256511" y="181376"/>
                    <a:pt x="260797" y="187679"/>
                  </a:cubicBezTo>
                  <a:cubicBezTo>
                    <a:pt x="262562" y="190201"/>
                    <a:pt x="262184" y="193352"/>
                    <a:pt x="261427" y="196630"/>
                  </a:cubicBezTo>
                  <a:cubicBezTo>
                    <a:pt x="277690" y="194361"/>
                    <a:pt x="276177" y="183141"/>
                    <a:pt x="277185" y="178224"/>
                  </a:cubicBezTo>
                  <a:cubicBezTo>
                    <a:pt x="278194" y="173056"/>
                    <a:pt x="282354" y="167761"/>
                    <a:pt x="287649" y="171921"/>
                  </a:cubicBezTo>
                  <a:cubicBezTo>
                    <a:pt x="292943" y="176081"/>
                    <a:pt x="300255" y="177090"/>
                    <a:pt x="311727" y="171921"/>
                  </a:cubicBezTo>
                  <a:cubicBezTo>
                    <a:pt x="323199" y="166626"/>
                    <a:pt x="324334" y="163475"/>
                    <a:pt x="328494" y="168770"/>
                  </a:cubicBezTo>
                  <a:cubicBezTo>
                    <a:pt x="332654" y="173938"/>
                    <a:pt x="342109" y="169778"/>
                    <a:pt x="358876" y="169778"/>
                  </a:cubicBezTo>
                  <a:cubicBezTo>
                    <a:pt x="375642" y="169778"/>
                    <a:pt x="378794" y="158306"/>
                    <a:pt x="394552" y="159315"/>
                  </a:cubicBezTo>
                  <a:cubicBezTo>
                    <a:pt x="410310" y="160323"/>
                    <a:pt x="423925" y="155155"/>
                    <a:pt x="423925" y="155155"/>
                  </a:cubicBezTo>
                  <a:lnTo>
                    <a:pt x="433884" y="158180"/>
                  </a:lnTo>
                  <a:cubicBezTo>
                    <a:pt x="437918" y="154398"/>
                    <a:pt x="437666" y="150238"/>
                    <a:pt x="445734" y="149230"/>
                  </a:cubicBezTo>
                  <a:cubicBezTo>
                    <a:pt x="458341" y="147717"/>
                    <a:pt x="463005" y="157046"/>
                    <a:pt x="469309" y="153894"/>
                  </a:cubicBezTo>
                  <a:cubicBezTo>
                    <a:pt x="475612" y="150742"/>
                    <a:pt x="495530" y="172173"/>
                    <a:pt x="497295" y="158306"/>
                  </a:cubicBezTo>
                  <a:cubicBezTo>
                    <a:pt x="498052" y="154776"/>
                    <a:pt x="488722" y="138010"/>
                    <a:pt x="484562" y="136875"/>
                  </a:cubicBezTo>
                  <a:close/>
                  <a:moveTo>
                    <a:pt x="42578" y="35771"/>
                  </a:moveTo>
                  <a:cubicBezTo>
                    <a:pt x="52033" y="32241"/>
                    <a:pt x="73212" y="36906"/>
                    <a:pt x="78255" y="32241"/>
                  </a:cubicBezTo>
                  <a:cubicBezTo>
                    <a:pt x="83297" y="27577"/>
                    <a:pt x="64892" y="21652"/>
                    <a:pt x="58210" y="16105"/>
                  </a:cubicBezTo>
                  <a:cubicBezTo>
                    <a:pt x="54302" y="12953"/>
                    <a:pt x="52916" y="6902"/>
                    <a:pt x="51655" y="2364"/>
                  </a:cubicBezTo>
                  <a:cubicBezTo>
                    <a:pt x="48504" y="4507"/>
                    <a:pt x="44469" y="6146"/>
                    <a:pt x="40940" y="4381"/>
                  </a:cubicBezTo>
                  <a:cubicBezTo>
                    <a:pt x="33880" y="851"/>
                    <a:pt x="16861" y="3246"/>
                    <a:pt x="13836" y="4381"/>
                  </a:cubicBezTo>
                  <a:cubicBezTo>
                    <a:pt x="10936" y="5515"/>
                    <a:pt x="16231" y="15601"/>
                    <a:pt x="16231" y="22030"/>
                  </a:cubicBezTo>
                  <a:cubicBezTo>
                    <a:pt x="16231" y="28459"/>
                    <a:pt x="8541" y="30224"/>
                    <a:pt x="8541" y="34384"/>
                  </a:cubicBezTo>
                  <a:cubicBezTo>
                    <a:pt x="8541" y="37536"/>
                    <a:pt x="5767" y="39679"/>
                    <a:pt x="2364" y="43461"/>
                  </a:cubicBezTo>
                  <a:cubicBezTo>
                    <a:pt x="7532" y="47369"/>
                    <a:pt x="12575" y="51025"/>
                    <a:pt x="17744" y="51025"/>
                  </a:cubicBezTo>
                  <a:cubicBezTo>
                    <a:pt x="28837" y="51151"/>
                    <a:pt x="33249" y="39301"/>
                    <a:pt x="42578" y="35771"/>
                  </a:cubicBezTo>
                  <a:close/>
                </a:path>
              </a:pathLst>
            </a:custGeom>
            <a:grpFill/>
            <a:ln w="1270" cap="flat">
              <a:solidFill>
                <a:schemeClr val="bg1"/>
              </a:solidFill>
              <a:prstDash val="solid"/>
              <a:miter/>
            </a:ln>
          </p:spPr>
          <p:txBody>
            <a:bodyPr rtlCol="0" anchor="ctr"/>
            <a:lstStyle/>
            <a:p>
              <a:endParaRPr lang="ko-KR" altLang="en-US"/>
            </a:p>
          </p:txBody>
        </p:sp>
        <p:sp>
          <p:nvSpPr>
            <p:cNvPr id="75" name="자유형: 도형 55">
              <a:extLst>
                <a:ext uri="{FF2B5EF4-FFF2-40B4-BE49-F238E27FC236}">
                  <a16:creationId xmlns:a16="http://schemas.microsoft.com/office/drawing/2014/main" id="{0B48F6B9-47D1-1548-8D4C-8CB92CF8C00A}"/>
                </a:ext>
              </a:extLst>
            </p:cNvPr>
            <p:cNvSpPr/>
            <p:nvPr/>
          </p:nvSpPr>
          <p:spPr>
            <a:xfrm>
              <a:off x="7868506" y="3571175"/>
              <a:ext cx="63033" cy="50426"/>
            </a:xfrm>
            <a:custGeom>
              <a:avLst/>
              <a:gdLst>
                <a:gd name="connsiteX0" fmla="*/ 32493 w 63032"/>
                <a:gd name="connsiteY0" fmla="*/ 2383 h 50426"/>
                <a:gd name="connsiteX1" fmla="*/ 2364 w 63032"/>
                <a:gd name="connsiteY1" fmla="*/ 19654 h 50426"/>
                <a:gd name="connsiteX2" fmla="*/ 6903 w 63032"/>
                <a:gd name="connsiteY2" fmla="*/ 27092 h 50426"/>
                <a:gd name="connsiteX3" fmla="*/ 22661 w 63032"/>
                <a:gd name="connsiteY3" fmla="*/ 44867 h 50426"/>
                <a:gd name="connsiteX4" fmla="*/ 25308 w 63032"/>
                <a:gd name="connsiteY4" fmla="*/ 60625 h 50426"/>
                <a:gd name="connsiteX5" fmla="*/ 36654 w 63032"/>
                <a:gd name="connsiteY5" fmla="*/ 59491 h 50426"/>
                <a:gd name="connsiteX6" fmla="*/ 63127 w 63032"/>
                <a:gd name="connsiteY6" fmla="*/ 27722 h 50426"/>
                <a:gd name="connsiteX7" fmla="*/ 32493 w 63032"/>
                <a:gd name="connsiteY7" fmla="*/ 2383 h 50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032" h="50426">
                  <a:moveTo>
                    <a:pt x="32493" y="2383"/>
                  </a:moveTo>
                  <a:cubicBezTo>
                    <a:pt x="23039" y="1879"/>
                    <a:pt x="5011" y="11208"/>
                    <a:pt x="2364" y="19654"/>
                  </a:cubicBezTo>
                  <a:cubicBezTo>
                    <a:pt x="4255" y="21671"/>
                    <a:pt x="6020" y="24192"/>
                    <a:pt x="6903" y="27092"/>
                  </a:cubicBezTo>
                  <a:cubicBezTo>
                    <a:pt x="9046" y="34404"/>
                    <a:pt x="15223" y="40707"/>
                    <a:pt x="22661" y="44867"/>
                  </a:cubicBezTo>
                  <a:cubicBezTo>
                    <a:pt x="27199" y="47515"/>
                    <a:pt x="26569" y="54448"/>
                    <a:pt x="25308" y="60625"/>
                  </a:cubicBezTo>
                  <a:cubicBezTo>
                    <a:pt x="29468" y="60499"/>
                    <a:pt x="33755" y="60121"/>
                    <a:pt x="36654" y="59491"/>
                  </a:cubicBezTo>
                  <a:cubicBezTo>
                    <a:pt x="44344" y="57726"/>
                    <a:pt x="60732" y="34152"/>
                    <a:pt x="63127" y="27722"/>
                  </a:cubicBezTo>
                  <a:cubicBezTo>
                    <a:pt x="65396" y="21293"/>
                    <a:pt x="42452" y="3014"/>
                    <a:pt x="32493" y="2383"/>
                  </a:cubicBezTo>
                  <a:close/>
                </a:path>
              </a:pathLst>
            </a:custGeom>
            <a:grpFill/>
            <a:ln w="1270" cap="flat">
              <a:solidFill>
                <a:schemeClr val="bg1"/>
              </a:solidFill>
              <a:prstDash val="solid"/>
              <a:miter/>
            </a:ln>
          </p:spPr>
          <p:txBody>
            <a:bodyPr rtlCol="0" anchor="ctr"/>
            <a:lstStyle/>
            <a:p>
              <a:endParaRPr lang="ko-KR" altLang="en-US"/>
            </a:p>
          </p:txBody>
        </p:sp>
        <p:sp>
          <p:nvSpPr>
            <p:cNvPr id="76" name="자유형: 도형 56">
              <a:extLst>
                <a:ext uri="{FF2B5EF4-FFF2-40B4-BE49-F238E27FC236}">
                  <a16:creationId xmlns:a16="http://schemas.microsoft.com/office/drawing/2014/main" id="{F9E17600-8B9A-5542-BBEA-7D6AE35C7CA1}"/>
                </a:ext>
              </a:extLst>
            </p:cNvPr>
            <p:cNvSpPr/>
            <p:nvPr/>
          </p:nvSpPr>
          <p:spPr>
            <a:xfrm>
              <a:off x="9066754" y="3349951"/>
              <a:ext cx="176491" cy="163885"/>
            </a:xfrm>
            <a:custGeom>
              <a:avLst/>
              <a:gdLst>
                <a:gd name="connsiteX0" fmla="*/ 177341 w 176491"/>
                <a:gd name="connsiteY0" fmla="*/ 10936 h 163884"/>
                <a:gd name="connsiteX1" fmla="*/ 155154 w 176491"/>
                <a:gd name="connsiteY1" fmla="*/ 2364 h 163884"/>
                <a:gd name="connsiteX2" fmla="*/ 139774 w 176491"/>
                <a:gd name="connsiteY2" fmla="*/ 22912 h 163884"/>
                <a:gd name="connsiteX3" fmla="*/ 120991 w 176491"/>
                <a:gd name="connsiteY3" fmla="*/ 36527 h 163884"/>
                <a:gd name="connsiteX4" fmla="*/ 110779 w 176491"/>
                <a:gd name="connsiteY4" fmla="*/ 46865 h 163884"/>
                <a:gd name="connsiteX5" fmla="*/ 93635 w 176491"/>
                <a:gd name="connsiteY5" fmla="*/ 52033 h 163884"/>
                <a:gd name="connsiteX6" fmla="*/ 76489 w 176491"/>
                <a:gd name="connsiteY6" fmla="*/ 45226 h 163884"/>
                <a:gd name="connsiteX7" fmla="*/ 59345 w 176491"/>
                <a:gd name="connsiteY7" fmla="*/ 64010 h 163884"/>
                <a:gd name="connsiteX8" fmla="*/ 9801 w 176491"/>
                <a:gd name="connsiteY8" fmla="*/ 91366 h 163884"/>
                <a:gd name="connsiteX9" fmla="*/ 2364 w 176491"/>
                <a:gd name="connsiteY9" fmla="*/ 103090 h 163884"/>
                <a:gd name="connsiteX10" fmla="*/ 32745 w 176491"/>
                <a:gd name="connsiteY10" fmla="*/ 118092 h 163884"/>
                <a:gd name="connsiteX11" fmla="*/ 16987 w 176491"/>
                <a:gd name="connsiteY11" fmla="*/ 146708 h 163884"/>
                <a:gd name="connsiteX12" fmla="*/ 21651 w 176491"/>
                <a:gd name="connsiteY12" fmla="*/ 162845 h 163884"/>
                <a:gd name="connsiteX13" fmla="*/ 35014 w 176491"/>
                <a:gd name="connsiteY13" fmla="*/ 169526 h 163884"/>
                <a:gd name="connsiteX14" fmla="*/ 55437 w 176491"/>
                <a:gd name="connsiteY14" fmla="*/ 165618 h 163884"/>
                <a:gd name="connsiteX15" fmla="*/ 61740 w 176491"/>
                <a:gd name="connsiteY15" fmla="*/ 169274 h 163884"/>
                <a:gd name="connsiteX16" fmla="*/ 77372 w 176491"/>
                <a:gd name="connsiteY16" fmla="*/ 157550 h 163884"/>
                <a:gd name="connsiteX17" fmla="*/ 101451 w 176491"/>
                <a:gd name="connsiteY17" fmla="*/ 152255 h 163884"/>
                <a:gd name="connsiteX18" fmla="*/ 115444 w 176491"/>
                <a:gd name="connsiteY18" fmla="*/ 146960 h 163884"/>
                <a:gd name="connsiteX19" fmla="*/ 91870 w 176491"/>
                <a:gd name="connsiteY19" fmla="*/ 124899 h 163884"/>
                <a:gd name="connsiteX20" fmla="*/ 99308 w 176491"/>
                <a:gd name="connsiteY20" fmla="*/ 101325 h 163884"/>
                <a:gd name="connsiteX21" fmla="*/ 145573 w 176491"/>
                <a:gd name="connsiteY21" fmla="*/ 73086 h 163884"/>
                <a:gd name="connsiteX22" fmla="*/ 155028 w 176491"/>
                <a:gd name="connsiteY22" fmla="*/ 40940 h 163884"/>
                <a:gd name="connsiteX23" fmla="*/ 184527 w 176491"/>
                <a:gd name="connsiteY23" fmla="*/ 12323 h 163884"/>
                <a:gd name="connsiteX24" fmla="*/ 177341 w 176491"/>
                <a:gd name="connsiteY24" fmla="*/ 10936 h 163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6491" h="163884">
                  <a:moveTo>
                    <a:pt x="177341" y="10936"/>
                  </a:moveTo>
                  <a:cubicBezTo>
                    <a:pt x="167130" y="14340"/>
                    <a:pt x="163601" y="2364"/>
                    <a:pt x="155154" y="2364"/>
                  </a:cubicBezTo>
                  <a:cubicBezTo>
                    <a:pt x="146582" y="2364"/>
                    <a:pt x="148346" y="22912"/>
                    <a:pt x="139774" y="22912"/>
                  </a:cubicBezTo>
                  <a:cubicBezTo>
                    <a:pt x="131202" y="22912"/>
                    <a:pt x="132967" y="34889"/>
                    <a:pt x="120991" y="36527"/>
                  </a:cubicBezTo>
                  <a:cubicBezTo>
                    <a:pt x="109014" y="38292"/>
                    <a:pt x="105611" y="38292"/>
                    <a:pt x="110779" y="46865"/>
                  </a:cubicBezTo>
                  <a:cubicBezTo>
                    <a:pt x="115948" y="55437"/>
                    <a:pt x="103972" y="52033"/>
                    <a:pt x="93635" y="52033"/>
                  </a:cubicBezTo>
                  <a:cubicBezTo>
                    <a:pt x="83423" y="52033"/>
                    <a:pt x="83423" y="45226"/>
                    <a:pt x="76489" y="45226"/>
                  </a:cubicBezTo>
                  <a:cubicBezTo>
                    <a:pt x="69682" y="45226"/>
                    <a:pt x="64514" y="57202"/>
                    <a:pt x="59345" y="64010"/>
                  </a:cubicBezTo>
                  <a:cubicBezTo>
                    <a:pt x="54176" y="70817"/>
                    <a:pt x="20012" y="86197"/>
                    <a:pt x="9801" y="91366"/>
                  </a:cubicBezTo>
                  <a:cubicBezTo>
                    <a:pt x="6902" y="92879"/>
                    <a:pt x="4380" y="97291"/>
                    <a:pt x="2364" y="103090"/>
                  </a:cubicBezTo>
                  <a:cubicBezTo>
                    <a:pt x="14592" y="104098"/>
                    <a:pt x="27198" y="111158"/>
                    <a:pt x="32745" y="118092"/>
                  </a:cubicBezTo>
                  <a:cubicBezTo>
                    <a:pt x="40183" y="127546"/>
                    <a:pt x="24047" y="138136"/>
                    <a:pt x="16987" y="146708"/>
                  </a:cubicBezTo>
                  <a:cubicBezTo>
                    <a:pt x="9927" y="155407"/>
                    <a:pt x="21273" y="155785"/>
                    <a:pt x="21651" y="162845"/>
                  </a:cubicBezTo>
                  <a:cubicBezTo>
                    <a:pt x="22030" y="169904"/>
                    <a:pt x="31485" y="175829"/>
                    <a:pt x="35014" y="169526"/>
                  </a:cubicBezTo>
                  <a:cubicBezTo>
                    <a:pt x="38544" y="163223"/>
                    <a:pt x="44469" y="165618"/>
                    <a:pt x="55437" y="165618"/>
                  </a:cubicBezTo>
                  <a:cubicBezTo>
                    <a:pt x="58588" y="165618"/>
                    <a:pt x="60480" y="167131"/>
                    <a:pt x="61740" y="169274"/>
                  </a:cubicBezTo>
                  <a:cubicBezTo>
                    <a:pt x="67792" y="164357"/>
                    <a:pt x="74977" y="159945"/>
                    <a:pt x="77372" y="157550"/>
                  </a:cubicBezTo>
                  <a:cubicBezTo>
                    <a:pt x="81532" y="153390"/>
                    <a:pt x="91996" y="152255"/>
                    <a:pt x="101451" y="152255"/>
                  </a:cubicBezTo>
                  <a:cubicBezTo>
                    <a:pt x="107249" y="152255"/>
                    <a:pt x="111157" y="150364"/>
                    <a:pt x="115444" y="146960"/>
                  </a:cubicBezTo>
                  <a:cubicBezTo>
                    <a:pt x="105485" y="136119"/>
                    <a:pt x="95651" y="127168"/>
                    <a:pt x="91870" y="124899"/>
                  </a:cubicBezTo>
                  <a:cubicBezTo>
                    <a:pt x="82919" y="119352"/>
                    <a:pt x="88339" y="104098"/>
                    <a:pt x="99308" y="101325"/>
                  </a:cubicBezTo>
                  <a:cubicBezTo>
                    <a:pt x="110275" y="98551"/>
                    <a:pt x="137379" y="77751"/>
                    <a:pt x="145573" y="73086"/>
                  </a:cubicBezTo>
                  <a:cubicBezTo>
                    <a:pt x="153767" y="68422"/>
                    <a:pt x="148346" y="53042"/>
                    <a:pt x="155028" y="40940"/>
                  </a:cubicBezTo>
                  <a:cubicBezTo>
                    <a:pt x="158432" y="34637"/>
                    <a:pt x="171543" y="22534"/>
                    <a:pt x="184527" y="12323"/>
                  </a:cubicBezTo>
                  <a:cubicBezTo>
                    <a:pt x="181880" y="10810"/>
                    <a:pt x="179359" y="10306"/>
                    <a:pt x="177341" y="10936"/>
                  </a:cubicBezTo>
                  <a:close/>
                </a:path>
              </a:pathLst>
            </a:custGeom>
            <a:grpFill/>
            <a:ln w="1270" cap="flat">
              <a:solidFill>
                <a:schemeClr val="bg1"/>
              </a:solidFill>
              <a:prstDash val="solid"/>
              <a:miter/>
            </a:ln>
          </p:spPr>
          <p:txBody>
            <a:bodyPr rtlCol="0" anchor="ctr"/>
            <a:lstStyle/>
            <a:p>
              <a:endParaRPr lang="ko-KR" altLang="en-US"/>
            </a:p>
          </p:txBody>
        </p:sp>
        <p:sp>
          <p:nvSpPr>
            <p:cNvPr id="77" name="자유형: 도형 57">
              <a:extLst>
                <a:ext uri="{FF2B5EF4-FFF2-40B4-BE49-F238E27FC236}">
                  <a16:creationId xmlns:a16="http://schemas.microsoft.com/office/drawing/2014/main" id="{B8C5F917-AF29-7946-9253-AC3D62645FF2}"/>
                </a:ext>
              </a:extLst>
            </p:cNvPr>
            <p:cNvSpPr/>
            <p:nvPr/>
          </p:nvSpPr>
          <p:spPr>
            <a:xfrm>
              <a:off x="7924479" y="3738742"/>
              <a:ext cx="201704" cy="113459"/>
            </a:xfrm>
            <a:custGeom>
              <a:avLst/>
              <a:gdLst>
                <a:gd name="connsiteX0" fmla="*/ 202051 w 201704"/>
                <a:gd name="connsiteY0" fmla="*/ 75727 h 113458"/>
                <a:gd name="connsiteX1" fmla="*/ 196000 w 201704"/>
                <a:gd name="connsiteY1" fmla="*/ 75601 h 113458"/>
                <a:gd name="connsiteX2" fmla="*/ 161332 w 201704"/>
                <a:gd name="connsiteY2" fmla="*/ 69172 h 113458"/>
                <a:gd name="connsiteX3" fmla="*/ 110150 w 201704"/>
                <a:gd name="connsiteY3" fmla="*/ 48623 h 113458"/>
                <a:gd name="connsiteX4" fmla="*/ 56068 w 201704"/>
                <a:gd name="connsiteY4" fmla="*/ 9165 h 113458"/>
                <a:gd name="connsiteX5" fmla="*/ 34889 w 201704"/>
                <a:gd name="connsiteY5" fmla="*/ 5005 h 113458"/>
                <a:gd name="connsiteX6" fmla="*/ 18627 w 201704"/>
                <a:gd name="connsiteY6" fmla="*/ 10047 h 113458"/>
                <a:gd name="connsiteX7" fmla="*/ 6524 w 201704"/>
                <a:gd name="connsiteY7" fmla="*/ 25175 h 113458"/>
                <a:gd name="connsiteX8" fmla="*/ 2364 w 201704"/>
                <a:gd name="connsiteY8" fmla="*/ 45093 h 113458"/>
                <a:gd name="connsiteX9" fmla="*/ 15979 w 201704"/>
                <a:gd name="connsiteY9" fmla="*/ 55557 h 113458"/>
                <a:gd name="connsiteX10" fmla="*/ 36905 w 201704"/>
                <a:gd name="connsiteY10" fmla="*/ 66020 h 113458"/>
                <a:gd name="connsiteX11" fmla="*/ 56824 w 201704"/>
                <a:gd name="connsiteY11" fmla="*/ 76483 h 113458"/>
                <a:gd name="connsiteX12" fmla="*/ 78885 w 201704"/>
                <a:gd name="connsiteY12" fmla="*/ 89090 h 113458"/>
                <a:gd name="connsiteX13" fmla="*/ 103972 w 201704"/>
                <a:gd name="connsiteY13" fmla="*/ 84930 h 113458"/>
                <a:gd name="connsiteX14" fmla="*/ 118596 w 201704"/>
                <a:gd name="connsiteY14" fmla="*/ 99553 h 113458"/>
                <a:gd name="connsiteX15" fmla="*/ 153138 w 201704"/>
                <a:gd name="connsiteY15" fmla="*/ 113168 h 113458"/>
                <a:gd name="connsiteX16" fmla="*/ 199277 w 201704"/>
                <a:gd name="connsiteY16" fmla="*/ 109008 h 113458"/>
                <a:gd name="connsiteX17" fmla="*/ 200286 w 201704"/>
                <a:gd name="connsiteY17" fmla="*/ 81778 h 113458"/>
                <a:gd name="connsiteX18" fmla="*/ 202051 w 201704"/>
                <a:gd name="connsiteY18" fmla="*/ 75727 h 113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1704" h="113458">
                  <a:moveTo>
                    <a:pt x="202051" y="75727"/>
                  </a:moveTo>
                  <a:cubicBezTo>
                    <a:pt x="200286" y="75601"/>
                    <a:pt x="198269" y="75475"/>
                    <a:pt x="196000" y="75601"/>
                  </a:cubicBezTo>
                  <a:cubicBezTo>
                    <a:pt x="180746" y="76231"/>
                    <a:pt x="171291" y="68541"/>
                    <a:pt x="161332" y="69172"/>
                  </a:cubicBezTo>
                  <a:cubicBezTo>
                    <a:pt x="151373" y="69802"/>
                    <a:pt x="122504" y="58582"/>
                    <a:pt x="110150" y="48623"/>
                  </a:cubicBezTo>
                  <a:cubicBezTo>
                    <a:pt x="97795" y="38664"/>
                    <a:pt x="64262" y="17485"/>
                    <a:pt x="56068" y="9165"/>
                  </a:cubicBezTo>
                  <a:cubicBezTo>
                    <a:pt x="47874" y="971"/>
                    <a:pt x="36024" y="971"/>
                    <a:pt x="34889" y="5005"/>
                  </a:cubicBezTo>
                  <a:cubicBezTo>
                    <a:pt x="33754" y="8787"/>
                    <a:pt x="27703" y="9165"/>
                    <a:pt x="18627" y="10047"/>
                  </a:cubicBezTo>
                  <a:cubicBezTo>
                    <a:pt x="16358" y="14081"/>
                    <a:pt x="6524" y="19628"/>
                    <a:pt x="6524" y="25175"/>
                  </a:cubicBezTo>
                  <a:cubicBezTo>
                    <a:pt x="6524" y="31478"/>
                    <a:pt x="2364" y="39925"/>
                    <a:pt x="2364" y="45093"/>
                  </a:cubicBezTo>
                  <a:cubicBezTo>
                    <a:pt x="2364" y="50388"/>
                    <a:pt x="12827" y="51397"/>
                    <a:pt x="15979" y="55557"/>
                  </a:cubicBezTo>
                  <a:cubicBezTo>
                    <a:pt x="19131" y="59717"/>
                    <a:pt x="35897" y="61860"/>
                    <a:pt x="36905" y="66020"/>
                  </a:cubicBezTo>
                  <a:cubicBezTo>
                    <a:pt x="37914" y="70180"/>
                    <a:pt x="49512" y="75475"/>
                    <a:pt x="56824" y="76483"/>
                  </a:cubicBezTo>
                  <a:cubicBezTo>
                    <a:pt x="64136" y="77492"/>
                    <a:pt x="74600" y="85938"/>
                    <a:pt x="78885" y="89090"/>
                  </a:cubicBezTo>
                  <a:cubicBezTo>
                    <a:pt x="83046" y="92242"/>
                    <a:pt x="98804" y="84930"/>
                    <a:pt x="103972" y="84930"/>
                  </a:cubicBezTo>
                  <a:cubicBezTo>
                    <a:pt x="109141" y="84930"/>
                    <a:pt x="117587" y="94385"/>
                    <a:pt x="118596" y="99553"/>
                  </a:cubicBezTo>
                  <a:cubicBezTo>
                    <a:pt x="119605" y="104722"/>
                    <a:pt x="146835" y="108000"/>
                    <a:pt x="153138" y="113168"/>
                  </a:cubicBezTo>
                  <a:cubicBezTo>
                    <a:pt x="159441" y="118463"/>
                    <a:pt x="192974" y="115311"/>
                    <a:pt x="199277" y="109008"/>
                  </a:cubicBezTo>
                  <a:cubicBezTo>
                    <a:pt x="205580" y="102705"/>
                    <a:pt x="200286" y="91233"/>
                    <a:pt x="200286" y="81778"/>
                  </a:cubicBezTo>
                  <a:cubicBezTo>
                    <a:pt x="200286" y="78500"/>
                    <a:pt x="201042" y="76862"/>
                    <a:pt x="202051" y="75727"/>
                  </a:cubicBezTo>
                  <a:close/>
                </a:path>
              </a:pathLst>
            </a:custGeom>
            <a:grpFill/>
            <a:ln w="1270" cap="flat">
              <a:solidFill>
                <a:schemeClr val="bg1"/>
              </a:solidFill>
              <a:prstDash val="solid"/>
              <a:miter/>
            </a:ln>
          </p:spPr>
          <p:txBody>
            <a:bodyPr rtlCol="0" anchor="ctr"/>
            <a:lstStyle/>
            <a:p>
              <a:endParaRPr lang="ko-KR" altLang="en-US"/>
            </a:p>
          </p:txBody>
        </p:sp>
        <p:sp>
          <p:nvSpPr>
            <p:cNvPr id="78" name="자유형: 도형 58">
              <a:extLst>
                <a:ext uri="{FF2B5EF4-FFF2-40B4-BE49-F238E27FC236}">
                  <a16:creationId xmlns:a16="http://schemas.microsoft.com/office/drawing/2014/main" id="{D230B72D-80AA-BE4B-B019-A122DA81D5F0}"/>
                </a:ext>
              </a:extLst>
            </p:cNvPr>
            <p:cNvSpPr/>
            <p:nvPr/>
          </p:nvSpPr>
          <p:spPr>
            <a:xfrm>
              <a:off x="8219723" y="3793324"/>
              <a:ext cx="226917" cy="491654"/>
            </a:xfrm>
            <a:custGeom>
              <a:avLst/>
              <a:gdLst>
                <a:gd name="connsiteX0" fmla="*/ 185788 w 226917"/>
                <a:gd name="connsiteY0" fmla="*/ 455565 h 491653"/>
                <a:gd name="connsiteX1" fmla="*/ 177467 w 226917"/>
                <a:gd name="connsiteY1" fmla="*/ 435647 h 491653"/>
                <a:gd name="connsiteX2" fmla="*/ 167005 w 226917"/>
                <a:gd name="connsiteY2" fmla="*/ 403122 h 491653"/>
                <a:gd name="connsiteX3" fmla="*/ 157550 w 226917"/>
                <a:gd name="connsiteY3" fmla="*/ 374758 h 491653"/>
                <a:gd name="connsiteX4" fmla="*/ 161709 w 226917"/>
                <a:gd name="connsiteY4" fmla="*/ 355848 h 491653"/>
                <a:gd name="connsiteX5" fmla="*/ 162718 w 226917"/>
                <a:gd name="connsiteY5" fmla="*/ 343241 h 491653"/>
                <a:gd name="connsiteX6" fmla="*/ 157550 w 226917"/>
                <a:gd name="connsiteY6" fmla="*/ 325466 h 491653"/>
                <a:gd name="connsiteX7" fmla="*/ 137631 w 226917"/>
                <a:gd name="connsiteY7" fmla="*/ 301388 h 491653"/>
                <a:gd name="connsiteX8" fmla="*/ 142800 w 226917"/>
                <a:gd name="connsiteY8" fmla="*/ 259408 h 491653"/>
                <a:gd name="connsiteX9" fmla="*/ 157424 w 226917"/>
                <a:gd name="connsiteY9" fmla="*/ 250962 h 491653"/>
                <a:gd name="connsiteX10" fmla="*/ 177342 w 226917"/>
                <a:gd name="connsiteY10" fmla="*/ 244658 h 491653"/>
                <a:gd name="connsiteX11" fmla="*/ 201420 w 226917"/>
                <a:gd name="connsiteY11" fmla="*/ 231044 h 491653"/>
                <a:gd name="connsiteX12" fmla="*/ 215035 w 226917"/>
                <a:gd name="connsiteY12" fmla="*/ 219572 h 491653"/>
                <a:gd name="connsiteX13" fmla="*/ 228650 w 226917"/>
                <a:gd name="connsiteY13" fmla="*/ 197510 h 491653"/>
                <a:gd name="connsiteX14" fmla="*/ 229155 w 226917"/>
                <a:gd name="connsiteY14" fmla="*/ 197636 h 491653"/>
                <a:gd name="connsiteX15" fmla="*/ 217178 w 226917"/>
                <a:gd name="connsiteY15" fmla="*/ 200157 h 491653"/>
                <a:gd name="connsiteX16" fmla="*/ 200664 w 226917"/>
                <a:gd name="connsiteY16" fmla="*/ 191333 h 491653"/>
                <a:gd name="connsiteX17" fmla="*/ 185914 w 226917"/>
                <a:gd name="connsiteY17" fmla="*/ 184273 h 491653"/>
                <a:gd name="connsiteX18" fmla="*/ 185914 w 226917"/>
                <a:gd name="connsiteY18" fmla="*/ 166624 h 491653"/>
                <a:gd name="connsiteX19" fmla="*/ 175955 w 226917"/>
                <a:gd name="connsiteY19" fmla="*/ 154900 h 491653"/>
                <a:gd name="connsiteX20" fmla="*/ 167761 w 226917"/>
                <a:gd name="connsiteY20" fmla="*/ 133091 h 491653"/>
                <a:gd name="connsiteX21" fmla="*/ 143682 w 226917"/>
                <a:gd name="connsiteY21" fmla="*/ 128427 h 491653"/>
                <a:gd name="connsiteX22" fmla="*/ 139018 w 226917"/>
                <a:gd name="connsiteY22" fmla="*/ 115442 h 491653"/>
                <a:gd name="connsiteX23" fmla="*/ 160827 w 226917"/>
                <a:gd name="connsiteY23" fmla="*/ 78379 h 491653"/>
                <a:gd name="connsiteX24" fmla="*/ 167256 w 226917"/>
                <a:gd name="connsiteY24" fmla="*/ 39551 h 491653"/>
                <a:gd name="connsiteX25" fmla="*/ 156667 w 226917"/>
                <a:gd name="connsiteY25" fmla="*/ 26566 h 491653"/>
                <a:gd name="connsiteX26" fmla="*/ 150742 w 226917"/>
                <a:gd name="connsiteY26" fmla="*/ 11816 h 491653"/>
                <a:gd name="connsiteX27" fmla="*/ 133093 w 226917"/>
                <a:gd name="connsiteY27" fmla="*/ 4126 h 491653"/>
                <a:gd name="connsiteX28" fmla="*/ 128554 w 226917"/>
                <a:gd name="connsiteY28" fmla="*/ 6774 h 491653"/>
                <a:gd name="connsiteX29" fmla="*/ 129059 w 226917"/>
                <a:gd name="connsiteY29" fmla="*/ 6900 h 491653"/>
                <a:gd name="connsiteX30" fmla="*/ 122756 w 226917"/>
                <a:gd name="connsiteY30" fmla="*/ 19506 h 491653"/>
                <a:gd name="connsiteX31" fmla="*/ 124899 w 226917"/>
                <a:gd name="connsiteY31" fmla="*/ 37281 h 491653"/>
                <a:gd name="connsiteX32" fmla="*/ 113427 w 226917"/>
                <a:gd name="connsiteY32" fmla="*/ 37281 h 491653"/>
                <a:gd name="connsiteX33" fmla="*/ 91366 w 226917"/>
                <a:gd name="connsiteY33" fmla="*/ 46736 h 491653"/>
                <a:gd name="connsiteX34" fmla="*/ 73590 w 226917"/>
                <a:gd name="connsiteY34" fmla="*/ 67663 h 491653"/>
                <a:gd name="connsiteX35" fmla="*/ 66278 w 226917"/>
                <a:gd name="connsiteY35" fmla="*/ 100188 h 491653"/>
                <a:gd name="connsiteX36" fmla="*/ 56823 w 226917"/>
                <a:gd name="connsiteY36" fmla="*/ 132713 h 491653"/>
                <a:gd name="connsiteX37" fmla="*/ 35897 w 226917"/>
                <a:gd name="connsiteY37" fmla="*/ 131704 h 491653"/>
                <a:gd name="connsiteX38" fmla="*/ 30602 w 226917"/>
                <a:gd name="connsiteY38" fmla="*/ 157926 h 491653"/>
                <a:gd name="connsiteX39" fmla="*/ 23290 w 226917"/>
                <a:gd name="connsiteY39" fmla="*/ 186164 h 491653"/>
                <a:gd name="connsiteX40" fmla="*/ 11819 w 226917"/>
                <a:gd name="connsiteY40" fmla="*/ 206083 h 491653"/>
                <a:gd name="connsiteX41" fmla="*/ 2364 w 226917"/>
                <a:gd name="connsiteY41" fmla="*/ 213899 h 491653"/>
                <a:gd name="connsiteX42" fmla="*/ 27324 w 226917"/>
                <a:gd name="connsiteY42" fmla="*/ 240120 h 491653"/>
                <a:gd name="connsiteX43" fmla="*/ 57580 w 226917"/>
                <a:gd name="connsiteY43" fmla="*/ 293824 h 491653"/>
                <a:gd name="connsiteX44" fmla="*/ 53672 w 226917"/>
                <a:gd name="connsiteY44" fmla="*/ 336560 h 491653"/>
                <a:gd name="connsiteX45" fmla="*/ 64640 w 226917"/>
                <a:gd name="connsiteY45" fmla="*/ 351057 h 491653"/>
                <a:gd name="connsiteX46" fmla="*/ 90483 w 226917"/>
                <a:gd name="connsiteY46" fmla="*/ 347906 h 491653"/>
                <a:gd name="connsiteX47" fmla="*/ 112796 w 226917"/>
                <a:gd name="connsiteY47" fmla="*/ 321306 h 491653"/>
                <a:gd name="connsiteX48" fmla="*/ 126537 w 226917"/>
                <a:gd name="connsiteY48" fmla="*/ 331896 h 491653"/>
                <a:gd name="connsiteX49" fmla="*/ 137127 w 226917"/>
                <a:gd name="connsiteY49" fmla="*/ 361269 h 491653"/>
                <a:gd name="connsiteX50" fmla="*/ 150868 w 226917"/>
                <a:gd name="connsiteY50" fmla="*/ 418502 h 491653"/>
                <a:gd name="connsiteX51" fmla="*/ 161079 w 226917"/>
                <a:gd name="connsiteY51" fmla="*/ 460482 h 491653"/>
                <a:gd name="connsiteX52" fmla="*/ 164609 w 226917"/>
                <a:gd name="connsiteY52" fmla="*/ 491872 h 491653"/>
                <a:gd name="connsiteX53" fmla="*/ 163097 w 226917"/>
                <a:gd name="connsiteY53" fmla="*/ 499058 h 491653"/>
                <a:gd name="connsiteX54" fmla="*/ 185788 w 226917"/>
                <a:gd name="connsiteY54" fmla="*/ 455565 h 491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26917" h="491653">
                  <a:moveTo>
                    <a:pt x="185788" y="455565"/>
                  </a:moveTo>
                  <a:cubicBezTo>
                    <a:pt x="185788" y="445102"/>
                    <a:pt x="177467" y="444093"/>
                    <a:pt x="177467" y="435647"/>
                  </a:cubicBezTo>
                  <a:cubicBezTo>
                    <a:pt x="177467" y="427201"/>
                    <a:pt x="177467" y="412577"/>
                    <a:pt x="167005" y="403122"/>
                  </a:cubicBezTo>
                  <a:cubicBezTo>
                    <a:pt x="156541" y="393667"/>
                    <a:pt x="151247" y="380052"/>
                    <a:pt x="157550" y="374758"/>
                  </a:cubicBezTo>
                  <a:cubicBezTo>
                    <a:pt x="163853" y="369463"/>
                    <a:pt x="158558" y="354839"/>
                    <a:pt x="161709" y="355848"/>
                  </a:cubicBezTo>
                  <a:cubicBezTo>
                    <a:pt x="164861" y="356856"/>
                    <a:pt x="169021" y="346393"/>
                    <a:pt x="162718" y="343241"/>
                  </a:cubicBezTo>
                  <a:cubicBezTo>
                    <a:pt x="156415" y="340090"/>
                    <a:pt x="162718" y="327483"/>
                    <a:pt x="157550" y="325466"/>
                  </a:cubicBezTo>
                  <a:cubicBezTo>
                    <a:pt x="152254" y="323323"/>
                    <a:pt x="137631" y="306556"/>
                    <a:pt x="137631" y="301388"/>
                  </a:cubicBezTo>
                  <a:cubicBezTo>
                    <a:pt x="137631" y="296093"/>
                    <a:pt x="141792" y="266846"/>
                    <a:pt x="142800" y="259408"/>
                  </a:cubicBezTo>
                  <a:cubicBezTo>
                    <a:pt x="143808" y="252096"/>
                    <a:pt x="154272" y="250962"/>
                    <a:pt x="157424" y="250962"/>
                  </a:cubicBezTo>
                  <a:cubicBezTo>
                    <a:pt x="160575" y="250962"/>
                    <a:pt x="173182" y="251970"/>
                    <a:pt x="177342" y="244658"/>
                  </a:cubicBezTo>
                  <a:cubicBezTo>
                    <a:pt x="181502" y="237347"/>
                    <a:pt x="199277" y="236212"/>
                    <a:pt x="201420" y="231044"/>
                  </a:cubicBezTo>
                  <a:cubicBezTo>
                    <a:pt x="203563" y="225875"/>
                    <a:pt x="215035" y="225875"/>
                    <a:pt x="215035" y="219572"/>
                  </a:cubicBezTo>
                  <a:cubicBezTo>
                    <a:pt x="215035" y="213268"/>
                    <a:pt x="228650" y="197510"/>
                    <a:pt x="228650" y="197510"/>
                  </a:cubicBezTo>
                  <a:cubicBezTo>
                    <a:pt x="228902" y="197510"/>
                    <a:pt x="229028" y="197636"/>
                    <a:pt x="229155" y="197636"/>
                  </a:cubicBezTo>
                  <a:cubicBezTo>
                    <a:pt x="227516" y="194863"/>
                    <a:pt x="224112" y="197384"/>
                    <a:pt x="217178" y="200157"/>
                  </a:cubicBezTo>
                  <a:cubicBezTo>
                    <a:pt x="205454" y="204822"/>
                    <a:pt x="199529" y="198393"/>
                    <a:pt x="200664" y="191333"/>
                  </a:cubicBezTo>
                  <a:cubicBezTo>
                    <a:pt x="201798" y="184273"/>
                    <a:pt x="192469" y="184273"/>
                    <a:pt x="185914" y="184273"/>
                  </a:cubicBezTo>
                  <a:cubicBezTo>
                    <a:pt x="179485" y="184273"/>
                    <a:pt x="183519" y="173684"/>
                    <a:pt x="185914" y="166624"/>
                  </a:cubicBezTo>
                  <a:cubicBezTo>
                    <a:pt x="188310" y="159565"/>
                    <a:pt x="183519" y="155405"/>
                    <a:pt x="175955" y="154900"/>
                  </a:cubicBezTo>
                  <a:cubicBezTo>
                    <a:pt x="168265" y="154270"/>
                    <a:pt x="164736" y="137882"/>
                    <a:pt x="167761" y="133091"/>
                  </a:cubicBezTo>
                  <a:cubicBezTo>
                    <a:pt x="170660" y="128427"/>
                    <a:pt x="151877" y="124266"/>
                    <a:pt x="143682" y="128427"/>
                  </a:cubicBezTo>
                  <a:cubicBezTo>
                    <a:pt x="135488" y="132587"/>
                    <a:pt x="141287" y="121367"/>
                    <a:pt x="139018" y="115442"/>
                  </a:cubicBezTo>
                  <a:cubicBezTo>
                    <a:pt x="136623" y="109517"/>
                    <a:pt x="149608" y="89599"/>
                    <a:pt x="160827" y="78379"/>
                  </a:cubicBezTo>
                  <a:cubicBezTo>
                    <a:pt x="172047" y="67159"/>
                    <a:pt x="167256" y="52409"/>
                    <a:pt x="167256" y="39551"/>
                  </a:cubicBezTo>
                  <a:cubicBezTo>
                    <a:pt x="167256" y="26566"/>
                    <a:pt x="161962" y="26566"/>
                    <a:pt x="156667" y="26566"/>
                  </a:cubicBezTo>
                  <a:cubicBezTo>
                    <a:pt x="151372" y="26566"/>
                    <a:pt x="150742" y="18876"/>
                    <a:pt x="150742" y="11816"/>
                  </a:cubicBezTo>
                  <a:cubicBezTo>
                    <a:pt x="150742" y="4757"/>
                    <a:pt x="139523" y="-538"/>
                    <a:pt x="133093" y="4126"/>
                  </a:cubicBezTo>
                  <a:cubicBezTo>
                    <a:pt x="132211" y="4757"/>
                    <a:pt x="130572" y="5765"/>
                    <a:pt x="128554" y="6774"/>
                  </a:cubicBezTo>
                  <a:cubicBezTo>
                    <a:pt x="128807" y="6774"/>
                    <a:pt x="129059" y="6900"/>
                    <a:pt x="129059" y="6900"/>
                  </a:cubicBezTo>
                  <a:cubicBezTo>
                    <a:pt x="129059" y="6900"/>
                    <a:pt x="126916" y="17363"/>
                    <a:pt x="122756" y="19506"/>
                  </a:cubicBezTo>
                  <a:cubicBezTo>
                    <a:pt x="118595" y="21650"/>
                    <a:pt x="118595" y="27827"/>
                    <a:pt x="124899" y="37281"/>
                  </a:cubicBezTo>
                  <a:cubicBezTo>
                    <a:pt x="131202" y="46736"/>
                    <a:pt x="115444" y="42576"/>
                    <a:pt x="113427" y="37281"/>
                  </a:cubicBezTo>
                  <a:cubicBezTo>
                    <a:pt x="111283" y="32113"/>
                    <a:pt x="98677" y="40433"/>
                    <a:pt x="91366" y="46736"/>
                  </a:cubicBezTo>
                  <a:cubicBezTo>
                    <a:pt x="84054" y="53040"/>
                    <a:pt x="73590" y="56191"/>
                    <a:pt x="73590" y="67663"/>
                  </a:cubicBezTo>
                  <a:cubicBezTo>
                    <a:pt x="73590" y="79135"/>
                    <a:pt x="64135" y="90733"/>
                    <a:pt x="66278" y="100188"/>
                  </a:cubicBezTo>
                  <a:cubicBezTo>
                    <a:pt x="68422" y="109643"/>
                    <a:pt x="55815" y="127418"/>
                    <a:pt x="56823" y="132713"/>
                  </a:cubicBezTo>
                  <a:cubicBezTo>
                    <a:pt x="57832" y="138007"/>
                    <a:pt x="39048" y="131704"/>
                    <a:pt x="35897" y="131704"/>
                  </a:cubicBezTo>
                  <a:cubicBezTo>
                    <a:pt x="32745" y="131704"/>
                    <a:pt x="34888" y="151623"/>
                    <a:pt x="30602" y="157926"/>
                  </a:cubicBezTo>
                  <a:cubicBezTo>
                    <a:pt x="26442" y="164229"/>
                    <a:pt x="29593" y="186164"/>
                    <a:pt x="23290" y="186164"/>
                  </a:cubicBezTo>
                  <a:cubicBezTo>
                    <a:pt x="16987" y="186164"/>
                    <a:pt x="11819" y="206083"/>
                    <a:pt x="11819" y="206083"/>
                  </a:cubicBezTo>
                  <a:cubicBezTo>
                    <a:pt x="11819" y="206083"/>
                    <a:pt x="6649" y="209486"/>
                    <a:pt x="2364" y="213899"/>
                  </a:cubicBezTo>
                  <a:cubicBezTo>
                    <a:pt x="7532" y="224362"/>
                    <a:pt x="16861" y="235834"/>
                    <a:pt x="27324" y="240120"/>
                  </a:cubicBezTo>
                  <a:cubicBezTo>
                    <a:pt x="42578" y="246423"/>
                    <a:pt x="52790" y="277309"/>
                    <a:pt x="57580" y="293824"/>
                  </a:cubicBezTo>
                  <a:cubicBezTo>
                    <a:pt x="62245" y="310338"/>
                    <a:pt x="59093" y="327231"/>
                    <a:pt x="53672" y="336560"/>
                  </a:cubicBezTo>
                  <a:cubicBezTo>
                    <a:pt x="48125" y="346015"/>
                    <a:pt x="55563" y="346393"/>
                    <a:pt x="64640" y="351057"/>
                  </a:cubicBezTo>
                  <a:cubicBezTo>
                    <a:pt x="73716" y="355722"/>
                    <a:pt x="83927" y="357361"/>
                    <a:pt x="90483" y="347906"/>
                  </a:cubicBezTo>
                  <a:cubicBezTo>
                    <a:pt x="97164" y="338451"/>
                    <a:pt x="110906" y="331896"/>
                    <a:pt x="112796" y="321306"/>
                  </a:cubicBezTo>
                  <a:cubicBezTo>
                    <a:pt x="114814" y="310717"/>
                    <a:pt x="120991" y="326349"/>
                    <a:pt x="126537" y="331896"/>
                  </a:cubicBezTo>
                  <a:cubicBezTo>
                    <a:pt x="132084" y="337442"/>
                    <a:pt x="135992" y="347906"/>
                    <a:pt x="137127" y="361269"/>
                  </a:cubicBezTo>
                  <a:cubicBezTo>
                    <a:pt x="138261" y="374632"/>
                    <a:pt x="139523" y="407913"/>
                    <a:pt x="150868" y="418502"/>
                  </a:cubicBezTo>
                  <a:cubicBezTo>
                    <a:pt x="162214" y="429092"/>
                    <a:pt x="164231" y="452288"/>
                    <a:pt x="161079" y="460482"/>
                  </a:cubicBezTo>
                  <a:cubicBezTo>
                    <a:pt x="157928" y="468676"/>
                    <a:pt x="167005" y="482795"/>
                    <a:pt x="164609" y="491872"/>
                  </a:cubicBezTo>
                  <a:cubicBezTo>
                    <a:pt x="164105" y="493637"/>
                    <a:pt x="163601" y="496284"/>
                    <a:pt x="163097" y="499058"/>
                  </a:cubicBezTo>
                  <a:cubicBezTo>
                    <a:pt x="173308" y="501327"/>
                    <a:pt x="185788" y="455565"/>
                    <a:pt x="185788" y="455565"/>
                  </a:cubicBezTo>
                  <a:close/>
                </a:path>
              </a:pathLst>
            </a:custGeom>
            <a:grpFill/>
            <a:ln w="1270" cap="flat">
              <a:solidFill>
                <a:schemeClr val="bg1"/>
              </a:solidFill>
              <a:prstDash val="solid"/>
              <a:miter/>
            </a:ln>
          </p:spPr>
          <p:txBody>
            <a:bodyPr rtlCol="0" anchor="ctr"/>
            <a:lstStyle/>
            <a:p>
              <a:endParaRPr lang="ko-KR" altLang="en-US"/>
            </a:p>
          </p:txBody>
        </p:sp>
        <p:sp>
          <p:nvSpPr>
            <p:cNvPr id="79" name="자유형: 도형 59">
              <a:extLst>
                <a:ext uri="{FF2B5EF4-FFF2-40B4-BE49-F238E27FC236}">
                  <a16:creationId xmlns:a16="http://schemas.microsoft.com/office/drawing/2014/main" id="{B201D3C9-672C-7044-9F04-EA6D4393A2DE}"/>
                </a:ext>
              </a:extLst>
            </p:cNvPr>
            <p:cNvSpPr/>
            <p:nvPr/>
          </p:nvSpPr>
          <p:spPr>
            <a:xfrm>
              <a:off x="8142697" y="3800881"/>
              <a:ext cx="75639" cy="37820"/>
            </a:xfrm>
            <a:custGeom>
              <a:avLst/>
              <a:gdLst>
                <a:gd name="connsiteX0" fmla="*/ 79642 w 75639"/>
                <a:gd name="connsiteY0" fmla="*/ 16487 h 37819"/>
                <a:gd name="connsiteX1" fmla="*/ 49008 w 75639"/>
                <a:gd name="connsiteY1" fmla="*/ 8167 h 37819"/>
                <a:gd name="connsiteX2" fmla="*/ 27199 w 75639"/>
                <a:gd name="connsiteY2" fmla="*/ 4638 h 37819"/>
                <a:gd name="connsiteX3" fmla="*/ 8289 w 75639"/>
                <a:gd name="connsiteY3" fmla="*/ 21152 h 37819"/>
                <a:gd name="connsiteX4" fmla="*/ 2364 w 75639"/>
                <a:gd name="connsiteY4" fmla="*/ 32372 h 37819"/>
                <a:gd name="connsiteX5" fmla="*/ 9298 w 75639"/>
                <a:gd name="connsiteY5" fmla="*/ 38549 h 37819"/>
                <a:gd name="connsiteX6" fmla="*/ 27073 w 75639"/>
                <a:gd name="connsiteY6" fmla="*/ 42709 h 37819"/>
                <a:gd name="connsiteX7" fmla="*/ 52286 w 75639"/>
                <a:gd name="connsiteY7" fmla="*/ 44852 h 37819"/>
                <a:gd name="connsiteX8" fmla="*/ 78507 w 75639"/>
                <a:gd name="connsiteY8" fmla="*/ 41700 h 37819"/>
                <a:gd name="connsiteX9" fmla="*/ 75356 w 75639"/>
                <a:gd name="connsiteY9" fmla="*/ 18631 h 37819"/>
                <a:gd name="connsiteX10" fmla="*/ 79642 w 75639"/>
                <a:gd name="connsiteY10" fmla="*/ 16487 h 3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39" h="37819">
                  <a:moveTo>
                    <a:pt x="79642" y="16487"/>
                  </a:moveTo>
                  <a:cubicBezTo>
                    <a:pt x="63884" y="1990"/>
                    <a:pt x="59598" y="13714"/>
                    <a:pt x="49008" y="8167"/>
                  </a:cubicBezTo>
                  <a:cubicBezTo>
                    <a:pt x="37788" y="2242"/>
                    <a:pt x="32493" y="477"/>
                    <a:pt x="27199" y="4638"/>
                  </a:cubicBezTo>
                  <a:cubicBezTo>
                    <a:pt x="21904" y="8797"/>
                    <a:pt x="13710" y="8167"/>
                    <a:pt x="8289" y="21152"/>
                  </a:cubicBezTo>
                  <a:cubicBezTo>
                    <a:pt x="6524" y="25438"/>
                    <a:pt x="4381" y="29346"/>
                    <a:pt x="2364" y="32372"/>
                  </a:cubicBezTo>
                  <a:cubicBezTo>
                    <a:pt x="4129" y="36280"/>
                    <a:pt x="7028" y="39053"/>
                    <a:pt x="9298" y="38549"/>
                  </a:cubicBezTo>
                  <a:cubicBezTo>
                    <a:pt x="13458" y="37541"/>
                    <a:pt x="18753" y="44852"/>
                    <a:pt x="27073" y="42709"/>
                  </a:cubicBezTo>
                  <a:cubicBezTo>
                    <a:pt x="35519" y="40566"/>
                    <a:pt x="40688" y="48004"/>
                    <a:pt x="52286" y="44852"/>
                  </a:cubicBezTo>
                  <a:cubicBezTo>
                    <a:pt x="63757" y="41700"/>
                    <a:pt x="74221" y="49012"/>
                    <a:pt x="78507" y="41700"/>
                  </a:cubicBezTo>
                  <a:cubicBezTo>
                    <a:pt x="82667" y="34389"/>
                    <a:pt x="75356" y="18631"/>
                    <a:pt x="75356" y="18631"/>
                  </a:cubicBezTo>
                  <a:cubicBezTo>
                    <a:pt x="75356" y="18631"/>
                    <a:pt x="77246" y="17496"/>
                    <a:pt x="79642" y="16487"/>
                  </a:cubicBezTo>
                  <a:close/>
                </a:path>
              </a:pathLst>
            </a:custGeom>
            <a:grpFill/>
            <a:ln w="1270" cap="flat">
              <a:solidFill>
                <a:schemeClr val="bg1"/>
              </a:solidFill>
              <a:prstDash val="solid"/>
              <a:miter/>
            </a:ln>
          </p:spPr>
          <p:txBody>
            <a:bodyPr rtlCol="0" anchor="ctr"/>
            <a:lstStyle/>
            <a:p>
              <a:endParaRPr lang="ko-KR" altLang="en-US"/>
            </a:p>
          </p:txBody>
        </p:sp>
        <p:sp>
          <p:nvSpPr>
            <p:cNvPr id="80" name="자유형: 도형 60">
              <a:extLst>
                <a:ext uri="{FF2B5EF4-FFF2-40B4-BE49-F238E27FC236}">
                  <a16:creationId xmlns:a16="http://schemas.microsoft.com/office/drawing/2014/main" id="{37142F18-A7AC-F54E-B485-65948D762573}"/>
                </a:ext>
              </a:extLst>
            </p:cNvPr>
            <p:cNvSpPr/>
            <p:nvPr/>
          </p:nvSpPr>
          <p:spPr>
            <a:xfrm>
              <a:off x="8475635" y="3941077"/>
              <a:ext cx="189098" cy="403408"/>
            </a:xfrm>
            <a:custGeom>
              <a:avLst/>
              <a:gdLst>
                <a:gd name="connsiteX0" fmla="*/ 146708 w 189097"/>
                <a:gd name="connsiteY0" fmla="*/ 50136 h 403408"/>
                <a:gd name="connsiteX1" fmla="*/ 120487 w 189097"/>
                <a:gd name="connsiteY1" fmla="*/ 30217 h 403408"/>
                <a:gd name="connsiteX2" fmla="*/ 113175 w 189097"/>
                <a:gd name="connsiteY2" fmla="*/ 14459 h 403408"/>
                <a:gd name="connsiteX3" fmla="*/ 91239 w 189097"/>
                <a:gd name="connsiteY3" fmla="*/ 2987 h 403408"/>
                <a:gd name="connsiteX4" fmla="*/ 70313 w 189097"/>
                <a:gd name="connsiteY4" fmla="*/ 16602 h 403408"/>
                <a:gd name="connsiteX5" fmla="*/ 52537 w 189097"/>
                <a:gd name="connsiteY5" fmla="*/ 19754 h 403408"/>
                <a:gd name="connsiteX6" fmla="*/ 29467 w 189097"/>
                <a:gd name="connsiteY6" fmla="*/ 19754 h 403408"/>
                <a:gd name="connsiteX7" fmla="*/ 9550 w 189097"/>
                <a:gd name="connsiteY7" fmla="*/ 21897 h 403408"/>
                <a:gd name="connsiteX8" fmla="*/ 2364 w 189097"/>
                <a:gd name="connsiteY8" fmla="*/ 27570 h 403408"/>
                <a:gd name="connsiteX9" fmla="*/ 11945 w 189097"/>
                <a:gd name="connsiteY9" fmla="*/ 41563 h 403408"/>
                <a:gd name="connsiteX10" fmla="*/ 25434 w 189097"/>
                <a:gd name="connsiteY10" fmla="*/ 61734 h 403408"/>
                <a:gd name="connsiteX11" fmla="*/ 47243 w 189097"/>
                <a:gd name="connsiteY11" fmla="*/ 73457 h 403408"/>
                <a:gd name="connsiteX12" fmla="*/ 65774 w 189097"/>
                <a:gd name="connsiteY12" fmla="*/ 78500 h 403408"/>
                <a:gd name="connsiteX13" fmla="*/ 74221 w 189097"/>
                <a:gd name="connsiteY13" fmla="*/ 98670 h 403408"/>
                <a:gd name="connsiteX14" fmla="*/ 54050 w 189097"/>
                <a:gd name="connsiteY14" fmla="*/ 110395 h 403408"/>
                <a:gd name="connsiteX15" fmla="*/ 82667 w 189097"/>
                <a:gd name="connsiteY15" fmla="*/ 135608 h 403408"/>
                <a:gd name="connsiteX16" fmla="*/ 96156 w 189097"/>
                <a:gd name="connsiteY16" fmla="*/ 159056 h 403408"/>
                <a:gd name="connsiteX17" fmla="*/ 117965 w 189097"/>
                <a:gd name="connsiteY17" fmla="*/ 187673 h 403408"/>
                <a:gd name="connsiteX18" fmla="*/ 139900 w 189097"/>
                <a:gd name="connsiteY18" fmla="*/ 207843 h 403408"/>
                <a:gd name="connsiteX19" fmla="*/ 144943 w 189097"/>
                <a:gd name="connsiteY19" fmla="*/ 234695 h 403408"/>
                <a:gd name="connsiteX20" fmla="*/ 153389 w 189097"/>
                <a:gd name="connsiteY20" fmla="*/ 278439 h 403408"/>
                <a:gd name="connsiteX21" fmla="*/ 134858 w 189097"/>
                <a:gd name="connsiteY21" fmla="*/ 308695 h 403408"/>
                <a:gd name="connsiteX22" fmla="*/ 111284 w 189097"/>
                <a:gd name="connsiteY22" fmla="*/ 323823 h 403408"/>
                <a:gd name="connsiteX23" fmla="*/ 111284 w 189097"/>
                <a:gd name="connsiteY23" fmla="*/ 347397 h 403408"/>
                <a:gd name="connsiteX24" fmla="*/ 81028 w 189097"/>
                <a:gd name="connsiteY24" fmla="*/ 347397 h 403408"/>
                <a:gd name="connsiteX25" fmla="*/ 64640 w 189097"/>
                <a:gd name="connsiteY25" fmla="*/ 360255 h 403408"/>
                <a:gd name="connsiteX26" fmla="*/ 76364 w 189097"/>
                <a:gd name="connsiteY26" fmla="*/ 369206 h 403408"/>
                <a:gd name="connsiteX27" fmla="*/ 68926 w 189097"/>
                <a:gd name="connsiteY27" fmla="*/ 392276 h 403408"/>
                <a:gd name="connsiteX28" fmla="*/ 82289 w 189097"/>
                <a:gd name="connsiteY28" fmla="*/ 402865 h 403408"/>
                <a:gd name="connsiteX29" fmla="*/ 106241 w 189097"/>
                <a:gd name="connsiteY29" fmla="*/ 384460 h 403408"/>
                <a:gd name="connsiteX30" fmla="*/ 112544 w 189097"/>
                <a:gd name="connsiteY30" fmla="*/ 374249 h 403408"/>
                <a:gd name="connsiteX31" fmla="*/ 119604 w 189097"/>
                <a:gd name="connsiteY31" fmla="*/ 360129 h 403408"/>
                <a:gd name="connsiteX32" fmla="*/ 136119 w 189097"/>
                <a:gd name="connsiteY32" fmla="*/ 357356 h 403408"/>
                <a:gd name="connsiteX33" fmla="*/ 172173 w 189097"/>
                <a:gd name="connsiteY33" fmla="*/ 340085 h 403408"/>
                <a:gd name="connsiteX34" fmla="*/ 192974 w 189097"/>
                <a:gd name="connsiteY34" fmla="*/ 304787 h 403408"/>
                <a:gd name="connsiteX35" fmla="*/ 186671 w 189097"/>
                <a:gd name="connsiteY35" fmla="*/ 243141 h 403408"/>
                <a:gd name="connsiteX36" fmla="*/ 161584 w 189097"/>
                <a:gd name="connsiteY36" fmla="*/ 201540 h 403408"/>
                <a:gd name="connsiteX37" fmla="*/ 118848 w 189097"/>
                <a:gd name="connsiteY37" fmla="*/ 165485 h 403408"/>
                <a:gd name="connsiteX38" fmla="*/ 107124 w 189097"/>
                <a:gd name="connsiteY38" fmla="*/ 145063 h 403408"/>
                <a:gd name="connsiteX39" fmla="*/ 100442 w 189097"/>
                <a:gd name="connsiteY39" fmla="*/ 109008 h 403408"/>
                <a:gd name="connsiteX40" fmla="*/ 119352 w 189097"/>
                <a:gd name="connsiteY40" fmla="*/ 85812 h 403408"/>
                <a:gd name="connsiteX41" fmla="*/ 129563 w 189097"/>
                <a:gd name="connsiteY41" fmla="*/ 70180 h 403408"/>
                <a:gd name="connsiteX42" fmla="*/ 150364 w 189097"/>
                <a:gd name="connsiteY42" fmla="*/ 56439 h 403408"/>
                <a:gd name="connsiteX43" fmla="*/ 152633 w 189097"/>
                <a:gd name="connsiteY43" fmla="*/ 54548 h 403408"/>
                <a:gd name="connsiteX44" fmla="*/ 146708 w 189097"/>
                <a:gd name="connsiteY44" fmla="*/ 50136 h 403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9097" h="403408">
                  <a:moveTo>
                    <a:pt x="146708" y="50136"/>
                  </a:moveTo>
                  <a:cubicBezTo>
                    <a:pt x="139396" y="49127"/>
                    <a:pt x="120487" y="35512"/>
                    <a:pt x="120487" y="30217"/>
                  </a:cubicBezTo>
                  <a:cubicBezTo>
                    <a:pt x="120487" y="24923"/>
                    <a:pt x="129941" y="16602"/>
                    <a:pt x="113175" y="14459"/>
                  </a:cubicBezTo>
                  <a:cubicBezTo>
                    <a:pt x="96408" y="12316"/>
                    <a:pt x="94265" y="6013"/>
                    <a:pt x="91239" y="2987"/>
                  </a:cubicBezTo>
                  <a:cubicBezTo>
                    <a:pt x="88088" y="-164"/>
                    <a:pt x="74473" y="9290"/>
                    <a:pt x="70313" y="16602"/>
                  </a:cubicBezTo>
                  <a:cubicBezTo>
                    <a:pt x="66153" y="23914"/>
                    <a:pt x="61866" y="14459"/>
                    <a:pt x="52537" y="19754"/>
                  </a:cubicBezTo>
                  <a:cubicBezTo>
                    <a:pt x="43082" y="25049"/>
                    <a:pt x="33628" y="12442"/>
                    <a:pt x="29467" y="19754"/>
                  </a:cubicBezTo>
                  <a:cubicBezTo>
                    <a:pt x="25308" y="27066"/>
                    <a:pt x="14718" y="15594"/>
                    <a:pt x="9550" y="21897"/>
                  </a:cubicBezTo>
                  <a:cubicBezTo>
                    <a:pt x="7532" y="24292"/>
                    <a:pt x="4885" y="26183"/>
                    <a:pt x="2364" y="27570"/>
                  </a:cubicBezTo>
                  <a:cubicBezTo>
                    <a:pt x="6902" y="32739"/>
                    <a:pt x="11945" y="37655"/>
                    <a:pt x="11945" y="41563"/>
                  </a:cubicBezTo>
                  <a:cubicBezTo>
                    <a:pt x="11945" y="48244"/>
                    <a:pt x="25434" y="53287"/>
                    <a:pt x="25434" y="61734"/>
                  </a:cubicBezTo>
                  <a:cubicBezTo>
                    <a:pt x="25434" y="70180"/>
                    <a:pt x="42200" y="76861"/>
                    <a:pt x="47243" y="73457"/>
                  </a:cubicBezTo>
                  <a:cubicBezTo>
                    <a:pt x="52285" y="70054"/>
                    <a:pt x="64010" y="66776"/>
                    <a:pt x="65774" y="78500"/>
                  </a:cubicBezTo>
                  <a:cubicBezTo>
                    <a:pt x="67413" y="90224"/>
                    <a:pt x="74221" y="90224"/>
                    <a:pt x="74221" y="98670"/>
                  </a:cubicBezTo>
                  <a:cubicBezTo>
                    <a:pt x="74221" y="107117"/>
                    <a:pt x="57454" y="102074"/>
                    <a:pt x="54050" y="110395"/>
                  </a:cubicBezTo>
                  <a:cubicBezTo>
                    <a:pt x="50647" y="118841"/>
                    <a:pt x="82667" y="128926"/>
                    <a:pt x="82667" y="135608"/>
                  </a:cubicBezTo>
                  <a:cubicBezTo>
                    <a:pt x="82667" y="142289"/>
                    <a:pt x="92752" y="150735"/>
                    <a:pt x="96156" y="159056"/>
                  </a:cubicBezTo>
                  <a:cubicBezTo>
                    <a:pt x="99559" y="167502"/>
                    <a:pt x="114687" y="177587"/>
                    <a:pt x="117965" y="187673"/>
                  </a:cubicBezTo>
                  <a:cubicBezTo>
                    <a:pt x="121369" y="197758"/>
                    <a:pt x="134858" y="202800"/>
                    <a:pt x="139900" y="207843"/>
                  </a:cubicBezTo>
                  <a:cubicBezTo>
                    <a:pt x="144943" y="212886"/>
                    <a:pt x="146582" y="224610"/>
                    <a:pt x="144943" y="234695"/>
                  </a:cubicBezTo>
                  <a:cubicBezTo>
                    <a:pt x="143304" y="244780"/>
                    <a:pt x="143304" y="263312"/>
                    <a:pt x="153389" y="278439"/>
                  </a:cubicBezTo>
                  <a:cubicBezTo>
                    <a:pt x="163474" y="293567"/>
                    <a:pt x="141665" y="300249"/>
                    <a:pt x="134858" y="308695"/>
                  </a:cubicBezTo>
                  <a:cubicBezTo>
                    <a:pt x="128176" y="317141"/>
                    <a:pt x="131454" y="328865"/>
                    <a:pt x="111284" y="323823"/>
                  </a:cubicBezTo>
                  <a:cubicBezTo>
                    <a:pt x="91113" y="318780"/>
                    <a:pt x="114687" y="340589"/>
                    <a:pt x="111284" y="347397"/>
                  </a:cubicBezTo>
                  <a:cubicBezTo>
                    <a:pt x="107880" y="354204"/>
                    <a:pt x="81028" y="340716"/>
                    <a:pt x="81028" y="347397"/>
                  </a:cubicBezTo>
                  <a:cubicBezTo>
                    <a:pt x="81028" y="351431"/>
                    <a:pt x="71951" y="356726"/>
                    <a:pt x="64640" y="360255"/>
                  </a:cubicBezTo>
                  <a:cubicBezTo>
                    <a:pt x="67539" y="364037"/>
                    <a:pt x="71573" y="366181"/>
                    <a:pt x="76364" y="369206"/>
                  </a:cubicBezTo>
                  <a:cubicBezTo>
                    <a:pt x="82667" y="373114"/>
                    <a:pt x="68548" y="379796"/>
                    <a:pt x="68926" y="392276"/>
                  </a:cubicBezTo>
                  <a:cubicBezTo>
                    <a:pt x="69304" y="404883"/>
                    <a:pt x="78759" y="408034"/>
                    <a:pt x="82289" y="402865"/>
                  </a:cubicBezTo>
                  <a:cubicBezTo>
                    <a:pt x="85819" y="397697"/>
                    <a:pt x="100316" y="386351"/>
                    <a:pt x="106241" y="384460"/>
                  </a:cubicBezTo>
                  <a:cubicBezTo>
                    <a:pt x="112166" y="382443"/>
                    <a:pt x="106241" y="373870"/>
                    <a:pt x="112544" y="374249"/>
                  </a:cubicBezTo>
                  <a:cubicBezTo>
                    <a:pt x="118848" y="374627"/>
                    <a:pt x="116831" y="365172"/>
                    <a:pt x="119604" y="360129"/>
                  </a:cubicBezTo>
                  <a:cubicBezTo>
                    <a:pt x="122377" y="355087"/>
                    <a:pt x="126664" y="356978"/>
                    <a:pt x="136119" y="357356"/>
                  </a:cubicBezTo>
                  <a:cubicBezTo>
                    <a:pt x="145573" y="357734"/>
                    <a:pt x="158810" y="348784"/>
                    <a:pt x="172173" y="340085"/>
                  </a:cubicBezTo>
                  <a:cubicBezTo>
                    <a:pt x="185536" y="331513"/>
                    <a:pt x="187805" y="329496"/>
                    <a:pt x="192974" y="304787"/>
                  </a:cubicBezTo>
                  <a:cubicBezTo>
                    <a:pt x="198142" y="280078"/>
                    <a:pt x="187049" y="250705"/>
                    <a:pt x="186671" y="243141"/>
                  </a:cubicBezTo>
                  <a:cubicBezTo>
                    <a:pt x="186292" y="235703"/>
                    <a:pt x="168265" y="201161"/>
                    <a:pt x="161584" y="201540"/>
                  </a:cubicBezTo>
                  <a:cubicBezTo>
                    <a:pt x="154902" y="201918"/>
                    <a:pt x="124395" y="170528"/>
                    <a:pt x="118848" y="165485"/>
                  </a:cubicBezTo>
                  <a:cubicBezTo>
                    <a:pt x="113427" y="160442"/>
                    <a:pt x="114940" y="151744"/>
                    <a:pt x="107124" y="145063"/>
                  </a:cubicBezTo>
                  <a:cubicBezTo>
                    <a:pt x="99308" y="138381"/>
                    <a:pt x="98551" y="121110"/>
                    <a:pt x="100442" y="109008"/>
                  </a:cubicBezTo>
                  <a:cubicBezTo>
                    <a:pt x="102459" y="96780"/>
                    <a:pt x="119730" y="94132"/>
                    <a:pt x="119352" y="85812"/>
                  </a:cubicBezTo>
                  <a:cubicBezTo>
                    <a:pt x="118974" y="77618"/>
                    <a:pt x="120864" y="70558"/>
                    <a:pt x="129563" y="70180"/>
                  </a:cubicBezTo>
                  <a:cubicBezTo>
                    <a:pt x="138261" y="69802"/>
                    <a:pt x="146456" y="62742"/>
                    <a:pt x="150364" y="56439"/>
                  </a:cubicBezTo>
                  <a:cubicBezTo>
                    <a:pt x="150868" y="55556"/>
                    <a:pt x="151750" y="54926"/>
                    <a:pt x="152633" y="54548"/>
                  </a:cubicBezTo>
                  <a:cubicBezTo>
                    <a:pt x="149985" y="51900"/>
                    <a:pt x="148095" y="50388"/>
                    <a:pt x="146708" y="50136"/>
                  </a:cubicBezTo>
                  <a:close/>
                </a:path>
              </a:pathLst>
            </a:custGeom>
            <a:grpFill/>
            <a:ln w="1270" cap="flat">
              <a:solidFill>
                <a:schemeClr val="bg1"/>
              </a:solidFill>
              <a:prstDash val="solid"/>
              <a:miter/>
            </a:ln>
          </p:spPr>
          <p:txBody>
            <a:bodyPr rtlCol="0" anchor="ctr"/>
            <a:lstStyle/>
            <a:p>
              <a:endParaRPr lang="ko-KR" altLang="en-US"/>
            </a:p>
          </p:txBody>
        </p:sp>
        <p:sp>
          <p:nvSpPr>
            <p:cNvPr id="81" name="자유형: 도형 61">
              <a:extLst>
                <a:ext uri="{FF2B5EF4-FFF2-40B4-BE49-F238E27FC236}">
                  <a16:creationId xmlns:a16="http://schemas.microsoft.com/office/drawing/2014/main" id="{B196A445-80E2-2A47-B24A-578103557151}"/>
                </a:ext>
              </a:extLst>
            </p:cNvPr>
            <p:cNvSpPr/>
            <p:nvPr/>
          </p:nvSpPr>
          <p:spPr>
            <a:xfrm>
              <a:off x="8480828" y="4184123"/>
              <a:ext cx="151278" cy="113459"/>
            </a:xfrm>
            <a:custGeom>
              <a:avLst/>
              <a:gdLst>
                <a:gd name="connsiteX0" fmla="*/ 75583 w 151278"/>
                <a:gd name="connsiteY0" fmla="*/ 104350 h 113458"/>
                <a:gd name="connsiteX1" fmla="*/ 105839 w 151278"/>
                <a:gd name="connsiteY1" fmla="*/ 104350 h 113458"/>
                <a:gd name="connsiteX2" fmla="*/ 105839 w 151278"/>
                <a:gd name="connsiteY2" fmla="*/ 80776 h 113458"/>
                <a:gd name="connsiteX3" fmla="*/ 129413 w 151278"/>
                <a:gd name="connsiteY3" fmla="*/ 65648 h 113458"/>
                <a:gd name="connsiteX4" fmla="*/ 147944 w 151278"/>
                <a:gd name="connsiteY4" fmla="*/ 35393 h 113458"/>
                <a:gd name="connsiteX5" fmla="*/ 138741 w 151278"/>
                <a:gd name="connsiteY5" fmla="*/ 2364 h 113458"/>
                <a:gd name="connsiteX6" fmla="*/ 119958 w 151278"/>
                <a:gd name="connsiteY6" fmla="*/ 6146 h 113458"/>
                <a:gd name="connsiteX7" fmla="*/ 101805 w 151278"/>
                <a:gd name="connsiteY7" fmla="*/ 11819 h 113458"/>
                <a:gd name="connsiteX8" fmla="*/ 93862 w 151278"/>
                <a:gd name="connsiteY8" fmla="*/ 18626 h 113458"/>
                <a:gd name="connsiteX9" fmla="*/ 79113 w 151278"/>
                <a:gd name="connsiteY9" fmla="*/ 8415 h 113458"/>
                <a:gd name="connsiteX10" fmla="*/ 42806 w 151278"/>
                <a:gd name="connsiteY10" fmla="*/ 7280 h 113458"/>
                <a:gd name="connsiteX11" fmla="*/ 6626 w 151278"/>
                <a:gd name="connsiteY11" fmla="*/ 25433 h 113458"/>
                <a:gd name="connsiteX12" fmla="*/ 7760 w 151278"/>
                <a:gd name="connsiteY12" fmla="*/ 49260 h 113458"/>
                <a:gd name="connsiteX13" fmla="*/ 11164 w 151278"/>
                <a:gd name="connsiteY13" fmla="*/ 69682 h 113458"/>
                <a:gd name="connsiteX14" fmla="*/ 10911 w 151278"/>
                <a:gd name="connsiteY14" fmla="*/ 70439 h 113458"/>
                <a:gd name="connsiteX15" fmla="*/ 18097 w 151278"/>
                <a:gd name="connsiteY15" fmla="*/ 94391 h 113458"/>
                <a:gd name="connsiteX16" fmla="*/ 34612 w 151278"/>
                <a:gd name="connsiteY16" fmla="*/ 97164 h 113458"/>
                <a:gd name="connsiteX17" fmla="*/ 35747 w 151278"/>
                <a:gd name="connsiteY17" fmla="*/ 111284 h 113458"/>
                <a:gd name="connsiteX18" fmla="*/ 56925 w 151278"/>
                <a:gd name="connsiteY18" fmla="*/ 113301 h 113458"/>
                <a:gd name="connsiteX19" fmla="*/ 59321 w 151278"/>
                <a:gd name="connsiteY19" fmla="*/ 117335 h 113458"/>
                <a:gd name="connsiteX20" fmla="*/ 75583 w 151278"/>
                <a:gd name="connsiteY20" fmla="*/ 104350 h 113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1278" h="113458">
                  <a:moveTo>
                    <a:pt x="75583" y="104350"/>
                  </a:moveTo>
                  <a:cubicBezTo>
                    <a:pt x="75583" y="97669"/>
                    <a:pt x="102435" y="111158"/>
                    <a:pt x="105839" y="104350"/>
                  </a:cubicBezTo>
                  <a:cubicBezTo>
                    <a:pt x="109243" y="97669"/>
                    <a:pt x="85668" y="75733"/>
                    <a:pt x="105839" y="80776"/>
                  </a:cubicBezTo>
                  <a:cubicBezTo>
                    <a:pt x="126009" y="85819"/>
                    <a:pt x="122606" y="74095"/>
                    <a:pt x="129413" y="65648"/>
                  </a:cubicBezTo>
                  <a:cubicBezTo>
                    <a:pt x="136094" y="57202"/>
                    <a:pt x="158030" y="50520"/>
                    <a:pt x="147944" y="35393"/>
                  </a:cubicBezTo>
                  <a:cubicBezTo>
                    <a:pt x="140759" y="24677"/>
                    <a:pt x="138741" y="12323"/>
                    <a:pt x="138741" y="2364"/>
                  </a:cubicBezTo>
                  <a:cubicBezTo>
                    <a:pt x="132186" y="7532"/>
                    <a:pt x="124370" y="7910"/>
                    <a:pt x="119958" y="6146"/>
                  </a:cubicBezTo>
                  <a:cubicBezTo>
                    <a:pt x="114285" y="3876"/>
                    <a:pt x="101805" y="2742"/>
                    <a:pt x="101805" y="11819"/>
                  </a:cubicBezTo>
                  <a:cubicBezTo>
                    <a:pt x="101805" y="20895"/>
                    <a:pt x="92728" y="23164"/>
                    <a:pt x="93862" y="18626"/>
                  </a:cubicBezTo>
                  <a:cubicBezTo>
                    <a:pt x="94997" y="14088"/>
                    <a:pt x="84786" y="15222"/>
                    <a:pt x="79113" y="8415"/>
                  </a:cubicBezTo>
                  <a:cubicBezTo>
                    <a:pt x="73440" y="1607"/>
                    <a:pt x="53017" y="10684"/>
                    <a:pt x="42806" y="7280"/>
                  </a:cubicBezTo>
                  <a:cubicBezTo>
                    <a:pt x="32595" y="3876"/>
                    <a:pt x="16711" y="12953"/>
                    <a:pt x="6626" y="25433"/>
                  </a:cubicBezTo>
                  <a:cubicBezTo>
                    <a:pt x="-3586" y="37914"/>
                    <a:pt x="7760" y="37914"/>
                    <a:pt x="7760" y="49260"/>
                  </a:cubicBezTo>
                  <a:cubicBezTo>
                    <a:pt x="7760" y="60606"/>
                    <a:pt x="14568" y="60606"/>
                    <a:pt x="11164" y="69682"/>
                  </a:cubicBezTo>
                  <a:cubicBezTo>
                    <a:pt x="11038" y="69934"/>
                    <a:pt x="11038" y="70187"/>
                    <a:pt x="10911" y="70439"/>
                  </a:cubicBezTo>
                  <a:cubicBezTo>
                    <a:pt x="20871" y="74851"/>
                    <a:pt x="16963" y="87331"/>
                    <a:pt x="18097" y="94391"/>
                  </a:cubicBezTo>
                  <a:cubicBezTo>
                    <a:pt x="19232" y="101829"/>
                    <a:pt x="29065" y="97543"/>
                    <a:pt x="34612" y="97164"/>
                  </a:cubicBezTo>
                  <a:cubicBezTo>
                    <a:pt x="40159" y="96786"/>
                    <a:pt x="31082" y="105863"/>
                    <a:pt x="35747" y="111284"/>
                  </a:cubicBezTo>
                  <a:cubicBezTo>
                    <a:pt x="40537" y="116831"/>
                    <a:pt x="54152" y="106619"/>
                    <a:pt x="56925" y="113301"/>
                  </a:cubicBezTo>
                  <a:cubicBezTo>
                    <a:pt x="57556" y="114940"/>
                    <a:pt x="58438" y="116200"/>
                    <a:pt x="59321" y="117335"/>
                  </a:cubicBezTo>
                  <a:cubicBezTo>
                    <a:pt x="66506" y="113679"/>
                    <a:pt x="75583" y="108384"/>
                    <a:pt x="75583" y="104350"/>
                  </a:cubicBezTo>
                  <a:close/>
                </a:path>
              </a:pathLst>
            </a:custGeom>
            <a:grpFill/>
            <a:ln w="1270" cap="flat">
              <a:solidFill>
                <a:schemeClr val="bg1"/>
              </a:solidFill>
              <a:prstDash val="solid"/>
              <a:miter/>
            </a:ln>
          </p:spPr>
          <p:txBody>
            <a:bodyPr rtlCol="0" anchor="ctr"/>
            <a:lstStyle/>
            <a:p>
              <a:endParaRPr lang="ko-KR" altLang="en-US"/>
            </a:p>
          </p:txBody>
        </p:sp>
        <p:sp>
          <p:nvSpPr>
            <p:cNvPr id="82" name="자유형: 도형 62">
              <a:extLst>
                <a:ext uri="{FF2B5EF4-FFF2-40B4-BE49-F238E27FC236}">
                  <a16:creationId xmlns:a16="http://schemas.microsoft.com/office/drawing/2014/main" id="{7CDD8F25-84F3-F64F-94F5-864BD9428FA0}"/>
                </a:ext>
              </a:extLst>
            </p:cNvPr>
            <p:cNvSpPr/>
            <p:nvPr/>
          </p:nvSpPr>
          <p:spPr>
            <a:xfrm>
              <a:off x="8423066" y="3966283"/>
              <a:ext cx="189098" cy="239524"/>
            </a:xfrm>
            <a:custGeom>
              <a:avLst/>
              <a:gdLst>
                <a:gd name="connsiteX0" fmla="*/ 134984 w 189097"/>
                <a:gd name="connsiteY0" fmla="*/ 110402 h 239523"/>
                <a:gd name="connsiteX1" fmla="*/ 106367 w 189097"/>
                <a:gd name="connsiteY1" fmla="*/ 85189 h 239523"/>
                <a:gd name="connsiteX2" fmla="*/ 126537 w 189097"/>
                <a:gd name="connsiteY2" fmla="*/ 73464 h 239523"/>
                <a:gd name="connsiteX3" fmla="*/ 118091 w 189097"/>
                <a:gd name="connsiteY3" fmla="*/ 53294 h 239523"/>
                <a:gd name="connsiteX4" fmla="*/ 99559 w 189097"/>
                <a:gd name="connsiteY4" fmla="*/ 48251 h 239523"/>
                <a:gd name="connsiteX5" fmla="*/ 77750 w 189097"/>
                <a:gd name="connsiteY5" fmla="*/ 36527 h 239523"/>
                <a:gd name="connsiteX6" fmla="*/ 64261 w 189097"/>
                <a:gd name="connsiteY6" fmla="*/ 16357 h 239523"/>
                <a:gd name="connsiteX7" fmla="*/ 54680 w 189097"/>
                <a:gd name="connsiteY7" fmla="*/ 2364 h 239523"/>
                <a:gd name="connsiteX8" fmla="*/ 44091 w 189097"/>
                <a:gd name="connsiteY8" fmla="*/ 2994 h 239523"/>
                <a:gd name="connsiteX9" fmla="*/ 39931 w 189097"/>
                <a:gd name="connsiteY9" fmla="*/ 16609 h 239523"/>
                <a:gd name="connsiteX10" fmla="*/ 38922 w 189097"/>
                <a:gd name="connsiteY10" fmla="*/ 37536 h 239523"/>
                <a:gd name="connsiteX11" fmla="*/ 25307 w 189097"/>
                <a:gd name="connsiteY11" fmla="*/ 24929 h 239523"/>
                <a:gd name="connsiteX12" fmla="*/ 11692 w 189097"/>
                <a:gd name="connsiteY12" fmla="*/ 46991 h 239523"/>
                <a:gd name="connsiteX13" fmla="*/ 2364 w 189097"/>
                <a:gd name="connsiteY13" fmla="*/ 54681 h 239523"/>
                <a:gd name="connsiteX14" fmla="*/ 7532 w 189097"/>
                <a:gd name="connsiteY14" fmla="*/ 59850 h 239523"/>
                <a:gd name="connsiteX15" fmla="*/ 9801 w 189097"/>
                <a:gd name="connsiteY15" fmla="*/ 80272 h 239523"/>
                <a:gd name="connsiteX16" fmla="*/ 27955 w 189097"/>
                <a:gd name="connsiteY16" fmla="*/ 87079 h 239523"/>
                <a:gd name="connsiteX17" fmla="*/ 25685 w 189097"/>
                <a:gd name="connsiteY17" fmla="*/ 115444 h 239523"/>
                <a:gd name="connsiteX18" fmla="*/ 18878 w 189097"/>
                <a:gd name="connsiteY18" fmla="*/ 135867 h 239523"/>
                <a:gd name="connsiteX19" fmla="*/ 42578 w 189097"/>
                <a:gd name="connsiteY19" fmla="*/ 126790 h 239523"/>
                <a:gd name="connsiteX20" fmla="*/ 61866 w 189097"/>
                <a:gd name="connsiteY20" fmla="*/ 125655 h 239523"/>
                <a:gd name="connsiteX21" fmla="*/ 78885 w 189097"/>
                <a:gd name="connsiteY21" fmla="*/ 121117 h 239523"/>
                <a:gd name="connsiteX22" fmla="*/ 103846 w 189097"/>
                <a:gd name="connsiteY22" fmla="*/ 119982 h 239523"/>
                <a:gd name="connsiteX23" fmla="*/ 123133 w 189097"/>
                <a:gd name="connsiteY23" fmla="*/ 139270 h 239523"/>
                <a:gd name="connsiteX24" fmla="*/ 125403 w 189097"/>
                <a:gd name="connsiteY24" fmla="*/ 170913 h 239523"/>
                <a:gd name="connsiteX25" fmla="*/ 143556 w 189097"/>
                <a:gd name="connsiteY25" fmla="*/ 199277 h 239523"/>
                <a:gd name="connsiteX26" fmla="*/ 140153 w 189097"/>
                <a:gd name="connsiteY26" fmla="*/ 229281 h 239523"/>
                <a:gd name="connsiteX27" fmla="*/ 151498 w 189097"/>
                <a:gd name="connsiteY27" fmla="*/ 236593 h 239523"/>
                <a:gd name="connsiteX28" fmla="*/ 159440 w 189097"/>
                <a:gd name="connsiteY28" fmla="*/ 229785 h 239523"/>
                <a:gd name="connsiteX29" fmla="*/ 177594 w 189097"/>
                <a:gd name="connsiteY29" fmla="*/ 224112 h 239523"/>
                <a:gd name="connsiteX30" fmla="*/ 196377 w 189097"/>
                <a:gd name="connsiteY30" fmla="*/ 220330 h 239523"/>
                <a:gd name="connsiteX31" fmla="*/ 197134 w 189097"/>
                <a:gd name="connsiteY31" fmla="*/ 209615 h 239523"/>
                <a:gd name="connsiteX32" fmla="*/ 192091 w 189097"/>
                <a:gd name="connsiteY32" fmla="*/ 182763 h 239523"/>
                <a:gd name="connsiteX33" fmla="*/ 170156 w 189097"/>
                <a:gd name="connsiteY33" fmla="*/ 162592 h 239523"/>
                <a:gd name="connsiteX34" fmla="*/ 148346 w 189097"/>
                <a:gd name="connsiteY34" fmla="*/ 133976 h 239523"/>
                <a:gd name="connsiteX35" fmla="*/ 134984 w 189097"/>
                <a:gd name="connsiteY35" fmla="*/ 110402 h 239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9097" h="239523">
                  <a:moveTo>
                    <a:pt x="134984" y="110402"/>
                  </a:moveTo>
                  <a:cubicBezTo>
                    <a:pt x="134984" y="103720"/>
                    <a:pt x="103090" y="93635"/>
                    <a:pt x="106367" y="85189"/>
                  </a:cubicBezTo>
                  <a:cubicBezTo>
                    <a:pt x="109771" y="76742"/>
                    <a:pt x="126537" y="81785"/>
                    <a:pt x="126537" y="73464"/>
                  </a:cubicBezTo>
                  <a:cubicBezTo>
                    <a:pt x="126537" y="65018"/>
                    <a:pt x="119856" y="65018"/>
                    <a:pt x="118091" y="53294"/>
                  </a:cubicBezTo>
                  <a:cubicBezTo>
                    <a:pt x="116452" y="41570"/>
                    <a:pt x="104602" y="44848"/>
                    <a:pt x="99559" y="48251"/>
                  </a:cubicBezTo>
                  <a:cubicBezTo>
                    <a:pt x="94517" y="51655"/>
                    <a:pt x="77750" y="44848"/>
                    <a:pt x="77750" y="36527"/>
                  </a:cubicBezTo>
                  <a:cubicBezTo>
                    <a:pt x="77750" y="28081"/>
                    <a:pt x="64261" y="23038"/>
                    <a:pt x="64261" y="16357"/>
                  </a:cubicBezTo>
                  <a:cubicBezTo>
                    <a:pt x="64261" y="12449"/>
                    <a:pt x="59218" y="7532"/>
                    <a:pt x="54680" y="2364"/>
                  </a:cubicBezTo>
                  <a:cubicBezTo>
                    <a:pt x="50394" y="4507"/>
                    <a:pt x="46108" y="5011"/>
                    <a:pt x="44091" y="2994"/>
                  </a:cubicBezTo>
                  <a:cubicBezTo>
                    <a:pt x="40940" y="-158"/>
                    <a:pt x="36779" y="13458"/>
                    <a:pt x="39931" y="16609"/>
                  </a:cubicBezTo>
                  <a:cubicBezTo>
                    <a:pt x="43082" y="19761"/>
                    <a:pt x="47243" y="39679"/>
                    <a:pt x="38922" y="37536"/>
                  </a:cubicBezTo>
                  <a:cubicBezTo>
                    <a:pt x="30476" y="35393"/>
                    <a:pt x="30476" y="23921"/>
                    <a:pt x="25307" y="24929"/>
                  </a:cubicBezTo>
                  <a:cubicBezTo>
                    <a:pt x="25307" y="24929"/>
                    <a:pt x="11692" y="40688"/>
                    <a:pt x="11692" y="46991"/>
                  </a:cubicBezTo>
                  <a:cubicBezTo>
                    <a:pt x="11692" y="51277"/>
                    <a:pt x="6523" y="52664"/>
                    <a:pt x="2364" y="54681"/>
                  </a:cubicBezTo>
                  <a:cubicBezTo>
                    <a:pt x="4758" y="56824"/>
                    <a:pt x="6902" y="58841"/>
                    <a:pt x="7532" y="59850"/>
                  </a:cubicBezTo>
                  <a:cubicBezTo>
                    <a:pt x="9801" y="63253"/>
                    <a:pt x="6397" y="72330"/>
                    <a:pt x="9801" y="80272"/>
                  </a:cubicBezTo>
                  <a:cubicBezTo>
                    <a:pt x="13205" y="88214"/>
                    <a:pt x="24551" y="75734"/>
                    <a:pt x="27955" y="87079"/>
                  </a:cubicBezTo>
                  <a:cubicBezTo>
                    <a:pt x="31359" y="98425"/>
                    <a:pt x="25685" y="104098"/>
                    <a:pt x="25685" y="115444"/>
                  </a:cubicBezTo>
                  <a:cubicBezTo>
                    <a:pt x="25685" y="126790"/>
                    <a:pt x="16608" y="125655"/>
                    <a:pt x="18878" y="135867"/>
                  </a:cubicBezTo>
                  <a:cubicBezTo>
                    <a:pt x="21147" y="146078"/>
                    <a:pt x="33628" y="133597"/>
                    <a:pt x="42578" y="126790"/>
                  </a:cubicBezTo>
                  <a:cubicBezTo>
                    <a:pt x="51655" y="119982"/>
                    <a:pt x="58462" y="121117"/>
                    <a:pt x="61866" y="125655"/>
                  </a:cubicBezTo>
                  <a:cubicBezTo>
                    <a:pt x="65270" y="130194"/>
                    <a:pt x="76615" y="126790"/>
                    <a:pt x="78885" y="121117"/>
                  </a:cubicBezTo>
                  <a:cubicBezTo>
                    <a:pt x="81154" y="115444"/>
                    <a:pt x="98173" y="113175"/>
                    <a:pt x="103846" y="119982"/>
                  </a:cubicBezTo>
                  <a:cubicBezTo>
                    <a:pt x="109519" y="126790"/>
                    <a:pt x="115191" y="134732"/>
                    <a:pt x="123133" y="139270"/>
                  </a:cubicBezTo>
                  <a:cubicBezTo>
                    <a:pt x="131076" y="143809"/>
                    <a:pt x="117460" y="168644"/>
                    <a:pt x="125403" y="170913"/>
                  </a:cubicBezTo>
                  <a:cubicBezTo>
                    <a:pt x="133345" y="173182"/>
                    <a:pt x="144691" y="185662"/>
                    <a:pt x="143556" y="199277"/>
                  </a:cubicBezTo>
                  <a:cubicBezTo>
                    <a:pt x="142548" y="211001"/>
                    <a:pt x="149103" y="219322"/>
                    <a:pt x="140153" y="229281"/>
                  </a:cubicBezTo>
                  <a:cubicBezTo>
                    <a:pt x="145700" y="232937"/>
                    <a:pt x="152381" y="232811"/>
                    <a:pt x="151498" y="236593"/>
                  </a:cubicBezTo>
                  <a:cubicBezTo>
                    <a:pt x="150364" y="241131"/>
                    <a:pt x="159440" y="238862"/>
                    <a:pt x="159440" y="229785"/>
                  </a:cubicBezTo>
                  <a:cubicBezTo>
                    <a:pt x="159440" y="220708"/>
                    <a:pt x="171921" y="221843"/>
                    <a:pt x="177594" y="224112"/>
                  </a:cubicBezTo>
                  <a:cubicBezTo>
                    <a:pt x="182006" y="225877"/>
                    <a:pt x="189948" y="225499"/>
                    <a:pt x="196377" y="220330"/>
                  </a:cubicBezTo>
                  <a:cubicBezTo>
                    <a:pt x="196377" y="216296"/>
                    <a:pt x="196630" y="212514"/>
                    <a:pt x="197134" y="209615"/>
                  </a:cubicBezTo>
                  <a:cubicBezTo>
                    <a:pt x="198772" y="199529"/>
                    <a:pt x="197134" y="187805"/>
                    <a:pt x="192091" y="182763"/>
                  </a:cubicBezTo>
                  <a:cubicBezTo>
                    <a:pt x="187049" y="177720"/>
                    <a:pt x="173559" y="172678"/>
                    <a:pt x="170156" y="162592"/>
                  </a:cubicBezTo>
                  <a:cubicBezTo>
                    <a:pt x="166878" y="152507"/>
                    <a:pt x="151750" y="142422"/>
                    <a:pt x="148346" y="133976"/>
                  </a:cubicBezTo>
                  <a:cubicBezTo>
                    <a:pt x="145069" y="125529"/>
                    <a:pt x="134984" y="117083"/>
                    <a:pt x="134984" y="110402"/>
                  </a:cubicBezTo>
                  <a:close/>
                </a:path>
              </a:pathLst>
            </a:custGeom>
            <a:grpFill/>
            <a:ln w="1270" cap="flat">
              <a:solidFill>
                <a:schemeClr val="bg1"/>
              </a:solidFill>
              <a:prstDash val="solid"/>
              <a:miter/>
            </a:ln>
          </p:spPr>
          <p:txBody>
            <a:bodyPr rtlCol="0" anchor="ctr"/>
            <a:lstStyle/>
            <a:p>
              <a:endParaRPr lang="ko-KR" altLang="en-US"/>
            </a:p>
          </p:txBody>
        </p:sp>
        <p:sp>
          <p:nvSpPr>
            <p:cNvPr id="83" name="자유형: 도형 63">
              <a:extLst>
                <a:ext uri="{FF2B5EF4-FFF2-40B4-BE49-F238E27FC236}">
                  <a16:creationId xmlns:a16="http://schemas.microsoft.com/office/drawing/2014/main" id="{7FDE107E-53A2-1743-9072-9A710B2453DB}"/>
                </a:ext>
              </a:extLst>
            </p:cNvPr>
            <p:cNvSpPr/>
            <p:nvPr/>
          </p:nvSpPr>
          <p:spPr>
            <a:xfrm>
              <a:off x="8355117" y="4018348"/>
              <a:ext cx="214311" cy="403408"/>
            </a:xfrm>
            <a:custGeom>
              <a:avLst/>
              <a:gdLst>
                <a:gd name="connsiteX0" fmla="*/ 133471 w 214310"/>
                <a:gd name="connsiteY0" fmla="*/ 214909 h 403408"/>
                <a:gd name="connsiteX1" fmla="*/ 132337 w 214310"/>
                <a:gd name="connsiteY1" fmla="*/ 191083 h 403408"/>
                <a:gd name="connsiteX2" fmla="*/ 168517 w 214310"/>
                <a:gd name="connsiteY2" fmla="*/ 172930 h 403408"/>
                <a:gd name="connsiteX3" fmla="*/ 204824 w 214310"/>
                <a:gd name="connsiteY3" fmla="*/ 174064 h 403408"/>
                <a:gd name="connsiteX4" fmla="*/ 208227 w 214310"/>
                <a:gd name="connsiteY4" fmla="*/ 176964 h 403408"/>
                <a:gd name="connsiteX5" fmla="*/ 211631 w 214310"/>
                <a:gd name="connsiteY5" fmla="*/ 146960 h 403408"/>
                <a:gd name="connsiteX6" fmla="*/ 193478 w 214310"/>
                <a:gd name="connsiteY6" fmla="*/ 118596 h 403408"/>
                <a:gd name="connsiteX7" fmla="*/ 191209 w 214310"/>
                <a:gd name="connsiteY7" fmla="*/ 86953 h 403408"/>
                <a:gd name="connsiteX8" fmla="*/ 171921 w 214310"/>
                <a:gd name="connsiteY8" fmla="*/ 67666 h 403408"/>
                <a:gd name="connsiteX9" fmla="*/ 146960 w 214310"/>
                <a:gd name="connsiteY9" fmla="*/ 68800 h 403408"/>
                <a:gd name="connsiteX10" fmla="*/ 129941 w 214310"/>
                <a:gd name="connsiteY10" fmla="*/ 73338 h 403408"/>
                <a:gd name="connsiteX11" fmla="*/ 110653 w 214310"/>
                <a:gd name="connsiteY11" fmla="*/ 74473 h 403408"/>
                <a:gd name="connsiteX12" fmla="*/ 86953 w 214310"/>
                <a:gd name="connsiteY12" fmla="*/ 83550 h 403408"/>
                <a:gd name="connsiteX13" fmla="*/ 93761 w 214310"/>
                <a:gd name="connsiteY13" fmla="*/ 63127 h 403408"/>
                <a:gd name="connsiteX14" fmla="*/ 96030 w 214310"/>
                <a:gd name="connsiteY14" fmla="*/ 34763 h 403408"/>
                <a:gd name="connsiteX15" fmla="*/ 77877 w 214310"/>
                <a:gd name="connsiteY15" fmla="*/ 27955 h 403408"/>
                <a:gd name="connsiteX16" fmla="*/ 75607 w 214310"/>
                <a:gd name="connsiteY16" fmla="*/ 7532 h 403408"/>
                <a:gd name="connsiteX17" fmla="*/ 70438 w 214310"/>
                <a:gd name="connsiteY17" fmla="*/ 2364 h 403408"/>
                <a:gd name="connsiteX18" fmla="*/ 66153 w 214310"/>
                <a:gd name="connsiteY18" fmla="*/ 6146 h 403408"/>
                <a:gd name="connsiteX19" fmla="*/ 42074 w 214310"/>
                <a:gd name="connsiteY19" fmla="*/ 19761 h 403408"/>
                <a:gd name="connsiteX20" fmla="*/ 22156 w 214310"/>
                <a:gd name="connsiteY20" fmla="*/ 26064 h 403408"/>
                <a:gd name="connsiteX21" fmla="*/ 7532 w 214310"/>
                <a:gd name="connsiteY21" fmla="*/ 34510 h 403408"/>
                <a:gd name="connsiteX22" fmla="*/ 2364 w 214310"/>
                <a:gd name="connsiteY22" fmla="*/ 76490 h 403408"/>
                <a:gd name="connsiteX23" fmla="*/ 22281 w 214310"/>
                <a:gd name="connsiteY23" fmla="*/ 100568 h 403408"/>
                <a:gd name="connsiteX24" fmla="*/ 27451 w 214310"/>
                <a:gd name="connsiteY24" fmla="*/ 118344 h 403408"/>
                <a:gd name="connsiteX25" fmla="*/ 26442 w 214310"/>
                <a:gd name="connsiteY25" fmla="*/ 130950 h 403408"/>
                <a:gd name="connsiteX26" fmla="*/ 22281 w 214310"/>
                <a:gd name="connsiteY26" fmla="*/ 149860 h 403408"/>
                <a:gd name="connsiteX27" fmla="*/ 31736 w 214310"/>
                <a:gd name="connsiteY27" fmla="*/ 178224 h 403408"/>
                <a:gd name="connsiteX28" fmla="*/ 42200 w 214310"/>
                <a:gd name="connsiteY28" fmla="*/ 210749 h 403408"/>
                <a:gd name="connsiteX29" fmla="*/ 50521 w 214310"/>
                <a:gd name="connsiteY29" fmla="*/ 230667 h 403408"/>
                <a:gd name="connsiteX30" fmla="*/ 27703 w 214310"/>
                <a:gd name="connsiteY30" fmla="*/ 274412 h 403408"/>
                <a:gd name="connsiteX31" fmla="*/ 20265 w 214310"/>
                <a:gd name="connsiteY31" fmla="*/ 313492 h 403408"/>
                <a:gd name="connsiteX32" fmla="*/ 21904 w 214310"/>
                <a:gd name="connsiteY32" fmla="*/ 337066 h 403408"/>
                <a:gd name="connsiteX33" fmla="*/ 56824 w 214310"/>
                <a:gd name="connsiteY33" fmla="*/ 371230 h 403408"/>
                <a:gd name="connsiteX34" fmla="*/ 64766 w 214310"/>
                <a:gd name="connsiteY34" fmla="*/ 384341 h 403408"/>
                <a:gd name="connsiteX35" fmla="*/ 80146 w 214310"/>
                <a:gd name="connsiteY35" fmla="*/ 385349 h 403408"/>
                <a:gd name="connsiteX36" fmla="*/ 93131 w 214310"/>
                <a:gd name="connsiteY36" fmla="*/ 400981 h 403408"/>
                <a:gd name="connsiteX37" fmla="*/ 114057 w 214310"/>
                <a:gd name="connsiteY37" fmla="*/ 403629 h 403408"/>
                <a:gd name="connsiteX38" fmla="*/ 122252 w 214310"/>
                <a:gd name="connsiteY38" fmla="*/ 392913 h 403408"/>
                <a:gd name="connsiteX39" fmla="*/ 91743 w 214310"/>
                <a:gd name="connsiteY39" fmla="*/ 375138 h 403408"/>
                <a:gd name="connsiteX40" fmla="*/ 73338 w 214310"/>
                <a:gd name="connsiteY40" fmla="*/ 344882 h 403408"/>
                <a:gd name="connsiteX41" fmla="*/ 63505 w 214310"/>
                <a:gd name="connsiteY41" fmla="*/ 320174 h 403408"/>
                <a:gd name="connsiteX42" fmla="*/ 46613 w 214310"/>
                <a:gd name="connsiteY42" fmla="*/ 307567 h 403408"/>
                <a:gd name="connsiteX43" fmla="*/ 49764 w 214310"/>
                <a:gd name="connsiteY43" fmla="*/ 265209 h 403408"/>
                <a:gd name="connsiteX44" fmla="*/ 64261 w 214310"/>
                <a:gd name="connsiteY44" fmla="*/ 211127 h 403408"/>
                <a:gd name="connsiteX45" fmla="*/ 86575 w 214310"/>
                <a:gd name="connsiteY45" fmla="*/ 204446 h 403408"/>
                <a:gd name="connsiteX46" fmla="*/ 106619 w 214310"/>
                <a:gd name="connsiteY46" fmla="*/ 220582 h 403408"/>
                <a:gd name="connsiteX47" fmla="*/ 134858 w 214310"/>
                <a:gd name="connsiteY47" fmla="*/ 235458 h 403408"/>
                <a:gd name="connsiteX48" fmla="*/ 136749 w 214310"/>
                <a:gd name="connsiteY48" fmla="*/ 236214 h 403408"/>
                <a:gd name="connsiteX49" fmla="*/ 137001 w 214310"/>
                <a:gd name="connsiteY49" fmla="*/ 235458 h 403408"/>
                <a:gd name="connsiteX50" fmla="*/ 133471 w 214310"/>
                <a:gd name="connsiteY50" fmla="*/ 214909 h 403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4310" h="403408">
                  <a:moveTo>
                    <a:pt x="133471" y="214909"/>
                  </a:moveTo>
                  <a:cubicBezTo>
                    <a:pt x="133471" y="203564"/>
                    <a:pt x="122126" y="203564"/>
                    <a:pt x="132337" y="191083"/>
                  </a:cubicBezTo>
                  <a:cubicBezTo>
                    <a:pt x="142548" y="178603"/>
                    <a:pt x="158306" y="169526"/>
                    <a:pt x="168517" y="172930"/>
                  </a:cubicBezTo>
                  <a:cubicBezTo>
                    <a:pt x="178729" y="176334"/>
                    <a:pt x="199151" y="167257"/>
                    <a:pt x="204824" y="174064"/>
                  </a:cubicBezTo>
                  <a:cubicBezTo>
                    <a:pt x="205833" y="175325"/>
                    <a:pt x="206967" y="176208"/>
                    <a:pt x="208227" y="176964"/>
                  </a:cubicBezTo>
                  <a:cubicBezTo>
                    <a:pt x="217178" y="167005"/>
                    <a:pt x="210623" y="158558"/>
                    <a:pt x="211631" y="146960"/>
                  </a:cubicBezTo>
                  <a:cubicBezTo>
                    <a:pt x="212766" y="133345"/>
                    <a:pt x="201420" y="120865"/>
                    <a:pt x="193478" y="118596"/>
                  </a:cubicBezTo>
                  <a:cubicBezTo>
                    <a:pt x="185536" y="116327"/>
                    <a:pt x="199151" y="91366"/>
                    <a:pt x="191209" y="86953"/>
                  </a:cubicBezTo>
                  <a:cubicBezTo>
                    <a:pt x="183267" y="82415"/>
                    <a:pt x="177594" y="74473"/>
                    <a:pt x="171921" y="67666"/>
                  </a:cubicBezTo>
                  <a:cubicBezTo>
                    <a:pt x="166248" y="60858"/>
                    <a:pt x="149229" y="63127"/>
                    <a:pt x="146960" y="68800"/>
                  </a:cubicBezTo>
                  <a:cubicBezTo>
                    <a:pt x="144691" y="74473"/>
                    <a:pt x="133345" y="77877"/>
                    <a:pt x="129941" y="73338"/>
                  </a:cubicBezTo>
                  <a:cubicBezTo>
                    <a:pt x="126537" y="68800"/>
                    <a:pt x="119730" y="67666"/>
                    <a:pt x="110653" y="74473"/>
                  </a:cubicBezTo>
                  <a:cubicBezTo>
                    <a:pt x="101577" y="81280"/>
                    <a:pt x="89097" y="93761"/>
                    <a:pt x="86953" y="83550"/>
                  </a:cubicBezTo>
                  <a:cubicBezTo>
                    <a:pt x="84684" y="73338"/>
                    <a:pt x="93761" y="74473"/>
                    <a:pt x="93761" y="63127"/>
                  </a:cubicBezTo>
                  <a:cubicBezTo>
                    <a:pt x="93761" y="51781"/>
                    <a:pt x="99434" y="46108"/>
                    <a:pt x="96030" y="34763"/>
                  </a:cubicBezTo>
                  <a:cubicBezTo>
                    <a:pt x="92626" y="23417"/>
                    <a:pt x="81281" y="35897"/>
                    <a:pt x="77877" y="27955"/>
                  </a:cubicBezTo>
                  <a:cubicBezTo>
                    <a:pt x="74473" y="20013"/>
                    <a:pt x="77877" y="10936"/>
                    <a:pt x="75607" y="7532"/>
                  </a:cubicBezTo>
                  <a:cubicBezTo>
                    <a:pt x="74977" y="6398"/>
                    <a:pt x="72834" y="4507"/>
                    <a:pt x="70438" y="2364"/>
                  </a:cubicBezTo>
                  <a:cubicBezTo>
                    <a:pt x="68422" y="3372"/>
                    <a:pt x="66783" y="4507"/>
                    <a:pt x="66153" y="6146"/>
                  </a:cubicBezTo>
                  <a:cubicBezTo>
                    <a:pt x="64010" y="11440"/>
                    <a:pt x="46234" y="12449"/>
                    <a:pt x="42074" y="19761"/>
                  </a:cubicBezTo>
                  <a:cubicBezTo>
                    <a:pt x="37914" y="27073"/>
                    <a:pt x="25308" y="26064"/>
                    <a:pt x="22156" y="26064"/>
                  </a:cubicBezTo>
                  <a:cubicBezTo>
                    <a:pt x="19004" y="26064"/>
                    <a:pt x="8541" y="27073"/>
                    <a:pt x="7532" y="34510"/>
                  </a:cubicBezTo>
                  <a:cubicBezTo>
                    <a:pt x="6523" y="41822"/>
                    <a:pt x="2364" y="71195"/>
                    <a:pt x="2364" y="76490"/>
                  </a:cubicBezTo>
                  <a:cubicBezTo>
                    <a:pt x="2364" y="81659"/>
                    <a:pt x="16987" y="98425"/>
                    <a:pt x="22281" y="100568"/>
                  </a:cubicBezTo>
                  <a:cubicBezTo>
                    <a:pt x="27451" y="102712"/>
                    <a:pt x="21273" y="115192"/>
                    <a:pt x="27451" y="118344"/>
                  </a:cubicBezTo>
                  <a:cubicBezTo>
                    <a:pt x="33754" y="121495"/>
                    <a:pt x="29593" y="131959"/>
                    <a:pt x="26442" y="130950"/>
                  </a:cubicBezTo>
                  <a:cubicBezTo>
                    <a:pt x="23290" y="129941"/>
                    <a:pt x="28585" y="144565"/>
                    <a:pt x="22281" y="149860"/>
                  </a:cubicBezTo>
                  <a:cubicBezTo>
                    <a:pt x="15978" y="155028"/>
                    <a:pt x="21273" y="168770"/>
                    <a:pt x="31736" y="178224"/>
                  </a:cubicBezTo>
                  <a:cubicBezTo>
                    <a:pt x="42200" y="187679"/>
                    <a:pt x="42200" y="202303"/>
                    <a:pt x="42200" y="210749"/>
                  </a:cubicBezTo>
                  <a:cubicBezTo>
                    <a:pt x="42200" y="219070"/>
                    <a:pt x="50521" y="220204"/>
                    <a:pt x="50521" y="230667"/>
                  </a:cubicBezTo>
                  <a:cubicBezTo>
                    <a:pt x="50521" y="230667"/>
                    <a:pt x="38040" y="276429"/>
                    <a:pt x="27703" y="274412"/>
                  </a:cubicBezTo>
                  <a:cubicBezTo>
                    <a:pt x="25559" y="285884"/>
                    <a:pt x="22786" y="303785"/>
                    <a:pt x="20265" y="313492"/>
                  </a:cubicBezTo>
                  <a:cubicBezTo>
                    <a:pt x="17113" y="325594"/>
                    <a:pt x="14844" y="336184"/>
                    <a:pt x="21904" y="337066"/>
                  </a:cubicBezTo>
                  <a:cubicBezTo>
                    <a:pt x="28963" y="337823"/>
                    <a:pt x="43082" y="353959"/>
                    <a:pt x="56824" y="371230"/>
                  </a:cubicBezTo>
                  <a:cubicBezTo>
                    <a:pt x="60227" y="375390"/>
                    <a:pt x="62749" y="379802"/>
                    <a:pt x="64766" y="384341"/>
                  </a:cubicBezTo>
                  <a:cubicBezTo>
                    <a:pt x="69556" y="384089"/>
                    <a:pt x="74851" y="384341"/>
                    <a:pt x="80146" y="385349"/>
                  </a:cubicBezTo>
                  <a:cubicBezTo>
                    <a:pt x="90609" y="387366"/>
                    <a:pt x="93131" y="395813"/>
                    <a:pt x="93131" y="400981"/>
                  </a:cubicBezTo>
                  <a:cubicBezTo>
                    <a:pt x="93131" y="406276"/>
                    <a:pt x="110779" y="404259"/>
                    <a:pt x="114057" y="403629"/>
                  </a:cubicBezTo>
                  <a:cubicBezTo>
                    <a:pt x="116579" y="403125"/>
                    <a:pt x="113301" y="395813"/>
                    <a:pt x="122252" y="392913"/>
                  </a:cubicBezTo>
                  <a:cubicBezTo>
                    <a:pt x="116956" y="385349"/>
                    <a:pt x="103090" y="376147"/>
                    <a:pt x="91743" y="375138"/>
                  </a:cubicBezTo>
                  <a:cubicBezTo>
                    <a:pt x="78381" y="374003"/>
                    <a:pt x="72077" y="353959"/>
                    <a:pt x="73338" y="344882"/>
                  </a:cubicBezTo>
                  <a:cubicBezTo>
                    <a:pt x="74473" y="335806"/>
                    <a:pt x="63505" y="327990"/>
                    <a:pt x="63505" y="320174"/>
                  </a:cubicBezTo>
                  <a:cubicBezTo>
                    <a:pt x="63505" y="312358"/>
                    <a:pt x="55689" y="311979"/>
                    <a:pt x="46613" y="307567"/>
                  </a:cubicBezTo>
                  <a:cubicBezTo>
                    <a:pt x="37536" y="303281"/>
                    <a:pt x="48503" y="276555"/>
                    <a:pt x="49764" y="265209"/>
                  </a:cubicBezTo>
                  <a:cubicBezTo>
                    <a:pt x="50898" y="253863"/>
                    <a:pt x="69808" y="221213"/>
                    <a:pt x="64261" y="211127"/>
                  </a:cubicBezTo>
                  <a:cubicBezTo>
                    <a:pt x="58714" y="200916"/>
                    <a:pt x="83423" y="193100"/>
                    <a:pt x="86575" y="204446"/>
                  </a:cubicBezTo>
                  <a:cubicBezTo>
                    <a:pt x="89727" y="215792"/>
                    <a:pt x="90861" y="221339"/>
                    <a:pt x="106619" y="220582"/>
                  </a:cubicBezTo>
                  <a:cubicBezTo>
                    <a:pt x="122377" y="219826"/>
                    <a:pt x="122377" y="231928"/>
                    <a:pt x="134858" y="235458"/>
                  </a:cubicBezTo>
                  <a:cubicBezTo>
                    <a:pt x="135615" y="235584"/>
                    <a:pt x="136119" y="235962"/>
                    <a:pt x="136749" y="236214"/>
                  </a:cubicBezTo>
                  <a:cubicBezTo>
                    <a:pt x="136875" y="235962"/>
                    <a:pt x="136875" y="235710"/>
                    <a:pt x="137001" y="235458"/>
                  </a:cubicBezTo>
                  <a:cubicBezTo>
                    <a:pt x="140279" y="226255"/>
                    <a:pt x="133471" y="226255"/>
                    <a:pt x="133471" y="214909"/>
                  </a:cubicBezTo>
                  <a:close/>
                </a:path>
              </a:pathLst>
            </a:custGeom>
            <a:grpFill/>
            <a:ln w="1270" cap="flat">
              <a:solidFill>
                <a:schemeClr val="bg1"/>
              </a:solidFill>
              <a:prstDash val="solid"/>
              <a:miter/>
            </a:ln>
          </p:spPr>
          <p:txBody>
            <a:bodyPr rtlCol="0" anchor="ctr"/>
            <a:lstStyle/>
            <a:p>
              <a:endParaRPr lang="ko-KR" altLang="en-US"/>
            </a:p>
          </p:txBody>
        </p:sp>
        <p:sp>
          <p:nvSpPr>
            <p:cNvPr id="84" name="자유형: 도형 64">
              <a:extLst>
                <a:ext uri="{FF2B5EF4-FFF2-40B4-BE49-F238E27FC236}">
                  <a16:creationId xmlns:a16="http://schemas.microsoft.com/office/drawing/2014/main" id="{580CA69C-1B3E-0F4D-B827-EA3D8BFF6EC8}"/>
                </a:ext>
              </a:extLst>
            </p:cNvPr>
            <p:cNvSpPr/>
            <p:nvPr/>
          </p:nvSpPr>
          <p:spPr>
            <a:xfrm>
              <a:off x="6174969" y="2932035"/>
              <a:ext cx="252130" cy="201704"/>
            </a:xfrm>
            <a:custGeom>
              <a:avLst/>
              <a:gdLst>
                <a:gd name="connsiteX0" fmla="*/ 5368 w 252130"/>
                <a:gd name="connsiteY0" fmla="*/ 43723 h 201704"/>
                <a:gd name="connsiteX1" fmla="*/ 4738 w 252130"/>
                <a:gd name="connsiteY1" fmla="*/ 71331 h 201704"/>
                <a:gd name="connsiteX2" fmla="*/ 6503 w 252130"/>
                <a:gd name="connsiteY2" fmla="*/ 81921 h 201704"/>
                <a:gd name="connsiteX3" fmla="*/ 12428 w 252130"/>
                <a:gd name="connsiteY3" fmla="*/ 94905 h 201704"/>
                <a:gd name="connsiteX4" fmla="*/ 15958 w 252130"/>
                <a:gd name="connsiteY4" fmla="*/ 109025 h 201704"/>
                <a:gd name="connsiteX5" fmla="*/ 22387 w 252130"/>
                <a:gd name="connsiteY5" fmla="*/ 130203 h 201704"/>
                <a:gd name="connsiteX6" fmla="*/ 23143 w 252130"/>
                <a:gd name="connsiteY6" fmla="*/ 142054 h 201704"/>
                <a:gd name="connsiteX7" fmla="*/ 38523 w 252130"/>
                <a:gd name="connsiteY7" fmla="*/ 151004 h 201704"/>
                <a:gd name="connsiteX8" fmla="*/ 56046 w 252130"/>
                <a:gd name="connsiteY8" fmla="*/ 163233 h 201704"/>
                <a:gd name="connsiteX9" fmla="*/ 70040 w 252130"/>
                <a:gd name="connsiteY9" fmla="*/ 169410 h 201704"/>
                <a:gd name="connsiteX10" fmla="*/ 84915 w 252130"/>
                <a:gd name="connsiteY10" fmla="*/ 166762 h 201704"/>
                <a:gd name="connsiteX11" fmla="*/ 91849 w 252130"/>
                <a:gd name="connsiteY11" fmla="*/ 176343 h 201704"/>
                <a:gd name="connsiteX12" fmla="*/ 109372 w 252130"/>
                <a:gd name="connsiteY12" fmla="*/ 180756 h 201704"/>
                <a:gd name="connsiteX13" fmla="*/ 121600 w 252130"/>
                <a:gd name="connsiteY13" fmla="*/ 196514 h 201704"/>
                <a:gd name="connsiteX14" fmla="*/ 137358 w 252130"/>
                <a:gd name="connsiteY14" fmla="*/ 194749 h 201704"/>
                <a:gd name="connsiteX15" fmla="*/ 160176 w 252130"/>
                <a:gd name="connsiteY15" fmla="*/ 197396 h 201704"/>
                <a:gd name="connsiteX16" fmla="*/ 180346 w 252130"/>
                <a:gd name="connsiteY16" fmla="*/ 199161 h 201704"/>
                <a:gd name="connsiteX17" fmla="*/ 203164 w 252130"/>
                <a:gd name="connsiteY17" fmla="*/ 204456 h 201704"/>
                <a:gd name="connsiteX18" fmla="*/ 218670 w 252130"/>
                <a:gd name="connsiteY18" fmla="*/ 208238 h 201704"/>
                <a:gd name="connsiteX19" fmla="*/ 217535 w 252130"/>
                <a:gd name="connsiteY19" fmla="*/ 190841 h 201704"/>
                <a:gd name="connsiteX20" fmla="*/ 242244 w 252130"/>
                <a:gd name="connsiteY20" fmla="*/ 165502 h 201704"/>
                <a:gd name="connsiteX21" fmla="*/ 253968 w 252130"/>
                <a:gd name="connsiteY21" fmla="*/ 156047 h 201704"/>
                <a:gd name="connsiteX22" fmla="*/ 243379 w 252130"/>
                <a:gd name="connsiteY22" fmla="*/ 130203 h 201704"/>
                <a:gd name="connsiteX23" fmla="*/ 241614 w 252130"/>
                <a:gd name="connsiteY23" fmla="*/ 106629 h 201704"/>
                <a:gd name="connsiteX24" fmla="*/ 232790 w 252130"/>
                <a:gd name="connsiteY24" fmla="*/ 93140 h 201704"/>
                <a:gd name="connsiteX25" fmla="*/ 248043 w 252130"/>
                <a:gd name="connsiteY25" fmla="*/ 79651 h 201704"/>
                <a:gd name="connsiteX26" fmla="*/ 246909 w 252130"/>
                <a:gd name="connsiteY26" fmla="*/ 56708 h 201704"/>
                <a:gd name="connsiteX27" fmla="*/ 242748 w 252130"/>
                <a:gd name="connsiteY27" fmla="*/ 36663 h 201704"/>
                <a:gd name="connsiteX28" fmla="*/ 222200 w 252130"/>
                <a:gd name="connsiteY28" fmla="*/ 21914 h 201704"/>
                <a:gd name="connsiteX29" fmla="*/ 221191 w 252130"/>
                <a:gd name="connsiteY29" fmla="*/ 20653 h 201704"/>
                <a:gd name="connsiteX30" fmla="*/ 152234 w 252130"/>
                <a:gd name="connsiteY30" fmla="*/ 17754 h 201704"/>
                <a:gd name="connsiteX31" fmla="*/ 138871 w 252130"/>
                <a:gd name="connsiteY31" fmla="*/ 12837 h 201704"/>
                <a:gd name="connsiteX32" fmla="*/ 124374 w 252130"/>
                <a:gd name="connsiteY32" fmla="*/ 20275 h 201704"/>
                <a:gd name="connsiteX33" fmla="*/ 111767 w 252130"/>
                <a:gd name="connsiteY33" fmla="*/ 3760 h 201704"/>
                <a:gd name="connsiteX34" fmla="*/ 53651 w 252130"/>
                <a:gd name="connsiteY34" fmla="*/ 20275 h 201704"/>
                <a:gd name="connsiteX35" fmla="*/ 12428 w 252130"/>
                <a:gd name="connsiteY35" fmla="*/ 34394 h 201704"/>
                <a:gd name="connsiteX36" fmla="*/ 4864 w 252130"/>
                <a:gd name="connsiteY36" fmla="*/ 40445 h 201704"/>
                <a:gd name="connsiteX37" fmla="*/ 5368 w 252130"/>
                <a:gd name="connsiteY37" fmla="*/ 43723 h 20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52130" h="201704">
                  <a:moveTo>
                    <a:pt x="5368" y="43723"/>
                  </a:moveTo>
                  <a:cubicBezTo>
                    <a:pt x="7133" y="48387"/>
                    <a:pt x="8898" y="64902"/>
                    <a:pt x="4738" y="71331"/>
                  </a:cubicBezTo>
                  <a:cubicBezTo>
                    <a:pt x="578" y="77760"/>
                    <a:pt x="2343" y="79525"/>
                    <a:pt x="6503" y="81921"/>
                  </a:cubicBezTo>
                  <a:cubicBezTo>
                    <a:pt x="10663" y="84316"/>
                    <a:pt x="12428" y="90115"/>
                    <a:pt x="12428" y="94905"/>
                  </a:cubicBezTo>
                  <a:cubicBezTo>
                    <a:pt x="12428" y="99570"/>
                    <a:pt x="15327" y="99065"/>
                    <a:pt x="15958" y="109025"/>
                  </a:cubicBezTo>
                  <a:cubicBezTo>
                    <a:pt x="16588" y="118984"/>
                    <a:pt x="18857" y="126043"/>
                    <a:pt x="22387" y="130203"/>
                  </a:cubicBezTo>
                  <a:cubicBezTo>
                    <a:pt x="25160" y="133481"/>
                    <a:pt x="24656" y="138398"/>
                    <a:pt x="23143" y="142054"/>
                  </a:cubicBezTo>
                  <a:cubicBezTo>
                    <a:pt x="28060" y="145710"/>
                    <a:pt x="33607" y="149239"/>
                    <a:pt x="38523" y="151004"/>
                  </a:cubicBezTo>
                  <a:cubicBezTo>
                    <a:pt x="50752" y="155416"/>
                    <a:pt x="55164" y="158946"/>
                    <a:pt x="56046" y="163233"/>
                  </a:cubicBezTo>
                  <a:cubicBezTo>
                    <a:pt x="56929" y="167645"/>
                    <a:pt x="67518" y="175461"/>
                    <a:pt x="70040" y="169410"/>
                  </a:cubicBezTo>
                  <a:cubicBezTo>
                    <a:pt x="72687" y="163233"/>
                    <a:pt x="79620" y="166762"/>
                    <a:pt x="84915" y="166762"/>
                  </a:cubicBezTo>
                  <a:cubicBezTo>
                    <a:pt x="90210" y="166762"/>
                    <a:pt x="91092" y="172940"/>
                    <a:pt x="91849" y="176343"/>
                  </a:cubicBezTo>
                  <a:cubicBezTo>
                    <a:pt x="92731" y="179873"/>
                    <a:pt x="104959" y="178108"/>
                    <a:pt x="109372" y="180756"/>
                  </a:cubicBezTo>
                  <a:cubicBezTo>
                    <a:pt x="113784" y="183403"/>
                    <a:pt x="115549" y="192984"/>
                    <a:pt x="121600" y="196514"/>
                  </a:cubicBezTo>
                  <a:cubicBezTo>
                    <a:pt x="127777" y="200044"/>
                    <a:pt x="132946" y="192101"/>
                    <a:pt x="137358" y="194749"/>
                  </a:cubicBezTo>
                  <a:cubicBezTo>
                    <a:pt x="141771" y="197396"/>
                    <a:pt x="153116" y="200044"/>
                    <a:pt x="160176" y="197396"/>
                  </a:cubicBezTo>
                  <a:cubicBezTo>
                    <a:pt x="167109" y="194749"/>
                    <a:pt x="171522" y="200044"/>
                    <a:pt x="180346" y="199161"/>
                  </a:cubicBezTo>
                  <a:cubicBezTo>
                    <a:pt x="189045" y="198279"/>
                    <a:pt x="200517" y="201808"/>
                    <a:pt x="203164" y="204456"/>
                  </a:cubicBezTo>
                  <a:cubicBezTo>
                    <a:pt x="204551" y="205843"/>
                    <a:pt x="211988" y="207229"/>
                    <a:pt x="218670" y="208238"/>
                  </a:cubicBezTo>
                  <a:cubicBezTo>
                    <a:pt x="220435" y="204582"/>
                    <a:pt x="217031" y="193488"/>
                    <a:pt x="217535" y="190841"/>
                  </a:cubicBezTo>
                  <a:cubicBezTo>
                    <a:pt x="218166" y="187941"/>
                    <a:pt x="238715" y="169662"/>
                    <a:pt x="242244" y="165502"/>
                  </a:cubicBezTo>
                  <a:cubicBezTo>
                    <a:pt x="245774" y="161342"/>
                    <a:pt x="251069" y="161342"/>
                    <a:pt x="253968" y="156047"/>
                  </a:cubicBezTo>
                  <a:cubicBezTo>
                    <a:pt x="256868" y="150752"/>
                    <a:pt x="245774" y="133733"/>
                    <a:pt x="243379" y="130203"/>
                  </a:cubicBezTo>
                  <a:cubicBezTo>
                    <a:pt x="240984" y="126674"/>
                    <a:pt x="239849" y="112554"/>
                    <a:pt x="241614" y="106629"/>
                  </a:cubicBezTo>
                  <a:cubicBezTo>
                    <a:pt x="243379" y="100704"/>
                    <a:pt x="232790" y="97174"/>
                    <a:pt x="232790" y="93140"/>
                  </a:cubicBezTo>
                  <a:cubicBezTo>
                    <a:pt x="232790" y="88980"/>
                    <a:pt x="242748" y="81921"/>
                    <a:pt x="248043" y="79651"/>
                  </a:cubicBezTo>
                  <a:cubicBezTo>
                    <a:pt x="253338" y="77256"/>
                    <a:pt x="251573" y="60742"/>
                    <a:pt x="246909" y="56708"/>
                  </a:cubicBezTo>
                  <a:cubicBezTo>
                    <a:pt x="242244" y="52547"/>
                    <a:pt x="239849" y="44983"/>
                    <a:pt x="242748" y="36663"/>
                  </a:cubicBezTo>
                  <a:cubicBezTo>
                    <a:pt x="245648" y="28469"/>
                    <a:pt x="225099" y="21914"/>
                    <a:pt x="222200" y="21914"/>
                  </a:cubicBezTo>
                  <a:cubicBezTo>
                    <a:pt x="221696" y="21914"/>
                    <a:pt x="221443" y="21409"/>
                    <a:pt x="221191" y="20653"/>
                  </a:cubicBezTo>
                  <a:cubicBezTo>
                    <a:pt x="202786" y="24057"/>
                    <a:pt x="155764" y="19140"/>
                    <a:pt x="152234" y="17754"/>
                  </a:cubicBezTo>
                  <a:cubicBezTo>
                    <a:pt x="149965" y="16871"/>
                    <a:pt x="143913" y="14728"/>
                    <a:pt x="138871" y="12837"/>
                  </a:cubicBezTo>
                  <a:cubicBezTo>
                    <a:pt x="136476" y="16745"/>
                    <a:pt x="131685" y="20275"/>
                    <a:pt x="124374" y="20275"/>
                  </a:cubicBezTo>
                  <a:cubicBezTo>
                    <a:pt x="113028" y="20275"/>
                    <a:pt x="112271" y="8929"/>
                    <a:pt x="111767" y="3760"/>
                  </a:cubicBezTo>
                  <a:cubicBezTo>
                    <a:pt x="111389" y="-1282"/>
                    <a:pt x="65879" y="8046"/>
                    <a:pt x="53651" y="20275"/>
                  </a:cubicBezTo>
                  <a:cubicBezTo>
                    <a:pt x="41549" y="32377"/>
                    <a:pt x="13184" y="27713"/>
                    <a:pt x="12428" y="34394"/>
                  </a:cubicBezTo>
                  <a:cubicBezTo>
                    <a:pt x="11798" y="39185"/>
                    <a:pt x="7637" y="41706"/>
                    <a:pt x="4864" y="40445"/>
                  </a:cubicBezTo>
                  <a:cubicBezTo>
                    <a:pt x="4990" y="41706"/>
                    <a:pt x="4990" y="42714"/>
                    <a:pt x="5368" y="43723"/>
                  </a:cubicBezTo>
                  <a:close/>
                </a:path>
              </a:pathLst>
            </a:custGeom>
            <a:grpFill/>
            <a:ln w="1270" cap="flat">
              <a:solidFill>
                <a:schemeClr val="bg1"/>
              </a:solidFill>
              <a:prstDash val="solid"/>
              <a:miter/>
            </a:ln>
          </p:spPr>
          <p:txBody>
            <a:bodyPr rtlCol="0" anchor="ctr"/>
            <a:lstStyle/>
            <a:p>
              <a:endParaRPr lang="ko-KR" altLang="en-US"/>
            </a:p>
          </p:txBody>
        </p:sp>
        <p:sp>
          <p:nvSpPr>
            <p:cNvPr id="85" name="자유형: 도형 65">
              <a:extLst>
                <a:ext uri="{FF2B5EF4-FFF2-40B4-BE49-F238E27FC236}">
                  <a16:creationId xmlns:a16="http://schemas.microsoft.com/office/drawing/2014/main" id="{32DAC78F-38FE-5049-8219-10B46274BF46}"/>
                </a:ext>
              </a:extLst>
            </p:cNvPr>
            <p:cNvSpPr/>
            <p:nvPr/>
          </p:nvSpPr>
          <p:spPr>
            <a:xfrm>
              <a:off x="6211393" y="3270531"/>
              <a:ext cx="88246" cy="88246"/>
            </a:xfrm>
            <a:custGeom>
              <a:avLst/>
              <a:gdLst>
                <a:gd name="connsiteX0" fmla="*/ 72822 w 88245"/>
                <a:gd name="connsiteY0" fmla="*/ 83800 h 88245"/>
                <a:gd name="connsiteX1" fmla="*/ 92866 w 88245"/>
                <a:gd name="connsiteY1" fmla="*/ 54301 h 88245"/>
                <a:gd name="connsiteX2" fmla="*/ 96144 w 88245"/>
                <a:gd name="connsiteY2" fmla="*/ 18877 h 88245"/>
                <a:gd name="connsiteX3" fmla="*/ 72192 w 88245"/>
                <a:gd name="connsiteY3" fmla="*/ 6775 h 88245"/>
                <a:gd name="connsiteX4" fmla="*/ 31221 w 88245"/>
                <a:gd name="connsiteY4" fmla="*/ 2741 h 88245"/>
                <a:gd name="connsiteX5" fmla="*/ 14202 w 88245"/>
                <a:gd name="connsiteY5" fmla="*/ 6271 h 88245"/>
                <a:gd name="connsiteX6" fmla="*/ 2478 w 88245"/>
                <a:gd name="connsiteY6" fmla="*/ 13330 h 88245"/>
                <a:gd name="connsiteX7" fmla="*/ 14832 w 88245"/>
                <a:gd name="connsiteY7" fmla="*/ 31484 h 88245"/>
                <a:gd name="connsiteX8" fmla="*/ 36515 w 88245"/>
                <a:gd name="connsiteY8" fmla="*/ 57831 h 88245"/>
                <a:gd name="connsiteX9" fmla="*/ 58073 w 88245"/>
                <a:gd name="connsiteY9" fmla="*/ 82036 h 88245"/>
                <a:gd name="connsiteX10" fmla="*/ 71688 w 88245"/>
                <a:gd name="connsiteY10" fmla="*/ 92121 h 88245"/>
                <a:gd name="connsiteX11" fmla="*/ 72822 w 88245"/>
                <a:gd name="connsiteY11" fmla="*/ 83800 h 88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245" h="88245">
                  <a:moveTo>
                    <a:pt x="72822" y="83800"/>
                  </a:moveTo>
                  <a:cubicBezTo>
                    <a:pt x="71814" y="78506"/>
                    <a:pt x="88706" y="54301"/>
                    <a:pt x="92866" y="54301"/>
                  </a:cubicBezTo>
                  <a:cubicBezTo>
                    <a:pt x="96396" y="54301"/>
                    <a:pt x="97657" y="30979"/>
                    <a:pt x="96144" y="18877"/>
                  </a:cubicBezTo>
                  <a:cubicBezTo>
                    <a:pt x="83033" y="9800"/>
                    <a:pt x="72192" y="6775"/>
                    <a:pt x="72192" y="6775"/>
                  </a:cubicBezTo>
                  <a:cubicBezTo>
                    <a:pt x="72192" y="6775"/>
                    <a:pt x="37020" y="5010"/>
                    <a:pt x="31221" y="2741"/>
                  </a:cubicBezTo>
                  <a:cubicBezTo>
                    <a:pt x="25422" y="345"/>
                    <a:pt x="19497" y="10305"/>
                    <a:pt x="14202" y="6271"/>
                  </a:cubicBezTo>
                  <a:cubicBezTo>
                    <a:pt x="8907" y="2236"/>
                    <a:pt x="1343" y="7405"/>
                    <a:pt x="2478" y="13330"/>
                  </a:cubicBezTo>
                  <a:cubicBezTo>
                    <a:pt x="3612" y="19129"/>
                    <a:pt x="14832" y="22659"/>
                    <a:pt x="14832" y="31484"/>
                  </a:cubicBezTo>
                  <a:cubicBezTo>
                    <a:pt x="14832" y="40308"/>
                    <a:pt x="37146" y="53167"/>
                    <a:pt x="36515" y="57831"/>
                  </a:cubicBezTo>
                  <a:cubicBezTo>
                    <a:pt x="36137" y="61109"/>
                    <a:pt x="49878" y="70059"/>
                    <a:pt x="58073" y="82036"/>
                  </a:cubicBezTo>
                  <a:cubicBezTo>
                    <a:pt x="62485" y="84809"/>
                    <a:pt x="67149" y="88339"/>
                    <a:pt x="71688" y="92121"/>
                  </a:cubicBezTo>
                  <a:cubicBezTo>
                    <a:pt x="72696" y="88213"/>
                    <a:pt x="73200" y="85187"/>
                    <a:pt x="72822" y="83800"/>
                  </a:cubicBezTo>
                  <a:close/>
                </a:path>
              </a:pathLst>
            </a:custGeom>
            <a:grpFill/>
            <a:ln w="1270" cap="flat">
              <a:solidFill>
                <a:schemeClr val="bg1"/>
              </a:solidFill>
              <a:prstDash val="solid"/>
              <a:miter/>
            </a:ln>
          </p:spPr>
          <p:txBody>
            <a:bodyPr rtlCol="0" anchor="ctr"/>
            <a:lstStyle/>
            <a:p>
              <a:endParaRPr lang="ko-KR" altLang="en-US"/>
            </a:p>
          </p:txBody>
        </p:sp>
        <p:sp>
          <p:nvSpPr>
            <p:cNvPr id="86" name="자유형: 도형 66">
              <a:extLst>
                <a:ext uri="{FF2B5EF4-FFF2-40B4-BE49-F238E27FC236}">
                  <a16:creationId xmlns:a16="http://schemas.microsoft.com/office/drawing/2014/main" id="{FE4556D1-E175-5B4E-B735-8A8472EBD155}"/>
                </a:ext>
              </a:extLst>
            </p:cNvPr>
            <p:cNvSpPr/>
            <p:nvPr/>
          </p:nvSpPr>
          <p:spPr>
            <a:xfrm>
              <a:off x="6163098" y="3226281"/>
              <a:ext cx="138672" cy="126065"/>
            </a:xfrm>
            <a:custGeom>
              <a:avLst/>
              <a:gdLst>
                <a:gd name="connsiteX0" fmla="*/ 84810 w 138671"/>
                <a:gd name="connsiteY0" fmla="*/ 101955 h 126065"/>
                <a:gd name="connsiteX1" fmla="*/ 63127 w 138671"/>
                <a:gd name="connsiteY1" fmla="*/ 75607 h 126065"/>
                <a:gd name="connsiteX2" fmla="*/ 50773 w 138671"/>
                <a:gd name="connsiteY2" fmla="*/ 57454 h 126065"/>
                <a:gd name="connsiteX3" fmla="*/ 62497 w 138671"/>
                <a:gd name="connsiteY3" fmla="*/ 50394 h 126065"/>
                <a:gd name="connsiteX4" fmla="*/ 79515 w 138671"/>
                <a:gd name="connsiteY4" fmla="*/ 46865 h 126065"/>
                <a:gd name="connsiteX5" fmla="*/ 120487 w 138671"/>
                <a:gd name="connsiteY5" fmla="*/ 50899 h 126065"/>
                <a:gd name="connsiteX6" fmla="*/ 144439 w 138671"/>
                <a:gd name="connsiteY6" fmla="*/ 63001 h 126065"/>
                <a:gd name="connsiteX7" fmla="*/ 143178 w 138671"/>
                <a:gd name="connsiteY7" fmla="*/ 57328 h 126065"/>
                <a:gd name="connsiteX8" fmla="*/ 134732 w 138671"/>
                <a:gd name="connsiteY8" fmla="*/ 38292 h 126065"/>
                <a:gd name="connsiteX9" fmla="*/ 127798 w 138671"/>
                <a:gd name="connsiteY9" fmla="*/ 22282 h 126065"/>
                <a:gd name="connsiteX10" fmla="*/ 118596 w 138671"/>
                <a:gd name="connsiteY10" fmla="*/ 24929 h 126065"/>
                <a:gd name="connsiteX11" fmla="*/ 91366 w 138671"/>
                <a:gd name="connsiteY11" fmla="*/ 18752 h 126065"/>
                <a:gd name="connsiteX12" fmla="*/ 69304 w 138671"/>
                <a:gd name="connsiteY12" fmla="*/ 2364 h 126065"/>
                <a:gd name="connsiteX13" fmla="*/ 53420 w 138671"/>
                <a:gd name="connsiteY13" fmla="*/ 12953 h 126065"/>
                <a:gd name="connsiteX14" fmla="*/ 46990 w 138671"/>
                <a:gd name="connsiteY14" fmla="*/ 25938 h 126065"/>
                <a:gd name="connsiteX15" fmla="*/ 37536 w 138671"/>
                <a:gd name="connsiteY15" fmla="*/ 37662 h 126065"/>
                <a:gd name="connsiteX16" fmla="*/ 21021 w 138671"/>
                <a:gd name="connsiteY16" fmla="*/ 37032 h 126065"/>
                <a:gd name="connsiteX17" fmla="*/ 2364 w 138671"/>
                <a:gd name="connsiteY17" fmla="*/ 40688 h 126065"/>
                <a:gd name="connsiteX18" fmla="*/ 7154 w 138671"/>
                <a:gd name="connsiteY18" fmla="*/ 52033 h 126065"/>
                <a:gd name="connsiteX19" fmla="*/ 27577 w 138671"/>
                <a:gd name="connsiteY19" fmla="*/ 60732 h 126065"/>
                <a:gd name="connsiteX20" fmla="*/ 51151 w 138671"/>
                <a:gd name="connsiteY20" fmla="*/ 98047 h 126065"/>
                <a:gd name="connsiteX21" fmla="*/ 72330 w 138671"/>
                <a:gd name="connsiteY21" fmla="*/ 109393 h 126065"/>
                <a:gd name="connsiteX22" fmla="*/ 95147 w 138671"/>
                <a:gd name="connsiteY22" fmla="*/ 121495 h 126065"/>
                <a:gd name="connsiteX23" fmla="*/ 106241 w 138671"/>
                <a:gd name="connsiteY23" fmla="*/ 126160 h 126065"/>
                <a:gd name="connsiteX24" fmla="*/ 84810 w 138671"/>
                <a:gd name="connsiteY24" fmla="*/ 101955 h 12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8671" h="126065">
                  <a:moveTo>
                    <a:pt x="84810" y="101955"/>
                  </a:moveTo>
                  <a:cubicBezTo>
                    <a:pt x="85441" y="97291"/>
                    <a:pt x="63127" y="84432"/>
                    <a:pt x="63127" y="75607"/>
                  </a:cubicBezTo>
                  <a:cubicBezTo>
                    <a:pt x="63127" y="66783"/>
                    <a:pt x="52033" y="63253"/>
                    <a:pt x="50773" y="57454"/>
                  </a:cubicBezTo>
                  <a:cubicBezTo>
                    <a:pt x="49638" y="51529"/>
                    <a:pt x="57202" y="46360"/>
                    <a:pt x="62497" y="50394"/>
                  </a:cubicBezTo>
                  <a:cubicBezTo>
                    <a:pt x="67792" y="54555"/>
                    <a:pt x="73590" y="44596"/>
                    <a:pt x="79515" y="46865"/>
                  </a:cubicBezTo>
                  <a:cubicBezTo>
                    <a:pt x="85314" y="49260"/>
                    <a:pt x="120487" y="50899"/>
                    <a:pt x="120487" y="50899"/>
                  </a:cubicBezTo>
                  <a:cubicBezTo>
                    <a:pt x="120487" y="50899"/>
                    <a:pt x="131328" y="53924"/>
                    <a:pt x="144439" y="63001"/>
                  </a:cubicBezTo>
                  <a:cubicBezTo>
                    <a:pt x="144187" y="60606"/>
                    <a:pt x="143809" y="58589"/>
                    <a:pt x="143178" y="57328"/>
                  </a:cubicBezTo>
                  <a:cubicBezTo>
                    <a:pt x="140027" y="49890"/>
                    <a:pt x="143178" y="41570"/>
                    <a:pt x="134732" y="38292"/>
                  </a:cubicBezTo>
                  <a:cubicBezTo>
                    <a:pt x="130446" y="36653"/>
                    <a:pt x="128555" y="29216"/>
                    <a:pt x="127798" y="22282"/>
                  </a:cubicBezTo>
                  <a:cubicBezTo>
                    <a:pt x="123764" y="23543"/>
                    <a:pt x="120487" y="24425"/>
                    <a:pt x="118596" y="24929"/>
                  </a:cubicBezTo>
                  <a:cubicBezTo>
                    <a:pt x="111536" y="26694"/>
                    <a:pt x="96660" y="25812"/>
                    <a:pt x="91366" y="18752"/>
                  </a:cubicBezTo>
                  <a:cubicBezTo>
                    <a:pt x="87458" y="13583"/>
                    <a:pt x="75229" y="5894"/>
                    <a:pt x="69304" y="2364"/>
                  </a:cubicBezTo>
                  <a:cubicBezTo>
                    <a:pt x="66909" y="4507"/>
                    <a:pt x="57454" y="12449"/>
                    <a:pt x="53420" y="12953"/>
                  </a:cubicBezTo>
                  <a:cubicBezTo>
                    <a:pt x="48756" y="13583"/>
                    <a:pt x="51655" y="25938"/>
                    <a:pt x="46990" y="25938"/>
                  </a:cubicBezTo>
                  <a:cubicBezTo>
                    <a:pt x="42326" y="25938"/>
                    <a:pt x="38796" y="34132"/>
                    <a:pt x="37536" y="37662"/>
                  </a:cubicBezTo>
                  <a:cubicBezTo>
                    <a:pt x="36401" y="41192"/>
                    <a:pt x="25812" y="35267"/>
                    <a:pt x="21021" y="37032"/>
                  </a:cubicBezTo>
                  <a:cubicBezTo>
                    <a:pt x="17617" y="38292"/>
                    <a:pt x="7784" y="39805"/>
                    <a:pt x="2364" y="40688"/>
                  </a:cubicBezTo>
                  <a:cubicBezTo>
                    <a:pt x="3246" y="46108"/>
                    <a:pt x="2868" y="52033"/>
                    <a:pt x="7154" y="52033"/>
                  </a:cubicBezTo>
                  <a:cubicBezTo>
                    <a:pt x="14214" y="52033"/>
                    <a:pt x="27199" y="51277"/>
                    <a:pt x="27577" y="60732"/>
                  </a:cubicBezTo>
                  <a:cubicBezTo>
                    <a:pt x="27955" y="70187"/>
                    <a:pt x="44848" y="90987"/>
                    <a:pt x="51151" y="98047"/>
                  </a:cubicBezTo>
                  <a:cubicBezTo>
                    <a:pt x="57454" y="105107"/>
                    <a:pt x="71573" y="103594"/>
                    <a:pt x="72330" y="109393"/>
                  </a:cubicBezTo>
                  <a:cubicBezTo>
                    <a:pt x="73086" y="115318"/>
                    <a:pt x="83297" y="120739"/>
                    <a:pt x="95147" y="121495"/>
                  </a:cubicBezTo>
                  <a:cubicBezTo>
                    <a:pt x="98299" y="121747"/>
                    <a:pt x="102207" y="123512"/>
                    <a:pt x="106241" y="126160"/>
                  </a:cubicBezTo>
                  <a:cubicBezTo>
                    <a:pt x="98173" y="114184"/>
                    <a:pt x="84432" y="105233"/>
                    <a:pt x="84810" y="101955"/>
                  </a:cubicBezTo>
                  <a:close/>
                </a:path>
              </a:pathLst>
            </a:custGeom>
            <a:grpFill/>
            <a:ln w="1270" cap="flat">
              <a:solidFill>
                <a:schemeClr val="bg1"/>
              </a:solidFill>
              <a:prstDash val="solid"/>
              <a:miter/>
            </a:ln>
          </p:spPr>
          <p:txBody>
            <a:bodyPr rtlCol="0" anchor="ctr"/>
            <a:lstStyle/>
            <a:p>
              <a:endParaRPr lang="ko-KR" altLang="en-US"/>
            </a:p>
          </p:txBody>
        </p:sp>
        <p:sp>
          <p:nvSpPr>
            <p:cNvPr id="87" name="자유형: 도형 67">
              <a:extLst>
                <a:ext uri="{FF2B5EF4-FFF2-40B4-BE49-F238E27FC236}">
                  <a16:creationId xmlns:a16="http://schemas.microsoft.com/office/drawing/2014/main" id="{E1EA6F68-6B43-7148-8BCC-20C63FB4783B}"/>
                </a:ext>
              </a:extLst>
            </p:cNvPr>
            <p:cNvSpPr/>
            <p:nvPr/>
          </p:nvSpPr>
          <p:spPr>
            <a:xfrm>
              <a:off x="6300887" y="3355876"/>
              <a:ext cx="50426" cy="100852"/>
            </a:xfrm>
            <a:custGeom>
              <a:avLst/>
              <a:gdLst>
                <a:gd name="connsiteX0" fmla="*/ 34132 w 50426"/>
                <a:gd name="connsiteY0" fmla="*/ 85315 h 100852"/>
                <a:gd name="connsiteX1" fmla="*/ 40561 w 50426"/>
                <a:gd name="connsiteY1" fmla="*/ 75355 h 100852"/>
                <a:gd name="connsiteX2" fmla="*/ 50016 w 50426"/>
                <a:gd name="connsiteY2" fmla="*/ 60102 h 100852"/>
                <a:gd name="connsiteX3" fmla="*/ 50521 w 50426"/>
                <a:gd name="connsiteY3" fmla="*/ 59345 h 100852"/>
                <a:gd name="connsiteX4" fmla="*/ 35141 w 50426"/>
                <a:gd name="connsiteY4" fmla="*/ 42831 h 100852"/>
                <a:gd name="connsiteX5" fmla="*/ 38040 w 50426"/>
                <a:gd name="connsiteY5" fmla="*/ 15348 h 100852"/>
                <a:gd name="connsiteX6" fmla="*/ 15096 w 50426"/>
                <a:gd name="connsiteY6" fmla="*/ 2364 h 100852"/>
                <a:gd name="connsiteX7" fmla="*/ 2364 w 50426"/>
                <a:gd name="connsiteY7" fmla="*/ 21400 h 100852"/>
                <a:gd name="connsiteX8" fmla="*/ 9550 w 50426"/>
                <a:gd name="connsiteY8" fmla="*/ 37914 h 100852"/>
                <a:gd name="connsiteX9" fmla="*/ 8793 w 50426"/>
                <a:gd name="connsiteY9" fmla="*/ 77120 h 100852"/>
                <a:gd name="connsiteX10" fmla="*/ 26442 w 50426"/>
                <a:gd name="connsiteY10" fmla="*/ 99686 h 100852"/>
                <a:gd name="connsiteX11" fmla="*/ 34132 w 50426"/>
                <a:gd name="connsiteY11" fmla="*/ 85315 h 10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26" h="100852">
                  <a:moveTo>
                    <a:pt x="34132" y="85315"/>
                  </a:moveTo>
                  <a:cubicBezTo>
                    <a:pt x="40057" y="84180"/>
                    <a:pt x="36527" y="79389"/>
                    <a:pt x="40561" y="75355"/>
                  </a:cubicBezTo>
                  <a:cubicBezTo>
                    <a:pt x="44721" y="71195"/>
                    <a:pt x="49386" y="63001"/>
                    <a:pt x="50016" y="60102"/>
                  </a:cubicBezTo>
                  <a:cubicBezTo>
                    <a:pt x="50016" y="59723"/>
                    <a:pt x="50268" y="59597"/>
                    <a:pt x="50521" y="59345"/>
                  </a:cubicBezTo>
                  <a:cubicBezTo>
                    <a:pt x="42578" y="53294"/>
                    <a:pt x="36905" y="49008"/>
                    <a:pt x="35141" y="42831"/>
                  </a:cubicBezTo>
                  <a:cubicBezTo>
                    <a:pt x="33376" y="36527"/>
                    <a:pt x="35141" y="24299"/>
                    <a:pt x="38040" y="15348"/>
                  </a:cubicBezTo>
                  <a:cubicBezTo>
                    <a:pt x="33502" y="12071"/>
                    <a:pt x="19508" y="2364"/>
                    <a:pt x="15096" y="2364"/>
                  </a:cubicBezTo>
                  <a:cubicBezTo>
                    <a:pt x="10684" y="2364"/>
                    <a:pt x="4003" y="12071"/>
                    <a:pt x="2364" y="21400"/>
                  </a:cubicBezTo>
                  <a:cubicBezTo>
                    <a:pt x="12701" y="26947"/>
                    <a:pt x="16735" y="30855"/>
                    <a:pt x="9550" y="37914"/>
                  </a:cubicBezTo>
                  <a:cubicBezTo>
                    <a:pt x="2112" y="45352"/>
                    <a:pt x="599" y="70439"/>
                    <a:pt x="8793" y="77120"/>
                  </a:cubicBezTo>
                  <a:cubicBezTo>
                    <a:pt x="16609" y="83424"/>
                    <a:pt x="18878" y="96030"/>
                    <a:pt x="26442" y="99686"/>
                  </a:cubicBezTo>
                  <a:cubicBezTo>
                    <a:pt x="28711" y="93257"/>
                    <a:pt x="30350" y="86071"/>
                    <a:pt x="34132" y="85315"/>
                  </a:cubicBezTo>
                  <a:close/>
                </a:path>
              </a:pathLst>
            </a:custGeom>
            <a:grpFill/>
            <a:ln w="1270" cap="flat">
              <a:solidFill>
                <a:schemeClr val="bg1"/>
              </a:solidFill>
              <a:prstDash val="solid"/>
              <a:miter/>
            </a:ln>
          </p:spPr>
          <p:txBody>
            <a:bodyPr rtlCol="0" anchor="ctr"/>
            <a:lstStyle/>
            <a:p>
              <a:endParaRPr lang="ko-KR" altLang="en-US"/>
            </a:p>
          </p:txBody>
        </p:sp>
        <p:sp>
          <p:nvSpPr>
            <p:cNvPr id="88" name="자유형: 도형 68">
              <a:extLst>
                <a:ext uri="{FF2B5EF4-FFF2-40B4-BE49-F238E27FC236}">
                  <a16:creationId xmlns:a16="http://schemas.microsoft.com/office/drawing/2014/main" id="{872BAF49-098E-5249-934C-10603DE7E4ED}"/>
                </a:ext>
              </a:extLst>
            </p:cNvPr>
            <p:cNvSpPr/>
            <p:nvPr/>
          </p:nvSpPr>
          <p:spPr>
            <a:xfrm>
              <a:off x="6056285" y="3141061"/>
              <a:ext cx="189098" cy="88246"/>
            </a:xfrm>
            <a:custGeom>
              <a:avLst/>
              <a:gdLst>
                <a:gd name="connsiteX0" fmla="*/ 166915 w 189097"/>
                <a:gd name="connsiteY0" fmla="*/ 10306 h 88245"/>
                <a:gd name="connsiteX1" fmla="*/ 142332 w 189097"/>
                <a:gd name="connsiteY1" fmla="*/ 2364 h 88245"/>
                <a:gd name="connsiteX2" fmla="*/ 137920 w 189097"/>
                <a:gd name="connsiteY2" fmla="*/ 14592 h 88245"/>
                <a:gd name="connsiteX3" fmla="*/ 114850 w 189097"/>
                <a:gd name="connsiteY3" fmla="*/ 15979 h 88245"/>
                <a:gd name="connsiteX4" fmla="*/ 100479 w 189097"/>
                <a:gd name="connsiteY4" fmla="*/ 25812 h 88245"/>
                <a:gd name="connsiteX5" fmla="*/ 89889 w 189097"/>
                <a:gd name="connsiteY5" fmla="*/ 42326 h 88245"/>
                <a:gd name="connsiteX6" fmla="*/ 79300 w 189097"/>
                <a:gd name="connsiteY6" fmla="*/ 50016 h 88245"/>
                <a:gd name="connsiteX7" fmla="*/ 52195 w 189097"/>
                <a:gd name="connsiteY7" fmla="*/ 55311 h 88245"/>
                <a:gd name="connsiteX8" fmla="*/ 36942 w 189097"/>
                <a:gd name="connsiteY8" fmla="*/ 56446 h 88245"/>
                <a:gd name="connsiteX9" fmla="*/ 21057 w 189097"/>
                <a:gd name="connsiteY9" fmla="*/ 58841 h 88245"/>
                <a:gd name="connsiteX10" fmla="*/ 5804 w 189097"/>
                <a:gd name="connsiteY10" fmla="*/ 54681 h 88245"/>
                <a:gd name="connsiteX11" fmla="*/ 2904 w 189097"/>
                <a:gd name="connsiteY11" fmla="*/ 68800 h 88245"/>
                <a:gd name="connsiteX12" fmla="*/ 16393 w 189097"/>
                <a:gd name="connsiteY12" fmla="*/ 75860 h 88245"/>
                <a:gd name="connsiteX13" fmla="*/ 32908 w 189097"/>
                <a:gd name="connsiteY13" fmla="*/ 79389 h 88245"/>
                <a:gd name="connsiteX14" fmla="*/ 49422 w 189097"/>
                <a:gd name="connsiteY14" fmla="*/ 74095 h 88245"/>
                <a:gd name="connsiteX15" fmla="*/ 70601 w 189097"/>
                <a:gd name="connsiteY15" fmla="*/ 71195 h 88245"/>
                <a:gd name="connsiteX16" fmla="*/ 75896 w 189097"/>
                <a:gd name="connsiteY16" fmla="*/ 82415 h 88245"/>
                <a:gd name="connsiteX17" fmla="*/ 99974 w 189097"/>
                <a:gd name="connsiteY17" fmla="*/ 85945 h 88245"/>
                <a:gd name="connsiteX18" fmla="*/ 129347 w 189097"/>
                <a:gd name="connsiteY18" fmla="*/ 91240 h 88245"/>
                <a:gd name="connsiteX19" fmla="*/ 152291 w 189097"/>
                <a:gd name="connsiteY19" fmla="*/ 83045 h 88245"/>
                <a:gd name="connsiteX20" fmla="*/ 170571 w 189097"/>
                <a:gd name="connsiteY20" fmla="*/ 77120 h 88245"/>
                <a:gd name="connsiteX21" fmla="*/ 170697 w 189097"/>
                <a:gd name="connsiteY21" fmla="*/ 77246 h 88245"/>
                <a:gd name="connsiteX22" fmla="*/ 174983 w 189097"/>
                <a:gd name="connsiteY22" fmla="*/ 70943 h 88245"/>
                <a:gd name="connsiteX23" fmla="*/ 179269 w 189097"/>
                <a:gd name="connsiteY23" fmla="*/ 59345 h 88245"/>
                <a:gd name="connsiteX24" fmla="*/ 182295 w 189097"/>
                <a:gd name="connsiteY24" fmla="*/ 48882 h 88245"/>
                <a:gd name="connsiteX25" fmla="*/ 193893 w 189097"/>
                <a:gd name="connsiteY25" fmla="*/ 42200 h 88245"/>
                <a:gd name="connsiteX26" fmla="*/ 197423 w 189097"/>
                <a:gd name="connsiteY26" fmla="*/ 35141 h 88245"/>
                <a:gd name="connsiteX27" fmla="*/ 186959 w 189097"/>
                <a:gd name="connsiteY27" fmla="*/ 13079 h 88245"/>
                <a:gd name="connsiteX28" fmla="*/ 166915 w 189097"/>
                <a:gd name="connsiteY28" fmla="*/ 10306 h 88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89097" h="88245">
                  <a:moveTo>
                    <a:pt x="166915" y="10306"/>
                  </a:moveTo>
                  <a:cubicBezTo>
                    <a:pt x="159855" y="2364"/>
                    <a:pt x="142332" y="2364"/>
                    <a:pt x="142332" y="2364"/>
                  </a:cubicBezTo>
                  <a:cubicBezTo>
                    <a:pt x="142332" y="2364"/>
                    <a:pt x="140567" y="10306"/>
                    <a:pt x="137920" y="14592"/>
                  </a:cubicBezTo>
                  <a:cubicBezTo>
                    <a:pt x="135777" y="18248"/>
                    <a:pt x="123044" y="18248"/>
                    <a:pt x="114850" y="15979"/>
                  </a:cubicBezTo>
                  <a:cubicBezTo>
                    <a:pt x="112581" y="19004"/>
                    <a:pt x="101991" y="21399"/>
                    <a:pt x="100479" y="25812"/>
                  </a:cubicBezTo>
                  <a:cubicBezTo>
                    <a:pt x="98714" y="31107"/>
                    <a:pt x="85729" y="28207"/>
                    <a:pt x="89889" y="42326"/>
                  </a:cubicBezTo>
                  <a:cubicBezTo>
                    <a:pt x="94049" y="56446"/>
                    <a:pt x="83460" y="51781"/>
                    <a:pt x="79300" y="50016"/>
                  </a:cubicBezTo>
                  <a:cubicBezTo>
                    <a:pt x="75139" y="48251"/>
                    <a:pt x="56986" y="50647"/>
                    <a:pt x="52195" y="55311"/>
                  </a:cubicBezTo>
                  <a:cubicBezTo>
                    <a:pt x="47531" y="59975"/>
                    <a:pt x="40976" y="58841"/>
                    <a:pt x="36942" y="56446"/>
                  </a:cubicBezTo>
                  <a:cubicBezTo>
                    <a:pt x="32782" y="54050"/>
                    <a:pt x="24587" y="52916"/>
                    <a:pt x="21057" y="58841"/>
                  </a:cubicBezTo>
                  <a:cubicBezTo>
                    <a:pt x="17528" y="64766"/>
                    <a:pt x="11099" y="54176"/>
                    <a:pt x="5804" y="54681"/>
                  </a:cubicBezTo>
                  <a:cubicBezTo>
                    <a:pt x="509" y="55311"/>
                    <a:pt x="2904" y="66405"/>
                    <a:pt x="2904" y="68800"/>
                  </a:cubicBezTo>
                  <a:cubicBezTo>
                    <a:pt x="2904" y="71195"/>
                    <a:pt x="11099" y="78255"/>
                    <a:pt x="16393" y="75860"/>
                  </a:cubicBezTo>
                  <a:cubicBezTo>
                    <a:pt x="21688" y="73464"/>
                    <a:pt x="28117" y="76490"/>
                    <a:pt x="32908" y="79389"/>
                  </a:cubicBezTo>
                  <a:cubicBezTo>
                    <a:pt x="37572" y="82289"/>
                    <a:pt x="46397" y="76994"/>
                    <a:pt x="49422" y="74095"/>
                  </a:cubicBezTo>
                  <a:cubicBezTo>
                    <a:pt x="52322" y="71195"/>
                    <a:pt x="68836" y="71195"/>
                    <a:pt x="70601" y="71195"/>
                  </a:cubicBezTo>
                  <a:cubicBezTo>
                    <a:pt x="72366" y="71195"/>
                    <a:pt x="72997" y="80650"/>
                    <a:pt x="75896" y="82415"/>
                  </a:cubicBezTo>
                  <a:cubicBezTo>
                    <a:pt x="78795" y="84180"/>
                    <a:pt x="90015" y="85315"/>
                    <a:pt x="99974" y="85945"/>
                  </a:cubicBezTo>
                  <a:cubicBezTo>
                    <a:pt x="109933" y="86575"/>
                    <a:pt x="124683" y="91240"/>
                    <a:pt x="129347" y="91240"/>
                  </a:cubicBezTo>
                  <a:cubicBezTo>
                    <a:pt x="134012" y="91240"/>
                    <a:pt x="141702" y="83045"/>
                    <a:pt x="152291" y="83045"/>
                  </a:cubicBezTo>
                  <a:cubicBezTo>
                    <a:pt x="162881" y="83045"/>
                    <a:pt x="168806" y="76616"/>
                    <a:pt x="170571" y="77120"/>
                  </a:cubicBezTo>
                  <a:cubicBezTo>
                    <a:pt x="170571" y="77120"/>
                    <a:pt x="170697" y="77120"/>
                    <a:pt x="170697" y="77246"/>
                  </a:cubicBezTo>
                  <a:cubicBezTo>
                    <a:pt x="171453" y="73969"/>
                    <a:pt x="172714" y="71321"/>
                    <a:pt x="174983" y="70943"/>
                  </a:cubicBezTo>
                  <a:cubicBezTo>
                    <a:pt x="179269" y="70313"/>
                    <a:pt x="176243" y="63001"/>
                    <a:pt x="179269" y="59345"/>
                  </a:cubicBezTo>
                  <a:cubicBezTo>
                    <a:pt x="182295" y="55689"/>
                    <a:pt x="176748" y="48251"/>
                    <a:pt x="182295" y="48882"/>
                  </a:cubicBezTo>
                  <a:cubicBezTo>
                    <a:pt x="187842" y="49512"/>
                    <a:pt x="193893" y="50142"/>
                    <a:pt x="193893" y="42200"/>
                  </a:cubicBezTo>
                  <a:cubicBezTo>
                    <a:pt x="193893" y="39553"/>
                    <a:pt x="195406" y="37158"/>
                    <a:pt x="197423" y="35141"/>
                  </a:cubicBezTo>
                  <a:cubicBezTo>
                    <a:pt x="191371" y="26694"/>
                    <a:pt x="186959" y="13079"/>
                    <a:pt x="186959" y="13079"/>
                  </a:cubicBezTo>
                  <a:cubicBezTo>
                    <a:pt x="186959" y="13079"/>
                    <a:pt x="173849" y="18248"/>
                    <a:pt x="166915" y="10306"/>
                  </a:cubicBezTo>
                  <a:close/>
                </a:path>
              </a:pathLst>
            </a:custGeom>
            <a:grpFill/>
            <a:ln w="1270" cap="flat">
              <a:solidFill>
                <a:schemeClr val="bg1"/>
              </a:solidFill>
              <a:prstDash val="solid"/>
              <a:miter/>
            </a:ln>
          </p:spPr>
          <p:txBody>
            <a:bodyPr rtlCol="0" anchor="ctr"/>
            <a:lstStyle/>
            <a:p>
              <a:endParaRPr lang="ko-KR" altLang="en-US"/>
            </a:p>
          </p:txBody>
        </p:sp>
        <p:sp>
          <p:nvSpPr>
            <p:cNvPr id="89" name="자유형: 도형 69">
              <a:extLst>
                <a:ext uri="{FF2B5EF4-FFF2-40B4-BE49-F238E27FC236}">
                  <a16:creationId xmlns:a16="http://schemas.microsoft.com/office/drawing/2014/main" id="{AAF33D93-8C13-E14B-883F-29B4D3C8E639}"/>
                </a:ext>
              </a:extLst>
            </p:cNvPr>
            <p:cNvSpPr/>
            <p:nvPr/>
          </p:nvSpPr>
          <p:spPr>
            <a:xfrm>
              <a:off x="6224744" y="3153382"/>
              <a:ext cx="163885" cy="100852"/>
            </a:xfrm>
            <a:custGeom>
              <a:avLst/>
              <a:gdLst>
                <a:gd name="connsiteX0" fmla="*/ 168517 w 163884"/>
                <a:gd name="connsiteY0" fmla="*/ 20047 h 100852"/>
                <a:gd name="connsiteX1" fmla="*/ 162340 w 163884"/>
                <a:gd name="connsiteY1" fmla="*/ 16265 h 100852"/>
                <a:gd name="connsiteX2" fmla="*/ 145700 w 163884"/>
                <a:gd name="connsiteY2" fmla="*/ 10340 h 100852"/>
                <a:gd name="connsiteX3" fmla="*/ 121117 w 163884"/>
                <a:gd name="connsiteY3" fmla="*/ 2398 h 100852"/>
                <a:gd name="connsiteX4" fmla="*/ 96534 w 163884"/>
                <a:gd name="connsiteY4" fmla="*/ 18156 h 100852"/>
                <a:gd name="connsiteX5" fmla="*/ 68548 w 163884"/>
                <a:gd name="connsiteY5" fmla="*/ 26854 h 100852"/>
                <a:gd name="connsiteX6" fmla="*/ 32619 w 163884"/>
                <a:gd name="connsiteY6" fmla="*/ 26854 h 100852"/>
                <a:gd name="connsiteX7" fmla="*/ 29089 w 163884"/>
                <a:gd name="connsiteY7" fmla="*/ 22694 h 100852"/>
                <a:gd name="connsiteX8" fmla="*/ 25560 w 163884"/>
                <a:gd name="connsiteY8" fmla="*/ 29754 h 100852"/>
                <a:gd name="connsiteX9" fmla="*/ 13962 w 163884"/>
                <a:gd name="connsiteY9" fmla="*/ 36435 h 100852"/>
                <a:gd name="connsiteX10" fmla="*/ 10936 w 163884"/>
                <a:gd name="connsiteY10" fmla="*/ 46899 h 100852"/>
                <a:gd name="connsiteX11" fmla="*/ 6650 w 163884"/>
                <a:gd name="connsiteY11" fmla="*/ 58497 h 100852"/>
                <a:gd name="connsiteX12" fmla="*/ 2364 w 163884"/>
                <a:gd name="connsiteY12" fmla="*/ 64800 h 100852"/>
                <a:gd name="connsiteX13" fmla="*/ 8667 w 163884"/>
                <a:gd name="connsiteY13" fmla="*/ 74759 h 100852"/>
                <a:gd name="connsiteX14" fmla="*/ 8037 w 163884"/>
                <a:gd name="connsiteY14" fmla="*/ 75263 h 100852"/>
                <a:gd name="connsiteX15" fmla="*/ 30098 w 163884"/>
                <a:gd name="connsiteY15" fmla="*/ 91652 h 100852"/>
                <a:gd name="connsiteX16" fmla="*/ 57328 w 163884"/>
                <a:gd name="connsiteY16" fmla="*/ 97829 h 100852"/>
                <a:gd name="connsiteX17" fmla="*/ 94139 w 163884"/>
                <a:gd name="connsiteY17" fmla="*/ 86483 h 100852"/>
                <a:gd name="connsiteX18" fmla="*/ 105485 w 163884"/>
                <a:gd name="connsiteY18" fmla="*/ 90013 h 100852"/>
                <a:gd name="connsiteX19" fmla="*/ 112923 w 163884"/>
                <a:gd name="connsiteY19" fmla="*/ 91273 h 100852"/>
                <a:gd name="connsiteX20" fmla="*/ 128681 w 163884"/>
                <a:gd name="connsiteY20" fmla="*/ 80180 h 100852"/>
                <a:gd name="connsiteX21" fmla="*/ 152759 w 163884"/>
                <a:gd name="connsiteY21" fmla="*/ 40217 h 100852"/>
                <a:gd name="connsiteX22" fmla="*/ 170409 w 163884"/>
                <a:gd name="connsiteY22" fmla="*/ 28997 h 100852"/>
                <a:gd name="connsiteX23" fmla="*/ 168517 w 163884"/>
                <a:gd name="connsiteY23" fmla="*/ 20047 h 10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884" h="100852">
                  <a:moveTo>
                    <a:pt x="168517" y="20047"/>
                  </a:moveTo>
                  <a:cubicBezTo>
                    <a:pt x="166501" y="19416"/>
                    <a:pt x="164231" y="18030"/>
                    <a:pt x="162340" y="16265"/>
                  </a:cubicBezTo>
                  <a:cubicBezTo>
                    <a:pt x="154902" y="14626"/>
                    <a:pt x="147843" y="12483"/>
                    <a:pt x="145700" y="10340"/>
                  </a:cubicBezTo>
                  <a:cubicBezTo>
                    <a:pt x="141288" y="5927"/>
                    <a:pt x="123764" y="3280"/>
                    <a:pt x="121117" y="2398"/>
                  </a:cubicBezTo>
                  <a:cubicBezTo>
                    <a:pt x="118470" y="1515"/>
                    <a:pt x="101829" y="18156"/>
                    <a:pt x="96534" y="18156"/>
                  </a:cubicBezTo>
                  <a:cubicBezTo>
                    <a:pt x="91240" y="18156"/>
                    <a:pt x="68548" y="20803"/>
                    <a:pt x="68548" y="26854"/>
                  </a:cubicBezTo>
                  <a:cubicBezTo>
                    <a:pt x="68548" y="33032"/>
                    <a:pt x="40561" y="33914"/>
                    <a:pt x="32619" y="26854"/>
                  </a:cubicBezTo>
                  <a:cubicBezTo>
                    <a:pt x="31359" y="25720"/>
                    <a:pt x="30224" y="24207"/>
                    <a:pt x="29089" y="22694"/>
                  </a:cubicBezTo>
                  <a:cubicBezTo>
                    <a:pt x="26947" y="24711"/>
                    <a:pt x="25560" y="27106"/>
                    <a:pt x="25560" y="29754"/>
                  </a:cubicBezTo>
                  <a:cubicBezTo>
                    <a:pt x="25560" y="37696"/>
                    <a:pt x="19383" y="37065"/>
                    <a:pt x="13962" y="36435"/>
                  </a:cubicBezTo>
                  <a:cubicBezTo>
                    <a:pt x="8415" y="35805"/>
                    <a:pt x="13962" y="43243"/>
                    <a:pt x="10936" y="46899"/>
                  </a:cubicBezTo>
                  <a:cubicBezTo>
                    <a:pt x="7911" y="50555"/>
                    <a:pt x="10936" y="57992"/>
                    <a:pt x="6650" y="58497"/>
                  </a:cubicBezTo>
                  <a:cubicBezTo>
                    <a:pt x="4381" y="58875"/>
                    <a:pt x="3120" y="61522"/>
                    <a:pt x="2364" y="64800"/>
                  </a:cubicBezTo>
                  <a:cubicBezTo>
                    <a:pt x="4255" y="65682"/>
                    <a:pt x="8667" y="74759"/>
                    <a:pt x="8667" y="74759"/>
                  </a:cubicBezTo>
                  <a:cubicBezTo>
                    <a:pt x="8667" y="74759"/>
                    <a:pt x="8415" y="75011"/>
                    <a:pt x="8037" y="75263"/>
                  </a:cubicBezTo>
                  <a:cubicBezTo>
                    <a:pt x="13962" y="78793"/>
                    <a:pt x="26190" y="86483"/>
                    <a:pt x="30098" y="91652"/>
                  </a:cubicBezTo>
                  <a:cubicBezTo>
                    <a:pt x="35393" y="98711"/>
                    <a:pt x="50269" y="99594"/>
                    <a:pt x="57328" y="97829"/>
                  </a:cubicBezTo>
                  <a:cubicBezTo>
                    <a:pt x="64388" y="96064"/>
                    <a:pt x="94139" y="86483"/>
                    <a:pt x="94139" y="86483"/>
                  </a:cubicBezTo>
                  <a:cubicBezTo>
                    <a:pt x="94139" y="86483"/>
                    <a:pt x="101199" y="89130"/>
                    <a:pt x="105485" y="90013"/>
                  </a:cubicBezTo>
                  <a:cubicBezTo>
                    <a:pt x="106494" y="90265"/>
                    <a:pt x="109267" y="90643"/>
                    <a:pt x="112923" y="91273"/>
                  </a:cubicBezTo>
                  <a:cubicBezTo>
                    <a:pt x="115066" y="89004"/>
                    <a:pt x="121621" y="87113"/>
                    <a:pt x="128681" y="80180"/>
                  </a:cubicBezTo>
                  <a:cubicBezTo>
                    <a:pt x="136875" y="71986"/>
                    <a:pt x="149229" y="42486"/>
                    <a:pt x="152759" y="40217"/>
                  </a:cubicBezTo>
                  <a:cubicBezTo>
                    <a:pt x="156289" y="37822"/>
                    <a:pt x="165744" y="32527"/>
                    <a:pt x="170409" y="28997"/>
                  </a:cubicBezTo>
                  <a:cubicBezTo>
                    <a:pt x="175073" y="25342"/>
                    <a:pt x="173938" y="21812"/>
                    <a:pt x="168517" y="20047"/>
                  </a:cubicBezTo>
                  <a:close/>
                </a:path>
              </a:pathLst>
            </a:custGeom>
            <a:grpFill/>
            <a:ln w="1270" cap="flat">
              <a:solidFill>
                <a:schemeClr val="bg1"/>
              </a:solidFill>
              <a:prstDash val="solid"/>
              <a:miter/>
            </a:ln>
          </p:spPr>
          <p:txBody>
            <a:bodyPr rtlCol="0" anchor="ctr"/>
            <a:lstStyle/>
            <a:p>
              <a:endParaRPr lang="ko-KR" altLang="en-US"/>
            </a:p>
          </p:txBody>
        </p:sp>
        <p:sp>
          <p:nvSpPr>
            <p:cNvPr id="90" name="자유형: 도형 70">
              <a:extLst>
                <a:ext uri="{FF2B5EF4-FFF2-40B4-BE49-F238E27FC236}">
                  <a16:creationId xmlns:a16="http://schemas.microsoft.com/office/drawing/2014/main" id="{DA0995AF-1707-C240-9F0F-EF0048FB6D4C}"/>
                </a:ext>
              </a:extLst>
            </p:cNvPr>
            <p:cNvSpPr/>
            <p:nvPr/>
          </p:nvSpPr>
          <p:spPr>
            <a:xfrm>
              <a:off x="6127470" y="3071725"/>
              <a:ext cx="163885" cy="88246"/>
            </a:xfrm>
            <a:custGeom>
              <a:avLst/>
              <a:gdLst>
                <a:gd name="connsiteX0" fmla="*/ 157123 w 163884"/>
                <a:gd name="connsiteY0" fmla="*/ 41066 h 88245"/>
                <a:gd name="connsiteX1" fmla="*/ 139600 w 163884"/>
                <a:gd name="connsiteY1" fmla="*/ 36653 h 88245"/>
                <a:gd name="connsiteX2" fmla="*/ 132667 w 163884"/>
                <a:gd name="connsiteY2" fmla="*/ 27072 h 88245"/>
                <a:gd name="connsiteX3" fmla="*/ 117791 w 163884"/>
                <a:gd name="connsiteY3" fmla="*/ 29720 h 88245"/>
                <a:gd name="connsiteX4" fmla="*/ 103798 w 163884"/>
                <a:gd name="connsiteY4" fmla="*/ 23543 h 88245"/>
                <a:gd name="connsiteX5" fmla="*/ 86275 w 163884"/>
                <a:gd name="connsiteY5" fmla="*/ 11314 h 88245"/>
                <a:gd name="connsiteX6" fmla="*/ 70895 w 163884"/>
                <a:gd name="connsiteY6" fmla="*/ 2364 h 88245"/>
                <a:gd name="connsiteX7" fmla="*/ 69508 w 163884"/>
                <a:gd name="connsiteY7" fmla="*/ 5137 h 88245"/>
                <a:gd name="connsiteX8" fmla="*/ 55389 w 163884"/>
                <a:gd name="connsiteY8" fmla="*/ 5767 h 88245"/>
                <a:gd name="connsiteX9" fmla="*/ 33580 w 163884"/>
                <a:gd name="connsiteY9" fmla="*/ 15727 h 88245"/>
                <a:gd name="connsiteX10" fmla="*/ 5971 w 163884"/>
                <a:gd name="connsiteY10" fmla="*/ 26316 h 88245"/>
                <a:gd name="connsiteX11" fmla="*/ 7736 w 163884"/>
                <a:gd name="connsiteY11" fmla="*/ 40435 h 88245"/>
                <a:gd name="connsiteX12" fmla="*/ 16561 w 163884"/>
                <a:gd name="connsiteY12" fmla="*/ 62749 h 88245"/>
                <a:gd name="connsiteX13" fmla="*/ 44169 w 163884"/>
                <a:gd name="connsiteY13" fmla="*/ 83297 h 88245"/>
                <a:gd name="connsiteX14" fmla="*/ 43791 w 163884"/>
                <a:gd name="connsiteY14" fmla="*/ 85315 h 88245"/>
                <a:gd name="connsiteX15" fmla="*/ 66861 w 163884"/>
                <a:gd name="connsiteY15" fmla="*/ 83928 h 88245"/>
                <a:gd name="connsiteX16" fmla="*/ 71273 w 163884"/>
                <a:gd name="connsiteY16" fmla="*/ 71699 h 88245"/>
                <a:gd name="connsiteX17" fmla="*/ 95856 w 163884"/>
                <a:gd name="connsiteY17" fmla="*/ 79642 h 88245"/>
                <a:gd name="connsiteX18" fmla="*/ 116026 w 163884"/>
                <a:gd name="connsiteY18" fmla="*/ 82289 h 88245"/>
                <a:gd name="connsiteX19" fmla="*/ 117917 w 163884"/>
                <a:gd name="connsiteY19" fmla="*/ 87584 h 88245"/>
                <a:gd name="connsiteX20" fmla="*/ 125229 w 163884"/>
                <a:gd name="connsiteY20" fmla="*/ 79011 h 88245"/>
                <a:gd name="connsiteX21" fmla="*/ 150568 w 163884"/>
                <a:gd name="connsiteY21" fmla="*/ 66405 h 88245"/>
                <a:gd name="connsiteX22" fmla="*/ 165948 w 163884"/>
                <a:gd name="connsiteY22" fmla="*/ 53798 h 88245"/>
                <a:gd name="connsiteX23" fmla="*/ 157123 w 163884"/>
                <a:gd name="connsiteY23" fmla="*/ 41066 h 88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884" h="88245">
                  <a:moveTo>
                    <a:pt x="157123" y="41066"/>
                  </a:moveTo>
                  <a:cubicBezTo>
                    <a:pt x="152711" y="38418"/>
                    <a:pt x="140483" y="40183"/>
                    <a:pt x="139600" y="36653"/>
                  </a:cubicBezTo>
                  <a:cubicBezTo>
                    <a:pt x="138718" y="33124"/>
                    <a:pt x="137835" y="27072"/>
                    <a:pt x="132667" y="27072"/>
                  </a:cubicBezTo>
                  <a:cubicBezTo>
                    <a:pt x="127372" y="27072"/>
                    <a:pt x="120438" y="23543"/>
                    <a:pt x="117791" y="29720"/>
                  </a:cubicBezTo>
                  <a:cubicBezTo>
                    <a:pt x="115144" y="35897"/>
                    <a:pt x="104680" y="27955"/>
                    <a:pt x="103798" y="23543"/>
                  </a:cubicBezTo>
                  <a:cubicBezTo>
                    <a:pt x="102915" y="19130"/>
                    <a:pt x="98503" y="15600"/>
                    <a:pt x="86275" y="11314"/>
                  </a:cubicBezTo>
                  <a:cubicBezTo>
                    <a:pt x="81358" y="9549"/>
                    <a:pt x="75811" y="6020"/>
                    <a:pt x="70895" y="2364"/>
                  </a:cubicBezTo>
                  <a:cubicBezTo>
                    <a:pt x="70517" y="3372"/>
                    <a:pt x="70012" y="4381"/>
                    <a:pt x="69508" y="5137"/>
                  </a:cubicBezTo>
                  <a:cubicBezTo>
                    <a:pt x="67113" y="8667"/>
                    <a:pt x="58919" y="2238"/>
                    <a:pt x="55389" y="5767"/>
                  </a:cubicBezTo>
                  <a:cubicBezTo>
                    <a:pt x="51859" y="9297"/>
                    <a:pt x="40135" y="9928"/>
                    <a:pt x="33580" y="15727"/>
                  </a:cubicBezTo>
                  <a:cubicBezTo>
                    <a:pt x="27150" y="21652"/>
                    <a:pt x="13535" y="24551"/>
                    <a:pt x="5971" y="26316"/>
                  </a:cubicBezTo>
                  <a:cubicBezTo>
                    <a:pt x="-1719" y="28081"/>
                    <a:pt x="4837" y="35141"/>
                    <a:pt x="7736" y="40435"/>
                  </a:cubicBezTo>
                  <a:cubicBezTo>
                    <a:pt x="10636" y="45730"/>
                    <a:pt x="10636" y="58715"/>
                    <a:pt x="16561" y="62749"/>
                  </a:cubicBezTo>
                  <a:cubicBezTo>
                    <a:pt x="22486" y="66909"/>
                    <a:pt x="41900" y="79263"/>
                    <a:pt x="44169" y="83297"/>
                  </a:cubicBezTo>
                  <a:cubicBezTo>
                    <a:pt x="44547" y="84054"/>
                    <a:pt x="44295" y="84684"/>
                    <a:pt x="43791" y="85315"/>
                  </a:cubicBezTo>
                  <a:cubicBezTo>
                    <a:pt x="51985" y="87458"/>
                    <a:pt x="64718" y="87584"/>
                    <a:pt x="66861" y="83928"/>
                  </a:cubicBezTo>
                  <a:cubicBezTo>
                    <a:pt x="69508" y="79515"/>
                    <a:pt x="71273" y="71699"/>
                    <a:pt x="71273" y="71699"/>
                  </a:cubicBezTo>
                  <a:cubicBezTo>
                    <a:pt x="71273" y="71699"/>
                    <a:pt x="88796" y="71699"/>
                    <a:pt x="95856" y="79642"/>
                  </a:cubicBezTo>
                  <a:cubicBezTo>
                    <a:pt x="102915" y="87584"/>
                    <a:pt x="116026" y="82289"/>
                    <a:pt x="116026" y="82289"/>
                  </a:cubicBezTo>
                  <a:cubicBezTo>
                    <a:pt x="116026" y="82289"/>
                    <a:pt x="116783" y="84558"/>
                    <a:pt x="117917" y="87584"/>
                  </a:cubicBezTo>
                  <a:cubicBezTo>
                    <a:pt x="119808" y="83297"/>
                    <a:pt x="122330" y="79389"/>
                    <a:pt x="125229" y="79011"/>
                  </a:cubicBezTo>
                  <a:cubicBezTo>
                    <a:pt x="132667" y="78003"/>
                    <a:pt x="143130" y="76868"/>
                    <a:pt x="150568" y="66405"/>
                  </a:cubicBezTo>
                  <a:cubicBezTo>
                    <a:pt x="154350" y="60984"/>
                    <a:pt x="160653" y="56698"/>
                    <a:pt x="165948" y="53798"/>
                  </a:cubicBezTo>
                  <a:cubicBezTo>
                    <a:pt x="162292" y="49386"/>
                    <a:pt x="160401" y="43209"/>
                    <a:pt x="157123" y="41066"/>
                  </a:cubicBezTo>
                  <a:close/>
                </a:path>
              </a:pathLst>
            </a:custGeom>
            <a:grpFill/>
            <a:ln w="1270" cap="flat">
              <a:solidFill>
                <a:schemeClr val="bg1"/>
              </a:solidFill>
              <a:prstDash val="solid"/>
              <a:miter/>
            </a:ln>
          </p:spPr>
          <p:txBody>
            <a:bodyPr rtlCol="0" anchor="ctr"/>
            <a:lstStyle/>
            <a:p>
              <a:endParaRPr lang="ko-KR" altLang="en-US"/>
            </a:p>
          </p:txBody>
        </p:sp>
        <p:sp>
          <p:nvSpPr>
            <p:cNvPr id="91" name="자유형: 도형 71">
              <a:extLst>
                <a:ext uri="{FF2B5EF4-FFF2-40B4-BE49-F238E27FC236}">
                  <a16:creationId xmlns:a16="http://schemas.microsoft.com/office/drawing/2014/main" id="{36B6D20B-DF8A-B54C-81EE-66A6414C5107}"/>
                </a:ext>
              </a:extLst>
            </p:cNvPr>
            <p:cNvSpPr/>
            <p:nvPr/>
          </p:nvSpPr>
          <p:spPr>
            <a:xfrm>
              <a:off x="6242897" y="3123034"/>
              <a:ext cx="151278" cy="63033"/>
            </a:xfrm>
            <a:custGeom>
              <a:avLst/>
              <a:gdLst>
                <a:gd name="connsiteX0" fmla="*/ 112671 w 151278"/>
                <a:gd name="connsiteY0" fmla="*/ 8163 h 63032"/>
                <a:gd name="connsiteX1" fmla="*/ 92500 w 151278"/>
                <a:gd name="connsiteY1" fmla="*/ 6398 h 63032"/>
                <a:gd name="connsiteX2" fmla="*/ 69682 w 151278"/>
                <a:gd name="connsiteY2" fmla="*/ 3750 h 63032"/>
                <a:gd name="connsiteX3" fmla="*/ 53924 w 151278"/>
                <a:gd name="connsiteY3" fmla="*/ 5515 h 63032"/>
                <a:gd name="connsiteX4" fmla="*/ 50394 w 151278"/>
                <a:gd name="connsiteY4" fmla="*/ 2364 h 63032"/>
                <a:gd name="connsiteX5" fmla="*/ 35015 w 151278"/>
                <a:gd name="connsiteY5" fmla="*/ 14970 h 63032"/>
                <a:gd name="connsiteX6" fmla="*/ 9676 w 151278"/>
                <a:gd name="connsiteY6" fmla="*/ 27577 h 63032"/>
                <a:gd name="connsiteX7" fmla="*/ 2364 w 151278"/>
                <a:gd name="connsiteY7" fmla="*/ 36149 h 63032"/>
                <a:gd name="connsiteX8" fmla="*/ 14466 w 151278"/>
                <a:gd name="connsiteY8" fmla="*/ 57076 h 63032"/>
                <a:gd name="connsiteX9" fmla="*/ 50394 w 151278"/>
                <a:gd name="connsiteY9" fmla="*/ 57076 h 63032"/>
                <a:gd name="connsiteX10" fmla="*/ 78381 w 151278"/>
                <a:gd name="connsiteY10" fmla="*/ 48377 h 63032"/>
                <a:gd name="connsiteX11" fmla="*/ 102964 w 151278"/>
                <a:gd name="connsiteY11" fmla="*/ 32619 h 63032"/>
                <a:gd name="connsiteX12" fmla="*/ 127546 w 151278"/>
                <a:gd name="connsiteY12" fmla="*/ 40561 h 63032"/>
                <a:gd name="connsiteX13" fmla="*/ 144187 w 151278"/>
                <a:gd name="connsiteY13" fmla="*/ 46486 h 63032"/>
                <a:gd name="connsiteX14" fmla="*/ 138640 w 151278"/>
                <a:gd name="connsiteY14" fmla="*/ 37284 h 63032"/>
                <a:gd name="connsiteX15" fmla="*/ 150364 w 151278"/>
                <a:gd name="connsiteY15" fmla="*/ 17870 h 63032"/>
                <a:gd name="connsiteX16" fmla="*/ 150868 w 151278"/>
                <a:gd name="connsiteY16" fmla="*/ 16987 h 63032"/>
                <a:gd name="connsiteX17" fmla="*/ 135363 w 151278"/>
                <a:gd name="connsiteY17" fmla="*/ 13205 h 63032"/>
                <a:gd name="connsiteX18" fmla="*/ 112671 w 151278"/>
                <a:gd name="connsiteY18" fmla="*/ 8163 h 63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1278" h="63032">
                  <a:moveTo>
                    <a:pt x="112671" y="8163"/>
                  </a:moveTo>
                  <a:cubicBezTo>
                    <a:pt x="103846" y="9045"/>
                    <a:pt x="99560" y="3750"/>
                    <a:pt x="92500" y="6398"/>
                  </a:cubicBezTo>
                  <a:cubicBezTo>
                    <a:pt x="85441" y="9045"/>
                    <a:pt x="74095" y="6398"/>
                    <a:pt x="69682" y="3750"/>
                  </a:cubicBezTo>
                  <a:cubicBezTo>
                    <a:pt x="65270" y="1103"/>
                    <a:pt x="60102" y="9045"/>
                    <a:pt x="53924" y="5515"/>
                  </a:cubicBezTo>
                  <a:cubicBezTo>
                    <a:pt x="52538" y="4759"/>
                    <a:pt x="51403" y="3624"/>
                    <a:pt x="50394" y="2364"/>
                  </a:cubicBezTo>
                  <a:cubicBezTo>
                    <a:pt x="45100" y="5263"/>
                    <a:pt x="38797" y="9549"/>
                    <a:pt x="35015" y="14970"/>
                  </a:cubicBezTo>
                  <a:cubicBezTo>
                    <a:pt x="27577" y="25560"/>
                    <a:pt x="17113" y="26568"/>
                    <a:pt x="9676" y="27577"/>
                  </a:cubicBezTo>
                  <a:cubicBezTo>
                    <a:pt x="6650" y="28081"/>
                    <a:pt x="4255" y="31863"/>
                    <a:pt x="2364" y="36149"/>
                  </a:cubicBezTo>
                  <a:cubicBezTo>
                    <a:pt x="4759" y="42326"/>
                    <a:pt x="9171" y="52411"/>
                    <a:pt x="14466" y="57076"/>
                  </a:cubicBezTo>
                  <a:cubicBezTo>
                    <a:pt x="22408" y="64136"/>
                    <a:pt x="50394" y="63253"/>
                    <a:pt x="50394" y="57076"/>
                  </a:cubicBezTo>
                  <a:cubicBezTo>
                    <a:pt x="50394" y="50899"/>
                    <a:pt x="73212" y="48377"/>
                    <a:pt x="78381" y="48377"/>
                  </a:cubicBezTo>
                  <a:cubicBezTo>
                    <a:pt x="83676" y="48377"/>
                    <a:pt x="100316" y="31737"/>
                    <a:pt x="102964" y="32619"/>
                  </a:cubicBezTo>
                  <a:cubicBezTo>
                    <a:pt x="105611" y="33502"/>
                    <a:pt x="123134" y="36149"/>
                    <a:pt x="127546" y="40561"/>
                  </a:cubicBezTo>
                  <a:cubicBezTo>
                    <a:pt x="129689" y="42705"/>
                    <a:pt x="136875" y="44848"/>
                    <a:pt x="144187" y="46486"/>
                  </a:cubicBezTo>
                  <a:cubicBezTo>
                    <a:pt x="141035" y="43713"/>
                    <a:pt x="138640" y="40183"/>
                    <a:pt x="138640" y="37284"/>
                  </a:cubicBezTo>
                  <a:cubicBezTo>
                    <a:pt x="138640" y="32619"/>
                    <a:pt x="147465" y="20265"/>
                    <a:pt x="150364" y="17870"/>
                  </a:cubicBezTo>
                  <a:cubicBezTo>
                    <a:pt x="150616" y="17618"/>
                    <a:pt x="150742" y="17365"/>
                    <a:pt x="150868" y="16987"/>
                  </a:cubicBezTo>
                  <a:cubicBezTo>
                    <a:pt x="144061" y="15979"/>
                    <a:pt x="136749" y="14592"/>
                    <a:pt x="135363" y="13205"/>
                  </a:cubicBezTo>
                  <a:cubicBezTo>
                    <a:pt x="132715" y="10810"/>
                    <a:pt x="121369" y="7280"/>
                    <a:pt x="112671" y="8163"/>
                  </a:cubicBezTo>
                  <a:close/>
                </a:path>
              </a:pathLst>
            </a:custGeom>
            <a:grpFill/>
            <a:ln w="1270" cap="flat">
              <a:solidFill>
                <a:schemeClr val="bg1"/>
              </a:solidFill>
              <a:prstDash val="solid"/>
              <a:miter/>
            </a:ln>
          </p:spPr>
          <p:txBody>
            <a:bodyPr rtlCol="0" anchor="ctr"/>
            <a:lstStyle/>
            <a:p>
              <a:endParaRPr lang="ko-KR" altLang="en-US"/>
            </a:p>
          </p:txBody>
        </p:sp>
        <p:sp>
          <p:nvSpPr>
            <p:cNvPr id="92" name="자유형: 도형 72">
              <a:extLst>
                <a:ext uri="{FF2B5EF4-FFF2-40B4-BE49-F238E27FC236}">
                  <a16:creationId xmlns:a16="http://schemas.microsoft.com/office/drawing/2014/main" id="{1785FCB4-B151-AE40-BB36-3F4D1762A34B}"/>
                </a:ext>
              </a:extLst>
            </p:cNvPr>
            <p:cNvSpPr/>
            <p:nvPr/>
          </p:nvSpPr>
          <p:spPr>
            <a:xfrm>
              <a:off x="5543854" y="3372346"/>
              <a:ext cx="88246" cy="163885"/>
            </a:xfrm>
            <a:custGeom>
              <a:avLst/>
              <a:gdLst>
                <a:gd name="connsiteX0" fmla="*/ 68813 w 88245"/>
                <a:gd name="connsiteY0" fmla="*/ 135155 h 163884"/>
                <a:gd name="connsiteX1" fmla="*/ 63014 w 88245"/>
                <a:gd name="connsiteY1" fmla="*/ 121792 h 163884"/>
                <a:gd name="connsiteX2" fmla="*/ 69695 w 88245"/>
                <a:gd name="connsiteY2" fmla="*/ 107421 h 163884"/>
                <a:gd name="connsiteX3" fmla="*/ 62005 w 88245"/>
                <a:gd name="connsiteY3" fmla="*/ 93049 h 163884"/>
                <a:gd name="connsiteX4" fmla="*/ 68687 w 88245"/>
                <a:gd name="connsiteY4" fmla="*/ 82586 h 163884"/>
                <a:gd name="connsiteX5" fmla="*/ 73477 w 88245"/>
                <a:gd name="connsiteY5" fmla="*/ 64433 h 163884"/>
                <a:gd name="connsiteX6" fmla="*/ 71586 w 88245"/>
                <a:gd name="connsiteY6" fmla="*/ 39598 h 163884"/>
                <a:gd name="connsiteX7" fmla="*/ 88731 w 88245"/>
                <a:gd name="connsiteY7" fmla="*/ 24344 h 163884"/>
                <a:gd name="connsiteX8" fmla="*/ 82050 w 88245"/>
                <a:gd name="connsiteY8" fmla="*/ 13880 h 163884"/>
                <a:gd name="connsiteX9" fmla="*/ 65788 w 88245"/>
                <a:gd name="connsiteY9" fmla="*/ 10981 h 163884"/>
                <a:gd name="connsiteX10" fmla="*/ 55324 w 88245"/>
                <a:gd name="connsiteY10" fmla="*/ 10981 h 163884"/>
                <a:gd name="connsiteX11" fmla="*/ 39061 w 88245"/>
                <a:gd name="connsiteY11" fmla="*/ 7199 h 163884"/>
                <a:gd name="connsiteX12" fmla="*/ 29481 w 88245"/>
                <a:gd name="connsiteY12" fmla="*/ 6190 h 163884"/>
                <a:gd name="connsiteX13" fmla="*/ 22421 w 88245"/>
                <a:gd name="connsiteY13" fmla="*/ 9216 h 163884"/>
                <a:gd name="connsiteX14" fmla="*/ 23177 w 88245"/>
                <a:gd name="connsiteY14" fmla="*/ 27243 h 163884"/>
                <a:gd name="connsiteX15" fmla="*/ 6663 w 88245"/>
                <a:gd name="connsiteY15" fmla="*/ 90780 h 163884"/>
                <a:gd name="connsiteX16" fmla="*/ 16874 w 88245"/>
                <a:gd name="connsiteY16" fmla="*/ 113976 h 163884"/>
                <a:gd name="connsiteX17" fmla="*/ 20404 w 88245"/>
                <a:gd name="connsiteY17" fmla="*/ 159107 h 163884"/>
                <a:gd name="connsiteX18" fmla="*/ 40826 w 88245"/>
                <a:gd name="connsiteY18" fmla="*/ 164276 h 163884"/>
                <a:gd name="connsiteX19" fmla="*/ 62005 w 88245"/>
                <a:gd name="connsiteY19" fmla="*/ 160116 h 163884"/>
                <a:gd name="connsiteX20" fmla="*/ 58097 w 88245"/>
                <a:gd name="connsiteY20" fmla="*/ 151543 h 163884"/>
                <a:gd name="connsiteX21" fmla="*/ 68813 w 88245"/>
                <a:gd name="connsiteY21" fmla="*/ 135155 h 163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8245" h="163884">
                  <a:moveTo>
                    <a:pt x="68813" y="135155"/>
                  </a:moveTo>
                  <a:cubicBezTo>
                    <a:pt x="79276" y="133264"/>
                    <a:pt x="65913" y="124692"/>
                    <a:pt x="63014" y="121792"/>
                  </a:cubicBezTo>
                  <a:cubicBezTo>
                    <a:pt x="60114" y="118893"/>
                    <a:pt x="64022" y="107421"/>
                    <a:pt x="69695" y="107421"/>
                  </a:cubicBezTo>
                  <a:cubicBezTo>
                    <a:pt x="75368" y="107421"/>
                    <a:pt x="69695" y="100739"/>
                    <a:pt x="62005" y="93049"/>
                  </a:cubicBezTo>
                  <a:cubicBezTo>
                    <a:pt x="54316" y="85359"/>
                    <a:pt x="62005" y="82586"/>
                    <a:pt x="68687" y="82586"/>
                  </a:cubicBezTo>
                  <a:cubicBezTo>
                    <a:pt x="75368" y="82586"/>
                    <a:pt x="66796" y="71114"/>
                    <a:pt x="73477" y="64433"/>
                  </a:cubicBezTo>
                  <a:cubicBezTo>
                    <a:pt x="80159" y="57751"/>
                    <a:pt x="71586" y="45397"/>
                    <a:pt x="71586" y="39598"/>
                  </a:cubicBezTo>
                  <a:cubicBezTo>
                    <a:pt x="71586" y="33925"/>
                    <a:pt x="81167" y="31908"/>
                    <a:pt x="88731" y="24344"/>
                  </a:cubicBezTo>
                  <a:cubicBezTo>
                    <a:pt x="96421" y="16654"/>
                    <a:pt x="82050" y="19553"/>
                    <a:pt x="82050" y="13880"/>
                  </a:cubicBezTo>
                  <a:cubicBezTo>
                    <a:pt x="82050" y="8082"/>
                    <a:pt x="72469" y="6190"/>
                    <a:pt x="65788" y="10981"/>
                  </a:cubicBezTo>
                  <a:cubicBezTo>
                    <a:pt x="59106" y="15772"/>
                    <a:pt x="60997" y="10981"/>
                    <a:pt x="55324" y="10981"/>
                  </a:cubicBezTo>
                  <a:cubicBezTo>
                    <a:pt x="49525" y="10981"/>
                    <a:pt x="39061" y="12872"/>
                    <a:pt x="39061" y="7199"/>
                  </a:cubicBezTo>
                  <a:cubicBezTo>
                    <a:pt x="39061" y="1400"/>
                    <a:pt x="34271" y="518"/>
                    <a:pt x="29481" y="6190"/>
                  </a:cubicBezTo>
                  <a:cubicBezTo>
                    <a:pt x="28094" y="7829"/>
                    <a:pt x="25699" y="8838"/>
                    <a:pt x="22421" y="9216"/>
                  </a:cubicBezTo>
                  <a:cubicBezTo>
                    <a:pt x="21665" y="16654"/>
                    <a:pt x="20908" y="23714"/>
                    <a:pt x="23177" y="27243"/>
                  </a:cubicBezTo>
                  <a:cubicBezTo>
                    <a:pt x="28220" y="35438"/>
                    <a:pt x="16874" y="79056"/>
                    <a:pt x="6663" y="90780"/>
                  </a:cubicBezTo>
                  <a:cubicBezTo>
                    <a:pt x="-3548" y="102504"/>
                    <a:pt x="6285" y="105656"/>
                    <a:pt x="16874" y="113976"/>
                  </a:cubicBezTo>
                  <a:cubicBezTo>
                    <a:pt x="27464" y="122170"/>
                    <a:pt x="20404" y="152048"/>
                    <a:pt x="20404" y="159107"/>
                  </a:cubicBezTo>
                  <a:cubicBezTo>
                    <a:pt x="20404" y="166167"/>
                    <a:pt x="29859" y="164276"/>
                    <a:pt x="40826" y="164276"/>
                  </a:cubicBezTo>
                  <a:cubicBezTo>
                    <a:pt x="47382" y="164276"/>
                    <a:pt x="54820" y="161376"/>
                    <a:pt x="62005" y="160116"/>
                  </a:cubicBezTo>
                  <a:cubicBezTo>
                    <a:pt x="59862" y="156838"/>
                    <a:pt x="58097" y="153561"/>
                    <a:pt x="58097" y="151543"/>
                  </a:cubicBezTo>
                  <a:cubicBezTo>
                    <a:pt x="58224" y="145618"/>
                    <a:pt x="58224" y="137046"/>
                    <a:pt x="68813" y="135155"/>
                  </a:cubicBezTo>
                  <a:close/>
                </a:path>
              </a:pathLst>
            </a:custGeom>
            <a:grpFill/>
            <a:ln w="1270" cap="flat">
              <a:solidFill>
                <a:schemeClr val="bg1"/>
              </a:solidFill>
              <a:prstDash val="solid"/>
              <a:miter/>
            </a:ln>
          </p:spPr>
          <p:txBody>
            <a:bodyPr rtlCol="0" anchor="ctr"/>
            <a:lstStyle/>
            <a:p>
              <a:endParaRPr lang="ko-KR" altLang="en-US"/>
            </a:p>
          </p:txBody>
        </p:sp>
        <p:sp>
          <p:nvSpPr>
            <p:cNvPr id="93" name="자유형: 도형 73">
              <a:extLst>
                <a:ext uri="{FF2B5EF4-FFF2-40B4-BE49-F238E27FC236}">
                  <a16:creationId xmlns:a16="http://schemas.microsoft.com/office/drawing/2014/main" id="{A26DC950-DF14-3D43-BA7F-89E1155482C6}"/>
                </a:ext>
              </a:extLst>
            </p:cNvPr>
            <p:cNvSpPr/>
            <p:nvPr/>
          </p:nvSpPr>
          <p:spPr>
            <a:xfrm>
              <a:off x="5883990" y="2985623"/>
              <a:ext cx="100852" cy="88246"/>
            </a:xfrm>
            <a:custGeom>
              <a:avLst/>
              <a:gdLst>
                <a:gd name="connsiteX0" fmla="*/ 36905 w 100852"/>
                <a:gd name="connsiteY0" fmla="*/ 75103 h 88245"/>
                <a:gd name="connsiteX1" fmla="*/ 54933 w 100852"/>
                <a:gd name="connsiteY1" fmla="*/ 77498 h 88245"/>
                <a:gd name="connsiteX2" fmla="*/ 74095 w 100852"/>
                <a:gd name="connsiteY2" fmla="*/ 90609 h 88245"/>
                <a:gd name="connsiteX3" fmla="*/ 79894 w 100852"/>
                <a:gd name="connsiteY3" fmla="*/ 95652 h 88245"/>
                <a:gd name="connsiteX4" fmla="*/ 82919 w 100852"/>
                <a:gd name="connsiteY4" fmla="*/ 75355 h 88245"/>
                <a:gd name="connsiteX5" fmla="*/ 84558 w 100852"/>
                <a:gd name="connsiteY5" fmla="*/ 62749 h 88245"/>
                <a:gd name="connsiteX6" fmla="*/ 99434 w 100852"/>
                <a:gd name="connsiteY6" fmla="*/ 55689 h 88245"/>
                <a:gd name="connsiteX7" fmla="*/ 104981 w 100852"/>
                <a:gd name="connsiteY7" fmla="*/ 46991 h 88245"/>
                <a:gd name="connsiteX8" fmla="*/ 96282 w 100852"/>
                <a:gd name="connsiteY8" fmla="*/ 32871 h 88245"/>
                <a:gd name="connsiteX9" fmla="*/ 109645 w 100852"/>
                <a:gd name="connsiteY9" fmla="*/ 20391 h 88245"/>
                <a:gd name="connsiteX10" fmla="*/ 108889 w 100852"/>
                <a:gd name="connsiteY10" fmla="*/ 2364 h 88245"/>
                <a:gd name="connsiteX11" fmla="*/ 102207 w 100852"/>
                <a:gd name="connsiteY11" fmla="*/ 5011 h 88245"/>
                <a:gd name="connsiteX12" fmla="*/ 75482 w 100852"/>
                <a:gd name="connsiteY12" fmla="*/ 5767 h 88245"/>
                <a:gd name="connsiteX13" fmla="*/ 64514 w 100852"/>
                <a:gd name="connsiteY13" fmla="*/ 24173 h 88245"/>
                <a:gd name="connsiteX14" fmla="*/ 52033 w 100852"/>
                <a:gd name="connsiteY14" fmla="*/ 24929 h 88245"/>
                <a:gd name="connsiteX15" fmla="*/ 39805 w 100852"/>
                <a:gd name="connsiteY15" fmla="*/ 31233 h 88245"/>
                <a:gd name="connsiteX16" fmla="*/ 27703 w 100852"/>
                <a:gd name="connsiteY16" fmla="*/ 52790 h 88245"/>
                <a:gd name="connsiteX17" fmla="*/ 6524 w 100852"/>
                <a:gd name="connsiteY17" fmla="*/ 77498 h 88245"/>
                <a:gd name="connsiteX18" fmla="*/ 2364 w 100852"/>
                <a:gd name="connsiteY18" fmla="*/ 79894 h 88245"/>
                <a:gd name="connsiteX19" fmla="*/ 11819 w 100852"/>
                <a:gd name="connsiteY19" fmla="*/ 83171 h 88245"/>
                <a:gd name="connsiteX20" fmla="*/ 36905 w 100852"/>
                <a:gd name="connsiteY20" fmla="*/ 75103 h 88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0852" h="88245">
                  <a:moveTo>
                    <a:pt x="36905" y="75103"/>
                  </a:moveTo>
                  <a:cubicBezTo>
                    <a:pt x="41696" y="70313"/>
                    <a:pt x="50142" y="72708"/>
                    <a:pt x="54933" y="77498"/>
                  </a:cubicBezTo>
                  <a:cubicBezTo>
                    <a:pt x="59724" y="82289"/>
                    <a:pt x="66909" y="83424"/>
                    <a:pt x="74095" y="90609"/>
                  </a:cubicBezTo>
                  <a:cubicBezTo>
                    <a:pt x="75986" y="92500"/>
                    <a:pt x="77877" y="94139"/>
                    <a:pt x="79894" y="95652"/>
                  </a:cubicBezTo>
                  <a:cubicBezTo>
                    <a:pt x="80524" y="90609"/>
                    <a:pt x="80650" y="80524"/>
                    <a:pt x="82919" y="75355"/>
                  </a:cubicBezTo>
                  <a:cubicBezTo>
                    <a:pt x="85315" y="69935"/>
                    <a:pt x="80524" y="62749"/>
                    <a:pt x="84558" y="62749"/>
                  </a:cubicBezTo>
                  <a:cubicBezTo>
                    <a:pt x="88466" y="62749"/>
                    <a:pt x="99434" y="62749"/>
                    <a:pt x="99434" y="55689"/>
                  </a:cubicBezTo>
                  <a:cubicBezTo>
                    <a:pt x="99434" y="48630"/>
                    <a:pt x="102586" y="51025"/>
                    <a:pt x="104981" y="46991"/>
                  </a:cubicBezTo>
                  <a:cubicBezTo>
                    <a:pt x="107376" y="43083"/>
                    <a:pt x="97921" y="35267"/>
                    <a:pt x="96282" y="32871"/>
                  </a:cubicBezTo>
                  <a:cubicBezTo>
                    <a:pt x="94770" y="30476"/>
                    <a:pt x="103342" y="29720"/>
                    <a:pt x="109645" y="20391"/>
                  </a:cubicBezTo>
                  <a:cubicBezTo>
                    <a:pt x="111914" y="16987"/>
                    <a:pt x="111032" y="9928"/>
                    <a:pt x="108889" y="2364"/>
                  </a:cubicBezTo>
                  <a:cubicBezTo>
                    <a:pt x="107880" y="5137"/>
                    <a:pt x="105737" y="7154"/>
                    <a:pt x="102207" y="5011"/>
                  </a:cubicBezTo>
                  <a:cubicBezTo>
                    <a:pt x="96282" y="1481"/>
                    <a:pt x="87331" y="3498"/>
                    <a:pt x="75482" y="5767"/>
                  </a:cubicBezTo>
                  <a:cubicBezTo>
                    <a:pt x="63757" y="8163"/>
                    <a:pt x="60228" y="19509"/>
                    <a:pt x="64514" y="24173"/>
                  </a:cubicBezTo>
                  <a:cubicBezTo>
                    <a:pt x="68800" y="28963"/>
                    <a:pt x="53168" y="31233"/>
                    <a:pt x="52033" y="24929"/>
                  </a:cubicBezTo>
                  <a:cubicBezTo>
                    <a:pt x="50899" y="18626"/>
                    <a:pt x="39049" y="22912"/>
                    <a:pt x="39805" y="31233"/>
                  </a:cubicBezTo>
                  <a:cubicBezTo>
                    <a:pt x="40561" y="39427"/>
                    <a:pt x="26820" y="42578"/>
                    <a:pt x="27703" y="52790"/>
                  </a:cubicBezTo>
                  <a:cubicBezTo>
                    <a:pt x="28459" y="63001"/>
                    <a:pt x="15096" y="72456"/>
                    <a:pt x="6524" y="77498"/>
                  </a:cubicBezTo>
                  <a:cubicBezTo>
                    <a:pt x="5137" y="78255"/>
                    <a:pt x="3751" y="79137"/>
                    <a:pt x="2364" y="79894"/>
                  </a:cubicBezTo>
                  <a:cubicBezTo>
                    <a:pt x="6650" y="81911"/>
                    <a:pt x="10180" y="83171"/>
                    <a:pt x="11819" y="83171"/>
                  </a:cubicBezTo>
                  <a:cubicBezTo>
                    <a:pt x="18878" y="83550"/>
                    <a:pt x="32115" y="80020"/>
                    <a:pt x="36905" y="75103"/>
                  </a:cubicBezTo>
                  <a:close/>
                </a:path>
              </a:pathLst>
            </a:custGeom>
            <a:grpFill/>
            <a:ln w="1270" cap="flat">
              <a:solidFill>
                <a:schemeClr val="bg1"/>
              </a:solidFill>
              <a:prstDash val="solid"/>
              <a:miter/>
            </a:ln>
          </p:spPr>
          <p:txBody>
            <a:bodyPr rtlCol="0" anchor="ctr"/>
            <a:lstStyle/>
            <a:p>
              <a:endParaRPr lang="ko-KR" altLang="en-US"/>
            </a:p>
          </p:txBody>
        </p:sp>
        <p:sp>
          <p:nvSpPr>
            <p:cNvPr id="94" name="자유형: 도형 74">
              <a:extLst>
                <a:ext uri="{FF2B5EF4-FFF2-40B4-BE49-F238E27FC236}">
                  <a16:creationId xmlns:a16="http://schemas.microsoft.com/office/drawing/2014/main" id="{B5F069CC-6D74-B445-9E6D-F4145D0BAABA}"/>
                </a:ext>
              </a:extLst>
            </p:cNvPr>
            <p:cNvSpPr/>
            <p:nvPr/>
          </p:nvSpPr>
          <p:spPr>
            <a:xfrm>
              <a:off x="5953773" y="3103998"/>
              <a:ext cx="12607" cy="25213"/>
            </a:xfrm>
            <a:custGeom>
              <a:avLst/>
              <a:gdLst>
                <a:gd name="connsiteX0" fmla="*/ 11750 w 12606"/>
                <a:gd name="connsiteY0" fmla="*/ 2364 h 25213"/>
                <a:gd name="connsiteX1" fmla="*/ 2421 w 12606"/>
                <a:gd name="connsiteY1" fmla="*/ 24929 h 25213"/>
                <a:gd name="connsiteX2" fmla="*/ 19944 w 12606"/>
                <a:gd name="connsiteY2" fmla="*/ 26946 h 25213"/>
                <a:gd name="connsiteX3" fmla="*/ 11498 w 12606"/>
                <a:gd name="connsiteY3" fmla="*/ 5011 h 25213"/>
                <a:gd name="connsiteX4" fmla="*/ 11750 w 12606"/>
                <a:gd name="connsiteY4" fmla="*/ 2364 h 25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06" h="25213">
                  <a:moveTo>
                    <a:pt x="11750" y="2364"/>
                  </a:moveTo>
                  <a:cubicBezTo>
                    <a:pt x="6455" y="5263"/>
                    <a:pt x="1791" y="11567"/>
                    <a:pt x="2421" y="24929"/>
                  </a:cubicBezTo>
                  <a:cubicBezTo>
                    <a:pt x="7464" y="24803"/>
                    <a:pt x="14776" y="25434"/>
                    <a:pt x="19944" y="26946"/>
                  </a:cubicBezTo>
                  <a:cubicBezTo>
                    <a:pt x="18684" y="12449"/>
                    <a:pt x="13010" y="7911"/>
                    <a:pt x="11498" y="5011"/>
                  </a:cubicBezTo>
                  <a:cubicBezTo>
                    <a:pt x="11120" y="4129"/>
                    <a:pt x="11245" y="3246"/>
                    <a:pt x="11750" y="2364"/>
                  </a:cubicBezTo>
                  <a:close/>
                </a:path>
              </a:pathLst>
            </a:custGeom>
            <a:grpFill/>
            <a:ln w="1270" cap="flat">
              <a:solidFill>
                <a:schemeClr val="bg1"/>
              </a:solidFill>
              <a:prstDash val="solid"/>
              <a:miter/>
            </a:ln>
          </p:spPr>
          <p:txBody>
            <a:bodyPr rtlCol="0" anchor="ctr"/>
            <a:lstStyle/>
            <a:p>
              <a:endParaRPr lang="ko-KR" altLang="en-US"/>
            </a:p>
          </p:txBody>
        </p:sp>
        <p:sp>
          <p:nvSpPr>
            <p:cNvPr id="95" name="자유형: 도형 75">
              <a:extLst>
                <a:ext uri="{FF2B5EF4-FFF2-40B4-BE49-F238E27FC236}">
                  <a16:creationId xmlns:a16="http://schemas.microsoft.com/office/drawing/2014/main" id="{8024348E-FD7B-3645-93DE-B8B2EF447EDA}"/>
                </a:ext>
              </a:extLst>
            </p:cNvPr>
            <p:cNvSpPr/>
            <p:nvPr/>
          </p:nvSpPr>
          <p:spPr>
            <a:xfrm>
              <a:off x="5866341" y="3055499"/>
              <a:ext cx="100852" cy="75639"/>
            </a:xfrm>
            <a:custGeom>
              <a:avLst/>
              <a:gdLst>
                <a:gd name="connsiteX0" fmla="*/ 5642 w 100852"/>
                <a:gd name="connsiteY0" fmla="*/ 21363 h 75639"/>
                <a:gd name="connsiteX1" fmla="*/ 15096 w 100852"/>
                <a:gd name="connsiteY1" fmla="*/ 31322 h 75639"/>
                <a:gd name="connsiteX2" fmla="*/ 28585 w 100852"/>
                <a:gd name="connsiteY2" fmla="*/ 39517 h 75639"/>
                <a:gd name="connsiteX3" fmla="*/ 45100 w 100852"/>
                <a:gd name="connsiteY3" fmla="*/ 49476 h 75639"/>
                <a:gd name="connsiteX4" fmla="*/ 52790 w 100852"/>
                <a:gd name="connsiteY4" fmla="*/ 58300 h 75639"/>
                <a:gd name="connsiteX5" fmla="*/ 64514 w 100852"/>
                <a:gd name="connsiteY5" fmla="*/ 52375 h 75639"/>
                <a:gd name="connsiteX6" fmla="*/ 72204 w 100852"/>
                <a:gd name="connsiteY6" fmla="*/ 64730 h 75639"/>
                <a:gd name="connsiteX7" fmla="*/ 85693 w 100852"/>
                <a:gd name="connsiteY7" fmla="*/ 73554 h 75639"/>
                <a:gd name="connsiteX8" fmla="*/ 89979 w 100852"/>
                <a:gd name="connsiteY8" fmla="*/ 73176 h 75639"/>
                <a:gd name="connsiteX9" fmla="*/ 99308 w 100852"/>
                <a:gd name="connsiteY9" fmla="*/ 50611 h 75639"/>
                <a:gd name="connsiteX10" fmla="*/ 104602 w 100852"/>
                <a:gd name="connsiteY10" fmla="*/ 42921 h 75639"/>
                <a:gd name="connsiteX11" fmla="*/ 97543 w 100852"/>
                <a:gd name="connsiteY11" fmla="*/ 26406 h 75639"/>
                <a:gd name="connsiteX12" fmla="*/ 97669 w 100852"/>
                <a:gd name="connsiteY12" fmla="*/ 25523 h 75639"/>
                <a:gd name="connsiteX13" fmla="*/ 91870 w 100852"/>
                <a:gd name="connsiteY13" fmla="*/ 20481 h 75639"/>
                <a:gd name="connsiteX14" fmla="*/ 72708 w 100852"/>
                <a:gd name="connsiteY14" fmla="*/ 7370 h 75639"/>
                <a:gd name="connsiteX15" fmla="*/ 54681 w 100852"/>
                <a:gd name="connsiteY15" fmla="*/ 4975 h 75639"/>
                <a:gd name="connsiteX16" fmla="*/ 29468 w 100852"/>
                <a:gd name="connsiteY16" fmla="*/ 13421 h 75639"/>
                <a:gd name="connsiteX17" fmla="*/ 20013 w 100852"/>
                <a:gd name="connsiteY17" fmla="*/ 10144 h 75639"/>
                <a:gd name="connsiteX18" fmla="*/ 2364 w 100852"/>
                <a:gd name="connsiteY18" fmla="*/ 17708 h 75639"/>
                <a:gd name="connsiteX19" fmla="*/ 5642 w 100852"/>
                <a:gd name="connsiteY19" fmla="*/ 21363 h 7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0852" h="75639">
                  <a:moveTo>
                    <a:pt x="5642" y="21363"/>
                  </a:moveTo>
                  <a:cubicBezTo>
                    <a:pt x="6272" y="25523"/>
                    <a:pt x="12701" y="35483"/>
                    <a:pt x="15096" y="31322"/>
                  </a:cubicBezTo>
                  <a:cubicBezTo>
                    <a:pt x="17492" y="27162"/>
                    <a:pt x="23291" y="36617"/>
                    <a:pt x="28585" y="39517"/>
                  </a:cubicBezTo>
                  <a:cubicBezTo>
                    <a:pt x="33880" y="42416"/>
                    <a:pt x="44469" y="45946"/>
                    <a:pt x="45100" y="49476"/>
                  </a:cubicBezTo>
                  <a:cubicBezTo>
                    <a:pt x="45730" y="53006"/>
                    <a:pt x="47495" y="60696"/>
                    <a:pt x="52790" y="58300"/>
                  </a:cubicBezTo>
                  <a:cubicBezTo>
                    <a:pt x="58085" y="55905"/>
                    <a:pt x="64514" y="47711"/>
                    <a:pt x="64514" y="52375"/>
                  </a:cubicBezTo>
                  <a:cubicBezTo>
                    <a:pt x="64514" y="57040"/>
                    <a:pt x="66279" y="65864"/>
                    <a:pt x="72204" y="64730"/>
                  </a:cubicBezTo>
                  <a:cubicBezTo>
                    <a:pt x="78129" y="63595"/>
                    <a:pt x="79894" y="74689"/>
                    <a:pt x="85693" y="73554"/>
                  </a:cubicBezTo>
                  <a:cubicBezTo>
                    <a:pt x="86701" y="73428"/>
                    <a:pt x="88214" y="73176"/>
                    <a:pt x="89979" y="73176"/>
                  </a:cubicBezTo>
                  <a:cubicBezTo>
                    <a:pt x="89222" y="59813"/>
                    <a:pt x="94013" y="53636"/>
                    <a:pt x="99308" y="50611"/>
                  </a:cubicBezTo>
                  <a:cubicBezTo>
                    <a:pt x="100568" y="48215"/>
                    <a:pt x="104098" y="45820"/>
                    <a:pt x="104602" y="42921"/>
                  </a:cubicBezTo>
                  <a:cubicBezTo>
                    <a:pt x="105359" y="39012"/>
                    <a:pt x="96786" y="31196"/>
                    <a:pt x="97543" y="26406"/>
                  </a:cubicBezTo>
                  <a:cubicBezTo>
                    <a:pt x="97543" y="26154"/>
                    <a:pt x="97669" y="25776"/>
                    <a:pt x="97669" y="25523"/>
                  </a:cubicBezTo>
                  <a:cubicBezTo>
                    <a:pt x="95778" y="24011"/>
                    <a:pt x="93761" y="22372"/>
                    <a:pt x="91870" y="20481"/>
                  </a:cubicBezTo>
                  <a:cubicBezTo>
                    <a:pt x="84684" y="13295"/>
                    <a:pt x="77498" y="12161"/>
                    <a:pt x="72708" y="7370"/>
                  </a:cubicBezTo>
                  <a:cubicBezTo>
                    <a:pt x="67918" y="2580"/>
                    <a:pt x="59471" y="184"/>
                    <a:pt x="54681" y="4975"/>
                  </a:cubicBezTo>
                  <a:cubicBezTo>
                    <a:pt x="49890" y="9765"/>
                    <a:pt x="36653" y="13421"/>
                    <a:pt x="29468" y="13421"/>
                  </a:cubicBezTo>
                  <a:cubicBezTo>
                    <a:pt x="27829" y="13421"/>
                    <a:pt x="24299" y="12035"/>
                    <a:pt x="20013" y="10144"/>
                  </a:cubicBezTo>
                  <a:cubicBezTo>
                    <a:pt x="14340" y="13421"/>
                    <a:pt x="8289" y="16573"/>
                    <a:pt x="2364" y="17708"/>
                  </a:cubicBezTo>
                  <a:cubicBezTo>
                    <a:pt x="3372" y="19599"/>
                    <a:pt x="5263" y="18716"/>
                    <a:pt x="5642" y="21363"/>
                  </a:cubicBezTo>
                  <a:close/>
                </a:path>
              </a:pathLst>
            </a:custGeom>
            <a:grpFill/>
            <a:ln w="1270" cap="flat">
              <a:solidFill>
                <a:schemeClr val="bg1"/>
              </a:solidFill>
              <a:prstDash val="solid"/>
              <a:miter/>
            </a:ln>
          </p:spPr>
          <p:txBody>
            <a:bodyPr rtlCol="0" anchor="ctr"/>
            <a:lstStyle/>
            <a:p>
              <a:endParaRPr lang="ko-KR" altLang="en-US"/>
            </a:p>
          </p:txBody>
        </p:sp>
        <p:sp>
          <p:nvSpPr>
            <p:cNvPr id="96" name="자유형: 도형 76">
              <a:extLst>
                <a:ext uri="{FF2B5EF4-FFF2-40B4-BE49-F238E27FC236}">
                  <a16:creationId xmlns:a16="http://schemas.microsoft.com/office/drawing/2014/main" id="{D5197666-AEC5-8F41-9187-25395D3CACFD}"/>
                </a:ext>
              </a:extLst>
            </p:cNvPr>
            <p:cNvSpPr/>
            <p:nvPr/>
          </p:nvSpPr>
          <p:spPr>
            <a:xfrm>
              <a:off x="6334644" y="3164005"/>
              <a:ext cx="239524" cy="151278"/>
            </a:xfrm>
            <a:custGeom>
              <a:avLst/>
              <a:gdLst>
                <a:gd name="connsiteX0" fmla="*/ 216829 w 239523"/>
                <a:gd name="connsiteY0" fmla="*/ 106494 h 151278"/>
                <a:gd name="connsiteX1" fmla="*/ 206618 w 239523"/>
                <a:gd name="connsiteY1" fmla="*/ 100190 h 151278"/>
                <a:gd name="connsiteX2" fmla="*/ 207374 w 239523"/>
                <a:gd name="connsiteY2" fmla="*/ 99308 h 151278"/>
                <a:gd name="connsiteX3" fmla="*/ 202835 w 239523"/>
                <a:gd name="connsiteY3" fmla="*/ 69430 h 151278"/>
                <a:gd name="connsiteX4" fmla="*/ 186069 w 239523"/>
                <a:gd name="connsiteY4" fmla="*/ 32241 h 151278"/>
                <a:gd name="connsiteX5" fmla="*/ 168546 w 239523"/>
                <a:gd name="connsiteY5" fmla="*/ 2364 h 151278"/>
                <a:gd name="connsiteX6" fmla="*/ 155687 w 239523"/>
                <a:gd name="connsiteY6" fmla="*/ 8415 h 151278"/>
                <a:gd name="connsiteX7" fmla="*/ 140812 w 239523"/>
                <a:gd name="connsiteY7" fmla="*/ 16231 h 151278"/>
                <a:gd name="connsiteX8" fmla="*/ 127449 w 239523"/>
                <a:gd name="connsiteY8" fmla="*/ 17744 h 151278"/>
                <a:gd name="connsiteX9" fmla="*/ 115724 w 239523"/>
                <a:gd name="connsiteY9" fmla="*/ 20895 h 151278"/>
                <a:gd name="connsiteX10" fmla="*/ 99966 w 239523"/>
                <a:gd name="connsiteY10" fmla="*/ 16231 h 151278"/>
                <a:gd name="connsiteX11" fmla="*/ 73367 w 239523"/>
                <a:gd name="connsiteY11" fmla="*/ 11440 h 151278"/>
                <a:gd name="connsiteX12" fmla="*/ 63156 w 239523"/>
                <a:gd name="connsiteY12" fmla="*/ 12323 h 151278"/>
                <a:gd name="connsiteX13" fmla="*/ 60634 w 239523"/>
                <a:gd name="connsiteY13" fmla="*/ 18122 h 151278"/>
                <a:gd name="connsiteX14" fmla="*/ 42985 w 239523"/>
                <a:gd name="connsiteY14" fmla="*/ 29342 h 151278"/>
                <a:gd name="connsiteX15" fmla="*/ 18907 w 239523"/>
                <a:gd name="connsiteY15" fmla="*/ 69304 h 151278"/>
                <a:gd name="connsiteX16" fmla="*/ 2392 w 239523"/>
                <a:gd name="connsiteY16" fmla="*/ 81659 h 151278"/>
                <a:gd name="connsiteX17" fmla="*/ 11847 w 239523"/>
                <a:gd name="connsiteY17" fmla="*/ 96912 h 151278"/>
                <a:gd name="connsiteX18" fmla="*/ 20672 w 239523"/>
                <a:gd name="connsiteY18" fmla="*/ 106367 h 151278"/>
                <a:gd name="connsiteX19" fmla="*/ 24201 w 239523"/>
                <a:gd name="connsiteY19" fmla="*/ 122882 h 151278"/>
                <a:gd name="connsiteX20" fmla="*/ 53574 w 239523"/>
                <a:gd name="connsiteY20" fmla="*/ 131707 h 151278"/>
                <a:gd name="connsiteX21" fmla="*/ 55213 w 239523"/>
                <a:gd name="connsiteY21" fmla="*/ 143305 h 151278"/>
                <a:gd name="connsiteX22" fmla="*/ 70341 w 239523"/>
                <a:gd name="connsiteY22" fmla="*/ 153516 h 151278"/>
                <a:gd name="connsiteX23" fmla="*/ 98580 w 239523"/>
                <a:gd name="connsiteY23" fmla="*/ 156667 h 151278"/>
                <a:gd name="connsiteX24" fmla="*/ 126818 w 239523"/>
                <a:gd name="connsiteY24" fmla="*/ 157424 h 151278"/>
                <a:gd name="connsiteX25" fmla="*/ 145602 w 239523"/>
                <a:gd name="connsiteY25" fmla="*/ 149608 h 151278"/>
                <a:gd name="connsiteX26" fmla="*/ 176992 w 239523"/>
                <a:gd name="connsiteY26" fmla="*/ 144061 h 151278"/>
                <a:gd name="connsiteX27" fmla="*/ 198171 w 239523"/>
                <a:gd name="connsiteY27" fmla="*/ 150364 h 151278"/>
                <a:gd name="connsiteX28" fmla="*/ 214307 w 239523"/>
                <a:gd name="connsiteY28" fmla="*/ 158054 h 151278"/>
                <a:gd name="connsiteX29" fmla="*/ 214307 w 239523"/>
                <a:gd name="connsiteY29" fmla="*/ 144061 h 151278"/>
                <a:gd name="connsiteX30" fmla="*/ 227670 w 239523"/>
                <a:gd name="connsiteY30" fmla="*/ 122504 h 151278"/>
                <a:gd name="connsiteX31" fmla="*/ 241411 w 239523"/>
                <a:gd name="connsiteY31" fmla="*/ 108006 h 151278"/>
                <a:gd name="connsiteX32" fmla="*/ 241411 w 239523"/>
                <a:gd name="connsiteY32" fmla="*/ 106746 h 151278"/>
                <a:gd name="connsiteX33" fmla="*/ 232083 w 239523"/>
                <a:gd name="connsiteY33" fmla="*/ 100190 h 151278"/>
                <a:gd name="connsiteX34" fmla="*/ 216829 w 239523"/>
                <a:gd name="connsiteY34" fmla="*/ 106494 h 151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9523" h="151278">
                  <a:moveTo>
                    <a:pt x="216829" y="106494"/>
                  </a:moveTo>
                  <a:cubicBezTo>
                    <a:pt x="211282" y="105737"/>
                    <a:pt x="204222" y="103342"/>
                    <a:pt x="206618" y="100190"/>
                  </a:cubicBezTo>
                  <a:cubicBezTo>
                    <a:pt x="206743" y="99938"/>
                    <a:pt x="207122" y="99560"/>
                    <a:pt x="207374" y="99308"/>
                  </a:cubicBezTo>
                  <a:cubicBezTo>
                    <a:pt x="200062" y="93383"/>
                    <a:pt x="198045" y="74095"/>
                    <a:pt x="202835" y="69430"/>
                  </a:cubicBezTo>
                  <a:cubicBezTo>
                    <a:pt x="208760" y="63379"/>
                    <a:pt x="193255" y="40688"/>
                    <a:pt x="186069" y="32241"/>
                  </a:cubicBezTo>
                  <a:cubicBezTo>
                    <a:pt x="182665" y="28333"/>
                    <a:pt x="175353" y="15222"/>
                    <a:pt x="168546" y="2364"/>
                  </a:cubicBezTo>
                  <a:cubicBezTo>
                    <a:pt x="162369" y="4381"/>
                    <a:pt x="156822" y="6650"/>
                    <a:pt x="155687" y="8415"/>
                  </a:cubicBezTo>
                  <a:cubicBezTo>
                    <a:pt x="153292" y="12323"/>
                    <a:pt x="145476" y="16231"/>
                    <a:pt x="140812" y="16231"/>
                  </a:cubicBezTo>
                  <a:cubicBezTo>
                    <a:pt x="136147" y="16231"/>
                    <a:pt x="131357" y="13836"/>
                    <a:pt x="127449" y="17744"/>
                  </a:cubicBezTo>
                  <a:cubicBezTo>
                    <a:pt x="123541" y="21652"/>
                    <a:pt x="117994" y="23291"/>
                    <a:pt x="115724" y="20895"/>
                  </a:cubicBezTo>
                  <a:cubicBezTo>
                    <a:pt x="113330" y="18500"/>
                    <a:pt x="105513" y="16231"/>
                    <a:pt x="99966" y="16231"/>
                  </a:cubicBezTo>
                  <a:cubicBezTo>
                    <a:pt x="94546" y="16231"/>
                    <a:pt x="77275" y="11440"/>
                    <a:pt x="73367" y="11440"/>
                  </a:cubicBezTo>
                  <a:cubicBezTo>
                    <a:pt x="71098" y="11440"/>
                    <a:pt x="67315" y="11819"/>
                    <a:pt x="63156" y="12323"/>
                  </a:cubicBezTo>
                  <a:cubicBezTo>
                    <a:pt x="64038" y="13962"/>
                    <a:pt x="63407" y="16105"/>
                    <a:pt x="60634" y="18122"/>
                  </a:cubicBezTo>
                  <a:cubicBezTo>
                    <a:pt x="55970" y="21652"/>
                    <a:pt x="46515" y="26947"/>
                    <a:pt x="42985" y="29342"/>
                  </a:cubicBezTo>
                  <a:cubicBezTo>
                    <a:pt x="39455" y="31737"/>
                    <a:pt x="27101" y="61110"/>
                    <a:pt x="18907" y="69304"/>
                  </a:cubicBezTo>
                  <a:cubicBezTo>
                    <a:pt x="10712" y="77499"/>
                    <a:pt x="3023" y="78759"/>
                    <a:pt x="2392" y="81659"/>
                  </a:cubicBezTo>
                  <a:cubicBezTo>
                    <a:pt x="1762" y="84558"/>
                    <a:pt x="11847" y="92248"/>
                    <a:pt x="11847" y="96912"/>
                  </a:cubicBezTo>
                  <a:cubicBezTo>
                    <a:pt x="11847" y="101703"/>
                    <a:pt x="14242" y="106367"/>
                    <a:pt x="20672" y="106367"/>
                  </a:cubicBezTo>
                  <a:cubicBezTo>
                    <a:pt x="27101" y="106367"/>
                    <a:pt x="20041" y="121621"/>
                    <a:pt x="24201" y="122882"/>
                  </a:cubicBezTo>
                  <a:cubicBezTo>
                    <a:pt x="28361" y="124017"/>
                    <a:pt x="53574" y="125781"/>
                    <a:pt x="53574" y="131707"/>
                  </a:cubicBezTo>
                  <a:cubicBezTo>
                    <a:pt x="53574" y="136245"/>
                    <a:pt x="56348" y="140153"/>
                    <a:pt x="55213" y="143305"/>
                  </a:cubicBezTo>
                  <a:cubicBezTo>
                    <a:pt x="62273" y="144439"/>
                    <a:pt x="67568" y="154146"/>
                    <a:pt x="70341" y="153516"/>
                  </a:cubicBezTo>
                  <a:cubicBezTo>
                    <a:pt x="73493" y="152759"/>
                    <a:pt x="94672" y="157424"/>
                    <a:pt x="98580" y="156667"/>
                  </a:cubicBezTo>
                  <a:cubicBezTo>
                    <a:pt x="102488" y="155911"/>
                    <a:pt x="120515" y="156667"/>
                    <a:pt x="126818" y="157424"/>
                  </a:cubicBezTo>
                  <a:cubicBezTo>
                    <a:pt x="133121" y="158180"/>
                    <a:pt x="140181" y="155028"/>
                    <a:pt x="145602" y="149608"/>
                  </a:cubicBezTo>
                  <a:cubicBezTo>
                    <a:pt x="151149" y="144061"/>
                    <a:pt x="170689" y="143305"/>
                    <a:pt x="176992" y="144061"/>
                  </a:cubicBezTo>
                  <a:cubicBezTo>
                    <a:pt x="183295" y="144817"/>
                    <a:pt x="195776" y="146456"/>
                    <a:pt x="198171" y="150364"/>
                  </a:cubicBezTo>
                  <a:cubicBezTo>
                    <a:pt x="199432" y="152381"/>
                    <a:pt x="206743" y="155533"/>
                    <a:pt x="214307" y="158054"/>
                  </a:cubicBezTo>
                  <a:cubicBezTo>
                    <a:pt x="215190" y="154146"/>
                    <a:pt x="214055" y="149103"/>
                    <a:pt x="214307" y="144061"/>
                  </a:cubicBezTo>
                  <a:cubicBezTo>
                    <a:pt x="214686" y="135867"/>
                    <a:pt x="219350" y="123260"/>
                    <a:pt x="227670" y="122504"/>
                  </a:cubicBezTo>
                  <a:cubicBezTo>
                    <a:pt x="235865" y="121747"/>
                    <a:pt x="242546" y="121747"/>
                    <a:pt x="241411" y="108006"/>
                  </a:cubicBezTo>
                  <a:cubicBezTo>
                    <a:pt x="241411" y="107502"/>
                    <a:pt x="241411" y="107124"/>
                    <a:pt x="241411" y="106746"/>
                  </a:cubicBezTo>
                  <a:cubicBezTo>
                    <a:pt x="237251" y="103216"/>
                    <a:pt x="233343" y="100190"/>
                    <a:pt x="232083" y="100190"/>
                  </a:cubicBezTo>
                  <a:cubicBezTo>
                    <a:pt x="228553" y="100316"/>
                    <a:pt x="219098" y="106872"/>
                    <a:pt x="216829" y="106494"/>
                  </a:cubicBezTo>
                  <a:close/>
                </a:path>
              </a:pathLst>
            </a:custGeom>
            <a:grpFill/>
            <a:ln w="1270" cap="flat">
              <a:solidFill>
                <a:schemeClr val="bg1"/>
              </a:solidFill>
              <a:prstDash val="solid"/>
              <a:miter/>
            </a:ln>
          </p:spPr>
          <p:txBody>
            <a:bodyPr rtlCol="0" anchor="ctr"/>
            <a:lstStyle/>
            <a:p>
              <a:endParaRPr lang="ko-KR" altLang="en-US"/>
            </a:p>
          </p:txBody>
        </p:sp>
        <p:sp>
          <p:nvSpPr>
            <p:cNvPr id="97" name="자유형: 도형 77">
              <a:extLst>
                <a:ext uri="{FF2B5EF4-FFF2-40B4-BE49-F238E27FC236}">
                  <a16:creationId xmlns:a16="http://schemas.microsoft.com/office/drawing/2014/main" id="{5BC97392-0E59-5B46-9CED-1567F39A7F4B}"/>
                </a:ext>
              </a:extLst>
            </p:cNvPr>
            <p:cNvSpPr/>
            <p:nvPr/>
          </p:nvSpPr>
          <p:spPr>
            <a:xfrm>
              <a:off x="6500826" y="3159182"/>
              <a:ext cx="75639" cy="100852"/>
            </a:xfrm>
            <a:custGeom>
              <a:avLst/>
              <a:gdLst>
                <a:gd name="connsiteX0" fmla="*/ 61614 w 75639"/>
                <a:gd name="connsiteY0" fmla="*/ 28240 h 100852"/>
                <a:gd name="connsiteX1" fmla="*/ 42831 w 75639"/>
                <a:gd name="connsiteY1" fmla="*/ 14121 h 100852"/>
                <a:gd name="connsiteX2" fmla="*/ 21652 w 75639"/>
                <a:gd name="connsiteY2" fmla="*/ 2397 h 100852"/>
                <a:gd name="connsiteX3" fmla="*/ 2364 w 75639"/>
                <a:gd name="connsiteY3" fmla="*/ 7313 h 100852"/>
                <a:gd name="connsiteX4" fmla="*/ 19887 w 75639"/>
                <a:gd name="connsiteY4" fmla="*/ 37191 h 100852"/>
                <a:gd name="connsiteX5" fmla="*/ 36653 w 75639"/>
                <a:gd name="connsiteY5" fmla="*/ 74380 h 100852"/>
                <a:gd name="connsiteX6" fmla="*/ 41192 w 75639"/>
                <a:gd name="connsiteY6" fmla="*/ 104257 h 100852"/>
                <a:gd name="connsiteX7" fmla="*/ 56194 w 75639"/>
                <a:gd name="connsiteY7" fmla="*/ 80809 h 100852"/>
                <a:gd name="connsiteX8" fmla="*/ 66405 w 75639"/>
                <a:gd name="connsiteY8" fmla="*/ 69085 h 100852"/>
                <a:gd name="connsiteX9" fmla="*/ 84432 w 75639"/>
                <a:gd name="connsiteY9" fmla="*/ 72237 h 100852"/>
                <a:gd name="connsiteX10" fmla="*/ 78129 w 75639"/>
                <a:gd name="connsiteY10" fmla="*/ 54966 h 100852"/>
                <a:gd name="connsiteX11" fmla="*/ 61614 w 75639"/>
                <a:gd name="connsiteY11" fmla="*/ 28240 h 10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639" h="100852">
                  <a:moveTo>
                    <a:pt x="61614" y="28240"/>
                  </a:moveTo>
                  <a:cubicBezTo>
                    <a:pt x="58463" y="18029"/>
                    <a:pt x="48252" y="14121"/>
                    <a:pt x="42831" y="14121"/>
                  </a:cubicBezTo>
                  <a:cubicBezTo>
                    <a:pt x="37284" y="14121"/>
                    <a:pt x="27955" y="1640"/>
                    <a:pt x="21652" y="2397"/>
                  </a:cubicBezTo>
                  <a:cubicBezTo>
                    <a:pt x="18248" y="2775"/>
                    <a:pt x="9802" y="4918"/>
                    <a:pt x="2364" y="7313"/>
                  </a:cubicBezTo>
                  <a:cubicBezTo>
                    <a:pt x="9171" y="20172"/>
                    <a:pt x="16483" y="33283"/>
                    <a:pt x="19887" y="37191"/>
                  </a:cubicBezTo>
                  <a:cubicBezTo>
                    <a:pt x="27073" y="45511"/>
                    <a:pt x="42705" y="68329"/>
                    <a:pt x="36653" y="74380"/>
                  </a:cubicBezTo>
                  <a:cubicBezTo>
                    <a:pt x="31989" y="79044"/>
                    <a:pt x="33880" y="98332"/>
                    <a:pt x="41192" y="104257"/>
                  </a:cubicBezTo>
                  <a:cubicBezTo>
                    <a:pt x="44596" y="99845"/>
                    <a:pt x="56194" y="85221"/>
                    <a:pt x="56194" y="80809"/>
                  </a:cubicBezTo>
                  <a:cubicBezTo>
                    <a:pt x="56194" y="76145"/>
                    <a:pt x="56950" y="66690"/>
                    <a:pt x="66405" y="69085"/>
                  </a:cubicBezTo>
                  <a:cubicBezTo>
                    <a:pt x="75860" y="71480"/>
                    <a:pt x="84432" y="75388"/>
                    <a:pt x="84432" y="72237"/>
                  </a:cubicBezTo>
                  <a:cubicBezTo>
                    <a:pt x="84432" y="69085"/>
                    <a:pt x="82037" y="58874"/>
                    <a:pt x="78129" y="54966"/>
                  </a:cubicBezTo>
                  <a:cubicBezTo>
                    <a:pt x="74095" y="50932"/>
                    <a:pt x="64766" y="38451"/>
                    <a:pt x="61614" y="28240"/>
                  </a:cubicBezTo>
                  <a:close/>
                </a:path>
              </a:pathLst>
            </a:custGeom>
            <a:grpFill/>
            <a:ln w="1270" cap="flat">
              <a:solidFill>
                <a:schemeClr val="bg1"/>
              </a:solidFill>
              <a:prstDash val="solid"/>
              <a:miter/>
            </a:ln>
          </p:spPr>
          <p:txBody>
            <a:bodyPr rtlCol="0" anchor="ctr"/>
            <a:lstStyle/>
            <a:p>
              <a:endParaRPr lang="ko-KR" altLang="en-US"/>
            </a:p>
          </p:txBody>
        </p:sp>
        <p:sp>
          <p:nvSpPr>
            <p:cNvPr id="98" name="자유형: 도형 78">
              <a:extLst>
                <a:ext uri="{FF2B5EF4-FFF2-40B4-BE49-F238E27FC236}">
                  <a16:creationId xmlns:a16="http://schemas.microsoft.com/office/drawing/2014/main" id="{7AD777CD-325C-3D4B-8814-24913D5E614C}"/>
                </a:ext>
              </a:extLst>
            </p:cNvPr>
            <p:cNvSpPr/>
            <p:nvPr/>
          </p:nvSpPr>
          <p:spPr>
            <a:xfrm>
              <a:off x="6380888" y="3305072"/>
              <a:ext cx="163885" cy="88246"/>
            </a:xfrm>
            <a:custGeom>
              <a:avLst/>
              <a:gdLst>
                <a:gd name="connsiteX0" fmla="*/ 130497 w 163884"/>
                <a:gd name="connsiteY0" fmla="*/ 3120 h 88245"/>
                <a:gd name="connsiteX1" fmla="*/ 99106 w 163884"/>
                <a:gd name="connsiteY1" fmla="*/ 8667 h 88245"/>
                <a:gd name="connsiteX2" fmla="*/ 80323 w 163884"/>
                <a:gd name="connsiteY2" fmla="*/ 16483 h 88245"/>
                <a:gd name="connsiteX3" fmla="*/ 52084 w 163884"/>
                <a:gd name="connsiteY3" fmla="*/ 15727 h 88245"/>
                <a:gd name="connsiteX4" fmla="*/ 23845 w 163884"/>
                <a:gd name="connsiteY4" fmla="*/ 12575 h 88245"/>
                <a:gd name="connsiteX5" fmla="*/ 8718 w 163884"/>
                <a:gd name="connsiteY5" fmla="*/ 2364 h 88245"/>
                <a:gd name="connsiteX6" fmla="*/ 6574 w 163884"/>
                <a:gd name="connsiteY6" fmla="*/ 4885 h 88245"/>
                <a:gd name="connsiteX7" fmla="*/ 6574 w 163884"/>
                <a:gd name="connsiteY7" fmla="*/ 23165 h 88245"/>
                <a:gd name="connsiteX8" fmla="*/ 14769 w 163884"/>
                <a:gd name="connsiteY8" fmla="*/ 40183 h 88245"/>
                <a:gd name="connsiteX9" fmla="*/ 5944 w 163884"/>
                <a:gd name="connsiteY9" fmla="*/ 50773 h 88245"/>
                <a:gd name="connsiteX10" fmla="*/ 5944 w 163884"/>
                <a:gd name="connsiteY10" fmla="*/ 63758 h 88245"/>
                <a:gd name="connsiteX11" fmla="*/ 20694 w 163884"/>
                <a:gd name="connsiteY11" fmla="*/ 80776 h 88245"/>
                <a:gd name="connsiteX12" fmla="*/ 25862 w 163884"/>
                <a:gd name="connsiteY12" fmla="*/ 88214 h 88245"/>
                <a:gd name="connsiteX13" fmla="*/ 61413 w 163884"/>
                <a:gd name="connsiteY13" fmla="*/ 88592 h 88245"/>
                <a:gd name="connsiteX14" fmla="*/ 89651 w 163884"/>
                <a:gd name="connsiteY14" fmla="*/ 93257 h 88245"/>
                <a:gd name="connsiteX15" fmla="*/ 99862 w 163884"/>
                <a:gd name="connsiteY15" fmla="*/ 86953 h 88245"/>
                <a:gd name="connsiteX16" fmla="*/ 112595 w 163884"/>
                <a:gd name="connsiteY16" fmla="*/ 80776 h 88245"/>
                <a:gd name="connsiteX17" fmla="*/ 112343 w 163884"/>
                <a:gd name="connsiteY17" fmla="*/ 73591 h 88245"/>
                <a:gd name="connsiteX18" fmla="*/ 139447 w 163884"/>
                <a:gd name="connsiteY18" fmla="*/ 73591 h 88245"/>
                <a:gd name="connsiteX19" fmla="*/ 150163 w 163884"/>
                <a:gd name="connsiteY19" fmla="*/ 71573 h 88245"/>
                <a:gd name="connsiteX20" fmla="*/ 146507 w 163884"/>
                <a:gd name="connsiteY20" fmla="*/ 65270 h 88245"/>
                <a:gd name="connsiteX21" fmla="*/ 140960 w 163884"/>
                <a:gd name="connsiteY21" fmla="*/ 45226 h 88245"/>
                <a:gd name="connsiteX22" fmla="*/ 162139 w 163884"/>
                <a:gd name="connsiteY22" fmla="*/ 22534 h 88245"/>
                <a:gd name="connsiteX23" fmla="*/ 167685 w 163884"/>
                <a:gd name="connsiteY23" fmla="*/ 16861 h 88245"/>
                <a:gd name="connsiteX24" fmla="*/ 151549 w 163884"/>
                <a:gd name="connsiteY24" fmla="*/ 9171 h 88245"/>
                <a:gd name="connsiteX25" fmla="*/ 130497 w 163884"/>
                <a:gd name="connsiteY25" fmla="*/ 3120 h 88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84" h="88245">
                  <a:moveTo>
                    <a:pt x="130497" y="3120"/>
                  </a:moveTo>
                  <a:cubicBezTo>
                    <a:pt x="124193" y="2364"/>
                    <a:pt x="104653" y="3120"/>
                    <a:pt x="99106" y="8667"/>
                  </a:cubicBezTo>
                  <a:cubicBezTo>
                    <a:pt x="93559" y="14214"/>
                    <a:pt x="86500" y="17239"/>
                    <a:pt x="80323" y="16483"/>
                  </a:cubicBezTo>
                  <a:cubicBezTo>
                    <a:pt x="74019" y="15727"/>
                    <a:pt x="55992" y="14970"/>
                    <a:pt x="52084" y="15727"/>
                  </a:cubicBezTo>
                  <a:cubicBezTo>
                    <a:pt x="48176" y="16483"/>
                    <a:pt x="26997" y="11819"/>
                    <a:pt x="23845" y="12575"/>
                  </a:cubicBezTo>
                  <a:cubicBezTo>
                    <a:pt x="21072" y="13205"/>
                    <a:pt x="15903" y="3624"/>
                    <a:pt x="8718" y="2364"/>
                  </a:cubicBezTo>
                  <a:cubicBezTo>
                    <a:pt x="8339" y="3246"/>
                    <a:pt x="7709" y="4129"/>
                    <a:pt x="6574" y="4885"/>
                  </a:cubicBezTo>
                  <a:cubicBezTo>
                    <a:pt x="1280" y="8415"/>
                    <a:pt x="649" y="17870"/>
                    <a:pt x="6574" y="23165"/>
                  </a:cubicBezTo>
                  <a:cubicBezTo>
                    <a:pt x="12499" y="28459"/>
                    <a:pt x="20063" y="40183"/>
                    <a:pt x="14769" y="40183"/>
                  </a:cubicBezTo>
                  <a:cubicBezTo>
                    <a:pt x="9474" y="40183"/>
                    <a:pt x="5314" y="47243"/>
                    <a:pt x="5944" y="50773"/>
                  </a:cubicBezTo>
                  <a:cubicBezTo>
                    <a:pt x="6574" y="54303"/>
                    <a:pt x="4179" y="61993"/>
                    <a:pt x="5944" y="63758"/>
                  </a:cubicBezTo>
                  <a:cubicBezTo>
                    <a:pt x="7709" y="65522"/>
                    <a:pt x="20063" y="77246"/>
                    <a:pt x="20694" y="80776"/>
                  </a:cubicBezTo>
                  <a:cubicBezTo>
                    <a:pt x="21198" y="83928"/>
                    <a:pt x="26240" y="85441"/>
                    <a:pt x="25862" y="88214"/>
                  </a:cubicBezTo>
                  <a:cubicBezTo>
                    <a:pt x="35695" y="87458"/>
                    <a:pt x="56748" y="86323"/>
                    <a:pt x="61413" y="88592"/>
                  </a:cubicBezTo>
                  <a:cubicBezTo>
                    <a:pt x="67716" y="91744"/>
                    <a:pt x="89651" y="93257"/>
                    <a:pt x="89651" y="93257"/>
                  </a:cubicBezTo>
                  <a:cubicBezTo>
                    <a:pt x="95954" y="93257"/>
                    <a:pt x="101376" y="90861"/>
                    <a:pt x="99862" y="86953"/>
                  </a:cubicBezTo>
                  <a:cubicBezTo>
                    <a:pt x="98476" y="83676"/>
                    <a:pt x="106670" y="81407"/>
                    <a:pt x="112595" y="80776"/>
                  </a:cubicBezTo>
                  <a:cubicBezTo>
                    <a:pt x="111587" y="77120"/>
                    <a:pt x="110830" y="74221"/>
                    <a:pt x="112343" y="73591"/>
                  </a:cubicBezTo>
                  <a:cubicBezTo>
                    <a:pt x="115242" y="72456"/>
                    <a:pt x="132387" y="70061"/>
                    <a:pt x="139447" y="73591"/>
                  </a:cubicBezTo>
                  <a:cubicBezTo>
                    <a:pt x="142977" y="75355"/>
                    <a:pt x="147011" y="73717"/>
                    <a:pt x="150163" y="71573"/>
                  </a:cubicBezTo>
                  <a:cubicBezTo>
                    <a:pt x="149280" y="68296"/>
                    <a:pt x="148271" y="65648"/>
                    <a:pt x="146507" y="65270"/>
                  </a:cubicBezTo>
                  <a:cubicBezTo>
                    <a:pt x="142220" y="64514"/>
                    <a:pt x="135539" y="46486"/>
                    <a:pt x="140960" y="45226"/>
                  </a:cubicBezTo>
                  <a:cubicBezTo>
                    <a:pt x="146507" y="44091"/>
                    <a:pt x="153566" y="25181"/>
                    <a:pt x="162139" y="22534"/>
                  </a:cubicBezTo>
                  <a:cubicBezTo>
                    <a:pt x="165543" y="21400"/>
                    <a:pt x="167055" y="19383"/>
                    <a:pt x="167685" y="16861"/>
                  </a:cubicBezTo>
                  <a:cubicBezTo>
                    <a:pt x="160248" y="14340"/>
                    <a:pt x="152810" y="11314"/>
                    <a:pt x="151549" y="9171"/>
                  </a:cubicBezTo>
                  <a:cubicBezTo>
                    <a:pt x="149406" y="5515"/>
                    <a:pt x="136800" y="3877"/>
                    <a:pt x="130497" y="3120"/>
                  </a:cubicBezTo>
                  <a:close/>
                </a:path>
              </a:pathLst>
            </a:custGeom>
            <a:grpFill/>
            <a:ln w="1270" cap="flat">
              <a:solidFill>
                <a:schemeClr val="bg1"/>
              </a:solidFill>
              <a:prstDash val="solid"/>
              <a:miter/>
            </a:ln>
          </p:spPr>
          <p:txBody>
            <a:bodyPr rtlCol="0" anchor="ctr"/>
            <a:lstStyle/>
            <a:p>
              <a:endParaRPr lang="ko-KR" altLang="en-US"/>
            </a:p>
          </p:txBody>
        </p:sp>
        <p:sp>
          <p:nvSpPr>
            <p:cNvPr id="99" name="자유형: 도형 79">
              <a:extLst>
                <a:ext uri="{FF2B5EF4-FFF2-40B4-BE49-F238E27FC236}">
                  <a16:creationId xmlns:a16="http://schemas.microsoft.com/office/drawing/2014/main" id="{CC727BE1-8D21-704F-A860-76BC491F4D96}"/>
                </a:ext>
              </a:extLst>
            </p:cNvPr>
            <p:cNvSpPr/>
            <p:nvPr/>
          </p:nvSpPr>
          <p:spPr>
            <a:xfrm>
              <a:off x="6333232" y="3361297"/>
              <a:ext cx="75639" cy="50426"/>
            </a:xfrm>
            <a:custGeom>
              <a:avLst/>
              <a:gdLst>
                <a:gd name="connsiteX0" fmla="*/ 18302 w 75639"/>
                <a:gd name="connsiteY0" fmla="*/ 53798 h 50426"/>
                <a:gd name="connsiteX1" fmla="*/ 18302 w 75639"/>
                <a:gd name="connsiteY1" fmla="*/ 53798 h 50426"/>
                <a:gd name="connsiteX2" fmla="*/ 19311 w 75639"/>
                <a:gd name="connsiteY2" fmla="*/ 53294 h 50426"/>
                <a:gd name="connsiteX3" fmla="*/ 19563 w 75639"/>
                <a:gd name="connsiteY3" fmla="*/ 53168 h 50426"/>
                <a:gd name="connsiteX4" fmla="*/ 21075 w 75639"/>
                <a:gd name="connsiteY4" fmla="*/ 52916 h 50426"/>
                <a:gd name="connsiteX5" fmla="*/ 21328 w 75639"/>
                <a:gd name="connsiteY5" fmla="*/ 52916 h 50426"/>
                <a:gd name="connsiteX6" fmla="*/ 29774 w 75639"/>
                <a:gd name="connsiteY6" fmla="*/ 52790 h 50426"/>
                <a:gd name="connsiteX7" fmla="*/ 30405 w 75639"/>
                <a:gd name="connsiteY7" fmla="*/ 52790 h 50426"/>
                <a:gd name="connsiteX8" fmla="*/ 32547 w 75639"/>
                <a:gd name="connsiteY8" fmla="*/ 52664 h 50426"/>
                <a:gd name="connsiteX9" fmla="*/ 33430 w 75639"/>
                <a:gd name="connsiteY9" fmla="*/ 52538 h 50426"/>
                <a:gd name="connsiteX10" fmla="*/ 36077 w 75639"/>
                <a:gd name="connsiteY10" fmla="*/ 52033 h 50426"/>
                <a:gd name="connsiteX11" fmla="*/ 48432 w 75639"/>
                <a:gd name="connsiteY11" fmla="*/ 44343 h 50426"/>
                <a:gd name="connsiteX12" fmla="*/ 73140 w 75639"/>
                <a:gd name="connsiteY12" fmla="*/ 32997 h 50426"/>
                <a:gd name="connsiteX13" fmla="*/ 73645 w 75639"/>
                <a:gd name="connsiteY13" fmla="*/ 31737 h 50426"/>
                <a:gd name="connsiteX14" fmla="*/ 68476 w 75639"/>
                <a:gd name="connsiteY14" fmla="*/ 24299 h 50426"/>
                <a:gd name="connsiteX15" fmla="*/ 53726 w 75639"/>
                <a:gd name="connsiteY15" fmla="*/ 7280 h 50426"/>
                <a:gd name="connsiteX16" fmla="*/ 53096 w 75639"/>
                <a:gd name="connsiteY16" fmla="*/ 5515 h 50426"/>
                <a:gd name="connsiteX17" fmla="*/ 53096 w 75639"/>
                <a:gd name="connsiteY17" fmla="*/ 5263 h 50426"/>
                <a:gd name="connsiteX18" fmla="*/ 53222 w 75639"/>
                <a:gd name="connsiteY18" fmla="*/ 2364 h 50426"/>
                <a:gd name="connsiteX19" fmla="*/ 7461 w 75639"/>
                <a:gd name="connsiteY19" fmla="*/ 10684 h 50426"/>
                <a:gd name="connsiteX20" fmla="*/ 5948 w 75639"/>
                <a:gd name="connsiteY20" fmla="*/ 9549 h 50426"/>
                <a:gd name="connsiteX21" fmla="*/ 3048 w 75639"/>
                <a:gd name="connsiteY21" fmla="*/ 37032 h 50426"/>
                <a:gd name="connsiteX22" fmla="*/ 18302 w 75639"/>
                <a:gd name="connsiteY22" fmla="*/ 53798 h 50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5639" h="50426">
                  <a:moveTo>
                    <a:pt x="18302" y="53798"/>
                  </a:moveTo>
                  <a:lnTo>
                    <a:pt x="18302" y="53798"/>
                  </a:lnTo>
                  <a:cubicBezTo>
                    <a:pt x="18554" y="53672"/>
                    <a:pt x="18933" y="53420"/>
                    <a:pt x="19311" y="53294"/>
                  </a:cubicBezTo>
                  <a:cubicBezTo>
                    <a:pt x="19437" y="53294"/>
                    <a:pt x="19437" y="53294"/>
                    <a:pt x="19563" y="53168"/>
                  </a:cubicBezTo>
                  <a:cubicBezTo>
                    <a:pt x="19941" y="53042"/>
                    <a:pt x="20445" y="53042"/>
                    <a:pt x="21075" y="52916"/>
                  </a:cubicBezTo>
                  <a:cubicBezTo>
                    <a:pt x="21202" y="52916"/>
                    <a:pt x="21202" y="52916"/>
                    <a:pt x="21328" y="52916"/>
                  </a:cubicBezTo>
                  <a:cubicBezTo>
                    <a:pt x="23597" y="52664"/>
                    <a:pt x="26622" y="52916"/>
                    <a:pt x="29774" y="52790"/>
                  </a:cubicBezTo>
                  <a:cubicBezTo>
                    <a:pt x="29900" y="52790"/>
                    <a:pt x="30152" y="52790"/>
                    <a:pt x="30405" y="52790"/>
                  </a:cubicBezTo>
                  <a:cubicBezTo>
                    <a:pt x="31161" y="52790"/>
                    <a:pt x="31791" y="52664"/>
                    <a:pt x="32547" y="52664"/>
                  </a:cubicBezTo>
                  <a:cubicBezTo>
                    <a:pt x="32800" y="52664"/>
                    <a:pt x="33052" y="52664"/>
                    <a:pt x="33430" y="52538"/>
                  </a:cubicBezTo>
                  <a:cubicBezTo>
                    <a:pt x="34313" y="52412"/>
                    <a:pt x="35195" y="52285"/>
                    <a:pt x="36077" y="52033"/>
                  </a:cubicBezTo>
                  <a:cubicBezTo>
                    <a:pt x="43137" y="50268"/>
                    <a:pt x="44902" y="42578"/>
                    <a:pt x="48432" y="44343"/>
                  </a:cubicBezTo>
                  <a:cubicBezTo>
                    <a:pt x="51962" y="46108"/>
                    <a:pt x="70745" y="36527"/>
                    <a:pt x="73140" y="32997"/>
                  </a:cubicBezTo>
                  <a:cubicBezTo>
                    <a:pt x="73393" y="32619"/>
                    <a:pt x="73645" y="32241"/>
                    <a:pt x="73645" y="31737"/>
                  </a:cubicBezTo>
                  <a:cubicBezTo>
                    <a:pt x="74023" y="28963"/>
                    <a:pt x="68980" y="27451"/>
                    <a:pt x="68476" y="24299"/>
                  </a:cubicBezTo>
                  <a:cubicBezTo>
                    <a:pt x="67846" y="20769"/>
                    <a:pt x="55491" y="9045"/>
                    <a:pt x="53726" y="7280"/>
                  </a:cubicBezTo>
                  <a:cubicBezTo>
                    <a:pt x="53348" y="6902"/>
                    <a:pt x="53222" y="6272"/>
                    <a:pt x="53096" y="5515"/>
                  </a:cubicBezTo>
                  <a:cubicBezTo>
                    <a:pt x="53096" y="5389"/>
                    <a:pt x="53096" y="5389"/>
                    <a:pt x="53096" y="5263"/>
                  </a:cubicBezTo>
                  <a:cubicBezTo>
                    <a:pt x="53096" y="4381"/>
                    <a:pt x="53096" y="3498"/>
                    <a:pt x="53222" y="2364"/>
                  </a:cubicBezTo>
                  <a:cubicBezTo>
                    <a:pt x="34817" y="5011"/>
                    <a:pt x="7461" y="10684"/>
                    <a:pt x="7461" y="10684"/>
                  </a:cubicBezTo>
                  <a:cubicBezTo>
                    <a:pt x="7461" y="10684"/>
                    <a:pt x="6830" y="10180"/>
                    <a:pt x="5948" y="9549"/>
                  </a:cubicBezTo>
                  <a:cubicBezTo>
                    <a:pt x="3174" y="18500"/>
                    <a:pt x="1284" y="30854"/>
                    <a:pt x="3048" y="37032"/>
                  </a:cubicBezTo>
                  <a:cubicBezTo>
                    <a:pt x="4687" y="43587"/>
                    <a:pt x="10360" y="47873"/>
                    <a:pt x="18302" y="53798"/>
                  </a:cubicBezTo>
                  <a:close/>
                </a:path>
              </a:pathLst>
            </a:custGeom>
            <a:grpFill/>
            <a:ln w="1270" cap="flat">
              <a:solidFill>
                <a:schemeClr val="bg1"/>
              </a:solidFill>
              <a:prstDash val="solid"/>
              <a:miter/>
            </a:ln>
          </p:spPr>
          <p:txBody>
            <a:bodyPr rtlCol="0" anchor="ctr"/>
            <a:lstStyle/>
            <a:p>
              <a:endParaRPr lang="ko-KR" altLang="en-US"/>
            </a:p>
          </p:txBody>
        </p:sp>
        <p:sp>
          <p:nvSpPr>
            <p:cNvPr id="100" name="자유형: 도형 80">
              <a:extLst>
                <a:ext uri="{FF2B5EF4-FFF2-40B4-BE49-F238E27FC236}">
                  <a16:creationId xmlns:a16="http://schemas.microsoft.com/office/drawing/2014/main" id="{E35021C7-A377-F741-B700-CD497A6812D8}"/>
                </a:ext>
              </a:extLst>
            </p:cNvPr>
            <p:cNvSpPr/>
            <p:nvPr/>
          </p:nvSpPr>
          <p:spPr>
            <a:xfrm>
              <a:off x="6379300" y="3023058"/>
              <a:ext cx="466441" cy="264737"/>
            </a:xfrm>
            <a:custGeom>
              <a:avLst/>
              <a:gdLst>
                <a:gd name="connsiteX0" fmla="*/ 423043 w 466440"/>
                <a:gd name="connsiteY0" fmla="*/ 172684 h 264736"/>
                <a:gd name="connsiteX1" fmla="*/ 443591 w 466440"/>
                <a:gd name="connsiteY1" fmla="*/ 158565 h 264736"/>
                <a:gd name="connsiteX2" fmla="*/ 465401 w 466440"/>
                <a:gd name="connsiteY2" fmla="*/ 159195 h 264736"/>
                <a:gd name="connsiteX3" fmla="*/ 470065 w 466440"/>
                <a:gd name="connsiteY3" fmla="*/ 143311 h 264736"/>
                <a:gd name="connsiteX4" fmla="*/ 464140 w 466440"/>
                <a:gd name="connsiteY4" fmla="*/ 133352 h 264736"/>
                <a:gd name="connsiteX5" fmla="*/ 473595 w 466440"/>
                <a:gd name="connsiteY5" fmla="*/ 126923 h 264736"/>
                <a:gd name="connsiteX6" fmla="*/ 467165 w 466440"/>
                <a:gd name="connsiteY6" fmla="*/ 119233 h 264736"/>
                <a:gd name="connsiteX7" fmla="*/ 474856 w 466440"/>
                <a:gd name="connsiteY7" fmla="*/ 108013 h 264736"/>
                <a:gd name="connsiteX8" fmla="*/ 459601 w 466440"/>
                <a:gd name="connsiteY8" fmla="*/ 98558 h 264736"/>
                <a:gd name="connsiteX9" fmla="*/ 437162 w 466440"/>
                <a:gd name="connsiteY9" fmla="*/ 92633 h 264736"/>
                <a:gd name="connsiteX10" fmla="*/ 415353 w 466440"/>
                <a:gd name="connsiteY10" fmla="*/ 89103 h 264736"/>
                <a:gd name="connsiteX11" fmla="*/ 403629 w 466440"/>
                <a:gd name="connsiteY11" fmla="*/ 74984 h 264736"/>
                <a:gd name="connsiteX12" fmla="*/ 388879 w 466440"/>
                <a:gd name="connsiteY12" fmla="*/ 76118 h 264736"/>
                <a:gd name="connsiteX13" fmla="*/ 375390 w 466440"/>
                <a:gd name="connsiteY13" fmla="*/ 77253 h 264736"/>
                <a:gd name="connsiteX14" fmla="*/ 362405 w 466440"/>
                <a:gd name="connsiteY14" fmla="*/ 71328 h 264736"/>
                <a:gd name="connsiteX15" fmla="*/ 352446 w 466440"/>
                <a:gd name="connsiteY15" fmla="*/ 66033 h 264736"/>
                <a:gd name="connsiteX16" fmla="*/ 340722 w 466440"/>
                <a:gd name="connsiteY16" fmla="*/ 45484 h 264736"/>
                <a:gd name="connsiteX17" fmla="*/ 321308 w 466440"/>
                <a:gd name="connsiteY17" fmla="*/ 40820 h 264736"/>
                <a:gd name="connsiteX18" fmla="*/ 315383 w 466440"/>
                <a:gd name="connsiteY18" fmla="*/ 26070 h 264736"/>
                <a:gd name="connsiteX19" fmla="*/ 311853 w 466440"/>
                <a:gd name="connsiteY19" fmla="*/ 6026 h 264736"/>
                <a:gd name="connsiteX20" fmla="*/ 290044 w 466440"/>
                <a:gd name="connsiteY20" fmla="*/ 3631 h 264736"/>
                <a:gd name="connsiteX21" fmla="*/ 272395 w 466440"/>
                <a:gd name="connsiteY21" fmla="*/ 4261 h 264736"/>
                <a:gd name="connsiteX22" fmla="*/ 260041 w 466440"/>
                <a:gd name="connsiteY22" fmla="*/ 10691 h 264736"/>
                <a:gd name="connsiteX23" fmla="*/ 252729 w 466440"/>
                <a:gd name="connsiteY23" fmla="*/ 7665 h 264736"/>
                <a:gd name="connsiteX24" fmla="*/ 235710 w 466440"/>
                <a:gd name="connsiteY24" fmla="*/ 11069 h 264736"/>
                <a:gd name="connsiteX25" fmla="*/ 219952 w 466440"/>
                <a:gd name="connsiteY25" fmla="*/ 28340 h 264736"/>
                <a:gd name="connsiteX26" fmla="*/ 215287 w 466440"/>
                <a:gd name="connsiteY26" fmla="*/ 37038 h 264736"/>
                <a:gd name="connsiteX27" fmla="*/ 190957 w 466440"/>
                <a:gd name="connsiteY27" fmla="*/ 35399 h 264736"/>
                <a:gd name="connsiteX28" fmla="*/ 173686 w 466440"/>
                <a:gd name="connsiteY28" fmla="*/ 29852 h 264736"/>
                <a:gd name="connsiteX29" fmla="*/ 156415 w 466440"/>
                <a:gd name="connsiteY29" fmla="*/ 28214 h 264736"/>
                <a:gd name="connsiteX30" fmla="*/ 138388 w 466440"/>
                <a:gd name="connsiteY30" fmla="*/ 25818 h 264736"/>
                <a:gd name="connsiteX31" fmla="*/ 114057 w 466440"/>
                <a:gd name="connsiteY31" fmla="*/ 21910 h 264736"/>
                <a:gd name="connsiteX32" fmla="*/ 68548 w 466440"/>
                <a:gd name="connsiteY32" fmla="*/ 16363 h 264736"/>
                <a:gd name="connsiteX33" fmla="*/ 51277 w 466440"/>
                <a:gd name="connsiteY33" fmla="*/ 26575 h 264736"/>
                <a:gd name="connsiteX34" fmla="*/ 37032 w 466440"/>
                <a:gd name="connsiteY34" fmla="*/ 29726 h 264736"/>
                <a:gd name="connsiteX35" fmla="*/ 39301 w 466440"/>
                <a:gd name="connsiteY35" fmla="*/ 38677 h 264736"/>
                <a:gd name="connsiteX36" fmla="*/ 49890 w 466440"/>
                <a:gd name="connsiteY36" fmla="*/ 64520 h 264736"/>
                <a:gd name="connsiteX37" fmla="*/ 38166 w 466440"/>
                <a:gd name="connsiteY37" fmla="*/ 73975 h 264736"/>
                <a:gd name="connsiteX38" fmla="*/ 13458 w 466440"/>
                <a:gd name="connsiteY38" fmla="*/ 99314 h 264736"/>
                <a:gd name="connsiteX39" fmla="*/ 14088 w 466440"/>
                <a:gd name="connsiteY39" fmla="*/ 117594 h 264736"/>
                <a:gd name="connsiteX40" fmla="*/ 2364 w 466440"/>
                <a:gd name="connsiteY40" fmla="*/ 137008 h 264736"/>
                <a:gd name="connsiteX41" fmla="*/ 14088 w 466440"/>
                <a:gd name="connsiteY41" fmla="*/ 149992 h 264736"/>
                <a:gd name="connsiteX42" fmla="*/ 18374 w 466440"/>
                <a:gd name="connsiteY42" fmla="*/ 153018 h 264736"/>
                <a:gd name="connsiteX43" fmla="*/ 28585 w 466440"/>
                <a:gd name="connsiteY43" fmla="*/ 152136 h 264736"/>
                <a:gd name="connsiteX44" fmla="*/ 55185 w 466440"/>
                <a:gd name="connsiteY44" fmla="*/ 156926 h 264736"/>
                <a:gd name="connsiteX45" fmla="*/ 70943 w 466440"/>
                <a:gd name="connsiteY45" fmla="*/ 161590 h 264736"/>
                <a:gd name="connsiteX46" fmla="*/ 82667 w 466440"/>
                <a:gd name="connsiteY46" fmla="*/ 158439 h 264736"/>
                <a:gd name="connsiteX47" fmla="*/ 96030 w 466440"/>
                <a:gd name="connsiteY47" fmla="*/ 156926 h 264736"/>
                <a:gd name="connsiteX48" fmla="*/ 110906 w 466440"/>
                <a:gd name="connsiteY48" fmla="*/ 149110 h 264736"/>
                <a:gd name="connsiteX49" fmla="*/ 143052 w 466440"/>
                <a:gd name="connsiteY49" fmla="*/ 138142 h 264736"/>
                <a:gd name="connsiteX50" fmla="*/ 164231 w 466440"/>
                <a:gd name="connsiteY50" fmla="*/ 149866 h 264736"/>
                <a:gd name="connsiteX51" fmla="*/ 183015 w 466440"/>
                <a:gd name="connsiteY51" fmla="*/ 163986 h 264736"/>
                <a:gd name="connsiteX52" fmla="*/ 199529 w 466440"/>
                <a:gd name="connsiteY52" fmla="*/ 190711 h 264736"/>
                <a:gd name="connsiteX53" fmla="*/ 205832 w 466440"/>
                <a:gd name="connsiteY53" fmla="*/ 207982 h 264736"/>
                <a:gd name="connsiteX54" fmla="*/ 187805 w 466440"/>
                <a:gd name="connsiteY54" fmla="*/ 204831 h 264736"/>
                <a:gd name="connsiteX55" fmla="*/ 177594 w 466440"/>
                <a:gd name="connsiteY55" fmla="*/ 216555 h 264736"/>
                <a:gd name="connsiteX56" fmla="*/ 161962 w 466440"/>
                <a:gd name="connsiteY56" fmla="*/ 240885 h 264736"/>
                <a:gd name="connsiteX57" fmla="*/ 172173 w 466440"/>
                <a:gd name="connsiteY57" fmla="*/ 247189 h 264736"/>
                <a:gd name="connsiteX58" fmla="*/ 187049 w 466440"/>
                <a:gd name="connsiteY58" fmla="*/ 240885 h 264736"/>
                <a:gd name="connsiteX59" fmla="*/ 196378 w 466440"/>
                <a:gd name="connsiteY59" fmla="*/ 247441 h 264736"/>
                <a:gd name="connsiteX60" fmla="*/ 208984 w 466440"/>
                <a:gd name="connsiteY60" fmla="*/ 227522 h 264736"/>
                <a:gd name="connsiteX61" fmla="*/ 231676 w 466440"/>
                <a:gd name="connsiteY61" fmla="*/ 200797 h 264736"/>
                <a:gd name="connsiteX62" fmla="*/ 261049 w 466440"/>
                <a:gd name="connsiteY62" fmla="*/ 196510 h 264736"/>
                <a:gd name="connsiteX63" fmla="*/ 263822 w 466440"/>
                <a:gd name="connsiteY63" fmla="*/ 213781 h 264736"/>
                <a:gd name="connsiteX64" fmla="*/ 307063 w 466440"/>
                <a:gd name="connsiteY64" fmla="*/ 220085 h 264736"/>
                <a:gd name="connsiteX65" fmla="*/ 271765 w 466440"/>
                <a:gd name="connsiteY65" fmla="*/ 239751 h 264736"/>
                <a:gd name="connsiteX66" fmla="*/ 298490 w 466440"/>
                <a:gd name="connsiteY66" fmla="*/ 251853 h 264736"/>
                <a:gd name="connsiteX67" fmla="*/ 299625 w 466440"/>
                <a:gd name="connsiteY67" fmla="*/ 272276 h 264736"/>
                <a:gd name="connsiteX68" fmla="*/ 321182 w 466440"/>
                <a:gd name="connsiteY68" fmla="*/ 267107 h 264736"/>
                <a:gd name="connsiteX69" fmla="*/ 346647 w 466440"/>
                <a:gd name="connsiteY69" fmla="*/ 256139 h 264736"/>
                <a:gd name="connsiteX70" fmla="*/ 381945 w 466440"/>
                <a:gd name="connsiteY70" fmla="*/ 251097 h 264736"/>
                <a:gd name="connsiteX71" fmla="*/ 355220 w 466440"/>
                <a:gd name="connsiteY71" fmla="*/ 244037 h 264736"/>
                <a:gd name="connsiteX72" fmla="*/ 333663 w 466440"/>
                <a:gd name="connsiteY72" fmla="*/ 222480 h 264736"/>
                <a:gd name="connsiteX73" fmla="*/ 366944 w 466440"/>
                <a:gd name="connsiteY73" fmla="*/ 201301 h 264736"/>
                <a:gd name="connsiteX74" fmla="*/ 400729 w 466440"/>
                <a:gd name="connsiteY74" fmla="*/ 191090 h 264736"/>
                <a:gd name="connsiteX75" fmla="*/ 422286 w 466440"/>
                <a:gd name="connsiteY75" fmla="*/ 185039 h 264736"/>
                <a:gd name="connsiteX76" fmla="*/ 423043 w 466440"/>
                <a:gd name="connsiteY76" fmla="*/ 172684 h 264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466440" h="264736">
                  <a:moveTo>
                    <a:pt x="423043" y="172684"/>
                  </a:moveTo>
                  <a:cubicBezTo>
                    <a:pt x="427203" y="172054"/>
                    <a:pt x="439557" y="158565"/>
                    <a:pt x="443591" y="158565"/>
                  </a:cubicBezTo>
                  <a:cubicBezTo>
                    <a:pt x="447751" y="158565"/>
                    <a:pt x="465401" y="162095"/>
                    <a:pt x="465401" y="159195"/>
                  </a:cubicBezTo>
                  <a:cubicBezTo>
                    <a:pt x="465401" y="156296"/>
                    <a:pt x="471325" y="146211"/>
                    <a:pt x="470065" y="143311"/>
                  </a:cubicBezTo>
                  <a:cubicBezTo>
                    <a:pt x="468931" y="140411"/>
                    <a:pt x="463005" y="136251"/>
                    <a:pt x="464140" y="133352"/>
                  </a:cubicBezTo>
                  <a:cubicBezTo>
                    <a:pt x="465275" y="130452"/>
                    <a:pt x="473595" y="130452"/>
                    <a:pt x="473595" y="126923"/>
                  </a:cubicBezTo>
                  <a:cubicBezTo>
                    <a:pt x="473595" y="123393"/>
                    <a:pt x="467165" y="121628"/>
                    <a:pt x="467165" y="119233"/>
                  </a:cubicBezTo>
                  <a:cubicBezTo>
                    <a:pt x="467165" y="116837"/>
                    <a:pt x="475360" y="112803"/>
                    <a:pt x="474856" y="108013"/>
                  </a:cubicBezTo>
                  <a:cubicBezTo>
                    <a:pt x="474225" y="103348"/>
                    <a:pt x="467165" y="102718"/>
                    <a:pt x="459601" y="98558"/>
                  </a:cubicBezTo>
                  <a:cubicBezTo>
                    <a:pt x="451912" y="94398"/>
                    <a:pt x="444348" y="96163"/>
                    <a:pt x="437162" y="92633"/>
                  </a:cubicBezTo>
                  <a:cubicBezTo>
                    <a:pt x="430102" y="89103"/>
                    <a:pt x="415353" y="91498"/>
                    <a:pt x="415353" y="89103"/>
                  </a:cubicBezTo>
                  <a:cubicBezTo>
                    <a:pt x="415353" y="86708"/>
                    <a:pt x="405898" y="79144"/>
                    <a:pt x="403629" y="74984"/>
                  </a:cubicBezTo>
                  <a:cubicBezTo>
                    <a:pt x="401233" y="70824"/>
                    <a:pt x="393670" y="73219"/>
                    <a:pt x="388879" y="76118"/>
                  </a:cubicBezTo>
                  <a:cubicBezTo>
                    <a:pt x="384089" y="79018"/>
                    <a:pt x="380054" y="80278"/>
                    <a:pt x="375390" y="77253"/>
                  </a:cubicBezTo>
                  <a:cubicBezTo>
                    <a:pt x="370726" y="74353"/>
                    <a:pt x="366565" y="69563"/>
                    <a:pt x="362405" y="71328"/>
                  </a:cubicBezTo>
                  <a:cubicBezTo>
                    <a:pt x="358245" y="73093"/>
                    <a:pt x="350681" y="71958"/>
                    <a:pt x="352446" y="66033"/>
                  </a:cubicBezTo>
                  <a:cubicBezTo>
                    <a:pt x="354211" y="60108"/>
                    <a:pt x="344756" y="47249"/>
                    <a:pt x="340722" y="45484"/>
                  </a:cubicBezTo>
                  <a:cubicBezTo>
                    <a:pt x="336562" y="43720"/>
                    <a:pt x="324208" y="46619"/>
                    <a:pt x="321308" y="40820"/>
                  </a:cubicBezTo>
                  <a:cubicBezTo>
                    <a:pt x="318409" y="34895"/>
                    <a:pt x="313114" y="30231"/>
                    <a:pt x="315383" y="26070"/>
                  </a:cubicBezTo>
                  <a:cubicBezTo>
                    <a:pt x="317778" y="21910"/>
                    <a:pt x="314753" y="10817"/>
                    <a:pt x="311853" y="6026"/>
                  </a:cubicBezTo>
                  <a:cubicBezTo>
                    <a:pt x="308954" y="1362"/>
                    <a:pt x="294204" y="1866"/>
                    <a:pt x="290044" y="3631"/>
                  </a:cubicBezTo>
                  <a:cubicBezTo>
                    <a:pt x="285884" y="5396"/>
                    <a:pt x="276429" y="1866"/>
                    <a:pt x="272395" y="4261"/>
                  </a:cubicBezTo>
                  <a:cubicBezTo>
                    <a:pt x="268235" y="6656"/>
                    <a:pt x="265966" y="10691"/>
                    <a:pt x="260041" y="10691"/>
                  </a:cubicBezTo>
                  <a:cubicBezTo>
                    <a:pt x="256763" y="10691"/>
                    <a:pt x="254620" y="10312"/>
                    <a:pt x="252729" y="7665"/>
                  </a:cubicBezTo>
                  <a:cubicBezTo>
                    <a:pt x="246425" y="10565"/>
                    <a:pt x="235710" y="11069"/>
                    <a:pt x="235710" y="11069"/>
                  </a:cubicBezTo>
                  <a:cubicBezTo>
                    <a:pt x="235710" y="11069"/>
                    <a:pt x="219952" y="23675"/>
                    <a:pt x="219952" y="28340"/>
                  </a:cubicBezTo>
                  <a:cubicBezTo>
                    <a:pt x="219952" y="33004"/>
                    <a:pt x="219195" y="40946"/>
                    <a:pt x="215287" y="37038"/>
                  </a:cubicBezTo>
                  <a:cubicBezTo>
                    <a:pt x="211379" y="33130"/>
                    <a:pt x="194865" y="33130"/>
                    <a:pt x="190957" y="35399"/>
                  </a:cubicBezTo>
                  <a:cubicBezTo>
                    <a:pt x="187049" y="37795"/>
                    <a:pt x="180746" y="25944"/>
                    <a:pt x="173686" y="29852"/>
                  </a:cubicBezTo>
                  <a:cubicBezTo>
                    <a:pt x="166626" y="33760"/>
                    <a:pt x="157172" y="24306"/>
                    <a:pt x="156415" y="28214"/>
                  </a:cubicBezTo>
                  <a:cubicBezTo>
                    <a:pt x="155659" y="32122"/>
                    <a:pt x="145448" y="28970"/>
                    <a:pt x="138388" y="25818"/>
                  </a:cubicBezTo>
                  <a:cubicBezTo>
                    <a:pt x="131328" y="22667"/>
                    <a:pt x="118722" y="27457"/>
                    <a:pt x="114057" y="21910"/>
                  </a:cubicBezTo>
                  <a:cubicBezTo>
                    <a:pt x="109393" y="16363"/>
                    <a:pt x="78759" y="16363"/>
                    <a:pt x="68548" y="16363"/>
                  </a:cubicBezTo>
                  <a:cubicBezTo>
                    <a:pt x="58337" y="16363"/>
                    <a:pt x="55941" y="21910"/>
                    <a:pt x="51277" y="26575"/>
                  </a:cubicBezTo>
                  <a:cubicBezTo>
                    <a:pt x="46991" y="30861"/>
                    <a:pt x="42074" y="29979"/>
                    <a:pt x="37032" y="29726"/>
                  </a:cubicBezTo>
                  <a:cubicBezTo>
                    <a:pt x="37536" y="33634"/>
                    <a:pt x="38292" y="37164"/>
                    <a:pt x="39301" y="38677"/>
                  </a:cubicBezTo>
                  <a:cubicBezTo>
                    <a:pt x="41696" y="42207"/>
                    <a:pt x="52790" y="59226"/>
                    <a:pt x="49890" y="64520"/>
                  </a:cubicBezTo>
                  <a:cubicBezTo>
                    <a:pt x="46991" y="69815"/>
                    <a:pt x="41696" y="69815"/>
                    <a:pt x="38166" y="73975"/>
                  </a:cubicBezTo>
                  <a:cubicBezTo>
                    <a:pt x="34636" y="78135"/>
                    <a:pt x="14088" y="96289"/>
                    <a:pt x="13458" y="99314"/>
                  </a:cubicBezTo>
                  <a:cubicBezTo>
                    <a:pt x="12827" y="102214"/>
                    <a:pt x="16987" y="115198"/>
                    <a:pt x="14088" y="117594"/>
                  </a:cubicBezTo>
                  <a:cubicBezTo>
                    <a:pt x="11188" y="119989"/>
                    <a:pt x="2364" y="132343"/>
                    <a:pt x="2364" y="137008"/>
                  </a:cubicBezTo>
                  <a:cubicBezTo>
                    <a:pt x="2364" y="141672"/>
                    <a:pt x="8793" y="148227"/>
                    <a:pt x="14088" y="149992"/>
                  </a:cubicBezTo>
                  <a:cubicBezTo>
                    <a:pt x="16357" y="150749"/>
                    <a:pt x="17744" y="151757"/>
                    <a:pt x="18374" y="153018"/>
                  </a:cubicBezTo>
                  <a:cubicBezTo>
                    <a:pt x="22534" y="152514"/>
                    <a:pt x="26316" y="152136"/>
                    <a:pt x="28585" y="152136"/>
                  </a:cubicBezTo>
                  <a:cubicBezTo>
                    <a:pt x="32493" y="152136"/>
                    <a:pt x="49764" y="156926"/>
                    <a:pt x="55185" y="156926"/>
                  </a:cubicBezTo>
                  <a:cubicBezTo>
                    <a:pt x="60732" y="156926"/>
                    <a:pt x="68548" y="159321"/>
                    <a:pt x="70943" y="161590"/>
                  </a:cubicBezTo>
                  <a:cubicBezTo>
                    <a:pt x="73338" y="163986"/>
                    <a:pt x="78759" y="162347"/>
                    <a:pt x="82667" y="158439"/>
                  </a:cubicBezTo>
                  <a:cubicBezTo>
                    <a:pt x="86575" y="154531"/>
                    <a:pt x="91366" y="156926"/>
                    <a:pt x="96030" y="156926"/>
                  </a:cubicBezTo>
                  <a:cubicBezTo>
                    <a:pt x="100694" y="156926"/>
                    <a:pt x="108636" y="153018"/>
                    <a:pt x="110906" y="149110"/>
                  </a:cubicBezTo>
                  <a:cubicBezTo>
                    <a:pt x="113301" y="145202"/>
                    <a:pt x="136749" y="138899"/>
                    <a:pt x="143052" y="138142"/>
                  </a:cubicBezTo>
                  <a:cubicBezTo>
                    <a:pt x="149356" y="137386"/>
                    <a:pt x="158810" y="149866"/>
                    <a:pt x="164231" y="149866"/>
                  </a:cubicBezTo>
                  <a:cubicBezTo>
                    <a:pt x="169778" y="149866"/>
                    <a:pt x="179863" y="153774"/>
                    <a:pt x="183015" y="163986"/>
                  </a:cubicBezTo>
                  <a:cubicBezTo>
                    <a:pt x="186166" y="174197"/>
                    <a:pt x="195621" y="186803"/>
                    <a:pt x="199529" y="190711"/>
                  </a:cubicBezTo>
                  <a:cubicBezTo>
                    <a:pt x="203437" y="194619"/>
                    <a:pt x="205832" y="204831"/>
                    <a:pt x="205832" y="207982"/>
                  </a:cubicBezTo>
                  <a:cubicBezTo>
                    <a:pt x="205832" y="211134"/>
                    <a:pt x="197260" y="207226"/>
                    <a:pt x="187805" y="204831"/>
                  </a:cubicBezTo>
                  <a:cubicBezTo>
                    <a:pt x="178350" y="202435"/>
                    <a:pt x="177594" y="211890"/>
                    <a:pt x="177594" y="216555"/>
                  </a:cubicBezTo>
                  <a:cubicBezTo>
                    <a:pt x="177594" y="221219"/>
                    <a:pt x="164231" y="237734"/>
                    <a:pt x="161962" y="240885"/>
                  </a:cubicBezTo>
                  <a:cubicBezTo>
                    <a:pt x="159567" y="244037"/>
                    <a:pt x="166626" y="246432"/>
                    <a:pt x="172173" y="247189"/>
                  </a:cubicBezTo>
                  <a:cubicBezTo>
                    <a:pt x="174569" y="247567"/>
                    <a:pt x="183897" y="240885"/>
                    <a:pt x="187049" y="240885"/>
                  </a:cubicBezTo>
                  <a:cubicBezTo>
                    <a:pt x="188310" y="240885"/>
                    <a:pt x="192218" y="243911"/>
                    <a:pt x="196378" y="247441"/>
                  </a:cubicBezTo>
                  <a:cubicBezTo>
                    <a:pt x="195495" y="235212"/>
                    <a:pt x="198017" y="235843"/>
                    <a:pt x="208984" y="227522"/>
                  </a:cubicBezTo>
                  <a:cubicBezTo>
                    <a:pt x="220330" y="218950"/>
                    <a:pt x="221591" y="202814"/>
                    <a:pt x="231676" y="200797"/>
                  </a:cubicBezTo>
                  <a:cubicBezTo>
                    <a:pt x="241887" y="198780"/>
                    <a:pt x="246173" y="194115"/>
                    <a:pt x="261049" y="196510"/>
                  </a:cubicBezTo>
                  <a:cubicBezTo>
                    <a:pt x="275925" y="198906"/>
                    <a:pt x="253611" y="208234"/>
                    <a:pt x="263822" y="213781"/>
                  </a:cubicBezTo>
                  <a:cubicBezTo>
                    <a:pt x="274034" y="219328"/>
                    <a:pt x="305424" y="212268"/>
                    <a:pt x="307063" y="220085"/>
                  </a:cubicBezTo>
                  <a:cubicBezTo>
                    <a:pt x="308576" y="227901"/>
                    <a:pt x="271008" y="235843"/>
                    <a:pt x="271765" y="239751"/>
                  </a:cubicBezTo>
                  <a:cubicBezTo>
                    <a:pt x="272521" y="243659"/>
                    <a:pt x="291809" y="247567"/>
                    <a:pt x="298490" y="251853"/>
                  </a:cubicBezTo>
                  <a:cubicBezTo>
                    <a:pt x="305172" y="256139"/>
                    <a:pt x="296473" y="268368"/>
                    <a:pt x="299625" y="272276"/>
                  </a:cubicBezTo>
                  <a:cubicBezTo>
                    <a:pt x="302777" y="276184"/>
                    <a:pt x="312988" y="273032"/>
                    <a:pt x="321182" y="267107"/>
                  </a:cubicBezTo>
                  <a:cubicBezTo>
                    <a:pt x="329376" y="261182"/>
                    <a:pt x="336058" y="263199"/>
                    <a:pt x="346647" y="256139"/>
                  </a:cubicBezTo>
                  <a:cubicBezTo>
                    <a:pt x="357237" y="249079"/>
                    <a:pt x="379172" y="255383"/>
                    <a:pt x="381945" y="251097"/>
                  </a:cubicBezTo>
                  <a:cubicBezTo>
                    <a:pt x="384719" y="246810"/>
                    <a:pt x="375642" y="242524"/>
                    <a:pt x="355220" y="244037"/>
                  </a:cubicBezTo>
                  <a:cubicBezTo>
                    <a:pt x="334797" y="245550"/>
                    <a:pt x="333663" y="226388"/>
                    <a:pt x="333663" y="222480"/>
                  </a:cubicBezTo>
                  <a:cubicBezTo>
                    <a:pt x="333663" y="218572"/>
                    <a:pt x="354841" y="202435"/>
                    <a:pt x="366944" y="201301"/>
                  </a:cubicBezTo>
                  <a:cubicBezTo>
                    <a:pt x="379172" y="200166"/>
                    <a:pt x="388879" y="196510"/>
                    <a:pt x="400729" y="191090"/>
                  </a:cubicBezTo>
                  <a:cubicBezTo>
                    <a:pt x="405520" y="188820"/>
                    <a:pt x="413840" y="186677"/>
                    <a:pt x="422286" y="185039"/>
                  </a:cubicBezTo>
                  <a:cubicBezTo>
                    <a:pt x="421152" y="179744"/>
                    <a:pt x="419513" y="173314"/>
                    <a:pt x="423043" y="172684"/>
                  </a:cubicBezTo>
                  <a:close/>
                </a:path>
              </a:pathLst>
            </a:custGeom>
            <a:grpFill/>
            <a:ln w="1270" cap="flat">
              <a:solidFill>
                <a:schemeClr val="bg1"/>
              </a:solidFill>
              <a:prstDash val="solid"/>
              <a:miter/>
            </a:ln>
          </p:spPr>
          <p:txBody>
            <a:bodyPr rtlCol="0" anchor="ctr"/>
            <a:lstStyle/>
            <a:p>
              <a:endParaRPr lang="ko-KR" altLang="en-US"/>
            </a:p>
          </p:txBody>
        </p:sp>
        <p:sp>
          <p:nvSpPr>
            <p:cNvPr id="101" name="자유형: 도형 81">
              <a:extLst>
                <a:ext uri="{FF2B5EF4-FFF2-40B4-BE49-F238E27FC236}">
                  <a16:creationId xmlns:a16="http://schemas.microsoft.com/office/drawing/2014/main" id="{9FB102AB-88D3-1D46-BA61-EAB0EF3B44B9}"/>
                </a:ext>
              </a:extLst>
            </p:cNvPr>
            <p:cNvSpPr/>
            <p:nvPr/>
          </p:nvSpPr>
          <p:spPr>
            <a:xfrm>
              <a:off x="6405899" y="2881871"/>
              <a:ext cx="252130" cy="176491"/>
            </a:xfrm>
            <a:custGeom>
              <a:avLst/>
              <a:gdLst>
                <a:gd name="connsiteX0" fmla="*/ 235710 w 252130"/>
                <a:gd name="connsiteY0" fmla="*/ 90357 h 176491"/>
                <a:gd name="connsiteX1" fmla="*/ 220456 w 252130"/>
                <a:gd name="connsiteY1" fmla="*/ 75608 h 176491"/>
                <a:gd name="connsiteX2" fmla="*/ 208102 w 252130"/>
                <a:gd name="connsiteY2" fmla="*/ 59093 h 176491"/>
                <a:gd name="connsiteX3" fmla="*/ 205202 w 252130"/>
                <a:gd name="connsiteY3" fmla="*/ 40183 h 176491"/>
                <a:gd name="connsiteX4" fmla="*/ 202807 w 252130"/>
                <a:gd name="connsiteY4" fmla="*/ 21904 h 176491"/>
                <a:gd name="connsiteX5" fmla="*/ 178098 w 252130"/>
                <a:gd name="connsiteY5" fmla="*/ 14844 h 176491"/>
                <a:gd name="connsiteX6" fmla="*/ 163979 w 252130"/>
                <a:gd name="connsiteY6" fmla="*/ 14844 h 176491"/>
                <a:gd name="connsiteX7" fmla="*/ 150490 w 252130"/>
                <a:gd name="connsiteY7" fmla="*/ 8415 h 176491"/>
                <a:gd name="connsiteX8" fmla="*/ 136371 w 252130"/>
                <a:gd name="connsiteY8" fmla="*/ 4255 h 176491"/>
                <a:gd name="connsiteX9" fmla="*/ 134984 w 252130"/>
                <a:gd name="connsiteY9" fmla="*/ 2364 h 176491"/>
                <a:gd name="connsiteX10" fmla="*/ 126790 w 252130"/>
                <a:gd name="connsiteY10" fmla="*/ 5641 h 176491"/>
                <a:gd name="connsiteX11" fmla="*/ 116579 w 252130"/>
                <a:gd name="connsiteY11" fmla="*/ 15096 h 176491"/>
                <a:gd name="connsiteX12" fmla="*/ 98551 w 252130"/>
                <a:gd name="connsiteY12" fmla="*/ 17492 h 176491"/>
                <a:gd name="connsiteX13" fmla="*/ 91492 w 252130"/>
                <a:gd name="connsiteY13" fmla="*/ 31611 h 176491"/>
                <a:gd name="connsiteX14" fmla="*/ 88340 w 252130"/>
                <a:gd name="connsiteY14" fmla="*/ 41822 h 176491"/>
                <a:gd name="connsiteX15" fmla="*/ 79768 w 252130"/>
                <a:gd name="connsiteY15" fmla="*/ 48882 h 176491"/>
                <a:gd name="connsiteX16" fmla="*/ 66405 w 252130"/>
                <a:gd name="connsiteY16" fmla="*/ 61362 h 176491"/>
                <a:gd name="connsiteX17" fmla="*/ 62497 w 252130"/>
                <a:gd name="connsiteY17" fmla="*/ 73969 h 176491"/>
                <a:gd name="connsiteX18" fmla="*/ 45226 w 252130"/>
                <a:gd name="connsiteY18" fmla="*/ 79516 h 176491"/>
                <a:gd name="connsiteX19" fmla="*/ 31863 w 252130"/>
                <a:gd name="connsiteY19" fmla="*/ 85819 h 176491"/>
                <a:gd name="connsiteX20" fmla="*/ 12449 w 252130"/>
                <a:gd name="connsiteY20" fmla="*/ 84432 h 176491"/>
                <a:gd name="connsiteX21" fmla="*/ 12323 w 252130"/>
                <a:gd name="connsiteY21" fmla="*/ 86827 h 176491"/>
                <a:gd name="connsiteX22" fmla="*/ 16483 w 252130"/>
                <a:gd name="connsiteY22" fmla="*/ 106872 h 176491"/>
                <a:gd name="connsiteX23" fmla="*/ 17618 w 252130"/>
                <a:gd name="connsiteY23" fmla="*/ 129815 h 176491"/>
                <a:gd name="connsiteX24" fmla="*/ 2364 w 252130"/>
                <a:gd name="connsiteY24" fmla="*/ 143304 h 176491"/>
                <a:gd name="connsiteX25" fmla="*/ 11188 w 252130"/>
                <a:gd name="connsiteY25" fmla="*/ 156793 h 176491"/>
                <a:gd name="connsiteX26" fmla="*/ 10684 w 252130"/>
                <a:gd name="connsiteY26" fmla="*/ 171291 h 176491"/>
                <a:gd name="connsiteX27" fmla="*/ 24929 w 252130"/>
                <a:gd name="connsiteY27" fmla="*/ 168139 h 176491"/>
                <a:gd name="connsiteX28" fmla="*/ 42200 w 252130"/>
                <a:gd name="connsiteY28" fmla="*/ 157928 h 176491"/>
                <a:gd name="connsiteX29" fmla="*/ 87710 w 252130"/>
                <a:gd name="connsiteY29" fmla="*/ 163475 h 176491"/>
                <a:gd name="connsiteX30" fmla="*/ 112040 w 252130"/>
                <a:gd name="connsiteY30" fmla="*/ 167383 h 176491"/>
                <a:gd name="connsiteX31" fmla="*/ 130068 w 252130"/>
                <a:gd name="connsiteY31" fmla="*/ 169778 h 176491"/>
                <a:gd name="connsiteX32" fmla="*/ 147339 w 252130"/>
                <a:gd name="connsiteY32" fmla="*/ 171417 h 176491"/>
                <a:gd name="connsiteX33" fmla="*/ 164610 w 252130"/>
                <a:gd name="connsiteY33" fmla="*/ 176964 h 176491"/>
                <a:gd name="connsiteX34" fmla="*/ 188940 w 252130"/>
                <a:gd name="connsiteY34" fmla="*/ 178603 h 176491"/>
                <a:gd name="connsiteX35" fmla="*/ 193605 w 252130"/>
                <a:gd name="connsiteY35" fmla="*/ 169904 h 176491"/>
                <a:gd name="connsiteX36" fmla="*/ 209363 w 252130"/>
                <a:gd name="connsiteY36" fmla="*/ 152633 h 176491"/>
                <a:gd name="connsiteX37" fmla="*/ 226382 w 252130"/>
                <a:gd name="connsiteY37" fmla="*/ 149230 h 176491"/>
                <a:gd name="connsiteX38" fmla="*/ 222474 w 252130"/>
                <a:gd name="connsiteY38" fmla="*/ 138136 h 176491"/>
                <a:gd name="connsiteX39" fmla="*/ 218313 w 252130"/>
                <a:gd name="connsiteY39" fmla="*/ 113427 h 176491"/>
                <a:gd name="connsiteX40" fmla="*/ 237097 w 252130"/>
                <a:gd name="connsiteY40" fmla="*/ 116327 h 176491"/>
                <a:gd name="connsiteX41" fmla="*/ 250586 w 252130"/>
                <a:gd name="connsiteY41" fmla="*/ 103972 h 176491"/>
                <a:gd name="connsiteX42" fmla="*/ 235710 w 252130"/>
                <a:gd name="connsiteY42" fmla="*/ 90357 h 176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52130" h="176491">
                  <a:moveTo>
                    <a:pt x="235710" y="90357"/>
                  </a:moveTo>
                  <a:cubicBezTo>
                    <a:pt x="231046" y="89223"/>
                    <a:pt x="228020" y="78633"/>
                    <a:pt x="220456" y="75608"/>
                  </a:cubicBezTo>
                  <a:cubicBezTo>
                    <a:pt x="212766" y="72708"/>
                    <a:pt x="214531" y="63253"/>
                    <a:pt x="208102" y="59093"/>
                  </a:cubicBezTo>
                  <a:cubicBezTo>
                    <a:pt x="201673" y="54933"/>
                    <a:pt x="205707" y="46739"/>
                    <a:pt x="205202" y="40183"/>
                  </a:cubicBezTo>
                  <a:cubicBezTo>
                    <a:pt x="204572" y="33754"/>
                    <a:pt x="206337" y="23669"/>
                    <a:pt x="202807" y="21904"/>
                  </a:cubicBezTo>
                  <a:cubicBezTo>
                    <a:pt x="199278" y="20139"/>
                    <a:pt x="184528" y="11945"/>
                    <a:pt x="178098" y="14844"/>
                  </a:cubicBezTo>
                  <a:cubicBezTo>
                    <a:pt x="171669" y="17744"/>
                    <a:pt x="166879" y="20139"/>
                    <a:pt x="163979" y="14844"/>
                  </a:cubicBezTo>
                  <a:cubicBezTo>
                    <a:pt x="161080" y="9549"/>
                    <a:pt x="156920" y="6650"/>
                    <a:pt x="150490" y="8415"/>
                  </a:cubicBezTo>
                  <a:cubicBezTo>
                    <a:pt x="144061" y="10180"/>
                    <a:pt x="139901" y="7280"/>
                    <a:pt x="136371" y="4255"/>
                  </a:cubicBezTo>
                  <a:cubicBezTo>
                    <a:pt x="135867" y="3750"/>
                    <a:pt x="135363" y="3120"/>
                    <a:pt x="134984" y="2364"/>
                  </a:cubicBezTo>
                  <a:cubicBezTo>
                    <a:pt x="132337" y="2868"/>
                    <a:pt x="128933" y="3877"/>
                    <a:pt x="126790" y="5641"/>
                  </a:cubicBezTo>
                  <a:cubicBezTo>
                    <a:pt x="122882" y="8793"/>
                    <a:pt x="122126" y="15096"/>
                    <a:pt x="116579" y="15096"/>
                  </a:cubicBezTo>
                  <a:cubicBezTo>
                    <a:pt x="111032" y="15096"/>
                    <a:pt x="104855" y="12701"/>
                    <a:pt x="98551" y="17492"/>
                  </a:cubicBezTo>
                  <a:cubicBezTo>
                    <a:pt x="92248" y="22156"/>
                    <a:pt x="90735" y="27703"/>
                    <a:pt x="91492" y="31611"/>
                  </a:cubicBezTo>
                  <a:cubicBezTo>
                    <a:pt x="92248" y="35519"/>
                    <a:pt x="93131" y="41822"/>
                    <a:pt x="88340" y="41822"/>
                  </a:cubicBezTo>
                  <a:cubicBezTo>
                    <a:pt x="83676" y="41822"/>
                    <a:pt x="84432" y="47369"/>
                    <a:pt x="79768" y="48882"/>
                  </a:cubicBezTo>
                  <a:cubicBezTo>
                    <a:pt x="75103" y="50395"/>
                    <a:pt x="67161" y="57454"/>
                    <a:pt x="66405" y="61362"/>
                  </a:cubicBezTo>
                  <a:cubicBezTo>
                    <a:pt x="65649" y="65270"/>
                    <a:pt x="65649" y="73969"/>
                    <a:pt x="62497" y="73969"/>
                  </a:cubicBezTo>
                  <a:cubicBezTo>
                    <a:pt x="59345" y="73969"/>
                    <a:pt x="48378" y="75481"/>
                    <a:pt x="45226" y="79516"/>
                  </a:cubicBezTo>
                  <a:cubicBezTo>
                    <a:pt x="42075" y="83424"/>
                    <a:pt x="38166" y="87332"/>
                    <a:pt x="31863" y="85819"/>
                  </a:cubicBezTo>
                  <a:cubicBezTo>
                    <a:pt x="28585" y="85062"/>
                    <a:pt x="20013" y="84684"/>
                    <a:pt x="12449" y="84432"/>
                  </a:cubicBezTo>
                  <a:cubicBezTo>
                    <a:pt x="12575" y="85188"/>
                    <a:pt x="12575" y="85945"/>
                    <a:pt x="12323" y="86827"/>
                  </a:cubicBezTo>
                  <a:cubicBezTo>
                    <a:pt x="9423" y="95022"/>
                    <a:pt x="11693" y="102712"/>
                    <a:pt x="16483" y="106872"/>
                  </a:cubicBezTo>
                  <a:cubicBezTo>
                    <a:pt x="21148" y="111032"/>
                    <a:pt x="22912" y="127420"/>
                    <a:pt x="17618" y="129815"/>
                  </a:cubicBezTo>
                  <a:cubicBezTo>
                    <a:pt x="12323" y="132211"/>
                    <a:pt x="2364" y="139270"/>
                    <a:pt x="2364" y="143304"/>
                  </a:cubicBezTo>
                  <a:cubicBezTo>
                    <a:pt x="2364" y="147465"/>
                    <a:pt x="12953" y="150994"/>
                    <a:pt x="11188" y="156793"/>
                  </a:cubicBezTo>
                  <a:cubicBezTo>
                    <a:pt x="10180" y="160197"/>
                    <a:pt x="10180" y="166122"/>
                    <a:pt x="10684" y="171291"/>
                  </a:cubicBezTo>
                  <a:cubicBezTo>
                    <a:pt x="15727" y="171543"/>
                    <a:pt x="20643" y="172426"/>
                    <a:pt x="24929" y="168139"/>
                  </a:cubicBezTo>
                  <a:cubicBezTo>
                    <a:pt x="29594" y="163475"/>
                    <a:pt x="31989" y="157928"/>
                    <a:pt x="42200" y="157928"/>
                  </a:cubicBezTo>
                  <a:cubicBezTo>
                    <a:pt x="52412" y="157928"/>
                    <a:pt x="83046" y="157928"/>
                    <a:pt x="87710" y="163475"/>
                  </a:cubicBezTo>
                  <a:cubicBezTo>
                    <a:pt x="92374" y="169022"/>
                    <a:pt x="104981" y="164231"/>
                    <a:pt x="112040" y="167383"/>
                  </a:cubicBezTo>
                  <a:cubicBezTo>
                    <a:pt x="119100" y="170535"/>
                    <a:pt x="129311" y="173686"/>
                    <a:pt x="130068" y="169778"/>
                  </a:cubicBezTo>
                  <a:cubicBezTo>
                    <a:pt x="130824" y="165870"/>
                    <a:pt x="140279" y="175325"/>
                    <a:pt x="147339" y="171417"/>
                  </a:cubicBezTo>
                  <a:cubicBezTo>
                    <a:pt x="154398" y="167509"/>
                    <a:pt x="160701" y="179233"/>
                    <a:pt x="164610" y="176964"/>
                  </a:cubicBezTo>
                  <a:cubicBezTo>
                    <a:pt x="168518" y="174569"/>
                    <a:pt x="185032" y="174569"/>
                    <a:pt x="188940" y="178603"/>
                  </a:cubicBezTo>
                  <a:cubicBezTo>
                    <a:pt x="192848" y="182511"/>
                    <a:pt x="193605" y="174695"/>
                    <a:pt x="193605" y="169904"/>
                  </a:cubicBezTo>
                  <a:cubicBezTo>
                    <a:pt x="193605" y="165240"/>
                    <a:pt x="209363" y="152633"/>
                    <a:pt x="209363" y="152633"/>
                  </a:cubicBezTo>
                  <a:cubicBezTo>
                    <a:pt x="209363" y="152633"/>
                    <a:pt x="220078" y="152003"/>
                    <a:pt x="226382" y="149230"/>
                  </a:cubicBezTo>
                  <a:cubicBezTo>
                    <a:pt x="224995" y="147213"/>
                    <a:pt x="223734" y="143809"/>
                    <a:pt x="222474" y="138136"/>
                  </a:cubicBezTo>
                  <a:cubicBezTo>
                    <a:pt x="219574" y="125151"/>
                    <a:pt x="214783" y="117587"/>
                    <a:pt x="218313" y="113427"/>
                  </a:cubicBezTo>
                  <a:cubicBezTo>
                    <a:pt x="221843" y="109267"/>
                    <a:pt x="231802" y="118722"/>
                    <a:pt x="237097" y="116327"/>
                  </a:cubicBezTo>
                  <a:cubicBezTo>
                    <a:pt x="242392" y="113931"/>
                    <a:pt x="251847" y="109267"/>
                    <a:pt x="250586" y="103972"/>
                  </a:cubicBezTo>
                  <a:cubicBezTo>
                    <a:pt x="249325" y="98551"/>
                    <a:pt x="240501" y="91492"/>
                    <a:pt x="235710" y="90357"/>
                  </a:cubicBezTo>
                  <a:close/>
                </a:path>
              </a:pathLst>
            </a:custGeom>
            <a:grpFill/>
            <a:ln w="1270" cap="flat">
              <a:solidFill>
                <a:schemeClr val="bg1"/>
              </a:solidFill>
              <a:prstDash val="solid"/>
              <a:miter/>
            </a:ln>
          </p:spPr>
          <p:txBody>
            <a:bodyPr rtlCol="0" anchor="ctr"/>
            <a:lstStyle/>
            <a:p>
              <a:endParaRPr lang="ko-KR" altLang="en-US"/>
            </a:p>
          </p:txBody>
        </p:sp>
        <p:sp>
          <p:nvSpPr>
            <p:cNvPr id="102" name="자유형: 도형 82">
              <a:extLst>
                <a:ext uri="{FF2B5EF4-FFF2-40B4-BE49-F238E27FC236}">
                  <a16:creationId xmlns:a16="http://schemas.microsoft.com/office/drawing/2014/main" id="{FE00E31C-5230-1D45-AFE4-5E6DF9230B48}"/>
                </a:ext>
              </a:extLst>
            </p:cNvPr>
            <p:cNvSpPr/>
            <p:nvPr/>
          </p:nvSpPr>
          <p:spPr>
            <a:xfrm>
              <a:off x="6345968" y="2810562"/>
              <a:ext cx="189098" cy="88246"/>
            </a:xfrm>
            <a:custGeom>
              <a:avLst/>
              <a:gdLst>
                <a:gd name="connsiteX0" fmla="*/ 65447 w 189097"/>
                <a:gd name="connsiteY0" fmla="*/ 66740 h 88245"/>
                <a:gd name="connsiteX1" fmla="*/ 99106 w 189097"/>
                <a:gd name="connsiteY1" fmla="*/ 66740 h 88245"/>
                <a:gd name="connsiteX2" fmla="*/ 114738 w 189097"/>
                <a:gd name="connsiteY2" fmla="*/ 72665 h 88245"/>
                <a:gd name="connsiteX3" fmla="*/ 139951 w 189097"/>
                <a:gd name="connsiteY3" fmla="*/ 85902 h 88245"/>
                <a:gd name="connsiteX4" fmla="*/ 153440 w 189097"/>
                <a:gd name="connsiteY4" fmla="*/ 94600 h 88245"/>
                <a:gd name="connsiteX5" fmla="*/ 158609 w 189097"/>
                <a:gd name="connsiteY5" fmla="*/ 88801 h 88245"/>
                <a:gd name="connsiteX6" fmla="*/ 176636 w 189097"/>
                <a:gd name="connsiteY6" fmla="*/ 86406 h 88245"/>
                <a:gd name="connsiteX7" fmla="*/ 186847 w 189097"/>
                <a:gd name="connsiteY7" fmla="*/ 76951 h 88245"/>
                <a:gd name="connsiteX8" fmla="*/ 195042 w 189097"/>
                <a:gd name="connsiteY8" fmla="*/ 73673 h 88245"/>
                <a:gd name="connsiteX9" fmla="*/ 189369 w 189097"/>
                <a:gd name="connsiteY9" fmla="*/ 57411 h 88245"/>
                <a:gd name="connsiteX10" fmla="*/ 181175 w 189097"/>
                <a:gd name="connsiteY10" fmla="*/ 42157 h 88245"/>
                <a:gd name="connsiteX11" fmla="*/ 178275 w 189097"/>
                <a:gd name="connsiteY11" fmla="*/ 27407 h 88245"/>
                <a:gd name="connsiteX12" fmla="*/ 173737 w 189097"/>
                <a:gd name="connsiteY12" fmla="*/ 20600 h 88245"/>
                <a:gd name="connsiteX13" fmla="*/ 148398 w 189097"/>
                <a:gd name="connsiteY13" fmla="*/ 18961 h 88245"/>
                <a:gd name="connsiteX14" fmla="*/ 121672 w 189097"/>
                <a:gd name="connsiteY14" fmla="*/ 3203 h 88245"/>
                <a:gd name="connsiteX15" fmla="*/ 93055 w 189097"/>
                <a:gd name="connsiteY15" fmla="*/ 3707 h 88245"/>
                <a:gd name="connsiteX16" fmla="*/ 90660 w 189097"/>
                <a:gd name="connsiteY16" fmla="*/ 29929 h 88245"/>
                <a:gd name="connsiteX17" fmla="*/ 69103 w 189097"/>
                <a:gd name="connsiteY17" fmla="*/ 40140 h 88245"/>
                <a:gd name="connsiteX18" fmla="*/ 45529 w 189097"/>
                <a:gd name="connsiteY18" fmla="*/ 12658 h 88245"/>
                <a:gd name="connsiteX19" fmla="*/ 20064 w 189097"/>
                <a:gd name="connsiteY19" fmla="*/ 24382 h 88245"/>
                <a:gd name="connsiteX20" fmla="*/ 9474 w 189097"/>
                <a:gd name="connsiteY20" fmla="*/ 45561 h 88245"/>
                <a:gd name="connsiteX21" fmla="*/ 5566 w 189097"/>
                <a:gd name="connsiteY21" fmla="*/ 70648 h 88245"/>
                <a:gd name="connsiteX22" fmla="*/ 6196 w 189097"/>
                <a:gd name="connsiteY22" fmla="*/ 72035 h 88245"/>
                <a:gd name="connsiteX23" fmla="*/ 27249 w 189097"/>
                <a:gd name="connsiteY23" fmla="*/ 66488 h 88245"/>
                <a:gd name="connsiteX24" fmla="*/ 65447 w 189097"/>
                <a:gd name="connsiteY24" fmla="*/ 66740 h 88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9097" h="88245">
                  <a:moveTo>
                    <a:pt x="65447" y="66740"/>
                  </a:moveTo>
                  <a:cubicBezTo>
                    <a:pt x="72633" y="66740"/>
                    <a:pt x="89399" y="70396"/>
                    <a:pt x="99106" y="66740"/>
                  </a:cubicBezTo>
                  <a:cubicBezTo>
                    <a:pt x="108687" y="63084"/>
                    <a:pt x="108687" y="73926"/>
                    <a:pt x="114738" y="72665"/>
                  </a:cubicBezTo>
                  <a:cubicBezTo>
                    <a:pt x="120663" y="71530"/>
                    <a:pt x="132765" y="79851"/>
                    <a:pt x="139951" y="85902"/>
                  </a:cubicBezTo>
                  <a:cubicBezTo>
                    <a:pt x="143733" y="89053"/>
                    <a:pt x="148398" y="91701"/>
                    <a:pt x="153440" y="94600"/>
                  </a:cubicBezTo>
                  <a:cubicBezTo>
                    <a:pt x="154575" y="92583"/>
                    <a:pt x="156088" y="90692"/>
                    <a:pt x="158609" y="88801"/>
                  </a:cubicBezTo>
                  <a:cubicBezTo>
                    <a:pt x="164912" y="84137"/>
                    <a:pt x="171216" y="86406"/>
                    <a:pt x="176636" y="86406"/>
                  </a:cubicBezTo>
                  <a:cubicBezTo>
                    <a:pt x="182183" y="86406"/>
                    <a:pt x="182939" y="80103"/>
                    <a:pt x="186847" y="76951"/>
                  </a:cubicBezTo>
                  <a:cubicBezTo>
                    <a:pt x="188991" y="75186"/>
                    <a:pt x="192521" y="74178"/>
                    <a:pt x="195042" y="73673"/>
                  </a:cubicBezTo>
                  <a:cubicBezTo>
                    <a:pt x="192899" y="69387"/>
                    <a:pt x="192773" y="60815"/>
                    <a:pt x="189369" y="57411"/>
                  </a:cubicBezTo>
                  <a:cubicBezTo>
                    <a:pt x="185209" y="53251"/>
                    <a:pt x="179410" y="46191"/>
                    <a:pt x="181175" y="42157"/>
                  </a:cubicBezTo>
                  <a:cubicBezTo>
                    <a:pt x="182939" y="37997"/>
                    <a:pt x="182939" y="32198"/>
                    <a:pt x="178275" y="27407"/>
                  </a:cubicBezTo>
                  <a:cubicBezTo>
                    <a:pt x="176258" y="25390"/>
                    <a:pt x="174619" y="22995"/>
                    <a:pt x="173737" y="20600"/>
                  </a:cubicBezTo>
                  <a:cubicBezTo>
                    <a:pt x="164156" y="19339"/>
                    <a:pt x="151297" y="17953"/>
                    <a:pt x="148398" y="18961"/>
                  </a:cubicBezTo>
                  <a:cubicBezTo>
                    <a:pt x="143733" y="20600"/>
                    <a:pt x="124824" y="5598"/>
                    <a:pt x="121672" y="3203"/>
                  </a:cubicBezTo>
                  <a:cubicBezTo>
                    <a:pt x="119655" y="1690"/>
                    <a:pt x="105662" y="2447"/>
                    <a:pt x="93055" y="3707"/>
                  </a:cubicBezTo>
                  <a:cubicBezTo>
                    <a:pt x="85870" y="11775"/>
                    <a:pt x="91038" y="17574"/>
                    <a:pt x="90660" y="29929"/>
                  </a:cubicBezTo>
                  <a:cubicBezTo>
                    <a:pt x="90282" y="42535"/>
                    <a:pt x="76541" y="40140"/>
                    <a:pt x="69103" y="40140"/>
                  </a:cubicBezTo>
                  <a:cubicBezTo>
                    <a:pt x="61665" y="40140"/>
                    <a:pt x="49437" y="17827"/>
                    <a:pt x="45529" y="12658"/>
                  </a:cubicBezTo>
                  <a:cubicBezTo>
                    <a:pt x="41621" y="7615"/>
                    <a:pt x="29014" y="18961"/>
                    <a:pt x="20064" y="24382"/>
                  </a:cubicBezTo>
                  <a:cubicBezTo>
                    <a:pt x="10987" y="29929"/>
                    <a:pt x="15777" y="40518"/>
                    <a:pt x="9474" y="45561"/>
                  </a:cubicBezTo>
                  <a:cubicBezTo>
                    <a:pt x="3171" y="50603"/>
                    <a:pt x="-737" y="59302"/>
                    <a:pt x="5566" y="70648"/>
                  </a:cubicBezTo>
                  <a:cubicBezTo>
                    <a:pt x="5818" y="71152"/>
                    <a:pt x="5944" y="71656"/>
                    <a:pt x="6196" y="72035"/>
                  </a:cubicBezTo>
                  <a:cubicBezTo>
                    <a:pt x="14012" y="71404"/>
                    <a:pt x="22459" y="70018"/>
                    <a:pt x="27249" y="66488"/>
                  </a:cubicBezTo>
                  <a:cubicBezTo>
                    <a:pt x="35444" y="60689"/>
                    <a:pt x="58261" y="66740"/>
                    <a:pt x="65447" y="66740"/>
                  </a:cubicBezTo>
                  <a:close/>
                </a:path>
              </a:pathLst>
            </a:custGeom>
            <a:grpFill/>
            <a:ln w="1270" cap="flat">
              <a:solidFill>
                <a:schemeClr val="bg1"/>
              </a:solidFill>
              <a:prstDash val="solid"/>
              <a:miter/>
            </a:ln>
          </p:spPr>
          <p:txBody>
            <a:bodyPr rtlCol="0" anchor="ctr"/>
            <a:lstStyle/>
            <a:p>
              <a:endParaRPr lang="ko-KR" altLang="en-US"/>
            </a:p>
          </p:txBody>
        </p:sp>
        <p:sp>
          <p:nvSpPr>
            <p:cNvPr id="103" name="자유형: 도형 83">
              <a:extLst>
                <a:ext uri="{FF2B5EF4-FFF2-40B4-BE49-F238E27FC236}">
                  <a16:creationId xmlns:a16="http://schemas.microsoft.com/office/drawing/2014/main" id="{04DAFC77-E3C9-3943-ADA3-3DCA41C4591D}"/>
                </a:ext>
              </a:extLst>
            </p:cNvPr>
            <p:cNvSpPr/>
            <p:nvPr/>
          </p:nvSpPr>
          <p:spPr>
            <a:xfrm>
              <a:off x="6344499" y="2872375"/>
              <a:ext cx="151278" cy="88246"/>
            </a:xfrm>
            <a:custGeom>
              <a:avLst/>
              <a:gdLst>
                <a:gd name="connsiteX0" fmla="*/ 22289 w 151278"/>
                <a:gd name="connsiteY0" fmla="*/ 48041 h 88245"/>
                <a:gd name="connsiteX1" fmla="*/ 38173 w 151278"/>
                <a:gd name="connsiteY1" fmla="*/ 53966 h 88245"/>
                <a:gd name="connsiteX2" fmla="*/ 52923 w 151278"/>
                <a:gd name="connsiteY2" fmla="*/ 62791 h 88245"/>
                <a:gd name="connsiteX3" fmla="*/ 52923 w 151278"/>
                <a:gd name="connsiteY3" fmla="*/ 81701 h 88245"/>
                <a:gd name="connsiteX4" fmla="*/ 73724 w 151278"/>
                <a:gd name="connsiteY4" fmla="*/ 94055 h 88245"/>
                <a:gd name="connsiteX5" fmla="*/ 93138 w 151278"/>
                <a:gd name="connsiteY5" fmla="*/ 95442 h 88245"/>
                <a:gd name="connsiteX6" fmla="*/ 106501 w 151278"/>
                <a:gd name="connsiteY6" fmla="*/ 89138 h 88245"/>
                <a:gd name="connsiteX7" fmla="*/ 123771 w 151278"/>
                <a:gd name="connsiteY7" fmla="*/ 83592 h 88245"/>
                <a:gd name="connsiteX8" fmla="*/ 127679 w 151278"/>
                <a:gd name="connsiteY8" fmla="*/ 70985 h 88245"/>
                <a:gd name="connsiteX9" fmla="*/ 141042 w 151278"/>
                <a:gd name="connsiteY9" fmla="*/ 58505 h 88245"/>
                <a:gd name="connsiteX10" fmla="*/ 149615 w 151278"/>
                <a:gd name="connsiteY10" fmla="*/ 51445 h 88245"/>
                <a:gd name="connsiteX11" fmla="*/ 152766 w 151278"/>
                <a:gd name="connsiteY11" fmla="*/ 41234 h 88245"/>
                <a:gd name="connsiteX12" fmla="*/ 154658 w 151278"/>
                <a:gd name="connsiteY12" fmla="*/ 32913 h 88245"/>
                <a:gd name="connsiteX13" fmla="*/ 141169 w 151278"/>
                <a:gd name="connsiteY13" fmla="*/ 24215 h 88245"/>
                <a:gd name="connsiteX14" fmla="*/ 115956 w 151278"/>
                <a:gd name="connsiteY14" fmla="*/ 10978 h 88245"/>
                <a:gd name="connsiteX15" fmla="*/ 100324 w 151278"/>
                <a:gd name="connsiteY15" fmla="*/ 5053 h 88245"/>
                <a:gd name="connsiteX16" fmla="*/ 66664 w 151278"/>
                <a:gd name="connsiteY16" fmla="*/ 5053 h 88245"/>
                <a:gd name="connsiteX17" fmla="*/ 28340 w 151278"/>
                <a:gd name="connsiteY17" fmla="*/ 5053 h 88245"/>
                <a:gd name="connsiteX18" fmla="*/ 7288 w 151278"/>
                <a:gd name="connsiteY18" fmla="*/ 10600 h 88245"/>
                <a:gd name="connsiteX19" fmla="*/ 4640 w 151278"/>
                <a:gd name="connsiteY19" fmla="*/ 39469 h 88245"/>
                <a:gd name="connsiteX20" fmla="*/ 6027 w 151278"/>
                <a:gd name="connsiteY20" fmla="*/ 46781 h 88245"/>
                <a:gd name="connsiteX21" fmla="*/ 22289 w 151278"/>
                <a:gd name="connsiteY21" fmla="*/ 48041 h 88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278" h="88245">
                  <a:moveTo>
                    <a:pt x="22289" y="48041"/>
                  </a:moveTo>
                  <a:cubicBezTo>
                    <a:pt x="25189" y="52201"/>
                    <a:pt x="34643" y="55731"/>
                    <a:pt x="38173" y="53966"/>
                  </a:cubicBezTo>
                  <a:cubicBezTo>
                    <a:pt x="41703" y="52201"/>
                    <a:pt x="52923" y="58126"/>
                    <a:pt x="52923" y="62791"/>
                  </a:cubicBezTo>
                  <a:cubicBezTo>
                    <a:pt x="52923" y="67455"/>
                    <a:pt x="50023" y="81701"/>
                    <a:pt x="52923" y="81701"/>
                  </a:cubicBezTo>
                  <a:cubicBezTo>
                    <a:pt x="55570" y="81701"/>
                    <a:pt x="72589" y="86995"/>
                    <a:pt x="73724" y="94055"/>
                  </a:cubicBezTo>
                  <a:cubicBezTo>
                    <a:pt x="81288" y="94181"/>
                    <a:pt x="89986" y="94559"/>
                    <a:pt x="93138" y="95442"/>
                  </a:cubicBezTo>
                  <a:cubicBezTo>
                    <a:pt x="99441" y="96954"/>
                    <a:pt x="103349" y="93046"/>
                    <a:pt x="106501" y="89138"/>
                  </a:cubicBezTo>
                  <a:cubicBezTo>
                    <a:pt x="109652" y="85230"/>
                    <a:pt x="120620" y="83592"/>
                    <a:pt x="123771" y="83592"/>
                  </a:cubicBezTo>
                  <a:cubicBezTo>
                    <a:pt x="126923" y="83592"/>
                    <a:pt x="126923" y="75019"/>
                    <a:pt x="127679" y="70985"/>
                  </a:cubicBezTo>
                  <a:cubicBezTo>
                    <a:pt x="128436" y="67077"/>
                    <a:pt x="136378" y="60017"/>
                    <a:pt x="141042" y="58505"/>
                  </a:cubicBezTo>
                  <a:cubicBezTo>
                    <a:pt x="145707" y="56992"/>
                    <a:pt x="144950" y="51445"/>
                    <a:pt x="149615" y="51445"/>
                  </a:cubicBezTo>
                  <a:cubicBezTo>
                    <a:pt x="154279" y="51445"/>
                    <a:pt x="153523" y="45142"/>
                    <a:pt x="152766" y="41234"/>
                  </a:cubicBezTo>
                  <a:cubicBezTo>
                    <a:pt x="152262" y="38839"/>
                    <a:pt x="152892" y="35939"/>
                    <a:pt x="154658" y="32913"/>
                  </a:cubicBezTo>
                  <a:cubicBezTo>
                    <a:pt x="149615" y="30014"/>
                    <a:pt x="145076" y="27493"/>
                    <a:pt x="141169" y="24215"/>
                  </a:cubicBezTo>
                  <a:cubicBezTo>
                    <a:pt x="133983" y="18164"/>
                    <a:pt x="122007" y="9844"/>
                    <a:pt x="115956" y="10978"/>
                  </a:cubicBezTo>
                  <a:cubicBezTo>
                    <a:pt x="109904" y="12239"/>
                    <a:pt x="109904" y="1397"/>
                    <a:pt x="100324" y="5053"/>
                  </a:cubicBezTo>
                  <a:cubicBezTo>
                    <a:pt x="90742" y="8709"/>
                    <a:pt x="73976" y="5053"/>
                    <a:pt x="66664" y="5053"/>
                  </a:cubicBezTo>
                  <a:cubicBezTo>
                    <a:pt x="59478" y="5053"/>
                    <a:pt x="36660" y="-998"/>
                    <a:pt x="28340" y="5053"/>
                  </a:cubicBezTo>
                  <a:cubicBezTo>
                    <a:pt x="23550" y="8457"/>
                    <a:pt x="15103" y="9970"/>
                    <a:pt x="7288" y="10600"/>
                  </a:cubicBezTo>
                  <a:cubicBezTo>
                    <a:pt x="12582" y="21568"/>
                    <a:pt x="10691" y="32661"/>
                    <a:pt x="4640" y="39469"/>
                  </a:cubicBezTo>
                  <a:cubicBezTo>
                    <a:pt x="354" y="44259"/>
                    <a:pt x="2875" y="44890"/>
                    <a:pt x="6027" y="46781"/>
                  </a:cubicBezTo>
                  <a:cubicBezTo>
                    <a:pt x="12708" y="46024"/>
                    <a:pt x="20020" y="44764"/>
                    <a:pt x="22289" y="48041"/>
                  </a:cubicBezTo>
                  <a:close/>
                </a:path>
              </a:pathLst>
            </a:custGeom>
            <a:grpFill/>
            <a:ln w="1270" cap="flat">
              <a:solidFill>
                <a:schemeClr val="bg1"/>
              </a:solidFill>
              <a:prstDash val="solid"/>
              <a:miter/>
            </a:ln>
          </p:spPr>
          <p:txBody>
            <a:bodyPr rtlCol="0" anchor="ctr"/>
            <a:lstStyle/>
            <a:p>
              <a:endParaRPr lang="ko-KR" altLang="en-US"/>
            </a:p>
          </p:txBody>
        </p:sp>
        <p:sp>
          <p:nvSpPr>
            <p:cNvPr id="104" name="자유형: 도형 84">
              <a:extLst>
                <a:ext uri="{FF2B5EF4-FFF2-40B4-BE49-F238E27FC236}">
                  <a16:creationId xmlns:a16="http://schemas.microsoft.com/office/drawing/2014/main" id="{99C463C6-B47C-7A46-982F-647666237956}"/>
                </a:ext>
              </a:extLst>
            </p:cNvPr>
            <p:cNvSpPr/>
            <p:nvPr/>
          </p:nvSpPr>
          <p:spPr>
            <a:xfrm>
              <a:off x="5964852" y="3188137"/>
              <a:ext cx="113459" cy="63033"/>
            </a:xfrm>
            <a:custGeom>
              <a:avLst/>
              <a:gdLst>
                <a:gd name="connsiteX0" fmla="*/ 107700 w 113458"/>
                <a:gd name="connsiteY0" fmla="*/ 28910 h 63032"/>
                <a:gd name="connsiteX1" fmla="*/ 94211 w 113458"/>
                <a:gd name="connsiteY1" fmla="*/ 21851 h 63032"/>
                <a:gd name="connsiteX2" fmla="*/ 94211 w 113458"/>
                <a:gd name="connsiteY2" fmla="*/ 10757 h 63032"/>
                <a:gd name="connsiteX3" fmla="*/ 78831 w 113458"/>
                <a:gd name="connsiteY3" fmla="*/ 4075 h 63032"/>
                <a:gd name="connsiteX4" fmla="*/ 60804 w 113458"/>
                <a:gd name="connsiteY4" fmla="*/ 4832 h 63032"/>
                <a:gd name="connsiteX5" fmla="*/ 38238 w 113458"/>
                <a:gd name="connsiteY5" fmla="*/ 5588 h 63032"/>
                <a:gd name="connsiteX6" fmla="*/ 34708 w 113458"/>
                <a:gd name="connsiteY6" fmla="*/ 9496 h 63032"/>
                <a:gd name="connsiteX7" fmla="*/ 21219 w 113458"/>
                <a:gd name="connsiteY7" fmla="*/ 20716 h 63032"/>
                <a:gd name="connsiteX8" fmla="*/ 4200 w 113458"/>
                <a:gd name="connsiteY8" fmla="*/ 41895 h 63032"/>
                <a:gd name="connsiteX9" fmla="*/ 7730 w 113458"/>
                <a:gd name="connsiteY9" fmla="*/ 50719 h 63032"/>
                <a:gd name="connsiteX10" fmla="*/ 19454 w 113458"/>
                <a:gd name="connsiteY10" fmla="*/ 51854 h 63032"/>
                <a:gd name="connsiteX11" fmla="*/ 24119 w 113458"/>
                <a:gd name="connsiteY11" fmla="*/ 64839 h 63032"/>
                <a:gd name="connsiteX12" fmla="*/ 23992 w 113458"/>
                <a:gd name="connsiteY12" fmla="*/ 65217 h 63032"/>
                <a:gd name="connsiteX13" fmla="*/ 46684 w 113458"/>
                <a:gd name="connsiteY13" fmla="*/ 63578 h 63032"/>
                <a:gd name="connsiteX14" fmla="*/ 60047 w 113458"/>
                <a:gd name="connsiteY14" fmla="*/ 44794 h 63032"/>
                <a:gd name="connsiteX15" fmla="*/ 74923 w 113458"/>
                <a:gd name="connsiteY15" fmla="*/ 62822 h 63032"/>
                <a:gd name="connsiteX16" fmla="*/ 81982 w 113458"/>
                <a:gd name="connsiteY16" fmla="*/ 53367 h 63032"/>
                <a:gd name="connsiteX17" fmla="*/ 91437 w 113458"/>
                <a:gd name="connsiteY17" fmla="*/ 47820 h 63032"/>
                <a:gd name="connsiteX18" fmla="*/ 104044 w 113458"/>
                <a:gd name="connsiteY18" fmla="*/ 44668 h 63032"/>
                <a:gd name="connsiteX19" fmla="*/ 111860 w 113458"/>
                <a:gd name="connsiteY19" fmla="*/ 41517 h 63032"/>
                <a:gd name="connsiteX20" fmla="*/ 115768 w 113458"/>
                <a:gd name="connsiteY20" fmla="*/ 35213 h 63032"/>
                <a:gd name="connsiteX21" fmla="*/ 120936 w 113458"/>
                <a:gd name="connsiteY21" fmla="*/ 30423 h 63032"/>
                <a:gd name="connsiteX22" fmla="*/ 107700 w 113458"/>
                <a:gd name="connsiteY22" fmla="*/ 28910 h 63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3458" h="63032">
                  <a:moveTo>
                    <a:pt x="107700" y="28910"/>
                  </a:moveTo>
                  <a:cubicBezTo>
                    <a:pt x="102405" y="31305"/>
                    <a:pt x="94211" y="24120"/>
                    <a:pt x="94211" y="21851"/>
                  </a:cubicBezTo>
                  <a:cubicBezTo>
                    <a:pt x="94211" y="20212"/>
                    <a:pt x="93076" y="14413"/>
                    <a:pt x="94211" y="10757"/>
                  </a:cubicBezTo>
                  <a:cubicBezTo>
                    <a:pt x="89798" y="8488"/>
                    <a:pt x="83621" y="5462"/>
                    <a:pt x="78831" y="4075"/>
                  </a:cubicBezTo>
                  <a:cubicBezTo>
                    <a:pt x="71015" y="1680"/>
                    <a:pt x="67107" y="1680"/>
                    <a:pt x="60804" y="4832"/>
                  </a:cubicBezTo>
                  <a:cubicBezTo>
                    <a:pt x="56769" y="6849"/>
                    <a:pt x="45802" y="6218"/>
                    <a:pt x="38238" y="5588"/>
                  </a:cubicBezTo>
                  <a:cubicBezTo>
                    <a:pt x="37607" y="7983"/>
                    <a:pt x="36473" y="9496"/>
                    <a:pt x="34708" y="9496"/>
                  </a:cubicBezTo>
                  <a:cubicBezTo>
                    <a:pt x="29413" y="9496"/>
                    <a:pt x="22353" y="14791"/>
                    <a:pt x="21219" y="20716"/>
                  </a:cubicBezTo>
                  <a:cubicBezTo>
                    <a:pt x="20084" y="26641"/>
                    <a:pt x="7730" y="31305"/>
                    <a:pt x="4200" y="41895"/>
                  </a:cubicBezTo>
                  <a:cubicBezTo>
                    <a:pt x="670" y="52484"/>
                    <a:pt x="2435" y="57149"/>
                    <a:pt x="7730" y="50719"/>
                  </a:cubicBezTo>
                  <a:cubicBezTo>
                    <a:pt x="13025" y="44290"/>
                    <a:pt x="19454" y="46559"/>
                    <a:pt x="19454" y="51854"/>
                  </a:cubicBezTo>
                  <a:cubicBezTo>
                    <a:pt x="19454" y="57149"/>
                    <a:pt x="26514" y="57779"/>
                    <a:pt x="24119" y="64839"/>
                  </a:cubicBezTo>
                  <a:cubicBezTo>
                    <a:pt x="24119" y="64965"/>
                    <a:pt x="24119" y="65091"/>
                    <a:pt x="23992" y="65217"/>
                  </a:cubicBezTo>
                  <a:cubicBezTo>
                    <a:pt x="32061" y="64461"/>
                    <a:pt x="43280" y="63578"/>
                    <a:pt x="46684" y="63578"/>
                  </a:cubicBezTo>
                  <a:cubicBezTo>
                    <a:pt x="52231" y="63578"/>
                    <a:pt x="57652" y="46307"/>
                    <a:pt x="60047" y="44794"/>
                  </a:cubicBezTo>
                  <a:cubicBezTo>
                    <a:pt x="62442" y="43282"/>
                    <a:pt x="68745" y="57401"/>
                    <a:pt x="74923" y="62822"/>
                  </a:cubicBezTo>
                  <a:cubicBezTo>
                    <a:pt x="81226" y="68369"/>
                    <a:pt x="81982" y="58031"/>
                    <a:pt x="81982" y="53367"/>
                  </a:cubicBezTo>
                  <a:cubicBezTo>
                    <a:pt x="81982" y="48702"/>
                    <a:pt x="87529" y="47064"/>
                    <a:pt x="91437" y="47820"/>
                  </a:cubicBezTo>
                  <a:cubicBezTo>
                    <a:pt x="95345" y="48576"/>
                    <a:pt x="104044" y="50215"/>
                    <a:pt x="104044" y="44668"/>
                  </a:cubicBezTo>
                  <a:cubicBezTo>
                    <a:pt x="104044" y="39248"/>
                    <a:pt x="108708" y="41517"/>
                    <a:pt x="111860" y="41517"/>
                  </a:cubicBezTo>
                  <a:cubicBezTo>
                    <a:pt x="115011" y="41517"/>
                    <a:pt x="115768" y="35213"/>
                    <a:pt x="115768" y="35213"/>
                  </a:cubicBezTo>
                  <a:lnTo>
                    <a:pt x="120936" y="30423"/>
                  </a:lnTo>
                  <a:cubicBezTo>
                    <a:pt x="116776" y="28406"/>
                    <a:pt x="111860" y="27019"/>
                    <a:pt x="107700" y="28910"/>
                  </a:cubicBezTo>
                  <a:close/>
                </a:path>
              </a:pathLst>
            </a:custGeom>
            <a:grpFill/>
            <a:ln w="1270" cap="flat">
              <a:solidFill>
                <a:schemeClr val="bg1"/>
              </a:solidFill>
              <a:prstDash val="solid"/>
              <a:miter/>
            </a:ln>
          </p:spPr>
          <p:txBody>
            <a:bodyPr rtlCol="0" anchor="ctr"/>
            <a:lstStyle/>
            <a:p>
              <a:endParaRPr lang="ko-KR" altLang="en-US"/>
            </a:p>
          </p:txBody>
        </p:sp>
        <p:sp>
          <p:nvSpPr>
            <p:cNvPr id="105" name="자유형: 도형 85">
              <a:extLst>
                <a:ext uri="{FF2B5EF4-FFF2-40B4-BE49-F238E27FC236}">
                  <a16:creationId xmlns:a16="http://schemas.microsoft.com/office/drawing/2014/main" id="{81FAAD9A-3A58-1A4E-B3BE-74EF0B6B1CCA}"/>
                </a:ext>
              </a:extLst>
            </p:cNvPr>
            <p:cNvSpPr/>
            <p:nvPr/>
          </p:nvSpPr>
          <p:spPr>
            <a:xfrm>
              <a:off x="5961347" y="2934188"/>
              <a:ext cx="239524" cy="264737"/>
            </a:xfrm>
            <a:custGeom>
              <a:avLst/>
              <a:gdLst>
                <a:gd name="connsiteX0" fmla="*/ 32288 w 239523"/>
                <a:gd name="connsiteY0" fmla="*/ 71952 h 264736"/>
                <a:gd name="connsiteX1" fmla="*/ 18926 w 239523"/>
                <a:gd name="connsiteY1" fmla="*/ 84432 h 264736"/>
                <a:gd name="connsiteX2" fmla="*/ 27624 w 239523"/>
                <a:gd name="connsiteY2" fmla="*/ 98551 h 264736"/>
                <a:gd name="connsiteX3" fmla="*/ 22077 w 239523"/>
                <a:gd name="connsiteY3" fmla="*/ 107250 h 264736"/>
                <a:gd name="connsiteX4" fmla="*/ 7202 w 239523"/>
                <a:gd name="connsiteY4" fmla="*/ 114310 h 264736"/>
                <a:gd name="connsiteX5" fmla="*/ 5563 w 239523"/>
                <a:gd name="connsiteY5" fmla="*/ 126916 h 264736"/>
                <a:gd name="connsiteX6" fmla="*/ 2411 w 239523"/>
                <a:gd name="connsiteY6" fmla="*/ 148095 h 264736"/>
                <a:gd name="connsiteX7" fmla="*/ 9471 w 239523"/>
                <a:gd name="connsiteY7" fmla="*/ 164609 h 264736"/>
                <a:gd name="connsiteX8" fmla="*/ 4050 w 239523"/>
                <a:gd name="connsiteY8" fmla="*/ 174821 h 264736"/>
                <a:gd name="connsiteX9" fmla="*/ 12496 w 239523"/>
                <a:gd name="connsiteY9" fmla="*/ 196756 h 264736"/>
                <a:gd name="connsiteX10" fmla="*/ 18421 w 239523"/>
                <a:gd name="connsiteY10" fmla="*/ 199908 h 264736"/>
                <a:gd name="connsiteX11" fmla="*/ 35440 w 239523"/>
                <a:gd name="connsiteY11" fmla="*/ 208102 h 264736"/>
                <a:gd name="connsiteX12" fmla="*/ 49559 w 239523"/>
                <a:gd name="connsiteY12" fmla="*/ 212766 h 264736"/>
                <a:gd name="connsiteX13" fmla="*/ 54854 w 239523"/>
                <a:gd name="connsiteY13" fmla="*/ 221591 h 264736"/>
                <a:gd name="connsiteX14" fmla="*/ 44264 w 239523"/>
                <a:gd name="connsiteY14" fmla="*/ 243400 h 264736"/>
                <a:gd name="connsiteX15" fmla="*/ 41995 w 239523"/>
                <a:gd name="connsiteY15" fmla="*/ 259536 h 264736"/>
                <a:gd name="connsiteX16" fmla="*/ 64561 w 239523"/>
                <a:gd name="connsiteY16" fmla="*/ 258780 h 264736"/>
                <a:gd name="connsiteX17" fmla="*/ 82588 w 239523"/>
                <a:gd name="connsiteY17" fmla="*/ 258024 h 264736"/>
                <a:gd name="connsiteX18" fmla="*/ 97968 w 239523"/>
                <a:gd name="connsiteY18" fmla="*/ 264705 h 264736"/>
                <a:gd name="connsiteX19" fmla="*/ 100868 w 239523"/>
                <a:gd name="connsiteY19" fmla="*/ 261680 h 264736"/>
                <a:gd name="connsiteX20" fmla="*/ 116122 w 239523"/>
                <a:gd name="connsiteY20" fmla="*/ 265840 h 264736"/>
                <a:gd name="connsiteX21" fmla="*/ 132006 w 239523"/>
                <a:gd name="connsiteY21" fmla="*/ 263444 h 264736"/>
                <a:gd name="connsiteX22" fmla="*/ 147260 w 239523"/>
                <a:gd name="connsiteY22" fmla="*/ 262310 h 264736"/>
                <a:gd name="connsiteX23" fmla="*/ 174364 w 239523"/>
                <a:gd name="connsiteY23" fmla="*/ 257015 h 264736"/>
                <a:gd name="connsiteX24" fmla="*/ 184953 w 239523"/>
                <a:gd name="connsiteY24" fmla="*/ 249325 h 264736"/>
                <a:gd name="connsiteX25" fmla="*/ 195542 w 239523"/>
                <a:gd name="connsiteY25" fmla="*/ 232811 h 264736"/>
                <a:gd name="connsiteX26" fmla="*/ 210292 w 239523"/>
                <a:gd name="connsiteY26" fmla="*/ 221087 h 264736"/>
                <a:gd name="connsiteX27" fmla="*/ 182684 w 239523"/>
                <a:gd name="connsiteY27" fmla="*/ 200538 h 264736"/>
                <a:gd name="connsiteX28" fmla="*/ 173859 w 239523"/>
                <a:gd name="connsiteY28" fmla="*/ 178224 h 264736"/>
                <a:gd name="connsiteX29" fmla="*/ 172094 w 239523"/>
                <a:gd name="connsiteY29" fmla="*/ 164105 h 264736"/>
                <a:gd name="connsiteX30" fmla="*/ 199703 w 239523"/>
                <a:gd name="connsiteY30" fmla="*/ 153516 h 264736"/>
                <a:gd name="connsiteX31" fmla="*/ 221512 w 239523"/>
                <a:gd name="connsiteY31" fmla="*/ 143557 h 264736"/>
                <a:gd name="connsiteX32" fmla="*/ 235631 w 239523"/>
                <a:gd name="connsiteY32" fmla="*/ 142926 h 264736"/>
                <a:gd name="connsiteX33" fmla="*/ 236262 w 239523"/>
                <a:gd name="connsiteY33" fmla="*/ 128177 h 264736"/>
                <a:gd name="connsiteX34" fmla="*/ 229832 w 239523"/>
                <a:gd name="connsiteY34" fmla="*/ 106998 h 264736"/>
                <a:gd name="connsiteX35" fmla="*/ 226302 w 239523"/>
                <a:gd name="connsiteY35" fmla="*/ 92878 h 264736"/>
                <a:gd name="connsiteX36" fmla="*/ 220377 w 239523"/>
                <a:gd name="connsiteY36" fmla="*/ 79894 h 264736"/>
                <a:gd name="connsiteX37" fmla="*/ 218613 w 239523"/>
                <a:gd name="connsiteY37" fmla="*/ 69304 h 264736"/>
                <a:gd name="connsiteX38" fmla="*/ 219243 w 239523"/>
                <a:gd name="connsiteY38" fmla="*/ 41696 h 264736"/>
                <a:gd name="connsiteX39" fmla="*/ 219117 w 239523"/>
                <a:gd name="connsiteY39" fmla="*/ 38418 h 264736"/>
                <a:gd name="connsiteX40" fmla="*/ 216847 w 239523"/>
                <a:gd name="connsiteY40" fmla="*/ 35141 h 264736"/>
                <a:gd name="connsiteX41" fmla="*/ 201215 w 239523"/>
                <a:gd name="connsiteY41" fmla="*/ 26568 h 264736"/>
                <a:gd name="connsiteX42" fmla="*/ 203611 w 239523"/>
                <a:gd name="connsiteY42" fmla="*/ 11314 h 264736"/>
                <a:gd name="connsiteX43" fmla="*/ 180037 w 239523"/>
                <a:gd name="connsiteY43" fmla="*/ 17618 h 264736"/>
                <a:gd name="connsiteX44" fmla="*/ 150159 w 239523"/>
                <a:gd name="connsiteY44" fmla="*/ 34889 h 264736"/>
                <a:gd name="connsiteX45" fmla="*/ 136418 w 239523"/>
                <a:gd name="connsiteY45" fmla="*/ 24677 h 264736"/>
                <a:gd name="connsiteX46" fmla="*/ 126963 w 239523"/>
                <a:gd name="connsiteY46" fmla="*/ 20013 h 264736"/>
                <a:gd name="connsiteX47" fmla="*/ 107297 w 239523"/>
                <a:gd name="connsiteY47" fmla="*/ 10558 h 264736"/>
                <a:gd name="connsiteX48" fmla="*/ 105784 w 239523"/>
                <a:gd name="connsiteY48" fmla="*/ 4507 h 264736"/>
                <a:gd name="connsiteX49" fmla="*/ 95951 w 239523"/>
                <a:gd name="connsiteY49" fmla="*/ 4759 h 264736"/>
                <a:gd name="connsiteX50" fmla="*/ 71747 w 239523"/>
                <a:gd name="connsiteY50" fmla="*/ 2364 h 264736"/>
                <a:gd name="connsiteX51" fmla="*/ 76285 w 239523"/>
                <a:gd name="connsiteY51" fmla="*/ 14970 h 264736"/>
                <a:gd name="connsiteX52" fmla="*/ 83345 w 239523"/>
                <a:gd name="connsiteY52" fmla="*/ 37662 h 264736"/>
                <a:gd name="connsiteX53" fmla="*/ 71999 w 239523"/>
                <a:gd name="connsiteY53" fmla="*/ 48251 h 264736"/>
                <a:gd name="connsiteX54" fmla="*/ 52333 w 239523"/>
                <a:gd name="connsiteY54" fmla="*/ 45478 h 264736"/>
                <a:gd name="connsiteX55" fmla="*/ 32288 w 239523"/>
                <a:gd name="connsiteY55" fmla="*/ 48630 h 264736"/>
                <a:gd name="connsiteX56" fmla="*/ 31532 w 239523"/>
                <a:gd name="connsiteY56" fmla="*/ 54176 h 264736"/>
                <a:gd name="connsiteX57" fmla="*/ 32288 w 239523"/>
                <a:gd name="connsiteY57" fmla="*/ 71952 h 264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39523" h="264736">
                  <a:moveTo>
                    <a:pt x="32288" y="71952"/>
                  </a:moveTo>
                  <a:cubicBezTo>
                    <a:pt x="25985" y="81407"/>
                    <a:pt x="17413" y="82163"/>
                    <a:pt x="18926" y="84432"/>
                  </a:cubicBezTo>
                  <a:cubicBezTo>
                    <a:pt x="20564" y="86827"/>
                    <a:pt x="29893" y="94643"/>
                    <a:pt x="27624" y="98551"/>
                  </a:cubicBezTo>
                  <a:cubicBezTo>
                    <a:pt x="25229" y="102459"/>
                    <a:pt x="22077" y="100190"/>
                    <a:pt x="22077" y="107250"/>
                  </a:cubicBezTo>
                  <a:cubicBezTo>
                    <a:pt x="22077" y="114310"/>
                    <a:pt x="11110" y="114310"/>
                    <a:pt x="7202" y="114310"/>
                  </a:cubicBezTo>
                  <a:cubicBezTo>
                    <a:pt x="3293" y="114310"/>
                    <a:pt x="7958" y="121369"/>
                    <a:pt x="5563" y="126916"/>
                  </a:cubicBezTo>
                  <a:cubicBezTo>
                    <a:pt x="3167" y="132463"/>
                    <a:pt x="3167" y="143431"/>
                    <a:pt x="2411" y="148095"/>
                  </a:cubicBezTo>
                  <a:cubicBezTo>
                    <a:pt x="1655" y="152759"/>
                    <a:pt x="10227" y="160701"/>
                    <a:pt x="9471" y="164609"/>
                  </a:cubicBezTo>
                  <a:cubicBezTo>
                    <a:pt x="8714" y="168517"/>
                    <a:pt x="2411" y="171669"/>
                    <a:pt x="4050" y="174821"/>
                  </a:cubicBezTo>
                  <a:cubicBezTo>
                    <a:pt x="5563" y="177846"/>
                    <a:pt x="11235" y="182259"/>
                    <a:pt x="12496" y="196756"/>
                  </a:cubicBezTo>
                  <a:cubicBezTo>
                    <a:pt x="15143" y="197512"/>
                    <a:pt x="17413" y="198521"/>
                    <a:pt x="18421" y="199908"/>
                  </a:cubicBezTo>
                  <a:cubicBezTo>
                    <a:pt x="21951" y="204572"/>
                    <a:pt x="27876" y="208102"/>
                    <a:pt x="35440" y="208102"/>
                  </a:cubicBezTo>
                  <a:cubicBezTo>
                    <a:pt x="43130" y="208102"/>
                    <a:pt x="46029" y="213397"/>
                    <a:pt x="49559" y="212766"/>
                  </a:cubicBezTo>
                  <a:cubicBezTo>
                    <a:pt x="53089" y="212136"/>
                    <a:pt x="62544" y="215162"/>
                    <a:pt x="54854" y="221591"/>
                  </a:cubicBezTo>
                  <a:cubicBezTo>
                    <a:pt x="47164" y="228020"/>
                    <a:pt x="46029" y="235710"/>
                    <a:pt x="44264" y="243400"/>
                  </a:cubicBezTo>
                  <a:cubicBezTo>
                    <a:pt x="43130" y="248317"/>
                    <a:pt x="43130" y="255250"/>
                    <a:pt x="41995" y="259536"/>
                  </a:cubicBezTo>
                  <a:cubicBezTo>
                    <a:pt x="49433" y="260167"/>
                    <a:pt x="60527" y="260797"/>
                    <a:pt x="64561" y="258780"/>
                  </a:cubicBezTo>
                  <a:cubicBezTo>
                    <a:pt x="70864" y="255628"/>
                    <a:pt x="74772" y="255628"/>
                    <a:pt x="82588" y="258024"/>
                  </a:cubicBezTo>
                  <a:cubicBezTo>
                    <a:pt x="87253" y="259410"/>
                    <a:pt x="93556" y="262436"/>
                    <a:pt x="97968" y="264705"/>
                  </a:cubicBezTo>
                  <a:cubicBezTo>
                    <a:pt x="98473" y="263066"/>
                    <a:pt x="99229" y="261932"/>
                    <a:pt x="100868" y="261680"/>
                  </a:cubicBezTo>
                  <a:cubicBezTo>
                    <a:pt x="106162" y="261049"/>
                    <a:pt x="112592" y="271639"/>
                    <a:pt x="116122" y="265840"/>
                  </a:cubicBezTo>
                  <a:cubicBezTo>
                    <a:pt x="119651" y="259915"/>
                    <a:pt x="127846" y="261175"/>
                    <a:pt x="132006" y="263444"/>
                  </a:cubicBezTo>
                  <a:cubicBezTo>
                    <a:pt x="136166" y="265840"/>
                    <a:pt x="142595" y="266974"/>
                    <a:pt x="147260" y="262310"/>
                  </a:cubicBezTo>
                  <a:cubicBezTo>
                    <a:pt x="151924" y="257645"/>
                    <a:pt x="170204" y="255250"/>
                    <a:pt x="174364" y="257015"/>
                  </a:cubicBezTo>
                  <a:cubicBezTo>
                    <a:pt x="178524" y="258780"/>
                    <a:pt x="189113" y="263444"/>
                    <a:pt x="184953" y="249325"/>
                  </a:cubicBezTo>
                  <a:cubicBezTo>
                    <a:pt x="180793" y="235206"/>
                    <a:pt x="193778" y="238105"/>
                    <a:pt x="195542" y="232811"/>
                  </a:cubicBezTo>
                  <a:cubicBezTo>
                    <a:pt x="197307" y="227516"/>
                    <a:pt x="212561" y="225121"/>
                    <a:pt x="210292" y="221087"/>
                  </a:cubicBezTo>
                  <a:cubicBezTo>
                    <a:pt x="207897" y="216926"/>
                    <a:pt x="188483" y="204572"/>
                    <a:pt x="182684" y="200538"/>
                  </a:cubicBezTo>
                  <a:cubicBezTo>
                    <a:pt x="176759" y="196378"/>
                    <a:pt x="176759" y="183393"/>
                    <a:pt x="173859" y="178224"/>
                  </a:cubicBezTo>
                  <a:cubicBezTo>
                    <a:pt x="170960" y="172930"/>
                    <a:pt x="164404" y="165870"/>
                    <a:pt x="172094" y="164105"/>
                  </a:cubicBezTo>
                  <a:cubicBezTo>
                    <a:pt x="179784" y="162340"/>
                    <a:pt x="193273" y="159441"/>
                    <a:pt x="199703" y="153516"/>
                  </a:cubicBezTo>
                  <a:cubicBezTo>
                    <a:pt x="206132" y="147591"/>
                    <a:pt x="217982" y="147086"/>
                    <a:pt x="221512" y="143557"/>
                  </a:cubicBezTo>
                  <a:cubicBezTo>
                    <a:pt x="225042" y="140027"/>
                    <a:pt x="233236" y="146456"/>
                    <a:pt x="235631" y="142926"/>
                  </a:cubicBezTo>
                  <a:cubicBezTo>
                    <a:pt x="238027" y="139396"/>
                    <a:pt x="239791" y="132337"/>
                    <a:pt x="236262" y="128177"/>
                  </a:cubicBezTo>
                  <a:cubicBezTo>
                    <a:pt x="232732" y="124016"/>
                    <a:pt x="230336" y="116957"/>
                    <a:pt x="229832" y="106998"/>
                  </a:cubicBezTo>
                  <a:cubicBezTo>
                    <a:pt x="229202" y="97039"/>
                    <a:pt x="226302" y="97543"/>
                    <a:pt x="226302" y="92878"/>
                  </a:cubicBezTo>
                  <a:cubicBezTo>
                    <a:pt x="226302" y="88214"/>
                    <a:pt x="224538" y="82289"/>
                    <a:pt x="220377" y="79894"/>
                  </a:cubicBezTo>
                  <a:cubicBezTo>
                    <a:pt x="216217" y="77498"/>
                    <a:pt x="214452" y="75734"/>
                    <a:pt x="218613" y="69304"/>
                  </a:cubicBezTo>
                  <a:cubicBezTo>
                    <a:pt x="222772" y="62875"/>
                    <a:pt x="221008" y="46360"/>
                    <a:pt x="219243" y="41696"/>
                  </a:cubicBezTo>
                  <a:cubicBezTo>
                    <a:pt x="218864" y="40814"/>
                    <a:pt x="218991" y="39679"/>
                    <a:pt x="219117" y="38418"/>
                  </a:cubicBezTo>
                  <a:cubicBezTo>
                    <a:pt x="218108" y="37914"/>
                    <a:pt x="217226" y="36906"/>
                    <a:pt x="216847" y="35141"/>
                  </a:cubicBezTo>
                  <a:cubicBezTo>
                    <a:pt x="215713" y="28837"/>
                    <a:pt x="211427" y="26568"/>
                    <a:pt x="201215" y="26568"/>
                  </a:cubicBezTo>
                  <a:cubicBezTo>
                    <a:pt x="191004" y="26568"/>
                    <a:pt x="207519" y="16357"/>
                    <a:pt x="203611" y="11314"/>
                  </a:cubicBezTo>
                  <a:cubicBezTo>
                    <a:pt x="199703" y="6272"/>
                    <a:pt x="189492" y="20769"/>
                    <a:pt x="180037" y="17618"/>
                  </a:cubicBezTo>
                  <a:cubicBezTo>
                    <a:pt x="170582" y="14466"/>
                    <a:pt x="158480" y="28585"/>
                    <a:pt x="150159" y="34889"/>
                  </a:cubicBezTo>
                  <a:cubicBezTo>
                    <a:pt x="141965" y="41192"/>
                    <a:pt x="130115" y="33754"/>
                    <a:pt x="136418" y="24677"/>
                  </a:cubicBezTo>
                  <a:cubicBezTo>
                    <a:pt x="142721" y="15727"/>
                    <a:pt x="136418" y="16483"/>
                    <a:pt x="126963" y="20013"/>
                  </a:cubicBezTo>
                  <a:cubicBezTo>
                    <a:pt x="117508" y="23543"/>
                    <a:pt x="106162" y="19256"/>
                    <a:pt x="107297" y="10558"/>
                  </a:cubicBezTo>
                  <a:cubicBezTo>
                    <a:pt x="107549" y="8415"/>
                    <a:pt x="106919" y="6398"/>
                    <a:pt x="105784" y="4507"/>
                  </a:cubicBezTo>
                  <a:cubicBezTo>
                    <a:pt x="101246" y="5137"/>
                    <a:pt x="97716" y="5263"/>
                    <a:pt x="95951" y="4759"/>
                  </a:cubicBezTo>
                  <a:cubicBezTo>
                    <a:pt x="91791" y="3372"/>
                    <a:pt x="82210" y="2616"/>
                    <a:pt x="71747" y="2364"/>
                  </a:cubicBezTo>
                  <a:cubicBezTo>
                    <a:pt x="74898" y="6902"/>
                    <a:pt x="78302" y="11440"/>
                    <a:pt x="76285" y="14970"/>
                  </a:cubicBezTo>
                  <a:cubicBezTo>
                    <a:pt x="72755" y="21652"/>
                    <a:pt x="78302" y="27955"/>
                    <a:pt x="83345" y="37662"/>
                  </a:cubicBezTo>
                  <a:cubicBezTo>
                    <a:pt x="88387" y="47495"/>
                    <a:pt x="72377" y="41948"/>
                    <a:pt x="71999" y="48251"/>
                  </a:cubicBezTo>
                  <a:cubicBezTo>
                    <a:pt x="71621" y="54555"/>
                    <a:pt x="57123" y="47873"/>
                    <a:pt x="52333" y="45478"/>
                  </a:cubicBezTo>
                  <a:cubicBezTo>
                    <a:pt x="47668" y="43083"/>
                    <a:pt x="31910" y="44722"/>
                    <a:pt x="32288" y="48630"/>
                  </a:cubicBezTo>
                  <a:cubicBezTo>
                    <a:pt x="32415" y="50142"/>
                    <a:pt x="32162" y="52285"/>
                    <a:pt x="31532" y="54176"/>
                  </a:cubicBezTo>
                  <a:cubicBezTo>
                    <a:pt x="33549" y="61488"/>
                    <a:pt x="34557" y="68548"/>
                    <a:pt x="32288" y="71952"/>
                  </a:cubicBezTo>
                  <a:close/>
                </a:path>
              </a:pathLst>
            </a:custGeom>
            <a:grpFill/>
            <a:ln w="1270" cap="flat">
              <a:solidFill>
                <a:schemeClr val="bg1"/>
              </a:solidFill>
              <a:prstDash val="solid"/>
              <a:miter/>
            </a:ln>
          </p:spPr>
          <p:txBody>
            <a:bodyPr rtlCol="0" anchor="ctr"/>
            <a:lstStyle/>
            <a:p>
              <a:endParaRPr lang="ko-KR" altLang="en-US"/>
            </a:p>
          </p:txBody>
        </p:sp>
        <p:sp>
          <p:nvSpPr>
            <p:cNvPr id="106" name="자유형: 도형 86">
              <a:extLst>
                <a:ext uri="{FF2B5EF4-FFF2-40B4-BE49-F238E27FC236}">
                  <a16:creationId xmlns:a16="http://schemas.microsoft.com/office/drawing/2014/main" id="{7AB3692F-D387-114B-A1E5-343C74F977B7}"/>
                </a:ext>
              </a:extLst>
            </p:cNvPr>
            <p:cNvSpPr/>
            <p:nvPr/>
          </p:nvSpPr>
          <p:spPr>
            <a:xfrm>
              <a:off x="6348162" y="2292897"/>
              <a:ext cx="277343" cy="441228"/>
            </a:xfrm>
            <a:custGeom>
              <a:avLst/>
              <a:gdLst>
                <a:gd name="connsiteX0" fmla="*/ 239366 w 277343"/>
                <a:gd name="connsiteY0" fmla="*/ 371985 h 441227"/>
                <a:gd name="connsiteX1" fmla="*/ 278572 w 277343"/>
                <a:gd name="connsiteY1" fmla="*/ 334292 h 441227"/>
                <a:gd name="connsiteX2" fmla="*/ 271513 w 277343"/>
                <a:gd name="connsiteY2" fmla="*/ 313113 h 441227"/>
                <a:gd name="connsiteX3" fmla="*/ 237727 w 277343"/>
                <a:gd name="connsiteY3" fmla="*/ 287270 h 441227"/>
                <a:gd name="connsiteX4" fmla="*/ 254242 w 277343"/>
                <a:gd name="connsiteY4" fmla="*/ 272394 h 441227"/>
                <a:gd name="connsiteX5" fmla="*/ 240122 w 277343"/>
                <a:gd name="connsiteY5" fmla="*/ 258275 h 441227"/>
                <a:gd name="connsiteX6" fmla="*/ 244030 w 277343"/>
                <a:gd name="connsiteY6" fmla="*/ 244912 h 441227"/>
                <a:gd name="connsiteX7" fmla="*/ 230667 w 277343"/>
                <a:gd name="connsiteY7" fmla="*/ 236213 h 441227"/>
                <a:gd name="connsiteX8" fmla="*/ 236971 w 277343"/>
                <a:gd name="connsiteY8" fmla="*/ 228397 h 441227"/>
                <a:gd name="connsiteX9" fmla="*/ 233063 w 277343"/>
                <a:gd name="connsiteY9" fmla="*/ 207975 h 441227"/>
                <a:gd name="connsiteX10" fmla="*/ 241635 w 277343"/>
                <a:gd name="connsiteY10" fmla="*/ 192343 h 441227"/>
                <a:gd name="connsiteX11" fmla="*/ 216548 w 277343"/>
                <a:gd name="connsiteY11" fmla="*/ 152254 h 441227"/>
                <a:gd name="connsiteX12" fmla="*/ 224364 w 277343"/>
                <a:gd name="connsiteY12" fmla="*/ 136622 h 441227"/>
                <a:gd name="connsiteX13" fmla="*/ 240879 w 277343"/>
                <a:gd name="connsiteY13" fmla="*/ 116956 h 441227"/>
                <a:gd name="connsiteX14" fmla="*/ 222095 w 277343"/>
                <a:gd name="connsiteY14" fmla="*/ 97290 h 441227"/>
                <a:gd name="connsiteX15" fmla="*/ 205580 w 277343"/>
                <a:gd name="connsiteY15" fmla="*/ 87835 h 441227"/>
                <a:gd name="connsiteX16" fmla="*/ 201673 w 277343"/>
                <a:gd name="connsiteY16" fmla="*/ 72959 h 441227"/>
                <a:gd name="connsiteX17" fmla="*/ 205580 w 277343"/>
                <a:gd name="connsiteY17" fmla="*/ 58840 h 441227"/>
                <a:gd name="connsiteX18" fmla="*/ 215792 w 277343"/>
                <a:gd name="connsiteY18" fmla="*/ 51024 h 441227"/>
                <a:gd name="connsiteX19" fmla="*/ 221717 w 277343"/>
                <a:gd name="connsiteY19" fmla="*/ 41317 h 441227"/>
                <a:gd name="connsiteX20" fmla="*/ 221717 w 277343"/>
                <a:gd name="connsiteY20" fmla="*/ 26567 h 441227"/>
                <a:gd name="connsiteX21" fmla="*/ 193983 w 277343"/>
                <a:gd name="connsiteY21" fmla="*/ 7657 h 441227"/>
                <a:gd name="connsiteX22" fmla="*/ 172552 w 277343"/>
                <a:gd name="connsiteY22" fmla="*/ 7657 h 441227"/>
                <a:gd name="connsiteX23" fmla="*/ 146078 w 277343"/>
                <a:gd name="connsiteY23" fmla="*/ 13961 h 441227"/>
                <a:gd name="connsiteX24" fmla="*/ 129689 w 277343"/>
                <a:gd name="connsiteY24" fmla="*/ 31610 h 441227"/>
                <a:gd name="connsiteX25" fmla="*/ 124647 w 277343"/>
                <a:gd name="connsiteY25" fmla="*/ 54301 h 441227"/>
                <a:gd name="connsiteX26" fmla="*/ 113301 w 277343"/>
                <a:gd name="connsiteY26" fmla="*/ 69429 h 441227"/>
                <a:gd name="connsiteX27" fmla="*/ 98173 w 277343"/>
                <a:gd name="connsiteY27" fmla="*/ 65647 h 441227"/>
                <a:gd name="connsiteX28" fmla="*/ 78003 w 277343"/>
                <a:gd name="connsiteY28" fmla="*/ 64387 h 441227"/>
                <a:gd name="connsiteX29" fmla="*/ 49008 w 277343"/>
                <a:gd name="connsiteY29" fmla="*/ 63126 h 441227"/>
                <a:gd name="connsiteX30" fmla="*/ 20013 w 277343"/>
                <a:gd name="connsiteY30" fmla="*/ 41695 h 441227"/>
                <a:gd name="connsiteX31" fmla="*/ 2364 w 277343"/>
                <a:gd name="connsiteY31" fmla="*/ 54679 h 441227"/>
                <a:gd name="connsiteX32" fmla="*/ 31359 w 277343"/>
                <a:gd name="connsiteY32" fmla="*/ 75732 h 441227"/>
                <a:gd name="connsiteX33" fmla="*/ 69178 w 277343"/>
                <a:gd name="connsiteY33" fmla="*/ 98424 h 441227"/>
                <a:gd name="connsiteX34" fmla="*/ 70439 w 277343"/>
                <a:gd name="connsiteY34" fmla="*/ 123637 h 441227"/>
                <a:gd name="connsiteX35" fmla="*/ 76742 w 277343"/>
                <a:gd name="connsiteY35" fmla="*/ 147589 h 441227"/>
                <a:gd name="connsiteX36" fmla="*/ 75481 w 277343"/>
                <a:gd name="connsiteY36" fmla="*/ 170281 h 441227"/>
                <a:gd name="connsiteX37" fmla="*/ 80524 w 277343"/>
                <a:gd name="connsiteY37" fmla="*/ 184148 h 441227"/>
                <a:gd name="connsiteX38" fmla="*/ 84306 w 277343"/>
                <a:gd name="connsiteY38" fmla="*/ 197259 h 441227"/>
                <a:gd name="connsiteX39" fmla="*/ 105611 w 277343"/>
                <a:gd name="connsiteY39" fmla="*/ 206084 h 441227"/>
                <a:gd name="connsiteX40" fmla="*/ 115066 w 277343"/>
                <a:gd name="connsiteY40" fmla="*/ 226506 h 441227"/>
                <a:gd name="connsiteX41" fmla="*/ 110402 w 277343"/>
                <a:gd name="connsiteY41" fmla="*/ 235961 h 441227"/>
                <a:gd name="connsiteX42" fmla="*/ 95904 w 277343"/>
                <a:gd name="connsiteY42" fmla="*/ 247685 h 441227"/>
                <a:gd name="connsiteX43" fmla="*/ 68800 w 277343"/>
                <a:gd name="connsiteY43" fmla="*/ 274411 h 441227"/>
                <a:gd name="connsiteX44" fmla="*/ 53042 w 277343"/>
                <a:gd name="connsiteY44" fmla="*/ 286513 h 441227"/>
                <a:gd name="connsiteX45" fmla="*/ 38923 w 277343"/>
                <a:gd name="connsiteY45" fmla="*/ 301011 h 441227"/>
                <a:gd name="connsiteX46" fmla="*/ 20517 w 277343"/>
                <a:gd name="connsiteY46" fmla="*/ 310087 h 441227"/>
                <a:gd name="connsiteX47" fmla="*/ 8793 w 277343"/>
                <a:gd name="connsiteY47" fmla="*/ 326980 h 441227"/>
                <a:gd name="connsiteX48" fmla="*/ 9550 w 277343"/>
                <a:gd name="connsiteY48" fmla="*/ 342234 h 441227"/>
                <a:gd name="connsiteX49" fmla="*/ 12323 w 277343"/>
                <a:gd name="connsiteY49" fmla="*/ 360639 h 441227"/>
                <a:gd name="connsiteX50" fmla="*/ 16987 w 277343"/>
                <a:gd name="connsiteY50" fmla="*/ 390391 h 441227"/>
                <a:gd name="connsiteX51" fmla="*/ 9928 w 277343"/>
                <a:gd name="connsiteY51" fmla="*/ 417873 h 441227"/>
                <a:gd name="connsiteX52" fmla="*/ 34636 w 277343"/>
                <a:gd name="connsiteY52" fmla="*/ 427706 h 441227"/>
                <a:gd name="connsiteX53" fmla="*/ 50773 w 277343"/>
                <a:gd name="connsiteY53" fmla="*/ 436278 h 441227"/>
                <a:gd name="connsiteX54" fmla="*/ 79767 w 277343"/>
                <a:gd name="connsiteY54" fmla="*/ 442582 h 441227"/>
                <a:gd name="connsiteX55" fmla="*/ 162214 w 277343"/>
                <a:gd name="connsiteY55" fmla="*/ 423798 h 441227"/>
                <a:gd name="connsiteX56" fmla="*/ 186041 w 277343"/>
                <a:gd name="connsiteY56" fmla="*/ 421151 h 441227"/>
                <a:gd name="connsiteX57" fmla="*/ 198773 w 277343"/>
                <a:gd name="connsiteY57" fmla="*/ 405014 h 441227"/>
                <a:gd name="connsiteX58" fmla="*/ 239366 w 277343"/>
                <a:gd name="connsiteY58" fmla="*/ 371985 h 441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77343" h="441227">
                  <a:moveTo>
                    <a:pt x="239366" y="371985"/>
                  </a:moveTo>
                  <a:cubicBezTo>
                    <a:pt x="245669" y="357866"/>
                    <a:pt x="273908" y="346898"/>
                    <a:pt x="278572" y="334292"/>
                  </a:cubicBezTo>
                  <a:cubicBezTo>
                    <a:pt x="280968" y="327988"/>
                    <a:pt x="281724" y="324837"/>
                    <a:pt x="271513" y="313113"/>
                  </a:cubicBezTo>
                  <a:cubicBezTo>
                    <a:pt x="261301" y="301389"/>
                    <a:pt x="238609" y="293447"/>
                    <a:pt x="237727" y="287270"/>
                  </a:cubicBezTo>
                  <a:cubicBezTo>
                    <a:pt x="236971" y="280966"/>
                    <a:pt x="254998" y="280210"/>
                    <a:pt x="254242" y="272394"/>
                  </a:cubicBezTo>
                  <a:cubicBezTo>
                    <a:pt x="253485" y="264578"/>
                    <a:pt x="244030" y="264578"/>
                    <a:pt x="240122" y="258275"/>
                  </a:cubicBezTo>
                  <a:cubicBezTo>
                    <a:pt x="236214" y="251971"/>
                    <a:pt x="244913" y="248063"/>
                    <a:pt x="244030" y="244912"/>
                  </a:cubicBezTo>
                  <a:cubicBezTo>
                    <a:pt x="243274" y="241760"/>
                    <a:pt x="231424" y="240247"/>
                    <a:pt x="230667" y="236213"/>
                  </a:cubicBezTo>
                  <a:cubicBezTo>
                    <a:pt x="229911" y="232305"/>
                    <a:pt x="238484" y="233062"/>
                    <a:pt x="236971" y="228397"/>
                  </a:cubicBezTo>
                  <a:cubicBezTo>
                    <a:pt x="235458" y="223733"/>
                    <a:pt x="227516" y="215034"/>
                    <a:pt x="233063" y="207975"/>
                  </a:cubicBezTo>
                  <a:cubicBezTo>
                    <a:pt x="238609" y="200915"/>
                    <a:pt x="250333" y="207975"/>
                    <a:pt x="241635" y="192343"/>
                  </a:cubicBezTo>
                  <a:cubicBezTo>
                    <a:pt x="233063" y="176584"/>
                    <a:pt x="219700" y="157044"/>
                    <a:pt x="216548" y="152254"/>
                  </a:cubicBezTo>
                  <a:cubicBezTo>
                    <a:pt x="213396" y="147589"/>
                    <a:pt x="219700" y="139647"/>
                    <a:pt x="224364" y="136622"/>
                  </a:cubicBezTo>
                  <a:cubicBezTo>
                    <a:pt x="229029" y="133470"/>
                    <a:pt x="240879" y="121746"/>
                    <a:pt x="240879" y="116956"/>
                  </a:cubicBezTo>
                  <a:cubicBezTo>
                    <a:pt x="240879" y="112291"/>
                    <a:pt x="226003" y="99685"/>
                    <a:pt x="222095" y="97290"/>
                  </a:cubicBezTo>
                  <a:cubicBezTo>
                    <a:pt x="218187" y="94894"/>
                    <a:pt x="209488" y="95777"/>
                    <a:pt x="205580" y="87835"/>
                  </a:cubicBezTo>
                  <a:cubicBezTo>
                    <a:pt x="201673" y="80019"/>
                    <a:pt x="197765" y="77623"/>
                    <a:pt x="201673" y="72959"/>
                  </a:cubicBezTo>
                  <a:cubicBezTo>
                    <a:pt x="205580" y="68295"/>
                    <a:pt x="205580" y="63504"/>
                    <a:pt x="205580" y="58840"/>
                  </a:cubicBezTo>
                  <a:cubicBezTo>
                    <a:pt x="205580" y="54175"/>
                    <a:pt x="214153" y="58083"/>
                    <a:pt x="215792" y="51024"/>
                  </a:cubicBezTo>
                  <a:cubicBezTo>
                    <a:pt x="216548" y="47872"/>
                    <a:pt x="218817" y="44342"/>
                    <a:pt x="221717" y="41317"/>
                  </a:cubicBezTo>
                  <a:cubicBezTo>
                    <a:pt x="221717" y="36022"/>
                    <a:pt x="222347" y="30223"/>
                    <a:pt x="221717" y="26567"/>
                  </a:cubicBezTo>
                  <a:cubicBezTo>
                    <a:pt x="220456" y="19003"/>
                    <a:pt x="199025" y="16482"/>
                    <a:pt x="193983" y="7657"/>
                  </a:cubicBezTo>
                  <a:cubicBezTo>
                    <a:pt x="188940" y="-1167"/>
                    <a:pt x="176333" y="2615"/>
                    <a:pt x="172552" y="7657"/>
                  </a:cubicBezTo>
                  <a:cubicBezTo>
                    <a:pt x="168770" y="12700"/>
                    <a:pt x="146078" y="6397"/>
                    <a:pt x="146078" y="13961"/>
                  </a:cubicBezTo>
                  <a:cubicBezTo>
                    <a:pt x="146078" y="21524"/>
                    <a:pt x="129689" y="22785"/>
                    <a:pt x="129689" y="31610"/>
                  </a:cubicBezTo>
                  <a:cubicBezTo>
                    <a:pt x="129689" y="40434"/>
                    <a:pt x="137253" y="55562"/>
                    <a:pt x="124647" y="54301"/>
                  </a:cubicBezTo>
                  <a:cubicBezTo>
                    <a:pt x="112040" y="53041"/>
                    <a:pt x="120865" y="59344"/>
                    <a:pt x="113301" y="69429"/>
                  </a:cubicBezTo>
                  <a:cubicBezTo>
                    <a:pt x="105737" y="79514"/>
                    <a:pt x="105737" y="63126"/>
                    <a:pt x="98173" y="65647"/>
                  </a:cubicBezTo>
                  <a:cubicBezTo>
                    <a:pt x="90609" y="68168"/>
                    <a:pt x="81785" y="58083"/>
                    <a:pt x="78003" y="64387"/>
                  </a:cubicBezTo>
                  <a:cubicBezTo>
                    <a:pt x="74221" y="70690"/>
                    <a:pt x="61614" y="65647"/>
                    <a:pt x="49008" y="63126"/>
                  </a:cubicBezTo>
                  <a:cubicBezTo>
                    <a:pt x="36401" y="60605"/>
                    <a:pt x="30098" y="42955"/>
                    <a:pt x="20013" y="41695"/>
                  </a:cubicBezTo>
                  <a:cubicBezTo>
                    <a:pt x="13331" y="40812"/>
                    <a:pt x="6146" y="46233"/>
                    <a:pt x="2364" y="54679"/>
                  </a:cubicBezTo>
                  <a:cubicBezTo>
                    <a:pt x="12071" y="60983"/>
                    <a:pt x="18500" y="69933"/>
                    <a:pt x="31359" y="75732"/>
                  </a:cubicBezTo>
                  <a:cubicBezTo>
                    <a:pt x="45226" y="82036"/>
                    <a:pt x="70439" y="89600"/>
                    <a:pt x="69178" y="98424"/>
                  </a:cubicBezTo>
                  <a:cubicBezTo>
                    <a:pt x="67918" y="107249"/>
                    <a:pt x="64136" y="119855"/>
                    <a:pt x="70439" y="123637"/>
                  </a:cubicBezTo>
                  <a:cubicBezTo>
                    <a:pt x="76742" y="127419"/>
                    <a:pt x="69178" y="143807"/>
                    <a:pt x="76742" y="147589"/>
                  </a:cubicBezTo>
                  <a:cubicBezTo>
                    <a:pt x="84306" y="151371"/>
                    <a:pt x="81785" y="170281"/>
                    <a:pt x="75481" y="170281"/>
                  </a:cubicBezTo>
                  <a:cubicBezTo>
                    <a:pt x="69178" y="170281"/>
                    <a:pt x="76742" y="180366"/>
                    <a:pt x="80524" y="184148"/>
                  </a:cubicBezTo>
                  <a:cubicBezTo>
                    <a:pt x="82289" y="185913"/>
                    <a:pt x="83676" y="190956"/>
                    <a:pt x="84306" y="197259"/>
                  </a:cubicBezTo>
                  <a:cubicBezTo>
                    <a:pt x="91996" y="199150"/>
                    <a:pt x="98930" y="203058"/>
                    <a:pt x="105611" y="206084"/>
                  </a:cubicBezTo>
                  <a:cubicBezTo>
                    <a:pt x="116200" y="210748"/>
                    <a:pt x="114562" y="218186"/>
                    <a:pt x="115066" y="226506"/>
                  </a:cubicBezTo>
                  <a:cubicBezTo>
                    <a:pt x="115444" y="234700"/>
                    <a:pt x="115822" y="239491"/>
                    <a:pt x="110402" y="235961"/>
                  </a:cubicBezTo>
                  <a:cubicBezTo>
                    <a:pt x="104855" y="232431"/>
                    <a:pt x="99055" y="235961"/>
                    <a:pt x="95904" y="247685"/>
                  </a:cubicBezTo>
                  <a:cubicBezTo>
                    <a:pt x="92752" y="259409"/>
                    <a:pt x="77877" y="273528"/>
                    <a:pt x="68800" y="274411"/>
                  </a:cubicBezTo>
                  <a:cubicBezTo>
                    <a:pt x="59723" y="275167"/>
                    <a:pt x="60606" y="284622"/>
                    <a:pt x="53042" y="286513"/>
                  </a:cubicBezTo>
                  <a:cubicBezTo>
                    <a:pt x="45604" y="288530"/>
                    <a:pt x="38544" y="292816"/>
                    <a:pt x="38923" y="301011"/>
                  </a:cubicBezTo>
                  <a:cubicBezTo>
                    <a:pt x="39301" y="309205"/>
                    <a:pt x="27955" y="310087"/>
                    <a:pt x="20517" y="310087"/>
                  </a:cubicBezTo>
                  <a:cubicBezTo>
                    <a:pt x="13079" y="310087"/>
                    <a:pt x="14592" y="323450"/>
                    <a:pt x="8793" y="326980"/>
                  </a:cubicBezTo>
                  <a:cubicBezTo>
                    <a:pt x="2868" y="330510"/>
                    <a:pt x="4128" y="335174"/>
                    <a:pt x="9550" y="342234"/>
                  </a:cubicBezTo>
                  <a:cubicBezTo>
                    <a:pt x="15096" y="349294"/>
                    <a:pt x="10306" y="355597"/>
                    <a:pt x="12323" y="360639"/>
                  </a:cubicBezTo>
                  <a:cubicBezTo>
                    <a:pt x="14340" y="365682"/>
                    <a:pt x="22912" y="377532"/>
                    <a:pt x="16987" y="390391"/>
                  </a:cubicBezTo>
                  <a:cubicBezTo>
                    <a:pt x="11062" y="403375"/>
                    <a:pt x="4885" y="419386"/>
                    <a:pt x="9928" y="417873"/>
                  </a:cubicBezTo>
                  <a:cubicBezTo>
                    <a:pt x="14970" y="416360"/>
                    <a:pt x="26820" y="428462"/>
                    <a:pt x="34636" y="427706"/>
                  </a:cubicBezTo>
                  <a:cubicBezTo>
                    <a:pt x="42452" y="426950"/>
                    <a:pt x="43335" y="438674"/>
                    <a:pt x="50773" y="436278"/>
                  </a:cubicBezTo>
                  <a:cubicBezTo>
                    <a:pt x="58210" y="433883"/>
                    <a:pt x="58210" y="443338"/>
                    <a:pt x="79767" y="442582"/>
                  </a:cubicBezTo>
                  <a:cubicBezTo>
                    <a:pt x="101325" y="441825"/>
                    <a:pt x="144817" y="423798"/>
                    <a:pt x="162214" y="423798"/>
                  </a:cubicBezTo>
                  <a:cubicBezTo>
                    <a:pt x="172047" y="423798"/>
                    <a:pt x="179863" y="422663"/>
                    <a:pt x="186041" y="421151"/>
                  </a:cubicBezTo>
                  <a:cubicBezTo>
                    <a:pt x="189696" y="415604"/>
                    <a:pt x="194235" y="409553"/>
                    <a:pt x="198773" y="405014"/>
                  </a:cubicBezTo>
                  <a:cubicBezTo>
                    <a:pt x="209615" y="393921"/>
                    <a:pt x="233063" y="386104"/>
                    <a:pt x="239366" y="371985"/>
                  </a:cubicBezTo>
                  <a:close/>
                </a:path>
              </a:pathLst>
            </a:custGeom>
            <a:grpFill/>
            <a:ln w="1270" cap="flat">
              <a:solidFill>
                <a:schemeClr val="bg1"/>
              </a:solidFill>
              <a:prstDash val="solid"/>
              <a:miter/>
            </a:ln>
          </p:spPr>
          <p:txBody>
            <a:bodyPr rtlCol="0" anchor="ctr"/>
            <a:lstStyle/>
            <a:p>
              <a:endParaRPr lang="ko-KR" altLang="en-US"/>
            </a:p>
          </p:txBody>
        </p:sp>
        <p:sp>
          <p:nvSpPr>
            <p:cNvPr id="107" name="자유형: 도형 87">
              <a:extLst>
                <a:ext uri="{FF2B5EF4-FFF2-40B4-BE49-F238E27FC236}">
                  <a16:creationId xmlns:a16="http://schemas.microsoft.com/office/drawing/2014/main" id="{A5E14FC5-9475-4C4C-8988-608F7073BBDC}"/>
                </a:ext>
              </a:extLst>
            </p:cNvPr>
            <p:cNvSpPr/>
            <p:nvPr/>
          </p:nvSpPr>
          <p:spPr>
            <a:xfrm>
              <a:off x="6705052" y="3681432"/>
              <a:ext cx="554686" cy="441228"/>
            </a:xfrm>
            <a:custGeom>
              <a:avLst/>
              <a:gdLst>
                <a:gd name="connsiteX0" fmla="*/ 336436 w 554686"/>
                <a:gd name="connsiteY0" fmla="*/ 95974 h 441227"/>
                <a:gd name="connsiteX1" fmla="*/ 289288 w 554686"/>
                <a:gd name="connsiteY1" fmla="*/ 90805 h 441227"/>
                <a:gd name="connsiteX2" fmla="*/ 257897 w 554686"/>
                <a:gd name="connsiteY2" fmla="*/ 80342 h 441227"/>
                <a:gd name="connsiteX3" fmla="*/ 193983 w 554686"/>
                <a:gd name="connsiteY3" fmla="*/ 33194 h 441227"/>
                <a:gd name="connsiteX4" fmla="*/ 141540 w 554686"/>
                <a:gd name="connsiteY4" fmla="*/ 2812 h 441227"/>
                <a:gd name="connsiteX5" fmla="*/ 119478 w 554686"/>
                <a:gd name="connsiteY5" fmla="*/ 2812 h 441227"/>
                <a:gd name="connsiteX6" fmla="*/ 92248 w 554686"/>
                <a:gd name="connsiteY6" fmla="*/ 11132 h 441227"/>
                <a:gd name="connsiteX7" fmla="*/ 66026 w 554686"/>
                <a:gd name="connsiteY7" fmla="*/ 27899 h 441227"/>
                <a:gd name="connsiteX8" fmla="*/ 85945 w 554686"/>
                <a:gd name="connsiteY8" fmla="*/ 50969 h 441227"/>
                <a:gd name="connsiteX9" fmla="*/ 70187 w 554686"/>
                <a:gd name="connsiteY9" fmla="*/ 63575 h 441227"/>
                <a:gd name="connsiteX10" fmla="*/ 53420 w 554686"/>
                <a:gd name="connsiteY10" fmla="*/ 70887 h 441227"/>
                <a:gd name="connsiteX11" fmla="*/ 32493 w 554686"/>
                <a:gd name="connsiteY11" fmla="*/ 86645 h 441227"/>
                <a:gd name="connsiteX12" fmla="*/ 6146 w 554686"/>
                <a:gd name="connsiteY12" fmla="*/ 74921 h 441227"/>
                <a:gd name="connsiteX13" fmla="*/ 3372 w 554686"/>
                <a:gd name="connsiteY13" fmla="*/ 82485 h 441227"/>
                <a:gd name="connsiteX14" fmla="*/ 2364 w 554686"/>
                <a:gd name="connsiteY14" fmla="*/ 89671 h 441227"/>
                <a:gd name="connsiteX15" fmla="*/ 6776 w 554686"/>
                <a:gd name="connsiteY15" fmla="*/ 119926 h 441227"/>
                <a:gd name="connsiteX16" fmla="*/ 28333 w 554686"/>
                <a:gd name="connsiteY16" fmla="*/ 146274 h 441227"/>
                <a:gd name="connsiteX17" fmla="*/ 66783 w 554686"/>
                <a:gd name="connsiteY17" fmla="*/ 205903 h 441227"/>
                <a:gd name="connsiteX18" fmla="*/ 87206 w 554686"/>
                <a:gd name="connsiteY18" fmla="*/ 235276 h 441227"/>
                <a:gd name="connsiteX19" fmla="*/ 111158 w 554686"/>
                <a:gd name="connsiteY19" fmla="*/ 265153 h 441227"/>
                <a:gd name="connsiteX20" fmla="*/ 117839 w 554686"/>
                <a:gd name="connsiteY20" fmla="*/ 294526 h 441227"/>
                <a:gd name="connsiteX21" fmla="*/ 139396 w 554686"/>
                <a:gd name="connsiteY21" fmla="*/ 339280 h 441227"/>
                <a:gd name="connsiteX22" fmla="*/ 170030 w 554686"/>
                <a:gd name="connsiteY22" fmla="*/ 374200 h 441227"/>
                <a:gd name="connsiteX23" fmla="*/ 194361 w 554686"/>
                <a:gd name="connsiteY23" fmla="*/ 414666 h 441227"/>
                <a:gd name="connsiteX24" fmla="*/ 203311 w 554686"/>
                <a:gd name="connsiteY24" fmla="*/ 435089 h 441227"/>
                <a:gd name="connsiteX25" fmla="*/ 212010 w 554686"/>
                <a:gd name="connsiteY25" fmla="*/ 450469 h 441227"/>
                <a:gd name="connsiteX26" fmla="*/ 224238 w 554686"/>
                <a:gd name="connsiteY26" fmla="*/ 443788 h 441227"/>
                <a:gd name="connsiteX27" fmla="*/ 223482 w 554686"/>
                <a:gd name="connsiteY27" fmla="*/ 429290 h 441227"/>
                <a:gd name="connsiteX28" fmla="*/ 234828 w 554686"/>
                <a:gd name="connsiteY28" fmla="*/ 419457 h 441227"/>
                <a:gd name="connsiteX29" fmla="*/ 254494 w 554686"/>
                <a:gd name="connsiteY29" fmla="*/ 422483 h 441227"/>
                <a:gd name="connsiteX30" fmla="*/ 287145 w 554686"/>
                <a:gd name="connsiteY30" fmla="*/ 425508 h 441227"/>
                <a:gd name="connsiteX31" fmla="*/ 324334 w 554686"/>
                <a:gd name="connsiteY31" fmla="*/ 431559 h 441227"/>
                <a:gd name="connsiteX32" fmla="*/ 342487 w 554686"/>
                <a:gd name="connsiteY32" fmla="*/ 424752 h 441227"/>
                <a:gd name="connsiteX33" fmla="*/ 383458 w 554686"/>
                <a:gd name="connsiteY33" fmla="*/ 389075 h 441227"/>
                <a:gd name="connsiteX34" fmla="*/ 435775 w 554686"/>
                <a:gd name="connsiteY34" fmla="*/ 386050 h 441227"/>
                <a:gd name="connsiteX35" fmla="*/ 542678 w 554686"/>
                <a:gd name="connsiteY35" fmla="*/ 351130 h 441227"/>
                <a:gd name="connsiteX36" fmla="*/ 560832 w 554686"/>
                <a:gd name="connsiteY36" fmla="*/ 295787 h 441227"/>
                <a:gd name="connsiteX37" fmla="*/ 547217 w 554686"/>
                <a:gd name="connsiteY37" fmla="*/ 276877 h 441227"/>
                <a:gd name="connsiteX38" fmla="*/ 480528 w 554686"/>
                <a:gd name="connsiteY38" fmla="*/ 269313 h 441227"/>
                <a:gd name="connsiteX39" fmla="*/ 460484 w 554686"/>
                <a:gd name="connsiteY39" fmla="*/ 240823 h 441227"/>
                <a:gd name="connsiteX40" fmla="*/ 449516 w 554686"/>
                <a:gd name="connsiteY40" fmla="*/ 223804 h 441227"/>
                <a:gd name="connsiteX41" fmla="*/ 427329 w 554686"/>
                <a:gd name="connsiteY41" fmla="*/ 208550 h 441227"/>
                <a:gd name="connsiteX42" fmla="*/ 413083 w 554686"/>
                <a:gd name="connsiteY42" fmla="*/ 179933 h 441227"/>
                <a:gd name="connsiteX43" fmla="*/ 401359 w 554686"/>
                <a:gd name="connsiteY43" fmla="*/ 151317 h 441227"/>
                <a:gd name="connsiteX44" fmla="*/ 374256 w 554686"/>
                <a:gd name="connsiteY44" fmla="*/ 119926 h 441227"/>
                <a:gd name="connsiteX45" fmla="*/ 370978 w 554686"/>
                <a:gd name="connsiteY45" fmla="*/ 108707 h 441227"/>
                <a:gd name="connsiteX46" fmla="*/ 349925 w 554686"/>
                <a:gd name="connsiteY46" fmla="*/ 107572 h 441227"/>
                <a:gd name="connsiteX47" fmla="*/ 336436 w 554686"/>
                <a:gd name="connsiteY47" fmla="*/ 95974 h 441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54686" h="441227">
                  <a:moveTo>
                    <a:pt x="336436" y="95974"/>
                  </a:moveTo>
                  <a:cubicBezTo>
                    <a:pt x="336436" y="95974"/>
                    <a:pt x="295591" y="90805"/>
                    <a:pt x="289288" y="90805"/>
                  </a:cubicBezTo>
                  <a:cubicBezTo>
                    <a:pt x="282985" y="90805"/>
                    <a:pt x="267352" y="88662"/>
                    <a:pt x="257897" y="80342"/>
                  </a:cubicBezTo>
                  <a:cubicBezTo>
                    <a:pt x="248443" y="71896"/>
                    <a:pt x="202303" y="37354"/>
                    <a:pt x="193983" y="33194"/>
                  </a:cubicBezTo>
                  <a:cubicBezTo>
                    <a:pt x="185536" y="29034"/>
                    <a:pt x="150995" y="3821"/>
                    <a:pt x="141540" y="2812"/>
                  </a:cubicBezTo>
                  <a:cubicBezTo>
                    <a:pt x="132085" y="1803"/>
                    <a:pt x="131076" y="2812"/>
                    <a:pt x="119478" y="2812"/>
                  </a:cubicBezTo>
                  <a:cubicBezTo>
                    <a:pt x="108006" y="2812"/>
                    <a:pt x="113175" y="10124"/>
                    <a:pt x="92248" y="11132"/>
                  </a:cubicBezTo>
                  <a:cubicBezTo>
                    <a:pt x="71321" y="12141"/>
                    <a:pt x="59723" y="25882"/>
                    <a:pt x="66026" y="27899"/>
                  </a:cubicBezTo>
                  <a:cubicBezTo>
                    <a:pt x="72330" y="30042"/>
                    <a:pt x="92248" y="47817"/>
                    <a:pt x="85945" y="50969"/>
                  </a:cubicBezTo>
                  <a:cubicBezTo>
                    <a:pt x="79642" y="54121"/>
                    <a:pt x="78633" y="63575"/>
                    <a:pt x="70187" y="63575"/>
                  </a:cubicBezTo>
                  <a:cubicBezTo>
                    <a:pt x="61740" y="63575"/>
                    <a:pt x="53420" y="64584"/>
                    <a:pt x="53420" y="70887"/>
                  </a:cubicBezTo>
                  <a:cubicBezTo>
                    <a:pt x="53420" y="77190"/>
                    <a:pt x="41948" y="87654"/>
                    <a:pt x="32493" y="86645"/>
                  </a:cubicBezTo>
                  <a:cubicBezTo>
                    <a:pt x="27072" y="86015"/>
                    <a:pt x="15348" y="79964"/>
                    <a:pt x="6146" y="74921"/>
                  </a:cubicBezTo>
                  <a:lnTo>
                    <a:pt x="3372" y="82485"/>
                  </a:lnTo>
                  <a:lnTo>
                    <a:pt x="2364" y="89671"/>
                  </a:lnTo>
                  <a:cubicBezTo>
                    <a:pt x="4255" y="95218"/>
                    <a:pt x="1481" y="118162"/>
                    <a:pt x="6776" y="119926"/>
                  </a:cubicBezTo>
                  <a:cubicBezTo>
                    <a:pt x="12701" y="121943"/>
                    <a:pt x="15727" y="132533"/>
                    <a:pt x="28333" y="146274"/>
                  </a:cubicBezTo>
                  <a:cubicBezTo>
                    <a:pt x="40940" y="160015"/>
                    <a:pt x="66405" y="196826"/>
                    <a:pt x="66783" y="205903"/>
                  </a:cubicBezTo>
                  <a:cubicBezTo>
                    <a:pt x="67161" y="214979"/>
                    <a:pt x="71447" y="224686"/>
                    <a:pt x="87206" y="235276"/>
                  </a:cubicBezTo>
                  <a:cubicBezTo>
                    <a:pt x="102964" y="245865"/>
                    <a:pt x="102964" y="258850"/>
                    <a:pt x="111158" y="265153"/>
                  </a:cubicBezTo>
                  <a:cubicBezTo>
                    <a:pt x="119352" y="271457"/>
                    <a:pt x="117461" y="278895"/>
                    <a:pt x="117839" y="294526"/>
                  </a:cubicBezTo>
                  <a:cubicBezTo>
                    <a:pt x="118218" y="310285"/>
                    <a:pt x="125277" y="330581"/>
                    <a:pt x="139396" y="339280"/>
                  </a:cubicBezTo>
                  <a:cubicBezTo>
                    <a:pt x="153516" y="347852"/>
                    <a:pt x="163349" y="357307"/>
                    <a:pt x="170030" y="374200"/>
                  </a:cubicBezTo>
                  <a:cubicBezTo>
                    <a:pt x="176711" y="391092"/>
                    <a:pt x="185284" y="405590"/>
                    <a:pt x="194361" y="414666"/>
                  </a:cubicBezTo>
                  <a:cubicBezTo>
                    <a:pt x="203311" y="423617"/>
                    <a:pt x="198269" y="428408"/>
                    <a:pt x="203311" y="435089"/>
                  </a:cubicBezTo>
                  <a:cubicBezTo>
                    <a:pt x="205959" y="438493"/>
                    <a:pt x="209615" y="444418"/>
                    <a:pt x="212010" y="450469"/>
                  </a:cubicBezTo>
                  <a:cubicBezTo>
                    <a:pt x="218943" y="447191"/>
                    <a:pt x="223860" y="444544"/>
                    <a:pt x="224238" y="443788"/>
                  </a:cubicBezTo>
                  <a:cubicBezTo>
                    <a:pt x="225751" y="440762"/>
                    <a:pt x="221212" y="432442"/>
                    <a:pt x="223482" y="429290"/>
                  </a:cubicBezTo>
                  <a:cubicBezTo>
                    <a:pt x="225751" y="426265"/>
                    <a:pt x="230289" y="420970"/>
                    <a:pt x="234828" y="419457"/>
                  </a:cubicBezTo>
                  <a:cubicBezTo>
                    <a:pt x="239366" y="417944"/>
                    <a:pt x="244661" y="423995"/>
                    <a:pt x="254494" y="422483"/>
                  </a:cubicBezTo>
                  <a:cubicBezTo>
                    <a:pt x="264327" y="420970"/>
                    <a:pt x="284876" y="423239"/>
                    <a:pt x="287145" y="425508"/>
                  </a:cubicBezTo>
                  <a:cubicBezTo>
                    <a:pt x="289414" y="427777"/>
                    <a:pt x="317526" y="426265"/>
                    <a:pt x="324334" y="431559"/>
                  </a:cubicBezTo>
                  <a:cubicBezTo>
                    <a:pt x="331141" y="436854"/>
                    <a:pt x="337949" y="435341"/>
                    <a:pt x="342487" y="424752"/>
                  </a:cubicBezTo>
                  <a:cubicBezTo>
                    <a:pt x="347025" y="414162"/>
                    <a:pt x="378794" y="391344"/>
                    <a:pt x="383458" y="389075"/>
                  </a:cubicBezTo>
                  <a:cubicBezTo>
                    <a:pt x="387997" y="386806"/>
                    <a:pt x="422160" y="389075"/>
                    <a:pt x="435775" y="386050"/>
                  </a:cubicBezTo>
                  <a:cubicBezTo>
                    <a:pt x="449390" y="383024"/>
                    <a:pt x="538897" y="354155"/>
                    <a:pt x="542678" y="351130"/>
                  </a:cubicBezTo>
                  <a:cubicBezTo>
                    <a:pt x="546460" y="348104"/>
                    <a:pt x="560832" y="301082"/>
                    <a:pt x="560832" y="295787"/>
                  </a:cubicBezTo>
                  <a:cubicBezTo>
                    <a:pt x="560832" y="290492"/>
                    <a:pt x="554024" y="276121"/>
                    <a:pt x="547217" y="276877"/>
                  </a:cubicBezTo>
                  <a:cubicBezTo>
                    <a:pt x="540409" y="277634"/>
                    <a:pt x="484310" y="271583"/>
                    <a:pt x="480528" y="269313"/>
                  </a:cubicBezTo>
                  <a:cubicBezTo>
                    <a:pt x="477503" y="267423"/>
                    <a:pt x="462627" y="256203"/>
                    <a:pt x="460484" y="240823"/>
                  </a:cubicBezTo>
                  <a:cubicBezTo>
                    <a:pt x="456072" y="237419"/>
                    <a:pt x="451029" y="230107"/>
                    <a:pt x="449516" y="223804"/>
                  </a:cubicBezTo>
                  <a:cubicBezTo>
                    <a:pt x="443087" y="224686"/>
                    <a:pt x="433002" y="223174"/>
                    <a:pt x="427329" y="208550"/>
                  </a:cubicBezTo>
                  <a:cubicBezTo>
                    <a:pt x="422160" y="205020"/>
                    <a:pt x="408293" y="185354"/>
                    <a:pt x="413083" y="179933"/>
                  </a:cubicBezTo>
                  <a:cubicBezTo>
                    <a:pt x="419009" y="173252"/>
                    <a:pt x="409932" y="159133"/>
                    <a:pt x="401359" y="151317"/>
                  </a:cubicBezTo>
                  <a:cubicBezTo>
                    <a:pt x="392787" y="143501"/>
                    <a:pt x="375138" y="129003"/>
                    <a:pt x="374256" y="119926"/>
                  </a:cubicBezTo>
                  <a:cubicBezTo>
                    <a:pt x="374004" y="117405"/>
                    <a:pt x="372743" y="113371"/>
                    <a:pt x="370978" y="108707"/>
                  </a:cubicBezTo>
                  <a:lnTo>
                    <a:pt x="349925" y="107572"/>
                  </a:lnTo>
                  <a:lnTo>
                    <a:pt x="336436" y="95974"/>
                  </a:lnTo>
                  <a:close/>
                </a:path>
              </a:pathLst>
            </a:custGeom>
            <a:grpFill/>
            <a:ln w="1270" cap="flat">
              <a:solidFill>
                <a:schemeClr val="bg1"/>
              </a:solidFill>
              <a:prstDash val="solid"/>
              <a:miter/>
            </a:ln>
          </p:spPr>
          <p:txBody>
            <a:bodyPr rtlCol="0" anchor="ctr"/>
            <a:lstStyle/>
            <a:p>
              <a:endParaRPr lang="ko-KR" altLang="en-US"/>
            </a:p>
          </p:txBody>
        </p:sp>
        <p:sp>
          <p:nvSpPr>
            <p:cNvPr id="108" name="자유형: 도형 88">
              <a:extLst>
                <a:ext uri="{FF2B5EF4-FFF2-40B4-BE49-F238E27FC236}">
                  <a16:creationId xmlns:a16="http://schemas.microsoft.com/office/drawing/2014/main" id="{603701D8-1560-6142-8760-64439833FCD4}"/>
                </a:ext>
              </a:extLst>
            </p:cNvPr>
            <p:cNvSpPr/>
            <p:nvPr/>
          </p:nvSpPr>
          <p:spPr>
            <a:xfrm>
              <a:off x="7164181" y="3886610"/>
              <a:ext cx="214311" cy="239524"/>
            </a:xfrm>
            <a:custGeom>
              <a:avLst/>
              <a:gdLst>
                <a:gd name="connsiteX0" fmla="*/ 108510 w 214310"/>
                <a:gd name="connsiteY0" fmla="*/ 7911 h 239523"/>
                <a:gd name="connsiteX1" fmla="*/ 108510 w 214310"/>
                <a:gd name="connsiteY1" fmla="*/ 27955 h 239523"/>
                <a:gd name="connsiteX2" fmla="*/ 91744 w 214310"/>
                <a:gd name="connsiteY2" fmla="*/ 49134 h 239523"/>
                <a:gd name="connsiteX3" fmla="*/ 82793 w 214310"/>
                <a:gd name="connsiteY3" fmla="*/ 71447 h 239523"/>
                <a:gd name="connsiteX4" fmla="*/ 88214 w 214310"/>
                <a:gd name="connsiteY4" fmla="*/ 71447 h 239523"/>
                <a:gd name="connsiteX5" fmla="*/ 101829 w 214310"/>
                <a:gd name="connsiteY5" fmla="*/ 90357 h 239523"/>
                <a:gd name="connsiteX6" fmla="*/ 83675 w 214310"/>
                <a:gd name="connsiteY6" fmla="*/ 145700 h 239523"/>
                <a:gd name="connsiteX7" fmla="*/ 2364 w 214310"/>
                <a:gd name="connsiteY7" fmla="*/ 173182 h 239523"/>
                <a:gd name="connsiteX8" fmla="*/ 34888 w 214310"/>
                <a:gd name="connsiteY8" fmla="*/ 240248 h 239523"/>
                <a:gd name="connsiteX9" fmla="*/ 41570 w 214310"/>
                <a:gd name="connsiteY9" fmla="*/ 236971 h 239523"/>
                <a:gd name="connsiteX10" fmla="*/ 84684 w 214310"/>
                <a:gd name="connsiteY10" fmla="*/ 229533 h 239523"/>
                <a:gd name="connsiteX11" fmla="*/ 94895 w 214310"/>
                <a:gd name="connsiteY11" fmla="*/ 208732 h 239523"/>
                <a:gd name="connsiteX12" fmla="*/ 123890 w 214310"/>
                <a:gd name="connsiteY12" fmla="*/ 204068 h 239523"/>
                <a:gd name="connsiteX13" fmla="*/ 141161 w 214310"/>
                <a:gd name="connsiteY13" fmla="*/ 179737 h 239523"/>
                <a:gd name="connsiteX14" fmla="*/ 158054 w 214310"/>
                <a:gd name="connsiteY14" fmla="*/ 171039 h 239523"/>
                <a:gd name="connsiteX15" fmla="*/ 167130 w 214310"/>
                <a:gd name="connsiteY15" fmla="*/ 135362 h 239523"/>
                <a:gd name="connsiteX16" fmla="*/ 188688 w 214310"/>
                <a:gd name="connsiteY16" fmla="*/ 120487 h 239523"/>
                <a:gd name="connsiteX17" fmla="*/ 210623 w 214310"/>
                <a:gd name="connsiteY17" fmla="*/ 89475 h 239523"/>
                <a:gd name="connsiteX18" fmla="*/ 208732 w 214310"/>
                <a:gd name="connsiteY18" fmla="*/ 74977 h 239523"/>
                <a:gd name="connsiteX19" fmla="*/ 186418 w 214310"/>
                <a:gd name="connsiteY19" fmla="*/ 47117 h 239523"/>
                <a:gd name="connsiteX20" fmla="*/ 142044 w 214310"/>
                <a:gd name="connsiteY20" fmla="*/ 30602 h 239523"/>
                <a:gd name="connsiteX21" fmla="*/ 127798 w 214310"/>
                <a:gd name="connsiteY21" fmla="*/ 2364 h 239523"/>
                <a:gd name="connsiteX22" fmla="*/ 118596 w 214310"/>
                <a:gd name="connsiteY22" fmla="*/ 7658 h 239523"/>
                <a:gd name="connsiteX23" fmla="*/ 108510 w 214310"/>
                <a:gd name="connsiteY23" fmla="*/ 7658 h 239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4310" h="239523">
                  <a:moveTo>
                    <a:pt x="108510" y="7911"/>
                  </a:moveTo>
                  <a:lnTo>
                    <a:pt x="108510" y="27955"/>
                  </a:lnTo>
                  <a:lnTo>
                    <a:pt x="91744" y="49134"/>
                  </a:lnTo>
                  <a:lnTo>
                    <a:pt x="82793" y="71447"/>
                  </a:lnTo>
                  <a:cubicBezTo>
                    <a:pt x="85314" y="71573"/>
                    <a:pt x="87331" y="71573"/>
                    <a:pt x="88214" y="71447"/>
                  </a:cubicBezTo>
                  <a:cubicBezTo>
                    <a:pt x="95021" y="70691"/>
                    <a:pt x="101829" y="85062"/>
                    <a:pt x="101829" y="90357"/>
                  </a:cubicBezTo>
                  <a:cubicBezTo>
                    <a:pt x="101829" y="95652"/>
                    <a:pt x="87458" y="142674"/>
                    <a:pt x="83675" y="145700"/>
                  </a:cubicBezTo>
                  <a:cubicBezTo>
                    <a:pt x="80902" y="147843"/>
                    <a:pt x="33628" y="163475"/>
                    <a:pt x="2364" y="173182"/>
                  </a:cubicBezTo>
                  <a:cubicBezTo>
                    <a:pt x="9171" y="187175"/>
                    <a:pt x="22660" y="215162"/>
                    <a:pt x="34888" y="240248"/>
                  </a:cubicBezTo>
                  <a:cubicBezTo>
                    <a:pt x="37032" y="239366"/>
                    <a:pt x="39174" y="238357"/>
                    <a:pt x="41570" y="236971"/>
                  </a:cubicBezTo>
                  <a:cubicBezTo>
                    <a:pt x="56445" y="228398"/>
                    <a:pt x="73338" y="232685"/>
                    <a:pt x="84684" y="229533"/>
                  </a:cubicBezTo>
                  <a:cubicBezTo>
                    <a:pt x="96030" y="226381"/>
                    <a:pt x="85062" y="216926"/>
                    <a:pt x="94895" y="208732"/>
                  </a:cubicBezTo>
                  <a:cubicBezTo>
                    <a:pt x="104728" y="200538"/>
                    <a:pt x="118848" y="206715"/>
                    <a:pt x="123890" y="204068"/>
                  </a:cubicBezTo>
                  <a:cubicBezTo>
                    <a:pt x="129059" y="201294"/>
                    <a:pt x="132589" y="183267"/>
                    <a:pt x="141161" y="179737"/>
                  </a:cubicBezTo>
                  <a:cubicBezTo>
                    <a:pt x="149733" y="176207"/>
                    <a:pt x="159188" y="178603"/>
                    <a:pt x="158054" y="171039"/>
                  </a:cubicBezTo>
                  <a:cubicBezTo>
                    <a:pt x="156919" y="163601"/>
                    <a:pt x="158810" y="136875"/>
                    <a:pt x="167130" y="135362"/>
                  </a:cubicBezTo>
                  <a:cubicBezTo>
                    <a:pt x="175325" y="133849"/>
                    <a:pt x="188310" y="125151"/>
                    <a:pt x="188688" y="120487"/>
                  </a:cubicBezTo>
                  <a:cubicBezTo>
                    <a:pt x="189066" y="115822"/>
                    <a:pt x="205580" y="98173"/>
                    <a:pt x="210623" y="89475"/>
                  </a:cubicBezTo>
                  <a:cubicBezTo>
                    <a:pt x="215666" y="80776"/>
                    <a:pt x="216170" y="76112"/>
                    <a:pt x="208732" y="74977"/>
                  </a:cubicBezTo>
                  <a:cubicBezTo>
                    <a:pt x="201294" y="73843"/>
                    <a:pt x="189444" y="53042"/>
                    <a:pt x="186418" y="47117"/>
                  </a:cubicBezTo>
                  <a:cubicBezTo>
                    <a:pt x="183267" y="41192"/>
                    <a:pt x="160575" y="45100"/>
                    <a:pt x="142044" y="30602"/>
                  </a:cubicBezTo>
                  <a:cubicBezTo>
                    <a:pt x="134606" y="24677"/>
                    <a:pt x="130445" y="13583"/>
                    <a:pt x="127798" y="2364"/>
                  </a:cubicBezTo>
                  <a:lnTo>
                    <a:pt x="118596" y="7658"/>
                  </a:lnTo>
                  <a:lnTo>
                    <a:pt x="108510" y="7658"/>
                  </a:lnTo>
                  <a:close/>
                </a:path>
              </a:pathLst>
            </a:custGeom>
            <a:grpFill/>
            <a:ln w="1270" cap="flat">
              <a:solidFill>
                <a:schemeClr val="bg1"/>
              </a:solidFill>
              <a:prstDash val="solid"/>
              <a:miter/>
            </a:ln>
          </p:spPr>
          <p:txBody>
            <a:bodyPr rtlCol="0" anchor="ctr"/>
            <a:lstStyle/>
            <a:p>
              <a:endParaRPr lang="ko-KR" altLang="en-US"/>
            </a:p>
          </p:txBody>
        </p:sp>
        <p:sp>
          <p:nvSpPr>
            <p:cNvPr id="109" name="자유형: 도형 89">
              <a:extLst>
                <a:ext uri="{FF2B5EF4-FFF2-40B4-BE49-F238E27FC236}">
                  <a16:creationId xmlns:a16="http://schemas.microsoft.com/office/drawing/2014/main" id="{DB3F8B67-81C1-6C46-A0F4-E8BA83390270}"/>
                </a:ext>
              </a:extLst>
            </p:cNvPr>
            <p:cNvSpPr/>
            <p:nvPr/>
          </p:nvSpPr>
          <p:spPr>
            <a:xfrm>
              <a:off x="7130143" y="3860974"/>
              <a:ext cx="25213" cy="37820"/>
            </a:xfrm>
            <a:custGeom>
              <a:avLst/>
              <a:gdLst>
                <a:gd name="connsiteX0" fmla="*/ 24551 w 25213"/>
                <a:gd name="connsiteY0" fmla="*/ 44262 h 37819"/>
                <a:gd name="connsiteX1" fmla="*/ 25055 w 25213"/>
                <a:gd name="connsiteY1" fmla="*/ 36824 h 37819"/>
                <a:gd name="connsiteX2" fmla="*/ 21904 w 25213"/>
                <a:gd name="connsiteY2" fmla="*/ 2661 h 37819"/>
                <a:gd name="connsiteX3" fmla="*/ 4255 w 25213"/>
                <a:gd name="connsiteY3" fmla="*/ 28504 h 37819"/>
                <a:gd name="connsiteX4" fmla="*/ 2364 w 25213"/>
                <a:gd name="connsiteY4" fmla="*/ 28882 h 37819"/>
                <a:gd name="connsiteX5" fmla="*/ 24551 w 25213"/>
                <a:gd name="connsiteY5" fmla="*/ 44262 h 3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13" h="37819">
                  <a:moveTo>
                    <a:pt x="24551" y="44262"/>
                  </a:moveTo>
                  <a:cubicBezTo>
                    <a:pt x="23921" y="41489"/>
                    <a:pt x="23921" y="38841"/>
                    <a:pt x="25055" y="36824"/>
                  </a:cubicBezTo>
                  <a:cubicBezTo>
                    <a:pt x="30098" y="28252"/>
                    <a:pt x="33250" y="5813"/>
                    <a:pt x="21904" y="2661"/>
                  </a:cubicBezTo>
                  <a:cubicBezTo>
                    <a:pt x="10558" y="-491"/>
                    <a:pt x="4255" y="22327"/>
                    <a:pt x="4255" y="28504"/>
                  </a:cubicBezTo>
                  <a:cubicBezTo>
                    <a:pt x="4255" y="29639"/>
                    <a:pt x="3498" y="29639"/>
                    <a:pt x="2364" y="28882"/>
                  </a:cubicBezTo>
                  <a:cubicBezTo>
                    <a:pt x="7911" y="43632"/>
                    <a:pt x="18122" y="45145"/>
                    <a:pt x="24551" y="44262"/>
                  </a:cubicBezTo>
                  <a:close/>
                </a:path>
              </a:pathLst>
            </a:custGeom>
            <a:grpFill/>
            <a:ln w="1270" cap="flat">
              <a:solidFill>
                <a:schemeClr val="bg1"/>
              </a:solidFill>
              <a:prstDash val="solid"/>
              <a:miter/>
            </a:ln>
          </p:spPr>
          <p:txBody>
            <a:bodyPr rtlCol="0" anchor="ctr"/>
            <a:lstStyle/>
            <a:p>
              <a:endParaRPr lang="ko-KR" altLang="en-US"/>
            </a:p>
          </p:txBody>
        </p:sp>
        <p:sp>
          <p:nvSpPr>
            <p:cNvPr id="110" name="자유형: 도형 90">
              <a:extLst>
                <a:ext uri="{FF2B5EF4-FFF2-40B4-BE49-F238E27FC236}">
                  <a16:creationId xmlns:a16="http://schemas.microsoft.com/office/drawing/2014/main" id="{F5931075-DD01-0841-A34C-80FD0D25E50F}"/>
                </a:ext>
              </a:extLst>
            </p:cNvPr>
            <p:cNvSpPr/>
            <p:nvPr/>
          </p:nvSpPr>
          <p:spPr>
            <a:xfrm>
              <a:off x="7163298" y="3854080"/>
              <a:ext cx="126065" cy="100852"/>
            </a:xfrm>
            <a:custGeom>
              <a:avLst/>
              <a:gdLst>
                <a:gd name="connsiteX0" fmla="*/ 22408 w 126065"/>
                <a:gd name="connsiteY0" fmla="*/ 96665 h 100852"/>
                <a:gd name="connsiteX1" fmla="*/ 83675 w 126065"/>
                <a:gd name="connsiteY1" fmla="*/ 104229 h 100852"/>
                <a:gd name="connsiteX2" fmla="*/ 92626 w 126065"/>
                <a:gd name="connsiteY2" fmla="*/ 81916 h 100852"/>
                <a:gd name="connsiteX3" fmla="*/ 109393 w 126065"/>
                <a:gd name="connsiteY3" fmla="*/ 60737 h 100852"/>
                <a:gd name="connsiteX4" fmla="*/ 109393 w 126065"/>
                <a:gd name="connsiteY4" fmla="*/ 40692 h 100852"/>
                <a:gd name="connsiteX5" fmla="*/ 119478 w 126065"/>
                <a:gd name="connsiteY5" fmla="*/ 40692 h 100852"/>
                <a:gd name="connsiteX6" fmla="*/ 128681 w 126065"/>
                <a:gd name="connsiteY6" fmla="*/ 35398 h 100852"/>
                <a:gd name="connsiteX7" fmla="*/ 121369 w 126065"/>
                <a:gd name="connsiteY7" fmla="*/ 2369 h 100852"/>
                <a:gd name="connsiteX8" fmla="*/ 89601 w 126065"/>
                <a:gd name="connsiteY8" fmla="*/ 38045 h 100852"/>
                <a:gd name="connsiteX9" fmla="*/ 39427 w 126065"/>
                <a:gd name="connsiteY9" fmla="*/ 61619 h 100852"/>
                <a:gd name="connsiteX10" fmla="*/ 8036 w 126065"/>
                <a:gd name="connsiteY10" fmla="*/ 69814 h 100852"/>
                <a:gd name="connsiteX11" fmla="*/ 2364 w 126065"/>
                <a:gd name="connsiteY11" fmla="*/ 68301 h 100852"/>
                <a:gd name="connsiteX12" fmla="*/ 22408 w 126065"/>
                <a:gd name="connsiteY12" fmla="*/ 96665 h 10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065" h="100852">
                  <a:moveTo>
                    <a:pt x="22408" y="96665"/>
                  </a:moveTo>
                  <a:cubicBezTo>
                    <a:pt x="25686" y="98682"/>
                    <a:pt x="67792" y="103347"/>
                    <a:pt x="83675" y="104229"/>
                  </a:cubicBezTo>
                  <a:lnTo>
                    <a:pt x="92626" y="81916"/>
                  </a:lnTo>
                  <a:lnTo>
                    <a:pt x="109393" y="60737"/>
                  </a:lnTo>
                  <a:lnTo>
                    <a:pt x="109393" y="40692"/>
                  </a:lnTo>
                  <a:lnTo>
                    <a:pt x="119478" y="40692"/>
                  </a:lnTo>
                  <a:lnTo>
                    <a:pt x="128681" y="35398"/>
                  </a:lnTo>
                  <a:cubicBezTo>
                    <a:pt x="124773" y="19009"/>
                    <a:pt x="124143" y="2621"/>
                    <a:pt x="121369" y="2369"/>
                  </a:cubicBezTo>
                  <a:cubicBezTo>
                    <a:pt x="116705" y="1991"/>
                    <a:pt x="97417" y="22791"/>
                    <a:pt x="89601" y="38045"/>
                  </a:cubicBezTo>
                  <a:cubicBezTo>
                    <a:pt x="81785" y="53299"/>
                    <a:pt x="58967" y="65149"/>
                    <a:pt x="39427" y="61619"/>
                  </a:cubicBezTo>
                  <a:cubicBezTo>
                    <a:pt x="19761" y="58090"/>
                    <a:pt x="13205" y="66284"/>
                    <a:pt x="8036" y="69814"/>
                  </a:cubicBezTo>
                  <a:cubicBezTo>
                    <a:pt x="6776" y="70696"/>
                    <a:pt x="4633" y="69940"/>
                    <a:pt x="2364" y="68301"/>
                  </a:cubicBezTo>
                  <a:cubicBezTo>
                    <a:pt x="4381" y="83555"/>
                    <a:pt x="19256" y="94774"/>
                    <a:pt x="22408" y="96665"/>
                  </a:cubicBezTo>
                  <a:close/>
                </a:path>
              </a:pathLst>
            </a:custGeom>
            <a:grpFill/>
            <a:ln w="1270" cap="flat">
              <a:solidFill>
                <a:schemeClr val="bg1"/>
              </a:solidFill>
              <a:prstDash val="solid"/>
              <a:miter/>
            </a:ln>
          </p:spPr>
          <p:txBody>
            <a:bodyPr rtlCol="0" anchor="ctr"/>
            <a:lstStyle/>
            <a:p>
              <a:endParaRPr lang="ko-KR" altLang="en-US"/>
            </a:p>
          </p:txBody>
        </p:sp>
        <p:sp>
          <p:nvSpPr>
            <p:cNvPr id="111" name="자유형: 도형 91">
              <a:extLst>
                <a:ext uri="{FF2B5EF4-FFF2-40B4-BE49-F238E27FC236}">
                  <a16:creationId xmlns:a16="http://schemas.microsoft.com/office/drawing/2014/main" id="{0DF957C0-7B05-F94E-B58A-61B62317BFF9}"/>
                </a:ext>
              </a:extLst>
            </p:cNvPr>
            <p:cNvSpPr/>
            <p:nvPr/>
          </p:nvSpPr>
          <p:spPr>
            <a:xfrm>
              <a:off x="8417267" y="4396417"/>
              <a:ext cx="516867" cy="151278"/>
            </a:xfrm>
            <a:custGeom>
              <a:avLst/>
              <a:gdLst>
                <a:gd name="connsiteX0" fmla="*/ 95274 w 516866"/>
                <a:gd name="connsiteY0" fmla="*/ 59219 h 151278"/>
                <a:gd name="connsiteX1" fmla="*/ 74851 w 516866"/>
                <a:gd name="connsiteY1" fmla="*/ 31359 h 151278"/>
                <a:gd name="connsiteX2" fmla="*/ 61866 w 516866"/>
                <a:gd name="connsiteY2" fmla="*/ 18374 h 151278"/>
                <a:gd name="connsiteX3" fmla="*/ 59849 w 516866"/>
                <a:gd name="connsiteY3" fmla="*/ 14592 h 151278"/>
                <a:gd name="connsiteX4" fmla="*/ 51655 w 516866"/>
                <a:gd name="connsiteY4" fmla="*/ 25307 h 151278"/>
                <a:gd name="connsiteX5" fmla="*/ 30728 w 516866"/>
                <a:gd name="connsiteY5" fmla="*/ 22660 h 151278"/>
                <a:gd name="connsiteX6" fmla="*/ 17743 w 516866"/>
                <a:gd name="connsiteY6" fmla="*/ 7028 h 151278"/>
                <a:gd name="connsiteX7" fmla="*/ 2364 w 516866"/>
                <a:gd name="connsiteY7" fmla="*/ 6020 h 151278"/>
                <a:gd name="connsiteX8" fmla="*/ 9676 w 516866"/>
                <a:gd name="connsiteY8" fmla="*/ 46612 h 151278"/>
                <a:gd name="connsiteX9" fmla="*/ 36779 w 516866"/>
                <a:gd name="connsiteY9" fmla="*/ 97543 h 151278"/>
                <a:gd name="connsiteX10" fmla="*/ 62245 w 516866"/>
                <a:gd name="connsiteY10" fmla="*/ 121873 h 151278"/>
                <a:gd name="connsiteX11" fmla="*/ 113175 w 516866"/>
                <a:gd name="connsiteY11" fmla="*/ 147717 h 151278"/>
                <a:gd name="connsiteX12" fmla="*/ 95526 w 516866"/>
                <a:gd name="connsiteY12" fmla="*/ 110023 h 151278"/>
                <a:gd name="connsiteX13" fmla="*/ 95274 w 516866"/>
                <a:gd name="connsiteY13" fmla="*/ 59219 h 151278"/>
                <a:gd name="connsiteX14" fmla="*/ 496665 w 516866"/>
                <a:gd name="connsiteY14" fmla="*/ 29089 h 151278"/>
                <a:gd name="connsiteX15" fmla="*/ 473090 w 516866"/>
                <a:gd name="connsiteY15" fmla="*/ 22786 h 151278"/>
                <a:gd name="connsiteX16" fmla="*/ 448760 w 516866"/>
                <a:gd name="connsiteY16" fmla="*/ 2364 h 151278"/>
                <a:gd name="connsiteX17" fmla="*/ 427581 w 516866"/>
                <a:gd name="connsiteY17" fmla="*/ 29089 h 151278"/>
                <a:gd name="connsiteX18" fmla="*/ 413462 w 516866"/>
                <a:gd name="connsiteY18" fmla="*/ 47117 h 151278"/>
                <a:gd name="connsiteX19" fmla="*/ 407662 w 516866"/>
                <a:gd name="connsiteY19" fmla="*/ 54428 h 151278"/>
                <a:gd name="connsiteX20" fmla="*/ 407915 w 516866"/>
                <a:gd name="connsiteY20" fmla="*/ 69935 h 151278"/>
                <a:gd name="connsiteX21" fmla="*/ 390644 w 516866"/>
                <a:gd name="connsiteY21" fmla="*/ 76238 h 151278"/>
                <a:gd name="connsiteX22" fmla="*/ 376272 w 516866"/>
                <a:gd name="connsiteY22" fmla="*/ 57454 h 151278"/>
                <a:gd name="connsiteX23" fmla="*/ 375768 w 516866"/>
                <a:gd name="connsiteY23" fmla="*/ 57328 h 151278"/>
                <a:gd name="connsiteX24" fmla="*/ 352194 w 516866"/>
                <a:gd name="connsiteY24" fmla="*/ 94139 h 151278"/>
                <a:gd name="connsiteX25" fmla="*/ 313745 w 516866"/>
                <a:gd name="connsiteY25" fmla="*/ 105863 h 151278"/>
                <a:gd name="connsiteX26" fmla="*/ 296474 w 516866"/>
                <a:gd name="connsiteY26" fmla="*/ 139649 h 151278"/>
                <a:gd name="connsiteX27" fmla="*/ 257141 w 516866"/>
                <a:gd name="connsiteY27" fmla="*/ 129689 h 151278"/>
                <a:gd name="connsiteX28" fmla="*/ 265083 w 516866"/>
                <a:gd name="connsiteY28" fmla="*/ 146708 h 151278"/>
                <a:gd name="connsiteX29" fmla="*/ 287019 w 516866"/>
                <a:gd name="connsiteY29" fmla="*/ 157676 h 151278"/>
                <a:gd name="connsiteX30" fmla="*/ 321560 w 516866"/>
                <a:gd name="connsiteY30" fmla="*/ 154524 h 151278"/>
                <a:gd name="connsiteX31" fmla="*/ 348286 w 516866"/>
                <a:gd name="connsiteY31" fmla="*/ 143557 h 151278"/>
                <a:gd name="connsiteX32" fmla="*/ 373373 w 516866"/>
                <a:gd name="connsiteY32" fmla="*/ 148347 h 151278"/>
                <a:gd name="connsiteX33" fmla="*/ 396947 w 516866"/>
                <a:gd name="connsiteY33" fmla="*/ 132589 h 151278"/>
                <a:gd name="connsiteX34" fmla="*/ 404763 w 516866"/>
                <a:gd name="connsiteY34" fmla="*/ 107502 h 151278"/>
                <a:gd name="connsiteX35" fmla="*/ 420395 w 516866"/>
                <a:gd name="connsiteY35" fmla="*/ 83928 h 151278"/>
                <a:gd name="connsiteX36" fmla="*/ 461240 w 516866"/>
                <a:gd name="connsiteY36" fmla="*/ 66657 h 151278"/>
                <a:gd name="connsiteX37" fmla="*/ 473846 w 516866"/>
                <a:gd name="connsiteY37" fmla="*/ 70943 h 151278"/>
                <a:gd name="connsiteX38" fmla="*/ 490362 w 516866"/>
                <a:gd name="connsiteY38" fmla="*/ 54933 h 151278"/>
                <a:gd name="connsiteX39" fmla="*/ 514692 w 516866"/>
                <a:gd name="connsiteY39" fmla="*/ 44722 h 151278"/>
                <a:gd name="connsiteX40" fmla="*/ 496665 w 516866"/>
                <a:gd name="connsiteY40" fmla="*/ 29089 h 151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16866" h="151278">
                  <a:moveTo>
                    <a:pt x="95274" y="59219"/>
                  </a:moveTo>
                  <a:cubicBezTo>
                    <a:pt x="95651" y="41570"/>
                    <a:pt x="78759" y="43587"/>
                    <a:pt x="74851" y="31359"/>
                  </a:cubicBezTo>
                  <a:cubicBezTo>
                    <a:pt x="70943" y="19130"/>
                    <a:pt x="64261" y="26190"/>
                    <a:pt x="61866" y="18374"/>
                  </a:cubicBezTo>
                  <a:cubicBezTo>
                    <a:pt x="61488" y="17239"/>
                    <a:pt x="60732" y="15979"/>
                    <a:pt x="59849" y="14592"/>
                  </a:cubicBezTo>
                  <a:cubicBezTo>
                    <a:pt x="51025" y="17491"/>
                    <a:pt x="54176" y="24803"/>
                    <a:pt x="51655" y="25307"/>
                  </a:cubicBezTo>
                  <a:cubicBezTo>
                    <a:pt x="48377" y="25938"/>
                    <a:pt x="30728" y="27955"/>
                    <a:pt x="30728" y="22660"/>
                  </a:cubicBezTo>
                  <a:cubicBezTo>
                    <a:pt x="30728" y="17491"/>
                    <a:pt x="28081" y="8919"/>
                    <a:pt x="17743" y="7028"/>
                  </a:cubicBezTo>
                  <a:cubicBezTo>
                    <a:pt x="12449" y="6020"/>
                    <a:pt x="7154" y="5767"/>
                    <a:pt x="2364" y="6020"/>
                  </a:cubicBezTo>
                  <a:cubicBezTo>
                    <a:pt x="8667" y="20013"/>
                    <a:pt x="9423" y="34762"/>
                    <a:pt x="9676" y="46612"/>
                  </a:cubicBezTo>
                  <a:cubicBezTo>
                    <a:pt x="10054" y="62245"/>
                    <a:pt x="33250" y="87458"/>
                    <a:pt x="36779" y="97543"/>
                  </a:cubicBezTo>
                  <a:cubicBezTo>
                    <a:pt x="40309" y="107754"/>
                    <a:pt x="46990" y="110906"/>
                    <a:pt x="62245" y="121873"/>
                  </a:cubicBezTo>
                  <a:cubicBezTo>
                    <a:pt x="77499" y="132841"/>
                    <a:pt x="107376" y="150490"/>
                    <a:pt x="113175" y="147717"/>
                  </a:cubicBezTo>
                  <a:cubicBezTo>
                    <a:pt x="119100" y="144943"/>
                    <a:pt x="104224" y="119100"/>
                    <a:pt x="95526" y="110023"/>
                  </a:cubicBezTo>
                  <a:cubicBezTo>
                    <a:pt x="87079" y="101325"/>
                    <a:pt x="94895" y="76994"/>
                    <a:pt x="95274" y="59219"/>
                  </a:cubicBezTo>
                  <a:close/>
                  <a:moveTo>
                    <a:pt x="496665" y="29089"/>
                  </a:moveTo>
                  <a:cubicBezTo>
                    <a:pt x="489605" y="30728"/>
                    <a:pt x="473090" y="29846"/>
                    <a:pt x="473090" y="22786"/>
                  </a:cubicBezTo>
                  <a:cubicBezTo>
                    <a:pt x="473090" y="15727"/>
                    <a:pt x="458215" y="2364"/>
                    <a:pt x="448760" y="2364"/>
                  </a:cubicBezTo>
                  <a:cubicBezTo>
                    <a:pt x="439305" y="2364"/>
                    <a:pt x="428337" y="21147"/>
                    <a:pt x="427581" y="29089"/>
                  </a:cubicBezTo>
                  <a:cubicBezTo>
                    <a:pt x="426824" y="36905"/>
                    <a:pt x="411823" y="36149"/>
                    <a:pt x="413462" y="47117"/>
                  </a:cubicBezTo>
                  <a:cubicBezTo>
                    <a:pt x="414092" y="51403"/>
                    <a:pt x="411319" y="53294"/>
                    <a:pt x="407662" y="54428"/>
                  </a:cubicBezTo>
                  <a:cubicBezTo>
                    <a:pt x="410058" y="63883"/>
                    <a:pt x="411445" y="70691"/>
                    <a:pt x="407915" y="69935"/>
                  </a:cubicBezTo>
                  <a:cubicBezTo>
                    <a:pt x="401611" y="68296"/>
                    <a:pt x="400099" y="76238"/>
                    <a:pt x="390644" y="76238"/>
                  </a:cubicBezTo>
                  <a:cubicBezTo>
                    <a:pt x="387366" y="76238"/>
                    <a:pt x="381945" y="68170"/>
                    <a:pt x="376272" y="57454"/>
                  </a:cubicBezTo>
                  <a:cubicBezTo>
                    <a:pt x="376146" y="57454"/>
                    <a:pt x="375894" y="57328"/>
                    <a:pt x="375768" y="57328"/>
                  </a:cubicBezTo>
                  <a:cubicBezTo>
                    <a:pt x="369465" y="57328"/>
                    <a:pt x="355346" y="79263"/>
                    <a:pt x="352194" y="94139"/>
                  </a:cubicBezTo>
                  <a:cubicBezTo>
                    <a:pt x="349043" y="109015"/>
                    <a:pt x="334923" y="104350"/>
                    <a:pt x="313745" y="105863"/>
                  </a:cubicBezTo>
                  <a:cubicBezTo>
                    <a:pt x="292566" y="107502"/>
                    <a:pt x="301138" y="129437"/>
                    <a:pt x="296474" y="139649"/>
                  </a:cubicBezTo>
                  <a:cubicBezTo>
                    <a:pt x="292187" y="148977"/>
                    <a:pt x="268865" y="132085"/>
                    <a:pt x="257141" y="129689"/>
                  </a:cubicBezTo>
                  <a:cubicBezTo>
                    <a:pt x="259158" y="138136"/>
                    <a:pt x="261931" y="146708"/>
                    <a:pt x="265083" y="146708"/>
                  </a:cubicBezTo>
                  <a:cubicBezTo>
                    <a:pt x="271386" y="146708"/>
                    <a:pt x="280841" y="162340"/>
                    <a:pt x="287019" y="157676"/>
                  </a:cubicBezTo>
                  <a:cubicBezTo>
                    <a:pt x="293322" y="153011"/>
                    <a:pt x="312106" y="157676"/>
                    <a:pt x="321560" y="154524"/>
                  </a:cubicBezTo>
                  <a:cubicBezTo>
                    <a:pt x="331015" y="151372"/>
                    <a:pt x="332528" y="143557"/>
                    <a:pt x="348286" y="143557"/>
                  </a:cubicBezTo>
                  <a:cubicBezTo>
                    <a:pt x="363918" y="143557"/>
                    <a:pt x="357741" y="156163"/>
                    <a:pt x="373373" y="148347"/>
                  </a:cubicBezTo>
                  <a:cubicBezTo>
                    <a:pt x="389131" y="140531"/>
                    <a:pt x="398460" y="146708"/>
                    <a:pt x="396947" y="132589"/>
                  </a:cubicBezTo>
                  <a:cubicBezTo>
                    <a:pt x="395434" y="118470"/>
                    <a:pt x="406402" y="118470"/>
                    <a:pt x="404763" y="107502"/>
                  </a:cubicBezTo>
                  <a:cubicBezTo>
                    <a:pt x="403250" y="96534"/>
                    <a:pt x="422034" y="104350"/>
                    <a:pt x="420395" y="83928"/>
                  </a:cubicBezTo>
                  <a:cubicBezTo>
                    <a:pt x="418882" y="63505"/>
                    <a:pt x="448633" y="66657"/>
                    <a:pt x="461240" y="66657"/>
                  </a:cubicBezTo>
                  <a:cubicBezTo>
                    <a:pt x="464140" y="66657"/>
                    <a:pt x="468678" y="68422"/>
                    <a:pt x="473846" y="70943"/>
                  </a:cubicBezTo>
                  <a:cubicBezTo>
                    <a:pt x="483176" y="66405"/>
                    <a:pt x="496413" y="60354"/>
                    <a:pt x="490362" y="54933"/>
                  </a:cubicBezTo>
                  <a:cubicBezTo>
                    <a:pt x="483301" y="48630"/>
                    <a:pt x="511541" y="54176"/>
                    <a:pt x="514692" y="44722"/>
                  </a:cubicBezTo>
                  <a:cubicBezTo>
                    <a:pt x="517844" y="35393"/>
                    <a:pt x="503725" y="27577"/>
                    <a:pt x="496665" y="29089"/>
                  </a:cubicBezTo>
                  <a:close/>
                </a:path>
              </a:pathLst>
            </a:custGeom>
            <a:grpFill/>
            <a:ln w="1270" cap="flat">
              <a:solidFill>
                <a:schemeClr val="bg1"/>
              </a:solidFill>
              <a:prstDash val="solid"/>
              <a:miter/>
            </a:ln>
          </p:spPr>
          <p:txBody>
            <a:bodyPr rtlCol="0" anchor="ctr"/>
            <a:lstStyle/>
            <a:p>
              <a:endParaRPr lang="ko-KR" altLang="en-US"/>
            </a:p>
          </p:txBody>
        </p:sp>
        <p:sp>
          <p:nvSpPr>
            <p:cNvPr id="112" name="자유형: 도형 92">
              <a:extLst>
                <a:ext uri="{FF2B5EF4-FFF2-40B4-BE49-F238E27FC236}">
                  <a16:creationId xmlns:a16="http://schemas.microsoft.com/office/drawing/2014/main" id="{40F8A1BA-6730-E641-9E0B-EC9C40D23A3A}"/>
                </a:ext>
              </a:extLst>
            </p:cNvPr>
            <p:cNvSpPr/>
            <p:nvPr/>
          </p:nvSpPr>
          <p:spPr>
            <a:xfrm>
              <a:off x="8791302" y="4448355"/>
              <a:ext cx="37820" cy="25213"/>
            </a:xfrm>
            <a:custGeom>
              <a:avLst/>
              <a:gdLst>
                <a:gd name="connsiteX0" fmla="*/ 16735 w 37819"/>
                <a:gd name="connsiteY0" fmla="*/ 24173 h 25213"/>
                <a:gd name="connsiteX1" fmla="*/ 34006 w 37819"/>
                <a:gd name="connsiteY1" fmla="*/ 17870 h 25213"/>
                <a:gd name="connsiteX2" fmla="*/ 33754 w 37819"/>
                <a:gd name="connsiteY2" fmla="*/ 2364 h 25213"/>
                <a:gd name="connsiteX3" fmla="*/ 20643 w 37819"/>
                <a:gd name="connsiteY3" fmla="*/ 8415 h 25213"/>
                <a:gd name="connsiteX4" fmla="*/ 2364 w 37819"/>
                <a:gd name="connsiteY4" fmla="*/ 5389 h 25213"/>
                <a:gd name="connsiteX5" fmla="*/ 16735 w 37819"/>
                <a:gd name="connsiteY5" fmla="*/ 24173 h 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19" h="25213">
                  <a:moveTo>
                    <a:pt x="16735" y="24173"/>
                  </a:moveTo>
                  <a:cubicBezTo>
                    <a:pt x="26190" y="24173"/>
                    <a:pt x="27703" y="16357"/>
                    <a:pt x="34006" y="17870"/>
                  </a:cubicBezTo>
                  <a:cubicBezTo>
                    <a:pt x="37536" y="18752"/>
                    <a:pt x="36149" y="11945"/>
                    <a:pt x="33754" y="2364"/>
                  </a:cubicBezTo>
                  <a:cubicBezTo>
                    <a:pt x="28207" y="4129"/>
                    <a:pt x="20643" y="4129"/>
                    <a:pt x="20643" y="8415"/>
                  </a:cubicBezTo>
                  <a:cubicBezTo>
                    <a:pt x="20643" y="15348"/>
                    <a:pt x="8793" y="5894"/>
                    <a:pt x="2364" y="5389"/>
                  </a:cubicBezTo>
                  <a:cubicBezTo>
                    <a:pt x="8037" y="16105"/>
                    <a:pt x="13458" y="24173"/>
                    <a:pt x="16735" y="24173"/>
                  </a:cubicBezTo>
                  <a:close/>
                </a:path>
              </a:pathLst>
            </a:custGeom>
            <a:grpFill/>
            <a:ln w="1270" cap="flat">
              <a:solidFill>
                <a:schemeClr val="bg1"/>
              </a:solidFill>
              <a:prstDash val="solid"/>
              <a:miter/>
            </a:ln>
          </p:spPr>
          <p:txBody>
            <a:bodyPr rtlCol="0" anchor="ctr"/>
            <a:lstStyle/>
            <a:p>
              <a:endParaRPr lang="ko-KR" altLang="en-US"/>
            </a:p>
          </p:txBody>
        </p:sp>
        <p:sp>
          <p:nvSpPr>
            <p:cNvPr id="113" name="자유형: 도형 93">
              <a:extLst>
                <a:ext uri="{FF2B5EF4-FFF2-40B4-BE49-F238E27FC236}">
                  <a16:creationId xmlns:a16="http://schemas.microsoft.com/office/drawing/2014/main" id="{471DDCFD-73CE-B54C-8C36-2054E39A1A24}"/>
                </a:ext>
              </a:extLst>
            </p:cNvPr>
            <p:cNvSpPr/>
            <p:nvPr/>
          </p:nvSpPr>
          <p:spPr>
            <a:xfrm>
              <a:off x="6814980" y="3520703"/>
              <a:ext cx="252130" cy="252130"/>
            </a:xfrm>
            <a:custGeom>
              <a:avLst/>
              <a:gdLst>
                <a:gd name="connsiteX0" fmla="*/ 221087 w 252130"/>
                <a:gd name="connsiteY0" fmla="*/ 231364 h 252130"/>
                <a:gd name="connsiteX1" fmla="*/ 233189 w 252130"/>
                <a:gd name="connsiteY1" fmla="*/ 221657 h 252130"/>
                <a:gd name="connsiteX2" fmla="*/ 250712 w 252130"/>
                <a:gd name="connsiteY2" fmla="*/ 231490 h 252130"/>
                <a:gd name="connsiteX3" fmla="*/ 262310 w 252130"/>
                <a:gd name="connsiteY3" fmla="*/ 225313 h 252130"/>
                <a:gd name="connsiteX4" fmla="*/ 247308 w 252130"/>
                <a:gd name="connsiteY4" fmla="*/ 204386 h 252130"/>
                <a:gd name="connsiteX5" fmla="*/ 237853 w 252130"/>
                <a:gd name="connsiteY5" fmla="*/ 186611 h 252130"/>
                <a:gd name="connsiteX6" fmla="*/ 239996 w 252130"/>
                <a:gd name="connsiteY6" fmla="*/ 168836 h 252130"/>
                <a:gd name="connsiteX7" fmla="*/ 227390 w 252130"/>
                <a:gd name="connsiteY7" fmla="*/ 153078 h 252130"/>
                <a:gd name="connsiteX8" fmla="*/ 198017 w 252130"/>
                <a:gd name="connsiteY8" fmla="*/ 133160 h 252130"/>
                <a:gd name="connsiteX9" fmla="*/ 185410 w 252130"/>
                <a:gd name="connsiteY9" fmla="*/ 118536 h 252130"/>
                <a:gd name="connsiteX10" fmla="*/ 182258 w 252130"/>
                <a:gd name="connsiteY10" fmla="*/ 94458 h 252130"/>
                <a:gd name="connsiteX11" fmla="*/ 192722 w 252130"/>
                <a:gd name="connsiteY11" fmla="*/ 73531 h 252130"/>
                <a:gd name="connsiteX12" fmla="*/ 195874 w 252130"/>
                <a:gd name="connsiteY12" fmla="*/ 57773 h 252130"/>
                <a:gd name="connsiteX13" fmla="*/ 185410 w 252130"/>
                <a:gd name="connsiteY13" fmla="*/ 48318 h 252130"/>
                <a:gd name="connsiteX14" fmla="*/ 170786 w 252130"/>
                <a:gd name="connsiteY14" fmla="*/ 32560 h 252130"/>
                <a:gd name="connsiteX15" fmla="*/ 161332 w 252130"/>
                <a:gd name="connsiteY15" fmla="*/ 11633 h 252130"/>
                <a:gd name="connsiteX16" fmla="*/ 133345 w 252130"/>
                <a:gd name="connsiteY16" fmla="*/ 7221 h 252130"/>
                <a:gd name="connsiteX17" fmla="*/ 109771 w 252130"/>
                <a:gd name="connsiteY17" fmla="*/ 2556 h 252130"/>
                <a:gd name="connsiteX18" fmla="*/ 97921 w 252130"/>
                <a:gd name="connsiteY18" fmla="*/ 11507 h 252130"/>
                <a:gd name="connsiteX19" fmla="*/ 98425 w 252130"/>
                <a:gd name="connsiteY19" fmla="*/ 11633 h 252130"/>
                <a:gd name="connsiteX20" fmla="*/ 82667 w 252130"/>
                <a:gd name="connsiteY20" fmla="*/ 23105 h 252130"/>
                <a:gd name="connsiteX21" fmla="*/ 65901 w 252130"/>
                <a:gd name="connsiteY21" fmla="*/ 35711 h 252130"/>
                <a:gd name="connsiteX22" fmla="*/ 68043 w 252130"/>
                <a:gd name="connsiteY22" fmla="*/ 57773 h 252130"/>
                <a:gd name="connsiteX23" fmla="*/ 65901 w 252130"/>
                <a:gd name="connsiteY23" fmla="*/ 78699 h 252130"/>
                <a:gd name="connsiteX24" fmla="*/ 59597 w 252130"/>
                <a:gd name="connsiteY24" fmla="*/ 94458 h 252130"/>
                <a:gd name="connsiteX25" fmla="*/ 2364 w 252130"/>
                <a:gd name="connsiteY25" fmla="*/ 124461 h 252130"/>
                <a:gd name="connsiteX26" fmla="*/ 4507 w 252130"/>
                <a:gd name="connsiteY26" fmla="*/ 137446 h 252130"/>
                <a:gd name="connsiteX27" fmla="*/ 10684 w 252130"/>
                <a:gd name="connsiteY27" fmla="*/ 163541 h 252130"/>
                <a:gd name="connsiteX28" fmla="*/ 31233 w 252130"/>
                <a:gd name="connsiteY28" fmla="*/ 163541 h 252130"/>
                <a:gd name="connsiteX29" fmla="*/ 83676 w 252130"/>
                <a:gd name="connsiteY29" fmla="*/ 193923 h 252130"/>
                <a:gd name="connsiteX30" fmla="*/ 147591 w 252130"/>
                <a:gd name="connsiteY30" fmla="*/ 241071 h 252130"/>
                <a:gd name="connsiteX31" fmla="*/ 178981 w 252130"/>
                <a:gd name="connsiteY31" fmla="*/ 251535 h 252130"/>
                <a:gd name="connsiteX32" fmla="*/ 209741 w 252130"/>
                <a:gd name="connsiteY32" fmla="*/ 254686 h 252130"/>
                <a:gd name="connsiteX33" fmla="*/ 221087 w 252130"/>
                <a:gd name="connsiteY33" fmla="*/ 231364 h 252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52130" h="252130">
                  <a:moveTo>
                    <a:pt x="221087" y="231364"/>
                  </a:moveTo>
                  <a:cubicBezTo>
                    <a:pt x="224490" y="227834"/>
                    <a:pt x="225121" y="222792"/>
                    <a:pt x="233189" y="221657"/>
                  </a:cubicBezTo>
                  <a:cubicBezTo>
                    <a:pt x="239618" y="220649"/>
                    <a:pt x="243652" y="224935"/>
                    <a:pt x="250712" y="231490"/>
                  </a:cubicBezTo>
                  <a:cubicBezTo>
                    <a:pt x="253359" y="228843"/>
                    <a:pt x="258024" y="226574"/>
                    <a:pt x="262310" y="225313"/>
                  </a:cubicBezTo>
                  <a:cubicBezTo>
                    <a:pt x="255250" y="218001"/>
                    <a:pt x="246678" y="209555"/>
                    <a:pt x="247308" y="204386"/>
                  </a:cubicBezTo>
                  <a:cubicBezTo>
                    <a:pt x="248317" y="195940"/>
                    <a:pt x="238862" y="191780"/>
                    <a:pt x="237853" y="186611"/>
                  </a:cubicBezTo>
                  <a:cubicBezTo>
                    <a:pt x="236845" y="181442"/>
                    <a:pt x="244156" y="172996"/>
                    <a:pt x="239996" y="168836"/>
                  </a:cubicBezTo>
                  <a:cubicBezTo>
                    <a:pt x="235836" y="164676"/>
                    <a:pt x="234701" y="154212"/>
                    <a:pt x="227390" y="153078"/>
                  </a:cubicBezTo>
                  <a:cubicBezTo>
                    <a:pt x="220078" y="152069"/>
                    <a:pt x="197008" y="140471"/>
                    <a:pt x="198017" y="133160"/>
                  </a:cubicBezTo>
                  <a:cubicBezTo>
                    <a:pt x="199025" y="125848"/>
                    <a:pt x="189696" y="120553"/>
                    <a:pt x="185410" y="118536"/>
                  </a:cubicBezTo>
                  <a:cubicBezTo>
                    <a:pt x="181250" y="116393"/>
                    <a:pt x="176964" y="97609"/>
                    <a:pt x="182258" y="94458"/>
                  </a:cubicBezTo>
                  <a:cubicBezTo>
                    <a:pt x="187427" y="91306"/>
                    <a:pt x="186419" y="73531"/>
                    <a:pt x="192722" y="73531"/>
                  </a:cubicBezTo>
                  <a:cubicBezTo>
                    <a:pt x="199025" y="73531"/>
                    <a:pt x="193730" y="64076"/>
                    <a:pt x="195874" y="57773"/>
                  </a:cubicBezTo>
                  <a:cubicBezTo>
                    <a:pt x="198017" y="51469"/>
                    <a:pt x="190705" y="48318"/>
                    <a:pt x="185410" y="48318"/>
                  </a:cubicBezTo>
                  <a:cubicBezTo>
                    <a:pt x="180116" y="48318"/>
                    <a:pt x="170786" y="39871"/>
                    <a:pt x="170786" y="32560"/>
                  </a:cubicBezTo>
                  <a:cubicBezTo>
                    <a:pt x="170786" y="25248"/>
                    <a:pt x="160323" y="14784"/>
                    <a:pt x="161332" y="11633"/>
                  </a:cubicBezTo>
                  <a:cubicBezTo>
                    <a:pt x="159567" y="25500"/>
                    <a:pt x="139523" y="4069"/>
                    <a:pt x="133345" y="7221"/>
                  </a:cubicBezTo>
                  <a:cubicBezTo>
                    <a:pt x="127042" y="10372"/>
                    <a:pt x="122377" y="917"/>
                    <a:pt x="109771" y="2556"/>
                  </a:cubicBezTo>
                  <a:cubicBezTo>
                    <a:pt x="101703" y="3565"/>
                    <a:pt x="102081" y="7725"/>
                    <a:pt x="97921" y="11507"/>
                  </a:cubicBezTo>
                  <a:lnTo>
                    <a:pt x="98425" y="11633"/>
                  </a:lnTo>
                  <a:lnTo>
                    <a:pt x="82667" y="23105"/>
                  </a:lnTo>
                  <a:cubicBezTo>
                    <a:pt x="82667" y="23105"/>
                    <a:pt x="69052" y="27265"/>
                    <a:pt x="65901" y="35711"/>
                  </a:cubicBezTo>
                  <a:cubicBezTo>
                    <a:pt x="62749" y="44158"/>
                    <a:pt x="72204" y="52478"/>
                    <a:pt x="68043" y="57773"/>
                  </a:cubicBezTo>
                  <a:cubicBezTo>
                    <a:pt x="63884" y="62941"/>
                    <a:pt x="64892" y="74539"/>
                    <a:pt x="65901" y="78699"/>
                  </a:cubicBezTo>
                  <a:cubicBezTo>
                    <a:pt x="66909" y="82860"/>
                    <a:pt x="59597" y="94458"/>
                    <a:pt x="59597" y="94458"/>
                  </a:cubicBezTo>
                  <a:cubicBezTo>
                    <a:pt x="59597" y="94458"/>
                    <a:pt x="28459" y="111224"/>
                    <a:pt x="2364" y="124461"/>
                  </a:cubicBezTo>
                  <a:cubicBezTo>
                    <a:pt x="2868" y="129251"/>
                    <a:pt x="3498" y="134042"/>
                    <a:pt x="4507" y="137446"/>
                  </a:cubicBezTo>
                  <a:cubicBezTo>
                    <a:pt x="6146" y="143245"/>
                    <a:pt x="8667" y="154338"/>
                    <a:pt x="10684" y="163541"/>
                  </a:cubicBezTo>
                  <a:cubicBezTo>
                    <a:pt x="20769" y="163415"/>
                    <a:pt x="22282" y="162533"/>
                    <a:pt x="31233" y="163541"/>
                  </a:cubicBezTo>
                  <a:cubicBezTo>
                    <a:pt x="40688" y="164550"/>
                    <a:pt x="75229" y="189763"/>
                    <a:pt x="83676" y="193923"/>
                  </a:cubicBezTo>
                  <a:cubicBezTo>
                    <a:pt x="91996" y="198083"/>
                    <a:pt x="138136" y="232625"/>
                    <a:pt x="147591" y="241071"/>
                  </a:cubicBezTo>
                  <a:cubicBezTo>
                    <a:pt x="157045" y="249518"/>
                    <a:pt x="172678" y="251535"/>
                    <a:pt x="178981" y="251535"/>
                  </a:cubicBezTo>
                  <a:cubicBezTo>
                    <a:pt x="182637" y="251535"/>
                    <a:pt x="197638" y="253300"/>
                    <a:pt x="209741" y="254686"/>
                  </a:cubicBezTo>
                  <a:cubicBezTo>
                    <a:pt x="213775" y="245862"/>
                    <a:pt x="218943" y="233633"/>
                    <a:pt x="221087" y="231364"/>
                  </a:cubicBezTo>
                  <a:close/>
                </a:path>
              </a:pathLst>
            </a:custGeom>
            <a:grpFill/>
            <a:ln w="1270" cap="flat">
              <a:solidFill>
                <a:schemeClr val="bg1"/>
              </a:solidFill>
              <a:prstDash val="solid"/>
              <a:miter/>
            </a:ln>
          </p:spPr>
          <p:txBody>
            <a:bodyPr rtlCol="0" anchor="ctr"/>
            <a:lstStyle/>
            <a:p>
              <a:endParaRPr lang="ko-KR" altLang="en-US"/>
            </a:p>
          </p:txBody>
        </p:sp>
        <p:sp>
          <p:nvSpPr>
            <p:cNvPr id="114" name="자유형: 도형 94">
              <a:extLst>
                <a:ext uri="{FF2B5EF4-FFF2-40B4-BE49-F238E27FC236}">
                  <a16:creationId xmlns:a16="http://schemas.microsoft.com/office/drawing/2014/main" id="{4B838F5B-46F8-3C4D-A8A5-33731ADCCBC2}"/>
                </a:ext>
              </a:extLst>
            </p:cNvPr>
            <p:cNvSpPr/>
            <p:nvPr/>
          </p:nvSpPr>
          <p:spPr>
            <a:xfrm>
              <a:off x="7022736" y="3739849"/>
              <a:ext cx="50426" cy="50426"/>
            </a:xfrm>
            <a:custGeom>
              <a:avLst/>
              <a:gdLst>
                <a:gd name="connsiteX0" fmla="*/ 18752 w 50426"/>
                <a:gd name="connsiteY0" fmla="*/ 37557 h 50426"/>
                <a:gd name="connsiteX1" fmla="*/ 32367 w 50426"/>
                <a:gd name="connsiteY1" fmla="*/ 49029 h 50426"/>
                <a:gd name="connsiteX2" fmla="*/ 53420 w 50426"/>
                <a:gd name="connsiteY2" fmla="*/ 50163 h 50426"/>
                <a:gd name="connsiteX3" fmla="*/ 40687 w 50426"/>
                <a:gd name="connsiteY3" fmla="*/ 16756 h 50426"/>
                <a:gd name="connsiteX4" fmla="*/ 43082 w 50426"/>
                <a:gd name="connsiteY4" fmla="*/ 12344 h 50426"/>
                <a:gd name="connsiteX5" fmla="*/ 25560 w 50426"/>
                <a:gd name="connsiteY5" fmla="*/ 2511 h 50426"/>
                <a:gd name="connsiteX6" fmla="*/ 13457 w 50426"/>
                <a:gd name="connsiteY6" fmla="*/ 12218 h 50426"/>
                <a:gd name="connsiteX7" fmla="*/ 2364 w 50426"/>
                <a:gd name="connsiteY7" fmla="*/ 35666 h 50426"/>
                <a:gd name="connsiteX8" fmla="*/ 18752 w 50426"/>
                <a:gd name="connsiteY8" fmla="*/ 37557 h 50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426" h="50426">
                  <a:moveTo>
                    <a:pt x="18752" y="37557"/>
                  </a:moveTo>
                  <a:lnTo>
                    <a:pt x="32367" y="49029"/>
                  </a:lnTo>
                  <a:lnTo>
                    <a:pt x="53420" y="50163"/>
                  </a:lnTo>
                  <a:cubicBezTo>
                    <a:pt x="48629" y="37809"/>
                    <a:pt x="40687" y="20916"/>
                    <a:pt x="40687" y="16756"/>
                  </a:cubicBezTo>
                  <a:cubicBezTo>
                    <a:pt x="40687" y="15243"/>
                    <a:pt x="41570" y="13730"/>
                    <a:pt x="43082" y="12344"/>
                  </a:cubicBezTo>
                  <a:cubicBezTo>
                    <a:pt x="36023" y="5788"/>
                    <a:pt x="31989" y="1502"/>
                    <a:pt x="25560" y="2511"/>
                  </a:cubicBezTo>
                  <a:cubicBezTo>
                    <a:pt x="17365" y="3645"/>
                    <a:pt x="16861" y="8688"/>
                    <a:pt x="13457" y="12218"/>
                  </a:cubicBezTo>
                  <a:cubicBezTo>
                    <a:pt x="11314" y="14487"/>
                    <a:pt x="6146" y="26715"/>
                    <a:pt x="2364" y="35666"/>
                  </a:cubicBezTo>
                  <a:cubicBezTo>
                    <a:pt x="11314" y="36674"/>
                    <a:pt x="18752" y="37557"/>
                    <a:pt x="18752" y="37557"/>
                  </a:cubicBezTo>
                  <a:close/>
                </a:path>
              </a:pathLst>
            </a:custGeom>
            <a:grpFill/>
            <a:ln w="1270" cap="flat">
              <a:solidFill>
                <a:schemeClr val="bg1"/>
              </a:solidFill>
              <a:prstDash val="solid"/>
              <a:miter/>
            </a:ln>
          </p:spPr>
          <p:txBody>
            <a:bodyPr rtlCol="0" anchor="ctr"/>
            <a:lstStyle/>
            <a:p>
              <a:endParaRPr lang="ko-KR" altLang="en-US"/>
            </a:p>
          </p:txBody>
        </p:sp>
        <p:sp>
          <p:nvSpPr>
            <p:cNvPr id="115" name="자유형: 도형 95">
              <a:extLst>
                <a:ext uri="{FF2B5EF4-FFF2-40B4-BE49-F238E27FC236}">
                  <a16:creationId xmlns:a16="http://schemas.microsoft.com/office/drawing/2014/main" id="{E5A0754A-F4ED-A043-96EE-E52AC4D981E8}"/>
                </a:ext>
              </a:extLst>
            </p:cNvPr>
            <p:cNvSpPr/>
            <p:nvPr/>
          </p:nvSpPr>
          <p:spPr>
            <a:xfrm>
              <a:off x="5671165" y="3071221"/>
              <a:ext cx="378195" cy="315163"/>
            </a:xfrm>
            <a:custGeom>
              <a:avLst/>
              <a:gdLst>
                <a:gd name="connsiteX0" fmla="*/ 339615 w 378195"/>
                <a:gd name="connsiteY0" fmla="*/ 75734 h 315162"/>
                <a:gd name="connsiteX1" fmla="*/ 325496 w 378195"/>
                <a:gd name="connsiteY1" fmla="*/ 71069 h 315162"/>
                <a:gd name="connsiteX2" fmla="*/ 308477 w 378195"/>
                <a:gd name="connsiteY2" fmla="*/ 62875 h 315162"/>
                <a:gd name="connsiteX3" fmla="*/ 280869 w 378195"/>
                <a:gd name="connsiteY3" fmla="*/ 58084 h 315162"/>
                <a:gd name="connsiteX4" fmla="*/ 267380 w 378195"/>
                <a:gd name="connsiteY4" fmla="*/ 49260 h 315162"/>
                <a:gd name="connsiteX5" fmla="*/ 259690 w 378195"/>
                <a:gd name="connsiteY5" fmla="*/ 36906 h 315162"/>
                <a:gd name="connsiteX6" fmla="*/ 247966 w 378195"/>
                <a:gd name="connsiteY6" fmla="*/ 42831 h 315162"/>
                <a:gd name="connsiteX7" fmla="*/ 240276 w 378195"/>
                <a:gd name="connsiteY7" fmla="*/ 34006 h 315162"/>
                <a:gd name="connsiteX8" fmla="*/ 223761 w 378195"/>
                <a:gd name="connsiteY8" fmla="*/ 24047 h 315162"/>
                <a:gd name="connsiteX9" fmla="*/ 210273 w 378195"/>
                <a:gd name="connsiteY9" fmla="*/ 15853 h 315162"/>
                <a:gd name="connsiteX10" fmla="*/ 200818 w 378195"/>
                <a:gd name="connsiteY10" fmla="*/ 5894 h 315162"/>
                <a:gd name="connsiteX11" fmla="*/ 197414 w 378195"/>
                <a:gd name="connsiteY11" fmla="*/ 2364 h 315162"/>
                <a:gd name="connsiteX12" fmla="*/ 191363 w 378195"/>
                <a:gd name="connsiteY12" fmla="*/ 2868 h 315162"/>
                <a:gd name="connsiteX13" fmla="*/ 175352 w 378195"/>
                <a:gd name="connsiteY13" fmla="*/ 25686 h 315162"/>
                <a:gd name="connsiteX14" fmla="*/ 147870 w 378195"/>
                <a:gd name="connsiteY14" fmla="*/ 44091 h 315162"/>
                <a:gd name="connsiteX15" fmla="*/ 130599 w 378195"/>
                <a:gd name="connsiteY15" fmla="*/ 62875 h 315162"/>
                <a:gd name="connsiteX16" fmla="*/ 97192 w 378195"/>
                <a:gd name="connsiteY16" fmla="*/ 51529 h 315162"/>
                <a:gd name="connsiteX17" fmla="*/ 81938 w 378195"/>
                <a:gd name="connsiteY17" fmla="*/ 61740 h 315162"/>
                <a:gd name="connsiteX18" fmla="*/ 85468 w 378195"/>
                <a:gd name="connsiteY18" fmla="*/ 89979 h 315162"/>
                <a:gd name="connsiteX19" fmla="*/ 62272 w 378195"/>
                <a:gd name="connsiteY19" fmla="*/ 88844 h 315162"/>
                <a:gd name="connsiteX20" fmla="*/ 46262 w 378195"/>
                <a:gd name="connsiteY20" fmla="*/ 81028 h 315162"/>
                <a:gd name="connsiteX21" fmla="*/ 20419 w 378195"/>
                <a:gd name="connsiteY21" fmla="*/ 83802 h 315162"/>
                <a:gd name="connsiteX22" fmla="*/ 3904 w 378195"/>
                <a:gd name="connsiteY22" fmla="*/ 96408 h 315162"/>
                <a:gd name="connsiteX23" fmla="*/ 7055 w 378195"/>
                <a:gd name="connsiteY23" fmla="*/ 112923 h 315162"/>
                <a:gd name="connsiteX24" fmla="*/ 42354 w 378195"/>
                <a:gd name="connsiteY24" fmla="*/ 124269 h 315162"/>
                <a:gd name="connsiteX25" fmla="*/ 65550 w 378195"/>
                <a:gd name="connsiteY25" fmla="*/ 130572 h 315162"/>
                <a:gd name="connsiteX26" fmla="*/ 74248 w 378195"/>
                <a:gd name="connsiteY26" fmla="*/ 142296 h 315162"/>
                <a:gd name="connsiteX27" fmla="*/ 95049 w 378195"/>
                <a:gd name="connsiteY27" fmla="*/ 164988 h 315162"/>
                <a:gd name="connsiteX28" fmla="*/ 102108 w 378195"/>
                <a:gd name="connsiteY28" fmla="*/ 185788 h 315162"/>
                <a:gd name="connsiteX29" fmla="*/ 98201 w 378195"/>
                <a:gd name="connsiteY29" fmla="*/ 217557 h 315162"/>
                <a:gd name="connsiteX30" fmla="*/ 85594 w 378195"/>
                <a:gd name="connsiteY30" fmla="*/ 265461 h 315162"/>
                <a:gd name="connsiteX31" fmla="*/ 84081 w 378195"/>
                <a:gd name="connsiteY31" fmla="*/ 265713 h 315162"/>
                <a:gd name="connsiteX32" fmla="*/ 99209 w 378195"/>
                <a:gd name="connsiteY32" fmla="*/ 273151 h 315162"/>
                <a:gd name="connsiteX33" fmla="*/ 124926 w 378195"/>
                <a:gd name="connsiteY33" fmla="*/ 285506 h 315162"/>
                <a:gd name="connsiteX34" fmla="*/ 145979 w 378195"/>
                <a:gd name="connsiteY34" fmla="*/ 283615 h 315162"/>
                <a:gd name="connsiteX35" fmla="*/ 158333 w 378195"/>
                <a:gd name="connsiteY35" fmla="*/ 286514 h 315162"/>
                <a:gd name="connsiteX36" fmla="*/ 189850 w 378195"/>
                <a:gd name="connsiteY36" fmla="*/ 294204 h 315162"/>
                <a:gd name="connsiteX37" fmla="*/ 217080 w 378195"/>
                <a:gd name="connsiteY37" fmla="*/ 294961 h 315162"/>
                <a:gd name="connsiteX38" fmla="*/ 215441 w 378195"/>
                <a:gd name="connsiteY38" fmla="*/ 288153 h 315162"/>
                <a:gd name="connsiteX39" fmla="*/ 237376 w 378195"/>
                <a:gd name="connsiteY39" fmla="*/ 261805 h 315162"/>
                <a:gd name="connsiteX40" fmla="*/ 286037 w 378195"/>
                <a:gd name="connsiteY40" fmla="*/ 272395 h 315162"/>
                <a:gd name="connsiteX41" fmla="*/ 316671 w 378195"/>
                <a:gd name="connsiteY41" fmla="*/ 262184 h 315162"/>
                <a:gd name="connsiteX42" fmla="*/ 333312 w 378195"/>
                <a:gd name="connsiteY42" fmla="*/ 251342 h 315162"/>
                <a:gd name="connsiteX43" fmla="*/ 336338 w 378195"/>
                <a:gd name="connsiteY43" fmla="*/ 242392 h 315162"/>
                <a:gd name="connsiteX44" fmla="*/ 323983 w 378195"/>
                <a:gd name="connsiteY44" fmla="*/ 238231 h 315162"/>
                <a:gd name="connsiteX45" fmla="*/ 318058 w 378195"/>
                <a:gd name="connsiteY45" fmla="*/ 225247 h 315162"/>
                <a:gd name="connsiteX46" fmla="*/ 310368 w 378195"/>
                <a:gd name="connsiteY46" fmla="*/ 211758 h 315162"/>
                <a:gd name="connsiteX47" fmla="*/ 315663 w 378195"/>
                <a:gd name="connsiteY47" fmla="*/ 205328 h 315162"/>
                <a:gd name="connsiteX48" fmla="*/ 320958 w 378195"/>
                <a:gd name="connsiteY48" fmla="*/ 194739 h 315162"/>
                <a:gd name="connsiteX49" fmla="*/ 318058 w 378195"/>
                <a:gd name="connsiteY49" fmla="*/ 181754 h 315162"/>
                <a:gd name="connsiteX50" fmla="*/ 313394 w 378195"/>
                <a:gd name="connsiteY50" fmla="*/ 168770 h 315162"/>
                <a:gd name="connsiteX51" fmla="*/ 301670 w 378195"/>
                <a:gd name="connsiteY51" fmla="*/ 167635 h 315162"/>
                <a:gd name="connsiteX52" fmla="*/ 298140 w 378195"/>
                <a:gd name="connsiteY52" fmla="*/ 158810 h 315162"/>
                <a:gd name="connsiteX53" fmla="*/ 315158 w 378195"/>
                <a:gd name="connsiteY53" fmla="*/ 137632 h 315162"/>
                <a:gd name="connsiteX54" fmla="*/ 328647 w 378195"/>
                <a:gd name="connsiteY54" fmla="*/ 126412 h 315162"/>
                <a:gd name="connsiteX55" fmla="*/ 334572 w 378195"/>
                <a:gd name="connsiteY55" fmla="*/ 106367 h 315162"/>
                <a:gd name="connsiteX56" fmla="*/ 345162 w 378195"/>
                <a:gd name="connsiteY56" fmla="*/ 84558 h 315162"/>
                <a:gd name="connsiteX57" fmla="*/ 339615 w 378195"/>
                <a:gd name="connsiteY57" fmla="*/ 75734 h 315162"/>
                <a:gd name="connsiteX58" fmla="*/ 381595 w 378195"/>
                <a:gd name="connsiteY58" fmla="*/ 275421 h 315162"/>
                <a:gd name="connsiteX59" fmla="*/ 365080 w 378195"/>
                <a:gd name="connsiteY59" fmla="*/ 289540 h 315162"/>
                <a:gd name="connsiteX60" fmla="*/ 376048 w 378195"/>
                <a:gd name="connsiteY60" fmla="*/ 324838 h 315162"/>
                <a:gd name="connsiteX61" fmla="*/ 381595 w 378195"/>
                <a:gd name="connsiteY61" fmla="*/ 275421 h 31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78195" h="315162">
                  <a:moveTo>
                    <a:pt x="339615" y="75734"/>
                  </a:moveTo>
                  <a:cubicBezTo>
                    <a:pt x="336085" y="76364"/>
                    <a:pt x="333186" y="71069"/>
                    <a:pt x="325496" y="71069"/>
                  </a:cubicBezTo>
                  <a:cubicBezTo>
                    <a:pt x="317806" y="71069"/>
                    <a:pt x="312007" y="67539"/>
                    <a:pt x="308477" y="62875"/>
                  </a:cubicBezTo>
                  <a:cubicBezTo>
                    <a:pt x="304947" y="58084"/>
                    <a:pt x="286668" y="56950"/>
                    <a:pt x="280869" y="58084"/>
                  </a:cubicBezTo>
                  <a:cubicBezTo>
                    <a:pt x="274944" y="59219"/>
                    <a:pt x="273179" y="48125"/>
                    <a:pt x="267380" y="49260"/>
                  </a:cubicBezTo>
                  <a:cubicBezTo>
                    <a:pt x="261455" y="50394"/>
                    <a:pt x="259690" y="41570"/>
                    <a:pt x="259690" y="36906"/>
                  </a:cubicBezTo>
                  <a:cubicBezTo>
                    <a:pt x="259690" y="32241"/>
                    <a:pt x="253261" y="40435"/>
                    <a:pt x="247966" y="42831"/>
                  </a:cubicBezTo>
                  <a:cubicBezTo>
                    <a:pt x="242671" y="45226"/>
                    <a:pt x="240906" y="37536"/>
                    <a:pt x="240276" y="34006"/>
                  </a:cubicBezTo>
                  <a:cubicBezTo>
                    <a:pt x="239645" y="30476"/>
                    <a:pt x="229056" y="26946"/>
                    <a:pt x="223761" y="24047"/>
                  </a:cubicBezTo>
                  <a:cubicBezTo>
                    <a:pt x="218467" y="21147"/>
                    <a:pt x="212542" y="11693"/>
                    <a:pt x="210273" y="15853"/>
                  </a:cubicBezTo>
                  <a:cubicBezTo>
                    <a:pt x="207877" y="20013"/>
                    <a:pt x="201448" y="9928"/>
                    <a:pt x="200818" y="5894"/>
                  </a:cubicBezTo>
                  <a:cubicBezTo>
                    <a:pt x="200439" y="3120"/>
                    <a:pt x="198548" y="4003"/>
                    <a:pt x="197414" y="2364"/>
                  </a:cubicBezTo>
                  <a:cubicBezTo>
                    <a:pt x="195397" y="2742"/>
                    <a:pt x="193380" y="2994"/>
                    <a:pt x="191363" y="2868"/>
                  </a:cubicBezTo>
                  <a:cubicBezTo>
                    <a:pt x="181908" y="2490"/>
                    <a:pt x="173713" y="9928"/>
                    <a:pt x="175352" y="25686"/>
                  </a:cubicBezTo>
                  <a:cubicBezTo>
                    <a:pt x="176865" y="41318"/>
                    <a:pt x="164006" y="42957"/>
                    <a:pt x="147870" y="44091"/>
                  </a:cubicBezTo>
                  <a:cubicBezTo>
                    <a:pt x="131734" y="45226"/>
                    <a:pt x="137281" y="57832"/>
                    <a:pt x="130599" y="62875"/>
                  </a:cubicBezTo>
                  <a:cubicBezTo>
                    <a:pt x="123918" y="68044"/>
                    <a:pt x="100344" y="60102"/>
                    <a:pt x="97192" y="51529"/>
                  </a:cubicBezTo>
                  <a:cubicBezTo>
                    <a:pt x="94041" y="42957"/>
                    <a:pt x="72861" y="51529"/>
                    <a:pt x="81938" y="61740"/>
                  </a:cubicBezTo>
                  <a:cubicBezTo>
                    <a:pt x="91015" y="71952"/>
                    <a:pt x="90511" y="86071"/>
                    <a:pt x="85468" y="89979"/>
                  </a:cubicBezTo>
                  <a:cubicBezTo>
                    <a:pt x="80425" y="93887"/>
                    <a:pt x="69332" y="83676"/>
                    <a:pt x="62272" y="88844"/>
                  </a:cubicBezTo>
                  <a:cubicBezTo>
                    <a:pt x="55212" y="94013"/>
                    <a:pt x="54834" y="84180"/>
                    <a:pt x="46262" y="81028"/>
                  </a:cubicBezTo>
                  <a:cubicBezTo>
                    <a:pt x="37689" y="77877"/>
                    <a:pt x="34033" y="84936"/>
                    <a:pt x="20419" y="83802"/>
                  </a:cubicBezTo>
                  <a:cubicBezTo>
                    <a:pt x="6677" y="82667"/>
                    <a:pt x="-1139" y="90483"/>
                    <a:pt x="3904" y="96408"/>
                  </a:cubicBezTo>
                  <a:cubicBezTo>
                    <a:pt x="8947" y="102333"/>
                    <a:pt x="3147" y="107754"/>
                    <a:pt x="7055" y="112923"/>
                  </a:cubicBezTo>
                  <a:cubicBezTo>
                    <a:pt x="10964" y="117965"/>
                    <a:pt x="28991" y="117209"/>
                    <a:pt x="42354" y="124269"/>
                  </a:cubicBezTo>
                  <a:cubicBezTo>
                    <a:pt x="55717" y="131328"/>
                    <a:pt x="58868" y="125403"/>
                    <a:pt x="65550" y="130572"/>
                  </a:cubicBezTo>
                  <a:cubicBezTo>
                    <a:pt x="72231" y="135614"/>
                    <a:pt x="73744" y="132463"/>
                    <a:pt x="74248" y="142296"/>
                  </a:cubicBezTo>
                  <a:cubicBezTo>
                    <a:pt x="74626" y="152129"/>
                    <a:pt x="82064" y="161458"/>
                    <a:pt x="95049" y="164988"/>
                  </a:cubicBezTo>
                  <a:cubicBezTo>
                    <a:pt x="108034" y="168517"/>
                    <a:pt x="98201" y="177090"/>
                    <a:pt x="102108" y="185788"/>
                  </a:cubicBezTo>
                  <a:cubicBezTo>
                    <a:pt x="106016" y="194361"/>
                    <a:pt x="96183" y="206967"/>
                    <a:pt x="98201" y="217557"/>
                  </a:cubicBezTo>
                  <a:cubicBezTo>
                    <a:pt x="100218" y="228146"/>
                    <a:pt x="91897" y="262310"/>
                    <a:pt x="85594" y="265461"/>
                  </a:cubicBezTo>
                  <a:cubicBezTo>
                    <a:pt x="85216" y="265713"/>
                    <a:pt x="84586" y="265713"/>
                    <a:pt x="84081" y="265713"/>
                  </a:cubicBezTo>
                  <a:cubicBezTo>
                    <a:pt x="90006" y="268613"/>
                    <a:pt x="96183" y="271260"/>
                    <a:pt x="99209" y="273151"/>
                  </a:cubicBezTo>
                  <a:cubicBezTo>
                    <a:pt x="105008" y="276933"/>
                    <a:pt x="117362" y="280841"/>
                    <a:pt x="124926" y="285506"/>
                  </a:cubicBezTo>
                  <a:cubicBezTo>
                    <a:pt x="132616" y="290296"/>
                    <a:pt x="145979" y="289288"/>
                    <a:pt x="145979" y="283615"/>
                  </a:cubicBezTo>
                  <a:cubicBezTo>
                    <a:pt x="145979" y="277942"/>
                    <a:pt x="153669" y="281724"/>
                    <a:pt x="158333" y="286514"/>
                  </a:cubicBezTo>
                  <a:cubicBezTo>
                    <a:pt x="163124" y="291305"/>
                    <a:pt x="181277" y="292313"/>
                    <a:pt x="189850" y="294204"/>
                  </a:cubicBezTo>
                  <a:cubicBezTo>
                    <a:pt x="197035" y="295843"/>
                    <a:pt x="207625" y="294835"/>
                    <a:pt x="217080" y="294961"/>
                  </a:cubicBezTo>
                  <a:cubicBezTo>
                    <a:pt x="216702" y="292818"/>
                    <a:pt x="216198" y="290548"/>
                    <a:pt x="215441" y="288153"/>
                  </a:cubicBezTo>
                  <a:cubicBezTo>
                    <a:pt x="210776" y="272899"/>
                    <a:pt x="224392" y="263823"/>
                    <a:pt x="237376" y="261805"/>
                  </a:cubicBezTo>
                  <a:cubicBezTo>
                    <a:pt x="250361" y="259915"/>
                    <a:pt x="278600" y="267731"/>
                    <a:pt x="286037" y="272395"/>
                  </a:cubicBezTo>
                  <a:cubicBezTo>
                    <a:pt x="293475" y="277059"/>
                    <a:pt x="303687" y="275925"/>
                    <a:pt x="316671" y="262184"/>
                  </a:cubicBezTo>
                  <a:cubicBezTo>
                    <a:pt x="323227" y="255250"/>
                    <a:pt x="328521" y="252729"/>
                    <a:pt x="333312" y="251342"/>
                  </a:cubicBezTo>
                  <a:cubicBezTo>
                    <a:pt x="333690" y="248317"/>
                    <a:pt x="335203" y="245165"/>
                    <a:pt x="336338" y="242392"/>
                  </a:cubicBezTo>
                  <a:cubicBezTo>
                    <a:pt x="338102" y="237601"/>
                    <a:pt x="329908" y="238862"/>
                    <a:pt x="323983" y="238231"/>
                  </a:cubicBezTo>
                  <a:cubicBezTo>
                    <a:pt x="318058" y="237601"/>
                    <a:pt x="314024" y="231802"/>
                    <a:pt x="318058" y="225247"/>
                  </a:cubicBezTo>
                  <a:cubicBezTo>
                    <a:pt x="322218" y="218817"/>
                    <a:pt x="314528" y="218187"/>
                    <a:pt x="310368" y="211758"/>
                  </a:cubicBezTo>
                  <a:cubicBezTo>
                    <a:pt x="306208" y="205328"/>
                    <a:pt x="312133" y="207093"/>
                    <a:pt x="315663" y="205328"/>
                  </a:cubicBezTo>
                  <a:cubicBezTo>
                    <a:pt x="319193" y="203563"/>
                    <a:pt x="323857" y="196504"/>
                    <a:pt x="320958" y="194739"/>
                  </a:cubicBezTo>
                  <a:cubicBezTo>
                    <a:pt x="318058" y="192974"/>
                    <a:pt x="315663" y="188814"/>
                    <a:pt x="318058" y="181754"/>
                  </a:cubicBezTo>
                  <a:cubicBezTo>
                    <a:pt x="320453" y="174695"/>
                    <a:pt x="313394" y="174064"/>
                    <a:pt x="313394" y="168770"/>
                  </a:cubicBezTo>
                  <a:cubicBezTo>
                    <a:pt x="313394" y="163475"/>
                    <a:pt x="306964" y="161080"/>
                    <a:pt x="301670" y="167635"/>
                  </a:cubicBezTo>
                  <a:cubicBezTo>
                    <a:pt x="296375" y="174064"/>
                    <a:pt x="294610" y="169400"/>
                    <a:pt x="298140" y="158810"/>
                  </a:cubicBezTo>
                  <a:cubicBezTo>
                    <a:pt x="301670" y="148221"/>
                    <a:pt x="314024" y="143557"/>
                    <a:pt x="315158" y="137632"/>
                  </a:cubicBezTo>
                  <a:cubicBezTo>
                    <a:pt x="316293" y="131706"/>
                    <a:pt x="323353" y="126412"/>
                    <a:pt x="328647" y="126412"/>
                  </a:cubicBezTo>
                  <a:cubicBezTo>
                    <a:pt x="333942" y="126412"/>
                    <a:pt x="332808" y="114057"/>
                    <a:pt x="334572" y="106367"/>
                  </a:cubicBezTo>
                  <a:cubicBezTo>
                    <a:pt x="336338" y="98677"/>
                    <a:pt x="337472" y="91114"/>
                    <a:pt x="345162" y="84558"/>
                  </a:cubicBezTo>
                  <a:cubicBezTo>
                    <a:pt x="352600" y="78129"/>
                    <a:pt x="343145" y="75103"/>
                    <a:pt x="339615" y="75734"/>
                  </a:cubicBezTo>
                  <a:close/>
                  <a:moveTo>
                    <a:pt x="381595" y="275421"/>
                  </a:moveTo>
                  <a:cubicBezTo>
                    <a:pt x="377309" y="275042"/>
                    <a:pt x="376048" y="282858"/>
                    <a:pt x="365080" y="289540"/>
                  </a:cubicBezTo>
                  <a:cubicBezTo>
                    <a:pt x="354113" y="296221"/>
                    <a:pt x="365206" y="326351"/>
                    <a:pt x="376048" y="324838"/>
                  </a:cubicBezTo>
                  <a:cubicBezTo>
                    <a:pt x="387520" y="323325"/>
                    <a:pt x="386007" y="275799"/>
                    <a:pt x="381595" y="275421"/>
                  </a:cubicBezTo>
                  <a:close/>
                </a:path>
              </a:pathLst>
            </a:custGeom>
            <a:grpFill/>
            <a:ln w="1270" cap="flat">
              <a:solidFill>
                <a:schemeClr val="bg1"/>
              </a:solidFill>
              <a:prstDash val="solid"/>
              <a:miter/>
            </a:ln>
          </p:spPr>
          <p:txBody>
            <a:bodyPr rtlCol="0" anchor="ctr"/>
            <a:lstStyle/>
            <a:p>
              <a:endParaRPr lang="ko-KR" altLang="en-US"/>
            </a:p>
          </p:txBody>
        </p:sp>
        <p:sp>
          <p:nvSpPr>
            <p:cNvPr id="116" name="자유형: 도형 96">
              <a:extLst>
                <a:ext uri="{FF2B5EF4-FFF2-40B4-BE49-F238E27FC236}">
                  <a16:creationId xmlns:a16="http://schemas.microsoft.com/office/drawing/2014/main" id="{0D4AF6DE-3C9F-9E46-B3BC-8E40B33DD56B}"/>
                </a:ext>
              </a:extLst>
            </p:cNvPr>
            <p:cNvSpPr/>
            <p:nvPr/>
          </p:nvSpPr>
          <p:spPr>
            <a:xfrm>
              <a:off x="3388155" y="4184753"/>
              <a:ext cx="63033" cy="37820"/>
            </a:xfrm>
            <a:custGeom>
              <a:avLst/>
              <a:gdLst>
                <a:gd name="connsiteX0" fmla="*/ 62875 w 63032"/>
                <a:gd name="connsiteY0" fmla="*/ 15348 h 37819"/>
                <a:gd name="connsiteX1" fmla="*/ 33880 w 63032"/>
                <a:gd name="connsiteY1" fmla="*/ 8037 h 37819"/>
                <a:gd name="connsiteX2" fmla="*/ 22282 w 63032"/>
                <a:gd name="connsiteY2" fmla="*/ 2364 h 37819"/>
                <a:gd name="connsiteX3" fmla="*/ 21273 w 63032"/>
                <a:gd name="connsiteY3" fmla="*/ 2994 h 37819"/>
                <a:gd name="connsiteX4" fmla="*/ 2364 w 63032"/>
                <a:gd name="connsiteY4" fmla="*/ 18752 h 37819"/>
                <a:gd name="connsiteX5" fmla="*/ 53924 w 63032"/>
                <a:gd name="connsiteY5" fmla="*/ 36401 h 37819"/>
                <a:gd name="connsiteX6" fmla="*/ 62497 w 63032"/>
                <a:gd name="connsiteY6" fmla="*/ 32871 h 37819"/>
                <a:gd name="connsiteX7" fmla="*/ 62875 w 63032"/>
                <a:gd name="connsiteY7" fmla="*/ 15348 h 3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032" h="37819">
                  <a:moveTo>
                    <a:pt x="62875" y="15348"/>
                  </a:moveTo>
                  <a:cubicBezTo>
                    <a:pt x="58337" y="9045"/>
                    <a:pt x="46360" y="16483"/>
                    <a:pt x="33880" y="8037"/>
                  </a:cubicBezTo>
                  <a:cubicBezTo>
                    <a:pt x="30602" y="5768"/>
                    <a:pt x="26568" y="3877"/>
                    <a:pt x="22282" y="2364"/>
                  </a:cubicBezTo>
                  <a:cubicBezTo>
                    <a:pt x="22030" y="2490"/>
                    <a:pt x="21778" y="2742"/>
                    <a:pt x="21273" y="2994"/>
                  </a:cubicBezTo>
                  <a:cubicBezTo>
                    <a:pt x="18626" y="3750"/>
                    <a:pt x="10432" y="11188"/>
                    <a:pt x="2364" y="18752"/>
                  </a:cubicBezTo>
                  <a:cubicBezTo>
                    <a:pt x="11314" y="25812"/>
                    <a:pt x="44722" y="36401"/>
                    <a:pt x="53924" y="36401"/>
                  </a:cubicBezTo>
                  <a:cubicBezTo>
                    <a:pt x="58211" y="36401"/>
                    <a:pt x="60480" y="34384"/>
                    <a:pt x="62497" y="32871"/>
                  </a:cubicBezTo>
                  <a:cubicBezTo>
                    <a:pt x="63884" y="24425"/>
                    <a:pt x="64388" y="17492"/>
                    <a:pt x="62875" y="15348"/>
                  </a:cubicBezTo>
                  <a:close/>
                </a:path>
              </a:pathLst>
            </a:custGeom>
            <a:grpFill/>
            <a:ln w="1270" cap="flat">
              <a:solidFill>
                <a:schemeClr val="bg1"/>
              </a:solidFill>
              <a:prstDash val="solid"/>
              <a:miter/>
            </a:ln>
          </p:spPr>
          <p:txBody>
            <a:bodyPr rtlCol="0" anchor="ctr"/>
            <a:lstStyle/>
            <a:p>
              <a:endParaRPr lang="ko-KR" altLang="en-US"/>
            </a:p>
          </p:txBody>
        </p:sp>
        <p:sp>
          <p:nvSpPr>
            <p:cNvPr id="117" name="자유형: 도형 97">
              <a:extLst>
                <a:ext uri="{FF2B5EF4-FFF2-40B4-BE49-F238E27FC236}">
                  <a16:creationId xmlns:a16="http://schemas.microsoft.com/office/drawing/2014/main" id="{F95EA145-A2A8-3442-91C8-9CBFBD7E5624}"/>
                </a:ext>
              </a:extLst>
            </p:cNvPr>
            <p:cNvSpPr/>
            <p:nvPr/>
          </p:nvSpPr>
          <p:spPr>
            <a:xfrm>
              <a:off x="3408073" y="4139470"/>
              <a:ext cx="163885" cy="88246"/>
            </a:xfrm>
            <a:custGeom>
              <a:avLst/>
              <a:gdLst>
                <a:gd name="connsiteX0" fmla="*/ 70691 w 163884"/>
                <a:gd name="connsiteY0" fmla="*/ 78154 h 88245"/>
                <a:gd name="connsiteX1" fmla="*/ 79263 w 163884"/>
                <a:gd name="connsiteY1" fmla="*/ 61640 h 88245"/>
                <a:gd name="connsiteX2" fmla="*/ 108258 w 163884"/>
                <a:gd name="connsiteY2" fmla="*/ 49160 h 88245"/>
                <a:gd name="connsiteX3" fmla="*/ 133849 w 163884"/>
                <a:gd name="connsiteY3" fmla="*/ 43487 h 88245"/>
                <a:gd name="connsiteX4" fmla="*/ 164862 w 163884"/>
                <a:gd name="connsiteY4" fmla="*/ 31006 h 88245"/>
                <a:gd name="connsiteX5" fmla="*/ 135362 w 163884"/>
                <a:gd name="connsiteY5" fmla="*/ 10079 h 88245"/>
                <a:gd name="connsiteX6" fmla="*/ 78885 w 163884"/>
                <a:gd name="connsiteY6" fmla="*/ 8945 h 88245"/>
                <a:gd name="connsiteX7" fmla="*/ 29468 w 163884"/>
                <a:gd name="connsiteY7" fmla="*/ 11844 h 88245"/>
                <a:gd name="connsiteX8" fmla="*/ 28837 w 163884"/>
                <a:gd name="connsiteY8" fmla="*/ 12097 h 88245"/>
                <a:gd name="connsiteX9" fmla="*/ 14466 w 163884"/>
                <a:gd name="connsiteY9" fmla="*/ 26846 h 88245"/>
                <a:gd name="connsiteX10" fmla="*/ 2364 w 163884"/>
                <a:gd name="connsiteY10" fmla="*/ 47269 h 88245"/>
                <a:gd name="connsiteX11" fmla="*/ 13962 w 163884"/>
                <a:gd name="connsiteY11" fmla="*/ 52941 h 88245"/>
                <a:gd name="connsiteX12" fmla="*/ 42957 w 163884"/>
                <a:gd name="connsiteY12" fmla="*/ 60253 h 88245"/>
                <a:gd name="connsiteX13" fmla="*/ 42704 w 163884"/>
                <a:gd name="connsiteY13" fmla="*/ 77524 h 88245"/>
                <a:gd name="connsiteX14" fmla="*/ 50647 w 163884"/>
                <a:gd name="connsiteY14" fmla="*/ 77524 h 88245"/>
                <a:gd name="connsiteX15" fmla="*/ 53042 w 163884"/>
                <a:gd name="connsiteY15" fmla="*/ 87483 h 88245"/>
                <a:gd name="connsiteX16" fmla="*/ 62875 w 163884"/>
                <a:gd name="connsiteY16" fmla="*/ 85214 h 88245"/>
                <a:gd name="connsiteX17" fmla="*/ 70691 w 163884"/>
                <a:gd name="connsiteY17" fmla="*/ 78154 h 88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3884" h="88245">
                  <a:moveTo>
                    <a:pt x="70691" y="78154"/>
                  </a:moveTo>
                  <a:cubicBezTo>
                    <a:pt x="71825" y="75885"/>
                    <a:pt x="63884" y="62775"/>
                    <a:pt x="79263" y="61640"/>
                  </a:cubicBezTo>
                  <a:cubicBezTo>
                    <a:pt x="94643" y="60505"/>
                    <a:pt x="105989" y="58867"/>
                    <a:pt x="108258" y="49160"/>
                  </a:cubicBezTo>
                  <a:cubicBezTo>
                    <a:pt x="110528" y="39579"/>
                    <a:pt x="128681" y="43991"/>
                    <a:pt x="133849" y="43487"/>
                  </a:cubicBezTo>
                  <a:cubicBezTo>
                    <a:pt x="138010" y="42982"/>
                    <a:pt x="151625" y="30502"/>
                    <a:pt x="164862" y="31006"/>
                  </a:cubicBezTo>
                  <a:cubicBezTo>
                    <a:pt x="165114" y="18148"/>
                    <a:pt x="147465" y="22308"/>
                    <a:pt x="135362" y="10079"/>
                  </a:cubicBezTo>
                  <a:cubicBezTo>
                    <a:pt x="122378" y="-2779"/>
                    <a:pt x="94139" y="3020"/>
                    <a:pt x="78885" y="8945"/>
                  </a:cubicBezTo>
                  <a:cubicBezTo>
                    <a:pt x="63631" y="14870"/>
                    <a:pt x="45982" y="2515"/>
                    <a:pt x="29468" y="11844"/>
                  </a:cubicBezTo>
                  <a:cubicBezTo>
                    <a:pt x="29216" y="11970"/>
                    <a:pt x="29089" y="11970"/>
                    <a:pt x="28837" y="12097"/>
                  </a:cubicBezTo>
                  <a:cubicBezTo>
                    <a:pt x="25181" y="16635"/>
                    <a:pt x="20265" y="22182"/>
                    <a:pt x="14466" y="26846"/>
                  </a:cubicBezTo>
                  <a:cubicBezTo>
                    <a:pt x="3372" y="35797"/>
                    <a:pt x="6398" y="44747"/>
                    <a:pt x="2364" y="47269"/>
                  </a:cubicBezTo>
                  <a:cubicBezTo>
                    <a:pt x="6524" y="48907"/>
                    <a:pt x="10684" y="50672"/>
                    <a:pt x="13962" y="52941"/>
                  </a:cubicBezTo>
                  <a:cubicBezTo>
                    <a:pt x="26442" y="61388"/>
                    <a:pt x="38418" y="54076"/>
                    <a:pt x="42957" y="60253"/>
                  </a:cubicBezTo>
                  <a:cubicBezTo>
                    <a:pt x="44469" y="62396"/>
                    <a:pt x="43965" y="69330"/>
                    <a:pt x="42704" y="77524"/>
                  </a:cubicBezTo>
                  <a:cubicBezTo>
                    <a:pt x="44974" y="75633"/>
                    <a:pt x="46739" y="74373"/>
                    <a:pt x="50647" y="77524"/>
                  </a:cubicBezTo>
                  <a:cubicBezTo>
                    <a:pt x="54050" y="80424"/>
                    <a:pt x="53420" y="83954"/>
                    <a:pt x="53042" y="87483"/>
                  </a:cubicBezTo>
                  <a:lnTo>
                    <a:pt x="62875" y="85214"/>
                  </a:lnTo>
                  <a:cubicBezTo>
                    <a:pt x="62749" y="85592"/>
                    <a:pt x="69556" y="80550"/>
                    <a:pt x="70691" y="78154"/>
                  </a:cubicBezTo>
                  <a:close/>
                </a:path>
              </a:pathLst>
            </a:custGeom>
            <a:grpFill/>
            <a:ln w="1270" cap="flat">
              <a:solidFill>
                <a:schemeClr val="bg1"/>
              </a:solidFill>
              <a:prstDash val="solid"/>
              <a:miter/>
            </a:ln>
          </p:spPr>
          <p:txBody>
            <a:bodyPr rtlCol="0" anchor="ctr"/>
            <a:lstStyle/>
            <a:p>
              <a:endParaRPr lang="ko-KR" altLang="en-US"/>
            </a:p>
          </p:txBody>
        </p:sp>
        <p:sp>
          <p:nvSpPr>
            <p:cNvPr id="118" name="자유형: 도형 98">
              <a:extLst>
                <a:ext uri="{FF2B5EF4-FFF2-40B4-BE49-F238E27FC236}">
                  <a16:creationId xmlns:a16="http://schemas.microsoft.com/office/drawing/2014/main" id="{9F557413-B17F-3642-BCAF-454060C215EA}"/>
                </a:ext>
              </a:extLst>
            </p:cNvPr>
            <p:cNvSpPr/>
            <p:nvPr/>
          </p:nvSpPr>
          <p:spPr>
            <a:xfrm>
              <a:off x="2670340" y="3665996"/>
              <a:ext cx="806816" cy="504260"/>
            </a:xfrm>
            <a:custGeom>
              <a:avLst/>
              <a:gdLst>
                <a:gd name="connsiteX0" fmla="*/ 675047 w 806816"/>
                <a:gd name="connsiteY0" fmla="*/ 476746 h 504260"/>
                <a:gd name="connsiteX1" fmla="*/ 710219 w 806816"/>
                <a:gd name="connsiteY1" fmla="*/ 472838 h 504260"/>
                <a:gd name="connsiteX2" fmla="*/ 690931 w 806816"/>
                <a:gd name="connsiteY2" fmla="*/ 447247 h 504260"/>
                <a:gd name="connsiteX3" fmla="*/ 699503 w 806816"/>
                <a:gd name="connsiteY3" fmla="*/ 427329 h 504260"/>
                <a:gd name="connsiteX4" fmla="*/ 747786 w 806816"/>
                <a:gd name="connsiteY4" fmla="*/ 427329 h 504260"/>
                <a:gd name="connsiteX5" fmla="*/ 764805 w 806816"/>
                <a:gd name="connsiteY5" fmla="*/ 410814 h 504260"/>
                <a:gd name="connsiteX6" fmla="*/ 777160 w 806816"/>
                <a:gd name="connsiteY6" fmla="*/ 418504 h 504260"/>
                <a:gd name="connsiteX7" fmla="*/ 789010 w 806816"/>
                <a:gd name="connsiteY7" fmla="*/ 382450 h 504260"/>
                <a:gd name="connsiteX8" fmla="*/ 793674 w 806816"/>
                <a:gd name="connsiteY8" fmla="*/ 352446 h 504260"/>
                <a:gd name="connsiteX9" fmla="*/ 808424 w 806816"/>
                <a:gd name="connsiteY9" fmla="*/ 330637 h 504260"/>
                <a:gd name="connsiteX10" fmla="*/ 785480 w 806816"/>
                <a:gd name="connsiteY10" fmla="*/ 324712 h 504260"/>
                <a:gd name="connsiteX11" fmla="*/ 743752 w 806816"/>
                <a:gd name="connsiteY11" fmla="*/ 326477 h 504260"/>
                <a:gd name="connsiteX12" fmla="*/ 709589 w 806816"/>
                <a:gd name="connsiteY12" fmla="*/ 357111 h 504260"/>
                <a:gd name="connsiteX13" fmla="*/ 701899 w 806816"/>
                <a:gd name="connsiteY13" fmla="*/ 381189 h 504260"/>
                <a:gd name="connsiteX14" fmla="*/ 684249 w 806816"/>
                <a:gd name="connsiteY14" fmla="*/ 405394 h 504260"/>
                <a:gd name="connsiteX15" fmla="*/ 664205 w 806816"/>
                <a:gd name="connsiteY15" fmla="*/ 402368 h 504260"/>
                <a:gd name="connsiteX16" fmla="*/ 601803 w 806816"/>
                <a:gd name="connsiteY16" fmla="*/ 415857 h 504260"/>
                <a:gd name="connsiteX17" fmla="*/ 571799 w 806816"/>
                <a:gd name="connsiteY17" fmla="*/ 401738 h 504260"/>
                <a:gd name="connsiteX18" fmla="*/ 556546 w 806816"/>
                <a:gd name="connsiteY18" fmla="*/ 374634 h 504260"/>
                <a:gd name="connsiteX19" fmla="*/ 528307 w 806816"/>
                <a:gd name="connsiteY19" fmla="*/ 339966 h 504260"/>
                <a:gd name="connsiteX20" fmla="*/ 518348 w 806816"/>
                <a:gd name="connsiteY20" fmla="*/ 288153 h 504260"/>
                <a:gd name="connsiteX21" fmla="*/ 527173 w 806816"/>
                <a:gd name="connsiteY21" fmla="*/ 214027 h 504260"/>
                <a:gd name="connsiteX22" fmla="*/ 529568 w 806816"/>
                <a:gd name="connsiteY22" fmla="*/ 202933 h 504260"/>
                <a:gd name="connsiteX23" fmla="*/ 518474 w 806816"/>
                <a:gd name="connsiteY23" fmla="*/ 198773 h 504260"/>
                <a:gd name="connsiteX24" fmla="*/ 481411 w 806816"/>
                <a:gd name="connsiteY24" fmla="*/ 185536 h 504260"/>
                <a:gd name="connsiteX25" fmla="*/ 473847 w 806816"/>
                <a:gd name="connsiteY25" fmla="*/ 169148 h 504260"/>
                <a:gd name="connsiteX26" fmla="*/ 467544 w 806816"/>
                <a:gd name="connsiteY26" fmla="*/ 148977 h 504260"/>
                <a:gd name="connsiteX27" fmla="*/ 442457 w 806816"/>
                <a:gd name="connsiteY27" fmla="*/ 113175 h 504260"/>
                <a:gd name="connsiteX28" fmla="*/ 395308 w 806816"/>
                <a:gd name="connsiteY28" fmla="*/ 86197 h 504260"/>
                <a:gd name="connsiteX29" fmla="*/ 374508 w 806816"/>
                <a:gd name="connsiteY29" fmla="*/ 110654 h 504260"/>
                <a:gd name="connsiteX30" fmla="*/ 343748 w 806816"/>
                <a:gd name="connsiteY30" fmla="*/ 94895 h 504260"/>
                <a:gd name="connsiteX31" fmla="*/ 334293 w 806816"/>
                <a:gd name="connsiteY31" fmla="*/ 77877 h 504260"/>
                <a:gd name="connsiteX32" fmla="*/ 317274 w 806816"/>
                <a:gd name="connsiteY32" fmla="*/ 57076 h 504260"/>
                <a:gd name="connsiteX33" fmla="*/ 287145 w 806816"/>
                <a:gd name="connsiteY33" fmla="*/ 29972 h 504260"/>
                <a:gd name="connsiteX34" fmla="*/ 245669 w 806816"/>
                <a:gd name="connsiteY34" fmla="*/ 29972 h 504260"/>
                <a:gd name="connsiteX35" fmla="*/ 236845 w 806816"/>
                <a:gd name="connsiteY35" fmla="*/ 41318 h 504260"/>
                <a:gd name="connsiteX36" fmla="*/ 161458 w 806816"/>
                <a:gd name="connsiteY36" fmla="*/ 41948 h 504260"/>
                <a:gd name="connsiteX37" fmla="*/ 92878 w 806816"/>
                <a:gd name="connsiteY37" fmla="*/ 18122 h 504260"/>
                <a:gd name="connsiteX38" fmla="*/ 63379 w 806816"/>
                <a:gd name="connsiteY38" fmla="*/ 2364 h 504260"/>
                <a:gd name="connsiteX39" fmla="*/ 2364 w 806816"/>
                <a:gd name="connsiteY39" fmla="*/ 10306 h 504260"/>
                <a:gd name="connsiteX40" fmla="*/ 16357 w 806816"/>
                <a:gd name="connsiteY40" fmla="*/ 32367 h 504260"/>
                <a:gd name="connsiteX41" fmla="*/ 38671 w 806816"/>
                <a:gd name="connsiteY41" fmla="*/ 84180 h 504260"/>
                <a:gd name="connsiteX42" fmla="*/ 71573 w 806816"/>
                <a:gd name="connsiteY42" fmla="*/ 110654 h 504260"/>
                <a:gd name="connsiteX43" fmla="*/ 84558 w 806816"/>
                <a:gd name="connsiteY43" fmla="*/ 145952 h 504260"/>
                <a:gd name="connsiteX44" fmla="*/ 63379 w 806816"/>
                <a:gd name="connsiteY44" fmla="*/ 147717 h 504260"/>
                <a:gd name="connsiteX45" fmla="*/ 96282 w 806816"/>
                <a:gd name="connsiteY45" fmla="*/ 172426 h 504260"/>
                <a:gd name="connsiteX46" fmla="*/ 125151 w 806816"/>
                <a:gd name="connsiteY46" fmla="*/ 190075 h 504260"/>
                <a:gd name="connsiteX47" fmla="*/ 132841 w 806816"/>
                <a:gd name="connsiteY47" fmla="*/ 222978 h 504260"/>
                <a:gd name="connsiteX48" fmla="*/ 163475 w 806816"/>
                <a:gd name="connsiteY48" fmla="*/ 250081 h 504260"/>
                <a:gd name="connsiteX49" fmla="*/ 191713 w 806816"/>
                <a:gd name="connsiteY49" fmla="*/ 284245 h 504260"/>
                <a:gd name="connsiteX50" fmla="*/ 204698 w 806816"/>
                <a:gd name="connsiteY50" fmla="*/ 276051 h 504260"/>
                <a:gd name="connsiteX51" fmla="*/ 198773 w 806816"/>
                <a:gd name="connsiteY51" fmla="*/ 254872 h 504260"/>
                <a:gd name="connsiteX52" fmla="*/ 176460 w 806816"/>
                <a:gd name="connsiteY52" fmla="*/ 245417 h 504260"/>
                <a:gd name="connsiteX53" fmla="*/ 170030 w 806816"/>
                <a:gd name="connsiteY53" fmla="*/ 221843 h 504260"/>
                <a:gd name="connsiteX54" fmla="*/ 153011 w 806816"/>
                <a:gd name="connsiteY54" fmla="*/ 184149 h 504260"/>
                <a:gd name="connsiteX55" fmla="*/ 123638 w 806816"/>
                <a:gd name="connsiteY55" fmla="*/ 144187 h 504260"/>
                <a:gd name="connsiteX56" fmla="*/ 102459 w 806816"/>
                <a:gd name="connsiteY56" fmla="*/ 115318 h 504260"/>
                <a:gd name="connsiteX57" fmla="*/ 105359 w 806816"/>
                <a:gd name="connsiteY57" fmla="*/ 101199 h 504260"/>
                <a:gd name="connsiteX58" fmla="*/ 84810 w 806816"/>
                <a:gd name="connsiteY58" fmla="*/ 92374 h 504260"/>
                <a:gd name="connsiteX59" fmla="*/ 70061 w 806816"/>
                <a:gd name="connsiteY59" fmla="*/ 71825 h 504260"/>
                <a:gd name="connsiteX60" fmla="*/ 61236 w 806816"/>
                <a:gd name="connsiteY60" fmla="*/ 32367 h 504260"/>
                <a:gd name="connsiteX61" fmla="*/ 70691 w 806816"/>
                <a:gd name="connsiteY61" fmla="*/ 29468 h 504260"/>
                <a:gd name="connsiteX62" fmla="*/ 80146 w 806816"/>
                <a:gd name="connsiteY62" fmla="*/ 34132 h 504260"/>
                <a:gd name="connsiteX63" fmla="*/ 94265 w 806816"/>
                <a:gd name="connsiteY63" fmla="*/ 40057 h 504260"/>
                <a:gd name="connsiteX64" fmla="*/ 111914 w 806816"/>
                <a:gd name="connsiteY64" fmla="*/ 43587 h 504260"/>
                <a:gd name="connsiteX65" fmla="*/ 116579 w 806816"/>
                <a:gd name="connsiteY65" fmla="*/ 77120 h 504260"/>
                <a:gd name="connsiteX66" fmla="*/ 121243 w 806816"/>
                <a:gd name="connsiteY66" fmla="*/ 107124 h 504260"/>
                <a:gd name="connsiteX67" fmla="*/ 133597 w 806816"/>
                <a:gd name="connsiteY67" fmla="*/ 114183 h 504260"/>
                <a:gd name="connsiteX68" fmla="*/ 152381 w 806816"/>
                <a:gd name="connsiteY68" fmla="*/ 129437 h 504260"/>
                <a:gd name="connsiteX69" fmla="*/ 174695 w 806816"/>
                <a:gd name="connsiteY69" fmla="*/ 144691 h 504260"/>
                <a:gd name="connsiteX70" fmla="*/ 187679 w 806816"/>
                <a:gd name="connsiteY70" fmla="*/ 162340 h 504260"/>
                <a:gd name="connsiteX71" fmla="*/ 205959 w 806816"/>
                <a:gd name="connsiteY71" fmla="*/ 176459 h 504260"/>
                <a:gd name="connsiteX72" fmla="*/ 210119 w 806816"/>
                <a:gd name="connsiteY72" fmla="*/ 192344 h 504260"/>
                <a:gd name="connsiteX73" fmla="*/ 226633 w 806816"/>
                <a:gd name="connsiteY73" fmla="*/ 212892 h 504260"/>
                <a:gd name="connsiteX74" fmla="*/ 248443 w 806816"/>
                <a:gd name="connsiteY74" fmla="*/ 232937 h 504260"/>
                <a:gd name="connsiteX75" fmla="*/ 305550 w 806816"/>
                <a:gd name="connsiteY75" fmla="*/ 296473 h 504260"/>
                <a:gd name="connsiteX76" fmla="*/ 318535 w 806816"/>
                <a:gd name="connsiteY76" fmla="*/ 325342 h 504260"/>
                <a:gd name="connsiteX77" fmla="*/ 317400 w 806816"/>
                <a:gd name="connsiteY77" fmla="*/ 344756 h 504260"/>
                <a:gd name="connsiteX78" fmla="*/ 309206 w 806816"/>
                <a:gd name="connsiteY78" fmla="*/ 354211 h 504260"/>
                <a:gd name="connsiteX79" fmla="*/ 330385 w 806816"/>
                <a:gd name="connsiteY79" fmla="*/ 387240 h 504260"/>
                <a:gd name="connsiteX80" fmla="*/ 368583 w 806816"/>
                <a:gd name="connsiteY80" fmla="*/ 413084 h 504260"/>
                <a:gd name="connsiteX81" fmla="*/ 410941 w 806816"/>
                <a:gd name="connsiteY81" fmla="*/ 426068 h 504260"/>
                <a:gd name="connsiteX82" fmla="*/ 463257 w 806816"/>
                <a:gd name="connsiteY82" fmla="*/ 452542 h 504260"/>
                <a:gd name="connsiteX83" fmla="*/ 523265 w 806816"/>
                <a:gd name="connsiteY83" fmla="*/ 478385 h 504260"/>
                <a:gd name="connsiteX84" fmla="*/ 576842 w 806816"/>
                <a:gd name="connsiteY84" fmla="*/ 475486 h 504260"/>
                <a:gd name="connsiteX85" fmla="*/ 625125 w 806816"/>
                <a:gd name="connsiteY85" fmla="*/ 482545 h 504260"/>
                <a:gd name="connsiteX86" fmla="*/ 653742 w 806816"/>
                <a:gd name="connsiteY86" fmla="*/ 504733 h 504260"/>
                <a:gd name="connsiteX87" fmla="*/ 675047 w 806816"/>
                <a:gd name="connsiteY87" fmla="*/ 476746 h 504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806816" h="504260">
                  <a:moveTo>
                    <a:pt x="675047" y="476746"/>
                  </a:moveTo>
                  <a:cubicBezTo>
                    <a:pt x="677820" y="476242"/>
                    <a:pt x="707446" y="480150"/>
                    <a:pt x="710219" y="472838"/>
                  </a:cubicBezTo>
                  <a:cubicBezTo>
                    <a:pt x="713118" y="465527"/>
                    <a:pt x="688031" y="449012"/>
                    <a:pt x="690931" y="447247"/>
                  </a:cubicBezTo>
                  <a:cubicBezTo>
                    <a:pt x="693831" y="445608"/>
                    <a:pt x="694965" y="427329"/>
                    <a:pt x="699503" y="427329"/>
                  </a:cubicBezTo>
                  <a:cubicBezTo>
                    <a:pt x="704042" y="427329"/>
                    <a:pt x="745517" y="428464"/>
                    <a:pt x="747786" y="427329"/>
                  </a:cubicBezTo>
                  <a:cubicBezTo>
                    <a:pt x="750055" y="426194"/>
                    <a:pt x="757998" y="411445"/>
                    <a:pt x="764805" y="410814"/>
                  </a:cubicBezTo>
                  <a:cubicBezTo>
                    <a:pt x="767957" y="410562"/>
                    <a:pt x="772747" y="414344"/>
                    <a:pt x="777160" y="418504"/>
                  </a:cubicBezTo>
                  <a:cubicBezTo>
                    <a:pt x="784850" y="411445"/>
                    <a:pt x="787497" y="395434"/>
                    <a:pt x="789010" y="382450"/>
                  </a:cubicBezTo>
                  <a:cubicBezTo>
                    <a:pt x="790775" y="366566"/>
                    <a:pt x="785480" y="361271"/>
                    <a:pt x="793674" y="352446"/>
                  </a:cubicBezTo>
                  <a:cubicBezTo>
                    <a:pt x="801868" y="343622"/>
                    <a:pt x="810693" y="342991"/>
                    <a:pt x="808424" y="330637"/>
                  </a:cubicBezTo>
                  <a:cubicBezTo>
                    <a:pt x="806028" y="318283"/>
                    <a:pt x="794935" y="330637"/>
                    <a:pt x="785480" y="324712"/>
                  </a:cubicBezTo>
                  <a:cubicBezTo>
                    <a:pt x="776025" y="318787"/>
                    <a:pt x="767831" y="322947"/>
                    <a:pt x="743752" y="326477"/>
                  </a:cubicBezTo>
                  <a:cubicBezTo>
                    <a:pt x="719674" y="330007"/>
                    <a:pt x="708454" y="339966"/>
                    <a:pt x="709589" y="357111"/>
                  </a:cubicBezTo>
                  <a:cubicBezTo>
                    <a:pt x="710723" y="374256"/>
                    <a:pt x="701394" y="366566"/>
                    <a:pt x="701899" y="381189"/>
                  </a:cubicBezTo>
                  <a:cubicBezTo>
                    <a:pt x="702529" y="395939"/>
                    <a:pt x="683115" y="396443"/>
                    <a:pt x="684249" y="405394"/>
                  </a:cubicBezTo>
                  <a:cubicBezTo>
                    <a:pt x="685384" y="414218"/>
                    <a:pt x="668996" y="405394"/>
                    <a:pt x="664205" y="402368"/>
                  </a:cubicBezTo>
                  <a:cubicBezTo>
                    <a:pt x="659541" y="399469"/>
                    <a:pt x="608863" y="414722"/>
                    <a:pt x="601803" y="415857"/>
                  </a:cubicBezTo>
                  <a:cubicBezTo>
                    <a:pt x="594743" y="416992"/>
                    <a:pt x="581759" y="401233"/>
                    <a:pt x="571799" y="401738"/>
                  </a:cubicBezTo>
                  <a:cubicBezTo>
                    <a:pt x="561840" y="402242"/>
                    <a:pt x="557680" y="386988"/>
                    <a:pt x="556546" y="374634"/>
                  </a:cubicBezTo>
                  <a:cubicBezTo>
                    <a:pt x="555411" y="362279"/>
                    <a:pt x="536501" y="351060"/>
                    <a:pt x="528307" y="339966"/>
                  </a:cubicBezTo>
                  <a:cubicBezTo>
                    <a:pt x="520113" y="328746"/>
                    <a:pt x="518852" y="304037"/>
                    <a:pt x="518348" y="288153"/>
                  </a:cubicBezTo>
                  <a:cubicBezTo>
                    <a:pt x="517718" y="272269"/>
                    <a:pt x="515953" y="245165"/>
                    <a:pt x="527173" y="214027"/>
                  </a:cubicBezTo>
                  <a:cubicBezTo>
                    <a:pt x="528685" y="209867"/>
                    <a:pt x="529316" y="206211"/>
                    <a:pt x="529568" y="202933"/>
                  </a:cubicBezTo>
                  <a:cubicBezTo>
                    <a:pt x="525534" y="200412"/>
                    <a:pt x="521500" y="198647"/>
                    <a:pt x="518474" y="198773"/>
                  </a:cubicBezTo>
                  <a:cubicBezTo>
                    <a:pt x="508389" y="199403"/>
                    <a:pt x="485823" y="185536"/>
                    <a:pt x="481411" y="185536"/>
                  </a:cubicBezTo>
                  <a:cubicBezTo>
                    <a:pt x="476999" y="185536"/>
                    <a:pt x="477629" y="174821"/>
                    <a:pt x="473847" y="169148"/>
                  </a:cubicBezTo>
                  <a:cubicBezTo>
                    <a:pt x="470065" y="163475"/>
                    <a:pt x="472586" y="152759"/>
                    <a:pt x="467544" y="148977"/>
                  </a:cubicBezTo>
                  <a:cubicBezTo>
                    <a:pt x="462501" y="145195"/>
                    <a:pt x="447373" y="130698"/>
                    <a:pt x="442457" y="113175"/>
                  </a:cubicBezTo>
                  <a:cubicBezTo>
                    <a:pt x="437414" y="95526"/>
                    <a:pt x="406654" y="86827"/>
                    <a:pt x="395308" y="86197"/>
                  </a:cubicBezTo>
                  <a:cubicBezTo>
                    <a:pt x="383963" y="85567"/>
                    <a:pt x="377659" y="109519"/>
                    <a:pt x="374508" y="110654"/>
                  </a:cubicBezTo>
                  <a:cubicBezTo>
                    <a:pt x="371356" y="111914"/>
                    <a:pt x="350051" y="98047"/>
                    <a:pt x="343748" y="94895"/>
                  </a:cubicBezTo>
                  <a:cubicBezTo>
                    <a:pt x="337445" y="91744"/>
                    <a:pt x="334293" y="85441"/>
                    <a:pt x="334293" y="77877"/>
                  </a:cubicBezTo>
                  <a:cubicBezTo>
                    <a:pt x="334293" y="70313"/>
                    <a:pt x="321056" y="58337"/>
                    <a:pt x="317274" y="57076"/>
                  </a:cubicBezTo>
                  <a:cubicBezTo>
                    <a:pt x="313492" y="55815"/>
                    <a:pt x="287145" y="29972"/>
                    <a:pt x="287145" y="29972"/>
                  </a:cubicBezTo>
                  <a:lnTo>
                    <a:pt x="245669" y="29972"/>
                  </a:lnTo>
                  <a:lnTo>
                    <a:pt x="236845" y="41318"/>
                  </a:lnTo>
                  <a:lnTo>
                    <a:pt x="161458" y="41948"/>
                  </a:lnTo>
                  <a:cubicBezTo>
                    <a:pt x="161458" y="41948"/>
                    <a:pt x="103594" y="20517"/>
                    <a:pt x="92878" y="18122"/>
                  </a:cubicBezTo>
                  <a:cubicBezTo>
                    <a:pt x="82163" y="15601"/>
                    <a:pt x="63379" y="2364"/>
                    <a:pt x="63379" y="2364"/>
                  </a:cubicBezTo>
                  <a:lnTo>
                    <a:pt x="2364" y="10306"/>
                  </a:lnTo>
                  <a:cubicBezTo>
                    <a:pt x="5515" y="16987"/>
                    <a:pt x="9802" y="24299"/>
                    <a:pt x="16357" y="32367"/>
                  </a:cubicBezTo>
                  <a:cubicBezTo>
                    <a:pt x="28711" y="47621"/>
                    <a:pt x="37536" y="74725"/>
                    <a:pt x="38671" y="84180"/>
                  </a:cubicBezTo>
                  <a:cubicBezTo>
                    <a:pt x="39805" y="93635"/>
                    <a:pt x="56950" y="101199"/>
                    <a:pt x="71573" y="110654"/>
                  </a:cubicBezTo>
                  <a:cubicBezTo>
                    <a:pt x="86323" y="119982"/>
                    <a:pt x="86323" y="140657"/>
                    <a:pt x="84558" y="145952"/>
                  </a:cubicBezTo>
                  <a:cubicBezTo>
                    <a:pt x="82793" y="151246"/>
                    <a:pt x="64514" y="142422"/>
                    <a:pt x="63379" y="147717"/>
                  </a:cubicBezTo>
                  <a:cubicBezTo>
                    <a:pt x="62245" y="153011"/>
                    <a:pt x="86953" y="173560"/>
                    <a:pt x="96282" y="172426"/>
                  </a:cubicBezTo>
                  <a:cubicBezTo>
                    <a:pt x="105737" y="171291"/>
                    <a:pt x="110401" y="177090"/>
                    <a:pt x="125151" y="190075"/>
                  </a:cubicBezTo>
                  <a:cubicBezTo>
                    <a:pt x="139901" y="203059"/>
                    <a:pt x="138640" y="218313"/>
                    <a:pt x="132841" y="222978"/>
                  </a:cubicBezTo>
                  <a:cubicBezTo>
                    <a:pt x="126916" y="227642"/>
                    <a:pt x="144565" y="237727"/>
                    <a:pt x="163475" y="250081"/>
                  </a:cubicBezTo>
                  <a:cubicBezTo>
                    <a:pt x="182259" y="262436"/>
                    <a:pt x="189949" y="277690"/>
                    <a:pt x="191713" y="284245"/>
                  </a:cubicBezTo>
                  <a:cubicBezTo>
                    <a:pt x="193478" y="290674"/>
                    <a:pt x="201673" y="284876"/>
                    <a:pt x="204698" y="276051"/>
                  </a:cubicBezTo>
                  <a:cubicBezTo>
                    <a:pt x="207598" y="267226"/>
                    <a:pt x="198773" y="264831"/>
                    <a:pt x="198773" y="254872"/>
                  </a:cubicBezTo>
                  <a:cubicBezTo>
                    <a:pt x="198773" y="244913"/>
                    <a:pt x="183519" y="246678"/>
                    <a:pt x="176460" y="245417"/>
                  </a:cubicBezTo>
                  <a:cubicBezTo>
                    <a:pt x="169400" y="244283"/>
                    <a:pt x="177090" y="228903"/>
                    <a:pt x="170030" y="221843"/>
                  </a:cubicBezTo>
                  <a:cubicBezTo>
                    <a:pt x="162971" y="214783"/>
                    <a:pt x="156541" y="197134"/>
                    <a:pt x="153011" y="184149"/>
                  </a:cubicBezTo>
                  <a:cubicBezTo>
                    <a:pt x="149482" y="171165"/>
                    <a:pt x="131202" y="158306"/>
                    <a:pt x="123638" y="144187"/>
                  </a:cubicBezTo>
                  <a:cubicBezTo>
                    <a:pt x="115948" y="130068"/>
                    <a:pt x="107754" y="118848"/>
                    <a:pt x="102459" y="115318"/>
                  </a:cubicBezTo>
                  <a:cubicBezTo>
                    <a:pt x="97165" y="111788"/>
                    <a:pt x="110149" y="106493"/>
                    <a:pt x="105359" y="101199"/>
                  </a:cubicBezTo>
                  <a:cubicBezTo>
                    <a:pt x="100694" y="95904"/>
                    <a:pt x="93635" y="96534"/>
                    <a:pt x="84810" y="92374"/>
                  </a:cubicBezTo>
                  <a:cubicBezTo>
                    <a:pt x="75986" y="88214"/>
                    <a:pt x="70061" y="81154"/>
                    <a:pt x="70061" y="71825"/>
                  </a:cubicBezTo>
                  <a:cubicBezTo>
                    <a:pt x="70061" y="62371"/>
                    <a:pt x="64136" y="40057"/>
                    <a:pt x="61236" y="32367"/>
                  </a:cubicBezTo>
                  <a:cubicBezTo>
                    <a:pt x="58337" y="24677"/>
                    <a:pt x="67665" y="25938"/>
                    <a:pt x="70691" y="29468"/>
                  </a:cubicBezTo>
                  <a:cubicBezTo>
                    <a:pt x="73590" y="32997"/>
                    <a:pt x="75986" y="36527"/>
                    <a:pt x="80146" y="34132"/>
                  </a:cubicBezTo>
                  <a:cubicBezTo>
                    <a:pt x="84306" y="31737"/>
                    <a:pt x="91366" y="33502"/>
                    <a:pt x="94265" y="40057"/>
                  </a:cubicBezTo>
                  <a:cubicBezTo>
                    <a:pt x="97165" y="46486"/>
                    <a:pt x="107250" y="40687"/>
                    <a:pt x="111914" y="43587"/>
                  </a:cubicBezTo>
                  <a:cubicBezTo>
                    <a:pt x="116579" y="46486"/>
                    <a:pt x="101325" y="50016"/>
                    <a:pt x="116579" y="77120"/>
                  </a:cubicBezTo>
                  <a:cubicBezTo>
                    <a:pt x="131833" y="104224"/>
                    <a:pt x="121243" y="88844"/>
                    <a:pt x="121243" y="107124"/>
                  </a:cubicBezTo>
                  <a:cubicBezTo>
                    <a:pt x="121243" y="125403"/>
                    <a:pt x="130698" y="117083"/>
                    <a:pt x="133597" y="114183"/>
                  </a:cubicBezTo>
                  <a:cubicBezTo>
                    <a:pt x="136497" y="111284"/>
                    <a:pt x="144817" y="120108"/>
                    <a:pt x="152381" y="129437"/>
                  </a:cubicBezTo>
                  <a:cubicBezTo>
                    <a:pt x="160071" y="138892"/>
                    <a:pt x="174695" y="139396"/>
                    <a:pt x="174695" y="144691"/>
                  </a:cubicBezTo>
                  <a:cubicBezTo>
                    <a:pt x="174695" y="149986"/>
                    <a:pt x="177594" y="160575"/>
                    <a:pt x="187679" y="162340"/>
                  </a:cubicBezTo>
                  <a:cubicBezTo>
                    <a:pt x="197639" y="164105"/>
                    <a:pt x="199403" y="175325"/>
                    <a:pt x="205959" y="176459"/>
                  </a:cubicBezTo>
                  <a:cubicBezTo>
                    <a:pt x="212388" y="177594"/>
                    <a:pt x="213649" y="184654"/>
                    <a:pt x="210119" y="192344"/>
                  </a:cubicBezTo>
                  <a:cubicBezTo>
                    <a:pt x="206589" y="200034"/>
                    <a:pt x="210119" y="206463"/>
                    <a:pt x="226633" y="212892"/>
                  </a:cubicBezTo>
                  <a:cubicBezTo>
                    <a:pt x="243148" y="219322"/>
                    <a:pt x="235458" y="220582"/>
                    <a:pt x="248443" y="232937"/>
                  </a:cubicBezTo>
                  <a:cubicBezTo>
                    <a:pt x="261427" y="245291"/>
                    <a:pt x="297860" y="285254"/>
                    <a:pt x="305550" y="296473"/>
                  </a:cubicBezTo>
                  <a:cubicBezTo>
                    <a:pt x="313240" y="307693"/>
                    <a:pt x="315509" y="317022"/>
                    <a:pt x="318535" y="325342"/>
                  </a:cubicBezTo>
                  <a:cubicBezTo>
                    <a:pt x="321434" y="333537"/>
                    <a:pt x="312610" y="337697"/>
                    <a:pt x="317400" y="344756"/>
                  </a:cubicBezTo>
                  <a:cubicBezTo>
                    <a:pt x="322065" y="351816"/>
                    <a:pt x="308576" y="348917"/>
                    <a:pt x="309206" y="354211"/>
                  </a:cubicBezTo>
                  <a:cubicBezTo>
                    <a:pt x="309836" y="359506"/>
                    <a:pt x="317400" y="385980"/>
                    <a:pt x="330385" y="387240"/>
                  </a:cubicBezTo>
                  <a:cubicBezTo>
                    <a:pt x="343370" y="388375"/>
                    <a:pt x="357993" y="404259"/>
                    <a:pt x="368583" y="413084"/>
                  </a:cubicBezTo>
                  <a:cubicBezTo>
                    <a:pt x="379172" y="421908"/>
                    <a:pt x="395056" y="420143"/>
                    <a:pt x="410941" y="426068"/>
                  </a:cubicBezTo>
                  <a:cubicBezTo>
                    <a:pt x="426825" y="431993"/>
                    <a:pt x="440314" y="446113"/>
                    <a:pt x="463257" y="452542"/>
                  </a:cubicBezTo>
                  <a:cubicBezTo>
                    <a:pt x="486201" y="458971"/>
                    <a:pt x="508515" y="469057"/>
                    <a:pt x="523265" y="478385"/>
                  </a:cubicBezTo>
                  <a:cubicBezTo>
                    <a:pt x="538014" y="487840"/>
                    <a:pt x="556168" y="483680"/>
                    <a:pt x="576842" y="475486"/>
                  </a:cubicBezTo>
                  <a:cubicBezTo>
                    <a:pt x="597391" y="467292"/>
                    <a:pt x="613275" y="477881"/>
                    <a:pt x="625125" y="482545"/>
                  </a:cubicBezTo>
                  <a:cubicBezTo>
                    <a:pt x="630924" y="484815"/>
                    <a:pt x="642270" y="494648"/>
                    <a:pt x="653742" y="504733"/>
                  </a:cubicBezTo>
                  <a:cubicBezTo>
                    <a:pt x="663701" y="490488"/>
                    <a:pt x="673660" y="476998"/>
                    <a:pt x="675047" y="476746"/>
                  </a:cubicBezTo>
                  <a:close/>
                </a:path>
              </a:pathLst>
            </a:custGeom>
            <a:grpFill/>
            <a:ln w="1270" cap="flat">
              <a:solidFill>
                <a:schemeClr val="bg1"/>
              </a:solidFill>
              <a:prstDash val="solid"/>
              <a:miter/>
            </a:ln>
          </p:spPr>
          <p:txBody>
            <a:bodyPr rtlCol="0" anchor="ctr"/>
            <a:lstStyle/>
            <a:p>
              <a:endParaRPr lang="ko-KR" altLang="en-US"/>
            </a:p>
          </p:txBody>
        </p:sp>
        <p:sp>
          <p:nvSpPr>
            <p:cNvPr id="119" name="자유형: 도형 99">
              <a:extLst>
                <a:ext uri="{FF2B5EF4-FFF2-40B4-BE49-F238E27FC236}">
                  <a16:creationId xmlns:a16="http://schemas.microsoft.com/office/drawing/2014/main" id="{B78ED2C0-5377-5B40-AAB9-EDC92D8263FE}"/>
                </a:ext>
              </a:extLst>
            </p:cNvPr>
            <p:cNvSpPr/>
            <p:nvPr/>
          </p:nvSpPr>
          <p:spPr>
            <a:xfrm>
              <a:off x="3321340" y="4090961"/>
              <a:ext cx="113459" cy="113459"/>
            </a:xfrm>
            <a:custGeom>
              <a:avLst/>
              <a:gdLst>
                <a:gd name="connsiteX0" fmla="*/ 101199 w 113458"/>
                <a:gd name="connsiteY0" fmla="*/ 75608 h 113458"/>
                <a:gd name="connsiteX1" fmla="*/ 115570 w 113458"/>
                <a:gd name="connsiteY1" fmla="*/ 60858 h 113458"/>
                <a:gd name="connsiteX2" fmla="*/ 104855 w 113458"/>
                <a:gd name="connsiteY2" fmla="*/ 54555 h 113458"/>
                <a:gd name="connsiteX3" fmla="*/ 91618 w 113458"/>
                <a:gd name="connsiteY3" fmla="*/ 56320 h 113458"/>
                <a:gd name="connsiteX4" fmla="*/ 93005 w 113458"/>
                <a:gd name="connsiteY4" fmla="*/ 2742 h 113458"/>
                <a:gd name="connsiteX5" fmla="*/ 48504 w 113458"/>
                <a:gd name="connsiteY5" fmla="*/ 2364 h 113458"/>
                <a:gd name="connsiteX6" fmla="*/ 39931 w 113458"/>
                <a:gd name="connsiteY6" fmla="*/ 22282 h 113458"/>
                <a:gd name="connsiteX7" fmla="*/ 59219 w 113458"/>
                <a:gd name="connsiteY7" fmla="*/ 47873 h 113458"/>
                <a:gd name="connsiteX8" fmla="*/ 24047 w 113458"/>
                <a:gd name="connsiteY8" fmla="*/ 51781 h 113458"/>
                <a:gd name="connsiteX9" fmla="*/ 2364 w 113458"/>
                <a:gd name="connsiteY9" fmla="*/ 80398 h 113458"/>
                <a:gd name="connsiteX10" fmla="*/ 31485 w 113458"/>
                <a:gd name="connsiteY10" fmla="*/ 105233 h 113458"/>
                <a:gd name="connsiteX11" fmla="*/ 68548 w 113458"/>
                <a:gd name="connsiteY11" fmla="*/ 111662 h 113458"/>
                <a:gd name="connsiteX12" fmla="*/ 69430 w 113458"/>
                <a:gd name="connsiteY12" fmla="*/ 112292 h 113458"/>
                <a:gd name="connsiteX13" fmla="*/ 88340 w 113458"/>
                <a:gd name="connsiteY13" fmla="*/ 96534 h 113458"/>
                <a:gd name="connsiteX14" fmla="*/ 101199 w 113458"/>
                <a:gd name="connsiteY14" fmla="*/ 75608 h 113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3458" h="113458">
                  <a:moveTo>
                    <a:pt x="101199" y="75608"/>
                  </a:moveTo>
                  <a:cubicBezTo>
                    <a:pt x="106998" y="70943"/>
                    <a:pt x="111914" y="65396"/>
                    <a:pt x="115570" y="60858"/>
                  </a:cubicBezTo>
                  <a:cubicBezTo>
                    <a:pt x="106367" y="65901"/>
                    <a:pt x="103468" y="61110"/>
                    <a:pt x="104855" y="54555"/>
                  </a:cubicBezTo>
                  <a:lnTo>
                    <a:pt x="91618" y="56320"/>
                  </a:lnTo>
                  <a:lnTo>
                    <a:pt x="93005" y="2742"/>
                  </a:lnTo>
                  <a:cubicBezTo>
                    <a:pt x="82289" y="3246"/>
                    <a:pt x="52286" y="2364"/>
                    <a:pt x="48504" y="2364"/>
                  </a:cubicBezTo>
                  <a:cubicBezTo>
                    <a:pt x="43965" y="2364"/>
                    <a:pt x="42831" y="20517"/>
                    <a:pt x="39931" y="22282"/>
                  </a:cubicBezTo>
                  <a:cubicBezTo>
                    <a:pt x="37158" y="24047"/>
                    <a:pt x="62119" y="40435"/>
                    <a:pt x="59219" y="47873"/>
                  </a:cubicBezTo>
                  <a:cubicBezTo>
                    <a:pt x="56320" y="55311"/>
                    <a:pt x="26820" y="51277"/>
                    <a:pt x="24047" y="51781"/>
                  </a:cubicBezTo>
                  <a:cubicBezTo>
                    <a:pt x="22786" y="52033"/>
                    <a:pt x="12701" y="65522"/>
                    <a:pt x="2364" y="80398"/>
                  </a:cubicBezTo>
                  <a:cubicBezTo>
                    <a:pt x="14088" y="90861"/>
                    <a:pt x="25812" y="101703"/>
                    <a:pt x="31485" y="105233"/>
                  </a:cubicBezTo>
                  <a:cubicBezTo>
                    <a:pt x="42704" y="112292"/>
                    <a:pt x="60858" y="104602"/>
                    <a:pt x="68548" y="111662"/>
                  </a:cubicBezTo>
                  <a:cubicBezTo>
                    <a:pt x="68800" y="111914"/>
                    <a:pt x="69052" y="112040"/>
                    <a:pt x="69430" y="112292"/>
                  </a:cubicBezTo>
                  <a:cubicBezTo>
                    <a:pt x="77372" y="104729"/>
                    <a:pt x="85567" y="97291"/>
                    <a:pt x="88340" y="96534"/>
                  </a:cubicBezTo>
                  <a:cubicBezTo>
                    <a:pt x="93887" y="94896"/>
                    <a:pt x="89349" y="85315"/>
                    <a:pt x="101199" y="75608"/>
                  </a:cubicBezTo>
                  <a:close/>
                </a:path>
              </a:pathLst>
            </a:custGeom>
            <a:grpFill/>
            <a:ln w="1270" cap="flat">
              <a:solidFill>
                <a:schemeClr val="bg1"/>
              </a:solidFill>
              <a:prstDash val="solid"/>
              <a:miter/>
            </a:ln>
          </p:spPr>
          <p:txBody>
            <a:bodyPr rtlCol="0" anchor="ctr"/>
            <a:lstStyle/>
            <a:p>
              <a:endParaRPr lang="ko-KR" altLang="en-US"/>
            </a:p>
          </p:txBody>
        </p:sp>
        <p:sp>
          <p:nvSpPr>
            <p:cNvPr id="120" name="자유형: 도형 100">
              <a:extLst>
                <a:ext uri="{FF2B5EF4-FFF2-40B4-BE49-F238E27FC236}">
                  <a16:creationId xmlns:a16="http://schemas.microsoft.com/office/drawing/2014/main" id="{D0D2E050-D795-D24B-823D-D95EF698D574}"/>
                </a:ext>
              </a:extLst>
            </p:cNvPr>
            <p:cNvSpPr/>
            <p:nvPr/>
          </p:nvSpPr>
          <p:spPr>
            <a:xfrm>
              <a:off x="3410468" y="4074561"/>
              <a:ext cx="37820" cy="63033"/>
            </a:xfrm>
            <a:custGeom>
              <a:avLst/>
              <a:gdLst>
                <a:gd name="connsiteX0" fmla="*/ 7532 w 37819"/>
                <a:gd name="connsiteY0" fmla="*/ 18764 h 63032"/>
                <a:gd name="connsiteX1" fmla="*/ 3750 w 37819"/>
                <a:gd name="connsiteY1" fmla="*/ 19142 h 63032"/>
                <a:gd name="connsiteX2" fmla="*/ 2364 w 37819"/>
                <a:gd name="connsiteY2" fmla="*/ 72720 h 63032"/>
                <a:gd name="connsiteX3" fmla="*/ 15601 w 37819"/>
                <a:gd name="connsiteY3" fmla="*/ 70955 h 63032"/>
                <a:gd name="connsiteX4" fmla="*/ 23921 w 37819"/>
                <a:gd name="connsiteY4" fmla="*/ 57592 h 63032"/>
                <a:gd name="connsiteX5" fmla="*/ 30980 w 37819"/>
                <a:gd name="connsiteY5" fmla="*/ 13469 h 63032"/>
                <a:gd name="connsiteX6" fmla="*/ 36905 w 37819"/>
                <a:gd name="connsiteY6" fmla="*/ 10066 h 63032"/>
                <a:gd name="connsiteX7" fmla="*/ 24551 w 37819"/>
                <a:gd name="connsiteY7" fmla="*/ 2376 h 63032"/>
                <a:gd name="connsiteX8" fmla="*/ 7532 w 37819"/>
                <a:gd name="connsiteY8" fmla="*/ 18764 h 63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819" h="63032">
                  <a:moveTo>
                    <a:pt x="7532" y="18764"/>
                  </a:moveTo>
                  <a:cubicBezTo>
                    <a:pt x="7154" y="18890"/>
                    <a:pt x="5767" y="19016"/>
                    <a:pt x="3750" y="19142"/>
                  </a:cubicBezTo>
                  <a:lnTo>
                    <a:pt x="2364" y="72720"/>
                  </a:lnTo>
                  <a:lnTo>
                    <a:pt x="15601" y="70955"/>
                  </a:lnTo>
                  <a:cubicBezTo>
                    <a:pt x="16609" y="66417"/>
                    <a:pt x="19635" y="60996"/>
                    <a:pt x="23921" y="57592"/>
                  </a:cubicBezTo>
                  <a:cubicBezTo>
                    <a:pt x="34510" y="49398"/>
                    <a:pt x="18626" y="16369"/>
                    <a:pt x="30980" y="13469"/>
                  </a:cubicBezTo>
                  <a:cubicBezTo>
                    <a:pt x="33250" y="12965"/>
                    <a:pt x="35141" y="11578"/>
                    <a:pt x="36905" y="10066"/>
                  </a:cubicBezTo>
                  <a:cubicBezTo>
                    <a:pt x="32493" y="5905"/>
                    <a:pt x="27577" y="2123"/>
                    <a:pt x="24551" y="2376"/>
                  </a:cubicBezTo>
                  <a:cubicBezTo>
                    <a:pt x="17744" y="2754"/>
                    <a:pt x="9802" y="17629"/>
                    <a:pt x="7532" y="18764"/>
                  </a:cubicBezTo>
                  <a:close/>
                </a:path>
              </a:pathLst>
            </a:custGeom>
            <a:grpFill/>
            <a:ln w="1270" cap="flat">
              <a:solidFill>
                <a:schemeClr val="bg1"/>
              </a:solidFill>
              <a:prstDash val="solid"/>
              <a:miter/>
            </a:ln>
          </p:spPr>
          <p:txBody>
            <a:bodyPr rtlCol="0" anchor="ctr"/>
            <a:lstStyle/>
            <a:p>
              <a:endParaRPr lang="ko-KR" altLang="en-US"/>
            </a:p>
          </p:txBody>
        </p:sp>
        <p:sp>
          <p:nvSpPr>
            <p:cNvPr id="121" name="자유형: 도형 101">
              <a:extLst>
                <a:ext uri="{FF2B5EF4-FFF2-40B4-BE49-F238E27FC236}">
                  <a16:creationId xmlns:a16="http://schemas.microsoft.com/office/drawing/2014/main" id="{231FFCF6-802D-A649-B2CF-56C9A8171AD9}"/>
                </a:ext>
              </a:extLst>
            </p:cNvPr>
            <p:cNvSpPr/>
            <p:nvPr/>
          </p:nvSpPr>
          <p:spPr>
            <a:xfrm>
              <a:off x="3802702" y="4027738"/>
              <a:ext cx="75639" cy="63033"/>
            </a:xfrm>
            <a:custGeom>
              <a:avLst/>
              <a:gdLst>
                <a:gd name="connsiteX0" fmla="*/ 36734 w 75639"/>
                <a:gd name="connsiteY0" fmla="*/ 4319 h 63032"/>
                <a:gd name="connsiteX1" fmla="*/ 54383 w 75639"/>
                <a:gd name="connsiteY1" fmla="*/ 40752 h 63032"/>
                <a:gd name="connsiteX2" fmla="*/ 2570 w 75639"/>
                <a:gd name="connsiteY2" fmla="*/ 50207 h 63032"/>
                <a:gd name="connsiteX3" fmla="*/ 36734 w 75639"/>
                <a:gd name="connsiteY3" fmla="*/ 58401 h 63032"/>
                <a:gd name="connsiteX4" fmla="*/ 73545 w 75639"/>
                <a:gd name="connsiteY4" fmla="*/ 63191 h 63032"/>
                <a:gd name="connsiteX5" fmla="*/ 78713 w 75639"/>
                <a:gd name="connsiteY5" fmla="*/ 11631 h 63032"/>
                <a:gd name="connsiteX6" fmla="*/ 36734 w 75639"/>
                <a:gd name="connsiteY6" fmla="*/ 4319 h 63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639" h="63032">
                  <a:moveTo>
                    <a:pt x="36734" y="4319"/>
                  </a:moveTo>
                  <a:cubicBezTo>
                    <a:pt x="25010" y="12513"/>
                    <a:pt x="54383" y="30162"/>
                    <a:pt x="54383" y="40752"/>
                  </a:cubicBezTo>
                  <a:cubicBezTo>
                    <a:pt x="54383" y="51341"/>
                    <a:pt x="7108" y="38735"/>
                    <a:pt x="2570" y="50207"/>
                  </a:cubicBezTo>
                  <a:cubicBezTo>
                    <a:pt x="175" y="56132"/>
                    <a:pt x="19085" y="64326"/>
                    <a:pt x="36734" y="58401"/>
                  </a:cubicBezTo>
                  <a:cubicBezTo>
                    <a:pt x="53122" y="52980"/>
                    <a:pt x="64468" y="58653"/>
                    <a:pt x="73545" y="63191"/>
                  </a:cubicBezTo>
                  <a:cubicBezTo>
                    <a:pt x="74805" y="45416"/>
                    <a:pt x="76948" y="25246"/>
                    <a:pt x="78713" y="11631"/>
                  </a:cubicBezTo>
                  <a:cubicBezTo>
                    <a:pt x="63837" y="7849"/>
                    <a:pt x="45306" y="-1732"/>
                    <a:pt x="36734" y="4319"/>
                  </a:cubicBezTo>
                  <a:close/>
                </a:path>
              </a:pathLst>
            </a:custGeom>
            <a:grpFill/>
            <a:ln w="1270" cap="flat">
              <a:solidFill>
                <a:schemeClr val="bg1"/>
              </a:solidFill>
              <a:prstDash val="solid"/>
              <a:miter/>
            </a:ln>
          </p:spPr>
          <p:txBody>
            <a:bodyPr rtlCol="0" anchor="ctr"/>
            <a:lstStyle/>
            <a:p>
              <a:endParaRPr lang="ko-KR" altLang="en-US"/>
            </a:p>
          </p:txBody>
        </p:sp>
        <p:sp>
          <p:nvSpPr>
            <p:cNvPr id="122" name="자유형: 도형 102">
              <a:extLst>
                <a:ext uri="{FF2B5EF4-FFF2-40B4-BE49-F238E27FC236}">
                  <a16:creationId xmlns:a16="http://schemas.microsoft.com/office/drawing/2014/main" id="{3002FCFA-B27C-F04F-9212-E3F0CBF12402}"/>
                </a:ext>
              </a:extLst>
            </p:cNvPr>
            <p:cNvSpPr/>
            <p:nvPr/>
          </p:nvSpPr>
          <p:spPr>
            <a:xfrm>
              <a:off x="3873883" y="4037131"/>
              <a:ext cx="88246" cy="50426"/>
            </a:xfrm>
            <a:custGeom>
              <a:avLst/>
              <a:gdLst>
                <a:gd name="connsiteX0" fmla="*/ 37284 w 88245"/>
                <a:gd name="connsiteY0" fmla="*/ 43209 h 50426"/>
                <a:gd name="connsiteX1" fmla="*/ 92626 w 88245"/>
                <a:gd name="connsiteY1" fmla="*/ 32619 h 50426"/>
                <a:gd name="connsiteX2" fmla="*/ 22030 w 88245"/>
                <a:gd name="connsiteY2" fmla="*/ 3246 h 50426"/>
                <a:gd name="connsiteX3" fmla="*/ 7532 w 88245"/>
                <a:gd name="connsiteY3" fmla="*/ 2364 h 50426"/>
                <a:gd name="connsiteX4" fmla="*/ 2364 w 88245"/>
                <a:gd name="connsiteY4" fmla="*/ 53924 h 50426"/>
                <a:gd name="connsiteX5" fmla="*/ 4381 w 88245"/>
                <a:gd name="connsiteY5" fmla="*/ 54933 h 50426"/>
                <a:gd name="connsiteX6" fmla="*/ 37284 w 88245"/>
                <a:gd name="connsiteY6" fmla="*/ 43209 h 50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245" h="50426">
                  <a:moveTo>
                    <a:pt x="37284" y="43209"/>
                  </a:moveTo>
                  <a:cubicBezTo>
                    <a:pt x="58463" y="36149"/>
                    <a:pt x="92626" y="49134"/>
                    <a:pt x="92626" y="32619"/>
                  </a:cubicBezTo>
                  <a:cubicBezTo>
                    <a:pt x="92626" y="16105"/>
                    <a:pt x="36149" y="-1544"/>
                    <a:pt x="22030" y="3246"/>
                  </a:cubicBezTo>
                  <a:cubicBezTo>
                    <a:pt x="18248" y="4507"/>
                    <a:pt x="13079" y="3876"/>
                    <a:pt x="7532" y="2364"/>
                  </a:cubicBezTo>
                  <a:cubicBezTo>
                    <a:pt x="5641" y="15979"/>
                    <a:pt x="3624" y="36149"/>
                    <a:pt x="2364" y="53924"/>
                  </a:cubicBezTo>
                  <a:cubicBezTo>
                    <a:pt x="2994" y="54302"/>
                    <a:pt x="3750" y="54681"/>
                    <a:pt x="4381" y="54933"/>
                  </a:cubicBezTo>
                  <a:cubicBezTo>
                    <a:pt x="13710" y="59597"/>
                    <a:pt x="16105" y="50268"/>
                    <a:pt x="37284" y="43209"/>
                  </a:cubicBezTo>
                  <a:close/>
                </a:path>
              </a:pathLst>
            </a:custGeom>
            <a:grpFill/>
            <a:ln w="1270" cap="flat">
              <a:solidFill>
                <a:schemeClr val="bg1"/>
              </a:solidFill>
              <a:prstDash val="solid"/>
              <a:miter/>
            </a:ln>
          </p:spPr>
          <p:txBody>
            <a:bodyPr rtlCol="0" anchor="ctr"/>
            <a:lstStyle/>
            <a:p>
              <a:endParaRPr lang="ko-KR" altLang="en-US"/>
            </a:p>
          </p:txBody>
        </p:sp>
        <p:sp>
          <p:nvSpPr>
            <p:cNvPr id="123" name="자유형: 도형 103">
              <a:extLst>
                <a:ext uri="{FF2B5EF4-FFF2-40B4-BE49-F238E27FC236}">
                  <a16:creationId xmlns:a16="http://schemas.microsoft.com/office/drawing/2014/main" id="{772C03DD-42E7-1842-BD9C-116E7C04FC62}"/>
                </a:ext>
              </a:extLst>
            </p:cNvPr>
            <p:cNvSpPr/>
            <p:nvPr/>
          </p:nvSpPr>
          <p:spPr>
            <a:xfrm>
              <a:off x="3458240" y="4168476"/>
              <a:ext cx="113459" cy="113459"/>
            </a:xfrm>
            <a:custGeom>
              <a:avLst/>
              <a:gdLst>
                <a:gd name="connsiteX0" fmla="*/ 63008 w 113458"/>
                <a:gd name="connsiteY0" fmla="*/ 111803 h 113458"/>
                <a:gd name="connsiteX1" fmla="*/ 89230 w 113458"/>
                <a:gd name="connsiteY1" fmla="*/ 116215 h 113458"/>
                <a:gd name="connsiteX2" fmla="*/ 102340 w 113458"/>
                <a:gd name="connsiteY2" fmla="*/ 117728 h 113458"/>
                <a:gd name="connsiteX3" fmla="*/ 98684 w 113458"/>
                <a:gd name="connsiteY3" fmla="*/ 112055 h 113458"/>
                <a:gd name="connsiteX4" fmla="*/ 105114 w 113458"/>
                <a:gd name="connsiteY4" fmla="*/ 77892 h 113458"/>
                <a:gd name="connsiteX5" fmla="*/ 108644 w 113458"/>
                <a:gd name="connsiteY5" fmla="*/ 32634 h 113458"/>
                <a:gd name="connsiteX6" fmla="*/ 114569 w 113458"/>
                <a:gd name="connsiteY6" fmla="*/ 5026 h 113458"/>
                <a:gd name="connsiteX7" fmla="*/ 114569 w 113458"/>
                <a:gd name="connsiteY7" fmla="*/ 2379 h 113458"/>
                <a:gd name="connsiteX8" fmla="*/ 83557 w 113458"/>
                <a:gd name="connsiteY8" fmla="*/ 14859 h 113458"/>
                <a:gd name="connsiteX9" fmla="*/ 57965 w 113458"/>
                <a:gd name="connsiteY9" fmla="*/ 20532 h 113458"/>
                <a:gd name="connsiteX10" fmla="*/ 28971 w 113458"/>
                <a:gd name="connsiteY10" fmla="*/ 33012 h 113458"/>
                <a:gd name="connsiteX11" fmla="*/ 20398 w 113458"/>
                <a:gd name="connsiteY11" fmla="*/ 49527 h 113458"/>
                <a:gd name="connsiteX12" fmla="*/ 12456 w 113458"/>
                <a:gd name="connsiteY12" fmla="*/ 56965 h 113458"/>
                <a:gd name="connsiteX13" fmla="*/ 2623 w 113458"/>
                <a:gd name="connsiteY13" fmla="*/ 59234 h 113458"/>
                <a:gd name="connsiteX14" fmla="*/ 6657 w 113458"/>
                <a:gd name="connsiteY14" fmla="*/ 69319 h 113458"/>
                <a:gd name="connsiteX15" fmla="*/ 39056 w 113458"/>
                <a:gd name="connsiteY15" fmla="*/ 100457 h 113458"/>
                <a:gd name="connsiteX16" fmla="*/ 48132 w 113458"/>
                <a:gd name="connsiteY16" fmla="*/ 111173 h 113458"/>
                <a:gd name="connsiteX17" fmla="*/ 63008 w 113458"/>
                <a:gd name="connsiteY17" fmla="*/ 111803 h 113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3458" h="113458">
                  <a:moveTo>
                    <a:pt x="63008" y="111803"/>
                  </a:moveTo>
                  <a:cubicBezTo>
                    <a:pt x="68807" y="114703"/>
                    <a:pt x="83431" y="111803"/>
                    <a:pt x="89230" y="116215"/>
                  </a:cubicBezTo>
                  <a:cubicBezTo>
                    <a:pt x="92003" y="118358"/>
                    <a:pt x="96794" y="118358"/>
                    <a:pt x="102340" y="117728"/>
                  </a:cubicBezTo>
                  <a:cubicBezTo>
                    <a:pt x="100576" y="115207"/>
                    <a:pt x="99315" y="113316"/>
                    <a:pt x="98684" y="112055"/>
                  </a:cubicBezTo>
                  <a:cubicBezTo>
                    <a:pt x="94524" y="104491"/>
                    <a:pt x="101584" y="89111"/>
                    <a:pt x="105114" y="77892"/>
                  </a:cubicBezTo>
                  <a:cubicBezTo>
                    <a:pt x="108644" y="66672"/>
                    <a:pt x="102214" y="39694"/>
                    <a:pt x="108644" y="32634"/>
                  </a:cubicBezTo>
                  <a:cubicBezTo>
                    <a:pt x="115073" y="25575"/>
                    <a:pt x="111543" y="21414"/>
                    <a:pt x="114569" y="5026"/>
                  </a:cubicBezTo>
                  <a:cubicBezTo>
                    <a:pt x="114695" y="3891"/>
                    <a:pt x="114569" y="3261"/>
                    <a:pt x="114569" y="2379"/>
                  </a:cubicBezTo>
                  <a:cubicBezTo>
                    <a:pt x="101332" y="1874"/>
                    <a:pt x="87843" y="14355"/>
                    <a:pt x="83557" y="14859"/>
                  </a:cubicBezTo>
                  <a:cubicBezTo>
                    <a:pt x="78388" y="15363"/>
                    <a:pt x="60235" y="10951"/>
                    <a:pt x="57965" y="20532"/>
                  </a:cubicBezTo>
                  <a:cubicBezTo>
                    <a:pt x="55696" y="30239"/>
                    <a:pt x="44350" y="31878"/>
                    <a:pt x="28971" y="33012"/>
                  </a:cubicBezTo>
                  <a:cubicBezTo>
                    <a:pt x="13591" y="34147"/>
                    <a:pt x="21533" y="47258"/>
                    <a:pt x="20398" y="49527"/>
                  </a:cubicBezTo>
                  <a:cubicBezTo>
                    <a:pt x="19263" y="51796"/>
                    <a:pt x="12456" y="56965"/>
                    <a:pt x="12456" y="56965"/>
                  </a:cubicBezTo>
                  <a:lnTo>
                    <a:pt x="2623" y="59234"/>
                  </a:lnTo>
                  <a:cubicBezTo>
                    <a:pt x="2119" y="62890"/>
                    <a:pt x="1867" y="66546"/>
                    <a:pt x="6657" y="69319"/>
                  </a:cubicBezTo>
                  <a:cubicBezTo>
                    <a:pt x="16112" y="74614"/>
                    <a:pt x="28971" y="95162"/>
                    <a:pt x="39056" y="100457"/>
                  </a:cubicBezTo>
                  <a:cubicBezTo>
                    <a:pt x="43846" y="102978"/>
                    <a:pt x="46872" y="107139"/>
                    <a:pt x="48132" y="111173"/>
                  </a:cubicBezTo>
                  <a:cubicBezTo>
                    <a:pt x="54058" y="110416"/>
                    <a:pt x="59983" y="110164"/>
                    <a:pt x="63008" y="111803"/>
                  </a:cubicBezTo>
                  <a:close/>
                </a:path>
              </a:pathLst>
            </a:custGeom>
            <a:grpFill/>
            <a:ln w="1270" cap="flat">
              <a:solidFill>
                <a:schemeClr val="bg1"/>
              </a:solidFill>
              <a:prstDash val="solid"/>
              <a:miter/>
            </a:ln>
          </p:spPr>
          <p:txBody>
            <a:bodyPr rtlCol="0" anchor="ctr"/>
            <a:lstStyle/>
            <a:p>
              <a:endParaRPr lang="ko-KR" altLang="en-US"/>
            </a:p>
          </p:txBody>
        </p:sp>
        <p:sp>
          <p:nvSpPr>
            <p:cNvPr id="124" name="자유형: 도형 104">
              <a:extLst>
                <a:ext uri="{FF2B5EF4-FFF2-40B4-BE49-F238E27FC236}">
                  <a16:creationId xmlns:a16="http://schemas.microsoft.com/office/drawing/2014/main" id="{61F0AB68-2F8F-E94F-8D47-BA184763F582}"/>
                </a:ext>
              </a:extLst>
            </p:cNvPr>
            <p:cNvSpPr/>
            <p:nvPr/>
          </p:nvSpPr>
          <p:spPr>
            <a:xfrm>
              <a:off x="3819560" y="4434737"/>
              <a:ext cx="1046340" cy="1071553"/>
            </a:xfrm>
            <a:custGeom>
              <a:avLst/>
              <a:gdLst>
                <a:gd name="connsiteX0" fmla="*/ 560064 w 1046339"/>
                <a:gd name="connsiteY0" fmla="*/ 1069634 h 1071552"/>
                <a:gd name="connsiteX1" fmla="*/ 580109 w 1046339"/>
                <a:gd name="connsiteY1" fmla="*/ 1036731 h 1071552"/>
                <a:gd name="connsiteX2" fmla="*/ 594228 w 1046339"/>
                <a:gd name="connsiteY2" fmla="*/ 1004332 h 1071552"/>
                <a:gd name="connsiteX3" fmla="*/ 608347 w 1046339"/>
                <a:gd name="connsiteY3" fmla="*/ 976094 h 1071552"/>
                <a:gd name="connsiteX4" fmla="*/ 608977 w 1046339"/>
                <a:gd name="connsiteY4" fmla="*/ 1000172 h 1071552"/>
                <a:gd name="connsiteX5" fmla="*/ 610742 w 1046339"/>
                <a:gd name="connsiteY5" fmla="*/ 1008997 h 1071552"/>
                <a:gd name="connsiteX6" fmla="*/ 644906 w 1046339"/>
                <a:gd name="connsiteY6" fmla="*/ 957184 h 1071552"/>
                <a:gd name="connsiteX7" fmla="*/ 671380 w 1046339"/>
                <a:gd name="connsiteY7" fmla="*/ 928946 h 1071552"/>
                <a:gd name="connsiteX8" fmla="*/ 679070 w 1046339"/>
                <a:gd name="connsiteY8" fmla="*/ 890748 h 1071552"/>
                <a:gd name="connsiteX9" fmla="*/ 679700 w 1046339"/>
                <a:gd name="connsiteY9" fmla="*/ 851289 h 1071552"/>
                <a:gd name="connsiteX10" fmla="*/ 687894 w 1046339"/>
                <a:gd name="connsiteY10" fmla="*/ 831875 h 1071552"/>
                <a:gd name="connsiteX11" fmla="*/ 721427 w 1046339"/>
                <a:gd name="connsiteY11" fmla="*/ 806536 h 1071552"/>
                <a:gd name="connsiteX12" fmla="*/ 756095 w 1046339"/>
                <a:gd name="connsiteY12" fmla="*/ 791282 h 1071552"/>
                <a:gd name="connsiteX13" fmla="*/ 770845 w 1046339"/>
                <a:gd name="connsiteY13" fmla="*/ 783088 h 1071552"/>
                <a:gd name="connsiteX14" fmla="*/ 791394 w 1046339"/>
                <a:gd name="connsiteY14" fmla="*/ 767204 h 1071552"/>
                <a:gd name="connsiteX15" fmla="*/ 835516 w 1046339"/>
                <a:gd name="connsiteY15" fmla="*/ 767834 h 1071552"/>
                <a:gd name="connsiteX16" fmla="*/ 859091 w 1046339"/>
                <a:gd name="connsiteY16" fmla="*/ 760144 h 1071552"/>
                <a:gd name="connsiteX17" fmla="*/ 873840 w 1046339"/>
                <a:gd name="connsiteY17" fmla="*/ 744260 h 1071552"/>
                <a:gd name="connsiteX18" fmla="*/ 885564 w 1046339"/>
                <a:gd name="connsiteY18" fmla="*/ 730141 h 1071552"/>
                <a:gd name="connsiteX19" fmla="*/ 896154 w 1046339"/>
                <a:gd name="connsiteY19" fmla="*/ 706062 h 1071552"/>
                <a:gd name="connsiteX20" fmla="*/ 906743 w 1046339"/>
                <a:gd name="connsiteY20" fmla="*/ 681354 h 1071552"/>
                <a:gd name="connsiteX21" fmla="*/ 916702 w 1046339"/>
                <a:gd name="connsiteY21" fmla="*/ 667234 h 1071552"/>
                <a:gd name="connsiteX22" fmla="*/ 920862 w 1046339"/>
                <a:gd name="connsiteY22" fmla="*/ 634836 h 1071552"/>
                <a:gd name="connsiteX23" fmla="*/ 934351 w 1046339"/>
                <a:gd name="connsiteY23" fmla="*/ 620716 h 1071552"/>
                <a:gd name="connsiteX24" fmla="*/ 937251 w 1046339"/>
                <a:gd name="connsiteY24" fmla="*/ 587814 h 1071552"/>
                <a:gd name="connsiteX25" fmla="*/ 937251 w 1046339"/>
                <a:gd name="connsiteY25" fmla="*/ 536001 h 1071552"/>
                <a:gd name="connsiteX26" fmla="*/ 943176 w 1046339"/>
                <a:gd name="connsiteY26" fmla="*/ 497173 h 1071552"/>
                <a:gd name="connsiteX27" fmla="*/ 941411 w 1046339"/>
                <a:gd name="connsiteY27" fmla="*/ 486583 h 1071552"/>
                <a:gd name="connsiteX28" fmla="*/ 946075 w 1046339"/>
                <a:gd name="connsiteY28" fmla="*/ 479019 h 1071552"/>
                <a:gd name="connsiteX29" fmla="*/ 962590 w 1046339"/>
                <a:gd name="connsiteY29" fmla="*/ 484314 h 1071552"/>
                <a:gd name="connsiteX30" fmla="*/ 983769 w 1046339"/>
                <a:gd name="connsiteY30" fmla="*/ 443091 h 1071552"/>
                <a:gd name="connsiteX31" fmla="*/ 1009108 w 1046339"/>
                <a:gd name="connsiteY31" fmla="*/ 423677 h 1071552"/>
                <a:gd name="connsiteX32" fmla="*/ 1046171 w 1046339"/>
                <a:gd name="connsiteY32" fmla="*/ 371234 h 1071552"/>
                <a:gd name="connsiteX33" fmla="*/ 1040876 w 1046339"/>
                <a:gd name="connsiteY33" fmla="*/ 294208 h 1071552"/>
                <a:gd name="connsiteX34" fmla="*/ 1017933 w 1046339"/>
                <a:gd name="connsiteY34" fmla="*/ 278954 h 1071552"/>
                <a:gd name="connsiteX35" fmla="*/ 954396 w 1046339"/>
                <a:gd name="connsiteY35" fmla="*/ 244790 h 1071552"/>
                <a:gd name="connsiteX36" fmla="*/ 876740 w 1046339"/>
                <a:gd name="connsiteY36" fmla="*/ 220712 h 1071552"/>
                <a:gd name="connsiteX37" fmla="*/ 824297 w 1046339"/>
                <a:gd name="connsiteY37" fmla="*/ 208358 h 1071552"/>
                <a:gd name="connsiteX38" fmla="*/ 789629 w 1046339"/>
                <a:gd name="connsiteY38" fmla="*/ 225376 h 1071552"/>
                <a:gd name="connsiteX39" fmla="*/ 794924 w 1046339"/>
                <a:gd name="connsiteY39" fmla="*/ 200037 h 1071552"/>
                <a:gd name="connsiteX40" fmla="*/ 732521 w 1046339"/>
                <a:gd name="connsiteY40" fmla="*/ 162344 h 1071552"/>
                <a:gd name="connsiteX41" fmla="*/ 693693 w 1046339"/>
                <a:gd name="connsiteY41" fmla="*/ 174068 h 1071552"/>
                <a:gd name="connsiteX42" fmla="*/ 674910 w 1046339"/>
                <a:gd name="connsiteY42" fmla="*/ 187053 h 1071552"/>
                <a:gd name="connsiteX43" fmla="*/ 661421 w 1046339"/>
                <a:gd name="connsiteY43" fmla="*/ 187683 h 1071552"/>
                <a:gd name="connsiteX44" fmla="*/ 684364 w 1046339"/>
                <a:gd name="connsiteY44" fmla="*/ 157049 h 1071552"/>
                <a:gd name="connsiteX45" fmla="*/ 630787 w 1046339"/>
                <a:gd name="connsiteY45" fmla="*/ 142930 h 1071552"/>
                <a:gd name="connsiteX46" fmla="*/ 613768 w 1046339"/>
                <a:gd name="connsiteY46" fmla="*/ 163478 h 1071552"/>
                <a:gd name="connsiteX47" fmla="*/ 620828 w 1046339"/>
                <a:gd name="connsiteY47" fmla="*/ 141669 h 1071552"/>
                <a:gd name="connsiteX48" fmla="*/ 647301 w 1046339"/>
                <a:gd name="connsiteY48" fmla="*/ 108766 h 1071552"/>
                <a:gd name="connsiteX49" fmla="*/ 625492 w 1046339"/>
                <a:gd name="connsiteY49" fmla="*/ 80528 h 1071552"/>
                <a:gd name="connsiteX50" fmla="*/ 606456 w 1046339"/>
                <a:gd name="connsiteY50" fmla="*/ 29597 h 1071552"/>
                <a:gd name="connsiteX51" fmla="*/ 575066 w 1046339"/>
                <a:gd name="connsiteY51" fmla="*/ 71955 h 1071552"/>
                <a:gd name="connsiteX52" fmla="*/ 547206 w 1046339"/>
                <a:gd name="connsiteY52" fmla="*/ 83931 h 1071552"/>
                <a:gd name="connsiteX53" fmla="*/ 520858 w 1046339"/>
                <a:gd name="connsiteY53" fmla="*/ 75989 h 1071552"/>
                <a:gd name="connsiteX54" fmla="*/ 491359 w 1046339"/>
                <a:gd name="connsiteY54" fmla="*/ 75107 h 1071552"/>
                <a:gd name="connsiteX55" fmla="*/ 480139 w 1046339"/>
                <a:gd name="connsiteY55" fmla="*/ 91874 h 1071552"/>
                <a:gd name="connsiteX56" fmla="*/ 448244 w 1046339"/>
                <a:gd name="connsiteY56" fmla="*/ 91117 h 1071552"/>
                <a:gd name="connsiteX57" fmla="*/ 434756 w 1046339"/>
                <a:gd name="connsiteY57" fmla="*/ 97421 h 1071552"/>
                <a:gd name="connsiteX58" fmla="*/ 417233 w 1046339"/>
                <a:gd name="connsiteY58" fmla="*/ 103724 h 1071552"/>
                <a:gd name="connsiteX59" fmla="*/ 388490 w 1046339"/>
                <a:gd name="connsiteY59" fmla="*/ 94143 h 1071552"/>
                <a:gd name="connsiteX60" fmla="*/ 382943 w 1046339"/>
                <a:gd name="connsiteY60" fmla="*/ 47121 h 1071552"/>
                <a:gd name="connsiteX61" fmla="*/ 380548 w 1046339"/>
                <a:gd name="connsiteY61" fmla="*/ 24807 h 1071552"/>
                <a:gd name="connsiteX62" fmla="*/ 369454 w 1046339"/>
                <a:gd name="connsiteY62" fmla="*/ 2494 h 1071552"/>
                <a:gd name="connsiteX63" fmla="*/ 352687 w 1046339"/>
                <a:gd name="connsiteY63" fmla="*/ 17621 h 1071552"/>
                <a:gd name="connsiteX64" fmla="*/ 320036 w 1046339"/>
                <a:gd name="connsiteY64" fmla="*/ 30354 h 1071552"/>
                <a:gd name="connsiteX65" fmla="*/ 301757 w 1046339"/>
                <a:gd name="connsiteY65" fmla="*/ 40691 h 1071552"/>
                <a:gd name="connsiteX66" fmla="*/ 291420 w 1046339"/>
                <a:gd name="connsiteY66" fmla="*/ 39935 h 1071552"/>
                <a:gd name="connsiteX67" fmla="*/ 268350 w 1046339"/>
                <a:gd name="connsiteY67" fmla="*/ 31993 h 1071552"/>
                <a:gd name="connsiteX68" fmla="*/ 250827 w 1046339"/>
                <a:gd name="connsiteY68" fmla="*/ 35144 h 1071552"/>
                <a:gd name="connsiteX69" fmla="*/ 261164 w 1046339"/>
                <a:gd name="connsiteY69" fmla="*/ 55063 h 1071552"/>
                <a:gd name="connsiteX70" fmla="*/ 268350 w 1046339"/>
                <a:gd name="connsiteY70" fmla="*/ 71829 h 1071552"/>
                <a:gd name="connsiteX71" fmla="*/ 281839 w 1046339"/>
                <a:gd name="connsiteY71" fmla="*/ 74981 h 1071552"/>
                <a:gd name="connsiteX72" fmla="*/ 278687 w 1046339"/>
                <a:gd name="connsiteY72" fmla="*/ 86075 h 1071552"/>
                <a:gd name="connsiteX73" fmla="*/ 263559 w 1046339"/>
                <a:gd name="connsiteY73" fmla="*/ 100446 h 1071552"/>
                <a:gd name="connsiteX74" fmla="*/ 246036 w 1046339"/>
                <a:gd name="connsiteY74" fmla="*/ 109144 h 1071552"/>
                <a:gd name="connsiteX75" fmla="*/ 227757 w 1046339"/>
                <a:gd name="connsiteY75" fmla="*/ 118725 h 1071552"/>
                <a:gd name="connsiteX76" fmla="*/ 213385 w 1046339"/>
                <a:gd name="connsiteY76" fmla="*/ 121121 h 1071552"/>
                <a:gd name="connsiteX77" fmla="*/ 197501 w 1046339"/>
                <a:gd name="connsiteY77" fmla="*/ 114817 h 1071552"/>
                <a:gd name="connsiteX78" fmla="*/ 177205 w 1046339"/>
                <a:gd name="connsiteY78" fmla="*/ 87966 h 1071552"/>
                <a:gd name="connsiteX79" fmla="*/ 151235 w 1046339"/>
                <a:gd name="connsiteY79" fmla="*/ 95529 h 1071552"/>
                <a:gd name="connsiteX80" fmla="*/ 111147 w 1046339"/>
                <a:gd name="connsiteY80" fmla="*/ 98429 h 1071552"/>
                <a:gd name="connsiteX81" fmla="*/ 118080 w 1046339"/>
                <a:gd name="connsiteY81" fmla="*/ 113052 h 1071552"/>
                <a:gd name="connsiteX82" fmla="*/ 123375 w 1046339"/>
                <a:gd name="connsiteY82" fmla="*/ 123894 h 1071552"/>
                <a:gd name="connsiteX83" fmla="*/ 105348 w 1046339"/>
                <a:gd name="connsiteY83" fmla="*/ 138139 h 1071552"/>
                <a:gd name="connsiteX84" fmla="*/ 122366 w 1046339"/>
                <a:gd name="connsiteY84" fmla="*/ 181128 h 1071552"/>
                <a:gd name="connsiteX85" fmla="*/ 116946 w 1046339"/>
                <a:gd name="connsiteY85" fmla="*/ 217308 h 1071552"/>
                <a:gd name="connsiteX86" fmla="*/ 106734 w 1046339"/>
                <a:gd name="connsiteY86" fmla="*/ 253363 h 1071552"/>
                <a:gd name="connsiteX87" fmla="*/ 83917 w 1046339"/>
                <a:gd name="connsiteY87" fmla="*/ 255002 h 1071552"/>
                <a:gd name="connsiteX88" fmla="*/ 51770 w 1046339"/>
                <a:gd name="connsiteY88" fmla="*/ 266726 h 1071552"/>
                <a:gd name="connsiteX89" fmla="*/ 28196 w 1046339"/>
                <a:gd name="connsiteY89" fmla="*/ 282358 h 1071552"/>
                <a:gd name="connsiteX90" fmla="*/ 19623 w 1046339"/>
                <a:gd name="connsiteY90" fmla="*/ 307445 h 1071552"/>
                <a:gd name="connsiteX91" fmla="*/ 7899 w 1046339"/>
                <a:gd name="connsiteY91" fmla="*/ 321564 h 1071552"/>
                <a:gd name="connsiteX92" fmla="*/ 3991 w 1046339"/>
                <a:gd name="connsiteY92" fmla="*/ 338835 h 1071552"/>
                <a:gd name="connsiteX93" fmla="*/ 11051 w 1046339"/>
                <a:gd name="connsiteY93" fmla="*/ 361527 h 1071552"/>
                <a:gd name="connsiteX94" fmla="*/ 22019 w 1046339"/>
                <a:gd name="connsiteY94" fmla="*/ 384344 h 1071552"/>
                <a:gd name="connsiteX95" fmla="*/ 35381 w 1046339"/>
                <a:gd name="connsiteY95" fmla="*/ 394556 h 1071552"/>
                <a:gd name="connsiteX96" fmla="*/ 49501 w 1046339"/>
                <a:gd name="connsiteY96" fmla="*/ 409431 h 1071552"/>
                <a:gd name="connsiteX97" fmla="*/ 77739 w 1046339"/>
                <a:gd name="connsiteY97" fmla="*/ 405523 h 1071552"/>
                <a:gd name="connsiteX98" fmla="*/ 89463 w 1046339"/>
                <a:gd name="connsiteY98" fmla="*/ 403128 h 1071552"/>
                <a:gd name="connsiteX99" fmla="*/ 95767 w 1046339"/>
                <a:gd name="connsiteY99" fmla="*/ 437670 h 1071552"/>
                <a:gd name="connsiteX100" fmla="*/ 130308 w 1046339"/>
                <a:gd name="connsiteY100" fmla="*/ 438426 h 1071552"/>
                <a:gd name="connsiteX101" fmla="*/ 153000 w 1046339"/>
                <a:gd name="connsiteY101" fmla="*/ 432880 h 1071552"/>
                <a:gd name="connsiteX102" fmla="*/ 175692 w 1046339"/>
                <a:gd name="connsiteY102" fmla="*/ 421156 h 1071552"/>
                <a:gd name="connsiteX103" fmla="*/ 207082 w 1046339"/>
                <a:gd name="connsiteY103" fmla="*/ 407036 h 1071552"/>
                <a:gd name="connsiteX104" fmla="*/ 232169 w 1046339"/>
                <a:gd name="connsiteY104" fmla="*/ 408549 h 1071552"/>
                <a:gd name="connsiteX105" fmla="*/ 240742 w 1046339"/>
                <a:gd name="connsiteY105" fmla="*/ 460362 h 1071552"/>
                <a:gd name="connsiteX106" fmla="*/ 272132 w 1046339"/>
                <a:gd name="connsiteY106" fmla="*/ 479271 h 1071552"/>
                <a:gd name="connsiteX107" fmla="*/ 290915 w 1046339"/>
                <a:gd name="connsiteY107" fmla="*/ 483179 h 1071552"/>
                <a:gd name="connsiteX108" fmla="*/ 301883 w 1046339"/>
                <a:gd name="connsiteY108" fmla="*/ 492508 h 1071552"/>
                <a:gd name="connsiteX109" fmla="*/ 323818 w 1046339"/>
                <a:gd name="connsiteY109" fmla="*/ 502720 h 1071552"/>
                <a:gd name="connsiteX110" fmla="*/ 352813 w 1046339"/>
                <a:gd name="connsiteY110" fmla="*/ 509023 h 1071552"/>
                <a:gd name="connsiteX111" fmla="*/ 363025 w 1046339"/>
                <a:gd name="connsiteY111" fmla="*/ 527050 h 1071552"/>
                <a:gd name="connsiteX112" fmla="*/ 366933 w 1046339"/>
                <a:gd name="connsiteY112" fmla="*/ 547473 h 1071552"/>
                <a:gd name="connsiteX113" fmla="*/ 370084 w 1046339"/>
                <a:gd name="connsiteY113" fmla="*/ 569408 h 1071552"/>
                <a:gd name="connsiteX114" fmla="*/ 399079 w 1046339"/>
                <a:gd name="connsiteY114" fmla="*/ 582771 h 1071552"/>
                <a:gd name="connsiteX115" fmla="*/ 421015 w 1046339"/>
                <a:gd name="connsiteY115" fmla="*/ 596134 h 1071552"/>
                <a:gd name="connsiteX116" fmla="*/ 436647 w 1046339"/>
                <a:gd name="connsiteY116" fmla="*/ 621977 h 1071552"/>
                <a:gd name="connsiteX117" fmla="*/ 433495 w 1046339"/>
                <a:gd name="connsiteY117" fmla="*/ 656519 h 1071552"/>
                <a:gd name="connsiteX118" fmla="*/ 425427 w 1046339"/>
                <a:gd name="connsiteY118" fmla="*/ 674546 h 1071552"/>
                <a:gd name="connsiteX119" fmla="*/ 426561 w 1046339"/>
                <a:gd name="connsiteY119" fmla="*/ 688791 h 1071552"/>
                <a:gd name="connsiteX120" fmla="*/ 431352 w 1046339"/>
                <a:gd name="connsiteY120" fmla="*/ 721442 h 1071552"/>
                <a:gd name="connsiteX121" fmla="*/ 444967 w 1046339"/>
                <a:gd name="connsiteY121" fmla="*/ 743000 h 1071552"/>
                <a:gd name="connsiteX122" fmla="*/ 468037 w 1046339"/>
                <a:gd name="connsiteY122" fmla="*/ 745395 h 1071552"/>
                <a:gd name="connsiteX123" fmla="*/ 486316 w 1046339"/>
                <a:gd name="connsiteY123" fmla="*/ 767708 h 1071552"/>
                <a:gd name="connsiteX124" fmla="*/ 499049 w 1046339"/>
                <a:gd name="connsiteY124" fmla="*/ 797081 h 1071552"/>
                <a:gd name="connsiteX125" fmla="*/ 521362 w 1046339"/>
                <a:gd name="connsiteY125" fmla="*/ 792291 h 1071552"/>
                <a:gd name="connsiteX126" fmla="*/ 518841 w 1046339"/>
                <a:gd name="connsiteY126" fmla="*/ 839817 h 1071552"/>
                <a:gd name="connsiteX127" fmla="*/ 536238 w 1046339"/>
                <a:gd name="connsiteY127" fmla="*/ 840952 h 1071552"/>
                <a:gd name="connsiteX128" fmla="*/ 541028 w 1046339"/>
                <a:gd name="connsiteY128" fmla="*/ 881545 h 1071552"/>
                <a:gd name="connsiteX129" fmla="*/ 508882 w 1046339"/>
                <a:gd name="connsiteY129" fmla="*/ 899446 h 1071552"/>
                <a:gd name="connsiteX130" fmla="*/ 462994 w 1046339"/>
                <a:gd name="connsiteY130" fmla="*/ 947729 h 1071552"/>
                <a:gd name="connsiteX131" fmla="*/ 439546 w 1046339"/>
                <a:gd name="connsiteY131" fmla="*/ 975589 h 1071552"/>
                <a:gd name="connsiteX132" fmla="*/ 447488 w 1046339"/>
                <a:gd name="connsiteY132" fmla="*/ 975085 h 1071552"/>
                <a:gd name="connsiteX133" fmla="*/ 470180 w 1046339"/>
                <a:gd name="connsiteY133" fmla="*/ 983405 h 1071552"/>
                <a:gd name="connsiteX134" fmla="*/ 482156 w 1046339"/>
                <a:gd name="connsiteY134" fmla="*/ 1001937 h 1071552"/>
                <a:gd name="connsiteX135" fmla="*/ 497032 w 1046339"/>
                <a:gd name="connsiteY135" fmla="*/ 997777 h 1071552"/>
                <a:gd name="connsiteX136" fmla="*/ 526783 w 1046339"/>
                <a:gd name="connsiteY136" fmla="*/ 1020469 h 1071552"/>
                <a:gd name="connsiteX137" fmla="*/ 544684 w 1046339"/>
                <a:gd name="connsiteY137" fmla="*/ 1041269 h 1071552"/>
                <a:gd name="connsiteX138" fmla="*/ 547458 w 1046339"/>
                <a:gd name="connsiteY138" fmla="*/ 1081484 h 1071552"/>
                <a:gd name="connsiteX139" fmla="*/ 560064 w 1046339"/>
                <a:gd name="connsiteY139" fmla="*/ 1069634 h 107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1046339" h="1071552">
                  <a:moveTo>
                    <a:pt x="560064" y="1069634"/>
                  </a:moveTo>
                  <a:cubicBezTo>
                    <a:pt x="576579" y="1057910"/>
                    <a:pt x="572419" y="1050850"/>
                    <a:pt x="580109" y="1036731"/>
                  </a:cubicBezTo>
                  <a:cubicBezTo>
                    <a:pt x="587799" y="1022612"/>
                    <a:pt x="581243" y="1016687"/>
                    <a:pt x="594228" y="1004332"/>
                  </a:cubicBezTo>
                  <a:cubicBezTo>
                    <a:pt x="607212" y="991978"/>
                    <a:pt x="591833" y="983784"/>
                    <a:pt x="608347" y="976094"/>
                  </a:cubicBezTo>
                  <a:cubicBezTo>
                    <a:pt x="624862" y="968404"/>
                    <a:pt x="622466" y="983153"/>
                    <a:pt x="608977" y="1000172"/>
                  </a:cubicBezTo>
                  <a:cubicBezTo>
                    <a:pt x="595489" y="1017317"/>
                    <a:pt x="593093" y="1021981"/>
                    <a:pt x="610742" y="1008997"/>
                  </a:cubicBezTo>
                  <a:cubicBezTo>
                    <a:pt x="628392" y="996012"/>
                    <a:pt x="634821" y="977858"/>
                    <a:pt x="644906" y="957184"/>
                  </a:cubicBezTo>
                  <a:cubicBezTo>
                    <a:pt x="654865" y="936635"/>
                    <a:pt x="662555" y="930080"/>
                    <a:pt x="671380" y="928946"/>
                  </a:cubicBezTo>
                  <a:cubicBezTo>
                    <a:pt x="680204" y="927811"/>
                    <a:pt x="680204" y="906002"/>
                    <a:pt x="679070" y="890748"/>
                  </a:cubicBezTo>
                  <a:cubicBezTo>
                    <a:pt x="677935" y="875494"/>
                    <a:pt x="673145" y="861248"/>
                    <a:pt x="679700" y="851289"/>
                  </a:cubicBezTo>
                  <a:cubicBezTo>
                    <a:pt x="686129" y="841330"/>
                    <a:pt x="679700" y="831875"/>
                    <a:pt x="687894" y="831875"/>
                  </a:cubicBezTo>
                  <a:cubicBezTo>
                    <a:pt x="696088" y="831875"/>
                    <a:pt x="708443" y="819521"/>
                    <a:pt x="721427" y="806536"/>
                  </a:cubicBezTo>
                  <a:cubicBezTo>
                    <a:pt x="734412" y="793551"/>
                    <a:pt x="742606" y="792417"/>
                    <a:pt x="756095" y="791282"/>
                  </a:cubicBezTo>
                  <a:cubicBezTo>
                    <a:pt x="769584" y="790148"/>
                    <a:pt x="762020" y="785357"/>
                    <a:pt x="770845" y="783088"/>
                  </a:cubicBezTo>
                  <a:cubicBezTo>
                    <a:pt x="779669" y="780693"/>
                    <a:pt x="785594" y="772499"/>
                    <a:pt x="791394" y="767204"/>
                  </a:cubicBezTo>
                  <a:cubicBezTo>
                    <a:pt x="797319" y="761909"/>
                    <a:pt x="821397" y="767834"/>
                    <a:pt x="835516" y="767834"/>
                  </a:cubicBezTo>
                  <a:cubicBezTo>
                    <a:pt x="849636" y="767834"/>
                    <a:pt x="859091" y="768969"/>
                    <a:pt x="859091" y="760144"/>
                  </a:cubicBezTo>
                  <a:cubicBezTo>
                    <a:pt x="859091" y="751320"/>
                    <a:pt x="865520" y="744260"/>
                    <a:pt x="873840" y="744260"/>
                  </a:cubicBezTo>
                  <a:cubicBezTo>
                    <a:pt x="882035" y="744260"/>
                    <a:pt x="885564" y="741865"/>
                    <a:pt x="885564" y="730141"/>
                  </a:cubicBezTo>
                  <a:cubicBezTo>
                    <a:pt x="885564" y="718417"/>
                    <a:pt x="889094" y="711357"/>
                    <a:pt x="896154" y="706062"/>
                  </a:cubicBezTo>
                  <a:cubicBezTo>
                    <a:pt x="903213" y="700768"/>
                    <a:pt x="904348" y="689044"/>
                    <a:pt x="906743" y="681354"/>
                  </a:cubicBezTo>
                  <a:cubicBezTo>
                    <a:pt x="909138" y="673664"/>
                    <a:pt x="916702" y="678328"/>
                    <a:pt x="916702" y="667234"/>
                  </a:cubicBezTo>
                  <a:cubicBezTo>
                    <a:pt x="916702" y="656014"/>
                    <a:pt x="920862" y="643660"/>
                    <a:pt x="920862" y="634836"/>
                  </a:cubicBezTo>
                  <a:cubicBezTo>
                    <a:pt x="920862" y="626011"/>
                    <a:pt x="930317" y="627146"/>
                    <a:pt x="934351" y="620716"/>
                  </a:cubicBezTo>
                  <a:cubicBezTo>
                    <a:pt x="938511" y="614287"/>
                    <a:pt x="930822" y="605967"/>
                    <a:pt x="937251" y="587814"/>
                  </a:cubicBezTo>
                  <a:cubicBezTo>
                    <a:pt x="943680" y="569534"/>
                    <a:pt x="937251" y="552515"/>
                    <a:pt x="937251" y="536001"/>
                  </a:cubicBezTo>
                  <a:cubicBezTo>
                    <a:pt x="937251" y="519486"/>
                    <a:pt x="937251" y="502467"/>
                    <a:pt x="943176" y="497173"/>
                  </a:cubicBezTo>
                  <a:cubicBezTo>
                    <a:pt x="949101" y="491878"/>
                    <a:pt x="946075" y="488978"/>
                    <a:pt x="941411" y="486583"/>
                  </a:cubicBezTo>
                  <a:cubicBezTo>
                    <a:pt x="936747" y="484188"/>
                    <a:pt x="942041" y="477759"/>
                    <a:pt x="946075" y="479019"/>
                  </a:cubicBezTo>
                  <a:cubicBezTo>
                    <a:pt x="950235" y="480154"/>
                    <a:pt x="954900" y="488978"/>
                    <a:pt x="962590" y="484314"/>
                  </a:cubicBezTo>
                  <a:cubicBezTo>
                    <a:pt x="970280" y="479650"/>
                    <a:pt x="977340" y="459605"/>
                    <a:pt x="983769" y="443091"/>
                  </a:cubicBezTo>
                  <a:cubicBezTo>
                    <a:pt x="990198" y="426576"/>
                    <a:pt x="1000788" y="427207"/>
                    <a:pt x="1009108" y="423677"/>
                  </a:cubicBezTo>
                  <a:cubicBezTo>
                    <a:pt x="1017302" y="420147"/>
                    <a:pt x="1035077" y="400103"/>
                    <a:pt x="1046171" y="371234"/>
                  </a:cubicBezTo>
                  <a:cubicBezTo>
                    <a:pt x="1057391" y="342365"/>
                    <a:pt x="1045540" y="314126"/>
                    <a:pt x="1040876" y="294208"/>
                  </a:cubicBezTo>
                  <a:cubicBezTo>
                    <a:pt x="1036212" y="274164"/>
                    <a:pt x="1029657" y="278324"/>
                    <a:pt x="1017933" y="278954"/>
                  </a:cubicBezTo>
                  <a:cubicBezTo>
                    <a:pt x="1006208" y="279584"/>
                    <a:pt x="983769" y="276559"/>
                    <a:pt x="954396" y="244790"/>
                  </a:cubicBezTo>
                  <a:cubicBezTo>
                    <a:pt x="925022" y="213022"/>
                    <a:pt x="896154" y="215417"/>
                    <a:pt x="876740" y="220712"/>
                  </a:cubicBezTo>
                  <a:cubicBezTo>
                    <a:pt x="857325" y="226007"/>
                    <a:pt x="837281" y="211257"/>
                    <a:pt x="824297" y="208358"/>
                  </a:cubicBezTo>
                  <a:cubicBezTo>
                    <a:pt x="811312" y="205458"/>
                    <a:pt x="798957" y="221847"/>
                    <a:pt x="789629" y="225376"/>
                  </a:cubicBezTo>
                  <a:cubicBezTo>
                    <a:pt x="780174" y="228906"/>
                    <a:pt x="794293" y="211257"/>
                    <a:pt x="794924" y="200037"/>
                  </a:cubicBezTo>
                  <a:cubicBezTo>
                    <a:pt x="795554" y="188818"/>
                    <a:pt x="759625" y="172933"/>
                    <a:pt x="732521" y="162344"/>
                  </a:cubicBezTo>
                  <a:cubicBezTo>
                    <a:pt x="705417" y="151755"/>
                    <a:pt x="693693" y="157049"/>
                    <a:pt x="693693" y="174068"/>
                  </a:cubicBezTo>
                  <a:cubicBezTo>
                    <a:pt x="693693" y="191087"/>
                    <a:pt x="683104" y="168773"/>
                    <a:pt x="674910" y="187053"/>
                  </a:cubicBezTo>
                  <a:cubicBezTo>
                    <a:pt x="666715" y="205332"/>
                    <a:pt x="651335" y="193482"/>
                    <a:pt x="661421" y="187683"/>
                  </a:cubicBezTo>
                  <a:cubicBezTo>
                    <a:pt x="671380" y="181758"/>
                    <a:pt x="680834" y="168269"/>
                    <a:pt x="684364" y="157049"/>
                  </a:cubicBezTo>
                  <a:cubicBezTo>
                    <a:pt x="687894" y="145829"/>
                    <a:pt x="645536" y="137005"/>
                    <a:pt x="630787" y="142930"/>
                  </a:cubicBezTo>
                  <a:cubicBezTo>
                    <a:pt x="616037" y="148855"/>
                    <a:pt x="625492" y="170034"/>
                    <a:pt x="613768" y="163478"/>
                  </a:cubicBezTo>
                  <a:cubicBezTo>
                    <a:pt x="602044" y="157049"/>
                    <a:pt x="611373" y="141039"/>
                    <a:pt x="620828" y="141669"/>
                  </a:cubicBezTo>
                  <a:cubicBezTo>
                    <a:pt x="630282" y="142300"/>
                    <a:pt x="640872" y="122886"/>
                    <a:pt x="647301" y="108766"/>
                  </a:cubicBezTo>
                  <a:cubicBezTo>
                    <a:pt x="653731" y="94647"/>
                    <a:pt x="636081" y="92252"/>
                    <a:pt x="625492" y="80528"/>
                  </a:cubicBezTo>
                  <a:cubicBezTo>
                    <a:pt x="615029" y="68930"/>
                    <a:pt x="617172" y="34892"/>
                    <a:pt x="606456" y="29597"/>
                  </a:cubicBezTo>
                  <a:cubicBezTo>
                    <a:pt x="594984" y="40943"/>
                    <a:pt x="579478" y="58844"/>
                    <a:pt x="575066" y="71955"/>
                  </a:cubicBezTo>
                  <a:cubicBezTo>
                    <a:pt x="569519" y="88722"/>
                    <a:pt x="562333" y="79141"/>
                    <a:pt x="547206" y="83931"/>
                  </a:cubicBezTo>
                  <a:cubicBezTo>
                    <a:pt x="532078" y="88722"/>
                    <a:pt x="524892" y="82293"/>
                    <a:pt x="520858" y="75989"/>
                  </a:cubicBezTo>
                  <a:cubicBezTo>
                    <a:pt x="516950" y="69560"/>
                    <a:pt x="501696" y="75989"/>
                    <a:pt x="491359" y="75107"/>
                  </a:cubicBezTo>
                  <a:cubicBezTo>
                    <a:pt x="481021" y="74351"/>
                    <a:pt x="487325" y="87839"/>
                    <a:pt x="480139" y="91874"/>
                  </a:cubicBezTo>
                  <a:cubicBezTo>
                    <a:pt x="472953" y="95782"/>
                    <a:pt x="454674" y="83931"/>
                    <a:pt x="448244" y="91117"/>
                  </a:cubicBezTo>
                  <a:cubicBezTo>
                    <a:pt x="441815" y="98303"/>
                    <a:pt x="437907" y="91117"/>
                    <a:pt x="434756" y="97421"/>
                  </a:cubicBezTo>
                  <a:cubicBezTo>
                    <a:pt x="431604" y="103724"/>
                    <a:pt x="420384" y="99816"/>
                    <a:pt x="417233" y="103724"/>
                  </a:cubicBezTo>
                  <a:cubicBezTo>
                    <a:pt x="414081" y="107758"/>
                    <a:pt x="402861" y="110027"/>
                    <a:pt x="388490" y="94143"/>
                  </a:cubicBezTo>
                  <a:cubicBezTo>
                    <a:pt x="374118" y="78259"/>
                    <a:pt x="376513" y="51911"/>
                    <a:pt x="382943" y="47121"/>
                  </a:cubicBezTo>
                  <a:cubicBezTo>
                    <a:pt x="389246" y="42330"/>
                    <a:pt x="389246" y="28841"/>
                    <a:pt x="380548" y="24807"/>
                  </a:cubicBezTo>
                  <a:cubicBezTo>
                    <a:pt x="371723" y="20899"/>
                    <a:pt x="380548" y="4132"/>
                    <a:pt x="369454" y="2494"/>
                  </a:cubicBezTo>
                  <a:cubicBezTo>
                    <a:pt x="358234" y="855"/>
                    <a:pt x="359873" y="15226"/>
                    <a:pt x="352687" y="17621"/>
                  </a:cubicBezTo>
                  <a:cubicBezTo>
                    <a:pt x="345502" y="20017"/>
                    <a:pt x="327979" y="31993"/>
                    <a:pt x="320036" y="30354"/>
                  </a:cubicBezTo>
                  <a:cubicBezTo>
                    <a:pt x="312094" y="28715"/>
                    <a:pt x="301757" y="31993"/>
                    <a:pt x="301757" y="40691"/>
                  </a:cubicBezTo>
                  <a:cubicBezTo>
                    <a:pt x="301757" y="49516"/>
                    <a:pt x="293058" y="47121"/>
                    <a:pt x="291420" y="39935"/>
                  </a:cubicBezTo>
                  <a:cubicBezTo>
                    <a:pt x="289781" y="32749"/>
                    <a:pt x="273140" y="36783"/>
                    <a:pt x="268350" y="31993"/>
                  </a:cubicBezTo>
                  <a:cubicBezTo>
                    <a:pt x="263559" y="27202"/>
                    <a:pt x="241246" y="29597"/>
                    <a:pt x="250827" y="35144"/>
                  </a:cubicBezTo>
                  <a:cubicBezTo>
                    <a:pt x="260408" y="40691"/>
                    <a:pt x="261164" y="46238"/>
                    <a:pt x="261164" y="55063"/>
                  </a:cubicBezTo>
                  <a:cubicBezTo>
                    <a:pt x="261164" y="63887"/>
                    <a:pt x="268350" y="61366"/>
                    <a:pt x="268350" y="71829"/>
                  </a:cubicBezTo>
                  <a:cubicBezTo>
                    <a:pt x="268350" y="82167"/>
                    <a:pt x="276292" y="74981"/>
                    <a:pt x="281839" y="74981"/>
                  </a:cubicBezTo>
                  <a:cubicBezTo>
                    <a:pt x="287386" y="74981"/>
                    <a:pt x="287386" y="84562"/>
                    <a:pt x="278687" y="86075"/>
                  </a:cubicBezTo>
                  <a:cubicBezTo>
                    <a:pt x="269863" y="87713"/>
                    <a:pt x="265955" y="92378"/>
                    <a:pt x="263559" y="100446"/>
                  </a:cubicBezTo>
                  <a:cubicBezTo>
                    <a:pt x="261164" y="108388"/>
                    <a:pt x="253222" y="102841"/>
                    <a:pt x="246036" y="109144"/>
                  </a:cubicBezTo>
                  <a:cubicBezTo>
                    <a:pt x="238850" y="115574"/>
                    <a:pt x="232547" y="121877"/>
                    <a:pt x="227757" y="118725"/>
                  </a:cubicBezTo>
                  <a:cubicBezTo>
                    <a:pt x="222966" y="115574"/>
                    <a:pt x="219058" y="117969"/>
                    <a:pt x="213385" y="121121"/>
                  </a:cubicBezTo>
                  <a:cubicBezTo>
                    <a:pt x="207839" y="124272"/>
                    <a:pt x="205443" y="121121"/>
                    <a:pt x="197501" y="114817"/>
                  </a:cubicBezTo>
                  <a:cubicBezTo>
                    <a:pt x="191576" y="110027"/>
                    <a:pt x="187794" y="98555"/>
                    <a:pt x="177205" y="87966"/>
                  </a:cubicBezTo>
                  <a:cubicBezTo>
                    <a:pt x="170901" y="90991"/>
                    <a:pt x="158043" y="95529"/>
                    <a:pt x="151235" y="95529"/>
                  </a:cubicBezTo>
                  <a:cubicBezTo>
                    <a:pt x="141906" y="95529"/>
                    <a:pt x="112785" y="93386"/>
                    <a:pt x="111147" y="98429"/>
                  </a:cubicBezTo>
                  <a:cubicBezTo>
                    <a:pt x="109508" y="103472"/>
                    <a:pt x="113290" y="111918"/>
                    <a:pt x="118080" y="113052"/>
                  </a:cubicBezTo>
                  <a:cubicBezTo>
                    <a:pt x="122871" y="114187"/>
                    <a:pt x="132956" y="117087"/>
                    <a:pt x="123375" y="123894"/>
                  </a:cubicBezTo>
                  <a:cubicBezTo>
                    <a:pt x="113794" y="130828"/>
                    <a:pt x="105348" y="121499"/>
                    <a:pt x="105348" y="138139"/>
                  </a:cubicBezTo>
                  <a:cubicBezTo>
                    <a:pt x="105348" y="154906"/>
                    <a:pt x="126779" y="165748"/>
                    <a:pt x="122366" y="181128"/>
                  </a:cubicBezTo>
                  <a:cubicBezTo>
                    <a:pt x="120097" y="189070"/>
                    <a:pt x="116946" y="209492"/>
                    <a:pt x="116946" y="217308"/>
                  </a:cubicBezTo>
                  <a:cubicBezTo>
                    <a:pt x="116946" y="225124"/>
                    <a:pt x="113794" y="251850"/>
                    <a:pt x="106734" y="253363"/>
                  </a:cubicBezTo>
                  <a:cubicBezTo>
                    <a:pt x="99675" y="255002"/>
                    <a:pt x="93371" y="247186"/>
                    <a:pt x="83917" y="255002"/>
                  </a:cubicBezTo>
                  <a:cubicBezTo>
                    <a:pt x="74462" y="262818"/>
                    <a:pt x="62738" y="258153"/>
                    <a:pt x="51770" y="266726"/>
                  </a:cubicBezTo>
                  <a:cubicBezTo>
                    <a:pt x="40802" y="275298"/>
                    <a:pt x="29078" y="272147"/>
                    <a:pt x="28196" y="282358"/>
                  </a:cubicBezTo>
                  <a:cubicBezTo>
                    <a:pt x="27313" y="292569"/>
                    <a:pt x="17228" y="298116"/>
                    <a:pt x="19623" y="307445"/>
                  </a:cubicBezTo>
                  <a:cubicBezTo>
                    <a:pt x="22019" y="316900"/>
                    <a:pt x="14959" y="314505"/>
                    <a:pt x="7899" y="321564"/>
                  </a:cubicBezTo>
                  <a:cubicBezTo>
                    <a:pt x="840" y="328624"/>
                    <a:pt x="8656" y="333288"/>
                    <a:pt x="3991" y="338835"/>
                  </a:cubicBezTo>
                  <a:cubicBezTo>
                    <a:pt x="-673" y="344382"/>
                    <a:pt x="5630" y="352954"/>
                    <a:pt x="11051" y="361527"/>
                  </a:cubicBezTo>
                  <a:cubicBezTo>
                    <a:pt x="16598" y="370099"/>
                    <a:pt x="22775" y="376402"/>
                    <a:pt x="22019" y="384344"/>
                  </a:cubicBezTo>
                  <a:cubicBezTo>
                    <a:pt x="21262" y="392160"/>
                    <a:pt x="27440" y="395312"/>
                    <a:pt x="35381" y="394556"/>
                  </a:cubicBezTo>
                  <a:cubicBezTo>
                    <a:pt x="43198" y="393799"/>
                    <a:pt x="36894" y="409431"/>
                    <a:pt x="49501" y="409431"/>
                  </a:cubicBezTo>
                  <a:cubicBezTo>
                    <a:pt x="62107" y="409431"/>
                    <a:pt x="74588" y="412583"/>
                    <a:pt x="77739" y="405523"/>
                  </a:cubicBezTo>
                  <a:cubicBezTo>
                    <a:pt x="80891" y="398464"/>
                    <a:pt x="89463" y="392917"/>
                    <a:pt x="89463" y="403128"/>
                  </a:cubicBezTo>
                  <a:cubicBezTo>
                    <a:pt x="89463" y="413339"/>
                    <a:pt x="87068" y="440822"/>
                    <a:pt x="95767" y="437670"/>
                  </a:cubicBezTo>
                  <a:cubicBezTo>
                    <a:pt x="104465" y="434518"/>
                    <a:pt x="121610" y="435275"/>
                    <a:pt x="130308" y="438426"/>
                  </a:cubicBezTo>
                  <a:cubicBezTo>
                    <a:pt x="138881" y="441578"/>
                    <a:pt x="147579" y="438426"/>
                    <a:pt x="153000" y="432880"/>
                  </a:cubicBezTo>
                  <a:cubicBezTo>
                    <a:pt x="158547" y="427333"/>
                    <a:pt x="164724" y="427459"/>
                    <a:pt x="175692" y="421156"/>
                  </a:cubicBezTo>
                  <a:cubicBezTo>
                    <a:pt x="186660" y="414852"/>
                    <a:pt x="196871" y="407036"/>
                    <a:pt x="207082" y="407036"/>
                  </a:cubicBezTo>
                  <a:cubicBezTo>
                    <a:pt x="217293" y="407036"/>
                    <a:pt x="234564" y="400733"/>
                    <a:pt x="232169" y="408549"/>
                  </a:cubicBezTo>
                  <a:cubicBezTo>
                    <a:pt x="229774" y="416365"/>
                    <a:pt x="228261" y="445486"/>
                    <a:pt x="240742" y="460362"/>
                  </a:cubicBezTo>
                  <a:cubicBezTo>
                    <a:pt x="253348" y="475237"/>
                    <a:pt x="260408" y="480784"/>
                    <a:pt x="272132" y="479271"/>
                  </a:cubicBezTo>
                  <a:cubicBezTo>
                    <a:pt x="283856" y="477633"/>
                    <a:pt x="282343" y="483936"/>
                    <a:pt x="290915" y="483179"/>
                  </a:cubicBezTo>
                  <a:cubicBezTo>
                    <a:pt x="299488" y="482423"/>
                    <a:pt x="294067" y="492508"/>
                    <a:pt x="301883" y="492508"/>
                  </a:cubicBezTo>
                  <a:cubicBezTo>
                    <a:pt x="309699" y="492508"/>
                    <a:pt x="323818" y="494147"/>
                    <a:pt x="323818" y="502720"/>
                  </a:cubicBezTo>
                  <a:cubicBezTo>
                    <a:pt x="323818" y="511418"/>
                    <a:pt x="347392" y="504358"/>
                    <a:pt x="352813" y="509023"/>
                  </a:cubicBezTo>
                  <a:cubicBezTo>
                    <a:pt x="358360" y="513687"/>
                    <a:pt x="364537" y="517595"/>
                    <a:pt x="363025" y="527050"/>
                  </a:cubicBezTo>
                  <a:cubicBezTo>
                    <a:pt x="361386" y="536505"/>
                    <a:pt x="374749" y="543565"/>
                    <a:pt x="366933" y="547473"/>
                  </a:cubicBezTo>
                  <a:cubicBezTo>
                    <a:pt x="359117" y="551381"/>
                    <a:pt x="369328" y="559197"/>
                    <a:pt x="370084" y="569408"/>
                  </a:cubicBezTo>
                  <a:cubicBezTo>
                    <a:pt x="370841" y="579619"/>
                    <a:pt x="381808" y="583527"/>
                    <a:pt x="399079" y="582771"/>
                  </a:cubicBezTo>
                  <a:cubicBezTo>
                    <a:pt x="416350" y="582014"/>
                    <a:pt x="421015" y="583527"/>
                    <a:pt x="421015" y="596134"/>
                  </a:cubicBezTo>
                  <a:cubicBezTo>
                    <a:pt x="421015" y="608614"/>
                    <a:pt x="432739" y="610253"/>
                    <a:pt x="436647" y="621977"/>
                  </a:cubicBezTo>
                  <a:cubicBezTo>
                    <a:pt x="440554" y="633701"/>
                    <a:pt x="431982" y="647064"/>
                    <a:pt x="433495" y="656519"/>
                  </a:cubicBezTo>
                  <a:cubicBezTo>
                    <a:pt x="434629" y="663705"/>
                    <a:pt x="430343" y="671394"/>
                    <a:pt x="425427" y="674546"/>
                  </a:cubicBezTo>
                  <a:cubicBezTo>
                    <a:pt x="431478" y="682236"/>
                    <a:pt x="431982" y="685766"/>
                    <a:pt x="426561" y="688791"/>
                  </a:cubicBezTo>
                  <a:cubicBezTo>
                    <a:pt x="419376" y="692699"/>
                    <a:pt x="435386" y="703919"/>
                    <a:pt x="431352" y="721442"/>
                  </a:cubicBezTo>
                  <a:cubicBezTo>
                    <a:pt x="427444" y="738965"/>
                    <a:pt x="426561" y="742117"/>
                    <a:pt x="444967" y="743000"/>
                  </a:cubicBezTo>
                  <a:cubicBezTo>
                    <a:pt x="463246" y="743756"/>
                    <a:pt x="461734" y="749303"/>
                    <a:pt x="468037" y="745395"/>
                  </a:cubicBezTo>
                  <a:cubicBezTo>
                    <a:pt x="474466" y="741361"/>
                    <a:pt x="483921" y="759010"/>
                    <a:pt x="486316" y="767708"/>
                  </a:cubicBezTo>
                  <a:cubicBezTo>
                    <a:pt x="488711" y="776407"/>
                    <a:pt x="495897" y="797081"/>
                    <a:pt x="499049" y="797081"/>
                  </a:cubicBezTo>
                  <a:cubicBezTo>
                    <a:pt x="502200" y="797081"/>
                    <a:pt x="511781" y="787501"/>
                    <a:pt x="521362" y="792291"/>
                  </a:cubicBezTo>
                  <a:cubicBezTo>
                    <a:pt x="530313" y="796703"/>
                    <a:pt x="519219" y="826707"/>
                    <a:pt x="518841" y="839817"/>
                  </a:cubicBezTo>
                  <a:cubicBezTo>
                    <a:pt x="525522" y="839565"/>
                    <a:pt x="533591" y="839565"/>
                    <a:pt x="536238" y="840952"/>
                  </a:cubicBezTo>
                  <a:cubicBezTo>
                    <a:pt x="541028" y="843347"/>
                    <a:pt x="543424" y="875494"/>
                    <a:pt x="541028" y="881545"/>
                  </a:cubicBezTo>
                  <a:cubicBezTo>
                    <a:pt x="538633" y="887470"/>
                    <a:pt x="518967" y="892891"/>
                    <a:pt x="508882" y="899446"/>
                  </a:cubicBezTo>
                  <a:cubicBezTo>
                    <a:pt x="498797" y="906002"/>
                    <a:pt x="474340" y="929324"/>
                    <a:pt x="462994" y="947729"/>
                  </a:cubicBezTo>
                  <a:cubicBezTo>
                    <a:pt x="456313" y="958697"/>
                    <a:pt x="446480" y="967773"/>
                    <a:pt x="439546" y="975589"/>
                  </a:cubicBezTo>
                  <a:cubicBezTo>
                    <a:pt x="442824" y="976094"/>
                    <a:pt x="445597" y="975968"/>
                    <a:pt x="447488" y="975085"/>
                  </a:cubicBezTo>
                  <a:cubicBezTo>
                    <a:pt x="452909" y="972690"/>
                    <a:pt x="461229" y="972690"/>
                    <a:pt x="470180" y="983405"/>
                  </a:cubicBezTo>
                  <a:cubicBezTo>
                    <a:pt x="479130" y="994121"/>
                    <a:pt x="478500" y="1002441"/>
                    <a:pt x="482156" y="1001937"/>
                  </a:cubicBezTo>
                  <a:cubicBezTo>
                    <a:pt x="485686" y="1001307"/>
                    <a:pt x="489972" y="987692"/>
                    <a:pt x="497032" y="997777"/>
                  </a:cubicBezTo>
                  <a:cubicBezTo>
                    <a:pt x="504217" y="1007862"/>
                    <a:pt x="522623" y="1015678"/>
                    <a:pt x="526783" y="1020469"/>
                  </a:cubicBezTo>
                  <a:cubicBezTo>
                    <a:pt x="530943" y="1025259"/>
                    <a:pt x="544684" y="1028789"/>
                    <a:pt x="544684" y="1041269"/>
                  </a:cubicBezTo>
                  <a:cubicBezTo>
                    <a:pt x="544684" y="1050220"/>
                    <a:pt x="540398" y="1067113"/>
                    <a:pt x="547458" y="1081484"/>
                  </a:cubicBezTo>
                  <a:cubicBezTo>
                    <a:pt x="550988" y="1077576"/>
                    <a:pt x="554896" y="1073290"/>
                    <a:pt x="560064" y="1069634"/>
                  </a:cubicBezTo>
                  <a:close/>
                </a:path>
              </a:pathLst>
            </a:custGeom>
            <a:grpFill/>
            <a:ln w="1270" cap="flat">
              <a:solidFill>
                <a:schemeClr val="bg1"/>
              </a:solidFill>
              <a:prstDash val="solid"/>
              <a:miter/>
            </a:ln>
          </p:spPr>
          <p:txBody>
            <a:bodyPr rtlCol="0" anchor="ctr"/>
            <a:lstStyle/>
            <a:p>
              <a:endParaRPr lang="ko-KR" altLang="en-US"/>
            </a:p>
          </p:txBody>
        </p:sp>
        <p:sp>
          <p:nvSpPr>
            <p:cNvPr id="125" name="자유형: 도형 105">
              <a:extLst>
                <a:ext uri="{FF2B5EF4-FFF2-40B4-BE49-F238E27FC236}">
                  <a16:creationId xmlns:a16="http://schemas.microsoft.com/office/drawing/2014/main" id="{AACE344D-E726-5247-A165-E5F8B47EBE56}"/>
                </a:ext>
              </a:extLst>
            </p:cNvPr>
            <p:cNvSpPr/>
            <p:nvPr/>
          </p:nvSpPr>
          <p:spPr>
            <a:xfrm>
              <a:off x="4232619" y="5406546"/>
              <a:ext cx="126065" cy="138672"/>
            </a:xfrm>
            <a:custGeom>
              <a:avLst/>
              <a:gdLst>
                <a:gd name="connsiteX0" fmla="*/ 131878 w 126065"/>
                <a:gd name="connsiteY0" fmla="*/ 69839 h 138671"/>
                <a:gd name="connsiteX1" fmla="*/ 113977 w 126065"/>
                <a:gd name="connsiteY1" fmla="*/ 49038 h 138671"/>
                <a:gd name="connsiteX2" fmla="*/ 84226 w 126065"/>
                <a:gd name="connsiteY2" fmla="*/ 26346 h 138671"/>
                <a:gd name="connsiteX3" fmla="*/ 69350 w 126065"/>
                <a:gd name="connsiteY3" fmla="*/ 30506 h 138671"/>
                <a:gd name="connsiteX4" fmla="*/ 57374 w 126065"/>
                <a:gd name="connsiteY4" fmla="*/ 11975 h 138671"/>
                <a:gd name="connsiteX5" fmla="*/ 34682 w 126065"/>
                <a:gd name="connsiteY5" fmla="*/ 3655 h 138671"/>
                <a:gd name="connsiteX6" fmla="*/ 26740 w 126065"/>
                <a:gd name="connsiteY6" fmla="*/ 4159 h 138671"/>
                <a:gd name="connsiteX7" fmla="*/ 18546 w 126065"/>
                <a:gd name="connsiteY7" fmla="*/ 19160 h 138671"/>
                <a:gd name="connsiteX8" fmla="*/ 9595 w 126065"/>
                <a:gd name="connsiteY8" fmla="*/ 64418 h 138671"/>
                <a:gd name="connsiteX9" fmla="*/ 2409 w 126065"/>
                <a:gd name="connsiteY9" fmla="*/ 98960 h 138671"/>
                <a:gd name="connsiteX10" fmla="*/ 10099 w 126065"/>
                <a:gd name="connsiteY10" fmla="*/ 115096 h 138671"/>
                <a:gd name="connsiteX11" fmla="*/ 8082 w 126065"/>
                <a:gd name="connsiteY11" fmla="*/ 126190 h 138671"/>
                <a:gd name="connsiteX12" fmla="*/ 18546 w 126065"/>
                <a:gd name="connsiteY12" fmla="*/ 131232 h 138671"/>
                <a:gd name="connsiteX13" fmla="*/ 52709 w 126065"/>
                <a:gd name="connsiteY13" fmla="*/ 140057 h 138671"/>
                <a:gd name="connsiteX14" fmla="*/ 73258 w 126065"/>
                <a:gd name="connsiteY14" fmla="*/ 140057 h 138671"/>
                <a:gd name="connsiteX15" fmla="*/ 113221 w 126065"/>
                <a:gd name="connsiteY15" fmla="*/ 134762 h 138671"/>
                <a:gd name="connsiteX16" fmla="*/ 134400 w 126065"/>
                <a:gd name="connsiteY16" fmla="*/ 109927 h 138671"/>
                <a:gd name="connsiteX17" fmla="*/ 131878 w 126065"/>
                <a:gd name="connsiteY17" fmla="*/ 69839 h 13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6065" h="138671">
                  <a:moveTo>
                    <a:pt x="131878" y="69839"/>
                  </a:moveTo>
                  <a:cubicBezTo>
                    <a:pt x="131878" y="57358"/>
                    <a:pt x="118137" y="53702"/>
                    <a:pt x="113977" y="49038"/>
                  </a:cubicBezTo>
                  <a:cubicBezTo>
                    <a:pt x="109817" y="44247"/>
                    <a:pt x="91285" y="36558"/>
                    <a:pt x="84226" y="26346"/>
                  </a:cubicBezTo>
                  <a:cubicBezTo>
                    <a:pt x="77040" y="16261"/>
                    <a:pt x="72880" y="29876"/>
                    <a:pt x="69350" y="30506"/>
                  </a:cubicBezTo>
                  <a:cubicBezTo>
                    <a:pt x="65820" y="31137"/>
                    <a:pt x="66324" y="22690"/>
                    <a:pt x="57374" y="11975"/>
                  </a:cubicBezTo>
                  <a:cubicBezTo>
                    <a:pt x="48423" y="1259"/>
                    <a:pt x="40103" y="1259"/>
                    <a:pt x="34682" y="3655"/>
                  </a:cubicBezTo>
                  <a:cubicBezTo>
                    <a:pt x="32791" y="4537"/>
                    <a:pt x="30018" y="4663"/>
                    <a:pt x="26740" y="4159"/>
                  </a:cubicBezTo>
                  <a:cubicBezTo>
                    <a:pt x="21949" y="9579"/>
                    <a:pt x="18546" y="14496"/>
                    <a:pt x="18546" y="19160"/>
                  </a:cubicBezTo>
                  <a:cubicBezTo>
                    <a:pt x="18546" y="30506"/>
                    <a:pt x="10225" y="42987"/>
                    <a:pt x="9595" y="64418"/>
                  </a:cubicBezTo>
                  <a:cubicBezTo>
                    <a:pt x="8965" y="85849"/>
                    <a:pt x="3040" y="82319"/>
                    <a:pt x="2409" y="98960"/>
                  </a:cubicBezTo>
                  <a:cubicBezTo>
                    <a:pt x="1779" y="115726"/>
                    <a:pt x="7830" y="112701"/>
                    <a:pt x="10099" y="115096"/>
                  </a:cubicBezTo>
                  <a:cubicBezTo>
                    <a:pt x="11486" y="116357"/>
                    <a:pt x="9847" y="121778"/>
                    <a:pt x="8082" y="126190"/>
                  </a:cubicBezTo>
                  <a:cubicBezTo>
                    <a:pt x="10604" y="128459"/>
                    <a:pt x="13125" y="131863"/>
                    <a:pt x="18546" y="131232"/>
                  </a:cubicBezTo>
                  <a:cubicBezTo>
                    <a:pt x="29135" y="130098"/>
                    <a:pt x="39725" y="134258"/>
                    <a:pt x="52709" y="140057"/>
                  </a:cubicBezTo>
                  <a:cubicBezTo>
                    <a:pt x="65694" y="145982"/>
                    <a:pt x="60904" y="138292"/>
                    <a:pt x="73258" y="140057"/>
                  </a:cubicBezTo>
                  <a:cubicBezTo>
                    <a:pt x="85612" y="141822"/>
                    <a:pt x="99732" y="142956"/>
                    <a:pt x="113221" y="134762"/>
                  </a:cubicBezTo>
                  <a:cubicBezTo>
                    <a:pt x="122549" y="129089"/>
                    <a:pt x="127088" y="119382"/>
                    <a:pt x="134400" y="109927"/>
                  </a:cubicBezTo>
                  <a:cubicBezTo>
                    <a:pt x="127592" y="95682"/>
                    <a:pt x="131878" y="78789"/>
                    <a:pt x="131878" y="69839"/>
                  </a:cubicBezTo>
                  <a:close/>
                </a:path>
              </a:pathLst>
            </a:custGeom>
            <a:grpFill/>
            <a:ln w="1270" cap="flat">
              <a:solidFill>
                <a:schemeClr val="bg1"/>
              </a:solidFill>
              <a:prstDash val="solid"/>
              <a:miter/>
            </a:ln>
          </p:spPr>
          <p:txBody>
            <a:bodyPr rtlCol="0" anchor="ctr"/>
            <a:lstStyle/>
            <a:p>
              <a:endParaRPr lang="ko-KR" altLang="en-US"/>
            </a:p>
          </p:txBody>
        </p:sp>
        <p:sp>
          <p:nvSpPr>
            <p:cNvPr id="126" name="자유형: 도형 106">
              <a:extLst>
                <a:ext uri="{FF2B5EF4-FFF2-40B4-BE49-F238E27FC236}">
                  <a16:creationId xmlns:a16="http://schemas.microsoft.com/office/drawing/2014/main" id="{E81E40FB-4C36-694A-B926-B70319302196}"/>
                </a:ext>
              </a:extLst>
            </p:cNvPr>
            <p:cNvSpPr/>
            <p:nvPr/>
          </p:nvSpPr>
          <p:spPr>
            <a:xfrm>
              <a:off x="3826290" y="5170050"/>
              <a:ext cx="529473" cy="1046340"/>
            </a:xfrm>
            <a:custGeom>
              <a:avLst/>
              <a:gdLst>
                <a:gd name="connsiteX0" fmla="*/ 203756 w 529473"/>
                <a:gd name="connsiteY0" fmla="*/ 1035242 h 1046339"/>
                <a:gd name="connsiteX1" fmla="*/ 151440 w 529473"/>
                <a:gd name="connsiteY1" fmla="*/ 1000575 h 1046339"/>
                <a:gd name="connsiteX2" fmla="*/ 138455 w 529473"/>
                <a:gd name="connsiteY2" fmla="*/ 988220 h 1046339"/>
                <a:gd name="connsiteX3" fmla="*/ 140850 w 529473"/>
                <a:gd name="connsiteY3" fmla="*/ 977001 h 1046339"/>
                <a:gd name="connsiteX4" fmla="*/ 131521 w 529473"/>
                <a:gd name="connsiteY4" fmla="*/ 962629 h 1046339"/>
                <a:gd name="connsiteX5" fmla="*/ 131647 w 529473"/>
                <a:gd name="connsiteY5" fmla="*/ 1049992 h 1046339"/>
                <a:gd name="connsiteX6" fmla="*/ 176400 w 529473"/>
                <a:gd name="connsiteY6" fmla="*/ 1052388 h 1046339"/>
                <a:gd name="connsiteX7" fmla="*/ 188503 w 529473"/>
                <a:gd name="connsiteY7" fmla="*/ 1052388 h 1046339"/>
                <a:gd name="connsiteX8" fmla="*/ 221406 w 529473"/>
                <a:gd name="connsiteY8" fmla="*/ 1043563 h 1046339"/>
                <a:gd name="connsiteX9" fmla="*/ 203756 w 529473"/>
                <a:gd name="connsiteY9" fmla="*/ 1035242 h 1046339"/>
                <a:gd name="connsiteX10" fmla="*/ 529761 w 529473"/>
                <a:gd name="connsiteY10" fmla="*/ 106017 h 1046339"/>
                <a:gd name="connsiteX11" fmla="*/ 512364 w 529473"/>
                <a:gd name="connsiteY11" fmla="*/ 104883 h 1046339"/>
                <a:gd name="connsiteX12" fmla="*/ 512490 w 529473"/>
                <a:gd name="connsiteY12" fmla="*/ 107530 h 1046339"/>
                <a:gd name="connsiteX13" fmla="*/ 499001 w 529473"/>
                <a:gd name="connsiteY13" fmla="*/ 146610 h 1046339"/>
                <a:gd name="connsiteX14" fmla="*/ 478326 w 529473"/>
                <a:gd name="connsiteY14" fmla="*/ 156948 h 1046339"/>
                <a:gd name="connsiteX15" fmla="*/ 455256 w 529473"/>
                <a:gd name="connsiteY15" fmla="*/ 161738 h 1046339"/>
                <a:gd name="connsiteX16" fmla="*/ 429791 w 529473"/>
                <a:gd name="connsiteY16" fmla="*/ 159343 h 1046339"/>
                <a:gd name="connsiteX17" fmla="*/ 405082 w 529473"/>
                <a:gd name="connsiteY17" fmla="*/ 153796 h 1046339"/>
                <a:gd name="connsiteX18" fmla="*/ 413907 w 529473"/>
                <a:gd name="connsiteY18" fmla="*/ 136273 h 1046339"/>
                <a:gd name="connsiteX19" fmla="*/ 434582 w 529473"/>
                <a:gd name="connsiteY19" fmla="*/ 100470 h 1046339"/>
                <a:gd name="connsiteX20" fmla="*/ 385164 w 529473"/>
                <a:gd name="connsiteY20" fmla="*/ 75762 h 1046339"/>
                <a:gd name="connsiteX21" fmla="*/ 355665 w 529473"/>
                <a:gd name="connsiteY21" fmla="*/ 60634 h 1046339"/>
                <a:gd name="connsiteX22" fmla="*/ 326166 w 529473"/>
                <a:gd name="connsiteY22" fmla="*/ 42355 h 1046339"/>
                <a:gd name="connsiteX23" fmla="*/ 289355 w 529473"/>
                <a:gd name="connsiteY23" fmla="*/ 4661 h 1046339"/>
                <a:gd name="connsiteX24" fmla="*/ 263133 w 529473"/>
                <a:gd name="connsiteY24" fmla="*/ 4913 h 1046339"/>
                <a:gd name="connsiteX25" fmla="*/ 247501 w 529473"/>
                <a:gd name="connsiteY25" fmla="*/ 20671 h 1046339"/>
                <a:gd name="connsiteX26" fmla="*/ 216867 w 529473"/>
                <a:gd name="connsiteY26" fmla="*/ 8065 h 1046339"/>
                <a:gd name="connsiteX27" fmla="*/ 193293 w 529473"/>
                <a:gd name="connsiteY27" fmla="*/ 8821 h 1046339"/>
                <a:gd name="connsiteX28" fmla="*/ 173879 w 529473"/>
                <a:gd name="connsiteY28" fmla="*/ 24831 h 1046339"/>
                <a:gd name="connsiteX29" fmla="*/ 168458 w 529473"/>
                <a:gd name="connsiteY29" fmla="*/ 55843 h 1046339"/>
                <a:gd name="connsiteX30" fmla="*/ 138203 w 529473"/>
                <a:gd name="connsiteY30" fmla="*/ 79796 h 1046339"/>
                <a:gd name="connsiteX31" fmla="*/ 136564 w 529473"/>
                <a:gd name="connsiteY31" fmla="*/ 98958 h 1046339"/>
                <a:gd name="connsiteX32" fmla="*/ 138959 w 529473"/>
                <a:gd name="connsiteY32" fmla="*/ 127574 h 1046339"/>
                <a:gd name="connsiteX33" fmla="*/ 139715 w 529473"/>
                <a:gd name="connsiteY33" fmla="*/ 145097 h 1046339"/>
                <a:gd name="connsiteX34" fmla="*/ 123831 w 529473"/>
                <a:gd name="connsiteY34" fmla="*/ 157830 h 1046339"/>
                <a:gd name="connsiteX35" fmla="*/ 115889 w 529473"/>
                <a:gd name="connsiteY35" fmla="*/ 180144 h 1046339"/>
                <a:gd name="connsiteX36" fmla="*/ 103913 w 529473"/>
                <a:gd name="connsiteY36" fmla="*/ 204096 h 1046339"/>
                <a:gd name="connsiteX37" fmla="*/ 96727 w 529473"/>
                <a:gd name="connsiteY37" fmla="*/ 218467 h 1046339"/>
                <a:gd name="connsiteX38" fmla="*/ 96727 w 529473"/>
                <a:gd name="connsiteY38" fmla="*/ 245571 h 1046339"/>
                <a:gd name="connsiteX39" fmla="*/ 85508 w 529473"/>
                <a:gd name="connsiteY39" fmla="*/ 266246 h 1046339"/>
                <a:gd name="connsiteX40" fmla="*/ 85508 w 529473"/>
                <a:gd name="connsiteY40" fmla="*/ 294863 h 1046339"/>
                <a:gd name="connsiteX41" fmla="*/ 94332 w 529473"/>
                <a:gd name="connsiteY41" fmla="*/ 321210 h 1046339"/>
                <a:gd name="connsiteX42" fmla="*/ 100635 w 529473"/>
                <a:gd name="connsiteY42" fmla="*/ 344280 h 1046339"/>
                <a:gd name="connsiteX43" fmla="*/ 93450 w 529473"/>
                <a:gd name="connsiteY43" fmla="*/ 366594 h 1046339"/>
                <a:gd name="connsiteX44" fmla="*/ 85508 w 529473"/>
                <a:gd name="connsiteY44" fmla="*/ 385756 h 1046339"/>
                <a:gd name="connsiteX45" fmla="*/ 85508 w 529473"/>
                <a:gd name="connsiteY45" fmla="*/ 419163 h 1046339"/>
                <a:gd name="connsiteX46" fmla="*/ 65589 w 529473"/>
                <a:gd name="connsiteY46" fmla="*/ 445510 h 1046339"/>
                <a:gd name="connsiteX47" fmla="*/ 66346 w 529473"/>
                <a:gd name="connsiteY47" fmla="*/ 480556 h 1046339"/>
                <a:gd name="connsiteX48" fmla="*/ 72775 w 529473"/>
                <a:gd name="connsiteY48" fmla="*/ 495684 h 1046339"/>
                <a:gd name="connsiteX49" fmla="*/ 57647 w 529473"/>
                <a:gd name="connsiteY49" fmla="*/ 506022 h 1046339"/>
                <a:gd name="connsiteX50" fmla="*/ 56008 w 529473"/>
                <a:gd name="connsiteY50" fmla="*/ 525940 h 1046339"/>
                <a:gd name="connsiteX51" fmla="*/ 48823 w 529473"/>
                <a:gd name="connsiteY51" fmla="*/ 542707 h 1046339"/>
                <a:gd name="connsiteX52" fmla="*/ 41637 w 529473"/>
                <a:gd name="connsiteY52" fmla="*/ 560986 h 1046339"/>
                <a:gd name="connsiteX53" fmla="*/ 47184 w 529473"/>
                <a:gd name="connsiteY53" fmla="*/ 579265 h 1046339"/>
                <a:gd name="connsiteX54" fmla="*/ 45545 w 529473"/>
                <a:gd name="connsiteY54" fmla="*/ 608008 h 1046339"/>
                <a:gd name="connsiteX55" fmla="*/ 41637 w 529473"/>
                <a:gd name="connsiteY55" fmla="*/ 635869 h 1046339"/>
                <a:gd name="connsiteX56" fmla="*/ 44032 w 529473"/>
                <a:gd name="connsiteY56" fmla="*/ 650240 h 1046339"/>
                <a:gd name="connsiteX57" fmla="*/ 48066 w 529473"/>
                <a:gd name="connsiteY57" fmla="*/ 667007 h 1046339"/>
                <a:gd name="connsiteX58" fmla="*/ 56008 w 529473"/>
                <a:gd name="connsiteY58" fmla="*/ 680496 h 1046339"/>
                <a:gd name="connsiteX59" fmla="*/ 60042 w 529473"/>
                <a:gd name="connsiteY59" fmla="*/ 692472 h 1046339"/>
                <a:gd name="connsiteX60" fmla="*/ 49705 w 529473"/>
                <a:gd name="connsiteY60" fmla="*/ 698019 h 1046339"/>
                <a:gd name="connsiteX61" fmla="*/ 53739 w 529473"/>
                <a:gd name="connsiteY61" fmla="*/ 715542 h 1046339"/>
                <a:gd name="connsiteX62" fmla="*/ 49705 w 529473"/>
                <a:gd name="connsiteY62" fmla="*/ 736216 h 1046339"/>
                <a:gd name="connsiteX63" fmla="*/ 48949 w 529473"/>
                <a:gd name="connsiteY63" fmla="*/ 756891 h 1046339"/>
                <a:gd name="connsiteX64" fmla="*/ 41007 w 529473"/>
                <a:gd name="connsiteY64" fmla="*/ 775170 h 1046339"/>
                <a:gd name="connsiteX65" fmla="*/ 29913 w 529473"/>
                <a:gd name="connsiteY65" fmla="*/ 792693 h 1046339"/>
                <a:gd name="connsiteX66" fmla="*/ 30669 w 529473"/>
                <a:gd name="connsiteY66" fmla="*/ 813368 h 1046339"/>
                <a:gd name="connsiteX67" fmla="*/ 19575 w 529473"/>
                <a:gd name="connsiteY67" fmla="*/ 831648 h 1046339"/>
                <a:gd name="connsiteX68" fmla="*/ 5204 w 529473"/>
                <a:gd name="connsiteY68" fmla="*/ 849171 h 1046339"/>
                <a:gd name="connsiteX69" fmla="*/ 5960 w 529473"/>
                <a:gd name="connsiteY69" fmla="*/ 873879 h 1046339"/>
                <a:gd name="connsiteX70" fmla="*/ 10751 w 529473"/>
                <a:gd name="connsiteY70" fmla="*/ 891402 h 1046339"/>
                <a:gd name="connsiteX71" fmla="*/ 35460 w 529473"/>
                <a:gd name="connsiteY71" fmla="*/ 899344 h 1046339"/>
                <a:gd name="connsiteX72" fmla="*/ 37098 w 529473"/>
                <a:gd name="connsiteY72" fmla="*/ 929600 h 1046339"/>
                <a:gd name="connsiteX73" fmla="*/ 49831 w 529473"/>
                <a:gd name="connsiteY73" fmla="*/ 940694 h 1046339"/>
                <a:gd name="connsiteX74" fmla="*/ 96853 w 529473"/>
                <a:gd name="connsiteY74" fmla="*/ 939937 h 1046339"/>
                <a:gd name="connsiteX75" fmla="*/ 111099 w 529473"/>
                <a:gd name="connsiteY75" fmla="*/ 948132 h 1046339"/>
                <a:gd name="connsiteX76" fmla="*/ 136312 w 529473"/>
                <a:gd name="connsiteY76" fmla="*/ 951536 h 1046339"/>
                <a:gd name="connsiteX77" fmla="*/ 122192 w 529473"/>
                <a:gd name="connsiteY77" fmla="*/ 926826 h 1046339"/>
                <a:gd name="connsiteX78" fmla="*/ 119293 w 529473"/>
                <a:gd name="connsiteY78" fmla="*/ 906782 h 1046339"/>
                <a:gd name="connsiteX79" fmla="*/ 124588 w 529473"/>
                <a:gd name="connsiteY79" fmla="*/ 882074 h 1046339"/>
                <a:gd name="connsiteX80" fmla="*/ 138707 w 529473"/>
                <a:gd name="connsiteY80" fmla="*/ 871484 h 1046339"/>
                <a:gd name="connsiteX81" fmla="*/ 155222 w 529473"/>
                <a:gd name="connsiteY81" fmla="*/ 852574 h 1046339"/>
                <a:gd name="connsiteX82" fmla="*/ 174005 w 529473"/>
                <a:gd name="connsiteY82" fmla="*/ 823201 h 1046339"/>
                <a:gd name="connsiteX83" fmla="*/ 205143 w 529473"/>
                <a:gd name="connsiteY83" fmla="*/ 797358 h 1046339"/>
                <a:gd name="connsiteX84" fmla="*/ 209808 w 529473"/>
                <a:gd name="connsiteY84" fmla="*/ 771515 h 1046339"/>
                <a:gd name="connsiteX85" fmla="*/ 183334 w 529473"/>
                <a:gd name="connsiteY85" fmla="*/ 764455 h 1046339"/>
                <a:gd name="connsiteX86" fmla="*/ 165055 w 529473"/>
                <a:gd name="connsiteY86" fmla="*/ 723862 h 1046339"/>
                <a:gd name="connsiteX87" fmla="*/ 208547 w 529473"/>
                <a:gd name="connsiteY87" fmla="*/ 699153 h 1046339"/>
                <a:gd name="connsiteX88" fmla="*/ 214976 w 529473"/>
                <a:gd name="connsiteY88" fmla="*/ 685034 h 1046339"/>
                <a:gd name="connsiteX89" fmla="*/ 222036 w 529473"/>
                <a:gd name="connsiteY89" fmla="*/ 666755 h 1046339"/>
                <a:gd name="connsiteX90" fmla="*/ 232625 w 529473"/>
                <a:gd name="connsiteY90" fmla="*/ 639650 h 1046339"/>
                <a:gd name="connsiteX91" fmla="*/ 239685 w 529473"/>
                <a:gd name="connsiteY91" fmla="*/ 630826 h 1046339"/>
                <a:gd name="connsiteX92" fmla="*/ 240820 w 529473"/>
                <a:gd name="connsiteY92" fmla="*/ 620237 h 1046339"/>
                <a:gd name="connsiteX93" fmla="*/ 255569 w 529473"/>
                <a:gd name="connsiteY93" fmla="*/ 629061 h 1046339"/>
                <a:gd name="connsiteX94" fmla="*/ 266159 w 529473"/>
                <a:gd name="connsiteY94" fmla="*/ 608512 h 1046339"/>
                <a:gd name="connsiteX95" fmla="*/ 247879 w 529473"/>
                <a:gd name="connsiteY95" fmla="*/ 613177 h 1046339"/>
                <a:gd name="connsiteX96" fmla="*/ 233130 w 529473"/>
                <a:gd name="connsiteY96" fmla="*/ 606117 h 1046339"/>
                <a:gd name="connsiteX97" fmla="*/ 228969 w 529473"/>
                <a:gd name="connsiteY97" fmla="*/ 586073 h 1046339"/>
                <a:gd name="connsiteX98" fmla="*/ 227835 w 529473"/>
                <a:gd name="connsiteY98" fmla="*/ 561364 h 1046339"/>
                <a:gd name="connsiteX99" fmla="*/ 270193 w 529473"/>
                <a:gd name="connsiteY99" fmla="*/ 572584 h 1046339"/>
                <a:gd name="connsiteX100" fmla="*/ 300827 w 529473"/>
                <a:gd name="connsiteY100" fmla="*/ 557330 h 1046339"/>
                <a:gd name="connsiteX101" fmla="*/ 303222 w 529473"/>
                <a:gd name="connsiteY101" fmla="*/ 531991 h 1046339"/>
                <a:gd name="connsiteX102" fmla="*/ 302087 w 529473"/>
                <a:gd name="connsiteY102" fmla="*/ 513081 h 1046339"/>
                <a:gd name="connsiteX103" fmla="*/ 311542 w 529473"/>
                <a:gd name="connsiteY103" fmla="*/ 502492 h 1046339"/>
                <a:gd name="connsiteX104" fmla="*/ 379743 w 529473"/>
                <a:gd name="connsiteY104" fmla="*/ 498332 h 1046339"/>
                <a:gd name="connsiteX105" fmla="*/ 430295 w 529473"/>
                <a:gd name="connsiteY105" fmla="*/ 473623 h 1046339"/>
                <a:gd name="connsiteX106" fmla="*/ 454374 w 529473"/>
                <a:gd name="connsiteY106" fmla="*/ 438955 h 1046339"/>
                <a:gd name="connsiteX107" fmla="*/ 443154 w 529473"/>
                <a:gd name="connsiteY107" fmla="*/ 421306 h 1046339"/>
                <a:gd name="connsiteX108" fmla="*/ 438490 w 529473"/>
                <a:gd name="connsiteY108" fmla="*/ 398362 h 1046339"/>
                <a:gd name="connsiteX109" fmla="*/ 423740 w 529473"/>
                <a:gd name="connsiteY109" fmla="*/ 382478 h 1046339"/>
                <a:gd name="connsiteX110" fmla="*/ 404956 w 529473"/>
                <a:gd name="connsiteY110" fmla="*/ 364199 h 1046339"/>
                <a:gd name="connsiteX111" fmla="*/ 414537 w 529473"/>
                <a:gd name="connsiteY111" fmla="*/ 362560 h 1046339"/>
                <a:gd name="connsiteX112" fmla="*/ 416554 w 529473"/>
                <a:gd name="connsiteY112" fmla="*/ 351466 h 1046339"/>
                <a:gd name="connsiteX113" fmla="*/ 408864 w 529473"/>
                <a:gd name="connsiteY113" fmla="*/ 335330 h 1046339"/>
                <a:gd name="connsiteX114" fmla="*/ 416050 w 529473"/>
                <a:gd name="connsiteY114" fmla="*/ 300788 h 1046339"/>
                <a:gd name="connsiteX115" fmla="*/ 425001 w 529473"/>
                <a:gd name="connsiteY115" fmla="*/ 255530 h 1046339"/>
                <a:gd name="connsiteX116" fmla="*/ 456643 w 529473"/>
                <a:gd name="connsiteY116" fmla="*/ 212668 h 1046339"/>
                <a:gd name="connsiteX117" fmla="*/ 502531 w 529473"/>
                <a:gd name="connsiteY117" fmla="*/ 164385 h 1046339"/>
                <a:gd name="connsiteX118" fmla="*/ 534677 w 529473"/>
                <a:gd name="connsiteY118" fmla="*/ 146484 h 1046339"/>
                <a:gd name="connsiteX119" fmla="*/ 529761 w 529473"/>
                <a:gd name="connsiteY119" fmla="*/ 106017 h 1046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529473" h="1046339">
                  <a:moveTo>
                    <a:pt x="203756" y="1035242"/>
                  </a:moveTo>
                  <a:cubicBezTo>
                    <a:pt x="189007" y="1034612"/>
                    <a:pt x="160264" y="1007634"/>
                    <a:pt x="151440" y="1000575"/>
                  </a:cubicBezTo>
                  <a:cubicBezTo>
                    <a:pt x="142615" y="993515"/>
                    <a:pt x="149044" y="986455"/>
                    <a:pt x="138455" y="988220"/>
                  </a:cubicBezTo>
                  <a:cubicBezTo>
                    <a:pt x="127865" y="989985"/>
                    <a:pt x="134925" y="980026"/>
                    <a:pt x="140850" y="977001"/>
                  </a:cubicBezTo>
                  <a:cubicBezTo>
                    <a:pt x="146271" y="974227"/>
                    <a:pt x="138707" y="964268"/>
                    <a:pt x="131521" y="962629"/>
                  </a:cubicBezTo>
                  <a:cubicBezTo>
                    <a:pt x="130765" y="978387"/>
                    <a:pt x="127487" y="1049362"/>
                    <a:pt x="131647" y="1049992"/>
                  </a:cubicBezTo>
                  <a:cubicBezTo>
                    <a:pt x="135934" y="1050749"/>
                    <a:pt x="167198" y="1046336"/>
                    <a:pt x="176400" y="1052388"/>
                  </a:cubicBezTo>
                  <a:cubicBezTo>
                    <a:pt x="179930" y="1053522"/>
                    <a:pt x="184721" y="1056422"/>
                    <a:pt x="188503" y="1052388"/>
                  </a:cubicBezTo>
                  <a:cubicBezTo>
                    <a:pt x="194428" y="1045958"/>
                    <a:pt x="212077" y="1049488"/>
                    <a:pt x="221406" y="1043563"/>
                  </a:cubicBezTo>
                  <a:cubicBezTo>
                    <a:pt x="230861" y="1037512"/>
                    <a:pt x="218506" y="1035747"/>
                    <a:pt x="203756" y="1035242"/>
                  </a:cubicBezTo>
                  <a:close/>
                  <a:moveTo>
                    <a:pt x="529761" y="106017"/>
                  </a:moveTo>
                  <a:cubicBezTo>
                    <a:pt x="527113" y="104631"/>
                    <a:pt x="518919" y="104631"/>
                    <a:pt x="512364" y="104883"/>
                  </a:cubicBezTo>
                  <a:cubicBezTo>
                    <a:pt x="512364" y="105891"/>
                    <a:pt x="512364" y="106774"/>
                    <a:pt x="512490" y="107530"/>
                  </a:cubicBezTo>
                  <a:cubicBezTo>
                    <a:pt x="514129" y="118624"/>
                    <a:pt x="506943" y="147367"/>
                    <a:pt x="499001" y="146610"/>
                  </a:cubicBezTo>
                  <a:cubicBezTo>
                    <a:pt x="491059" y="145854"/>
                    <a:pt x="484629" y="158587"/>
                    <a:pt x="478326" y="156948"/>
                  </a:cubicBezTo>
                  <a:cubicBezTo>
                    <a:pt x="471897" y="155309"/>
                    <a:pt x="463198" y="166528"/>
                    <a:pt x="455256" y="161738"/>
                  </a:cubicBezTo>
                  <a:cubicBezTo>
                    <a:pt x="447314" y="156948"/>
                    <a:pt x="436094" y="163377"/>
                    <a:pt x="429791" y="159343"/>
                  </a:cubicBezTo>
                  <a:cubicBezTo>
                    <a:pt x="423362" y="155435"/>
                    <a:pt x="405082" y="158587"/>
                    <a:pt x="405082" y="153796"/>
                  </a:cubicBezTo>
                  <a:cubicBezTo>
                    <a:pt x="405082" y="149005"/>
                    <a:pt x="413907" y="150644"/>
                    <a:pt x="413907" y="136273"/>
                  </a:cubicBezTo>
                  <a:cubicBezTo>
                    <a:pt x="413907" y="121902"/>
                    <a:pt x="437733" y="106017"/>
                    <a:pt x="434582" y="100470"/>
                  </a:cubicBezTo>
                  <a:cubicBezTo>
                    <a:pt x="431430" y="94923"/>
                    <a:pt x="390711" y="82948"/>
                    <a:pt x="385164" y="75762"/>
                  </a:cubicBezTo>
                  <a:cubicBezTo>
                    <a:pt x="379617" y="68576"/>
                    <a:pt x="371675" y="62146"/>
                    <a:pt x="355665" y="60634"/>
                  </a:cubicBezTo>
                  <a:cubicBezTo>
                    <a:pt x="339781" y="58995"/>
                    <a:pt x="340537" y="51053"/>
                    <a:pt x="326166" y="42355"/>
                  </a:cubicBezTo>
                  <a:cubicBezTo>
                    <a:pt x="314190" y="35043"/>
                    <a:pt x="295658" y="15503"/>
                    <a:pt x="289355" y="4661"/>
                  </a:cubicBezTo>
                  <a:cubicBezTo>
                    <a:pt x="279648" y="3653"/>
                    <a:pt x="265907" y="1635"/>
                    <a:pt x="263133" y="4913"/>
                  </a:cubicBezTo>
                  <a:cubicBezTo>
                    <a:pt x="259225" y="9578"/>
                    <a:pt x="252922" y="31639"/>
                    <a:pt x="247501" y="20671"/>
                  </a:cubicBezTo>
                  <a:cubicBezTo>
                    <a:pt x="241954" y="9703"/>
                    <a:pt x="228718" y="9703"/>
                    <a:pt x="216867" y="8065"/>
                  </a:cubicBezTo>
                  <a:cubicBezTo>
                    <a:pt x="205143" y="6552"/>
                    <a:pt x="205900" y="-4416"/>
                    <a:pt x="193293" y="8821"/>
                  </a:cubicBezTo>
                  <a:cubicBezTo>
                    <a:pt x="187746" y="14746"/>
                    <a:pt x="180435" y="20671"/>
                    <a:pt x="173879" y="24831"/>
                  </a:cubicBezTo>
                  <a:cubicBezTo>
                    <a:pt x="173123" y="37564"/>
                    <a:pt x="170728" y="51809"/>
                    <a:pt x="168458" y="55843"/>
                  </a:cubicBezTo>
                  <a:cubicBezTo>
                    <a:pt x="165307" y="61390"/>
                    <a:pt x="138959" y="73366"/>
                    <a:pt x="138203" y="79796"/>
                  </a:cubicBezTo>
                  <a:cubicBezTo>
                    <a:pt x="137446" y="86099"/>
                    <a:pt x="141354" y="94923"/>
                    <a:pt x="136564" y="98958"/>
                  </a:cubicBezTo>
                  <a:cubicBezTo>
                    <a:pt x="131773" y="102866"/>
                    <a:pt x="147658" y="122784"/>
                    <a:pt x="138959" y="127574"/>
                  </a:cubicBezTo>
                  <a:cubicBezTo>
                    <a:pt x="130135" y="132365"/>
                    <a:pt x="145262" y="140307"/>
                    <a:pt x="139715" y="145097"/>
                  </a:cubicBezTo>
                  <a:cubicBezTo>
                    <a:pt x="134169" y="149888"/>
                    <a:pt x="123831" y="152283"/>
                    <a:pt x="123831" y="157830"/>
                  </a:cubicBezTo>
                  <a:cubicBezTo>
                    <a:pt x="123831" y="163377"/>
                    <a:pt x="123075" y="176992"/>
                    <a:pt x="115889" y="180144"/>
                  </a:cubicBezTo>
                  <a:cubicBezTo>
                    <a:pt x="108704" y="183295"/>
                    <a:pt x="103913" y="195271"/>
                    <a:pt x="103913" y="204096"/>
                  </a:cubicBezTo>
                  <a:cubicBezTo>
                    <a:pt x="103913" y="212921"/>
                    <a:pt x="92819" y="207247"/>
                    <a:pt x="96727" y="218467"/>
                  </a:cubicBezTo>
                  <a:cubicBezTo>
                    <a:pt x="100761" y="229687"/>
                    <a:pt x="105426" y="243176"/>
                    <a:pt x="96727" y="245571"/>
                  </a:cubicBezTo>
                  <a:cubicBezTo>
                    <a:pt x="87903" y="247967"/>
                    <a:pt x="90298" y="266246"/>
                    <a:pt x="85508" y="266246"/>
                  </a:cubicBezTo>
                  <a:cubicBezTo>
                    <a:pt x="80717" y="266246"/>
                    <a:pt x="78322" y="285408"/>
                    <a:pt x="85508" y="294863"/>
                  </a:cubicBezTo>
                  <a:cubicBezTo>
                    <a:pt x="92693" y="304443"/>
                    <a:pt x="94332" y="312386"/>
                    <a:pt x="94332" y="321210"/>
                  </a:cubicBezTo>
                  <a:cubicBezTo>
                    <a:pt x="94332" y="329909"/>
                    <a:pt x="103913" y="334699"/>
                    <a:pt x="100635" y="344280"/>
                  </a:cubicBezTo>
                  <a:cubicBezTo>
                    <a:pt x="97484" y="353861"/>
                    <a:pt x="98996" y="362560"/>
                    <a:pt x="93450" y="366594"/>
                  </a:cubicBezTo>
                  <a:cubicBezTo>
                    <a:pt x="87903" y="370628"/>
                    <a:pt x="92693" y="382478"/>
                    <a:pt x="85508" y="385756"/>
                  </a:cubicBezTo>
                  <a:cubicBezTo>
                    <a:pt x="78322" y="388907"/>
                    <a:pt x="91054" y="414372"/>
                    <a:pt x="85508" y="419163"/>
                  </a:cubicBezTo>
                  <a:cubicBezTo>
                    <a:pt x="79961" y="423953"/>
                    <a:pt x="65589" y="427987"/>
                    <a:pt x="65589" y="445510"/>
                  </a:cubicBezTo>
                  <a:cubicBezTo>
                    <a:pt x="65589" y="463034"/>
                    <a:pt x="68237" y="472992"/>
                    <a:pt x="66346" y="480556"/>
                  </a:cubicBezTo>
                  <a:cubicBezTo>
                    <a:pt x="64707" y="486860"/>
                    <a:pt x="74288" y="485347"/>
                    <a:pt x="72775" y="495684"/>
                  </a:cubicBezTo>
                  <a:cubicBezTo>
                    <a:pt x="71136" y="506022"/>
                    <a:pt x="58404" y="499592"/>
                    <a:pt x="57647" y="506022"/>
                  </a:cubicBezTo>
                  <a:cubicBezTo>
                    <a:pt x="56891" y="512451"/>
                    <a:pt x="60799" y="525183"/>
                    <a:pt x="56008" y="525940"/>
                  </a:cubicBezTo>
                  <a:cubicBezTo>
                    <a:pt x="51218" y="526696"/>
                    <a:pt x="48823" y="531487"/>
                    <a:pt x="48823" y="542707"/>
                  </a:cubicBezTo>
                  <a:cubicBezTo>
                    <a:pt x="48823" y="553800"/>
                    <a:pt x="42393" y="555439"/>
                    <a:pt x="41637" y="560986"/>
                  </a:cubicBezTo>
                  <a:cubicBezTo>
                    <a:pt x="40880" y="566533"/>
                    <a:pt x="47184" y="572962"/>
                    <a:pt x="47184" y="579265"/>
                  </a:cubicBezTo>
                  <a:cubicBezTo>
                    <a:pt x="47184" y="585695"/>
                    <a:pt x="51092" y="607126"/>
                    <a:pt x="45545" y="608008"/>
                  </a:cubicBezTo>
                  <a:cubicBezTo>
                    <a:pt x="39998" y="608765"/>
                    <a:pt x="36847" y="632717"/>
                    <a:pt x="41637" y="635869"/>
                  </a:cubicBezTo>
                  <a:cubicBezTo>
                    <a:pt x="46427" y="639020"/>
                    <a:pt x="46427" y="645450"/>
                    <a:pt x="44032" y="650240"/>
                  </a:cubicBezTo>
                  <a:cubicBezTo>
                    <a:pt x="41637" y="655030"/>
                    <a:pt x="55126" y="659821"/>
                    <a:pt x="48066" y="667007"/>
                  </a:cubicBezTo>
                  <a:cubicBezTo>
                    <a:pt x="40880" y="674192"/>
                    <a:pt x="46553" y="683395"/>
                    <a:pt x="56008" y="680496"/>
                  </a:cubicBezTo>
                  <a:cubicBezTo>
                    <a:pt x="63950" y="678100"/>
                    <a:pt x="68741" y="692472"/>
                    <a:pt x="60042" y="692472"/>
                  </a:cubicBezTo>
                  <a:cubicBezTo>
                    <a:pt x="51218" y="692472"/>
                    <a:pt x="42519" y="692472"/>
                    <a:pt x="49705" y="698019"/>
                  </a:cubicBezTo>
                  <a:cubicBezTo>
                    <a:pt x="56891" y="703565"/>
                    <a:pt x="64076" y="711508"/>
                    <a:pt x="53739" y="715542"/>
                  </a:cubicBezTo>
                  <a:cubicBezTo>
                    <a:pt x="43402" y="719576"/>
                    <a:pt x="52100" y="726636"/>
                    <a:pt x="49705" y="736216"/>
                  </a:cubicBezTo>
                  <a:cubicBezTo>
                    <a:pt x="47310" y="745797"/>
                    <a:pt x="56891" y="754496"/>
                    <a:pt x="48949" y="756891"/>
                  </a:cubicBezTo>
                  <a:cubicBezTo>
                    <a:pt x="41007" y="759286"/>
                    <a:pt x="52100" y="773658"/>
                    <a:pt x="41007" y="775170"/>
                  </a:cubicBezTo>
                  <a:cubicBezTo>
                    <a:pt x="29913" y="776809"/>
                    <a:pt x="36972" y="787147"/>
                    <a:pt x="29913" y="792693"/>
                  </a:cubicBezTo>
                  <a:cubicBezTo>
                    <a:pt x="22727" y="798240"/>
                    <a:pt x="39494" y="807821"/>
                    <a:pt x="30669" y="813368"/>
                  </a:cubicBezTo>
                  <a:cubicBezTo>
                    <a:pt x="21971" y="818915"/>
                    <a:pt x="28274" y="831648"/>
                    <a:pt x="19575" y="831648"/>
                  </a:cubicBezTo>
                  <a:cubicBezTo>
                    <a:pt x="10751" y="831648"/>
                    <a:pt x="5960" y="843624"/>
                    <a:pt x="5204" y="849171"/>
                  </a:cubicBezTo>
                  <a:cubicBezTo>
                    <a:pt x="4448" y="854718"/>
                    <a:pt x="-1225" y="865937"/>
                    <a:pt x="5960" y="873879"/>
                  </a:cubicBezTo>
                  <a:cubicBezTo>
                    <a:pt x="13146" y="881822"/>
                    <a:pt x="4322" y="888251"/>
                    <a:pt x="10751" y="891402"/>
                  </a:cubicBezTo>
                  <a:cubicBezTo>
                    <a:pt x="17180" y="894554"/>
                    <a:pt x="38611" y="889764"/>
                    <a:pt x="35460" y="899344"/>
                  </a:cubicBezTo>
                  <a:cubicBezTo>
                    <a:pt x="32308" y="908925"/>
                    <a:pt x="33065" y="929600"/>
                    <a:pt x="37098" y="929600"/>
                  </a:cubicBezTo>
                  <a:cubicBezTo>
                    <a:pt x="41133" y="929600"/>
                    <a:pt x="43528" y="941576"/>
                    <a:pt x="49831" y="940694"/>
                  </a:cubicBezTo>
                  <a:cubicBezTo>
                    <a:pt x="56260" y="939937"/>
                    <a:pt x="84877" y="936660"/>
                    <a:pt x="96853" y="939937"/>
                  </a:cubicBezTo>
                  <a:cubicBezTo>
                    <a:pt x="102778" y="941450"/>
                    <a:pt x="107695" y="944980"/>
                    <a:pt x="111099" y="948132"/>
                  </a:cubicBezTo>
                  <a:cubicBezTo>
                    <a:pt x="117906" y="945106"/>
                    <a:pt x="132908" y="954813"/>
                    <a:pt x="136312" y="951536"/>
                  </a:cubicBezTo>
                  <a:cubicBezTo>
                    <a:pt x="140472" y="947375"/>
                    <a:pt x="121562" y="932121"/>
                    <a:pt x="122192" y="926826"/>
                  </a:cubicBezTo>
                  <a:cubicBezTo>
                    <a:pt x="122823" y="921532"/>
                    <a:pt x="119293" y="912707"/>
                    <a:pt x="119293" y="906782"/>
                  </a:cubicBezTo>
                  <a:cubicBezTo>
                    <a:pt x="119293" y="900857"/>
                    <a:pt x="116394" y="887999"/>
                    <a:pt x="124588" y="882074"/>
                  </a:cubicBezTo>
                  <a:cubicBezTo>
                    <a:pt x="132782" y="876148"/>
                    <a:pt x="133412" y="870350"/>
                    <a:pt x="138707" y="871484"/>
                  </a:cubicBezTo>
                  <a:cubicBezTo>
                    <a:pt x="144002" y="872619"/>
                    <a:pt x="154591" y="866694"/>
                    <a:pt x="155222" y="852574"/>
                  </a:cubicBezTo>
                  <a:cubicBezTo>
                    <a:pt x="155852" y="838455"/>
                    <a:pt x="162281" y="833160"/>
                    <a:pt x="174005" y="823201"/>
                  </a:cubicBezTo>
                  <a:cubicBezTo>
                    <a:pt x="186864" y="812360"/>
                    <a:pt x="208169" y="802022"/>
                    <a:pt x="205143" y="797358"/>
                  </a:cubicBezTo>
                  <a:cubicBezTo>
                    <a:pt x="202244" y="792693"/>
                    <a:pt x="209808" y="777314"/>
                    <a:pt x="209808" y="771515"/>
                  </a:cubicBezTo>
                  <a:cubicBezTo>
                    <a:pt x="209808" y="765590"/>
                    <a:pt x="189763" y="766850"/>
                    <a:pt x="183334" y="764455"/>
                  </a:cubicBezTo>
                  <a:cubicBezTo>
                    <a:pt x="176905" y="762060"/>
                    <a:pt x="153330" y="745671"/>
                    <a:pt x="165055" y="723862"/>
                  </a:cubicBezTo>
                  <a:cubicBezTo>
                    <a:pt x="176779" y="702053"/>
                    <a:pt x="201487" y="699657"/>
                    <a:pt x="208547" y="699153"/>
                  </a:cubicBezTo>
                  <a:cubicBezTo>
                    <a:pt x="215607" y="698523"/>
                    <a:pt x="209177" y="688564"/>
                    <a:pt x="214976" y="685034"/>
                  </a:cubicBezTo>
                  <a:cubicBezTo>
                    <a:pt x="220901" y="681504"/>
                    <a:pt x="222036" y="675579"/>
                    <a:pt x="222036" y="666755"/>
                  </a:cubicBezTo>
                  <a:cubicBezTo>
                    <a:pt x="222036" y="656795"/>
                    <a:pt x="222036" y="640911"/>
                    <a:pt x="232625" y="639650"/>
                  </a:cubicBezTo>
                  <a:cubicBezTo>
                    <a:pt x="243215" y="638516"/>
                    <a:pt x="246114" y="632591"/>
                    <a:pt x="239685" y="630826"/>
                  </a:cubicBezTo>
                  <a:cubicBezTo>
                    <a:pt x="233256" y="629061"/>
                    <a:pt x="230230" y="621371"/>
                    <a:pt x="240820" y="620237"/>
                  </a:cubicBezTo>
                  <a:cubicBezTo>
                    <a:pt x="251409" y="619102"/>
                    <a:pt x="247879" y="629061"/>
                    <a:pt x="255569" y="629061"/>
                  </a:cubicBezTo>
                  <a:cubicBezTo>
                    <a:pt x="263259" y="629061"/>
                    <a:pt x="276118" y="616076"/>
                    <a:pt x="266159" y="608512"/>
                  </a:cubicBezTo>
                  <a:cubicBezTo>
                    <a:pt x="256200" y="600823"/>
                    <a:pt x="253174" y="612042"/>
                    <a:pt x="247879" y="613177"/>
                  </a:cubicBezTo>
                  <a:cubicBezTo>
                    <a:pt x="242585" y="614312"/>
                    <a:pt x="238424" y="606117"/>
                    <a:pt x="233130" y="606117"/>
                  </a:cubicBezTo>
                  <a:cubicBezTo>
                    <a:pt x="227835" y="606117"/>
                    <a:pt x="231365" y="591368"/>
                    <a:pt x="228969" y="586073"/>
                  </a:cubicBezTo>
                  <a:cubicBezTo>
                    <a:pt x="226574" y="580778"/>
                    <a:pt x="223044" y="567794"/>
                    <a:pt x="227835" y="561364"/>
                  </a:cubicBezTo>
                  <a:cubicBezTo>
                    <a:pt x="232499" y="554935"/>
                    <a:pt x="252544" y="571323"/>
                    <a:pt x="270193" y="572584"/>
                  </a:cubicBezTo>
                  <a:cubicBezTo>
                    <a:pt x="287842" y="573719"/>
                    <a:pt x="300827" y="563759"/>
                    <a:pt x="300827" y="557330"/>
                  </a:cubicBezTo>
                  <a:cubicBezTo>
                    <a:pt x="300827" y="550901"/>
                    <a:pt x="292632" y="539051"/>
                    <a:pt x="303222" y="531991"/>
                  </a:cubicBezTo>
                  <a:cubicBezTo>
                    <a:pt x="313811" y="524932"/>
                    <a:pt x="304987" y="522536"/>
                    <a:pt x="302087" y="513081"/>
                  </a:cubicBezTo>
                  <a:cubicBezTo>
                    <a:pt x="299188" y="503626"/>
                    <a:pt x="306752" y="497827"/>
                    <a:pt x="311542" y="502492"/>
                  </a:cubicBezTo>
                  <a:cubicBezTo>
                    <a:pt x="316206" y="507156"/>
                    <a:pt x="351001" y="504257"/>
                    <a:pt x="379743" y="498332"/>
                  </a:cubicBezTo>
                  <a:cubicBezTo>
                    <a:pt x="408612" y="492406"/>
                    <a:pt x="428657" y="481817"/>
                    <a:pt x="430295" y="473623"/>
                  </a:cubicBezTo>
                  <a:cubicBezTo>
                    <a:pt x="432060" y="465429"/>
                    <a:pt x="450340" y="446015"/>
                    <a:pt x="454374" y="438955"/>
                  </a:cubicBezTo>
                  <a:cubicBezTo>
                    <a:pt x="458534" y="431895"/>
                    <a:pt x="455004" y="423071"/>
                    <a:pt x="443154" y="421306"/>
                  </a:cubicBezTo>
                  <a:cubicBezTo>
                    <a:pt x="431430" y="419541"/>
                    <a:pt x="431934" y="406052"/>
                    <a:pt x="438490" y="398362"/>
                  </a:cubicBezTo>
                  <a:cubicBezTo>
                    <a:pt x="444919" y="390672"/>
                    <a:pt x="434960" y="383612"/>
                    <a:pt x="423740" y="382478"/>
                  </a:cubicBezTo>
                  <a:cubicBezTo>
                    <a:pt x="412520" y="381343"/>
                    <a:pt x="394871" y="373653"/>
                    <a:pt x="404956" y="364199"/>
                  </a:cubicBezTo>
                  <a:cubicBezTo>
                    <a:pt x="409747" y="359660"/>
                    <a:pt x="412142" y="360543"/>
                    <a:pt x="414537" y="362560"/>
                  </a:cubicBezTo>
                  <a:cubicBezTo>
                    <a:pt x="416176" y="358021"/>
                    <a:pt x="417815" y="352727"/>
                    <a:pt x="416554" y="351466"/>
                  </a:cubicBezTo>
                  <a:cubicBezTo>
                    <a:pt x="414159" y="349071"/>
                    <a:pt x="408234" y="352096"/>
                    <a:pt x="408864" y="335330"/>
                  </a:cubicBezTo>
                  <a:cubicBezTo>
                    <a:pt x="409495" y="318689"/>
                    <a:pt x="415420" y="322219"/>
                    <a:pt x="416050" y="300788"/>
                  </a:cubicBezTo>
                  <a:cubicBezTo>
                    <a:pt x="416554" y="279357"/>
                    <a:pt x="425001" y="266750"/>
                    <a:pt x="425001" y="255530"/>
                  </a:cubicBezTo>
                  <a:cubicBezTo>
                    <a:pt x="425001" y="244184"/>
                    <a:pt x="445297" y="231074"/>
                    <a:pt x="456643" y="212668"/>
                  </a:cubicBezTo>
                  <a:cubicBezTo>
                    <a:pt x="467989" y="194137"/>
                    <a:pt x="492446" y="170941"/>
                    <a:pt x="502531" y="164385"/>
                  </a:cubicBezTo>
                  <a:cubicBezTo>
                    <a:pt x="512616" y="157830"/>
                    <a:pt x="532282" y="152409"/>
                    <a:pt x="534677" y="146484"/>
                  </a:cubicBezTo>
                  <a:cubicBezTo>
                    <a:pt x="536946" y="140559"/>
                    <a:pt x="534551" y="108413"/>
                    <a:pt x="529761" y="106017"/>
                  </a:cubicBezTo>
                  <a:close/>
                </a:path>
              </a:pathLst>
            </a:custGeom>
            <a:grpFill/>
            <a:ln w="1270" cap="flat">
              <a:solidFill>
                <a:schemeClr val="bg1"/>
              </a:solidFill>
              <a:prstDash val="solid"/>
              <a:miter/>
            </a:ln>
          </p:spPr>
          <p:txBody>
            <a:bodyPr rtlCol="0" anchor="ctr"/>
            <a:lstStyle/>
            <a:p>
              <a:endParaRPr lang="ko-KR" altLang="en-US"/>
            </a:p>
          </p:txBody>
        </p:sp>
        <p:sp>
          <p:nvSpPr>
            <p:cNvPr id="127" name="자유형: 도형 107">
              <a:extLst>
                <a:ext uri="{FF2B5EF4-FFF2-40B4-BE49-F238E27FC236}">
                  <a16:creationId xmlns:a16="http://schemas.microsoft.com/office/drawing/2014/main" id="{98CCEE32-2D8B-8D42-A28A-8792A30C18A2}"/>
                </a:ext>
              </a:extLst>
            </p:cNvPr>
            <p:cNvSpPr/>
            <p:nvPr/>
          </p:nvSpPr>
          <p:spPr>
            <a:xfrm>
              <a:off x="3769083" y="5047949"/>
              <a:ext cx="226917" cy="1197618"/>
            </a:xfrm>
            <a:custGeom>
              <a:avLst/>
              <a:gdLst>
                <a:gd name="connsiteX0" fmla="*/ 106785 w 226917"/>
                <a:gd name="connsiteY0" fmla="*/ 1062920 h 1197617"/>
                <a:gd name="connsiteX1" fmla="*/ 94053 w 226917"/>
                <a:gd name="connsiteY1" fmla="*/ 1051827 h 1197617"/>
                <a:gd name="connsiteX2" fmla="*/ 92414 w 226917"/>
                <a:gd name="connsiteY2" fmla="*/ 1021571 h 1197617"/>
                <a:gd name="connsiteX3" fmla="*/ 67705 w 226917"/>
                <a:gd name="connsiteY3" fmla="*/ 1013629 h 1197617"/>
                <a:gd name="connsiteX4" fmla="*/ 62915 w 226917"/>
                <a:gd name="connsiteY4" fmla="*/ 996106 h 1197617"/>
                <a:gd name="connsiteX5" fmla="*/ 62158 w 226917"/>
                <a:gd name="connsiteY5" fmla="*/ 971397 h 1197617"/>
                <a:gd name="connsiteX6" fmla="*/ 76530 w 226917"/>
                <a:gd name="connsiteY6" fmla="*/ 953874 h 1197617"/>
                <a:gd name="connsiteX7" fmla="*/ 87623 w 226917"/>
                <a:gd name="connsiteY7" fmla="*/ 935595 h 1197617"/>
                <a:gd name="connsiteX8" fmla="*/ 86867 w 226917"/>
                <a:gd name="connsiteY8" fmla="*/ 914920 h 1197617"/>
                <a:gd name="connsiteX9" fmla="*/ 97961 w 226917"/>
                <a:gd name="connsiteY9" fmla="*/ 897397 h 1197617"/>
                <a:gd name="connsiteX10" fmla="*/ 105903 w 226917"/>
                <a:gd name="connsiteY10" fmla="*/ 879118 h 1197617"/>
                <a:gd name="connsiteX11" fmla="*/ 106659 w 226917"/>
                <a:gd name="connsiteY11" fmla="*/ 858443 h 1197617"/>
                <a:gd name="connsiteX12" fmla="*/ 110693 w 226917"/>
                <a:gd name="connsiteY12" fmla="*/ 837768 h 1197617"/>
                <a:gd name="connsiteX13" fmla="*/ 106659 w 226917"/>
                <a:gd name="connsiteY13" fmla="*/ 820245 h 1197617"/>
                <a:gd name="connsiteX14" fmla="*/ 116997 w 226917"/>
                <a:gd name="connsiteY14" fmla="*/ 814698 h 1197617"/>
                <a:gd name="connsiteX15" fmla="*/ 112963 w 226917"/>
                <a:gd name="connsiteY15" fmla="*/ 802722 h 1197617"/>
                <a:gd name="connsiteX16" fmla="*/ 105020 w 226917"/>
                <a:gd name="connsiteY16" fmla="*/ 789233 h 1197617"/>
                <a:gd name="connsiteX17" fmla="*/ 100986 w 226917"/>
                <a:gd name="connsiteY17" fmla="*/ 772466 h 1197617"/>
                <a:gd name="connsiteX18" fmla="*/ 98591 w 226917"/>
                <a:gd name="connsiteY18" fmla="*/ 758095 h 1197617"/>
                <a:gd name="connsiteX19" fmla="*/ 102499 w 226917"/>
                <a:gd name="connsiteY19" fmla="*/ 730235 h 1197617"/>
                <a:gd name="connsiteX20" fmla="*/ 104138 w 226917"/>
                <a:gd name="connsiteY20" fmla="*/ 701492 h 1197617"/>
                <a:gd name="connsiteX21" fmla="*/ 98591 w 226917"/>
                <a:gd name="connsiteY21" fmla="*/ 683213 h 1197617"/>
                <a:gd name="connsiteX22" fmla="*/ 105777 w 226917"/>
                <a:gd name="connsiteY22" fmla="*/ 664933 h 1197617"/>
                <a:gd name="connsiteX23" fmla="*/ 112963 w 226917"/>
                <a:gd name="connsiteY23" fmla="*/ 648167 h 1197617"/>
                <a:gd name="connsiteX24" fmla="*/ 114601 w 226917"/>
                <a:gd name="connsiteY24" fmla="*/ 628248 h 1197617"/>
                <a:gd name="connsiteX25" fmla="*/ 129729 w 226917"/>
                <a:gd name="connsiteY25" fmla="*/ 617911 h 1197617"/>
                <a:gd name="connsiteX26" fmla="*/ 123300 w 226917"/>
                <a:gd name="connsiteY26" fmla="*/ 602783 h 1197617"/>
                <a:gd name="connsiteX27" fmla="*/ 122544 w 226917"/>
                <a:gd name="connsiteY27" fmla="*/ 567737 h 1197617"/>
                <a:gd name="connsiteX28" fmla="*/ 142462 w 226917"/>
                <a:gd name="connsiteY28" fmla="*/ 541389 h 1197617"/>
                <a:gd name="connsiteX29" fmla="*/ 142462 w 226917"/>
                <a:gd name="connsiteY29" fmla="*/ 507982 h 1197617"/>
                <a:gd name="connsiteX30" fmla="*/ 150404 w 226917"/>
                <a:gd name="connsiteY30" fmla="*/ 488820 h 1197617"/>
                <a:gd name="connsiteX31" fmla="*/ 157590 w 226917"/>
                <a:gd name="connsiteY31" fmla="*/ 466507 h 1197617"/>
                <a:gd name="connsiteX32" fmla="*/ 151286 w 226917"/>
                <a:gd name="connsiteY32" fmla="*/ 443437 h 1197617"/>
                <a:gd name="connsiteX33" fmla="*/ 142462 w 226917"/>
                <a:gd name="connsiteY33" fmla="*/ 417089 h 1197617"/>
                <a:gd name="connsiteX34" fmla="*/ 142462 w 226917"/>
                <a:gd name="connsiteY34" fmla="*/ 388473 h 1197617"/>
                <a:gd name="connsiteX35" fmla="*/ 153682 w 226917"/>
                <a:gd name="connsiteY35" fmla="*/ 367798 h 1197617"/>
                <a:gd name="connsiteX36" fmla="*/ 153682 w 226917"/>
                <a:gd name="connsiteY36" fmla="*/ 340694 h 1197617"/>
                <a:gd name="connsiteX37" fmla="*/ 160867 w 226917"/>
                <a:gd name="connsiteY37" fmla="*/ 326323 h 1197617"/>
                <a:gd name="connsiteX38" fmla="*/ 172844 w 226917"/>
                <a:gd name="connsiteY38" fmla="*/ 302370 h 1197617"/>
                <a:gd name="connsiteX39" fmla="*/ 180786 w 226917"/>
                <a:gd name="connsiteY39" fmla="*/ 280057 h 1197617"/>
                <a:gd name="connsiteX40" fmla="*/ 196670 w 226917"/>
                <a:gd name="connsiteY40" fmla="*/ 267324 h 1197617"/>
                <a:gd name="connsiteX41" fmla="*/ 195913 w 226917"/>
                <a:gd name="connsiteY41" fmla="*/ 249801 h 1197617"/>
                <a:gd name="connsiteX42" fmla="*/ 193518 w 226917"/>
                <a:gd name="connsiteY42" fmla="*/ 221184 h 1197617"/>
                <a:gd name="connsiteX43" fmla="*/ 195157 w 226917"/>
                <a:gd name="connsiteY43" fmla="*/ 202022 h 1197617"/>
                <a:gd name="connsiteX44" fmla="*/ 225413 w 226917"/>
                <a:gd name="connsiteY44" fmla="*/ 178070 h 1197617"/>
                <a:gd name="connsiteX45" fmla="*/ 230833 w 226917"/>
                <a:gd name="connsiteY45" fmla="*/ 147058 h 1197617"/>
                <a:gd name="connsiteX46" fmla="*/ 214193 w 226917"/>
                <a:gd name="connsiteY46" fmla="*/ 152227 h 1197617"/>
                <a:gd name="connsiteX47" fmla="*/ 207890 w 226917"/>
                <a:gd name="connsiteY47" fmla="*/ 123232 h 1197617"/>
                <a:gd name="connsiteX48" fmla="*/ 198435 w 226917"/>
                <a:gd name="connsiteY48" fmla="*/ 98901 h 1197617"/>
                <a:gd name="connsiteX49" fmla="*/ 188980 w 226917"/>
                <a:gd name="connsiteY49" fmla="*/ 76966 h 1197617"/>
                <a:gd name="connsiteX50" fmla="*/ 194527 w 226917"/>
                <a:gd name="connsiteY50" fmla="*/ 58182 h 1197617"/>
                <a:gd name="connsiteX51" fmla="*/ 183559 w 226917"/>
                <a:gd name="connsiteY51" fmla="*/ 43306 h 1197617"/>
                <a:gd name="connsiteX52" fmla="*/ 177256 w 226917"/>
                <a:gd name="connsiteY52" fmla="*/ 15068 h 1197617"/>
                <a:gd name="connsiteX53" fmla="*/ 165532 w 226917"/>
                <a:gd name="connsiteY53" fmla="*/ 3344 h 1197617"/>
                <a:gd name="connsiteX54" fmla="*/ 154564 w 226917"/>
                <a:gd name="connsiteY54" fmla="*/ 24523 h 1197617"/>
                <a:gd name="connsiteX55" fmla="*/ 148765 w 226917"/>
                <a:gd name="connsiteY55" fmla="*/ 28683 h 1197617"/>
                <a:gd name="connsiteX56" fmla="*/ 149017 w 226917"/>
                <a:gd name="connsiteY56" fmla="*/ 52509 h 1197617"/>
                <a:gd name="connsiteX57" fmla="*/ 150782 w 226917"/>
                <a:gd name="connsiteY57" fmla="*/ 120836 h 1197617"/>
                <a:gd name="connsiteX58" fmla="*/ 140193 w 226917"/>
                <a:gd name="connsiteY58" fmla="*/ 160799 h 1197617"/>
                <a:gd name="connsiteX59" fmla="*/ 143723 w 226917"/>
                <a:gd name="connsiteY59" fmla="*/ 176053 h 1197617"/>
                <a:gd name="connsiteX60" fmla="*/ 140823 w 226917"/>
                <a:gd name="connsiteY60" fmla="*/ 211351 h 1197617"/>
                <a:gd name="connsiteX61" fmla="*/ 129099 w 226917"/>
                <a:gd name="connsiteY61" fmla="*/ 271989 h 1197617"/>
                <a:gd name="connsiteX62" fmla="*/ 122039 w 226917"/>
                <a:gd name="connsiteY62" fmla="*/ 299597 h 1197617"/>
                <a:gd name="connsiteX63" fmla="*/ 110315 w 226917"/>
                <a:gd name="connsiteY63" fmla="*/ 322540 h 1197617"/>
                <a:gd name="connsiteX64" fmla="*/ 120274 w 226917"/>
                <a:gd name="connsiteY64" fmla="*/ 354309 h 1197617"/>
                <a:gd name="connsiteX65" fmla="*/ 110315 w 226917"/>
                <a:gd name="connsiteY65" fmla="*/ 383178 h 1197617"/>
                <a:gd name="connsiteX66" fmla="*/ 110315 w 226917"/>
                <a:gd name="connsiteY66" fmla="*/ 441420 h 1197617"/>
                <a:gd name="connsiteX67" fmla="*/ 104390 w 226917"/>
                <a:gd name="connsiteY67" fmla="*/ 459699 h 1197617"/>
                <a:gd name="connsiteX68" fmla="*/ 94935 w 226917"/>
                <a:gd name="connsiteY68" fmla="*/ 492728 h 1197617"/>
                <a:gd name="connsiteX69" fmla="*/ 74387 w 226917"/>
                <a:gd name="connsiteY69" fmla="*/ 549205 h 1197617"/>
                <a:gd name="connsiteX70" fmla="*/ 62032 w 226917"/>
                <a:gd name="connsiteY70" fmla="*/ 570384 h 1197617"/>
                <a:gd name="connsiteX71" fmla="*/ 58502 w 226917"/>
                <a:gd name="connsiteY71" fmla="*/ 589798 h 1197617"/>
                <a:gd name="connsiteX72" fmla="*/ 62032 w 226917"/>
                <a:gd name="connsiteY72" fmla="*/ 623332 h 1197617"/>
                <a:gd name="connsiteX73" fmla="*/ 63167 w 226917"/>
                <a:gd name="connsiteY73" fmla="*/ 650436 h 1197617"/>
                <a:gd name="connsiteX74" fmla="*/ 54973 w 226917"/>
                <a:gd name="connsiteY74" fmla="*/ 672749 h 1197617"/>
                <a:gd name="connsiteX75" fmla="*/ 51443 w 226917"/>
                <a:gd name="connsiteY75" fmla="*/ 703887 h 1197617"/>
                <a:gd name="connsiteX76" fmla="*/ 49048 w 226917"/>
                <a:gd name="connsiteY76" fmla="*/ 719771 h 1197617"/>
                <a:gd name="connsiteX77" fmla="*/ 37828 w 226917"/>
                <a:gd name="connsiteY77" fmla="*/ 748640 h 1197617"/>
                <a:gd name="connsiteX78" fmla="*/ 50182 w 226917"/>
                <a:gd name="connsiteY78" fmla="*/ 766289 h 1197617"/>
                <a:gd name="connsiteX79" fmla="*/ 61906 w 226917"/>
                <a:gd name="connsiteY79" fmla="*/ 718637 h 1197617"/>
                <a:gd name="connsiteX80" fmla="*/ 71865 w 226917"/>
                <a:gd name="connsiteY80" fmla="*/ 708678 h 1197617"/>
                <a:gd name="connsiteX81" fmla="*/ 78925 w 226917"/>
                <a:gd name="connsiteY81" fmla="*/ 718637 h 1197617"/>
                <a:gd name="connsiteX82" fmla="*/ 80690 w 226917"/>
                <a:gd name="connsiteY82" fmla="*/ 730361 h 1197617"/>
                <a:gd name="connsiteX83" fmla="*/ 78295 w 226917"/>
                <a:gd name="connsiteY83" fmla="*/ 752800 h 1197617"/>
                <a:gd name="connsiteX84" fmla="*/ 71865 w 226917"/>
                <a:gd name="connsiteY84" fmla="*/ 773979 h 1197617"/>
                <a:gd name="connsiteX85" fmla="*/ 67201 w 226917"/>
                <a:gd name="connsiteY85" fmla="*/ 790998 h 1197617"/>
                <a:gd name="connsiteX86" fmla="*/ 68336 w 226917"/>
                <a:gd name="connsiteY86" fmla="*/ 803983 h 1197617"/>
                <a:gd name="connsiteX87" fmla="*/ 67705 w 226917"/>
                <a:gd name="connsiteY87" fmla="*/ 815203 h 1197617"/>
                <a:gd name="connsiteX88" fmla="*/ 68840 w 226917"/>
                <a:gd name="connsiteY88" fmla="*/ 831087 h 1197617"/>
                <a:gd name="connsiteX89" fmla="*/ 55351 w 226917"/>
                <a:gd name="connsiteY89" fmla="*/ 838777 h 1197617"/>
                <a:gd name="connsiteX90" fmla="*/ 57746 w 226917"/>
                <a:gd name="connsiteY90" fmla="*/ 856426 h 1197617"/>
                <a:gd name="connsiteX91" fmla="*/ 40727 w 226917"/>
                <a:gd name="connsiteY91" fmla="*/ 849366 h 1197617"/>
                <a:gd name="connsiteX92" fmla="*/ 52451 w 226917"/>
                <a:gd name="connsiteY92" fmla="*/ 831717 h 1197617"/>
                <a:gd name="connsiteX93" fmla="*/ 38332 w 226917"/>
                <a:gd name="connsiteY93" fmla="*/ 812303 h 1197617"/>
                <a:gd name="connsiteX94" fmla="*/ 47157 w 226917"/>
                <a:gd name="connsiteY94" fmla="*/ 833482 h 1197617"/>
                <a:gd name="connsiteX95" fmla="*/ 33037 w 226917"/>
                <a:gd name="connsiteY95" fmla="*/ 839911 h 1197617"/>
                <a:gd name="connsiteX96" fmla="*/ 17784 w 226917"/>
                <a:gd name="connsiteY96" fmla="*/ 851131 h 1197617"/>
                <a:gd name="connsiteX97" fmla="*/ 18918 w 226917"/>
                <a:gd name="connsiteY97" fmla="*/ 864116 h 1197617"/>
                <a:gd name="connsiteX98" fmla="*/ 2404 w 226917"/>
                <a:gd name="connsiteY98" fmla="*/ 880000 h 1197617"/>
                <a:gd name="connsiteX99" fmla="*/ 8833 w 226917"/>
                <a:gd name="connsiteY99" fmla="*/ 881134 h 1197617"/>
                <a:gd name="connsiteX100" fmla="*/ 21187 w 226917"/>
                <a:gd name="connsiteY100" fmla="*/ 881134 h 1197617"/>
                <a:gd name="connsiteX101" fmla="*/ 36441 w 226917"/>
                <a:gd name="connsiteY101" fmla="*/ 882900 h 1197617"/>
                <a:gd name="connsiteX102" fmla="*/ 38836 w 226917"/>
                <a:gd name="connsiteY102" fmla="*/ 896389 h 1197617"/>
                <a:gd name="connsiteX103" fmla="*/ 30642 w 226917"/>
                <a:gd name="connsiteY103" fmla="*/ 912903 h 1197617"/>
                <a:gd name="connsiteX104" fmla="*/ 55351 w 226917"/>
                <a:gd name="connsiteY104" fmla="*/ 915298 h 1197617"/>
                <a:gd name="connsiteX105" fmla="*/ 55981 w 226917"/>
                <a:gd name="connsiteY105" fmla="*/ 925888 h 1197617"/>
                <a:gd name="connsiteX106" fmla="*/ 38332 w 226917"/>
                <a:gd name="connsiteY106" fmla="*/ 921727 h 1197617"/>
                <a:gd name="connsiteX107" fmla="*/ 22448 w 226917"/>
                <a:gd name="connsiteY107" fmla="*/ 922862 h 1197617"/>
                <a:gd name="connsiteX108" fmla="*/ 4799 w 226917"/>
                <a:gd name="connsiteY108" fmla="*/ 937612 h 1197617"/>
                <a:gd name="connsiteX109" fmla="*/ 14758 w 226917"/>
                <a:gd name="connsiteY109" fmla="*/ 949336 h 1197617"/>
                <a:gd name="connsiteX110" fmla="*/ 27743 w 226917"/>
                <a:gd name="connsiteY110" fmla="*/ 941142 h 1197617"/>
                <a:gd name="connsiteX111" fmla="*/ 38962 w 226917"/>
                <a:gd name="connsiteY111" fmla="*/ 942276 h 1197617"/>
                <a:gd name="connsiteX112" fmla="*/ 25473 w 226917"/>
                <a:gd name="connsiteY112" fmla="*/ 953496 h 1197617"/>
                <a:gd name="connsiteX113" fmla="*/ 11354 w 226917"/>
                <a:gd name="connsiteY113" fmla="*/ 969380 h 1197617"/>
                <a:gd name="connsiteX114" fmla="*/ 17279 w 226917"/>
                <a:gd name="connsiteY114" fmla="*/ 980600 h 1197617"/>
                <a:gd name="connsiteX115" fmla="*/ 23709 w 226917"/>
                <a:gd name="connsiteY115" fmla="*/ 988794 h 1197617"/>
                <a:gd name="connsiteX116" fmla="*/ 31903 w 226917"/>
                <a:gd name="connsiteY116" fmla="*/ 978205 h 1197617"/>
                <a:gd name="connsiteX117" fmla="*/ 43123 w 226917"/>
                <a:gd name="connsiteY117" fmla="*/ 965850 h 1197617"/>
                <a:gd name="connsiteX118" fmla="*/ 39593 w 226917"/>
                <a:gd name="connsiteY118" fmla="*/ 984634 h 1197617"/>
                <a:gd name="connsiteX119" fmla="*/ 35433 w 226917"/>
                <a:gd name="connsiteY119" fmla="*/ 1004678 h 1197617"/>
                <a:gd name="connsiteX120" fmla="*/ 28373 w 226917"/>
                <a:gd name="connsiteY120" fmla="*/ 1014638 h 1197617"/>
                <a:gd name="connsiteX121" fmla="*/ 19548 w 226917"/>
                <a:gd name="connsiteY121" fmla="*/ 1021697 h 1197617"/>
                <a:gd name="connsiteX122" fmla="*/ 18918 w 226917"/>
                <a:gd name="connsiteY122" fmla="*/ 1037581 h 1197617"/>
                <a:gd name="connsiteX123" fmla="*/ 33037 w 226917"/>
                <a:gd name="connsiteY123" fmla="*/ 1033421 h 1197617"/>
                <a:gd name="connsiteX124" fmla="*/ 46526 w 226917"/>
                <a:gd name="connsiteY124" fmla="*/ 1034051 h 1197617"/>
                <a:gd name="connsiteX125" fmla="*/ 51821 w 226917"/>
                <a:gd name="connsiteY125" fmla="*/ 1042876 h 1197617"/>
                <a:gd name="connsiteX126" fmla="*/ 39467 w 226917"/>
                <a:gd name="connsiteY126" fmla="*/ 1055230 h 1197617"/>
                <a:gd name="connsiteX127" fmla="*/ 55351 w 226917"/>
                <a:gd name="connsiteY127" fmla="*/ 1056995 h 1197617"/>
                <a:gd name="connsiteX128" fmla="*/ 64175 w 226917"/>
                <a:gd name="connsiteY128" fmla="*/ 1054096 h 1197617"/>
                <a:gd name="connsiteX129" fmla="*/ 81194 w 226917"/>
                <a:gd name="connsiteY129" fmla="*/ 1060021 h 1197617"/>
                <a:gd name="connsiteX130" fmla="*/ 57620 w 226917"/>
                <a:gd name="connsiteY130" fmla="*/ 1069476 h 1197617"/>
                <a:gd name="connsiteX131" fmla="*/ 49930 w 226917"/>
                <a:gd name="connsiteY131" fmla="*/ 1085360 h 1197617"/>
                <a:gd name="connsiteX132" fmla="*/ 69344 w 226917"/>
                <a:gd name="connsiteY132" fmla="*/ 1078931 h 1197617"/>
                <a:gd name="connsiteX133" fmla="*/ 109937 w 226917"/>
                <a:gd name="connsiteY133" fmla="*/ 1081326 h 1197617"/>
                <a:gd name="connsiteX134" fmla="*/ 93423 w 226917"/>
                <a:gd name="connsiteY134" fmla="*/ 1086621 h 1197617"/>
                <a:gd name="connsiteX135" fmla="*/ 76908 w 226917"/>
                <a:gd name="connsiteY135" fmla="*/ 1089646 h 1197617"/>
                <a:gd name="connsiteX136" fmla="*/ 62158 w 226917"/>
                <a:gd name="connsiteY136" fmla="*/ 1099101 h 1197617"/>
                <a:gd name="connsiteX137" fmla="*/ 62789 w 226917"/>
                <a:gd name="connsiteY137" fmla="*/ 1109690 h 1197617"/>
                <a:gd name="connsiteX138" fmla="*/ 86867 w 226917"/>
                <a:gd name="connsiteY138" fmla="*/ 1099732 h 1197617"/>
                <a:gd name="connsiteX139" fmla="*/ 116871 w 226917"/>
                <a:gd name="connsiteY139" fmla="*/ 1093807 h 1197617"/>
                <a:gd name="connsiteX140" fmla="*/ 96826 w 226917"/>
                <a:gd name="connsiteY140" fmla="*/ 1104900 h 1197617"/>
                <a:gd name="connsiteX141" fmla="*/ 83337 w 226917"/>
                <a:gd name="connsiteY141" fmla="*/ 1117885 h 1197617"/>
                <a:gd name="connsiteX142" fmla="*/ 55099 w 226917"/>
                <a:gd name="connsiteY142" fmla="*/ 1114355 h 1197617"/>
                <a:gd name="connsiteX143" fmla="*/ 57998 w 226917"/>
                <a:gd name="connsiteY143" fmla="*/ 1132004 h 1197617"/>
                <a:gd name="connsiteX144" fmla="*/ 80942 w 226917"/>
                <a:gd name="connsiteY144" fmla="*/ 1137299 h 1197617"/>
                <a:gd name="connsiteX145" fmla="*/ 97961 w 226917"/>
                <a:gd name="connsiteY145" fmla="*/ 1144358 h 1197617"/>
                <a:gd name="connsiteX146" fmla="*/ 93297 w 226917"/>
                <a:gd name="connsiteY146" fmla="*/ 1135534 h 1197617"/>
                <a:gd name="connsiteX147" fmla="*/ 103886 w 226917"/>
                <a:gd name="connsiteY147" fmla="*/ 1127844 h 1197617"/>
                <a:gd name="connsiteX148" fmla="*/ 124434 w 226917"/>
                <a:gd name="connsiteY148" fmla="*/ 1109060 h 1197617"/>
                <a:gd name="connsiteX149" fmla="*/ 148009 w 226917"/>
                <a:gd name="connsiteY149" fmla="*/ 1083721 h 1197617"/>
                <a:gd name="connsiteX150" fmla="*/ 144479 w 226917"/>
                <a:gd name="connsiteY150" fmla="*/ 1096706 h 1197617"/>
                <a:gd name="connsiteX151" fmla="*/ 140319 w 226917"/>
                <a:gd name="connsiteY151" fmla="*/ 1111960 h 1197617"/>
                <a:gd name="connsiteX152" fmla="*/ 164397 w 226917"/>
                <a:gd name="connsiteY152" fmla="*/ 1113094 h 1197617"/>
                <a:gd name="connsiteX153" fmla="*/ 149647 w 226917"/>
                <a:gd name="connsiteY153" fmla="*/ 1124818 h 1197617"/>
                <a:gd name="connsiteX154" fmla="*/ 150782 w 226917"/>
                <a:gd name="connsiteY154" fmla="*/ 1143602 h 1197617"/>
                <a:gd name="connsiteX155" fmla="*/ 139562 w 226917"/>
                <a:gd name="connsiteY155" fmla="*/ 1121793 h 1197617"/>
                <a:gd name="connsiteX156" fmla="*/ 134268 w 226917"/>
                <a:gd name="connsiteY156" fmla="*/ 1138307 h 1197617"/>
                <a:gd name="connsiteX157" fmla="*/ 121283 w 226917"/>
                <a:gd name="connsiteY157" fmla="*/ 1133517 h 1197617"/>
                <a:gd name="connsiteX158" fmla="*/ 114223 w 226917"/>
                <a:gd name="connsiteY158" fmla="*/ 1143476 h 1197617"/>
                <a:gd name="connsiteX159" fmla="*/ 100734 w 226917"/>
                <a:gd name="connsiteY159" fmla="*/ 1154066 h 1197617"/>
                <a:gd name="connsiteX160" fmla="*/ 120148 w 226917"/>
                <a:gd name="connsiteY160" fmla="*/ 1158226 h 1197617"/>
                <a:gd name="connsiteX161" fmla="*/ 133637 w 226917"/>
                <a:gd name="connsiteY161" fmla="*/ 1181800 h 1197617"/>
                <a:gd name="connsiteX162" fmla="*/ 143092 w 226917"/>
                <a:gd name="connsiteY162" fmla="*/ 1161251 h 1197617"/>
                <a:gd name="connsiteX163" fmla="*/ 161876 w 226917"/>
                <a:gd name="connsiteY163" fmla="*/ 1185960 h 1197617"/>
                <a:gd name="connsiteX164" fmla="*/ 171331 w 226917"/>
                <a:gd name="connsiteY164" fmla="*/ 1176505 h 1197617"/>
                <a:gd name="connsiteX165" fmla="*/ 198939 w 226917"/>
                <a:gd name="connsiteY165" fmla="*/ 1196549 h 1197617"/>
                <a:gd name="connsiteX166" fmla="*/ 195409 w 226917"/>
                <a:gd name="connsiteY166" fmla="*/ 1178900 h 1197617"/>
                <a:gd name="connsiteX167" fmla="*/ 210663 w 226917"/>
                <a:gd name="connsiteY167" fmla="*/ 1178900 h 1197617"/>
                <a:gd name="connsiteX168" fmla="*/ 228312 w 226917"/>
                <a:gd name="connsiteY168" fmla="*/ 1176505 h 1197617"/>
                <a:gd name="connsiteX169" fmla="*/ 232724 w 226917"/>
                <a:gd name="connsiteY169" fmla="*/ 1174866 h 1197617"/>
                <a:gd name="connsiteX170" fmla="*/ 187971 w 226917"/>
                <a:gd name="connsiteY170" fmla="*/ 1172471 h 1197617"/>
                <a:gd name="connsiteX171" fmla="*/ 187845 w 226917"/>
                <a:gd name="connsiteY171" fmla="*/ 1085108 h 1197617"/>
                <a:gd name="connsiteX172" fmla="*/ 185954 w 226917"/>
                <a:gd name="connsiteY172" fmla="*/ 1084730 h 1197617"/>
                <a:gd name="connsiteX173" fmla="*/ 164145 w 226917"/>
                <a:gd name="connsiteY173" fmla="*/ 1074771 h 1197617"/>
                <a:gd name="connsiteX174" fmla="*/ 167297 w 226917"/>
                <a:gd name="connsiteY174" fmla="*/ 1070863 h 1197617"/>
                <a:gd name="connsiteX175" fmla="*/ 153051 w 226917"/>
                <a:gd name="connsiteY175" fmla="*/ 1062668 h 1197617"/>
                <a:gd name="connsiteX176" fmla="*/ 106785 w 226917"/>
                <a:gd name="connsiteY176" fmla="*/ 1062920 h 1197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Lst>
              <a:rect l="l" t="t" r="r" b="b"/>
              <a:pathLst>
                <a:path w="226917" h="1197617">
                  <a:moveTo>
                    <a:pt x="106785" y="1062920"/>
                  </a:moveTo>
                  <a:cubicBezTo>
                    <a:pt x="100356" y="1063677"/>
                    <a:pt x="97961" y="1051827"/>
                    <a:pt x="94053" y="1051827"/>
                  </a:cubicBezTo>
                  <a:cubicBezTo>
                    <a:pt x="90019" y="1051827"/>
                    <a:pt x="89262" y="1031152"/>
                    <a:pt x="92414" y="1021571"/>
                  </a:cubicBezTo>
                  <a:cubicBezTo>
                    <a:pt x="95566" y="1011990"/>
                    <a:pt x="74135" y="1016781"/>
                    <a:pt x="67705" y="1013629"/>
                  </a:cubicBezTo>
                  <a:cubicBezTo>
                    <a:pt x="61402" y="1010477"/>
                    <a:pt x="70100" y="1004048"/>
                    <a:pt x="62915" y="996106"/>
                  </a:cubicBezTo>
                  <a:cubicBezTo>
                    <a:pt x="55729" y="988164"/>
                    <a:pt x="61276" y="976944"/>
                    <a:pt x="62158" y="971397"/>
                  </a:cubicBezTo>
                  <a:cubicBezTo>
                    <a:pt x="62915" y="965850"/>
                    <a:pt x="67705" y="953874"/>
                    <a:pt x="76530" y="953874"/>
                  </a:cubicBezTo>
                  <a:cubicBezTo>
                    <a:pt x="85228" y="953874"/>
                    <a:pt x="78925" y="941142"/>
                    <a:pt x="87623" y="935595"/>
                  </a:cubicBezTo>
                  <a:cubicBezTo>
                    <a:pt x="96448" y="930048"/>
                    <a:pt x="79681" y="920467"/>
                    <a:pt x="86867" y="914920"/>
                  </a:cubicBezTo>
                  <a:cubicBezTo>
                    <a:pt x="94053" y="909373"/>
                    <a:pt x="86867" y="898910"/>
                    <a:pt x="97961" y="897397"/>
                  </a:cubicBezTo>
                  <a:cubicBezTo>
                    <a:pt x="109055" y="895758"/>
                    <a:pt x="97961" y="881387"/>
                    <a:pt x="105903" y="879118"/>
                  </a:cubicBezTo>
                  <a:cubicBezTo>
                    <a:pt x="113845" y="876723"/>
                    <a:pt x="104264" y="868024"/>
                    <a:pt x="106659" y="858443"/>
                  </a:cubicBezTo>
                  <a:cubicBezTo>
                    <a:pt x="109055" y="848862"/>
                    <a:pt x="100230" y="841676"/>
                    <a:pt x="110693" y="837768"/>
                  </a:cubicBezTo>
                  <a:cubicBezTo>
                    <a:pt x="121031" y="833734"/>
                    <a:pt x="113845" y="825792"/>
                    <a:pt x="106659" y="820245"/>
                  </a:cubicBezTo>
                  <a:cubicBezTo>
                    <a:pt x="99474" y="814698"/>
                    <a:pt x="108298" y="814698"/>
                    <a:pt x="116997" y="814698"/>
                  </a:cubicBezTo>
                  <a:cubicBezTo>
                    <a:pt x="125695" y="814698"/>
                    <a:pt x="121031" y="800453"/>
                    <a:pt x="112963" y="802722"/>
                  </a:cubicBezTo>
                  <a:cubicBezTo>
                    <a:pt x="103508" y="805495"/>
                    <a:pt x="97835" y="796419"/>
                    <a:pt x="105020" y="789233"/>
                  </a:cubicBezTo>
                  <a:cubicBezTo>
                    <a:pt x="112206" y="782048"/>
                    <a:pt x="98717" y="777257"/>
                    <a:pt x="100986" y="772466"/>
                  </a:cubicBezTo>
                  <a:cubicBezTo>
                    <a:pt x="103382" y="767676"/>
                    <a:pt x="103382" y="761247"/>
                    <a:pt x="98591" y="758095"/>
                  </a:cubicBezTo>
                  <a:cubicBezTo>
                    <a:pt x="93801" y="754944"/>
                    <a:pt x="96952" y="730991"/>
                    <a:pt x="102499" y="730235"/>
                  </a:cubicBezTo>
                  <a:cubicBezTo>
                    <a:pt x="108046" y="729478"/>
                    <a:pt x="104138" y="707921"/>
                    <a:pt x="104138" y="701492"/>
                  </a:cubicBezTo>
                  <a:cubicBezTo>
                    <a:pt x="104138" y="695189"/>
                    <a:pt x="97709" y="688760"/>
                    <a:pt x="98591" y="683213"/>
                  </a:cubicBezTo>
                  <a:cubicBezTo>
                    <a:pt x="99348" y="677666"/>
                    <a:pt x="105777" y="676027"/>
                    <a:pt x="105777" y="664933"/>
                  </a:cubicBezTo>
                  <a:cubicBezTo>
                    <a:pt x="105777" y="653713"/>
                    <a:pt x="108172" y="649049"/>
                    <a:pt x="112963" y="648167"/>
                  </a:cubicBezTo>
                  <a:cubicBezTo>
                    <a:pt x="117753" y="647410"/>
                    <a:pt x="113719" y="634551"/>
                    <a:pt x="114601" y="628248"/>
                  </a:cubicBezTo>
                  <a:cubicBezTo>
                    <a:pt x="115358" y="621945"/>
                    <a:pt x="128090" y="628248"/>
                    <a:pt x="129729" y="617911"/>
                  </a:cubicBezTo>
                  <a:cubicBezTo>
                    <a:pt x="131368" y="607574"/>
                    <a:pt x="121787" y="609086"/>
                    <a:pt x="123300" y="602783"/>
                  </a:cubicBezTo>
                  <a:cubicBezTo>
                    <a:pt x="125191" y="595093"/>
                    <a:pt x="122544" y="585260"/>
                    <a:pt x="122544" y="567737"/>
                  </a:cubicBezTo>
                  <a:cubicBezTo>
                    <a:pt x="122544" y="550214"/>
                    <a:pt x="136915" y="546180"/>
                    <a:pt x="142462" y="541389"/>
                  </a:cubicBezTo>
                  <a:cubicBezTo>
                    <a:pt x="148009" y="536599"/>
                    <a:pt x="135276" y="511134"/>
                    <a:pt x="142462" y="507982"/>
                  </a:cubicBezTo>
                  <a:cubicBezTo>
                    <a:pt x="149647" y="504831"/>
                    <a:pt x="144857" y="492854"/>
                    <a:pt x="150404" y="488820"/>
                  </a:cubicBezTo>
                  <a:cubicBezTo>
                    <a:pt x="155951" y="484786"/>
                    <a:pt x="154438" y="476088"/>
                    <a:pt x="157590" y="466507"/>
                  </a:cubicBezTo>
                  <a:cubicBezTo>
                    <a:pt x="160741" y="456926"/>
                    <a:pt x="151286" y="452135"/>
                    <a:pt x="151286" y="443437"/>
                  </a:cubicBezTo>
                  <a:cubicBezTo>
                    <a:pt x="151286" y="434612"/>
                    <a:pt x="149647" y="426670"/>
                    <a:pt x="142462" y="417089"/>
                  </a:cubicBezTo>
                  <a:cubicBezTo>
                    <a:pt x="135276" y="407508"/>
                    <a:pt x="137671" y="388473"/>
                    <a:pt x="142462" y="388473"/>
                  </a:cubicBezTo>
                  <a:cubicBezTo>
                    <a:pt x="147252" y="388473"/>
                    <a:pt x="144857" y="370193"/>
                    <a:pt x="153682" y="367798"/>
                  </a:cubicBezTo>
                  <a:cubicBezTo>
                    <a:pt x="162380" y="365403"/>
                    <a:pt x="157716" y="351914"/>
                    <a:pt x="153682" y="340694"/>
                  </a:cubicBezTo>
                  <a:cubicBezTo>
                    <a:pt x="149647" y="329474"/>
                    <a:pt x="160867" y="335147"/>
                    <a:pt x="160867" y="326323"/>
                  </a:cubicBezTo>
                  <a:cubicBezTo>
                    <a:pt x="160867" y="317498"/>
                    <a:pt x="165658" y="305648"/>
                    <a:pt x="172844" y="302370"/>
                  </a:cubicBezTo>
                  <a:cubicBezTo>
                    <a:pt x="180029" y="299219"/>
                    <a:pt x="180786" y="285603"/>
                    <a:pt x="180786" y="280057"/>
                  </a:cubicBezTo>
                  <a:cubicBezTo>
                    <a:pt x="180786" y="274510"/>
                    <a:pt x="191123" y="272114"/>
                    <a:pt x="196670" y="267324"/>
                  </a:cubicBezTo>
                  <a:cubicBezTo>
                    <a:pt x="202217" y="262534"/>
                    <a:pt x="187089" y="254592"/>
                    <a:pt x="195913" y="249801"/>
                  </a:cubicBezTo>
                  <a:cubicBezTo>
                    <a:pt x="204612" y="245010"/>
                    <a:pt x="188728" y="225092"/>
                    <a:pt x="193518" y="221184"/>
                  </a:cubicBezTo>
                  <a:cubicBezTo>
                    <a:pt x="198309" y="217150"/>
                    <a:pt x="194275" y="208452"/>
                    <a:pt x="195157" y="202022"/>
                  </a:cubicBezTo>
                  <a:cubicBezTo>
                    <a:pt x="195913" y="195719"/>
                    <a:pt x="222261" y="183743"/>
                    <a:pt x="225413" y="178070"/>
                  </a:cubicBezTo>
                  <a:cubicBezTo>
                    <a:pt x="227682" y="174036"/>
                    <a:pt x="230077" y="159665"/>
                    <a:pt x="230833" y="147058"/>
                  </a:cubicBezTo>
                  <a:cubicBezTo>
                    <a:pt x="222639" y="152353"/>
                    <a:pt x="215453" y="155252"/>
                    <a:pt x="214193" y="152227"/>
                  </a:cubicBezTo>
                  <a:cubicBezTo>
                    <a:pt x="211798" y="146680"/>
                    <a:pt x="214949" y="130291"/>
                    <a:pt x="207890" y="123232"/>
                  </a:cubicBezTo>
                  <a:cubicBezTo>
                    <a:pt x="200830" y="116172"/>
                    <a:pt x="205494" y="102053"/>
                    <a:pt x="198435" y="98901"/>
                  </a:cubicBezTo>
                  <a:cubicBezTo>
                    <a:pt x="191375" y="95749"/>
                    <a:pt x="182803" y="81630"/>
                    <a:pt x="188980" y="76966"/>
                  </a:cubicBezTo>
                  <a:cubicBezTo>
                    <a:pt x="195283" y="72302"/>
                    <a:pt x="188980" y="62847"/>
                    <a:pt x="194527" y="58182"/>
                  </a:cubicBezTo>
                  <a:cubicBezTo>
                    <a:pt x="199947" y="53518"/>
                    <a:pt x="191375" y="52635"/>
                    <a:pt x="183559" y="43306"/>
                  </a:cubicBezTo>
                  <a:cubicBezTo>
                    <a:pt x="175743" y="33852"/>
                    <a:pt x="186711" y="22128"/>
                    <a:pt x="177256" y="15068"/>
                  </a:cubicBezTo>
                  <a:cubicBezTo>
                    <a:pt x="167801" y="8008"/>
                    <a:pt x="167801" y="-564"/>
                    <a:pt x="165532" y="3344"/>
                  </a:cubicBezTo>
                  <a:cubicBezTo>
                    <a:pt x="163136" y="7252"/>
                    <a:pt x="162380" y="20615"/>
                    <a:pt x="154564" y="24523"/>
                  </a:cubicBezTo>
                  <a:cubicBezTo>
                    <a:pt x="153303" y="25153"/>
                    <a:pt x="151286" y="26666"/>
                    <a:pt x="148765" y="28683"/>
                  </a:cubicBezTo>
                  <a:cubicBezTo>
                    <a:pt x="148765" y="35238"/>
                    <a:pt x="146496" y="46206"/>
                    <a:pt x="149017" y="52509"/>
                  </a:cubicBezTo>
                  <a:cubicBezTo>
                    <a:pt x="152547" y="61334"/>
                    <a:pt x="154312" y="104322"/>
                    <a:pt x="150782" y="120836"/>
                  </a:cubicBezTo>
                  <a:cubicBezTo>
                    <a:pt x="147252" y="137351"/>
                    <a:pt x="143723" y="150840"/>
                    <a:pt x="140193" y="160799"/>
                  </a:cubicBezTo>
                  <a:cubicBezTo>
                    <a:pt x="136663" y="170884"/>
                    <a:pt x="148387" y="171389"/>
                    <a:pt x="143723" y="176053"/>
                  </a:cubicBezTo>
                  <a:cubicBezTo>
                    <a:pt x="139058" y="180717"/>
                    <a:pt x="140823" y="192567"/>
                    <a:pt x="140823" y="211351"/>
                  </a:cubicBezTo>
                  <a:cubicBezTo>
                    <a:pt x="140823" y="230135"/>
                    <a:pt x="129603" y="261903"/>
                    <a:pt x="129099" y="271989"/>
                  </a:cubicBezTo>
                  <a:cubicBezTo>
                    <a:pt x="128469" y="281947"/>
                    <a:pt x="120905" y="288503"/>
                    <a:pt x="122039" y="299597"/>
                  </a:cubicBezTo>
                  <a:cubicBezTo>
                    <a:pt x="123174" y="310816"/>
                    <a:pt x="116744" y="317246"/>
                    <a:pt x="110315" y="322540"/>
                  </a:cubicBezTo>
                  <a:cubicBezTo>
                    <a:pt x="103886" y="327835"/>
                    <a:pt x="120905" y="344854"/>
                    <a:pt x="120274" y="354309"/>
                  </a:cubicBezTo>
                  <a:cubicBezTo>
                    <a:pt x="119644" y="363764"/>
                    <a:pt x="107290" y="367798"/>
                    <a:pt x="110315" y="383178"/>
                  </a:cubicBezTo>
                  <a:cubicBezTo>
                    <a:pt x="113971" y="402214"/>
                    <a:pt x="110315" y="434991"/>
                    <a:pt x="110315" y="441420"/>
                  </a:cubicBezTo>
                  <a:cubicBezTo>
                    <a:pt x="110315" y="447849"/>
                    <a:pt x="102625" y="447345"/>
                    <a:pt x="104390" y="459699"/>
                  </a:cubicBezTo>
                  <a:cubicBezTo>
                    <a:pt x="106155" y="472054"/>
                    <a:pt x="96700" y="474953"/>
                    <a:pt x="94935" y="492728"/>
                  </a:cubicBezTo>
                  <a:cubicBezTo>
                    <a:pt x="93170" y="510378"/>
                    <a:pt x="79681" y="535716"/>
                    <a:pt x="74387" y="549205"/>
                  </a:cubicBezTo>
                  <a:cubicBezTo>
                    <a:pt x="69092" y="562694"/>
                    <a:pt x="69092" y="570384"/>
                    <a:pt x="62032" y="570384"/>
                  </a:cubicBezTo>
                  <a:cubicBezTo>
                    <a:pt x="54973" y="570384"/>
                    <a:pt x="53208" y="578074"/>
                    <a:pt x="58502" y="589798"/>
                  </a:cubicBezTo>
                  <a:cubicBezTo>
                    <a:pt x="63797" y="601522"/>
                    <a:pt x="54973" y="611608"/>
                    <a:pt x="62032" y="623332"/>
                  </a:cubicBezTo>
                  <a:cubicBezTo>
                    <a:pt x="69092" y="635056"/>
                    <a:pt x="66697" y="639216"/>
                    <a:pt x="63167" y="650436"/>
                  </a:cubicBezTo>
                  <a:cubicBezTo>
                    <a:pt x="59637" y="661529"/>
                    <a:pt x="54973" y="662160"/>
                    <a:pt x="54973" y="672749"/>
                  </a:cubicBezTo>
                  <a:cubicBezTo>
                    <a:pt x="54973" y="683338"/>
                    <a:pt x="46779" y="692163"/>
                    <a:pt x="51443" y="703887"/>
                  </a:cubicBezTo>
                  <a:cubicBezTo>
                    <a:pt x="56107" y="715611"/>
                    <a:pt x="54973" y="719771"/>
                    <a:pt x="49048" y="719771"/>
                  </a:cubicBezTo>
                  <a:cubicBezTo>
                    <a:pt x="43123" y="719771"/>
                    <a:pt x="40223" y="729226"/>
                    <a:pt x="37828" y="748640"/>
                  </a:cubicBezTo>
                  <a:cubicBezTo>
                    <a:pt x="35433" y="768054"/>
                    <a:pt x="36063" y="767424"/>
                    <a:pt x="50182" y="766289"/>
                  </a:cubicBezTo>
                  <a:cubicBezTo>
                    <a:pt x="64302" y="765155"/>
                    <a:pt x="53082" y="718637"/>
                    <a:pt x="61906" y="718637"/>
                  </a:cubicBezTo>
                  <a:cubicBezTo>
                    <a:pt x="70731" y="718637"/>
                    <a:pt x="63041" y="710947"/>
                    <a:pt x="71865" y="708678"/>
                  </a:cubicBezTo>
                  <a:cubicBezTo>
                    <a:pt x="80690" y="706282"/>
                    <a:pt x="73000" y="716872"/>
                    <a:pt x="78925" y="718637"/>
                  </a:cubicBezTo>
                  <a:cubicBezTo>
                    <a:pt x="84850" y="720402"/>
                    <a:pt x="88884" y="725066"/>
                    <a:pt x="80690" y="730361"/>
                  </a:cubicBezTo>
                  <a:cubicBezTo>
                    <a:pt x="72496" y="735656"/>
                    <a:pt x="82455" y="746245"/>
                    <a:pt x="78295" y="752800"/>
                  </a:cubicBezTo>
                  <a:cubicBezTo>
                    <a:pt x="74135" y="759230"/>
                    <a:pt x="68336" y="766289"/>
                    <a:pt x="71865" y="773979"/>
                  </a:cubicBezTo>
                  <a:cubicBezTo>
                    <a:pt x="75395" y="781669"/>
                    <a:pt x="67705" y="781039"/>
                    <a:pt x="67201" y="790998"/>
                  </a:cubicBezTo>
                  <a:cubicBezTo>
                    <a:pt x="66571" y="800957"/>
                    <a:pt x="72496" y="801587"/>
                    <a:pt x="68336" y="803983"/>
                  </a:cubicBezTo>
                  <a:cubicBezTo>
                    <a:pt x="64175" y="806378"/>
                    <a:pt x="73630" y="813942"/>
                    <a:pt x="67705" y="815203"/>
                  </a:cubicBezTo>
                  <a:cubicBezTo>
                    <a:pt x="61780" y="816337"/>
                    <a:pt x="65310" y="824027"/>
                    <a:pt x="68840" y="831087"/>
                  </a:cubicBezTo>
                  <a:cubicBezTo>
                    <a:pt x="72370" y="838147"/>
                    <a:pt x="61150" y="833986"/>
                    <a:pt x="55351" y="838777"/>
                  </a:cubicBezTo>
                  <a:cubicBezTo>
                    <a:pt x="49426" y="843441"/>
                    <a:pt x="61276" y="849871"/>
                    <a:pt x="57746" y="856426"/>
                  </a:cubicBezTo>
                  <a:cubicBezTo>
                    <a:pt x="54216" y="862855"/>
                    <a:pt x="44761" y="852896"/>
                    <a:pt x="40727" y="849366"/>
                  </a:cubicBezTo>
                  <a:cubicBezTo>
                    <a:pt x="36567" y="845836"/>
                    <a:pt x="47157" y="838777"/>
                    <a:pt x="52451" y="831717"/>
                  </a:cubicBezTo>
                  <a:cubicBezTo>
                    <a:pt x="57746" y="824658"/>
                    <a:pt x="47157" y="808773"/>
                    <a:pt x="38332" y="812303"/>
                  </a:cubicBezTo>
                  <a:cubicBezTo>
                    <a:pt x="29507" y="815833"/>
                    <a:pt x="47157" y="825792"/>
                    <a:pt x="47157" y="833482"/>
                  </a:cubicBezTo>
                  <a:cubicBezTo>
                    <a:pt x="47157" y="841172"/>
                    <a:pt x="32407" y="831717"/>
                    <a:pt x="33037" y="839911"/>
                  </a:cubicBezTo>
                  <a:cubicBezTo>
                    <a:pt x="33668" y="848106"/>
                    <a:pt x="23078" y="845206"/>
                    <a:pt x="17784" y="851131"/>
                  </a:cubicBezTo>
                  <a:cubicBezTo>
                    <a:pt x="12489" y="857056"/>
                    <a:pt x="24843" y="862351"/>
                    <a:pt x="18918" y="864116"/>
                  </a:cubicBezTo>
                  <a:cubicBezTo>
                    <a:pt x="12993" y="865881"/>
                    <a:pt x="3034" y="874075"/>
                    <a:pt x="2404" y="880000"/>
                  </a:cubicBezTo>
                  <a:cubicBezTo>
                    <a:pt x="1773" y="885925"/>
                    <a:pt x="8833" y="887060"/>
                    <a:pt x="8833" y="881134"/>
                  </a:cubicBezTo>
                  <a:cubicBezTo>
                    <a:pt x="8833" y="875209"/>
                    <a:pt x="18288" y="873445"/>
                    <a:pt x="21187" y="881134"/>
                  </a:cubicBezTo>
                  <a:cubicBezTo>
                    <a:pt x="24087" y="888825"/>
                    <a:pt x="28247" y="881134"/>
                    <a:pt x="36441" y="882900"/>
                  </a:cubicBezTo>
                  <a:cubicBezTo>
                    <a:pt x="44635" y="884664"/>
                    <a:pt x="43501" y="897019"/>
                    <a:pt x="38836" y="896389"/>
                  </a:cubicBezTo>
                  <a:cubicBezTo>
                    <a:pt x="34172" y="895758"/>
                    <a:pt x="29381" y="904078"/>
                    <a:pt x="30642" y="912903"/>
                  </a:cubicBezTo>
                  <a:cubicBezTo>
                    <a:pt x="31777" y="921727"/>
                    <a:pt x="48291" y="912903"/>
                    <a:pt x="55351" y="915298"/>
                  </a:cubicBezTo>
                  <a:cubicBezTo>
                    <a:pt x="62410" y="917694"/>
                    <a:pt x="60015" y="930048"/>
                    <a:pt x="55981" y="925888"/>
                  </a:cubicBezTo>
                  <a:cubicBezTo>
                    <a:pt x="51821" y="921727"/>
                    <a:pt x="42492" y="914668"/>
                    <a:pt x="38332" y="921727"/>
                  </a:cubicBezTo>
                  <a:cubicBezTo>
                    <a:pt x="34172" y="928787"/>
                    <a:pt x="27743" y="925257"/>
                    <a:pt x="22448" y="922862"/>
                  </a:cubicBezTo>
                  <a:cubicBezTo>
                    <a:pt x="17153" y="920467"/>
                    <a:pt x="-1631" y="932947"/>
                    <a:pt x="4799" y="937612"/>
                  </a:cubicBezTo>
                  <a:cubicBezTo>
                    <a:pt x="11228" y="942276"/>
                    <a:pt x="10724" y="949966"/>
                    <a:pt x="14758" y="949336"/>
                  </a:cubicBezTo>
                  <a:cubicBezTo>
                    <a:pt x="18918" y="948706"/>
                    <a:pt x="25347" y="945806"/>
                    <a:pt x="27743" y="941142"/>
                  </a:cubicBezTo>
                  <a:cubicBezTo>
                    <a:pt x="30138" y="936351"/>
                    <a:pt x="38332" y="931687"/>
                    <a:pt x="38962" y="942276"/>
                  </a:cubicBezTo>
                  <a:cubicBezTo>
                    <a:pt x="39593" y="952866"/>
                    <a:pt x="27743" y="947571"/>
                    <a:pt x="25473" y="953496"/>
                  </a:cubicBezTo>
                  <a:cubicBezTo>
                    <a:pt x="23078" y="959421"/>
                    <a:pt x="18414" y="964085"/>
                    <a:pt x="11354" y="969380"/>
                  </a:cubicBezTo>
                  <a:cubicBezTo>
                    <a:pt x="4294" y="974675"/>
                    <a:pt x="11354" y="983500"/>
                    <a:pt x="17279" y="980600"/>
                  </a:cubicBezTo>
                  <a:cubicBezTo>
                    <a:pt x="23204" y="977575"/>
                    <a:pt x="15514" y="987660"/>
                    <a:pt x="23709" y="988794"/>
                  </a:cubicBezTo>
                  <a:cubicBezTo>
                    <a:pt x="31272" y="989929"/>
                    <a:pt x="33668" y="984130"/>
                    <a:pt x="31903" y="978205"/>
                  </a:cubicBezTo>
                  <a:cubicBezTo>
                    <a:pt x="30138" y="972280"/>
                    <a:pt x="36063" y="959421"/>
                    <a:pt x="43123" y="965850"/>
                  </a:cubicBezTo>
                  <a:cubicBezTo>
                    <a:pt x="50182" y="972280"/>
                    <a:pt x="39593" y="978835"/>
                    <a:pt x="39593" y="984634"/>
                  </a:cubicBezTo>
                  <a:cubicBezTo>
                    <a:pt x="39593" y="990559"/>
                    <a:pt x="35433" y="998249"/>
                    <a:pt x="35433" y="1004678"/>
                  </a:cubicBezTo>
                  <a:cubicBezTo>
                    <a:pt x="35433" y="1011107"/>
                    <a:pt x="27743" y="1007578"/>
                    <a:pt x="28373" y="1014638"/>
                  </a:cubicBezTo>
                  <a:cubicBezTo>
                    <a:pt x="29003" y="1021697"/>
                    <a:pt x="11858" y="1017033"/>
                    <a:pt x="19548" y="1021697"/>
                  </a:cubicBezTo>
                  <a:cubicBezTo>
                    <a:pt x="27238" y="1026362"/>
                    <a:pt x="14884" y="1032917"/>
                    <a:pt x="18918" y="1037581"/>
                  </a:cubicBezTo>
                  <a:cubicBezTo>
                    <a:pt x="23078" y="1042246"/>
                    <a:pt x="26608" y="1031152"/>
                    <a:pt x="33037" y="1033421"/>
                  </a:cubicBezTo>
                  <a:cubicBezTo>
                    <a:pt x="39467" y="1035817"/>
                    <a:pt x="38332" y="1037581"/>
                    <a:pt x="46526" y="1034051"/>
                  </a:cubicBezTo>
                  <a:cubicBezTo>
                    <a:pt x="54720" y="1030522"/>
                    <a:pt x="59511" y="1040481"/>
                    <a:pt x="51821" y="1042876"/>
                  </a:cubicBezTo>
                  <a:cubicBezTo>
                    <a:pt x="44131" y="1045271"/>
                    <a:pt x="35937" y="1054096"/>
                    <a:pt x="39467" y="1055230"/>
                  </a:cubicBezTo>
                  <a:cubicBezTo>
                    <a:pt x="42997" y="1056365"/>
                    <a:pt x="52956" y="1049306"/>
                    <a:pt x="55351" y="1056995"/>
                  </a:cubicBezTo>
                  <a:cubicBezTo>
                    <a:pt x="57746" y="1064685"/>
                    <a:pt x="63545" y="1062290"/>
                    <a:pt x="64175" y="1054096"/>
                  </a:cubicBezTo>
                  <a:cubicBezTo>
                    <a:pt x="64806" y="1045902"/>
                    <a:pt x="78925" y="1052961"/>
                    <a:pt x="81194" y="1060021"/>
                  </a:cubicBezTo>
                  <a:cubicBezTo>
                    <a:pt x="83589" y="1067080"/>
                    <a:pt x="66445" y="1071241"/>
                    <a:pt x="57620" y="1069476"/>
                  </a:cubicBezTo>
                  <a:cubicBezTo>
                    <a:pt x="48795" y="1067711"/>
                    <a:pt x="44131" y="1077670"/>
                    <a:pt x="49930" y="1085360"/>
                  </a:cubicBezTo>
                  <a:cubicBezTo>
                    <a:pt x="55855" y="1093050"/>
                    <a:pt x="62915" y="1085360"/>
                    <a:pt x="69344" y="1078931"/>
                  </a:cubicBezTo>
                  <a:cubicBezTo>
                    <a:pt x="75773" y="1072502"/>
                    <a:pt x="107542" y="1074266"/>
                    <a:pt x="109937" y="1081326"/>
                  </a:cubicBezTo>
                  <a:cubicBezTo>
                    <a:pt x="112332" y="1088385"/>
                    <a:pt x="95187" y="1082460"/>
                    <a:pt x="93423" y="1086621"/>
                  </a:cubicBezTo>
                  <a:cubicBezTo>
                    <a:pt x="91658" y="1090781"/>
                    <a:pt x="78673" y="1094311"/>
                    <a:pt x="76908" y="1089646"/>
                  </a:cubicBezTo>
                  <a:cubicBezTo>
                    <a:pt x="75143" y="1084982"/>
                    <a:pt x="62789" y="1091411"/>
                    <a:pt x="62158" y="1099101"/>
                  </a:cubicBezTo>
                  <a:cubicBezTo>
                    <a:pt x="61528" y="1106791"/>
                    <a:pt x="52199" y="1106791"/>
                    <a:pt x="62789" y="1109690"/>
                  </a:cubicBezTo>
                  <a:cubicBezTo>
                    <a:pt x="73378" y="1112590"/>
                    <a:pt x="70479" y="1098471"/>
                    <a:pt x="86867" y="1099732"/>
                  </a:cubicBezTo>
                  <a:cubicBezTo>
                    <a:pt x="103382" y="1100866"/>
                    <a:pt x="112206" y="1084477"/>
                    <a:pt x="116871" y="1093807"/>
                  </a:cubicBezTo>
                  <a:cubicBezTo>
                    <a:pt x="121535" y="1103261"/>
                    <a:pt x="103382" y="1110825"/>
                    <a:pt x="96826" y="1104900"/>
                  </a:cubicBezTo>
                  <a:cubicBezTo>
                    <a:pt x="90397" y="1098975"/>
                    <a:pt x="82707" y="1109060"/>
                    <a:pt x="83337" y="1117885"/>
                  </a:cubicBezTo>
                  <a:cubicBezTo>
                    <a:pt x="83968" y="1126709"/>
                    <a:pt x="64554" y="1115490"/>
                    <a:pt x="55099" y="1114355"/>
                  </a:cubicBezTo>
                  <a:cubicBezTo>
                    <a:pt x="45644" y="1113220"/>
                    <a:pt x="49804" y="1123180"/>
                    <a:pt x="57998" y="1132004"/>
                  </a:cubicBezTo>
                  <a:cubicBezTo>
                    <a:pt x="66192" y="1140829"/>
                    <a:pt x="70983" y="1130869"/>
                    <a:pt x="80942" y="1137299"/>
                  </a:cubicBezTo>
                  <a:cubicBezTo>
                    <a:pt x="90901" y="1143728"/>
                    <a:pt x="90901" y="1150788"/>
                    <a:pt x="97961" y="1144358"/>
                  </a:cubicBezTo>
                  <a:cubicBezTo>
                    <a:pt x="105020" y="1137803"/>
                    <a:pt x="97961" y="1138433"/>
                    <a:pt x="93297" y="1135534"/>
                  </a:cubicBezTo>
                  <a:cubicBezTo>
                    <a:pt x="88632" y="1132634"/>
                    <a:pt x="92666" y="1122549"/>
                    <a:pt x="103886" y="1127844"/>
                  </a:cubicBezTo>
                  <a:cubicBezTo>
                    <a:pt x="115106" y="1133139"/>
                    <a:pt x="127964" y="1123180"/>
                    <a:pt x="124434" y="1109060"/>
                  </a:cubicBezTo>
                  <a:cubicBezTo>
                    <a:pt x="120905" y="1094941"/>
                    <a:pt x="134394" y="1088512"/>
                    <a:pt x="148009" y="1083721"/>
                  </a:cubicBezTo>
                  <a:cubicBezTo>
                    <a:pt x="161498" y="1079057"/>
                    <a:pt x="154438" y="1092546"/>
                    <a:pt x="144479" y="1096706"/>
                  </a:cubicBezTo>
                  <a:cubicBezTo>
                    <a:pt x="134520" y="1100866"/>
                    <a:pt x="132755" y="1103765"/>
                    <a:pt x="140319" y="1111960"/>
                  </a:cubicBezTo>
                  <a:cubicBezTo>
                    <a:pt x="148009" y="1120154"/>
                    <a:pt x="157968" y="1106665"/>
                    <a:pt x="164397" y="1113094"/>
                  </a:cubicBezTo>
                  <a:cubicBezTo>
                    <a:pt x="170826" y="1119524"/>
                    <a:pt x="152673" y="1118389"/>
                    <a:pt x="149647" y="1124818"/>
                  </a:cubicBezTo>
                  <a:cubicBezTo>
                    <a:pt x="146748" y="1131248"/>
                    <a:pt x="160867" y="1138938"/>
                    <a:pt x="150782" y="1143602"/>
                  </a:cubicBezTo>
                  <a:cubicBezTo>
                    <a:pt x="140823" y="1148266"/>
                    <a:pt x="145487" y="1124188"/>
                    <a:pt x="139562" y="1121793"/>
                  </a:cubicBezTo>
                  <a:cubicBezTo>
                    <a:pt x="133637" y="1119398"/>
                    <a:pt x="128343" y="1124818"/>
                    <a:pt x="134268" y="1138307"/>
                  </a:cubicBezTo>
                  <a:cubicBezTo>
                    <a:pt x="140193" y="1151796"/>
                    <a:pt x="127208" y="1140072"/>
                    <a:pt x="121283" y="1133517"/>
                  </a:cubicBezTo>
                  <a:cubicBezTo>
                    <a:pt x="115358" y="1127087"/>
                    <a:pt x="107164" y="1136416"/>
                    <a:pt x="114223" y="1143476"/>
                  </a:cubicBezTo>
                  <a:cubicBezTo>
                    <a:pt x="121283" y="1150536"/>
                    <a:pt x="100734" y="1142846"/>
                    <a:pt x="100734" y="1154066"/>
                  </a:cubicBezTo>
                  <a:cubicBezTo>
                    <a:pt x="100734" y="1165285"/>
                    <a:pt x="109559" y="1155830"/>
                    <a:pt x="120148" y="1158226"/>
                  </a:cubicBezTo>
                  <a:cubicBezTo>
                    <a:pt x="130738" y="1160621"/>
                    <a:pt x="126073" y="1175875"/>
                    <a:pt x="133637" y="1181800"/>
                  </a:cubicBezTo>
                  <a:cubicBezTo>
                    <a:pt x="141327" y="1187725"/>
                    <a:pt x="134772" y="1163016"/>
                    <a:pt x="143092" y="1161251"/>
                  </a:cubicBezTo>
                  <a:cubicBezTo>
                    <a:pt x="151286" y="1159486"/>
                    <a:pt x="143723" y="1180035"/>
                    <a:pt x="161876" y="1185960"/>
                  </a:cubicBezTo>
                  <a:cubicBezTo>
                    <a:pt x="180155" y="1191885"/>
                    <a:pt x="163010" y="1182430"/>
                    <a:pt x="171331" y="1176505"/>
                  </a:cubicBezTo>
                  <a:cubicBezTo>
                    <a:pt x="179525" y="1170580"/>
                    <a:pt x="190114" y="1194154"/>
                    <a:pt x="198939" y="1196549"/>
                  </a:cubicBezTo>
                  <a:cubicBezTo>
                    <a:pt x="207763" y="1198945"/>
                    <a:pt x="201838" y="1185960"/>
                    <a:pt x="195409" y="1178900"/>
                  </a:cubicBezTo>
                  <a:cubicBezTo>
                    <a:pt x="188980" y="1171840"/>
                    <a:pt x="201838" y="1176001"/>
                    <a:pt x="210663" y="1178900"/>
                  </a:cubicBezTo>
                  <a:cubicBezTo>
                    <a:pt x="219488" y="1181926"/>
                    <a:pt x="226547" y="1183060"/>
                    <a:pt x="228312" y="1176505"/>
                  </a:cubicBezTo>
                  <a:cubicBezTo>
                    <a:pt x="228942" y="1174110"/>
                    <a:pt x="230581" y="1174110"/>
                    <a:pt x="232724" y="1174866"/>
                  </a:cubicBezTo>
                  <a:cubicBezTo>
                    <a:pt x="223522" y="1168815"/>
                    <a:pt x="192257" y="1173227"/>
                    <a:pt x="187971" y="1172471"/>
                  </a:cubicBezTo>
                  <a:cubicBezTo>
                    <a:pt x="183685" y="1171840"/>
                    <a:pt x="186963" y="1101244"/>
                    <a:pt x="187845" y="1085108"/>
                  </a:cubicBezTo>
                  <a:cubicBezTo>
                    <a:pt x="187215" y="1084982"/>
                    <a:pt x="186585" y="1084730"/>
                    <a:pt x="185954" y="1084730"/>
                  </a:cubicBezTo>
                  <a:cubicBezTo>
                    <a:pt x="178264" y="1084730"/>
                    <a:pt x="161246" y="1086495"/>
                    <a:pt x="164145" y="1074771"/>
                  </a:cubicBezTo>
                  <a:cubicBezTo>
                    <a:pt x="164649" y="1072627"/>
                    <a:pt x="165784" y="1071493"/>
                    <a:pt x="167297" y="1070863"/>
                  </a:cubicBezTo>
                  <a:cubicBezTo>
                    <a:pt x="163767" y="1067711"/>
                    <a:pt x="158850" y="1064181"/>
                    <a:pt x="153051" y="1062668"/>
                  </a:cubicBezTo>
                  <a:cubicBezTo>
                    <a:pt x="141831" y="1059012"/>
                    <a:pt x="113215" y="1062164"/>
                    <a:pt x="106785" y="1062920"/>
                  </a:cubicBezTo>
                  <a:close/>
                </a:path>
              </a:pathLst>
            </a:custGeom>
            <a:grpFill/>
            <a:ln w="1270" cap="flat">
              <a:solidFill>
                <a:schemeClr val="bg1"/>
              </a:solidFill>
              <a:prstDash val="solid"/>
              <a:miter/>
            </a:ln>
          </p:spPr>
          <p:txBody>
            <a:bodyPr rtlCol="0" anchor="ctr"/>
            <a:lstStyle/>
            <a:p>
              <a:endParaRPr lang="ko-KR" altLang="en-US"/>
            </a:p>
          </p:txBody>
        </p:sp>
        <p:sp>
          <p:nvSpPr>
            <p:cNvPr id="128" name="자유형: 도형 108">
              <a:extLst>
                <a:ext uri="{FF2B5EF4-FFF2-40B4-BE49-F238E27FC236}">
                  <a16:creationId xmlns:a16="http://schemas.microsoft.com/office/drawing/2014/main" id="{F665CCFA-9BB2-5C42-AB24-7CFA4C7D5F70}"/>
                </a:ext>
              </a:extLst>
            </p:cNvPr>
            <p:cNvSpPr/>
            <p:nvPr/>
          </p:nvSpPr>
          <p:spPr>
            <a:xfrm>
              <a:off x="4113281" y="5097910"/>
              <a:ext cx="226917" cy="226917"/>
            </a:xfrm>
            <a:custGeom>
              <a:avLst/>
              <a:gdLst>
                <a:gd name="connsiteX0" fmla="*/ 227894 w 226917"/>
                <a:gd name="connsiteY0" fmla="*/ 129496 h 226917"/>
                <a:gd name="connsiteX1" fmla="*/ 205580 w 226917"/>
                <a:gd name="connsiteY1" fmla="*/ 134287 h 226917"/>
                <a:gd name="connsiteX2" fmla="*/ 192848 w 226917"/>
                <a:gd name="connsiteY2" fmla="*/ 104914 h 226917"/>
                <a:gd name="connsiteX3" fmla="*/ 174569 w 226917"/>
                <a:gd name="connsiteY3" fmla="*/ 82600 h 226917"/>
                <a:gd name="connsiteX4" fmla="*/ 151499 w 226917"/>
                <a:gd name="connsiteY4" fmla="*/ 80205 h 226917"/>
                <a:gd name="connsiteX5" fmla="*/ 137884 w 226917"/>
                <a:gd name="connsiteY5" fmla="*/ 58648 h 226917"/>
                <a:gd name="connsiteX6" fmla="*/ 133093 w 226917"/>
                <a:gd name="connsiteY6" fmla="*/ 25997 h 226917"/>
                <a:gd name="connsiteX7" fmla="*/ 131959 w 226917"/>
                <a:gd name="connsiteY7" fmla="*/ 11751 h 226917"/>
                <a:gd name="connsiteX8" fmla="*/ 127546 w 226917"/>
                <a:gd name="connsiteY8" fmla="*/ 13390 h 226917"/>
                <a:gd name="connsiteX9" fmla="*/ 102459 w 226917"/>
                <a:gd name="connsiteY9" fmla="*/ 2423 h 226917"/>
                <a:gd name="connsiteX10" fmla="*/ 71825 w 226917"/>
                <a:gd name="connsiteY10" fmla="*/ 5574 h 226917"/>
                <a:gd name="connsiteX11" fmla="*/ 39679 w 226917"/>
                <a:gd name="connsiteY11" fmla="*/ 11121 h 226917"/>
                <a:gd name="connsiteX12" fmla="*/ 19256 w 226917"/>
                <a:gd name="connsiteY12" fmla="*/ 36208 h 226917"/>
                <a:gd name="connsiteX13" fmla="*/ 11440 w 226917"/>
                <a:gd name="connsiteY13" fmla="*/ 77053 h 226917"/>
                <a:gd name="connsiteX14" fmla="*/ 2364 w 226917"/>
                <a:gd name="connsiteY14" fmla="*/ 76801 h 226917"/>
                <a:gd name="connsiteX15" fmla="*/ 39175 w 226917"/>
                <a:gd name="connsiteY15" fmla="*/ 114495 h 226917"/>
                <a:gd name="connsiteX16" fmla="*/ 68674 w 226917"/>
                <a:gd name="connsiteY16" fmla="*/ 132774 h 226917"/>
                <a:gd name="connsiteX17" fmla="*/ 98173 w 226917"/>
                <a:gd name="connsiteY17" fmla="*/ 147902 h 226917"/>
                <a:gd name="connsiteX18" fmla="*/ 147591 w 226917"/>
                <a:gd name="connsiteY18" fmla="*/ 172610 h 226917"/>
                <a:gd name="connsiteX19" fmla="*/ 126916 w 226917"/>
                <a:gd name="connsiteY19" fmla="*/ 208413 h 226917"/>
                <a:gd name="connsiteX20" fmla="*/ 118091 w 226917"/>
                <a:gd name="connsiteY20" fmla="*/ 225936 h 226917"/>
                <a:gd name="connsiteX21" fmla="*/ 142800 w 226917"/>
                <a:gd name="connsiteY21" fmla="*/ 231483 h 226917"/>
                <a:gd name="connsiteX22" fmla="*/ 168265 w 226917"/>
                <a:gd name="connsiteY22" fmla="*/ 233878 h 226917"/>
                <a:gd name="connsiteX23" fmla="*/ 191335 w 226917"/>
                <a:gd name="connsiteY23" fmla="*/ 229088 h 226917"/>
                <a:gd name="connsiteX24" fmla="*/ 212010 w 226917"/>
                <a:gd name="connsiteY24" fmla="*/ 218750 h 226917"/>
                <a:gd name="connsiteX25" fmla="*/ 225499 w 226917"/>
                <a:gd name="connsiteY25" fmla="*/ 179670 h 226917"/>
                <a:gd name="connsiteX26" fmla="*/ 227894 w 226917"/>
                <a:gd name="connsiteY26" fmla="*/ 129496 h 226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6917" h="226917">
                  <a:moveTo>
                    <a:pt x="227894" y="129496"/>
                  </a:moveTo>
                  <a:cubicBezTo>
                    <a:pt x="218313" y="124706"/>
                    <a:pt x="208732" y="134287"/>
                    <a:pt x="205580" y="134287"/>
                  </a:cubicBezTo>
                  <a:cubicBezTo>
                    <a:pt x="202429" y="134287"/>
                    <a:pt x="195243" y="113612"/>
                    <a:pt x="192848" y="104914"/>
                  </a:cubicBezTo>
                  <a:cubicBezTo>
                    <a:pt x="190453" y="96089"/>
                    <a:pt x="180872" y="78566"/>
                    <a:pt x="174569" y="82600"/>
                  </a:cubicBezTo>
                  <a:cubicBezTo>
                    <a:pt x="168139" y="86634"/>
                    <a:pt x="169778" y="80961"/>
                    <a:pt x="151499" y="80205"/>
                  </a:cubicBezTo>
                  <a:cubicBezTo>
                    <a:pt x="133219" y="79449"/>
                    <a:pt x="133976" y="76297"/>
                    <a:pt x="137884" y="58648"/>
                  </a:cubicBezTo>
                  <a:cubicBezTo>
                    <a:pt x="141918" y="41125"/>
                    <a:pt x="125907" y="30031"/>
                    <a:pt x="133093" y="25997"/>
                  </a:cubicBezTo>
                  <a:cubicBezTo>
                    <a:pt x="138514" y="22971"/>
                    <a:pt x="138010" y="19568"/>
                    <a:pt x="131959" y="11751"/>
                  </a:cubicBezTo>
                  <a:cubicBezTo>
                    <a:pt x="130446" y="12760"/>
                    <a:pt x="128933" y="13390"/>
                    <a:pt x="127546" y="13390"/>
                  </a:cubicBezTo>
                  <a:cubicBezTo>
                    <a:pt x="121243" y="13390"/>
                    <a:pt x="113427" y="2423"/>
                    <a:pt x="102459" y="2423"/>
                  </a:cubicBezTo>
                  <a:cubicBezTo>
                    <a:pt x="91492" y="2423"/>
                    <a:pt x="79641" y="1666"/>
                    <a:pt x="71825" y="5574"/>
                  </a:cubicBezTo>
                  <a:cubicBezTo>
                    <a:pt x="64010" y="9482"/>
                    <a:pt x="49008" y="4818"/>
                    <a:pt x="39679" y="11121"/>
                  </a:cubicBezTo>
                  <a:cubicBezTo>
                    <a:pt x="30224" y="17424"/>
                    <a:pt x="18500" y="30661"/>
                    <a:pt x="19256" y="36208"/>
                  </a:cubicBezTo>
                  <a:cubicBezTo>
                    <a:pt x="20013" y="41755"/>
                    <a:pt x="16105" y="75414"/>
                    <a:pt x="11440" y="77053"/>
                  </a:cubicBezTo>
                  <a:cubicBezTo>
                    <a:pt x="10054" y="77557"/>
                    <a:pt x="6524" y="77305"/>
                    <a:pt x="2364" y="76801"/>
                  </a:cubicBezTo>
                  <a:cubicBezTo>
                    <a:pt x="8667" y="87769"/>
                    <a:pt x="27199" y="107183"/>
                    <a:pt x="39175" y="114495"/>
                  </a:cubicBezTo>
                  <a:cubicBezTo>
                    <a:pt x="53546" y="123319"/>
                    <a:pt x="52664" y="131261"/>
                    <a:pt x="68674" y="132774"/>
                  </a:cubicBezTo>
                  <a:cubicBezTo>
                    <a:pt x="84558" y="134287"/>
                    <a:pt x="92626" y="140716"/>
                    <a:pt x="98173" y="147902"/>
                  </a:cubicBezTo>
                  <a:cubicBezTo>
                    <a:pt x="103720" y="155088"/>
                    <a:pt x="144439" y="166937"/>
                    <a:pt x="147591" y="172610"/>
                  </a:cubicBezTo>
                  <a:cubicBezTo>
                    <a:pt x="150742" y="178157"/>
                    <a:pt x="126916" y="194042"/>
                    <a:pt x="126916" y="208413"/>
                  </a:cubicBezTo>
                  <a:cubicBezTo>
                    <a:pt x="126916" y="222784"/>
                    <a:pt x="118091" y="221146"/>
                    <a:pt x="118091" y="225936"/>
                  </a:cubicBezTo>
                  <a:cubicBezTo>
                    <a:pt x="118091" y="230727"/>
                    <a:pt x="136371" y="227575"/>
                    <a:pt x="142800" y="231483"/>
                  </a:cubicBezTo>
                  <a:cubicBezTo>
                    <a:pt x="149229" y="235517"/>
                    <a:pt x="160323" y="229088"/>
                    <a:pt x="168265" y="233878"/>
                  </a:cubicBezTo>
                  <a:cubicBezTo>
                    <a:pt x="176207" y="238668"/>
                    <a:pt x="185032" y="227575"/>
                    <a:pt x="191335" y="229088"/>
                  </a:cubicBezTo>
                  <a:cubicBezTo>
                    <a:pt x="197765" y="230727"/>
                    <a:pt x="204068" y="217994"/>
                    <a:pt x="212010" y="218750"/>
                  </a:cubicBezTo>
                  <a:cubicBezTo>
                    <a:pt x="219952" y="219507"/>
                    <a:pt x="227138" y="190890"/>
                    <a:pt x="225499" y="179670"/>
                  </a:cubicBezTo>
                  <a:cubicBezTo>
                    <a:pt x="223860" y="168576"/>
                    <a:pt x="237475" y="134287"/>
                    <a:pt x="227894" y="129496"/>
                  </a:cubicBezTo>
                  <a:close/>
                </a:path>
              </a:pathLst>
            </a:custGeom>
            <a:grpFill/>
            <a:ln w="1270" cap="flat">
              <a:solidFill>
                <a:schemeClr val="bg1"/>
              </a:solidFill>
              <a:prstDash val="solid"/>
              <a:miter/>
            </a:ln>
          </p:spPr>
          <p:txBody>
            <a:bodyPr rtlCol="0" anchor="ctr"/>
            <a:lstStyle/>
            <a:p>
              <a:endParaRPr lang="ko-KR" altLang="en-US"/>
            </a:p>
          </p:txBody>
        </p:sp>
        <p:sp>
          <p:nvSpPr>
            <p:cNvPr id="129" name="자유형: 도형 109">
              <a:extLst>
                <a:ext uri="{FF2B5EF4-FFF2-40B4-BE49-F238E27FC236}">
                  <a16:creationId xmlns:a16="http://schemas.microsoft.com/office/drawing/2014/main" id="{3C4B34C3-AEDF-1D45-BA7F-56A04F3DA2FE}"/>
                </a:ext>
              </a:extLst>
            </p:cNvPr>
            <p:cNvSpPr/>
            <p:nvPr/>
          </p:nvSpPr>
          <p:spPr>
            <a:xfrm>
              <a:off x="3498700" y="4276492"/>
              <a:ext cx="88246" cy="75639"/>
            </a:xfrm>
            <a:custGeom>
              <a:avLst/>
              <a:gdLst>
                <a:gd name="connsiteX0" fmla="*/ 84067 w 88245"/>
                <a:gd name="connsiteY0" fmla="*/ 59129 h 75639"/>
                <a:gd name="connsiteX1" fmla="*/ 88102 w 88245"/>
                <a:gd name="connsiteY1" fmla="*/ 42237 h 75639"/>
                <a:gd name="connsiteX2" fmla="*/ 61880 w 88245"/>
                <a:gd name="connsiteY2" fmla="*/ 9460 h 75639"/>
                <a:gd name="connsiteX3" fmla="*/ 48769 w 88245"/>
                <a:gd name="connsiteY3" fmla="*/ 7947 h 75639"/>
                <a:gd name="connsiteX4" fmla="*/ 22548 w 88245"/>
                <a:gd name="connsiteY4" fmla="*/ 3535 h 75639"/>
                <a:gd name="connsiteX5" fmla="*/ 7924 w 88245"/>
                <a:gd name="connsiteY5" fmla="*/ 2652 h 75639"/>
                <a:gd name="connsiteX6" fmla="*/ 5907 w 88245"/>
                <a:gd name="connsiteY6" fmla="*/ 13116 h 75639"/>
                <a:gd name="connsiteX7" fmla="*/ 12967 w 88245"/>
                <a:gd name="connsiteY7" fmla="*/ 36060 h 75639"/>
                <a:gd name="connsiteX8" fmla="*/ 28221 w 88245"/>
                <a:gd name="connsiteY8" fmla="*/ 33160 h 75639"/>
                <a:gd name="connsiteX9" fmla="*/ 39945 w 88245"/>
                <a:gd name="connsiteY9" fmla="*/ 43119 h 75639"/>
                <a:gd name="connsiteX10" fmla="*/ 58728 w 88245"/>
                <a:gd name="connsiteY10" fmla="*/ 59634 h 75639"/>
                <a:gd name="connsiteX11" fmla="*/ 73982 w 88245"/>
                <a:gd name="connsiteY11" fmla="*/ 73123 h 75639"/>
                <a:gd name="connsiteX12" fmla="*/ 80412 w 88245"/>
                <a:gd name="connsiteY12" fmla="*/ 73627 h 75639"/>
                <a:gd name="connsiteX13" fmla="*/ 84067 w 88245"/>
                <a:gd name="connsiteY13" fmla="*/ 59129 h 7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8245" h="75639">
                  <a:moveTo>
                    <a:pt x="84067" y="59129"/>
                  </a:moveTo>
                  <a:cubicBezTo>
                    <a:pt x="83185" y="56104"/>
                    <a:pt x="83689" y="48288"/>
                    <a:pt x="88102" y="42237"/>
                  </a:cubicBezTo>
                  <a:cubicBezTo>
                    <a:pt x="78521" y="31900"/>
                    <a:pt x="67679" y="17906"/>
                    <a:pt x="61880" y="9460"/>
                  </a:cubicBezTo>
                  <a:cubicBezTo>
                    <a:pt x="56333" y="10216"/>
                    <a:pt x="51543" y="10090"/>
                    <a:pt x="48769" y="7947"/>
                  </a:cubicBezTo>
                  <a:cubicBezTo>
                    <a:pt x="42970" y="3535"/>
                    <a:pt x="28347" y="6560"/>
                    <a:pt x="22548" y="3535"/>
                  </a:cubicBezTo>
                  <a:cubicBezTo>
                    <a:pt x="19522" y="2022"/>
                    <a:pt x="13723" y="2274"/>
                    <a:pt x="7924" y="2652"/>
                  </a:cubicBezTo>
                  <a:cubicBezTo>
                    <a:pt x="9311" y="7065"/>
                    <a:pt x="8681" y="11225"/>
                    <a:pt x="5907" y="13116"/>
                  </a:cubicBezTo>
                  <a:cubicBezTo>
                    <a:pt x="612" y="16646"/>
                    <a:pt x="-18" y="30765"/>
                    <a:pt x="12967" y="36060"/>
                  </a:cubicBezTo>
                  <a:cubicBezTo>
                    <a:pt x="25951" y="41354"/>
                    <a:pt x="21791" y="33160"/>
                    <a:pt x="28221" y="33160"/>
                  </a:cubicBezTo>
                  <a:cubicBezTo>
                    <a:pt x="34650" y="33160"/>
                    <a:pt x="34146" y="43119"/>
                    <a:pt x="39945" y="43119"/>
                  </a:cubicBezTo>
                  <a:cubicBezTo>
                    <a:pt x="45870" y="43119"/>
                    <a:pt x="59359" y="50179"/>
                    <a:pt x="58728" y="59634"/>
                  </a:cubicBezTo>
                  <a:cubicBezTo>
                    <a:pt x="58098" y="69089"/>
                    <a:pt x="63393" y="73123"/>
                    <a:pt x="73982" y="73123"/>
                  </a:cubicBezTo>
                  <a:cubicBezTo>
                    <a:pt x="75873" y="73123"/>
                    <a:pt x="78142" y="73249"/>
                    <a:pt x="80412" y="73627"/>
                  </a:cubicBezTo>
                  <a:cubicBezTo>
                    <a:pt x="82303" y="67450"/>
                    <a:pt x="85076" y="62407"/>
                    <a:pt x="84067" y="59129"/>
                  </a:cubicBezTo>
                  <a:close/>
                </a:path>
              </a:pathLst>
            </a:custGeom>
            <a:grpFill/>
            <a:ln w="1270" cap="flat">
              <a:solidFill>
                <a:schemeClr val="bg1"/>
              </a:solidFill>
              <a:prstDash val="solid"/>
              <a:miter/>
            </a:ln>
          </p:spPr>
          <p:txBody>
            <a:bodyPr rtlCol="0" anchor="ctr"/>
            <a:lstStyle/>
            <a:p>
              <a:endParaRPr lang="ko-KR" altLang="en-US"/>
            </a:p>
          </p:txBody>
        </p:sp>
        <p:sp>
          <p:nvSpPr>
            <p:cNvPr id="130" name="자유형: 도형 110">
              <a:extLst>
                <a:ext uri="{FF2B5EF4-FFF2-40B4-BE49-F238E27FC236}">
                  <a16:creationId xmlns:a16="http://schemas.microsoft.com/office/drawing/2014/main" id="{9243CC08-D132-D74D-9E75-71CF01DAA510}"/>
                </a:ext>
              </a:extLst>
            </p:cNvPr>
            <p:cNvSpPr/>
            <p:nvPr/>
          </p:nvSpPr>
          <p:spPr>
            <a:xfrm>
              <a:off x="3576874" y="4314086"/>
              <a:ext cx="151278" cy="63033"/>
            </a:xfrm>
            <a:custGeom>
              <a:avLst/>
              <a:gdLst>
                <a:gd name="connsiteX0" fmla="*/ 140657 w 151278"/>
                <a:gd name="connsiteY0" fmla="*/ 21536 h 63032"/>
                <a:gd name="connsiteX1" fmla="*/ 103594 w 151278"/>
                <a:gd name="connsiteY1" fmla="*/ 3887 h 63032"/>
                <a:gd name="connsiteX2" fmla="*/ 65900 w 151278"/>
                <a:gd name="connsiteY2" fmla="*/ 18006 h 63032"/>
                <a:gd name="connsiteX3" fmla="*/ 23543 w 151278"/>
                <a:gd name="connsiteY3" fmla="*/ 16871 h 63032"/>
                <a:gd name="connsiteX4" fmla="*/ 9928 w 151278"/>
                <a:gd name="connsiteY4" fmla="*/ 4643 h 63032"/>
                <a:gd name="connsiteX5" fmla="*/ 5894 w 151278"/>
                <a:gd name="connsiteY5" fmla="*/ 21536 h 63032"/>
                <a:gd name="connsiteX6" fmla="*/ 2364 w 151278"/>
                <a:gd name="connsiteY6" fmla="*/ 36159 h 63032"/>
                <a:gd name="connsiteX7" fmla="*/ 36527 w 151278"/>
                <a:gd name="connsiteY7" fmla="*/ 51539 h 63032"/>
                <a:gd name="connsiteX8" fmla="*/ 55941 w 151278"/>
                <a:gd name="connsiteY8" fmla="*/ 64524 h 63032"/>
                <a:gd name="connsiteX9" fmla="*/ 76490 w 151278"/>
                <a:gd name="connsiteY9" fmla="*/ 59229 h 63032"/>
                <a:gd name="connsiteX10" fmla="*/ 68800 w 151278"/>
                <a:gd name="connsiteY10" fmla="*/ 44479 h 63032"/>
                <a:gd name="connsiteX11" fmla="*/ 82919 w 151278"/>
                <a:gd name="connsiteY11" fmla="*/ 31495 h 63032"/>
                <a:gd name="connsiteX12" fmla="*/ 112292 w 151278"/>
                <a:gd name="connsiteY12" fmla="*/ 22040 h 63032"/>
                <a:gd name="connsiteX13" fmla="*/ 119982 w 151278"/>
                <a:gd name="connsiteY13" fmla="*/ 40319 h 63032"/>
                <a:gd name="connsiteX14" fmla="*/ 135614 w 151278"/>
                <a:gd name="connsiteY14" fmla="*/ 67928 h 63032"/>
                <a:gd name="connsiteX15" fmla="*/ 153516 w 151278"/>
                <a:gd name="connsiteY15" fmla="*/ 50531 h 63032"/>
                <a:gd name="connsiteX16" fmla="*/ 157172 w 151278"/>
                <a:gd name="connsiteY16" fmla="*/ 42210 h 63032"/>
                <a:gd name="connsiteX17" fmla="*/ 140657 w 151278"/>
                <a:gd name="connsiteY17" fmla="*/ 21536 h 63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1278" h="63032">
                  <a:moveTo>
                    <a:pt x="140657" y="21536"/>
                  </a:moveTo>
                  <a:cubicBezTo>
                    <a:pt x="131202" y="7416"/>
                    <a:pt x="114183" y="8551"/>
                    <a:pt x="103594" y="3887"/>
                  </a:cubicBezTo>
                  <a:cubicBezTo>
                    <a:pt x="93005" y="-778"/>
                    <a:pt x="79515" y="5651"/>
                    <a:pt x="65900" y="18006"/>
                  </a:cubicBezTo>
                  <a:cubicBezTo>
                    <a:pt x="52412" y="30360"/>
                    <a:pt x="35267" y="23300"/>
                    <a:pt x="23543" y="16871"/>
                  </a:cubicBezTo>
                  <a:cubicBezTo>
                    <a:pt x="20013" y="14980"/>
                    <a:pt x="15096" y="10316"/>
                    <a:pt x="9928" y="4643"/>
                  </a:cubicBezTo>
                  <a:cubicBezTo>
                    <a:pt x="5515" y="10568"/>
                    <a:pt x="5011" y="18384"/>
                    <a:pt x="5894" y="21536"/>
                  </a:cubicBezTo>
                  <a:cubicBezTo>
                    <a:pt x="6776" y="24813"/>
                    <a:pt x="4129" y="29856"/>
                    <a:pt x="2364" y="36159"/>
                  </a:cubicBezTo>
                  <a:cubicBezTo>
                    <a:pt x="13962" y="37546"/>
                    <a:pt x="29216" y="42715"/>
                    <a:pt x="36527" y="51539"/>
                  </a:cubicBezTo>
                  <a:cubicBezTo>
                    <a:pt x="45352" y="62128"/>
                    <a:pt x="50647" y="55069"/>
                    <a:pt x="55941" y="64524"/>
                  </a:cubicBezTo>
                  <a:cubicBezTo>
                    <a:pt x="61236" y="73979"/>
                    <a:pt x="73590" y="65028"/>
                    <a:pt x="76490" y="59229"/>
                  </a:cubicBezTo>
                  <a:cubicBezTo>
                    <a:pt x="79389" y="53304"/>
                    <a:pt x="70061" y="51035"/>
                    <a:pt x="68800" y="44479"/>
                  </a:cubicBezTo>
                  <a:cubicBezTo>
                    <a:pt x="67665" y="38050"/>
                    <a:pt x="80524" y="40319"/>
                    <a:pt x="82919" y="31495"/>
                  </a:cubicBezTo>
                  <a:cubicBezTo>
                    <a:pt x="85315" y="22670"/>
                    <a:pt x="104098" y="18510"/>
                    <a:pt x="112292" y="22040"/>
                  </a:cubicBezTo>
                  <a:cubicBezTo>
                    <a:pt x="120487" y="25570"/>
                    <a:pt x="127546" y="31495"/>
                    <a:pt x="119982" y="40319"/>
                  </a:cubicBezTo>
                  <a:cubicBezTo>
                    <a:pt x="114310" y="46875"/>
                    <a:pt x="125907" y="58725"/>
                    <a:pt x="135614" y="67928"/>
                  </a:cubicBezTo>
                  <a:cubicBezTo>
                    <a:pt x="142422" y="60868"/>
                    <a:pt x="150238" y="52926"/>
                    <a:pt x="153516" y="50531"/>
                  </a:cubicBezTo>
                  <a:cubicBezTo>
                    <a:pt x="155281" y="49144"/>
                    <a:pt x="156415" y="46118"/>
                    <a:pt x="157172" y="42210"/>
                  </a:cubicBezTo>
                  <a:cubicBezTo>
                    <a:pt x="152633" y="40193"/>
                    <a:pt x="147213" y="31369"/>
                    <a:pt x="140657" y="21536"/>
                  </a:cubicBezTo>
                  <a:close/>
                </a:path>
              </a:pathLst>
            </a:custGeom>
            <a:grpFill/>
            <a:ln w="1270" cap="flat">
              <a:solidFill>
                <a:schemeClr val="bg1"/>
              </a:solidFill>
              <a:prstDash val="solid"/>
              <a:miter/>
            </a:ln>
          </p:spPr>
          <p:txBody>
            <a:bodyPr rtlCol="0" anchor="ctr"/>
            <a:lstStyle/>
            <a:p>
              <a:endParaRPr lang="ko-KR" altLang="en-US"/>
            </a:p>
          </p:txBody>
        </p:sp>
        <p:sp>
          <p:nvSpPr>
            <p:cNvPr id="131" name="자유형: 도형 111">
              <a:extLst>
                <a:ext uri="{FF2B5EF4-FFF2-40B4-BE49-F238E27FC236}">
                  <a16:creationId xmlns:a16="http://schemas.microsoft.com/office/drawing/2014/main" id="{08A72D8B-D76F-EB44-8E75-FDB85F3F48C4}"/>
                </a:ext>
              </a:extLst>
            </p:cNvPr>
            <p:cNvSpPr/>
            <p:nvPr/>
          </p:nvSpPr>
          <p:spPr>
            <a:xfrm>
              <a:off x="3681634" y="4239265"/>
              <a:ext cx="315163" cy="441228"/>
            </a:xfrm>
            <a:custGeom>
              <a:avLst/>
              <a:gdLst>
                <a:gd name="connsiteX0" fmla="*/ 52286 w 315162"/>
                <a:gd name="connsiteY0" fmla="*/ 327056 h 441227"/>
                <a:gd name="connsiteX1" fmla="*/ 72582 w 315162"/>
                <a:gd name="connsiteY1" fmla="*/ 327056 h 441227"/>
                <a:gd name="connsiteX2" fmla="*/ 91618 w 315162"/>
                <a:gd name="connsiteY2" fmla="*/ 341805 h 441227"/>
                <a:gd name="connsiteX3" fmla="*/ 92752 w 315162"/>
                <a:gd name="connsiteY3" fmla="*/ 343192 h 441227"/>
                <a:gd name="connsiteX4" fmla="*/ 115570 w 315162"/>
                <a:gd name="connsiteY4" fmla="*/ 342436 h 441227"/>
                <a:gd name="connsiteX5" fmla="*/ 131202 w 315162"/>
                <a:gd name="connsiteY5" fmla="*/ 364623 h 441227"/>
                <a:gd name="connsiteX6" fmla="*/ 147843 w 315162"/>
                <a:gd name="connsiteY6" fmla="*/ 381264 h 441227"/>
                <a:gd name="connsiteX7" fmla="*/ 158054 w 315162"/>
                <a:gd name="connsiteY7" fmla="*/ 397904 h 441227"/>
                <a:gd name="connsiteX8" fmla="*/ 188562 w 315162"/>
                <a:gd name="connsiteY8" fmla="*/ 401560 h 441227"/>
                <a:gd name="connsiteX9" fmla="*/ 204194 w 315162"/>
                <a:gd name="connsiteY9" fmla="*/ 399669 h 441227"/>
                <a:gd name="connsiteX10" fmla="*/ 221717 w 315162"/>
                <a:gd name="connsiteY10" fmla="*/ 398787 h 441227"/>
                <a:gd name="connsiteX11" fmla="*/ 241131 w 315162"/>
                <a:gd name="connsiteY11" fmla="*/ 414545 h 441227"/>
                <a:gd name="connsiteX12" fmla="*/ 227264 w 315162"/>
                <a:gd name="connsiteY12" fmla="*/ 436732 h 441227"/>
                <a:gd name="connsiteX13" fmla="*/ 243022 w 315162"/>
                <a:gd name="connsiteY13" fmla="*/ 449339 h 441227"/>
                <a:gd name="connsiteX14" fmla="*/ 244283 w 315162"/>
                <a:gd name="connsiteY14" fmla="*/ 449213 h 441227"/>
                <a:gd name="connsiteX15" fmla="*/ 254494 w 315162"/>
                <a:gd name="connsiteY15" fmla="*/ 413158 h 441227"/>
                <a:gd name="connsiteX16" fmla="*/ 259915 w 315162"/>
                <a:gd name="connsiteY16" fmla="*/ 376978 h 441227"/>
                <a:gd name="connsiteX17" fmla="*/ 242896 w 315162"/>
                <a:gd name="connsiteY17" fmla="*/ 333989 h 441227"/>
                <a:gd name="connsiteX18" fmla="*/ 260923 w 315162"/>
                <a:gd name="connsiteY18" fmla="*/ 319744 h 441227"/>
                <a:gd name="connsiteX19" fmla="*/ 255628 w 315162"/>
                <a:gd name="connsiteY19" fmla="*/ 308902 h 441227"/>
                <a:gd name="connsiteX20" fmla="*/ 248695 w 315162"/>
                <a:gd name="connsiteY20" fmla="*/ 294279 h 441227"/>
                <a:gd name="connsiteX21" fmla="*/ 288784 w 315162"/>
                <a:gd name="connsiteY21" fmla="*/ 291379 h 441227"/>
                <a:gd name="connsiteX22" fmla="*/ 318535 w 315162"/>
                <a:gd name="connsiteY22" fmla="*/ 281546 h 441227"/>
                <a:gd name="connsiteX23" fmla="*/ 313744 w 315162"/>
                <a:gd name="connsiteY23" fmla="*/ 268057 h 441227"/>
                <a:gd name="connsiteX24" fmla="*/ 314753 w 315162"/>
                <a:gd name="connsiteY24" fmla="*/ 248139 h 441227"/>
                <a:gd name="connsiteX25" fmla="*/ 304416 w 315162"/>
                <a:gd name="connsiteY25" fmla="*/ 227717 h 441227"/>
                <a:gd name="connsiteX26" fmla="*/ 310719 w 315162"/>
                <a:gd name="connsiteY26" fmla="*/ 179181 h 441227"/>
                <a:gd name="connsiteX27" fmla="*/ 279707 w 315162"/>
                <a:gd name="connsiteY27" fmla="*/ 170987 h 441227"/>
                <a:gd name="connsiteX28" fmla="*/ 242518 w 315162"/>
                <a:gd name="connsiteY28" fmla="*/ 154851 h 441227"/>
                <a:gd name="connsiteX29" fmla="*/ 197134 w 315162"/>
                <a:gd name="connsiteY29" fmla="*/ 150817 h 441227"/>
                <a:gd name="connsiteX30" fmla="*/ 179863 w 315162"/>
                <a:gd name="connsiteY30" fmla="*/ 115771 h 441227"/>
                <a:gd name="connsiteX31" fmla="*/ 168139 w 315162"/>
                <a:gd name="connsiteY31" fmla="*/ 98248 h 441227"/>
                <a:gd name="connsiteX32" fmla="*/ 155659 w 315162"/>
                <a:gd name="connsiteY32" fmla="*/ 92449 h 441227"/>
                <a:gd name="connsiteX33" fmla="*/ 159693 w 315162"/>
                <a:gd name="connsiteY33" fmla="*/ 80220 h 441227"/>
                <a:gd name="connsiteX34" fmla="*/ 163601 w 315162"/>
                <a:gd name="connsiteY34" fmla="*/ 60554 h 441227"/>
                <a:gd name="connsiteX35" fmla="*/ 186923 w 315162"/>
                <a:gd name="connsiteY35" fmla="*/ 30551 h 441227"/>
                <a:gd name="connsiteX36" fmla="*/ 194991 w 315162"/>
                <a:gd name="connsiteY36" fmla="*/ 25382 h 441227"/>
                <a:gd name="connsiteX37" fmla="*/ 201421 w 315162"/>
                <a:gd name="connsiteY37" fmla="*/ 20213 h 441227"/>
                <a:gd name="connsiteX38" fmla="*/ 207850 w 315162"/>
                <a:gd name="connsiteY38" fmla="*/ 3699 h 441227"/>
                <a:gd name="connsiteX39" fmla="*/ 177846 w 315162"/>
                <a:gd name="connsiteY39" fmla="*/ 17818 h 441227"/>
                <a:gd name="connsiteX40" fmla="*/ 154902 w 315162"/>
                <a:gd name="connsiteY40" fmla="*/ 31307 h 441227"/>
                <a:gd name="connsiteX41" fmla="*/ 130824 w 315162"/>
                <a:gd name="connsiteY41" fmla="*/ 38997 h 441227"/>
                <a:gd name="connsiteX42" fmla="*/ 118470 w 315162"/>
                <a:gd name="connsiteY42" fmla="*/ 37232 h 441227"/>
                <a:gd name="connsiteX43" fmla="*/ 93761 w 315162"/>
                <a:gd name="connsiteY43" fmla="*/ 60176 h 441227"/>
                <a:gd name="connsiteX44" fmla="*/ 84306 w 315162"/>
                <a:gd name="connsiteY44" fmla="*/ 85515 h 441227"/>
                <a:gd name="connsiteX45" fmla="*/ 57832 w 315162"/>
                <a:gd name="connsiteY45" fmla="*/ 116149 h 441227"/>
                <a:gd name="connsiteX46" fmla="*/ 52033 w 315162"/>
                <a:gd name="connsiteY46" fmla="*/ 117536 h 441227"/>
                <a:gd name="connsiteX47" fmla="*/ 48378 w 315162"/>
                <a:gd name="connsiteY47" fmla="*/ 125856 h 441227"/>
                <a:gd name="connsiteX48" fmla="*/ 30476 w 315162"/>
                <a:gd name="connsiteY48" fmla="*/ 143253 h 441227"/>
                <a:gd name="connsiteX49" fmla="*/ 38923 w 315162"/>
                <a:gd name="connsiteY49" fmla="*/ 151573 h 441227"/>
                <a:gd name="connsiteX50" fmla="*/ 44217 w 315162"/>
                <a:gd name="connsiteY50" fmla="*/ 172248 h 441227"/>
                <a:gd name="connsiteX51" fmla="*/ 44217 w 315162"/>
                <a:gd name="connsiteY51" fmla="*/ 186997 h 441227"/>
                <a:gd name="connsiteX52" fmla="*/ 48882 w 315162"/>
                <a:gd name="connsiteY52" fmla="*/ 228221 h 441227"/>
                <a:gd name="connsiteX53" fmla="*/ 42957 w 315162"/>
                <a:gd name="connsiteY53" fmla="*/ 251164 h 441227"/>
                <a:gd name="connsiteX54" fmla="*/ 21147 w 315162"/>
                <a:gd name="connsiteY54" fmla="*/ 268814 h 441227"/>
                <a:gd name="connsiteX55" fmla="*/ 7658 w 315162"/>
                <a:gd name="connsiteY55" fmla="*/ 285832 h 441227"/>
                <a:gd name="connsiteX56" fmla="*/ 2364 w 315162"/>
                <a:gd name="connsiteY56" fmla="*/ 296926 h 441227"/>
                <a:gd name="connsiteX57" fmla="*/ 35141 w 315162"/>
                <a:gd name="connsiteY57" fmla="*/ 315332 h 441227"/>
                <a:gd name="connsiteX58" fmla="*/ 52286 w 315162"/>
                <a:gd name="connsiteY58" fmla="*/ 327056 h 441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15162" h="441227">
                  <a:moveTo>
                    <a:pt x="52286" y="327056"/>
                  </a:moveTo>
                  <a:cubicBezTo>
                    <a:pt x="59597" y="331342"/>
                    <a:pt x="70061" y="330207"/>
                    <a:pt x="72582" y="327056"/>
                  </a:cubicBezTo>
                  <a:cubicBezTo>
                    <a:pt x="74977" y="324030"/>
                    <a:pt x="81785" y="330712"/>
                    <a:pt x="91618" y="341805"/>
                  </a:cubicBezTo>
                  <a:cubicBezTo>
                    <a:pt x="91996" y="342310"/>
                    <a:pt x="92374" y="342688"/>
                    <a:pt x="92752" y="343192"/>
                  </a:cubicBezTo>
                  <a:cubicBezTo>
                    <a:pt x="100947" y="341427"/>
                    <a:pt x="111410" y="339788"/>
                    <a:pt x="115570" y="342436"/>
                  </a:cubicBezTo>
                  <a:cubicBezTo>
                    <a:pt x="123008" y="347100"/>
                    <a:pt x="121117" y="363615"/>
                    <a:pt x="131202" y="364623"/>
                  </a:cubicBezTo>
                  <a:cubicBezTo>
                    <a:pt x="141413" y="365506"/>
                    <a:pt x="148725" y="375717"/>
                    <a:pt x="147843" y="381264"/>
                  </a:cubicBezTo>
                  <a:cubicBezTo>
                    <a:pt x="146960" y="386811"/>
                    <a:pt x="158936" y="389584"/>
                    <a:pt x="158054" y="397904"/>
                  </a:cubicBezTo>
                  <a:cubicBezTo>
                    <a:pt x="157172" y="406225"/>
                    <a:pt x="184906" y="404334"/>
                    <a:pt x="188562" y="401560"/>
                  </a:cubicBezTo>
                  <a:cubicBezTo>
                    <a:pt x="192218" y="398787"/>
                    <a:pt x="199656" y="396896"/>
                    <a:pt x="204194" y="399669"/>
                  </a:cubicBezTo>
                  <a:cubicBezTo>
                    <a:pt x="208858" y="402443"/>
                    <a:pt x="217179" y="396896"/>
                    <a:pt x="221717" y="398787"/>
                  </a:cubicBezTo>
                  <a:cubicBezTo>
                    <a:pt x="226381" y="400678"/>
                    <a:pt x="244787" y="407989"/>
                    <a:pt x="241131" y="414545"/>
                  </a:cubicBezTo>
                  <a:cubicBezTo>
                    <a:pt x="237475" y="420974"/>
                    <a:pt x="224490" y="431186"/>
                    <a:pt x="227264" y="436732"/>
                  </a:cubicBezTo>
                  <a:cubicBezTo>
                    <a:pt x="229407" y="441145"/>
                    <a:pt x="239114" y="443792"/>
                    <a:pt x="243022" y="449339"/>
                  </a:cubicBezTo>
                  <a:cubicBezTo>
                    <a:pt x="243400" y="449339"/>
                    <a:pt x="243904" y="449339"/>
                    <a:pt x="244283" y="449213"/>
                  </a:cubicBezTo>
                  <a:cubicBezTo>
                    <a:pt x="251342" y="447700"/>
                    <a:pt x="254494" y="420974"/>
                    <a:pt x="254494" y="413158"/>
                  </a:cubicBezTo>
                  <a:cubicBezTo>
                    <a:pt x="254494" y="405342"/>
                    <a:pt x="257645" y="384919"/>
                    <a:pt x="259915" y="376978"/>
                  </a:cubicBezTo>
                  <a:cubicBezTo>
                    <a:pt x="264327" y="361598"/>
                    <a:pt x="242896" y="350630"/>
                    <a:pt x="242896" y="333989"/>
                  </a:cubicBezTo>
                  <a:cubicBezTo>
                    <a:pt x="242896" y="317349"/>
                    <a:pt x="251342" y="326552"/>
                    <a:pt x="260923" y="319744"/>
                  </a:cubicBezTo>
                  <a:cubicBezTo>
                    <a:pt x="270504" y="312810"/>
                    <a:pt x="260419" y="309911"/>
                    <a:pt x="255628" y="308902"/>
                  </a:cubicBezTo>
                  <a:cubicBezTo>
                    <a:pt x="250838" y="307894"/>
                    <a:pt x="247182" y="299321"/>
                    <a:pt x="248695" y="294279"/>
                  </a:cubicBezTo>
                  <a:cubicBezTo>
                    <a:pt x="250334" y="289236"/>
                    <a:pt x="279455" y="291379"/>
                    <a:pt x="288784" y="291379"/>
                  </a:cubicBezTo>
                  <a:cubicBezTo>
                    <a:pt x="298112" y="291379"/>
                    <a:pt x="318283" y="282933"/>
                    <a:pt x="318535" y="281546"/>
                  </a:cubicBezTo>
                  <a:cubicBezTo>
                    <a:pt x="318787" y="280286"/>
                    <a:pt x="320930" y="273604"/>
                    <a:pt x="313744" y="268057"/>
                  </a:cubicBezTo>
                  <a:cubicBezTo>
                    <a:pt x="306559" y="262510"/>
                    <a:pt x="309206" y="254568"/>
                    <a:pt x="314753" y="248139"/>
                  </a:cubicBezTo>
                  <a:cubicBezTo>
                    <a:pt x="320300" y="241836"/>
                    <a:pt x="311349" y="235406"/>
                    <a:pt x="304416" y="227717"/>
                  </a:cubicBezTo>
                  <a:cubicBezTo>
                    <a:pt x="297482" y="220027"/>
                    <a:pt x="302777" y="192166"/>
                    <a:pt x="310719" y="179181"/>
                  </a:cubicBezTo>
                  <a:cubicBezTo>
                    <a:pt x="318661" y="166197"/>
                    <a:pt x="294583" y="169096"/>
                    <a:pt x="279707" y="170987"/>
                  </a:cubicBezTo>
                  <a:cubicBezTo>
                    <a:pt x="264831" y="172878"/>
                    <a:pt x="252099" y="166953"/>
                    <a:pt x="242518" y="154851"/>
                  </a:cubicBezTo>
                  <a:cubicBezTo>
                    <a:pt x="232937" y="142623"/>
                    <a:pt x="219952" y="150312"/>
                    <a:pt x="197134" y="150817"/>
                  </a:cubicBezTo>
                  <a:cubicBezTo>
                    <a:pt x="174316" y="151321"/>
                    <a:pt x="178855" y="125604"/>
                    <a:pt x="179863" y="115771"/>
                  </a:cubicBezTo>
                  <a:cubicBezTo>
                    <a:pt x="180872" y="105938"/>
                    <a:pt x="168139" y="104677"/>
                    <a:pt x="168139" y="98248"/>
                  </a:cubicBezTo>
                  <a:cubicBezTo>
                    <a:pt x="168139" y="91944"/>
                    <a:pt x="161458" y="91944"/>
                    <a:pt x="155659" y="92449"/>
                  </a:cubicBezTo>
                  <a:cubicBezTo>
                    <a:pt x="149860" y="92953"/>
                    <a:pt x="155659" y="85263"/>
                    <a:pt x="159693" y="80220"/>
                  </a:cubicBezTo>
                  <a:cubicBezTo>
                    <a:pt x="163601" y="75178"/>
                    <a:pt x="163349" y="71144"/>
                    <a:pt x="163601" y="60554"/>
                  </a:cubicBezTo>
                  <a:cubicBezTo>
                    <a:pt x="163853" y="49965"/>
                    <a:pt x="179233" y="40888"/>
                    <a:pt x="186923" y="30551"/>
                  </a:cubicBezTo>
                  <a:cubicBezTo>
                    <a:pt x="188814" y="28029"/>
                    <a:pt x="191713" y="26391"/>
                    <a:pt x="194991" y="25382"/>
                  </a:cubicBezTo>
                  <a:cubicBezTo>
                    <a:pt x="195874" y="22861"/>
                    <a:pt x="197765" y="20970"/>
                    <a:pt x="201421" y="20213"/>
                  </a:cubicBezTo>
                  <a:cubicBezTo>
                    <a:pt x="213144" y="17818"/>
                    <a:pt x="219070" y="10254"/>
                    <a:pt x="207850" y="3699"/>
                  </a:cubicBezTo>
                  <a:cubicBezTo>
                    <a:pt x="196630" y="-2730"/>
                    <a:pt x="190201" y="16053"/>
                    <a:pt x="177846" y="17818"/>
                  </a:cubicBezTo>
                  <a:cubicBezTo>
                    <a:pt x="165492" y="19583"/>
                    <a:pt x="163097" y="27273"/>
                    <a:pt x="154902" y="31307"/>
                  </a:cubicBezTo>
                  <a:cubicBezTo>
                    <a:pt x="146708" y="35467"/>
                    <a:pt x="131328" y="31937"/>
                    <a:pt x="130824" y="38997"/>
                  </a:cubicBezTo>
                  <a:cubicBezTo>
                    <a:pt x="130194" y="46687"/>
                    <a:pt x="125529" y="38997"/>
                    <a:pt x="118470" y="37232"/>
                  </a:cubicBezTo>
                  <a:cubicBezTo>
                    <a:pt x="111410" y="35467"/>
                    <a:pt x="93131" y="51352"/>
                    <a:pt x="93761" y="60176"/>
                  </a:cubicBezTo>
                  <a:cubicBezTo>
                    <a:pt x="94391" y="69001"/>
                    <a:pt x="97291" y="77195"/>
                    <a:pt x="84306" y="85515"/>
                  </a:cubicBezTo>
                  <a:cubicBezTo>
                    <a:pt x="71321" y="93709"/>
                    <a:pt x="63757" y="109089"/>
                    <a:pt x="57832" y="116149"/>
                  </a:cubicBezTo>
                  <a:cubicBezTo>
                    <a:pt x="56067" y="118292"/>
                    <a:pt x="54050" y="118418"/>
                    <a:pt x="52033" y="117536"/>
                  </a:cubicBezTo>
                  <a:cubicBezTo>
                    <a:pt x="51277" y="121444"/>
                    <a:pt x="50142" y="124469"/>
                    <a:pt x="48378" y="125856"/>
                  </a:cubicBezTo>
                  <a:cubicBezTo>
                    <a:pt x="45100" y="128251"/>
                    <a:pt x="37284" y="136193"/>
                    <a:pt x="30476" y="143253"/>
                  </a:cubicBezTo>
                  <a:cubicBezTo>
                    <a:pt x="33754" y="146404"/>
                    <a:pt x="36906" y="149304"/>
                    <a:pt x="38923" y="151573"/>
                  </a:cubicBezTo>
                  <a:cubicBezTo>
                    <a:pt x="47117" y="160398"/>
                    <a:pt x="41822" y="167457"/>
                    <a:pt x="44217" y="172248"/>
                  </a:cubicBezTo>
                  <a:cubicBezTo>
                    <a:pt x="46612" y="176912"/>
                    <a:pt x="48882" y="183972"/>
                    <a:pt x="44217" y="186997"/>
                  </a:cubicBezTo>
                  <a:cubicBezTo>
                    <a:pt x="39553" y="189897"/>
                    <a:pt x="43587" y="222296"/>
                    <a:pt x="48882" y="228221"/>
                  </a:cubicBezTo>
                  <a:cubicBezTo>
                    <a:pt x="54176" y="234146"/>
                    <a:pt x="48882" y="239441"/>
                    <a:pt x="42957" y="251164"/>
                  </a:cubicBezTo>
                  <a:cubicBezTo>
                    <a:pt x="37032" y="262889"/>
                    <a:pt x="31737" y="268183"/>
                    <a:pt x="21147" y="268814"/>
                  </a:cubicBezTo>
                  <a:cubicBezTo>
                    <a:pt x="10558" y="269444"/>
                    <a:pt x="11188" y="285832"/>
                    <a:pt x="7658" y="285832"/>
                  </a:cubicBezTo>
                  <a:cubicBezTo>
                    <a:pt x="4885" y="285832"/>
                    <a:pt x="2742" y="291757"/>
                    <a:pt x="2364" y="296926"/>
                  </a:cubicBezTo>
                  <a:cubicBezTo>
                    <a:pt x="12197" y="305246"/>
                    <a:pt x="29972" y="315332"/>
                    <a:pt x="35141" y="315332"/>
                  </a:cubicBezTo>
                  <a:cubicBezTo>
                    <a:pt x="41318" y="314701"/>
                    <a:pt x="44974" y="322770"/>
                    <a:pt x="52286" y="327056"/>
                  </a:cubicBezTo>
                  <a:close/>
                </a:path>
              </a:pathLst>
            </a:custGeom>
            <a:grpFill/>
            <a:ln w="1270" cap="flat">
              <a:solidFill>
                <a:schemeClr val="bg1"/>
              </a:solidFill>
              <a:prstDash val="solid"/>
              <a:miter/>
            </a:ln>
          </p:spPr>
          <p:txBody>
            <a:bodyPr rtlCol="0" anchor="ctr"/>
            <a:lstStyle/>
            <a:p>
              <a:endParaRPr lang="ko-KR" altLang="en-US"/>
            </a:p>
          </p:txBody>
        </p:sp>
        <p:sp>
          <p:nvSpPr>
            <p:cNvPr id="132" name="자유형: 도형 112">
              <a:extLst>
                <a:ext uri="{FF2B5EF4-FFF2-40B4-BE49-F238E27FC236}">
                  <a16:creationId xmlns:a16="http://schemas.microsoft.com/office/drawing/2014/main" id="{2EDFBB5A-3BC0-014F-BA95-9993F69F1E6F}"/>
                </a:ext>
              </a:extLst>
            </p:cNvPr>
            <p:cNvSpPr/>
            <p:nvPr/>
          </p:nvSpPr>
          <p:spPr>
            <a:xfrm>
              <a:off x="3933427" y="4837385"/>
              <a:ext cx="315163" cy="365589"/>
            </a:xfrm>
            <a:custGeom>
              <a:avLst/>
              <a:gdLst>
                <a:gd name="connsiteX0" fmla="*/ 323032 w 315162"/>
                <a:gd name="connsiteY0" fmla="*/ 219707 h 365588"/>
                <a:gd name="connsiteX1" fmla="*/ 307400 w 315162"/>
                <a:gd name="connsiteY1" fmla="*/ 193863 h 365588"/>
                <a:gd name="connsiteX2" fmla="*/ 285465 w 315162"/>
                <a:gd name="connsiteY2" fmla="*/ 180500 h 365588"/>
                <a:gd name="connsiteX3" fmla="*/ 256470 w 315162"/>
                <a:gd name="connsiteY3" fmla="*/ 167137 h 365588"/>
                <a:gd name="connsiteX4" fmla="*/ 253318 w 315162"/>
                <a:gd name="connsiteY4" fmla="*/ 145202 h 365588"/>
                <a:gd name="connsiteX5" fmla="*/ 249410 w 315162"/>
                <a:gd name="connsiteY5" fmla="*/ 124780 h 365588"/>
                <a:gd name="connsiteX6" fmla="*/ 239199 w 315162"/>
                <a:gd name="connsiteY6" fmla="*/ 106752 h 365588"/>
                <a:gd name="connsiteX7" fmla="*/ 210204 w 315162"/>
                <a:gd name="connsiteY7" fmla="*/ 100449 h 365588"/>
                <a:gd name="connsiteX8" fmla="*/ 188269 w 315162"/>
                <a:gd name="connsiteY8" fmla="*/ 90238 h 365588"/>
                <a:gd name="connsiteX9" fmla="*/ 177301 w 315162"/>
                <a:gd name="connsiteY9" fmla="*/ 80909 h 365588"/>
                <a:gd name="connsiteX10" fmla="*/ 158517 w 315162"/>
                <a:gd name="connsiteY10" fmla="*/ 77001 h 365588"/>
                <a:gd name="connsiteX11" fmla="*/ 127127 w 315162"/>
                <a:gd name="connsiteY11" fmla="*/ 58091 h 365588"/>
                <a:gd name="connsiteX12" fmla="*/ 118555 w 315162"/>
                <a:gd name="connsiteY12" fmla="*/ 6279 h 365588"/>
                <a:gd name="connsiteX13" fmla="*/ 93468 w 315162"/>
                <a:gd name="connsiteY13" fmla="*/ 4765 h 365588"/>
                <a:gd name="connsiteX14" fmla="*/ 62078 w 315162"/>
                <a:gd name="connsiteY14" fmla="*/ 18885 h 365588"/>
                <a:gd name="connsiteX15" fmla="*/ 39386 w 315162"/>
                <a:gd name="connsiteY15" fmla="*/ 30609 h 365588"/>
                <a:gd name="connsiteX16" fmla="*/ 16694 w 315162"/>
                <a:gd name="connsiteY16" fmla="*/ 36156 h 365588"/>
                <a:gd name="connsiteX17" fmla="*/ 7870 w 315162"/>
                <a:gd name="connsiteY17" fmla="*/ 34139 h 365588"/>
                <a:gd name="connsiteX18" fmla="*/ 26149 w 315162"/>
                <a:gd name="connsiteY18" fmla="*/ 71454 h 365588"/>
                <a:gd name="connsiteX19" fmla="*/ 19089 w 315162"/>
                <a:gd name="connsiteY19" fmla="*/ 85573 h 365588"/>
                <a:gd name="connsiteX20" fmla="*/ 21485 w 315162"/>
                <a:gd name="connsiteY20" fmla="*/ 123267 h 365588"/>
                <a:gd name="connsiteX21" fmla="*/ 15181 w 315162"/>
                <a:gd name="connsiteY21" fmla="*/ 145202 h 365588"/>
                <a:gd name="connsiteX22" fmla="*/ 8878 w 315162"/>
                <a:gd name="connsiteY22" fmla="*/ 168020 h 365588"/>
                <a:gd name="connsiteX23" fmla="*/ 19089 w 315162"/>
                <a:gd name="connsiteY23" fmla="*/ 180500 h 365588"/>
                <a:gd name="connsiteX24" fmla="*/ 4970 w 315162"/>
                <a:gd name="connsiteY24" fmla="*/ 201679 h 365588"/>
                <a:gd name="connsiteX25" fmla="*/ 2701 w 315162"/>
                <a:gd name="connsiteY25" fmla="*/ 212647 h 365588"/>
                <a:gd name="connsiteX26" fmla="*/ 13542 w 315162"/>
                <a:gd name="connsiteY26" fmla="*/ 225253 h 365588"/>
                <a:gd name="connsiteX27" fmla="*/ 19846 w 315162"/>
                <a:gd name="connsiteY27" fmla="*/ 253492 h 365588"/>
                <a:gd name="connsiteX28" fmla="*/ 30813 w 315162"/>
                <a:gd name="connsiteY28" fmla="*/ 268367 h 365588"/>
                <a:gd name="connsiteX29" fmla="*/ 25267 w 315162"/>
                <a:gd name="connsiteY29" fmla="*/ 287151 h 365588"/>
                <a:gd name="connsiteX30" fmla="*/ 34722 w 315162"/>
                <a:gd name="connsiteY30" fmla="*/ 309087 h 365588"/>
                <a:gd name="connsiteX31" fmla="*/ 44176 w 315162"/>
                <a:gd name="connsiteY31" fmla="*/ 333417 h 365588"/>
                <a:gd name="connsiteX32" fmla="*/ 50480 w 315162"/>
                <a:gd name="connsiteY32" fmla="*/ 362412 h 365588"/>
                <a:gd name="connsiteX33" fmla="*/ 86534 w 315162"/>
                <a:gd name="connsiteY33" fmla="*/ 341233 h 365588"/>
                <a:gd name="connsiteX34" fmla="*/ 110108 w 315162"/>
                <a:gd name="connsiteY34" fmla="*/ 340477 h 365588"/>
                <a:gd name="connsiteX35" fmla="*/ 140742 w 315162"/>
                <a:gd name="connsiteY35" fmla="*/ 353083 h 365588"/>
                <a:gd name="connsiteX36" fmla="*/ 156374 w 315162"/>
                <a:gd name="connsiteY36" fmla="*/ 337325 h 365588"/>
                <a:gd name="connsiteX37" fmla="*/ 191672 w 315162"/>
                <a:gd name="connsiteY37" fmla="*/ 337325 h 365588"/>
                <a:gd name="connsiteX38" fmla="*/ 199488 w 315162"/>
                <a:gd name="connsiteY38" fmla="*/ 296480 h 365588"/>
                <a:gd name="connsiteX39" fmla="*/ 219911 w 315162"/>
                <a:gd name="connsiteY39" fmla="*/ 271393 h 365588"/>
                <a:gd name="connsiteX40" fmla="*/ 252058 w 315162"/>
                <a:gd name="connsiteY40" fmla="*/ 265846 h 365588"/>
                <a:gd name="connsiteX41" fmla="*/ 282691 w 315162"/>
                <a:gd name="connsiteY41" fmla="*/ 262695 h 365588"/>
                <a:gd name="connsiteX42" fmla="*/ 307778 w 315162"/>
                <a:gd name="connsiteY42" fmla="*/ 273662 h 365588"/>
                <a:gd name="connsiteX43" fmla="*/ 320385 w 315162"/>
                <a:gd name="connsiteY43" fmla="*/ 253996 h 365588"/>
                <a:gd name="connsiteX44" fmla="*/ 323032 w 315162"/>
                <a:gd name="connsiteY44" fmla="*/ 219707 h 365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15162" h="365588">
                  <a:moveTo>
                    <a:pt x="323032" y="219707"/>
                  </a:moveTo>
                  <a:cubicBezTo>
                    <a:pt x="319124" y="207983"/>
                    <a:pt x="307400" y="206344"/>
                    <a:pt x="307400" y="193863"/>
                  </a:cubicBezTo>
                  <a:cubicBezTo>
                    <a:pt x="307400" y="181256"/>
                    <a:pt x="302736" y="179744"/>
                    <a:pt x="285465" y="180500"/>
                  </a:cubicBezTo>
                  <a:cubicBezTo>
                    <a:pt x="268194" y="181256"/>
                    <a:pt x="257226" y="177348"/>
                    <a:pt x="256470" y="167137"/>
                  </a:cubicBezTo>
                  <a:cubicBezTo>
                    <a:pt x="255713" y="156926"/>
                    <a:pt x="245502" y="149110"/>
                    <a:pt x="253318" y="145202"/>
                  </a:cubicBezTo>
                  <a:cubicBezTo>
                    <a:pt x="261134" y="141294"/>
                    <a:pt x="247771" y="134234"/>
                    <a:pt x="249410" y="124780"/>
                  </a:cubicBezTo>
                  <a:cubicBezTo>
                    <a:pt x="250923" y="115325"/>
                    <a:pt x="244746" y="111417"/>
                    <a:pt x="239199" y="106752"/>
                  </a:cubicBezTo>
                  <a:cubicBezTo>
                    <a:pt x="233652" y="102088"/>
                    <a:pt x="210204" y="109147"/>
                    <a:pt x="210204" y="100449"/>
                  </a:cubicBezTo>
                  <a:cubicBezTo>
                    <a:pt x="210204" y="91876"/>
                    <a:pt x="196085" y="90238"/>
                    <a:pt x="188269" y="90238"/>
                  </a:cubicBezTo>
                  <a:cubicBezTo>
                    <a:pt x="180453" y="90238"/>
                    <a:pt x="185873" y="80026"/>
                    <a:pt x="177301" y="80909"/>
                  </a:cubicBezTo>
                  <a:cubicBezTo>
                    <a:pt x="168729" y="81665"/>
                    <a:pt x="170241" y="75362"/>
                    <a:pt x="158517" y="77001"/>
                  </a:cubicBezTo>
                  <a:cubicBezTo>
                    <a:pt x="146793" y="78514"/>
                    <a:pt x="139734" y="73093"/>
                    <a:pt x="127127" y="58091"/>
                  </a:cubicBezTo>
                  <a:cubicBezTo>
                    <a:pt x="114521" y="43215"/>
                    <a:pt x="116159" y="14220"/>
                    <a:pt x="118555" y="6279"/>
                  </a:cubicBezTo>
                  <a:cubicBezTo>
                    <a:pt x="120950" y="-1538"/>
                    <a:pt x="103679" y="4765"/>
                    <a:pt x="93468" y="4765"/>
                  </a:cubicBezTo>
                  <a:cubicBezTo>
                    <a:pt x="83256" y="4765"/>
                    <a:pt x="73045" y="12582"/>
                    <a:pt x="62078" y="18885"/>
                  </a:cubicBezTo>
                  <a:cubicBezTo>
                    <a:pt x="51110" y="25188"/>
                    <a:pt x="44807" y="25188"/>
                    <a:pt x="39386" y="30609"/>
                  </a:cubicBezTo>
                  <a:cubicBezTo>
                    <a:pt x="33839" y="36156"/>
                    <a:pt x="25267" y="39181"/>
                    <a:pt x="16694" y="36156"/>
                  </a:cubicBezTo>
                  <a:cubicBezTo>
                    <a:pt x="14299" y="35273"/>
                    <a:pt x="11147" y="34643"/>
                    <a:pt x="7870" y="34139"/>
                  </a:cubicBezTo>
                  <a:cubicBezTo>
                    <a:pt x="12534" y="45737"/>
                    <a:pt x="23628" y="64646"/>
                    <a:pt x="26149" y="71454"/>
                  </a:cubicBezTo>
                  <a:cubicBezTo>
                    <a:pt x="29301" y="80026"/>
                    <a:pt x="22241" y="82422"/>
                    <a:pt x="19089" y="85573"/>
                  </a:cubicBezTo>
                  <a:cubicBezTo>
                    <a:pt x="15938" y="88725"/>
                    <a:pt x="20602" y="116964"/>
                    <a:pt x="21485" y="123267"/>
                  </a:cubicBezTo>
                  <a:cubicBezTo>
                    <a:pt x="22241" y="129570"/>
                    <a:pt x="10517" y="141294"/>
                    <a:pt x="15181" y="145202"/>
                  </a:cubicBezTo>
                  <a:cubicBezTo>
                    <a:pt x="19846" y="149110"/>
                    <a:pt x="8878" y="160960"/>
                    <a:pt x="8878" y="168020"/>
                  </a:cubicBezTo>
                  <a:cubicBezTo>
                    <a:pt x="8878" y="175079"/>
                    <a:pt x="19089" y="175079"/>
                    <a:pt x="19089" y="180500"/>
                  </a:cubicBezTo>
                  <a:cubicBezTo>
                    <a:pt x="19089" y="186047"/>
                    <a:pt x="10391" y="198528"/>
                    <a:pt x="4970" y="201679"/>
                  </a:cubicBezTo>
                  <a:cubicBezTo>
                    <a:pt x="2071" y="203318"/>
                    <a:pt x="2071" y="207730"/>
                    <a:pt x="2701" y="212647"/>
                  </a:cubicBezTo>
                  <a:cubicBezTo>
                    <a:pt x="4340" y="212143"/>
                    <a:pt x="5474" y="219202"/>
                    <a:pt x="13542" y="225253"/>
                  </a:cubicBezTo>
                  <a:cubicBezTo>
                    <a:pt x="22997" y="232313"/>
                    <a:pt x="12030" y="244037"/>
                    <a:pt x="19846" y="253492"/>
                  </a:cubicBezTo>
                  <a:cubicBezTo>
                    <a:pt x="27662" y="262947"/>
                    <a:pt x="36360" y="263703"/>
                    <a:pt x="30813" y="268367"/>
                  </a:cubicBezTo>
                  <a:cubicBezTo>
                    <a:pt x="25267" y="273032"/>
                    <a:pt x="31570" y="282487"/>
                    <a:pt x="25267" y="287151"/>
                  </a:cubicBezTo>
                  <a:cubicBezTo>
                    <a:pt x="18963" y="291942"/>
                    <a:pt x="27662" y="306061"/>
                    <a:pt x="34722" y="309087"/>
                  </a:cubicBezTo>
                  <a:cubicBezTo>
                    <a:pt x="41781" y="312238"/>
                    <a:pt x="37117" y="326357"/>
                    <a:pt x="44176" y="333417"/>
                  </a:cubicBezTo>
                  <a:cubicBezTo>
                    <a:pt x="51236" y="340477"/>
                    <a:pt x="48084" y="356991"/>
                    <a:pt x="50480" y="362412"/>
                  </a:cubicBezTo>
                  <a:cubicBezTo>
                    <a:pt x="52875" y="367959"/>
                    <a:pt x="74054" y="354596"/>
                    <a:pt x="86534" y="341233"/>
                  </a:cubicBezTo>
                  <a:cubicBezTo>
                    <a:pt x="99141" y="327870"/>
                    <a:pt x="98258" y="338838"/>
                    <a:pt x="110108" y="340477"/>
                  </a:cubicBezTo>
                  <a:cubicBezTo>
                    <a:pt x="121832" y="342116"/>
                    <a:pt x="135195" y="342116"/>
                    <a:pt x="140742" y="353083"/>
                  </a:cubicBezTo>
                  <a:cubicBezTo>
                    <a:pt x="146289" y="364051"/>
                    <a:pt x="152466" y="342116"/>
                    <a:pt x="156374" y="337325"/>
                  </a:cubicBezTo>
                  <a:cubicBezTo>
                    <a:pt x="160282" y="332661"/>
                    <a:pt x="187008" y="338964"/>
                    <a:pt x="191672" y="337325"/>
                  </a:cubicBezTo>
                  <a:cubicBezTo>
                    <a:pt x="196337" y="335812"/>
                    <a:pt x="200245" y="302027"/>
                    <a:pt x="199488" y="296480"/>
                  </a:cubicBezTo>
                  <a:cubicBezTo>
                    <a:pt x="198732" y="290933"/>
                    <a:pt x="210456" y="277697"/>
                    <a:pt x="219911" y="271393"/>
                  </a:cubicBezTo>
                  <a:cubicBezTo>
                    <a:pt x="229366" y="265090"/>
                    <a:pt x="244242" y="269880"/>
                    <a:pt x="252058" y="265846"/>
                  </a:cubicBezTo>
                  <a:cubicBezTo>
                    <a:pt x="259874" y="261938"/>
                    <a:pt x="271724" y="262695"/>
                    <a:pt x="282691" y="262695"/>
                  </a:cubicBezTo>
                  <a:cubicBezTo>
                    <a:pt x="293659" y="262695"/>
                    <a:pt x="301475" y="273662"/>
                    <a:pt x="307778" y="273662"/>
                  </a:cubicBezTo>
                  <a:cubicBezTo>
                    <a:pt x="314081" y="273662"/>
                    <a:pt x="321898" y="263451"/>
                    <a:pt x="320385" y="253996"/>
                  </a:cubicBezTo>
                  <a:cubicBezTo>
                    <a:pt x="318242" y="244793"/>
                    <a:pt x="326940" y="231557"/>
                    <a:pt x="323032" y="219707"/>
                  </a:cubicBezTo>
                  <a:close/>
                </a:path>
              </a:pathLst>
            </a:custGeom>
            <a:grpFill/>
            <a:ln w="1270" cap="flat">
              <a:solidFill>
                <a:schemeClr val="bg1"/>
              </a:solidFill>
              <a:prstDash val="solid"/>
              <a:miter/>
            </a:ln>
          </p:spPr>
          <p:txBody>
            <a:bodyPr rtlCol="0" anchor="ctr"/>
            <a:lstStyle/>
            <a:p>
              <a:endParaRPr lang="ko-KR" altLang="en-US"/>
            </a:p>
          </p:txBody>
        </p:sp>
        <p:sp>
          <p:nvSpPr>
            <p:cNvPr id="133" name="자유형: 도형 113">
              <a:extLst>
                <a:ext uri="{FF2B5EF4-FFF2-40B4-BE49-F238E27FC236}">
                  <a16:creationId xmlns:a16="http://schemas.microsoft.com/office/drawing/2014/main" id="{E34DA272-C3D8-644F-9711-74BF323562B2}"/>
                </a:ext>
              </a:extLst>
            </p:cNvPr>
            <p:cNvSpPr/>
            <p:nvPr/>
          </p:nvSpPr>
          <p:spPr>
            <a:xfrm>
              <a:off x="3619858" y="4577913"/>
              <a:ext cx="340376" cy="491654"/>
            </a:xfrm>
            <a:custGeom>
              <a:avLst/>
              <a:gdLst>
                <a:gd name="connsiteX0" fmla="*/ 314883 w 340375"/>
                <a:gd name="connsiteY0" fmla="*/ 473002 h 491653"/>
                <a:gd name="connsiteX1" fmla="*/ 315766 w 340375"/>
                <a:gd name="connsiteY1" fmla="*/ 472119 h 491653"/>
                <a:gd name="connsiteX2" fmla="*/ 318035 w 340375"/>
                <a:gd name="connsiteY2" fmla="*/ 461151 h 491653"/>
                <a:gd name="connsiteX3" fmla="*/ 332154 w 340375"/>
                <a:gd name="connsiteY3" fmla="*/ 439972 h 491653"/>
                <a:gd name="connsiteX4" fmla="*/ 321943 w 340375"/>
                <a:gd name="connsiteY4" fmla="*/ 427492 h 491653"/>
                <a:gd name="connsiteX5" fmla="*/ 328246 w 340375"/>
                <a:gd name="connsiteY5" fmla="*/ 404674 h 491653"/>
                <a:gd name="connsiteX6" fmla="*/ 334549 w 340375"/>
                <a:gd name="connsiteY6" fmla="*/ 382739 h 491653"/>
                <a:gd name="connsiteX7" fmla="*/ 332154 w 340375"/>
                <a:gd name="connsiteY7" fmla="*/ 345045 h 491653"/>
                <a:gd name="connsiteX8" fmla="*/ 339214 w 340375"/>
                <a:gd name="connsiteY8" fmla="*/ 330926 h 491653"/>
                <a:gd name="connsiteX9" fmla="*/ 320934 w 340375"/>
                <a:gd name="connsiteY9" fmla="*/ 293611 h 491653"/>
                <a:gd name="connsiteX10" fmla="*/ 295217 w 340375"/>
                <a:gd name="connsiteY10" fmla="*/ 294872 h 491653"/>
                <a:gd name="connsiteX11" fmla="*/ 288914 w 340375"/>
                <a:gd name="connsiteY11" fmla="*/ 260330 h 491653"/>
                <a:gd name="connsiteX12" fmla="*/ 277190 w 340375"/>
                <a:gd name="connsiteY12" fmla="*/ 262725 h 491653"/>
                <a:gd name="connsiteX13" fmla="*/ 248951 w 340375"/>
                <a:gd name="connsiteY13" fmla="*/ 266633 h 491653"/>
                <a:gd name="connsiteX14" fmla="*/ 234832 w 340375"/>
                <a:gd name="connsiteY14" fmla="*/ 251757 h 491653"/>
                <a:gd name="connsiteX15" fmla="*/ 221469 w 340375"/>
                <a:gd name="connsiteY15" fmla="*/ 241546 h 491653"/>
                <a:gd name="connsiteX16" fmla="*/ 210501 w 340375"/>
                <a:gd name="connsiteY16" fmla="*/ 218728 h 491653"/>
                <a:gd name="connsiteX17" fmla="*/ 203442 w 340375"/>
                <a:gd name="connsiteY17" fmla="*/ 196037 h 491653"/>
                <a:gd name="connsiteX18" fmla="*/ 207350 w 340375"/>
                <a:gd name="connsiteY18" fmla="*/ 178765 h 491653"/>
                <a:gd name="connsiteX19" fmla="*/ 219074 w 340375"/>
                <a:gd name="connsiteY19" fmla="*/ 164646 h 491653"/>
                <a:gd name="connsiteX20" fmla="*/ 227646 w 340375"/>
                <a:gd name="connsiteY20" fmla="*/ 139559 h 491653"/>
                <a:gd name="connsiteX21" fmla="*/ 251220 w 340375"/>
                <a:gd name="connsiteY21" fmla="*/ 123927 h 491653"/>
                <a:gd name="connsiteX22" fmla="*/ 283367 w 340375"/>
                <a:gd name="connsiteY22" fmla="*/ 112203 h 491653"/>
                <a:gd name="connsiteX23" fmla="*/ 304798 w 340375"/>
                <a:gd name="connsiteY23" fmla="*/ 110690 h 491653"/>
                <a:gd name="connsiteX24" fmla="*/ 289040 w 340375"/>
                <a:gd name="connsiteY24" fmla="*/ 98084 h 491653"/>
                <a:gd name="connsiteX25" fmla="*/ 302907 w 340375"/>
                <a:gd name="connsiteY25" fmla="*/ 75896 h 491653"/>
                <a:gd name="connsiteX26" fmla="*/ 283493 w 340375"/>
                <a:gd name="connsiteY26" fmla="*/ 60138 h 491653"/>
                <a:gd name="connsiteX27" fmla="*/ 265970 w 340375"/>
                <a:gd name="connsiteY27" fmla="*/ 61021 h 491653"/>
                <a:gd name="connsiteX28" fmla="*/ 250338 w 340375"/>
                <a:gd name="connsiteY28" fmla="*/ 62912 h 491653"/>
                <a:gd name="connsiteX29" fmla="*/ 219830 w 340375"/>
                <a:gd name="connsiteY29" fmla="*/ 59256 h 491653"/>
                <a:gd name="connsiteX30" fmla="*/ 209619 w 340375"/>
                <a:gd name="connsiteY30" fmla="*/ 42615 h 491653"/>
                <a:gd name="connsiteX31" fmla="*/ 192978 w 340375"/>
                <a:gd name="connsiteY31" fmla="*/ 25975 h 491653"/>
                <a:gd name="connsiteX32" fmla="*/ 177346 w 340375"/>
                <a:gd name="connsiteY32" fmla="*/ 3787 h 491653"/>
                <a:gd name="connsiteX33" fmla="*/ 154529 w 340375"/>
                <a:gd name="connsiteY33" fmla="*/ 4544 h 491653"/>
                <a:gd name="connsiteX34" fmla="*/ 160706 w 340375"/>
                <a:gd name="connsiteY34" fmla="*/ 23453 h 491653"/>
                <a:gd name="connsiteX35" fmla="*/ 145956 w 340375"/>
                <a:gd name="connsiteY35" fmla="*/ 50431 h 491653"/>
                <a:gd name="connsiteX36" fmla="*/ 93765 w 340375"/>
                <a:gd name="connsiteY36" fmla="*/ 78670 h 491653"/>
                <a:gd name="connsiteX37" fmla="*/ 69813 w 340375"/>
                <a:gd name="connsiteY37" fmla="*/ 121028 h 491653"/>
                <a:gd name="connsiteX38" fmla="*/ 50777 w 340375"/>
                <a:gd name="connsiteY38" fmla="*/ 122289 h 491653"/>
                <a:gd name="connsiteX39" fmla="*/ 30481 w 340375"/>
                <a:gd name="connsiteY39" fmla="*/ 116742 h 491653"/>
                <a:gd name="connsiteX40" fmla="*/ 30481 w 340375"/>
                <a:gd name="connsiteY40" fmla="*/ 103253 h 491653"/>
                <a:gd name="connsiteX41" fmla="*/ 25312 w 340375"/>
                <a:gd name="connsiteY41" fmla="*/ 89638 h 491653"/>
                <a:gd name="connsiteX42" fmla="*/ 3377 w 340375"/>
                <a:gd name="connsiteY42" fmla="*/ 112834 h 491653"/>
                <a:gd name="connsiteX43" fmla="*/ 13336 w 340375"/>
                <a:gd name="connsiteY43" fmla="*/ 149266 h 491653"/>
                <a:gd name="connsiteX44" fmla="*/ 5142 w 340375"/>
                <a:gd name="connsiteY44" fmla="*/ 156326 h 491653"/>
                <a:gd name="connsiteX45" fmla="*/ 34010 w 340375"/>
                <a:gd name="connsiteY45" fmla="*/ 179270 h 491653"/>
                <a:gd name="connsiteX46" fmla="*/ 60484 w 340375"/>
                <a:gd name="connsiteY46" fmla="*/ 215829 h 491653"/>
                <a:gd name="connsiteX47" fmla="*/ 79268 w 340375"/>
                <a:gd name="connsiteY47" fmla="*/ 256422 h 491653"/>
                <a:gd name="connsiteX48" fmla="*/ 120491 w 340375"/>
                <a:gd name="connsiteY48" fmla="*/ 334708 h 491653"/>
                <a:gd name="connsiteX49" fmla="*/ 136375 w 340375"/>
                <a:gd name="connsiteY49" fmla="*/ 368872 h 491653"/>
                <a:gd name="connsiteX50" fmla="*/ 146334 w 340375"/>
                <a:gd name="connsiteY50" fmla="*/ 392950 h 491653"/>
                <a:gd name="connsiteX51" fmla="*/ 188062 w 340375"/>
                <a:gd name="connsiteY51" fmla="*/ 422449 h 491653"/>
                <a:gd name="connsiteX52" fmla="*/ 264583 w 340375"/>
                <a:gd name="connsiteY52" fmla="*/ 469471 h 491653"/>
                <a:gd name="connsiteX53" fmla="*/ 296352 w 340375"/>
                <a:gd name="connsiteY53" fmla="*/ 493550 h 491653"/>
                <a:gd name="connsiteX54" fmla="*/ 297865 w 340375"/>
                <a:gd name="connsiteY54" fmla="*/ 498467 h 491653"/>
                <a:gd name="connsiteX55" fmla="*/ 303664 w 340375"/>
                <a:gd name="connsiteY55" fmla="*/ 494306 h 491653"/>
                <a:gd name="connsiteX56" fmla="*/ 314883 w 340375"/>
                <a:gd name="connsiteY56" fmla="*/ 473002 h 491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40375" h="491653">
                  <a:moveTo>
                    <a:pt x="314883" y="473002"/>
                  </a:moveTo>
                  <a:cubicBezTo>
                    <a:pt x="315261" y="472497"/>
                    <a:pt x="315514" y="472245"/>
                    <a:pt x="315766" y="472119"/>
                  </a:cubicBezTo>
                  <a:cubicBezTo>
                    <a:pt x="315009" y="467328"/>
                    <a:pt x="315135" y="462916"/>
                    <a:pt x="318035" y="461151"/>
                  </a:cubicBezTo>
                  <a:cubicBezTo>
                    <a:pt x="323456" y="458000"/>
                    <a:pt x="332154" y="445519"/>
                    <a:pt x="332154" y="439972"/>
                  </a:cubicBezTo>
                  <a:cubicBezTo>
                    <a:pt x="332154" y="434551"/>
                    <a:pt x="321943" y="434551"/>
                    <a:pt x="321943" y="427492"/>
                  </a:cubicBezTo>
                  <a:cubicBezTo>
                    <a:pt x="321943" y="420432"/>
                    <a:pt x="332911" y="408582"/>
                    <a:pt x="328246" y="404674"/>
                  </a:cubicBezTo>
                  <a:cubicBezTo>
                    <a:pt x="323582" y="400766"/>
                    <a:pt x="335306" y="388916"/>
                    <a:pt x="334549" y="382739"/>
                  </a:cubicBezTo>
                  <a:cubicBezTo>
                    <a:pt x="333793" y="376436"/>
                    <a:pt x="329003" y="348197"/>
                    <a:pt x="332154" y="345045"/>
                  </a:cubicBezTo>
                  <a:cubicBezTo>
                    <a:pt x="335306" y="341894"/>
                    <a:pt x="342366" y="339498"/>
                    <a:pt x="339214" y="330926"/>
                  </a:cubicBezTo>
                  <a:cubicBezTo>
                    <a:pt x="336692" y="324118"/>
                    <a:pt x="325599" y="305209"/>
                    <a:pt x="320934" y="293611"/>
                  </a:cubicBezTo>
                  <a:cubicBezTo>
                    <a:pt x="312236" y="292350"/>
                    <a:pt x="301520" y="292602"/>
                    <a:pt x="295217" y="294872"/>
                  </a:cubicBezTo>
                  <a:cubicBezTo>
                    <a:pt x="286645" y="298023"/>
                    <a:pt x="288914" y="270541"/>
                    <a:pt x="288914" y="260330"/>
                  </a:cubicBezTo>
                  <a:cubicBezTo>
                    <a:pt x="288914" y="250118"/>
                    <a:pt x="280342" y="255665"/>
                    <a:pt x="277190" y="262725"/>
                  </a:cubicBezTo>
                  <a:cubicBezTo>
                    <a:pt x="274038" y="269784"/>
                    <a:pt x="261558" y="266633"/>
                    <a:pt x="248951" y="266633"/>
                  </a:cubicBezTo>
                  <a:cubicBezTo>
                    <a:pt x="236345" y="266633"/>
                    <a:pt x="242648" y="250875"/>
                    <a:pt x="234832" y="251757"/>
                  </a:cubicBezTo>
                  <a:cubicBezTo>
                    <a:pt x="227016" y="252514"/>
                    <a:pt x="220713" y="249362"/>
                    <a:pt x="221469" y="241546"/>
                  </a:cubicBezTo>
                  <a:cubicBezTo>
                    <a:pt x="222226" y="233730"/>
                    <a:pt x="215922" y="227427"/>
                    <a:pt x="210501" y="218728"/>
                  </a:cubicBezTo>
                  <a:cubicBezTo>
                    <a:pt x="204955" y="210030"/>
                    <a:pt x="198777" y="201457"/>
                    <a:pt x="203442" y="196037"/>
                  </a:cubicBezTo>
                  <a:cubicBezTo>
                    <a:pt x="208106" y="190490"/>
                    <a:pt x="200290" y="185825"/>
                    <a:pt x="207350" y="178765"/>
                  </a:cubicBezTo>
                  <a:cubicBezTo>
                    <a:pt x="214409" y="171706"/>
                    <a:pt x="221469" y="174101"/>
                    <a:pt x="219074" y="164646"/>
                  </a:cubicBezTo>
                  <a:cubicBezTo>
                    <a:pt x="216679" y="155191"/>
                    <a:pt x="226890" y="149771"/>
                    <a:pt x="227646" y="139559"/>
                  </a:cubicBezTo>
                  <a:cubicBezTo>
                    <a:pt x="228403" y="129348"/>
                    <a:pt x="240253" y="132500"/>
                    <a:pt x="251220" y="123927"/>
                  </a:cubicBezTo>
                  <a:cubicBezTo>
                    <a:pt x="262188" y="115229"/>
                    <a:pt x="273912" y="120019"/>
                    <a:pt x="283367" y="112203"/>
                  </a:cubicBezTo>
                  <a:cubicBezTo>
                    <a:pt x="292192" y="104891"/>
                    <a:pt x="298243" y="111195"/>
                    <a:pt x="304798" y="110690"/>
                  </a:cubicBezTo>
                  <a:cubicBezTo>
                    <a:pt x="300890" y="105144"/>
                    <a:pt x="291183" y="102496"/>
                    <a:pt x="289040" y="98084"/>
                  </a:cubicBezTo>
                  <a:cubicBezTo>
                    <a:pt x="286266" y="92537"/>
                    <a:pt x="299251" y="82326"/>
                    <a:pt x="302907" y="75896"/>
                  </a:cubicBezTo>
                  <a:cubicBezTo>
                    <a:pt x="306563" y="69467"/>
                    <a:pt x="288158" y="62029"/>
                    <a:pt x="283493" y="60138"/>
                  </a:cubicBezTo>
                  <a:cubicBezTo>
                    <a:pt x="278829" y="58247"/>
                    <a:pt x="270508" y="63794"/>
                    <a:pt x="265970" y="61021"/>
                  </a:cubicBezTo>
                  <a:cubicBezTo>
                    <a:pt x="261306" y="58247"/>
                    <a:pt x="253994" y="60138"/>
                    <a:pt x="250338" y="62912"/>
                  </a:cubicBezTo>
                  <a:cubicBezTo>
                    <a:pt x="246682" y="65685"/>
                    <a:pt x="218948" y="67576"/>
                    <a:pt x="219830" y="59256"/>
                  </a:cubicBezTo>
                  <a:cubicBezTo>
                    <a:pt x="220713" y="50936"/>
                    <a:pt x="208737" y="48162"/>
                    <a:pt x="209619" y="42615"/>
                  </a:cubicBezTo>
                  <a:cubicBezTo>
                    <a:pt x="210501" y="37068"/>
                    <a:pt x="203190" y="26857"/>
                    <a:pt x="192978" y="25975"/>
                  </a:cubicBezTo>
                  <a:cubicBezTo>
                    <a:pt x="182767" y="25092"/>
                    <a:pt x="184658" y="8452"/>
                    <a:pt x="177346" y="3787"/>
                  </a:cubicBezTo>
                  <a:cubicBezTo>
                    <a:pt x="173186" y="1140"/>
                    <a:pt x="162723" y="2653"/>
                    <a:pt x="154529" y="4544"/>
                  </a:cubicBezTo>
                  <a:cubicBezTo>
                    <a:pt x="163353" y="14503"/>
                    <a:pt x="166505" y="18789"/>
                    <a:pt x="160706" y="23453"/>
                  </a:cubicBezTo>
                  <a:cubicBezTo>
                    <a:pt x="152890" y="29757"/>
                    <a:pt x="160706" y="30765"/>
                    <a:pt x="145956" y="50431"/>
                  </a:cubicBezTo>
                  <a:cubicBezTo>
                    <a:pt x="131207" y="70097"/>
                    <a:pt x="106120" y="75014"/>
                    <a:pt x="93765" y="78670"/>
                  </a:cubicBezTo>
                  <a:cubicBezTo>
                    <a:pt x="81537" y="82326"/>
                    <a:pt x="76620" y="105017"/>
                    <a:pt x="69813" y="121028"/>
                  </a:cubicBezTo>
                  <a:cubicBezTo>
                    <a:pt x="63005" y="136912"/>
                    <a:pt x="57584" y="131491"/>
                    <a:pt x="50777" y="122289"/>
                  </a:cubicBezTo>
                  <a:cubicBezTo>
                    <a:pt x="44096" y="113086"/>
                    <a:pt x="38549" y="124179"/>
                    <a:pt x="30481" y="116742"/>
                  </a:cubicBezTo>
                  <a:cubicBezTo>
                    <a:pt x="22538" y="109430"/>
                    <a:pt x="26194" y="109430"/>
                    <a:pt x="30481" y="103253"/>
                  </a:cubicBezTo>
                  <a:cubicBezTo>
                    <a:pt x="32750" y="99975"/>
                    <a:pt x="30228" y="94680"/>
                    <a:pt x="25312" y="89638"/>
                  </a:cubicBezTo>
                  <a:cubicBezTo>
                    <a:pt x="16613" y="91402"/>
                    <a:pt x="7663" y="103505"/>
                    <a:pt x="3377" y="112834"/>
                  </a:cubicBezTo>
                  <a:cubicBezTo>
                    <a:pt x="-1288" y="122793"/>
                    <a:pt x="11571" y="142207"/>
                    <a:pt x="13336" y="149266"/>
                  </a:cubicBezTo>
                  <a:cubicBezTo>
                    <a:pt x="15101" y="156326"/>
                    <a:pt x="6276" y="149897"/>
                    <a:pt x="5142" y="156326"/>
                  </a:cubicBezTo>
                  <a:cubicBezTo>
                    <a:pt x="4007" y="162755"/>
                    <a:pt x="24556" y="172210"/>
                    <a:pt x="34010" y="179270"/>
                  </a:cubicBezTo>
                  <a:cubicBezTo>
                    <a:pt x="43465" y="186329"/>
                    <a:pt x="51659" y="206374"/>
                    <a:pt x="60484" y="215829"/>
                  </a:cubicBezTo>
                  <a:cubicBezTo>
                    <a:pt x="69309" y="225283"/>
                    <a:pt x="69939" y="233478"/>
                    <a:pt x="79268" y="256422"/>
                  </a:cubicBezTo>
                  <a:cubicBezTo>
                    <a:pt x="88723" y="279365"/>
                    <a:pt x="107506" y="318193"/>
                    <a:pt x="120491" y="334708"/>
                  </a:cubicBezTo>
                  <a:cubicBezTo>
                    <a:pt x="133476" y="351223"/>
                    <a:pt x="139275" y="364081"/>
                    <a:pt x="136375" y="368872"/>
                  </a:cubicBezTo>
                  <a:cubicBezTo>
                    <a:pt x="133476" y="373536"/>
                    <a:pt x="137006" y="386521"/>
                    <a:pt x="146334" y="392950"/>
                  </a:cubicBezTo>
                  <a:cubicBezTo>
                    <a:pt x="155789" y="399379"/>
                    <a:pt x="163353" y="409969"/>
                    <a:pt x="188062" y="422449"/>
                  </a:cubicBezTo>
                  <a:cubicBezTo>
                    <a:pt x="212771" y="434803"/>
                    <a:pt x="258028" y="458378"/>
                    <a:pt x="264583" y="469471"/>
                  </a:cubicBezTo>
                  <a:cubicBezTo>
                    <a:pt x="271013" y="480691"/>
                    <a:pt x="292192" y="491281"/>
                    <a:pt x="296352" y="493550"/>
                  </a:cubicBezTo>
                  <a:cubicBezTo>
                    <a:pt x="297486" y="494180"/>
                    <a:pt x="297865" y="496071"/>
                    <a:pt x="297865" y="498467"/>
                  </a:cubicBezTo>
                  <a:cubicBezTo>
                    <a:pt x="300260" y="496449"/>
                    <a:pt x="302277" y="494937"/>
                    <a:pt x="303664" y="494306"/>
                  </a:cubicBezTo>
                  <a:cubicBezTo>
                    <a:pt x="311732" y="490272"/>
                    <a:pt x="312488" y="476910"/>
                    <a:pt x="314883" y="473002"/>
                  </a:cubicBezTo>
                  <a:close/>
                </a:path>
              </a:pathLst>
            </a:custGeom>
            <a:grpFill/>
            <a:ln w="1270" cap="flat">
              <a:solidFill>
                <a:schemeClr val="bg1"/>
              </a:solidFill>
              <a:prstDash val="solid"/>
              <a:miter/>
            </a:ln>
          </p:spPr>
          <p:txBody>
            <a:bodyPr rtlCol="0" anchor="ctr"/>
            <a:lstStyle/>
            <a:p>
              <a:endParaRPr lang="ko-KR" altLang="en-US"/>
            </a:p>
          </p:txBody>
        </p:sp>
        <p:sp>
          <p:nvSpPr>
            <p:cNvPr id="134" name="자유형: 도형 114">
              <a:extLst>
                <a:ext uri="{FF2B5EF4-FFF2-40B4-BE49-F238E27FC236}">
                  <a16:creationId xmlns:a16="http://schemas.microsoft.com/office/drawing/2014/main" id="{439336FC-24D6-E04C-8030-C64E1267E6C9}"/>
                </a:ext>
              </a:extLst>
            </p:cNvPr>
            <p:cNvSpPr/>
            <p:nvPr/>
          </p:nvSpPr>
          <p:spPr>
            <a:xfrm>
              <a:off x="3832985" y="4248038"/>
              <a:ext cx="365589" cy="302556"/>
            </a:xfrm>
            <a:custGeom>
              <a:avLst/>
              <a:gdLst>
                <a:gd name="connsiteX0" fmla="*/ 36077 w 365588"/>
                <a:gd name="connsiteY0" fmla="*/ 21399 h 302556"/>
                <a:gd name="connsiteX1" fmla="*/ 12754 w 365588"/>
                <a:gd name="connsiteY1" fmla="*/ 51403 h 302556"/>
                <a:gd name="connsiteX2" fmla="*/ 8846 w 365588"/>
                <a:gd name="connsiteY2" fmla="*/ 71069 h 302556"/>
                <a:gd name="connsiteX3" fmla="*/ 4812 w 365588"/>
                <a:gd name="connsiteY3" fmla="*/ 83297 h 302556"/>
                <a:gd name="connsiteX4" fmla="*/ 17293 w 365588"/>
                <a:gd name="connsiteY4" fmla="*/ 89097 h 302556"/>
                <a:gd name="connsiteX5" fmla="*/ 29017 w 365588"/>
                <a:gd name="connsiteY5" fmla="*/ 106620 h 302556"/>
                <a:gd name="connsiteX6" fmla="*/ 46288 w 365588"/>
                <a:gd name="connsiteY6" fmla="*/ 141666 h 302556"/>
                <a:gd name="connsiteX7" fmla="*/ 91671 w 365588"/>
                <a:gd name="connsiteY7" fmla="*/ 145700 h 302556"/>
                <a:gd name="connsiteX8" fmla="*/ 128860 w 365588"/>
                <a:gd name="connsiteY8" fmla="*/ 161836 h 302556"/>
                <a:gd name="connsiteX9" fmla="*/ 159872 w 365588"/>
                <a:gd name="connsiteY9" fmla="*/ 170030 h 302556"/>
                <a:gd name="connsiteX10" fmla="*/ 153569 w 365588"/>
                <a:gd name="connsiteY10" fmla="*/ 218565 h 302556"/>
                <a:gd name="connsiteX11" fmla="*/ 163906 w 365588"/>
                <a:gd name="connsiteY11" fmla="*/ 238988 h 302556"/>
                <a:gd name="connsiteX12" fmla="*/ 162898 w 365588"/>
                <a:gd name="connsiteY12" fmla="*/ 258906 h 302556"/>
                <a:gd name="connsiteX13" fmla="*/ 167688 w 365588"/>
                <a:gd name="connsiteY13" fmla="*/ 272395 h 302556"/>
                <a:gd name="connsiteX14" fmla="*/ 163906 w 365588"/>
                <a:gd name="connsiteY14" fmla="*/ 274664 h 302556"/>
                <a:gd name="connsiteX15" fmla="*/ 184203 w 365588"/>
                <a:gd name="connsiteY15" fmla="*/ 301516 h 302556"/>
                <a:gd name="connsiteX16" fmla="*/ 200087 w 365588"/>
                <a:gd name="connsiteY16" fmla="*/ 307819 h 302556"/>
                <a:gd name="connsiteX17" fmla="*/ 214459 w 365588"/>
                <a:gd name="connsiteY17" fmla="*/ 305424 h 302556"/>
                <a:gd name="connsiteX18" fmla="*/ 232738 w 365588"/>
                <a:gd name="connsiteY18" fmla="*/ 295843 h 302556"/>
                <a:gd name="connsiteX19" fmla="*/ 250261 w 365588"/>
                <a:gd name="connsiteY19" fmla="*/ 287145 h 302556"/>
                <a:gd name="connsiteX20" fmla="*/ 265389 w 365588"/>
                <a:gd name="connsiteY20" fmla="*/ 272773 h 302556"/>
                <a:gd name="connsiteX21" fmla="*/ 268540 w 365588"/>
                <a:gd name="connsiteY21" fmla="*/ 261680 h 302556"/>
                <a:gd name="connsiteX22" fmla="*/ 255051 w 365588"/>
                <a:gd name="connsiteY22" fmla="*/ 258528 h 302556"/>
                <a:gd name="connsiteX23" fmla="*/ 247866 w 365588"/>
                <a:gd name="connsiteY23" fmla="*/ 241761 h 302556"/>
                <a:gd name="connsiteX24" fmla="*/ 237528 w 365588"/>
                <a:gd name="connsiteY24" fmla="*/ 221843 h 302556"/>
                <a:gd name="connsiteX25" fmla="*/ 255051 w 365588"/>
                <a:gd name="connsiteY25" fmla="*/ 218691 h 302556"/>
                <a:gd name="connsiteX26" fmla="*/ 278121 w 365588"/>
                <a:gd name="connsiteY26" fmla="*/ 226633 h 302556"/>
                <a:gd name="connsiteX27" fmla="*/ 288459 w 365588"/>
                <a:gd name="connsiteY27" fmla="*/ 227390 h 302556"/>
                <a:gd name="connsiteX28" fmla="*/ 306738 w 365588"/>
                <a:gd name="connsiteY28" fmla="*/ 217052 h 302556"/>
                <a:gd name="connsiteX29" fmla="*/ 339389 w 365588"/>
                <a:gd name="connsiteY29" fmla="*/ 204320 h 302556"/>
                <a:gd name="connsiteX30" fmla="*/ 346575 w 365588"/>
                <a:gd name="connsiteY30" fmla="*/ 194865 h 302556"/>
                <a:gd name="connsiteX31" fmla="*/ 329178 w 365588"/>
                <a:gd name="connsiteY31" fmla="*/ 173434 h 302556"/>
                <a:gd name="connsiteX32" fmla="*/ 332077 w 365588"/>
                <a:gd name="connsiteY32" fmla="*/ 159189 h 302556"/>
                <a:gd name="connsiteX33" fmla="*/ 344432 w 365588"/>
                <a:gd name="connsiteY33" fmla="*/ 146834 h 302556"/>
                <a:gd name="connsiteX34" fmla="*/ 348214 w 365588"/>
                <a:gd name="connsiteY34" fmla="*/ 132589 h 302556"/>
                <a:gd name="connsiteX35" fmla="*/ 357794 w 365588"/>
                <a:gd name="connsiteY35" fmla="*/ 114436 h 302556"/>
                <a:gd name="connsiteX36" fmla="*/ 367501 w 365588"/>
                <a:gd name="connsiteY36" fmla="*/ 101703 h 302556"/>
                <a:gd name="connsiteX37" fmla="*/ 329052 w 365588"/>
                <a:gd name="connsiteY37" fmla="*/ 97795 h 302556"/>
                <a:gd name="connsiteX38" fmla="*/ 336111 w 365588"/>
                <a:gd name="connsiteY38" fmla="*/ 75986 h 302556"/>
                <a:gd name="connsiteX39" fmla="*/ 296653 w 365588"/>
                <a:gd name="connsiteY39" fmla="*/ 61236 h 302556"/>
                <a:gd name="connsiteX40" fmla="*/ 300183 w 365588"/>
                <a:gd name="connsiteY40" fmla="*/ 46612 h 302556"/>
                <a:gd name="connsiteX41" fmla="*/ 277869 w 365588"/>
                <a:gd name="connsiteY41" fmla="*/ 40057 h 302556"/>
                <a:gd name="connsiteX42" fmla="*/ 226687 w 365588"/>
                <a:gd name="connsiteY42" fmla="*/ 58337 h 302556"/>
                <a:gd name="connsiteX43" fmla="*/ 176639 w 365588"/>
                <a:gd name="connsiteY43" fmla="*/ 43587 h 302556"/>
                <a:gd name="connsiteX44" fmla="*/ 141971 w 365588"/>
                <a:gd name="connsiteY44" fmla="*/ 37662 h 302556"/>
                <a:gd name="connsiteX45" fmla="*/ 121422 w 365588"/>
                <a:gd name="connsiteY45" fmla="*/ 17113 h 302556"/>
                <a:gd name="connsiteX46" fmla="*/ 99109 w 365588"/>
                <a:gd name="connsiteY46" fmla="*/ 2364 h 302556"/>
                <a:gd name="connsiteX47" fmla="*/ 91419 w 365588"/>
                <a:gd name="connsiteY47" fmla="*/ 19383 h 302556"/>
                <a:gd name="connsiteX48" fmla="*/ 55490 w 365588"/>
                <a:gd name="connsiteY48" fmla="*/ 39931 h 302556"/>
                <a:gd name="connsiteX49" fmla="*/ 64315 w 365588"/>
                <a:gd name="connsiteY49" fmla="*/ 78759 h 302556"/>
                <a:gd name="connsiteX50" fmla="*/ 36077 w 365588"/>
                <a:gd name="connsiteY50" fmla="*/ 69304 h 302556"/>
                <a:gd name="connsiteX51" fmla="*/ 47801 w 365588"/>
                <a:gd name="connsiteY51" fmla="*/ 34636 h 302556"/>
                <a:gd name="connsiteX52" fmla="*/ 44271 w 365588"/>
                <a:gd name="connsiteY52" fmla="*/ 16231 h 302556"/>
                <a:gd name="connsiteX53" fmla="*/ 36077 w 365588"/>
                <a:gd name="connsiteY53" fmla="*/ 21399 h 30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65588" h="302556">
                  <a:moveTo>
                    <a:pt x="36077" y="21399"/>
                  </a:moveTo>
                  <a:cubicBezTo>
                    <a:pt x="28387" y="31737"/>
                    <a:pt x="13007" y="40814"/>
                    <a:pt x="12754" y="51403"/>
                  </a:cubicBezTo>
                  <a:cubicBezTo>
                    <a:pt x="12502" y="61992"/>
                    <a:pt x="12754" y="66027"/>
                    <a:pt x="8846" y="71069"/>
                  </a:cubicBezTo>
                  <a:cubicBezTo>
                    <a:pt x="4812" y="76112"/>
                    <a:pt x="-987" y="83802"/>
                    <a:pt x="4812" y="83297"/>
                  </a:cubicBezTo>
                  <a:cubicBezTo>
                    <a:pt x="10611" y="82793"/>
                    <a:pt x="17293" y="82793"/>
                    <a:pt x="17293" y="89097"/>
                  </a:cubicBezTo>
                  <a:cubicBezTo>
                    <a:pt x="17293" y="95400"/>
                    <a:pt x="30025" y="96786"/>
                    <a:pt x="29017" y="106620"/>
                  </a:cubicBezTo>
                  <a:cubicBezTo>
                    <a:pt x="28008" y="116453"/>
                    <a:pt x="23470" y="142170"/>
                    <a:pt x="46288" y="141666"/>
                  </a:cubicBezTo>
                  <a:cubicBezTo>
                    <a:pt x="69106" y="141161"/>
                    <a:pt x="82090" y="133471"/>
                    <a:pt x="91671" y="145700"/>
                  </a:cubicBezTo>
                  <a:cubicBezTo>
                    <a:pt x="101252" y="157928"/>
                    <a:pt x="113985" y="163727"/>
                    <a:pt x="128860" y="161836"/>
                  </a:cubicBezTo>
                  <a:cubicBezTo>
                    <a:pt x="143736" y="159945"/>
                    <a:pt x="167814" y="157046"/>
                    <a:pt x="159872" y="170030"/>
                  </a:cubicBezTo>
                  <a:cubicBezTo>
                    <a:pt x="151930" y="183015"/>
                    <a:pt x="146635" y="210875"/>
                    <a:pt x="153569" y="218565"/>
                  </a:cubicBezTo>
                  <a:cubicBezTo>
                    <a:pt x="160503" y="226255"/>
                    <a:pt x="169453" y="232558"/>
                    <a:pt x="163906" y="238988"/>
                  </a:cubicBezTo>
                  <a:cubicBezTo>
                    <a:pt x="158360" y="245417"/>
                    <a:pt x="155712" y="253359"/>
                    <a:pt x="162898" y="258906"/>
                  </a:cubicBezTo>
                  <a:cubicBezTo>
                    <a:pt x="170084" y="264453"/>
                    <a:pt x="167940" y="271134"/>
                    <a:pt x="167688" y="272395"/>
                  </a:cubicBezTo>
                  <a:cubicBezTo>
                    <a:pt x="167688" y="272773"/>
                    <a:pt x="166176" y="273530"/>
                    <a:pt x="163906" y="274664"/>
                  </a:cubicBezTo>
                  <a:cubicBezTo>
                    <a:pt x="174496" y="285128"/>
                    <a:pt x="178152" y="296726"/>
                    <a:pt x="184203" y="301516"/>
                  </a:cubicBezTo>
                  <a:cubicBezTo>
                    <a:pt x="192145" y="307819"/>
                    <a:pt x="194540" y="311097"/>
                    <a:pt x="200087" y="307819"/>
                  </a:cubicBezTo>
                  <a:cubicBezTo>
                    <a:pt x="205634" y="304668"/>
                    <a:pt x="209668" y="302272"/>
                    <a:pt x="214459" y="305424"/>
                  </a:cubicBezTo>
                  <a:cubicBezTo>
                    <a:pt x="219249" y="308576"/>
                    <a:pt x="225552" y="302272"/>
                    <a:pt x="232738" y="295843"/>
                  </a:cubicBezTo>
                  <a:cubicBezTo>
                    <a:pt x="239924" y="289540"/>
                    <a:pt x="247866" y="295087"/>
                    <a:pt x="250261" y="287145"/>
                  </a:cubicBezTo>
                  <a:cubicBezTo>
                    <a:pt x="252656" y="279203"/>
                    <a:pt x="256690" y="274412"/>
                    <a:pt x="265389" y="272773"/>
                  </a:cubicBezTo>
                  <a:cubicBezTo>
                    <a:pt x="274087" y="271260"/>
                    <a:pt x="274087" y="261680"/>
                    <a:pt x="268540" y="261680"/>
                  </a:cubicBezTo>
                  <a:cubicBezTo>
                    <a:pt x="262994" y="261680"/>
                    <a:pt x="255051" y="268865"/>
                    <a:pt x="255051" y="258528"/>
                  </a:cubicBezTo>
                  <a:cubicBezTo>
                    <a:pt x="255051" y="248191"/>
                    <a:pt x="247866" y="250586"/>
                    <a:pt x="247866" y="241761"/>
                  </a:cubicBezTo>
                  <a:cubicBezTo>
                    <a:pt x="247866" y="232937"/>
                    <a:pt x="247109" y="227390"/>
                    <a:pt x="237528" y="221843"/>
                  </a:cubicBezTo>
                  <a:cubicBezTo>
                    <a:pt x="227948" y="216296"/>
                    <a:pt x="250261" y="213901"/>
                    <a:pt x="255051" y="218691"/>
                  </a:cubicBezTo>
                  <a:cubicBezTo>
                    <a:pt x="259842" y="223482"/>
                    <a:pt x="276608" y="219448"/>
                    <a:pt x="278121" y="226633"/>
                  </a:cubicBezTo>
                  <a:cubicBezTo>
                    <a:pt x="279760" y="233819"/>
                    <a:pt x="288459" y="236214"/>
                    <a:pt x="288459" y="227390"/>
                  </a:cubicBezTo>
                  <a:cubicBezTo>
                    <a:pt x="288459" y="218691"/>
                    <a:pt x="298796" y="215414"/>
                    <a:pt x="306738" y="217052"/>
                  </a:cubicBezTo>
                  <a:cubicBezTo>
                    <a:pt x="314680" y="218691"/>
                    <a:pt x="332203" y="206715"/>
                    <a:pt x="339389" y="204320"/>
                  </a:cubicBezTo>
                  <a:cubicBezTo>
                    <a:pt x="343171" y="203059"/>
                    <a:pt x="344432" y="198647"/>
                    <a:pt x="346575" y="194865"/>
                  </a:cubicBezTo>
                  <a:cubicBezTo>
                    <a:pt x="341280" y="187679"/>
                    <a:pt x="332960" y="176586"/>
                    <a:pt x="329178" y="173434"/>
                  </a:cubicBezTo>
                  <a:cubicBezTo>
                    <a:pt x="323505" y="168644"/>
                    <a:pt x="332960" y="165870"/>
                    <a:pt x="332077" y="159189"/>
                  </a:cubicBezTo>
                  <a:cubicBezTo>
                    <a:pt x="331069" y="152507"/>
                    <a:pt x="332077" y="147717"/>
                    <a:pt x="344432" y="146834"/>
                  </a:cubicBezTo>
                  <a:cubicBezTo>
                    <a:pt x="356786" y="145826"/>
                    <a:pt x="354895" y="136371"/>
                    <a:pt x="348214" y="132589"/>
                  </a:cubicBezTo>
                  <a:cubicBezTo>
                    <a:pt x="341532" y="128807"/>
                    <a:pt x="351113" y="118344"/>
                    <a:pt x="357794" y="114436"/>
                  </a:cubicBezTo>
                  <a:cubicBezTo>
                    <a:pt x="360568" y="112923"/>
                    <a:pt x="364224" y="108132"/>
                    <a:pt x="367501" y="101703"/>
                  </a:cubicBezTo>
                  <a:cubicBezTo>
                    <a:pt x="354769" y="96912"/>
                    <a:pt x="336616" y="97291"/>
                    <a:pt x="329052" y="97795"/>
                  </a:cubicBezTo>
                  <a:cubicBezTo>
                    <a:pt x="319093" y="98425"/>
                    <a:pt x="335481" y="86701"/>
                    <a:pt x="336111" y="75986"/>
                  </a:cubicBezTo>
                  <a:cubicBezTo>
                    <a:pt x="336742" y="65396"/>
                    <a:pt x="307873" y="63631"/>
                    <a:pt x="296653" y="61236"/>
                  </a:cubicBezTo>
                  <a:cubicBezTo>
                    <a:pt x="285433" y="58841"/>
                    <a:pt x="288459" y="47117"/>
                    <a:pt x="300183" y="46612"/>
                  </a:cubicBezTo>
                  <a:cubicBezTo>
                    <a:pt x="311907" y="45982"/>
                    <a:pt x="293753" y="37788"/>
                    <a:pt x="277869" y="40057"/>
                  </a:cubicBezTo>
                  <a:cubicBezTo>
                    <a:pt x="261985" y="42452"/>
                    <a:pt x="239672" y="51277"/>
                    <a:pt x="226687" y="58337"/>
                  </a:cubicBezTo>
                  <a:cubicBezTo>
                    <a:pt x="213702" y="65396"/>
                    <a:pt x="191389" y="37788"/>
                    <a:pt x="176639" y="43587"/>
                  </a:cubicBezTo>
                  <a:cubicBezTo>
                    <a:pt x="161889" y="49512"/>
                    <a:pt x="141341" y="49512"/>
                    <a:pt x="141971" y="37662"/>
                  </a:cubicBezTo>
                  <a:cubicBezTo>
                    <a:pt x="142601" y="25938"/>
                    <a:pt x="136046" y="15853"/>
                    <a:pt x="121422" y="17113"/>
                  </a:cubicBezTo>
                  <a:cubicBezTo>
                    <a:pt x="106673" y="18248"/>
                    <a:pt x="110203" y="2364"/>
                    <a:pt x="99109" y="2364"/>
                  </a:cubicBezTo>
                  <a:cubicBezTo>
                    <a:pt x="87889" y="2364"/>
                    <a:pt x="99109" y="15853"/>
                    <a:pt x="91419" y="19383"/>
                  </a:cubicBezTo>
                  <a:cubicBezTo>
                    <a:pt x="83729" y="22912"/>
                    <a:pt x="57255" y="29342"/>
                    <a:pt x="55490" y="39931"/>
                  </a:cubicBezTo>
                  <a:cubicBezTo>
                    <a:pt x="53726" y="50521"/>
                    <a:pt x="69610" y="68170"/>
                    <a:pt x="64315" y="78759"/>
                  </a:cubicBezTo>
                  <a:cubicBezTo>
                    <a:pt x="59020" y="89349"/>
                    <a:pt x="41371" y="80524"/>
                    <a:pt x="36077" y="69304"/>
                  </a:cubicBezTo>
                  <a:cubicBezTo>
                    <a:pt x="30782" y="58084"/>
                    <a:pt x="51330" y="41066"/>
                    <a:pt x="47801" y="34636"/>
                  </a:cubicBezTo>
                  <a:cubicBezTo>
                    <a:pt x="45405" y="30098"/>
                    <a:pt x="42254" y="21778"/>
                    <a:pt x="44271" y="16231"/>
                  </a:cubicBezTo>
                  <a:cubicBezTo>
                    <a:pt x="40741" y="17365"/>
                    <a:pt x="37967" y="18878"/>
                    <a:pt x="36077" y="21399"/>
                  </a:cubicBezTo>
                  <a:close/>
                </a:path>
              </a:pathLst>
            </a:custGeom>
            <a:grpFill/>
            <a:ln w="1270" cap="flat">
              <a:solidFill>
                <a:schemeClr val="bg1"/>
              </a:solidFill>
              <a:prstDash val="solid"/>
              <a:miter/>
            </a:ln>
          </p:spPr>
          <p:txBody>
            <a:bodyPr rtlCol="0" anchor="ctr"/>
            <a:lstStyle/>
            <a:p>
              <a:endParaRPr lang="ko-KR" altLang="en-US"/>
            </a:p>
          </p:txBody>
        </p:sp>
        <p:sp>
          <p:nvSpPr>
            <p:cNvPr id="135" name="자유형: 도형 115">
              <a:extLst>
                <a:ext uri="{FF2B5EF4-FFF2-40B4-BE49-F238E27FC236}">
                  <a16:creationId xmlns:a16="http://schemas.microsoft.com/office/drawing/2014/main" id="{6EDF93EE-05D5-CC42-86FC-253F2FEF254E}"/>
                </a:ext>
              </a:extLst>
            </p:cNvPr>
            <p:cNvSpPr/>
            <p:nvPr/>
          </p:nvSpPr>
          <p:spPr>
            <a:xfrm>
              <a:off x="4245751" y="4407933"/>
              <a:ext cx="113459" cy="113459"/>
            </a:xfrm>
            <a:custGeom>
              <a:avLst/>
              <a:gdLst>
                <a:gd name="connsiteX0" fmla="*/ 25836 w 113458"/>
                <a:gd name="connsiteY0" fmla="*/ 24885 h 113458"/>
                <a:gd name="connsiteX1" fmla="*/ 13482 w 113458"/>
                <a:gd name="connsiteY1" fmla="*/ 37239 h 113458"/>
                <a:gd name="connsiteX2" fmla="*/ 3018 w 113458"/>
                <a:gd name="connsiteY2" fmla="*/ 60183 h 113458"/>
                <a:gd name="connsiteX3" fmla="*/ 24954 w 113458"/>
                <a:gd name="connsiteY3" fmla="*/ 87791 h 113458"/>
                <a:gd name="connsiteX4" fmla="*/ 40712 w 113458"/>
                <a:gd name="connsiteY4" fmla="*/ 117543 h 113458"/>
                <a:gd name="connsiteX5" fmla="*/ 54075 w 113458"/>
                <a:gd name="connsiteY5" fmla="*/ 118425 h 113458"/>
                <a:gd name="connsiteX6" fmla="*/ 65295 w 113458"/>
                <a:gd name="connsiteY6" fmla="*/ 101658 h 113458"/>
                <a:gd name="connsiteX7" fmla="*/ 94794 w 113458"/>
                <a:gd name="connsiteY7" fmla="*/ 102541 h 113458"/>
                <a:gd name="connsiteX8" fmla="*/ 97441 w 113458"/>
                <a:gd name="connsiteY8" fmla="*/ 105945 h 113458"/>
                <a:gd name="connsiteX9" fmla="*/ 105257 w 113458"/>
                <a:gd name="connsiteY9" fmla="*/ 93590 h 113458"/>
                <a:gd name="connsiteX10" fmla="*/ 102358 w 113458"/>
                <a:gd name="connsiteY10" fmla="*/ 58292 h 113458"/>
                <a:gd name="connsiteX11" fmla="*/ 107148 w 113458"/>
                <a:gd name="connsiteY11" fmla="*/ 26776 h 113458"/>
                <a:gd name="connsiteX12" fmla="*/ 112317 w 113458"/>
                <a:gd name="connsiteY12" fmla="*/ 13161 h 113458"/>
                <a:gd name="connsiteX13" fmla="*/ 85717 w 113458"/>
                <a:gd name="connsiteY13" fmla="*/ 7110 h 113458"/>
                <a:gd name="connsiteX14" fmla="*/ 51554 w 113458"/>
                <a:gd name="connsiteY14" fmla="*/ 7740 h 113458"/>
                <a:gd name="connsiteX15" fmla="*/ 31509 w 113458"/>
                <a:gd name="connsiteY15" fmla="*/ 7110 h 113458"/>
                <a:gd name="connsiteX16" fmla="*/ 28862 w 113458"/>
                <a:gd name="connsiteY16" fmla="*/ 7866 h 113458"/>
                <a:gd name="connsiteX17" fmla="*/ 25836 w 113458"/>
                <a:gd name="connsiteY17" fmla="*/ 24885 h 113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3458" h="113458">
                  <a:moveTo>
                    <a:pt x="25836" y="24885"/>
                  </a:moveTo>
                  <a:cubicBezTo>
                    <a:pt x="29618" y="32575"/>
                    <a:pt x="21046" y="36357"/>
                    <a:pt x="13482" y="37239"/>
                  </a:cubicBezTo>
                  <a:cubicBezTo>
                    <a:pt x="5792" y="38248"/>
                    <a:pt x="7809" y="55393"/>
                    <a:pt x="3018" y="60183"/>
                  </a:cubicBezTo>
                  <a:cubicBezTo>
                    <a:pt x="-1772" y="64973"/>
                    <a:pt x="21172" y="77328"/>
                    <a:pt x="24954" y="87791"/>
                  </a:cubicBezTo>
                  <a:cubicBezTo>
                    <a:pt x="27223" y="93968"/>
                    <a:pt x="34787" y="107583"/>
                    <a:pt x="40712" y="117543"/>
                  </a:cubicBezTo>
                  <a:cubicBezTo>
                    <a:pt x="46007" y="118929"/>
                    <a:pt x="51049" y="120064"/>
                    <a:pt x="54075" y="118425"/>
                  </a:cubicBezTo>
                  <a:cubicBezTo>
                    <a:pt x="61260" y="114391"/>
                    <a:pt x="54831" y="100902"/>
                    <a:pt x="65295" y="101658"/>
                  </a:cubicBezTo>
                  <a:cubicBezTo>
                    <a:pt x="75632" y="102541"/>
                    <a:pt x="90760" y="96111"/>
                    <a:pt x="94794" y="102541"/>
                  </a:cubicBezTo>
                  <a:cubicBezTo>
                    <a:pt x="95550" y="103675"/>
                    <a:pt x="96433" y="104810"/>
                    <a:pt x="97441" y="105945"/>
                  </a:cubicBezTo>
                  <a:cubicBezTo>
                    <a:pt x="100719" y="100902"/>
                    <a:pt x="104375" y="95481"/>
                    <a:pt x="105257" y="93590"/>
                  </a:cubicBezTo>
                  <a:cubicBezTo>
                    <a:pt x="107148" y="89808"/>
                    <a:pt x="107148" y="69764"/>
                    <a:pt x="102358" y="58292"/>
                  </a:cubicBezTo>
                  <a:cubicBezTo>
                    <a:pt x="97567" y="46820"/>
                    <a:pt x="101475" y="31566"/>
                    <a:pt x="107148" y="26776"/>
                  </a:cubicBezTo>
                  <a:cubicBezTo>
                    <a:pt x="108409" y="25767"/>
                    <a:pt x="110174" y="20599"/>
                    <a:pt x="112317" y="13161"/>
                  </a:cubicBezTo>
                  <a:cubicBezTo>
                    <a:pt x="102862" y="9505"/>
                    <a:pt x="93785" y="6101"/>
                    <a:pt x="85717" y="7110"/>
                  </a:cubicBezTo>
                  <a:cubicBezTo>
                    <a:pt x="71598" y="8875"/>
                    <a:pt x="56848" y="15304"/>
                    <a:pt x="51554" y="7740"/>
                  </a:cubicBezTo>
                  <a:cubicBezTo>
                    <a:pt x="46259" y="50"/>
                    <a:pt x="38569" y="1311"/>
                    <a:pt x="31509" y="7110"/>
                  </a:cubicBezTo>
                  <a:cubicBezTo>
                    <a:pt x="30753" y="7740"/>
                    <a:pt x="29870" y="7992"/>
                    <a:pt x="28862" y="7866"/>
                  </a:cubicBezTo>
                  <a:cubicBezTo>
                    <a:pt x="26467" y="14800"/>
                    <a:pt x="23945" y="21103"/>
                    <a:pt x="25836" y="24885"/>
                  </a:cubicBezTo>
                  <a:close/>
                </a:path>
              </a:pathLst>
            </a:custGeom>
            <a:grpFill/>
            <a:ln w="1270" cap="flat">
              <a:solidFill>
                <a:schemeClr val="bg1"/>
              </a:solidFill>
              <a:prstDash val="solid"/>
              <a:miter/>
            </a:ln>
          </p:spPr>
          <p:txBody>
            <a:bodyPr rtlCol="0" anchor="ctr"/>
            <a:lstStyle/>
            <a:p>
              <a:endParaRPr lang="ko-KR" altLang="en-US"/>
            </a:p>
          </p:txBody>
        </p:sp>
        <p:sp>
          <p:nvSpPr>
            <p:cNvPr id="136" name="자유형: 도형 116">
              <a:extLst>
                <a:ext uri="{FF2B5EF4-FFF2-40B4-BE49-F238E27FC236}">
                  <a16:creationId xmlns:a16="http://schemas.microsoft.com/office/drawing/2014/main" id="{AF6C2535-DAEF-1448-A03F-AAD00447924D}"/>
                </a:ext>
              </a:extLst>
            </p:cNvPr>
            <p:cNvSpPr/>
            <p:nvPr/>
          </p:nvSpPr>
          <p:spPr>
            <a:xfrm>
              <a:off x="4157865" y="4347503"/>
              <a:ext cx="126065" cy="189098"/>
            </a:xfrm>
            <a:custGeom>
              <a:avLst/>
              <a:gdLst>
                <a:gd name="connsiteX0" fmla="*/ 32789 w 126065"/>
                <a:gd name="connsiteY0" fmla="*/ 14844 h 189097"/>
                <a:gd name="connsiteX1" fmla="*/ 23208 w 126065"/>
                <a:gd name="connsiteY1" fmla="*/ 32998 h 189097"/>
                <a:gd name="connsiteX2" fmla="*/ 19426 w 126065"/>
                <a:gd name="connsiteY2" fmla="*/ 47243 h 189097"/>
                <a:gd name="connsiteX3" fmla="*/ 7071 w 126065"/>
                <a:gd name="connsiteY3" fmla="*/ 59597 h 189097"/>
                <a:gd name="connsiteX4" fmla="*/ 4172 w 126065"/>
                <a:gd name="connsiteY4" fmla="*/ 73843 h 189097"/>
                <a:gd name="connsiteX5" fmla="*/ 21569 w 126065"/>
                <a:gd name="connsiteY5" fmla="*/ 95274 h 189097"/>
                <a:gd name="connsiteX6" fmla="*/ 31150 w 126065"/>
                <a:gd name="connsiteY6" fmla="*/ 89601 h 189097"/>
                <a:gd name="connsiteX7" fmla="*/ 42243 w 126065"/>
                <a:gd name="connsiteY7" fmla="*/ 111914 h 189097"/>
                <a:gd name="connsiteX8" fmla="*/ 44639 w 126065"/>
                <a:gd name="connsiteY8" fmla="*/ 134228 h 189097"/>
                <a:gd name="connsiteX9" fmla="*/ 50186 w 126065"/>
                <a:gd name="connsiteY9" fmla="*/ 181250 h 189097"/>
                <a:gd name="connsiteX10" fmla="*/ 78928 w 126065"/>
                <a:gd name="connsiteY10" fmla="*/ 190831 h 189097"/>
                <a:gd name="connsiteX11" fmla="*/ 96451 w 126065"/>
                <a:gd name="connsiteY11" fmla="*/ 184528 h 189097"/>
                <a:gd name="connsiteX12" fmla="*/ 109940 w 126065"/>
                <a:gd name="connsiteY12" fmla="*/ 178224 h 189097"/>
                <a:gd name="connsiteX13" fmla="*/ 128472 w 126065"/>
                <a:gd name="connsiteY13" fmla="*/ 178224 h 189097"/>
                <a:gd name="connsiteX14" fmla="*/ 112714 w 126065"/>
                <a:gd name="connsiteY14" fmla="*/ 148473 h 189097"/>
                <a:gd name="connsiteX15" fmla="*/ 90779 w 126065"/>
                <a:gd name="connsiteY15" fmla="*/ 120865 h 189097"/>
                <a:gd name="connsiteX16" fmla="*/ 101242 w 126065"/>
                <a:gd name="connsiteY16" fmla="*/ 97921 h 189097"/>
                <a:gd name="connsiteX17" fmla="*/ 113596 w 126065"/>
                <a:gd name="connsiteY17" fmla="*/ 85567 h 189097"/>
                <a:gd name="connsiteX18" fmla="*/ 116496 w 126065"/>
                <a:gd name="connsiteY18" fmla="*/ 68548 h 189097"/>
                <a:gd name="connsiteX19" fmla="*/ 92039 w 126065"/>
                <a:gd name="connsiteY19" fmla="*/ 46612 h 189097"/>
                <a:gd name="connsiteX20" fmla="*/ 78550 w 126065"/>
                <a:gd name="connsiteY20" fmla="*/ 30728 h 189097"/>
                <a:gd name="connsiteX21" fmla="*/ 52076 w 126065"/>
                <a:gd name="connsiteY21" fmla="*/ 8415 h 189097"/>
                <a:gd name="connsiteX22" fmla="*/ 42369 w 126065"/>
                <a:gd name="connsiteY22" fmla="*/ 2364 h 189097"/>
                <a:gd name="connsiteX23" fmla="*/ 32789 w 126065"/>
                <a:gd name="connsiteY23" fmla="*/ 14844 h 18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6065" h="189097">
                  <a:moveTo>
                    <a:pt x="32789" y="14844"/>
                  </a:moveTo>
                  <a:cubicBezTo>
                    <a:pt x="26107" y="18626"/>
                    <a:pt x="16526" y="29089"/>
                    <a:pt x="23208" y="32998"/>
                  </a:cubicBezTo>
                  <a:cubicBezTo>
                    <a:pt x="29889" y="36779"/>
                    <a:pt x="31780" y="46360"/>
                    <a:pt x="19426" y="47243"/>
                  </a:cubicBezTo>
                  <a:cubicBezTo>
                    <a:pt x="7071" y="48251"/>
                    <a:pt x="6063" y="52916"/>
                    <a:pt x="7071" y="59597"/>
                  </a:cubicBezTo>
                  <a:cubicBezTo>
                    <a:pt x="8080" y="66279"/>
                    <a:pt x="-1501" y="69052"/>
                    <a:pt x="4172" y="73843"/>
                  </a:cubicBezTo>
                  <a:cubicBezTo>
                    <a:pt x="7954" y="76994"/>
                    <a:pt x="16274" y="88088"/>
                    <a:pt x="21569" y="95274"/>
                  </a:cubicBezTo>
                  <a:cubicBezTo>
                    <a:pt x="23460" y="91744"/>
                    <a:pt x="25855" y="88970"/>
                    <a:pt x="31150" y="89601"/>
                  </a:cubicBezTo>
                  <a:cubicBezTo>
                    <a:pt x="42243" y="91240"/>
                    <a:pt x="33545" y="108006"/>
                    <a:pt x="42243" y="111914"/>
                  </a:cubicBezTo>
                  <a:cubicBezTo>
                    <a:pt x="51068" y="115948"/>
                    <a:pt x="51068" y="129437"/>
                    <a:pt x="44639" y="134228"/>
                  </a:cubicBezTo>
                  <a:cubicBezTo>
                    <a:pt x="38209" y="139018"/>
                    <a:pt x="35814" y="165366"/>
                    <a:pt x="50186" y="181250"/>
                  </a:cubicBezTo>
                  <a:cubicBezTo>
                    <a:pt x="64557" y="197134"/>
                    <a:pt x="75651" y="194739"/>
                    <a:pt x="78928" y="190831"/>
                  </a:cubicBezTo>
                  <a:cubicBezTo>
                    <a:pt x="82080" y="186923"/>
                    <a:pt x="93300" y="190831"/>
                    <a:pt x="96451" y="184528"/>
                  </a:cubicBezTo>
                  <a:cubicBezTo>
                    <a:pt x="99603" y="178224"/>
                    <a:pt x="103637" y="185284"/>
                    <a:pt x="109940" y="178224"/>
                  </a:cubicBezTo>
                  <a:cubicBezTo>
                    <a:pt x="113596" y="174064"/>
                    <a:pt x="121286" y="176334"/>
                    <a:pt x="128472" y="178224"/>
                  </a:cubicBezTo>
                  <a:cubicBezTo>
                    <a:pt x="122673" y="168139"/>
                    <a:pt x="114983" y="154650"/>
                    <a:pt x="112714" y="148473"/>
                  </a:cubicBezTo>
                  <a:cubicBezTo>
                    <a:pt x="108932" y="138010"/>
                    <a:pt x="85988" y="125655"/>
                    <a:pt x="90779" y="120865"/>
                  </a:cubicBezTo>
                  <a:cubicBezTo>
                    <a:pt x="95569" y="116074"/>
                    <a:pt x="93678" y="98930"/>
                    <a:pt x="101242" y="97921"/>
                  </a:cubicBezTo>
                  <a:cubicBezTo>
                    <a:pt x="108932" y="96912"/>
                    <a:pt x="117504" y="93131"/>
                    <a:pt x="113596" y="85567"/>
                  </a:cubicBezTo>
                  <a:cubicBezTo>
                    <a:pt x="111705" y="81785"/>
                    <a:pt x="114100" y="75481"/>
                    <a:pt x="116496" y="68548"/>
                  </a:cubicBezTo>
                  <a:cubicBezTo>
                    <a:pt x="109184" y="67792"/>
                    <a:pt x="98342" y="46612"/>
                    <a:pt x="92039" y="46612"/>
                  </a:cubicBezTo>
                  <a:cubicBezTo>
                    <a:pt x="84979" y="46612"/>
                    <a:pt x="76785" y="40688"/>
                    <a:pt x="78550" y="30728"/>
                  </a:cubicBezTo>
                  <a:cubicBezTo>
                    <a:pt x="80315" y="20769"/>
                    <a:pt x="62036" y="19509"/>
                    <a:pt x="52076" y="8415"/>
                  </a:cubicBezTo>
                  <a:cubicBezTo>
                    <a:pt x="49681" y="5768"/>
                    <a:pt x="46277" y="3750"/>
                    <a:pt x="42369" y="2364"/>
                  </a:cubicBezTo>
                  <a:cubicBezTo>
                    <a:pt x="39092" y="8541"/>
                    <a:pt x="35436" y="13205"/>
                    <a:pt x="32789" y="14844"/>
                  </a:cubicBezTo>
                  <a:close/>
                </a:path>
              </a:pathLst>
            </a:custGeom>
            <a:grpFill/>
            <a:ln w="1270" cap="flat">
              <a:solidFill>
                <a:schemeClr val="bg1"/>
              </a:solidFill>
              <a:prstDash val="solid"/>
              <a:miter/>
            </a:ln>
          </p:spPr>
          <p:txBody>
            <a:bodyPr rtlCol="0" anchor="ctr"/>
            <a:lstStyle/>
            <a:p>
              <a:endParaRPr lang="ko-KR" altLang="en-US"/>
            </a:p>
          </p:txBody>
        </p:sp>
        <p:sp>
          <p:nvSpPr>
            <p:cNvPr id="137" name="자유형: 도형 117">
              <a:extLst>
                <a:ext uri="{FF2B5EF4-FFF2-40B4-BE49-F238E27FC236}">
                  <a16:creationId xmlns:a16="http://schemas.microsoft.com/office/drawing/2014/main" id="{28074AA7-C75C-DB4D-8A2C-5E8CF4788E15}"/>
                </a:ext>
              </a:extLst>
            </p:cNvPr>
            <p:cNvSpPr/>
            <p:nvPr/>
          </p:nvSpPr>
          <p:spPr>
            <a:xfrm>
              <a:off x="4340576" y="4418604"/>
              <a:ext cx="75639" cy="100852"/>
            </a:xfrm>
            <a:custGeom>
              <a:avLst/>
              <a:gdLst>
                <a:gd name="connsiteX0" fmla="*/ 7280 w 75639"/>
                <a:gd name="connsiteY0" fmla="*/ 47621 h 100852"/>
                <a:gd name="connsiteX1" fmla="*/ 10180 w 75639"/>
                <a:gd name="connsiteY1" fmla="*/ 82919 h 100852"/>
                <a:gd name="connsiteX2" fmla="*/ 2364 w 75639"/>
                <a:gd name="connsiteY2" fmla="*/ 95274 h 100852"/>
                <a:gd name="connsiteX3" fmla="*/ 26064 w 75639"/>
                <a:gd name="connsiteY3" fmla="*/ 99812 h 100852"/>
                <a:gd name="connsiteX4" fmla="*/ 53924 w 75639"/>
                <a:gd name="connsiteY4" fmla="*/ 87836 h 100852"/>
                <a:gd name="connsiteX5" fmla="*/ 85315 w 75639"/>
                <a:gd name="connsiteY5" fmla="*/ 45478 h 100852"/>
                <a:gd name="connsiteX6" fmla="*/ 84936 w 75639"/>
                <a:gd name="connsiteY6" fmla="*/ 45226 h 100852"/>
                <a:gd name="connsiteX7" fmla="*/ 39679 w 75639"/>
                <a:gd name="connsiteY7" fmla="*/ 9928 h 100852"/>
                <a:gd name="connsiteX8" fmla="*/ 17365 w 75639"/>
                <a:gd name="connsiteY8" fmla="*/ 2364 h 100852"/>
                <a:gd name="connsiteX9" fmla="*/ 12197 w 75639"/>
                <a:gd name="connsiteY9" fmla="*/ 15979 h 100852"/>
                <a:gd name="connsiteX10" fmla="*/ 7280 w 75639"/>
                <a:gd name="connsiteY10" fmla="*/ 47621 h 10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39" h="100852">
                  <a:moveTo>
                    <a:pt x="7280" y="47621"/>
                  </a:moveTo>
                  <a:cubicBezTo>
                    <a:pt x="12071" y="59093"/>
                    <a:pt x="12071" y="79137"/>
                    <a:pt x="10180" y="82919"/>
                  </a:cubicBezTo>
                  <a:cubicBezTo>
                    <a:pt x="9171" y="84810"/>
                    <a:pt x="5641" y="90231"/>
                    <a:pt x="2364" y="95274"/>
                  </a:cubicBezTo>
                  <a:cubicBezTo>
                    <a:pt x="6650" y="100190"/>
                    <a:pt x="13709" y="103720"/>
                    <a:pt x="26064" y="99812"/>
                  </a:cubicBezTo>
                  <a:cubicBezTo>
                    <a:pt x="41192" y="95022"/>
                    <a:pt x="48377" y="104602"/>
                    <a:pt x="53924" y="87836"/>
                  </a:cubicBezTo>
                  <a:cubicBezTo>
                    <a:pt x="58337" y="74725"/>
                    <a:pt x="73717" y="56950"/>
                    <a:pt x="85315" y="45478"/>
                  </a:cubicBezTo>
                  <a:cubicBezTo>
                    <a:pt x="85188" y="45352"/>
                    <a:pt x="85062" y="45352"/>
                    <a:pt x="84936" y="45226"/>
                  </a:cubicBezTo>
                  <a:cubicBezTo>
                    <a:pt x="73717" y="40561"/>
                    <a:pt x="56698" y="13458"/>
                    <a:pt x="39679" y="9928"/>
                  </a:cubicBezTo>
                  <a:cubicBezTo>
                    <a:pt x="32241" y="8415"/>
                    <a:pt x="24677" y="5263"/>
                    <a:pt x="17365" y="2364"/>
                  </a:cubicBezTo>
                  <a:cubicBezTo>
                    <a:pt x="15222" y="9802"/>
                    <a:pt x="13458" y="14970"/>
                    <a:pt x="12197" y="15979"/>
                  </a:cubicBezTo>
                  <a:cubicBezTo>
                    <a:pt x="6398" y="20895"/>
                    <a:pt x="2616" y="36149"/>
                    <a:pt x="7280" y="47621"/>
                  </a:cubicBezTo>
                  <a:close/>
                </a:path>
              </a:pathLst>
            </a:custGeom>
            <a:grpFill/>
            <a:ln w="1270" cap="flat">
              <a:solidFill>
                <a:schemeClr val="bg1"/>
              </a:solidFill>
              <a:prstDash val="solid"/>
              <a:miter/>
            </a:ln>
          </p:spPr>
          <p:txBody>
            <a:bodyPr rtlCol="0" anchor="ctr"/>
            <a:lstStyle/>
            <a:p>
              <a:endParaRPr lang="ko-KR" altLang="en-US"/>
            </a:p>
          </p:txBody>
        </p:sp>
        <p:sp>
          <p:nvSpPr>
            <p:cNvPr id="138" name="자유형: 도형 118">
              <a:extLst>
                <a:ext uri="{FF2B5EF4-FFF2-40B4-BE49-F238E27FC236}">
                  <a16:creationId xmlns:a16="http://schemas.microsoft.com/office/drawing/2014/main" id="{2057553F-CEBE-9549-8FFE-BA292CB007FD}"/>
                </a:ext>
              </a:extLst>
            </p:cNvPr>
            <p:cNvSpPr/>
            <p:nvPr/>
          </p:nvSpPr>
          <p:spPr>
            <a:xfrm>
              <a:off x="3535290" y="3942625"/>
              <a:ext cx="277343" cy="88246"/>
            </a:xfrm>
            <a:custGeom>
              <a:avLst/>
              <a:gdLst>
                <a:gd name="connsiteX0" fmla="*/ 225229 w 277343"/>
                <a:gd name="connsiteY0" fmla="*/ 56403 h 88245"/>
                <a:gd name="connsiteX1" fmla="*/ 96895 w 277343"/>
                <a:gd name="connsiteY1" fmla="*/ 4591 h 88245"/>
                <a:gd name="connsiteX2" fmla="*/ 2724 w 277343"/>
                <a:gd name="connsiteY2" fmla="*/ 37493 h 88245"/>
                <a:gd name="connsiteX3" fmla="*/ 48612 w 277343"/>
                <a:gd name="connsiteY3" fmla="*/ 16315 h 88245"/>
                <a:gd name="connsiteX4" fmla="*/ 74455 w 277343"/>
                <a:gd name="connsiteY4" fmla="*/ 26904 h 88245"/>
                <a:gd name="connsiteX5" fmla="*/ 119208 w 277343"/>
                <a:gd name="connsiteY5" fmla="*/ 37493 h 88245"/>
                <a:gd name="connsiteX6" fmla="*/ 175685 w 277343"/>
                <a:gd name="connsiteY6" fmla="*/ 66867 h 88245"/>
                <a:gd name="connsiteX7" fmla="*/ 188670 w 277343"/>
                <a:gd name="connsiteY7" fmla="*/ 88046 h 88245"/>
                <a:gd name="connsiteX8" fmla="*/ 274646 w 277343"/>
                <a:gd name="connsiteY8" fmla="*/ 85650 h 88245"/>
                <a:gd name="connsiteX9" fmla="*/ 225229 w 277343"/>
                <a:gd name="connsiteY9" fmla="*/ 56403 h 88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7343" h="88245">
                  <a:moveTo>
                    <a:pt x="225229" y="56403"/>
                  </a:moveTo>
                  <a:cubicBezTo>
                    <a:pt x="207580" y="56403"/>
                    <a:pt x="149842" y="16315"/>
                    <a:pt x="96895" y="4591"/>
                  </a:cubicBezTo>
                  <a:cubicBezTo>
                    <a:pt x="43947" y="-7133"/>
                    <a:pt x="-2193" y="30938"/>
                    <a:pt x="2724" y="37493"/>
                  </a:cubicBezTo>
                  <a:cubicBezTo>
                    <a:pt x="9784" y="46948"/>
                    <a:pt x="35627" y="25770"/>
                    <a:pt x="48612" y="16315"/>
                  </a:cubicBezTo>
                  <a:cubicBezTo>
                    <a:pt x="61596" y="6860"/>
                    <a:pt x="73320" y="20979"/>
                    <a:pt x="74455" y="26904"/>
                  </a:cubicBezTo>
                  <a:cubicBezTo>
                    <a:pt x="75589" y="32829"/>
                    <a:pt x="92104" y="36359"/>
                    <a:pt x="119208" y="37493"/>
                  </a:cubicBezTo>
                  <a:cubicBezTo>
                    <a:pt x="146312" y="38628"/>
                    <a:pt x="149842" y="61068"/>
                    <a:pt x="175685" y="66867"/>
                  </a:cubicBezTo>
                  <a:cubicBezTo>
                    <a:pt x="201529" y="72792"/>
                    <a:pt x="175685" y="83381"/>
                    <a:pt x="188670" y="88046"/>
                  </a:cubicBezTo>
                  <a:cubicBezTo>
                    <a:pt x="201655" y="92710"/>
                    <a:pt x="269856" y="91575"/>
                    <a:pt x="274646" y="85650"/>
                  </a:cubicBezTo>
                  <a:cubicBezTo>
                    <a:pt x="279437" y="79978"/>
                    <a:pt x="242878" y="56403"/>
                    <a:pt x="225229" y="56403"/>
                  </a:cubicBezTo>
                  <a:close/>
                </a:path>
              </a:pathLst>
            </a:custGeom>
            <a:grpFill/>
            <a:ln w="1270" cap="flat">
              <a:solidFill>
                <a:schemeClr val="bg1"/>
              </a:solidFill>
              <a:prstDash val="solid"/>
              <a:miter/>
            </a:ln>
          </p:spPr>
          <p:txBody>
            <a:bodyPr rtlCol="0" anchor="ctr"/>
            <a:lstStyle/>
            <a:p>
              <a:endParaRPr lang="ko-KR" altLang="en-US"/>
            </a:p>
          </p:txBody>
        </p:sp>
        <p:sp>
          <p:nvSpPr>
            <p:cNvPr id="139" name="자유형: 도형 119">
              <a:extLst>
                <a:ext uri="{FF2B5EF4-FFF2-40B4-BE49-F238E27FC236}">
                  <a16:creationId xmlns:a16="http://schemas.microsoft.com/office/drawing/2014/main" id="{FBB9BD8F-D449-C349-88AD-2E76AE28B3AC}"/>
                </a:ext>
              </a:extLst>
            </p:cNvPr>
            <p:cNvSpPr/>
            <p:nvPr/>
          </p:nvSpPr>
          <p:spPr>
            <a:xfrm>
              <a:off x="3697780" y="4073430"/>
              <a:ext cx="50426" cy="12607"/>
            </a:xfrm>
            <a:custGeom>
              <a:avLst/>
              <a:gdLst>
                <a:gd name="connsiteX0" fmla="*/ 2732 w 50426"/>
                <a:gd name="connsiteY0" fmla="*/ 6910 h 12606"/>
                <a:gd name="connsiteX1" fmla="*/ 56814 w 50426"/>
                <a:gd name="connsiteY1" fmla="*/ 16365 h 12606"/>
                <a:gd name="connsiteX2" fmla="*/ 2732 w 50426"/>
                <a:gd name="connsiteY2" fmla="*/ 6910 h 12606"/>
              </a:gdLst>
              <a:ahLst/>
              <a:cxnLst>
                <a:cxn ang="0">
                  <a:pos x="connsiteX0" y="connsiteY0"/>
                </a:cxn>
                <a:cxn ang="0">
                  <a:pos x="connsiteX1" y="connsiteY1"/>
                </a:cxn>
                <a:cxn ang="0">
                  <a:pos x="connsiteX2" y="connsiteY2"/>
                </a:cxn>
              </a:cxnLst>
              <a:rect l="l" t="t" r="r" b="b"/>
              <a:pathLst>
                <a:path w="50426" h="12606">
                  <a:moveTo>
                    <a:pt x="2732" y="6910"/>
                  </a:moveTo>
                  <a:cubicBezTo>
                    <a:pt x="7397" y="15104"/>
                    <a:pt x="52149" y="26954"/>
                    <a:pt x="56814" y="16365"/>
                  </a:cubicBezTo>
                  <a:cubicBezTo>
                    <a:pt x="61604" y="5649"/>
                    <a:pt x="-3067" y="-3427"/>
                    <a:pt x="2732" y="6910"/>
                  </a:cubicBezTo>
                  <a:close/>
                </a:path>
              </a:pathLst>
            </a:custGeom>
            <a:grpFill/>
            <a:ln w="1270" cap="flat">
              <a:solidFill>
                <a:schemeClr val="bg1"/>
              </a:solidFill>
              <a:prstDash val="solid"/>
              <a:miter/>
            </a:ln>
          </p:spPr>
          <p:txBody>
            <a:bodyPr rtlCol="0" anchor="ctr"/>
            <a:lstStyle/>
            <a:p>
              <a:endParaRPr lang="ko-KR" altLang="en-US"/>
            </a:p>
          </p:txBody>
        </p:sp>
        <p:sp>
          <p:nvSpPr>
            <p:cNvPr id="140" name="자유형: 도형 120">
              <a:extLst>
                <a:ext uri="{FF2B5EF4-FFF2-40B4-BE49-F238E27FC236}">
                  <a16:creationId xmlns:a16="http://schemas.microsoft.com/office/drawing/2014/main" id="{04D958C7-A56C-0948-9A2E-23B70914435B}"/>
                </a:ext>
              </a:extLst>
            </p:cNvPr>
            <p:cNvSpPr/>
            <p:nvPr/>
          </p:nvSpPr>
          <p:spPr>
            <a:xfrm>
              <a:off x="3999301" y="4069632"/>
              <a:ext cx="37820" cy="12607"/>
            </a:xfrm>
            <a:custGeom>
              <a:avLst/>
              <a:gdLst>
                <a:gd name="connsiteX0" fmla="*/ 3641 w 37819"/>
                <a:gd name="connsiteY0" fmla="*/ 12978 h 12606"/>
                <a:gd name="connsiteX1" fmla="*/ 47133 w 37819"/>
                <a:gd name="connsiteY1" fmla="*/ 12978 h 12606"/>
                <a:gd name="connsiteX2" fmla="*/ 3641 w 37819"/>
                <a:gd name="connsiteY2" fmla="*/ 12978 h 12606"/>
              </a:gdLst>
              <a:ahLst/>
              <a:cxnLst>
                <a:cxn ang="0">
                  <a:pos x="connsiteX0" y="connsiteY0"/>
                </a:cxn>
                <a:cxn ang="0">
                  <a:pos x="connsiteX1" y="connsiteY1"/>
                </a:cxn>
                <a:cxn ang="0">
                  <a:pos x="connsiteX2" y="connsiteY2"/>
                </a:cxn>
              </a:cxnLst>
              <a:rect l="l" t="t" r="r" b="b"/>
              <a:pathLst>
                <a:path w="37819" h="12606">
                  <a:moveTo>
                    <a:pt x="3641" y="12978"/>
                  </a:moveTo>
                  <a:cubicBezTo>
                    <a:pt x="14230" y="29492"/>
                    <a:pt x="44486" y="19659"/>
                    <a:pt x="47133" y="12978"/>
                  </a:cubicBezTo>
                  <a:cubicBezTo>
                    <a:pt x="51924" y="1253"/>
                    <a:pt x="-6948" y="-3411"/>
                    <a:pt x="3641" y="12978"/>
                  </a:cubicBezTo>
                  <a:close/>
                </a:path>
              </a:pathLst>
            </a:custGeom>
            <a:grpFill/>
            <a:ln w="1270" cap="flat">
              <a:solidFill>
                <a:schemeClr val="bg1"/>
              </a:solidFill>
              <a:prstDash val="solid"/>
              <a:miter/>
            </a:ln>
          </p:spPr>
          <p:txBody>
            <a:bodyPr rtlCol="0" anchor="ctr"/>
            <a:lstStyle/>
            <a:p>
              <a:endParaRPr lang="ko-KR" altLang="en-US"/>
            </a:p>
          </p:txBody>
        </p:sp>
        <p:sp>
          <p:nvSpPr>
            <p:cNvPr id="141" name="자유형: 도형 121">
              <a:extLst>
                <a:ext uri="{FF2B5EF4-FFF2-40B4-BE49-F238E27FC236}">
                  <a16:creationId xmlns:a16="http://schemas.microsoft.com/office/drawing/2014/main" id="{C4420199-01ED-B841-B42E-0E7CB57B720D}"/>
                </a:ext>
              </a:extLst>
            </p:cNvPr>
            <p:cNvSpPr/>
            <p:nvPr/>
          </p:nvSpPr>
          <p:spPr>
            <a:xfrm>
              <a:off x="4165601" y="6079735"/>
              <a:ext cx="75639" cy="37820"/>
            </a:xfrm>
            <a:custGeom>
              <a:avLst/>
              <a:gdLst>
                <a:gd name="connsiteX0" fmla="*/ 84555 w 75639"/>
                <a:gd name="connsiteY0" fmla="*/ 15502 h 37819"/>
                <a:gd name="connsiteX1" fmla="*/ 41063 w 75639"/>
                <a:gd name="connsiteY1" fmla="*/ 35547 h 37819"/>
                <a:gd name="connsiteX2" fmla="*/ 84555 w 75639"/>
                <a:gd name="connsiteY2" fmla="*/ 15502 h 37819"/>
                <a:gd name="connsiteX3" fmla="*/ 36272 w 75639"/>
                <a:gd name="connsiteY3" fmla="*/ 2518 h 37819"/>
                <a:gd name="connsiteX4" fmla="*/ 5638 w 75639"/>
                <a:gd name="connsiteY4" fmla="*/ 33152 h 37819"/>
                <a:gd name="connsiteX5" fmla="*/ 36272 w 75639"/>
                <a:gd name="connsiteY5" fmla="*/ 2518 h 3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639" h="37819">
                  <a:moveTo>
                    <a:pt x="84555" y="15502"/>
                  </a:moveTo>
                  <a:cubicBezTo>
                    <a:pt x="75100" y="-2147"/>
                    <a:pt x="31608" y="30756"/>
                    <a:pt x="41063" y="35547"/>
                  </a:cubicBezTo>
                  <a:cubicBezTo>
                    <a:pt x="50391" y="40211"/>
                    <a:pt x="89093" y="24075"/>
                    <a:pt x="84555" y="15502"/>
                  </a:cubicBezTo>
                  <a:close/>
                  <a:moveTo>
                    <a:pt x="36272" y="2518"/>
                  </a:moveTo>
                  <a:cubicBezTo>
                    <a:pt x="23287" y="123"/>
                    <a:pt x="-7725" y="26344"/>
                    <a:pt x="5638" y="33152"/>
                  </a:cubicBezTo>
                  <a:cubicBezTo>
                    <a:pt x="19757" y="40211"/>
                    <a:pt x="49257" y="4913"/>
                    <a:pt x="36272" y="2518"/>
                  </a:cubicBezTo>
                  <a:close/>
                </a:path>
              </a:pathLst>
            </a:custGeom>
            <a:grpFill/>
            <a:ln w="1270" cap="flat">
              <a:solidFill>
                <a:schemeClr val="bg1"/>
              </a:solidFill>
              <a:prstDash val="solid"/>
              <a:miter/>
            </a:ln>
          </p:spPr>
          <p:txBody>
            <a:bodyPr rtlCol="0" anchor="ctr"/>
            <a:lstStyle/>
            <a:p>
              <a:endParaRPr lang="ko-KR" altLang="en-US"/>
            </a:p>
          </p:txBody>
        </p:sp>
        <p:sp>
          <p:nvSpPr>
            <p:cNvPr id="142" name="자유형: 도형 122">
              <a:extLst>
                <a:ext uri="{FF2B5EF4-FFF2-40B4-BE49-F238E27FC236}">
                  <a16:creationId xmlns:a16="http://schemas.microsoft.com/office/drawing/2014/main" id="{2290D0B2-3FF7-8B4C-B774-F0D026BA834C}"/>
                </a:ext>
              </a:extLst>
            </p:cNvPr>
            <p:cNvSpPr/>
            <p:nvPr/>
          </p:nvSpPr>
          <p:spPr>
            <a:xfrm>
              <a:off x="3348843" y="4533323"/>
              <a:ext cx="428621" cy="176491"/>
            </a:xfrm>
            <a:custGeom>
              <a:avLst/>
              <a:gdLst>
                <a:gd name="connsiteX0" fmla="*/ 424409 w 428621"/>
                <a:gd name="connsiteY0" fmla="*/ 47747 h 176491"/>
                <a:gd name="connsiteX1" fmla="*/ 405373 w 428621"/>
                <a:gd name="connsiteY1" fmla="*/ 32997 h 176491"/>
                <a:gd name="connsiteX2" fmla="*/ 385077 w 428621"/>
                <a:gd name="connsiteY2" fmla="*/ 32997 h 176491"/>
                <a:gd name="connsiteX3" fmla="*/ 368562 w 428621"/>
                <a:gd name="connsiteY3" fmla="*/ 20769 h 176491"/>
                <a:gd name="connsiteX4" fmla="*/ 335785 w 428621"/>
                <a:gd name="connsiteY4" fmla="*/ 2364 h 176491"/>
                <a:gd name="connsiteX5" fmla="*/ 335785 w 428621"/>
                <a:gd name="connsiteY5" fmla="*/ 6020 h 176491"/>
                <a:gd name="connsiteX6" fmla="*/ 317506 w 428621"/>
                <a:gd name="connsiteY6" fmla="*/ 15474 h 176491"/>
                <a:gd name="connsiteX7" fmla="*/ 308681 w 428621"/>
                <a:gd name="connsiteY7" fmla="*/ 34889 h 176491"/>
                <a:gd name="connsiteX8" fmla="*/ 296957 w 428621"/>
                <a:gd name="connsiteY8" fmla="*/ 50773 h 176491"/>
                <a:gd name="connsiteX9" fmla="*/ 289898 w 428621"/>
                <a:gd name="connsiteY9" fmla="*/ 64892 h 176491"/>
                <a:gd name="connsiteX10" fmla="*/ 283973 w 428621"/>
                <a:gd name="connsiteY10" fmla="*/ 83171 h 176491"/>
                <a:gd name="connsiteX11" fmla="*/ 282208 w 428621"/>
                <a:gd name="connsiteY11" fmla="*/ 100820 h 176491"/>
                <a:gd name="connsiteX12" fmla="*/ 297461 w 428621"/>
                <a:gd name="connsiteY12" fmla="*/ 114309 h 176491"/>
                <a:gd name="connsiteX13" fmla="*/ 310446 w 428621"/>
                <a:gd name="connsiteY13" fmla="*/ 117209 h 176491"/>
                <a:gd name="connsiteX14" fmla="*/ 298722 w 428621"/>
                <a:gd name="connsiteY14" fmla="*/ 133723 h 176491"/>
                <a:gd name="connsiteX15" fmla="*/ 296579 w 428621"/>
                <a:gd name="connsiteY15" fmla="*/ 134102 h 176491"/>
                <a:gd name="connsiteX16" fmla="*/ 301748 w 428621"/>
                <a:gd name="connsiteY16" fmla="*/ 147717 h 176491"/>
                <a:gd name="connsiteX17" fmla="*/ 301748 w 428621"/>
                <a:gd name="connsiteY17" fmla="*/ 161206 h 176491"/>
                <a:gd name="connsiteX18" fmla="*/ 322044 w 428621"/>
                <a:gd name="connsiteY18" fmla="*/ 166752 h 176491"/>
                <a:gd name="connsiteX19" fmla="*/ 341080 w 428621"/>
                <a:gd name="connsiteY19" fmla="*/ 165492 h 176491"/>
                <a:gd name="connsiteX20" fmla="*/ 365032 w 428621"/>
                <a:gd name="connsiteY20" fmla="*/ 123134 h 176491"/>
                <a:gd name="connsiteX21" fmla="*/ 417223 w 428621"/>
                <a:gd name="connsiteY21" fmla="*/ 94895 h 176491"/>
                <a:gd name="connsiteX22" fmla="*/ 431973 w 428621"/>
                <a:gd name="connsiteY22" fmla="*/ 67917 h 176491"/>
                <a:gd name="connsiteX23" fmla="*/ 424409 w 428621"/>
                <a:gd name="connsiteY23" fmla="*/ 47747 h 176491"/>
                <a:gd name="connsiteX24" fmla="*/ 5621 w 428621"/>
                <a:gd name="connsiteY24" fmla="*/ 40057 h 176491"/>
                <a:gd name="connsiteX25" fmla="*/ 22135 w 428621"/>
                <a:gd name="connsiteY25" fmla="*/ 67161 h 176491"/>
                <a:gd name="connsiteX26" fmla="*/ 5621 w 428621"/>
                <a:gd name="connsiteY26" fmla="*/ 40057 h 176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28621" h="176491">
                  <a:moveTo>
                    <a:pt x="424409" y="47747"/>
                  </a:moveTo>
                  <a:cubicBezTo>
                    <a:pt x="414576" y="36653"/>
                    <a:pt x="407895" y="29972"/>
                    <a:pt x="405373" y="32997"/>
                  </a:cubicBezTo>
                  <a:cubicBezTo>
                    <a:pt x="402852" y="36149"/>
                    <a:pt x="392515" y="37284"/>
                    <a:pt x="385077" y="32997"/>
                  </a:cubicBezTo>
                  <a:cubicBezTo>
                    <a:pt x="377765" y="28711"/>
                    <a:pt x="373983" y="20769"/>
                    <a:pt x="368562" y="20769"/>
                  </a:cubicBezTo>
                  <a:cubicBezTo>
                    <a:pt x="363394" y="20769"/>
                    <a:pt x="345744" y="10684"/>
                    <a:pt x="335785" y="2364"/>
                  </a:cubicBezTo>
                  <a:cubicBezTo>
                    <a:pt x="335659" y="3624"/>
                    <a:pt x="335659" y="4885"/>
                    <a:pt x="335785" y="6020"/>
                  </a:cubicBezTo>
                  <a:cubicBezTo>
                    <a:pt x="336416" y="11314"/>
                    <a:pt x="327591" y="14844"/>
                    <a:pt x="317506" y="15474"/>
                  </a:cubicBezTo>
                  <a:cubicBezTo>
                    <a:pt x="307547" y="16105"/>
                    <a:pt x="308681" y="27199"/>
                    <a:pt x="308681" y="34889"/>
                  </a:cubicBezTo>
                  <a:cubicBezTo>
                    <a:pt x="308681" y="42578"/>
                    <a:pt x="300487" y="42578"/>
                    <a:pt x="296957" y="50773"/>
                  </a:cubicBezTo>
                  <a:cubicBezTo>
                    <a:pt x="293427" y="58967"/>
                    <a:pt x="298092" y="60732"/>
                    <a:pt x="289898" y="64892"/>
                  </a:cubicBezTo>
                  <a:cubicBezTo>
                    <a:pt x="281703" y="69052"/>
                    <a:pt x="279308" y="76112"/>
                    <a:pt x="283973" y="83171"/>
                  </a:cubicBezTo>
                  <a:cubicBezTo>
                    <a:pt x="288637" y="90231"/>
                    <a:pt x="283342" y="96660"/>
                    <a:pt x="282208" y="100820"/>
                  </a:cubicBezTo>
                  <a:cubicBezTo>
                    <a:pt x="281073" y="104981"/>
                    <a:pt x="289267" y="106746"/>
                    <a:pt x="297461" y="114309"/>
                  </a:cubicBezTo>
                  <a:cubicBezTo>
                    <a:pt x="305656" y="121999"/>
                    <a:pt x="306916" y="111410"/>
                    <a:pt x="310446" y="117209"/>
                  </a:cubicBezTo>
                  <a:cubicBezTo>
                    <a:pt x="313976" y="123134"/>
                    <a:pt x="308051" y="133723"/>
                    <a:pt x="298722" y="133723"/>
                  </a:cubicBezTo>
                  <a:cubicBezTo>
                    <a:pt x="297966" y="133723"/>
                    <a:pt x="297335" y="133976"/>
                    <a:pt x="296579" y="134102"/>
                  </a:cubicBezTo>
                  <a:cubicBezTo>
                    <a:pt x="301496" y="139144"/>
                    <a:pt x="304017" y="144439"/>
                    <a:pt x="301748" y="147717"/>
                  </a:cubicBezTo>
                  <a:cubicBezTo>
                    <a:pt x="297461" y="153894"/>
                    <a:pt x="293806" y="153894"/>
                    <a:pt x="301748" y="161206"/>
                  </a:cubicBezTo>
                  <a:cubicBezTo>
                    <a:pt x="309690" y="168517"/>
                    <a:pt x="315237" y="157550"/>
                    <a:pt x="322044" y="166752"/>
                  </a:cubicBezTo>
                  <a:cubicBezTo>
                    <a:pt x="328852" y="175955"/>
                    <a:pt x="334273" y="181502"/>
                    <a:pt x="341080" y="165492"/>
                  </a:cubicBezTo>
                  <a:cubicBezTo>
                    <a:pt x="347887" y="149482"/>
                    <a:pt x="352804" y="126790"/>
                    <a:pt x="365032" y="123134"/>
                  </a:cubicBezTo>
                  <a:cubicBezTo>
                    <a:pt x="377261" y="119478"/>
                    <a:pt x="402474" y="114562"/>
                    <a:pt x="417223" y="94895"/>
                  </a:cubicBezTo>
                  <a:cubicBezTo>
                    <a:pt x="431973" y="75229"/>
                    <a:pt x="424157" y="74221"/>
                    <a:pt x="431973" y="67917"/>
                  </a:cubicBezTo>
                  <a:cubicBezTo>
                    <a:pt x="437898" y="63001"/>
                    <a:pt x="434242" y="58715"/>
                    <a:pt x="424409" y="47747"/>
                  </a:cubicBezTo>
                  <a:close/>
                  <a:moveTo>
                    <a:pt x="5621" y="40057"/>
                  </a:moveTo>
                  <a:cubicBezTo>
                    <a:pt x="-6103" y="57706"/>
                    <a:pt x="17219" y="74977"/>
                    <a:pt x="22135" y="67161"/>
                  </a:cubicBezTo>
                  <a:cubicBezTo>
                    <a:pt x="28061" y="57706"/>
                    <a:pt x="17471" y="22408"/>
                    <a:pt x="5621" y="40057"/>
                  </a:cubicBezTo>
                  <a:close/>
                </a:path>
              </a:pathLst>
            </a:custGeom>
            <a:grpFill/>
            <a:ln w="1270" cap="flat">
              <a:solidFill>
                <a:schemeClr val="bg1"/>
              </a:solidFill>
              <a:prstDash val="solid"/>
              <a:miter/>
            </a:ln>
          </p:spPr>
          <p:txBody>
            <a:bodyPr rtlCol="0" anchor="ctr"/>
            <a:lstStyle/>
            <a:p>
              <a:endParaRPr lang="ko-KR" altLang="en-US"/>
            </a:p>
          </p:txBody>
        </p:sp>
        <p:sp>
          <p:nvSpPr>
            <p:cNvPr id="143" name="자유형: 도형 123">
              <a:extLst>
                <a:ext uri="{FF2B5EF4-FFF2-40B4-BE49-F238E27FC236}">
                  <a16:creationId xmlns:a16="http://schemas.microsoft.com/office/drawing/2014/main" id="{08016304-9E00-4748-AE07-37985203C3CC}"/>
                </a:ext>
              </a:extLst>
            </p:cNvPr>
            <p:cNvSpPr/>
            <p:nvPr/>
          </p:nvSpPr>
          <p:spPr>
            <a:xfrm>
              <a:off x="3852452" y="1527797"/>
              <a:ext cx="1626239" cy="1210224"/>
            </a:xfrm>
            <a:custGeom>
              <a:avLst/>
              <a:gdLst>
                <a:gd name="connsiteX0" fmla="*/ 1536197 w 1626238"/>
                <a:gd name="connsiteY0" fmla="*/ 113058 h 1210224"/>
                <a:gd name="connsiteX1" fmla="*/ 1482115 w 1626238"/>
                <a:gd name="connsiteY1" fmla="*/ 138145 h 1210224"/>
                <a:gd name="connsiteX2" fmla="*/ 1427907 w 1626238"/>
                <a:gd name="connsiteY2" fmla="*/ 141297 h 1210224"/>
                <a:gd name="connsiteX3" fmla="*/ 1404333 w 1626238"/>
                <a:gd name="connsiteY3" fmla="*/ 132599 h 1210224"/>
                <a:gd name="connsiteX4" fmla="*/ 1352520 w 1626238"/>
                <a:gd name="connsiteY4" fmla="*/ 167140 h 1210224"/>
                <a:gd name="connsiteX5" fmla="*/ 1307767 w 1626238"/>
                <a:gd name="connsiteY5" fmla="*/ 196135 h 1210224"/>
                <a:gd name="connsiteX6" fmla="*/ 1351764 w 1626238"/>
                <a:gd name="connsiteY6" fmla="*/ 141171 h 1210224"/>
                <a:gd name="connsiteX7" fmla="*/ 1335250 w 1626238"/>
                <a:gd name="connsiteY7" fmla="*/ 102721 h 1210224"/>
                <a:gd name="connsiteX8" fmla="*/ 1301464 w 1626238"/>
                <a:gd name="connsiteY8" fmla="*/ 123900 h 1210224"/>
                <a:gd name="connsiteX9" fmla="*/ 1216748 w 1626238"/>
                <a:gd name="connsiteY9" fmla="*/ 150626 h 1210224"/>
                <a:gd name="connsiteX10" fmla="*/ 1271713 w 1626238"/>
                <a:gd name="connsiteY10" fmla="*/ 116084 h 1210224"/>
                <a:gd name="connsiteX11" fmla="*/ 1164179 w 1626238"/>
                <a:gd name="connsiteY11" fmla="*/ 112932 h 1210224"/>
                <a:gd name="connsiteX12" fmla="*/ 1072404 w 1626238"/>
                <a:gd name="connsiteY12" fmla="*/ 127052 h 1210224"/>
                <a:gd name="connsiteX13" fmla="*/ 1174390 w 1626238"/>
                <a:gd name="connsiteY13" fmla="*/ 100326 h 1210224"/>
                <a:gd name="connsiteX14" fmla="*/ 1299195 w 1626238"/>
                <a:gd name="connsiteY14" fmla="*/ 91754 h 1210224"/>
                <a:gd name="connsiteX15" fmla="*/ 1372943 w 1626238"/>
                <a:gd name="connsiteY15" fmla="*/ 71331 h 1210224"/>
                <a:gd name="connsiteX16" fmla="*/ 1323525 w 1626238"/>
                <a:gd name="connsiteY16" fmla="*/ 51665 h 1210224"/>
                <a:gd name="connsiteX17" fmla="*/ 1287471 w 1626238"/>
                <a:gd name="connsiteY17" fmla="*/ 40697 h 1210224"/>
                <a:gd name="connsiteX18" fmla="*/ 1255324 w 1626238"/>
                <a:gd name="connsiteY18" fmla="*/ 21913 h 1210224"/>
                <a:gd name="connsiteX19" fmla="*/ 1180820 w 1626238"/>
                <a:gd name="connsiteY19" fmla="*/ 12459 h 1210224"/>
                <a:gd name="connsiteX20" fmla="*/ 1100012 w 1626238"/>
                <a:gd name="connsiteY20" fmla="*/ 3004 h 1210224"/>
                <a:gd name="connsiteX21" fmla="*/ 989327 w 1626238"/>
                <a:gd name="connsiteY21" fmla="*/ 6155 h 1210224"/>
                <a:gd name="connsiteX22" fmla="*/ 951633 w 1626238"/>
                <a:gd name="connsiteY22" fmla="*/ 12459 h 1210224"/>
                <a:gd name="connsiteX23" fmla="*/ 925790 w 1626238"/>
                <a:gd name="connsiteY23" fmla="*/ 25065 h 1210224"/>
                <a:gd name="connsiteX24" fmla="*/ 907007 w 1626238"/>
                <a:gd name="connsiteY24" fmla="*/ 35276 h 1210224"/>
                <a:gd name="connsiteX25" fmla="*/ 866161 w 1626238"/>
                <a:gd name="connsiteY25" fmla="*/ 26578 h 1210224"/>
                <a:gd name="connsiteX26" fmla="*/ 793926 w 1626238"/>
                <a:gd name="connsiteY26" fmla="*/ 26578 h 1210224"/>
                <a:gd name="connsiteX27" fmla="*/ 706059 w 1626238"/>
                <a:gd name="connsiteY27" fmla="*/ 36789 h 1210224"/>
                <a:gd name="connsiteX28" fmla="*/ 732785 w 1626238"/>
                <a:gd name="connsiteY28" fmla="*/ 61120 h 1210224"/>
                <a:gd name="connsiteX29" fmla="*/ 685762 w 1626238"/>
                <a:gd name="connsiteY29" fmla="*/ 75239 h 1210224"/>
                <a:gd name="connsiteX30" fmla="*/ 753207 w 1626238"/>
                <a:gd name="connsiteY30" fmla="*/ 117597 h 1210224"/>
                <a:gd name="connsiteX31" fmla="*/ 718665 w 1626238"/>
                <a:gd name="connsiteY31" fmla="*/ 111294 h 1210224"/>
                <a:gd name="connsiteX32" fmla="*/ 659793 w 1626238"/>
                <a:gd name="connsiteY32" fmla="*/ 89358 h 1210224"/>
                <a:gd name="connsiteX33" fmla="*/ 588440 w 1626238"/>
                <a:gd name="connsiteY33" fmla="*/ 73600 h 1210224"/>
                <a:gd name="connsiteX34" fmla="*/ 620587 w 1626238"/>
                <a:gd name="connsiteY34" fmla="*/ 110537 h 1210224"/>
                <a:gd name="connsiteX35" fmla="*/ 583776 w 1626238"/>
                <a:gd name="connsiteY35" fmla="*/ 112050 h 1210224"/>
                <a:gd name="connsiteX36" fmla="*/ 535115 w 1626238"/>
                <a:gd name="connsiteY36" fmla="*/ 85324 h 1210224"/>
                <a:gd name="connsiteX37" fmla="*/ 532719 w 1626238"/>
                <a:gd name="connsiteY37" fmla="*/ 119110 h 1210224"/>
                <a:gd name="connsiteX38" fmla="*/ 510784 w 1626238"/>
                <a:gd name="connsiteY38" fmla="*/ 137137 h 1210224"/>
                <a:gd name="connsiteX39" fmla="*/ 496665 w 1626238"/>
                <a:gd name="connsiteY39" fmla="*/ 82929 h 1210224"/>
                <a:gd name="connsiteX40" fmla="*/ 415857 w 1626238"/>
                <a:gd name="connsiteY40" fmla="*/ 95535 h 1210224"/>
                <a:gd name="connsiteX41" fmla="*/ 383710 w 1626238"/>
                <a:gd name="connsiteY41" fmla="*/ 112806 h 1210224"/>
                <a:gd name="connsiteX42" fmla="*/ 366440 w 1626238"/>
                <a:gd name="connsiteY42" fmla="*/ 118353 h 1210224"/>
                <a:gd name="connsiteX43" fmla="*/ 306811 w 1626238"/>
                <a:gd name="connsiteY43" fmla="*/ 126169 h 1210224"/>
                <a:gd name="connsiteX44" fmla="*/ 314627 w 1626238"/>
                <a:gd name="connsiteY44" fmla="*/ 166132 h 1210224"/>
                <a:gd name="connsiteX45" fmla="*/ 263570 w 1626238"/>
                <a:gd name="connsiteY45" fmla="*/ 158316 h 1210224"/>
                <a:gd name="connsiteX46" fmla="*/ 143557 w 1626238"/>
                <a:gd name="connsiteY46" fmla="*/ 223491 h 1210224"/>
                <a:gd name="connsiteX47" fmla="*/ 208732 w 1626238"/>
                <a:gd name="connsiteY47" fmla="*/ 233703 h 1210224"/>
                <a:gd name="connsiteX48" fmla="*/ 186797 w 1626238"/>
                <a:gd name="connsiteY48" fmla="*/ 282364 h 1210224"/>
                <a:gd name="connsiteX49" fmla="*/ 103594 w 1626238"/>
                <a:gd name="connsiteY49" fmla="*/ 297240 h 1210224"/>
                <a:gd name="connsiteX50" fmla="*/ 2364 w 1626238"/>
                <a:gd name="connsiteY50" fmla="*/ 336446 h 1210224"/>
                <a:gd name="connsiteX51" fmla="*/ 17996 w 1626238"/>
                <a:gd name="connsiteY51" fmla="*/ 355986 h 1210224"/>
                <a:gd name="connsiteX52" fmla="*/ 61992 w 1626238"/>
                <a:gd name="connsiteY52" fmla="*/ 368592 h 1210224"/>
                <a:gd name="connsiteX53" fmla="*/ 134228 w 1626238"/>
                <a:gd name="connsiteY53" fmla="*/ 374139 h 1210224"/>
                <a:gd name="connsiteX54" fmla="*/ 175829 w 1626238"/>
                <a:gd name="connsiteY54" fmla="*/ 389771 h 1210224"/>
                <a:gd name="connsiteX55" fmla="*/ 104476 w 1626238"/>
                <a:gd name="connsiteY55" fmla="*/ 394436 h 1210224"/>
                <a:gd name="connsiteX56" fmla="*/ 39301 w 1626238"/>
                <a:gd name="connsiteY56" fmla="*/ 407042 h 1210224"/>
                <a:gd name="connsiteX57" fmla="*/ 87205 w 1626238"/>
                <a:gd name="connsiteY57" fmla="*/ 419649 h 1210224"/>
                <a:gd name="connsiteX58" fmla="*/ 87962 w 1626238"/>
                <a:gd name="connsiteY58" fmla="*/ 440828 h 1210224"/>
                <a:gd name="connsiteX59" fmla="*/ 119352 w 1626238"/>
                <a:gd name="connsiteY59" fmla="*/ 458098 h 1210224"/>
                <a:gd name="connsiteX60" fmla="*/ 162466 w 1626238"/>
                <a:gd name="connsiteY60" fmla="*/ 462763 h 1210224"/>
                <a:gd name="connsiteX61" fmla="*/ 189192 w 1626238"/>
                <a:gd name="connsiteY61" fmla="*/ 459611 h 1210224"/>
                <a:gd name="connsiteX62" fmla="*/ 224490 w 1626238"/>
                <a:gd name="connsiteY62" fmla="*/ 453308 h 1210224"/>
                <a:gd name="connsiteX63" fmla="*/ 256637 w 1626238"/>
                <a:gd name="connsiteY63" fmla="*/ 447005 h 1210224"/>
                <a:gd name="connsiteX64" fmla="*/ 342109 w 1626238"/>
                <a:gd name="connsiteY64" fmla="*/ 469696 h 1210224"/>
                <a:gd name="connsiteX65" fmla="*/ 384467 w 1626238"/>
                <a:gd name="connsiteY65" fmla="*/ 497179 h 1210224"/>
                <a:gd name="connsiteX66" fmla="*/ 421278 w 1626238"/>
                <a:gd name="connsiteY66" fmla="*/ 532477 h 1210224"/>
                <a:gd name="connsiteX67" fmla="*/ 445608 w 1626238"/>
                <a:gd name="connsiteY67" fmla="*/ 575591 h 1210224"/>
                <a:gd name="connsiteX68" fmla="*/ 464392 w 1626238"/>
                <a:gd name="connsiteY68" fmla="*/ 604586 h 1210224"/>
                <a:gd name="connsiteX69" fmla="*/ 477755 w 1626238"/>
                <a:gd name="connsiteY69" fmla="*/ 632068 h 1210224"/>
                <a:gd name="connsiteX70" fmla="*/ 464392 w 1626238"/>
                <a:gd name="connsiteY70" fmla="*/ 664971 h 1210224"/>
                <a:gd name="connsiteX71" fmla="*/ 476999 w 1626238"/>
                <a:gd name="connsiteY71" fmla="*/ 701026 h 1210224"/>
                <a:gd name="connsiteX72" fmla="*/ 516961 w 1626238"/>
                <a:gd name="connsiteY72" fmla="*/ 683755 h 1210224"/>
                <a:gd name="connsiteX73" fmla="*/ 526416 w 1626238"/>
                <a:gd name="connsiteY73" fmla="*/ 710481 h 1210224"/>
                <a:gd name="connsiteX74" fmla="*/ 577472 w 1626238"/>
                <a:gd name="connsiteY74" fmla="*/ 734811 h 1210224"/>
                <a:gd name="connsiteX75" fmla="*/ 566505 w 1626238"/>
                <a:gd name="connsiteY75" fmla="*/ 745779 h 1210224"/>
                <a:gd name="connsiteX76" fmla="*/ 495908 w 1626238"/>
                <a:gd name="connsiteY76" fmla="*/ 740232 h 1210224"/>
                <a:gd name="connsiteX77" fmla="*/ 567261 w 1626238"/>
                <a:gd name="connsiteY77" fmla="*/ 773135 h 1210224"/>
                <a:gd name="connsiteX78" fmla="*/ 590835 w 1626238"/>
                <a:gd name="connsiteY78" fmla="*/ 800617 h 1210224"/>
                <a:gd name="connsiteX79" fmla="*/ 585289 w 1626238"/>
                <a:gd name="connsiteY79" fmla="*/ 837554 h 1210224"/>
                <a:gd name="connsiteX80" fmla="*/ 551629 w 1626238"/>
                <a:gd name="connsiteY80" fmla="*/ 839193 h 1210224"/>
                <a:gd name="connsiteX81" fmla="*/ 530450 w 1626238"/>
                <a:gd name="connsiteY81" fmla="*/ 857977 h 1210224"/>
                <a:gd name="connsiteX82" fmla="*/ 508515 w 1626238"/>
                <a:gd name="connsiteY82" fmla="*/ 897183 h 1210224"/>
                <a:gd name="connsiteX83" fmla="*/ 534358 w 1626238"/>
                <a:gd name="connsiteY83" fmla="*/ 920001 h 1210224"/>
                <a:gd name="connsiteX84" fmla="*/ 513936 w 1626238"/>
                <a:gd name="connsiteY84" fmla="*/ 943575 h 1210224"/>
                <a:gd name="connsiteX85" fmla="*/ 550747 w 1626238"/>
                <a:gd name="connsiteY85" fmla="*/ 982025 h 1210224"/>
                <a:gd name="connsiteX86" fmla="*/ 555411 w 1626238"/>
                <a:gd name="connsiteY86" fmla="*/ 1027534 h 1210224"/>
                <a:gd name="connsiteX87" fmla="*/ 571043 w 1626238"/>
                <a:gd name="connsiteY87" fmla="*/ 1041654 h 1210224"/>
                <a:gd name="connsiteX88" fmla="*/ 584406 w 1626238"/>
                <a:gd name="connsiteY88" fmla="*/ 1068379 h 1210224"/>
                <a:gd name="connsiteX89" fmla="*/ 604828 w 1626238"/>
                <a:gd name="connsiteY89" fmla="*/ 1091071 h 1210224"/>
                <a:gd name="connsiteX90" fmla="*/ 617435 w 1626238"/>
                <a:gd name="connsiteY90" fmla="*/ 1123218 h 1210224"/>
                <a:gd name="connsiteX91" fmla="*/ 647186 w 1626238"/>
                <a:gd name="connsiteY91" fmla="*/ 1154608 h 1210224"/>
                <a:gd name="connsiteX92" fmla="*/ 676938 w 1626238"/>
                <a:gd name="connsiteY92" fmla="*/ 1174274 h 1210224"/>
                <a:gd name="connsiteX93" fmla="*/ 702781 w 1626238"/>
                <a:gd name="connsiteY93" fmla="*/ 1182090 h 1210224"/>
                <a:gd name="connsiteX94" fmla="*/ 734171 w 1626238"/>
                <a:gd name="connsiteY94" fmla="*/ 1195453 h 1210224"/>
                <a:gd name="connsiteX95" fmla="*/ 780437 w 1626238"/>
                <a:gd name="connsiteY95" fmla="*/ 1213480 h 1210224"/>
                <a:gd name="connsiteX96" fmla="*/ 800103 w 1626238"/>
                <a:gd name="connsiteY96" fmla="*/ 1193058 h 1210224"/>
                <a:gd name="connsiteX97" fmla="*/ 813466 w 1626238"/>
                <a:gd name="connsiteY97" fmla="*/ 1151456 h 1210224"/>
                <a:gd name="connsiteX98" fmla="*/ 811071 w 1626238"/>
                <a:gd name="connsiteY98" fmla="*/ 1109855 h 1210224"/>
                <a:gd name="connsiteX99" fmla="*/ 824434 w 1626238"/>
                <a:gd name="connsiteY99" fmla="*/ 1096492 h 1210224"/>
                <a:gd name="connsiteX100" fmla="*/ 844856 w 1626238"/>
                <a:gd name="connsiteY100" fmla="*/ 1078465 h 1210224"/>
                <a:gd name="connsiteX101" fmla="*/ 855824 w 1626238"/>
                <a:gd name="connsiteY101" fmla="*/ 1058042 h 1210224"/>
                <a:gd name="connsiteX102" fmla="*/ 856581 w 1626238"/>
                <a:gd name="connsiteY102" fmla="*/ 1039258 h 1210224"/>
                <a:gd name="connsiteX103" fmla="*/ 866792 w 1626238"/>
                <a:gd name="connsiteY103" fmla="*/ 1026652 h 1210224"/>
                <a:gd name="connsiteX104" fmla="*/ 861245 w 1626238"/>
                <a:gd name="connsiteY104" fmla="*/ 1006986 h 1210224"/>
                <a:gd name="connsiteX105" fmla="*/ 865153 w 1626238"/>
                <a:gd name="connsiteY105" fmla="*/ 996774 h 1210224"/>
                <a:gd name="connsiteX106" fmla="*/ 880028 w 1626238"/>
                <a:gd name="connsiteY106" fmla="*/ 989715 h 1210224"/>
                <a:gd name="connsiteX107" fmla="*/ 905115 w 1626238"/>
                <a:gd name="connsiteY107" fmla="*/ 974083 h 1210224"/>
                <a:gd name="connsiteX108" fmla="*/ 927051 w 1626238"/>
                <a:gd name="connsiteY108" fmla="*/ 951265 h 1210224"/>
                <a:gd name="connsiteX109" fmla="*/ 940414 w 1626238"/>
                <a:gd name="connsiteY109" fmla="*/ 950508 h 1210224"/>
                <a:gd name="connsiteX110" fmla="*/ 945961 w 1626238"/>
                <a:gd name="connsiteY110" fmla="*/ 964628 h 1210224"/>
                <a:gd name="connsiteX111" fmla="*/ 995378 w 1626238"/>
                <a:gd name="connsiteY111" fmla="*/ 954416 h 1210224"/>
                <a:gd name="connsiteX112" fmla="*/ 1054250 w 1626238"/>
                <a:gd name="connsiteY112" fmla="*/ 903486 h 1210224"/>
                <a:gd name="connsiteX113" fmla="*/ 1087279 w 1626238"/>
                <a:gd name="connsiteY113" fmla="*/ 870583 h 1210224"/>
                <a:gd name="connsiteX114" fmla="*/ 1112366 w 1626238"/>
                <a:gd name="connsiteY114" fmla="*/ 860372 h 1210224"/>
                <a:gd name="connsiteX115" fmla="*/ 1138210 w 1626238"/>
                <a:gd name="connsiteY115" fmla="*/ 854069 h 1210224"/>
                <a:gd name="connsiteX116" fmla="*/ 1177416 w 1626238"/>
                <a:gd name="connsiteY116" fmla="*/ 845496 h 1210224"/>
                <a:gd name="connsiteX117" fmla="*/ 1272343 w 1626238"/>
                <a:gd name="connsiteY117" fmla="*/ 819653 h 1210224"/>
                <a:gd name="connsiteX118" fmla="*/ 1347604 w 1626238"/>
                <a:gd name="connsiteY118" fmla="*/ 780447 h 1210224"/>
                <a:gd name="connsiteX119" fmla="*/ 1357815 w 1626238"/>
                <a:gd name="connsiteY119" fmla="*/ 767084 h 1210224"/>
                <a:gd name="connsiteX120" fmla="*/ 1310793 w 1626238"/>
                <a:gd name="connsiteY120" fmla="*/ 769479 h 1210224"/>
                <a:gd name="connsiteX121" fmla="*/ 1251920 w 1626238"/>
                <a:gd name="connsiteY121" fmla="*/ 762419 h 1210224"/>
                <a:gd name="connsiteX122" fmla="*/ 1259736 w 1626238"/>
                <a:gd name="connsiteY122" fmla="*/ 745149 h 1210224"/>
                <a:gd name="connsiteX123" fmla="*/ 1264401 w 1626238"/>
                <a:gd name="connsiteY123" fmla="*/ 720062 h 1210224"/>
                <a:gd name="connsiteX124" fmla="*/ 1302094 w 1626238"/>
                <a:gd name="connsiteY124" fmla="*/ 732668 h 1210224"/>
                <a:gd name="connsiteX125" fmla="*/ 1360084 w 1626238"/>
                <a:gd name="connsiteY125" fmla="*/ 752334 h 1210224"/>
                <a:gd name="connsiteX126" fmla="*/ 1369539 w 1626238"/>
                <a:gd name="connsiteY126" fmla="*/ 717036 h 1210224"/>
                <a:gd name="connsiteX127" fmla="*/ 1300455 w 1626238"/>
                <a:gd name="connsiteY127" fmla="*/ 655895 h 1210224"/>
                <a:gd name="connsiteX128" fmla="*/ 1339661 w 1626238"/>
                <a:gd name="connsiteY128" fmla="*/ 660559 h 1210224"/>
                <a:gd name="connsiteX129" fmla="*/ 1364749 w 1626238"/>
                <a:gd name="connsiteY129" fmla="*/ 633077 h 1210224"/>
                <a:gd name="connsiteX130" fmla="*/ 1301212 w 1626238"/>
                <a:gd name="connsiteY130" fmla="*/ 632320 h 1210224"/>
                <a:gd name="connsiteX131" fmla="*/ 1289488 w 1626238"/>
                <a:gd name="connsiteY131" fmla="*/ 615049 h 1210224"/>
                <a:gd name="connsiteX132" fmla="*/ 1299699 w 1626238"/>
                <a:gd name="connsiteY132" fmla="*/ 593114 h 1210224"/>
                <a:gd name="connsiteX133" fmla="*/ 1358571 w 1626238"/>
                <a:gd name="connsiteY133" fmla="*/ 610385 h 1210224"/>
                <a:gd name="connsiteX134" fmla="*/ 1403325 w 1626238"/>
                <a:gd name="connsiteY134" fmla="*/ 599417 h 1210224"/>
                <a:gd name="connsiteX135" fmla="*/ 1368026 w 1626238"/>
                <a:gd name="connsiteY135" fmla="*/ 566514 h 1210224"/>
                <a:gd name="connsiteX136" fmla="*/ 1426899 w 1626238"/>
                <a:gd name="connsiteY136" fmla="*/ 560968 h 1210224"/>
                <a:gd name="connsiteX137" fmla="*/ 1433958 w 1626238"/>
                <a:gd name="connsiteY137" fmla="*/ 542940 h 1210224"/>
                <a:gd name="connsiteX138" fmla="*/ 1386054 w 1626238"/>
                <a:gd name="connsiteY138" fmla="*/ 513189 h 1210224"/>
                <a:gd name="connsiteX139" fmla="*/ 1432319 w 1626238"/>
                <a:gd name="connsiteY139" fmla="*/ 505373 h 1210224"/>
                <a:gd name="connsiteX140" fmla="*/ 1419839 w 1626238"/>
                <a:gd name="connsiteY140" fmla="*/ 456712 h 1210224"/>
                <a:gd name="connsiteX141" fmla="*/ 1372817 w 1626238"/>
                <a:gd name="connsiteY141" fmla="*/ 444988 h 1210224"/>
                <a:gd name="connsiteX142" fmla="*/ 1353151 w 1626238"/>
                <a:gd name="connsiteY142" fmla="*/ 424565 h 1210224"/>
                <a:gd name="connsiteX143" fmla="*/ 1389205 w 1626238"/>
                <a:gd name="connsiteY143" fmla="*/ 419901 h 1210224"/>
                <a:gd name="connsiteX144" fmla="*/ 1461440 w 1626238"/>
                <a:gd name="connsiteY144" fmla="*/ 419901 h 1210224"/>
                <a:gd name="connsiteX145" fmla="*/ 1444926 w 1626238"/>
                <a:gd name="connsiteY145" fmla="*/ 391662 h 1210224"/>
                <a:gd name="connsiteX146" fmla="*/ 1401055 w 1626238"/>
                <a:gd name="connsiteY146" fmla="*/ 382207 h 1210224"/>
                <a:gd name="connsiteX147" fmla="*/ 1437110 w 1626238"/>
                <a:gd name="connsiteY147" fmla="*/ 374391 h 1210224"/>
                <a:gd name="connsiteX148" fmla="*/ 1383784 w 1626238"/>
                <a:gd name="connsiteY148" fmla="*/ 362667 h 1210224"/>
                <a:gd name="connsiteX149" fmla="*/ 1362605 w 1626238"/>
                <a:gd name="connsiteY149" fmla="*/ 364180 h 1210224"/>
                <a:gd name="connsiteX150" fmla="*/ 1379120 w 1626238"/>
                <a:gd name="connsiteY150" fmla="*/ 314763 h 1210224"/>
                <a:gd name="connsiteX151" fmla="*/ 1426142 w 1626238"/>
                <a:gd name="connsiteY151" fmla="*/ 278708 h 1210224"/>
                <a:gd name="connsiteX152" fmla="*/ 1470139 w 1626238"/>
                <a:gd name="connsiteY152" fmla="*/ 251982 h 1210224"/>
                <a:gd name="connsiteX153" fmla="*/ 1452112 w 1626238"/>
                <a:gd name="connsiteY153" fmla="*/ 230803 h 1210224"/>
                <a:gd name="connsiteX154" fmla="*/ 1408241 w 1626238"/>
                <a:gd name="connsiteY154" fmla="*/ 244923 h 1210224"/>
                <a:gd name="connsiteX155" fmla="*/ 1444296 w 1626238"/>
                <a:gd name="connsiteY155" fmla="*/ 222987 h 1210224"/>
                <a:gd name="connsiteX156" fmla="*/ 1510984 w 1626238"/>
                <a:gd name="connsiteY156" fmla="*/ 213532 h 1210224"/>
                <a:gd name="connsiteX157" fmla="*/ 1462323 w 1626238"/>
                <a:gd name="connsiteY157" fmla="*/ 201808 h 1210224"/>
                <a:gd name="connsiteX158" fmla="*/ 1474929 w 1626238"/>
                <a:gd name="connsiteY158" fmla="*/ 193236 h 1210224"/>
                <a:gd name="connsiteX159" fmla="*/ 1533046 w 1626238"/>
                <a:gd name="connsiteY159" fmla="*/ 181512 h 1210224"/>
                <a:gd name="connsiteX160" fmla="*/ 1567587 w 1626238"/>
                <a:gd name="connsiteY160" fmla="*/ 166636 h 1210224"/>
                <a:gd name="connsiteX161" fmla="*/ 1627216 w 1626238"/>
                <a:gd name="connsiteY161" fmla="*/ 139154 h 1210224"/>
                <a:gd name="connsiteX162" fmla="*/ 1536197 w 1626238"/>
                <a:gd name="connsiteY162" fmla="*/ 113058 h 1210224"/>
                <a:gd name="connsiteX163" fmla="*/ 558563 w 1626238"/>
                <a:gd name="connsiteY163" fmla="*/ 796457 h 1210224"/>
                <a:gd name="connsiteX164" fmla="*/ 537384 w 1626238"/>
                <a:gd name="connsiteY164" fmla="*/ 776791 h 1210224"/>
                <a:gd name="connsiteX165" fmla="*/ 485571 w 1626238"/>
                <a:gd name="connsiteY165" fmla="*/ 767336 h 1210224"/>
                <a:gd name="connsiteX166" fmla="*/ 481663 w 1626238"/>
                <a:gd name="connsiteY166" fmla="*/ 790028 h 1210224"/>
                <a:gd name="connsiteX167" fmla="*/ 510658 w 1626238"/>
                <a:gd name="connsiteY167" fmla="*/ 807299 h 1210224"/>
                <a:gd name="connsiteX168" fmla="*/ 558563 w 1626238"/>
                <a:gd name="connsiteY168" fmla="*/ 796457 h 1210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626238" h="1210224">
                  <a:moveTo>
                    <a:pt x="1536197" y="113058"/>
                  </a:moveTo>
                  <a:cubicBezTo>
                    <a:pt x="1507202" y="113058"/>
                    <a:pt x="1483628" y="117723"/>
                    <a:pt x="1482115" y="138145"/>
                  </a:cubicBezTo>
                  <a:cubicBezTo>
                    <a:pt x="1480476" y="158568"/>
                    <a:pt x="1443665" y="134237"/>
                    <a:pt x="1427907" y="141297"/>
                  </a:cubicBezTo>
                  <a:cubicBezTo>
                    <a:pt x="1412149" y="148357"/>
                    <a:pt x="1420091" y="124783"/>
                    <a:pt x="1404333" y="132599"/>
                  </a:cubicBezTo>
                  <a:cubicBezTo>
                    <a:pt x="1388575" y="140415"/>
                    <a:pt x="1371430" y="159324"/>
                    <a:pt x="1352520" y="167140"/>
                  </a:cubicBezTo>
                  <a:cubicBezTo>
                    <a:pt x="1333736" y="174956"/>
                    <a:pt x="1319617" y="194623"/>
                    <a:pt x="1307767" y="196135"/>
                  </a:cubicBezTo>
                  <a:cubicBezTo>
                    <a:pt x="1296043" y="197774"/>
                    <a:pt x="1332854" y="160081"/>
                    <a:pt x="1351764" y="141171"/>
                  </a:cubicBezTo>
                  <a:cubicBezTo>
                    <a:pt x="1370548" y="122387"/>
                    <a:pt x="1360336" y="100326"/>
                    <a:pt x="1335250" y="102721"/>
                  </a:cubicBezTo>
                  <a:cubicBezTo>
                    <a:pt x="1310162" y="105116"/>
                    <a:pt x="1315583" y="120748"/>
                    <a:pt x="1301464" y="123900"/>
                  </a:cubicBezTo>
                  <a:cubicBezTo>
                    <a:pt x="1287345" y="127052"/>
                    <a:pt x="1219900" y="160711"/>
                    <a:pt x="1216748" y="150626"/>
                  </a:cubicBezTo>
                  <a:cubicBezTo>
                    <a:pt x="1213596" y="140415"/>
                    <a:pt x="1272469" y="123144"/>
                    <a:pt x="1271713" y="116084"/>
                  </a:cubicBezTo>
                  <a:cubicBezTo>
                    <a:pt x="1270956" y="109024"/>
                    <a:pt x="1197208" y="108268"/>
                    <a:pt x="1164179" y="112932"/>
                  </a:cubicBezTo>
                  <a:cubicBezTo>
                    <a:pt x="1131276" y="117597"/>
                    <a:pt x="1073160" y="136507"/>
                    <a:pt x="1072404" y="127052"/>
                  </a:cubicBezTo>
                  <a:cubicBezTo>
                    <a:pt x="1071647" y="117597"/>
                    <a:pt x="1139849" y="104234"/>
                    <a:pt x="1174390" y="100326"/>
                  </a:cubicBezTo>
                  <a:cubicBezTo>
                    <a:pt x="1209688" y="96292"/>
                    <a:pt x="1272469" y="102721"/>
                    <a:pt x="1299195" y="91754"/>
                  </a:cubicBezTo>
                  <a:cubicBezTo>
                    <a:pt x="1325920" y="80786"/>
                    <a:pt x="1365883" y="80029"/>
                    <a:pt x="1372943" y="71331"/>
                  </a:cubicBezTo>
                  <a:cubicBezTo>
                    <a:pt x="1380002" y="62759"/>
                    <a:pt x="1342309" y="50908"/>
                    <a:pt x="1323525" y="51665"/>
                  </a:cubicBezTo>
                  <a:cubicBezTo>
                    <a:pt x="1304742" y="52421"/>
                    <a:pt x="1285832" y="50026"/>
                    <a:pt x="1287471" y="40697"/>
                  </a:cubicBezTo>
                  <a:cubicBezTo>
                    <a:pt x="1289110" y="31242"/>
                    <a:pt x="1258476" y="28973"/>
                    <a:pt x="1255324" y="21913"/>
                  </a:cubicBezTo>
                  <a:cubicBezTo>
                    <a:pt x="1252172" y="14854"/>
                    <a:pt x="1193300" y="20401"/>
                    <a:pt x="1180820" y="12459"/>
                  </a:cubicBezTo>
                  <a:cubicBezTo>
                    <a:pt x="1168213" y="4643"/>
                    <a:pt x="1131402" y="735"/>
                    <a:pt x="1100012" y="3004"/>
                  </a:cubicBezTo>
                  <a:cubicBezTo>
                    <a:pt x="1068622" y="5399"/>
                    <a:pt x="1004329" y="4643"/>
                    <a:pt x="989327" y="6155"/>
                  </a:cubicBezTo>
                  <a:cubicBezTo>
                    <a:pt x="974451" y="7668"/>
                    <a:pt x="964996" y="13215"/>
                    <a:pt x="951633" y="12459"/>
                  </a:cubicBezTo>
                  <a:cubicBezTo>
                    <a:pt x="938270" y="11702"/>
                    <a:pt x="917848" y="16367"/>
                    <a:pt x="925790" y="25065"/>
                  </a:cubicBezTo>
                  <a:cubicBezTo>
                    <a:pt x="940036" y="40697"/>
                    <a:pt x="904611" y="47000"/>
                    <a:pt x="907007" y="35276"/>
                  </a:cubicBezTo>
                  <a:cubicBezTo>
                    <a:pt x="909402" y="23552"/>
                    <a:pt x="876372" y="18005"/>
                    <a:pt x="866161" y="26578"/>
                  </a:cubicBezTo>
                  <a:cubicBezTo>
                    <a:pt x="854563" y="36411"/>
                    <a:pt x="801742" y="16367"/>
                    <a:pt x="793926" y="26578"/>
                  </a:cubicBezTo>
                  <a:cubicBezTo>
                    <a:pt x="786110" y="36789"/>
                    <a:pt x="724086" y="33638"/>
                    <a:pt x="706059" y="36789"/>
                  </a:cubicBezTo>
                  <a:cubicBezTo>
                    <a:pt x="688031" y="39941"/>
                    <a:pt x="734297" y="53304"/>
                    <a:pt x="732785" y="61120"/>
                  </a:cubicBezTo>
                  <a:cubicBezTo>
                    <a:pt x="731272" y="68936"/>
                    <a:pt x="673912" y="61120"/>
                    <a:pt x="685762" y="75239"/>
                  </a:cubicBezTo>
                  <a:cubicBezTo>
                    <a:pt x="697486" y="89358"/>
                    <a:pt x="735180" y="99570"/>
                    <a:pt x="753207" y="117597"/>
                  </a:cubicBezTo>
                  <a:cubicBezTo>
                    <a:pt x="771234" y="135624"/>
                    <a:pt x="739088" y="124656"/>
                    <a:pt x="718665" y="111294"/>
                  </a:cubicBezTo>
                  <a:cubicBezTo>
                    <a:pt x="698243" y="97931"/>
                    <a:pt x="672399" y="102721"/>
                    <a:pt x="659793" y="89358"/>
                  </a:cubicBezTo>
                  <a:cubicBezTo>
                    <a:pt x="647186" y="75995"/>
                    <a:pt x="600164" y="65784"/>
                    <a:pt x="588440" y="73600"/>
                  </a:cubicBezTo>
                  <a:cubicBezTo>
                    <a:pt x="574447" y="82929"/>
                    <a:pt x="620587" y="100326"/>
                    <a:pt x="620587" y="110537"/>
                  </a:cubicBezTo>
                  <a:cubicBezTo>
                    <a:pt x="620587" y="120748"/>
                    <a:pt x="589197" y="108142"/>
                    <a:pt x="583776" y="112050"/>
                  </a:cubicBezTo>
                  <a:cubicBezTo>
                    <a:pt x="578229" y="115958"/>
                    <a:pt x="550873" y="85324"/>
                    <a:pt x="535115" y="85324"/>
                  </a:cubicBezTo>
                  <a:cubicBezTo>
                    <a:pt x="519356" y="85324"/>
                    <a:pt x="532719" y="99443"/>
                    <a:pt x="532719" y="119110"/>
                  </a:cubicBezTo>
                  <a:cubicBezTo>
                    <a:pt x="532719" y="138776"/>
                    <a:pt x="502086" y="150500"/>
                    <a:pt x="510784" y="137137"/>
                  </a:cubicBezTo>
                  <a:cubicBezTo>
                    <a:pt x="519356" y="123774"/>
                    <a:pt x="513179" y="89232"/>
                    <a:pt x="496665" y="82929"/>
                  </a:cubicBezTo>
                  <a:cubicBezTo>
                    <a:pt x="480150" y="76626"/>
                    <a:pt x="437792" y="96292"/>
                    <a:pt x="415857" y="95535"/>
                  </a:cubicBezTo>
                  <a:cubicBezTo>
                    <a:pt x="393922" y="94779"/>
                    <a:pt x="364927" y="101839"/>
                    <a:pt x="383710" y="112806"/>
                  </a:cubicBezTo>
                  <a:cubicBezTo>
                    <a:pt x="402494" y="123774"/>
                    <a:pt x="382954" y="130077"/>
                    <a:pt x="366440" y="118353"/>
                  </a:cubicBezTo>
                  <a:cubicBezTo>
                    <a:pt x="349925" y="106629"/>
                    <a:pt x="295843" y="118353"/>
                    <a:pt x="306811" y="126169"/>
                  </a:cubicBezTo>
                  <a:cubicBezTo>
                    <a:pt x="317779" y="133985"/>
                    <a:pt x="321686" y="156803"/>
                    <a:pt x="314627" y="166132"/>
                  </a:cubicBezTo>
                  <a:cubicBezTo>
                    <a:pt x="307567" y="175587"/>
                    <a:pt x="284749" y="156677"/>
                    <a:pt x="263570" y="158316"/>
                  </a:cubicBezTo>
                  <a:cubicBezTo>
                    <a:pt x="242391" y="159955"/>
                    <a:pt x="137253" y="210129"/>
                    <a:pt x="143557" y="223491"/>
                  </a:cubicBezTo>
                  <a:cubicBezTo>
                    <a:pt x="149860" y="236854"/>
                    <a:pt x="194487" y="225887"/>
                    <a:pt x="208732" y="233703"/>
                  </a:cubicBezTo>
                  <a:cubicBezTo>
                    <a:pt x="222852" y="241519"/>
                    <a:pt x="204068" y="270640"/>
                    <a:pt x="186797" y="282364"/>
                  </a:cubicBezTo>
                  <a:cubicBezTo>
                    <a:pt x="169526" y="294088"/>
                    <a:pt x="105233" y="283120"/>
                    <a:pt x="103594" y="297240"/>
                  </a:cubicBezTo>
                  <a:cubicBezTo>
                    <a:pt x="102081" y="311359"/>
                    <a:pt x="2364" y="313754"/>
                    <a:pt x="2364" y="336446"/>
                  </a:cubicBezTo>
                  <a:cubicBezTo>
                    <a:pt x="2364" y="345018"/>
                    <a:pt x="7028" y="353717"/>
                    <a:pt x="17996" y="355986"/>
                  </a:cubicBezTo>
                  <a:cubicBezTo>
                    <a:pt x="32115" y="359011"/>
                    <a:pt x="49386" y="354473"/>
                    <a:pt x="61992" y="368592"/>
                  </a:cubicBezTo>
                  <a:cubicBezTo>
                    <a:pt x="74599" y="382712"/>
                    <a:pt x="109897" y="383468"/>
                    <a:pt x="134228" y="374139"/>
                  </a:cubicBezTo>
                  <a:cubicBezTo>
                    <a:pt x="158558" y="364684"/>
                    <a:pt x="176586" y="375652"/>
                    <a:pt x="175829" y="389771"/>
                  </a:cubicBezTo>
                  <a:cubicBezTo>
                    <a:pt x="175073" y="403891"/>
                    <a:pt x="120865" y="384224"/>
                    <a:pt x="104476" y="394436"/>
                  </a:cubicBezTo>
                  <a:cubicBezTo>
                    <a:pt x="87962" y="404647"/>
                    <a:pt x="37032" y="395948"/>
                    <a:pt x="39301" y="407042"/>
                  </a:cubicBezTo>
                  <a:cubicBezTo>
                    <a:pt x="41696" y="418010"/>
                    <a:pt x="66783" y="415615"/>
                    <a:pt x="87205" y="419649"/>
                  </a:cubicBezTo>
                  <a:cubicBezTo>
                    <a:pt x="107628" y="423557"/>
                    <a:pt x="88718" y="432255"/>
                    <a:pt x="87962" y="440828"/>
                  </a:cubicBezTo>
                  <a:cubicBezTo>
                    <a:pt x="87205" y="449526"/>
                    <a:pt x="98930" y="447887"/>
                    <a:pt x="119352" y="458098"/>
                  </a:cubicBezTo>
                  <a:cubicBezTo>
                    <a:pt x="139775" y="468310"/>
                    <a:pt x="173434" y="474613"/>
                    <a:pt x="162466" y="462763"/>
                  </a:cubicBezTo>
                  <a:cubicBezTo>
                    <a:pt x="151499" y="451039"/>
                    <a:pt x="183645" y="452552"/>
                    <a:pt x="189192" y="459611"/>
                  </a:cubicBezTo>
                  <a:cubicBezTo>
                    <a:pt x="194739" y="466671"/>
                    <a:pt x="209615" y="449400"/>
                    <a:pt x="224490" y="453308"/>
                  </a:cubicBezTo>
                  <a:cubicBezTo>
                    <a:pt x="239366" y="457216"/>
                    <a:pt x="244913" y="439189"/>
                    <a:pt x="256637" y="447005"/>
                  </a:cubicBezTo>
                  <a:cubicBezTo>
                    <a:pt x="268361" y="454821"/>
                    <a:pt x="323325" y="459611"/>
                    <a:pt x="342109" y="469696"/>
                  </a:cubicBezTo>
                  <a:cubicBezTo>
                    <a:pt x="360893" y="479908"/>
                    <a:pt x="386862" y="482303"/>
                    <a:pt x="384467" y="497179"/>
                  </a:cubicBezTo>
                  <a:cubicBezTo>
                    <a:pt x="382072" y="512054"/>
                    <a:pt x="400099" y="523022"/>
                    <a:pt x="421278" y="532477"/>
                  </a:cubicBezTo>
                  <a:cubicBezTo>
                    <a:pt x="442457" y="541932"/>
                    <a:pt x="446365" y="562354"/>
                    <a:pt x="445608" y="575591"/>
                  </a:cubicBezTo>
                  <a:cubicBezTo>
                    <a:pt x="444852" y="588954"/>
                    <a:pt x="468300" y="598283"/>
                    <a:pt x="464392" y="604586"/>
                  </a:cubicBezTo>
                  <a:cubicBezTo>
                    <a:pt x="460484" y="610889"/>
                    <a:pt x="463636" y="619462"/>
                    <a:pt x="477755" y="632068"/>
                  </a:cubicBezTo>
                  <a:cubicBezTo>
                    <a:pt x="491874" y="644675"/>
                    <a:pt x="455820" y="654004"/>
                    <a:pt x="464392" y="664971"/>
                  </a:cubicBezTo>
                  <a:cubicBezTo>
                    <a:pt x="472965" y="675939"/>
                    <a:pt x="451786" y="697118"/>
                    <a:pt x="476999" y="701026"/>
                  </a:cubicBezTo>
                  <a:cubicBezTo>
                    <a:pt x="502086" y="704934"/>
                    <a:pt x="498178" y="683755"/>
                    <a:pt x="516961" y="683755"/>
                  </a:cubicBezTo>
                  <a:cubicBezTo>
                    <a:pt x="535745" y="683755"/>
                    <a:pt x="516205" y="700269"/>
                    <a:pt x="526416" y="710481"/>
                  </a:cubicBezTo>
                  <a:cubicBezTo>
                    <a:pt x="536627" y="720692"/>
                    <a:pt x="557806" y="718297"/>
                    <a:pt x="577472" y="734811"/>
                  </a:cubicBezTo>
                  <a:cubicBezTo>
                    <a:pt x="597012" y="751326"/>
                    <a:pt x="584532" y="759142"/>
                    <a:pt x="566505" y="745779"/>
                  </a:cubicBezTo>
                  <a:cubicBezTo>
                    <a:pt x="548477" y="732416"/>
                    <a:pt x="495908" y="735568"/>
                    <a:pt x="495908" y="740232"/>
                  </a:cubicBezTo>
                  <a:cubicBezTo>
                    <a:pt x="495908" y="744896"/>
                    <a:pt x="554024" y="777925"/>
                    <a:pt x="567261" y="773135"/>
                  </a:cubicBezTo>
                  <a:cubicBezTo>
                    <a:pt x="580624" y="768471"/>
                    <a:pt x="598651" y="792801"/>
                    <a:pt x="590835" y="800617"/>
                  </a:cubicBezTo>
                  <a:cubicBezTo>
                    <a:pt x="583019" y="808433"/>
                    <a:pt x="586927" y="828099"/>
                    <a:pt x="585289" y="837554"/>
                  </a:cubicBezTo>
                  <a:cubicBezTo>
                    <a:pt x="583776" y="847009"/>
                    <a:pt x="564110" y="837554"/>
                    <a:pt x="551629" y="839193"/>
                  </a:cubicBezTo>
                  <a:cubicBezTo>
                    <a:pt x="539022" y="840832"/>
                    <a:pt x="530450" y="844740"/>
                    <a:pt x="530450" y="857977"/>
                  </a:cubicBezTo>
                  <a:cubicBezTo>
                    <a:pt x="530450" y="871340"/>
                    <a:pt x="510784" y="880795"/>
                    <a:pt x="508515" y="897183"/>
                  </a:cubicBezTo>
                  <a:cubicBezTo>
                    <a:pt x="506119" y="913698"/>
                    <a:pt x="524147" y="912941"/>
                    <a:pt x="534358" y="920001"/>
                  </a:cubicBezTo>
                  <a:cubicBezTo>
                    <a:pt x="544569" y="927060"/>
                    <a:pt x="515574" y="931725"/>
                    <a:pt x="513936" y="943575"/>
                  </a:cubicBezTo>
                  <a:cubicBezTo>
                    <a:pt x="512297" y="955299"/>
                    <a:pt x="540661" y="976478"/>
                    <a:pt x="550747" y="982025"/>
                  </a:cubicBezTo>
                  <a:cubicBezTo>
                    <a:pt x="560958" y="987446"/>
                    <a:pt x="551503" y="1014171"/>
                    <a:pt x="555411" y="1027534"/>
                  </a:cubicBezTo>
                  <a:cubicBezTo>
                    <a:pt x="559319" y="1040897"/>
                    <a:pt x="572682" y="1024383"/>
                    <a:pt x="571043" y="1041654"/>
                  </a:cubicBezTo>
                  <a:cubicBezTo>
                    <a:pt x="569530" y="1058924"/>
                    <a:pt x="583650" y="1058168"/>
                    <a:pt x="584406" y="1068379"/>
                  </a:cubicBezTo>
                  <a:cubicBezTo>
                    <a:pt x="585162" y="1078591"/>
                    <a:pt x="609493" y="1076952"/>
                    <a:pt x="604828" y="1091071"/>
                  </a:cubicBezTo>
                  <a:cubicBezTo>
                    <a:pt x="600164" y="1105190"/>
                    <a:pt x="611888" y="1115402"/>
                    <a:pt x="617435" y="1123218"/>
                  </a:cubicBezTo>
                  <a:cubicBezTo>
                    <a:pt x="622982" y="1131034"/>
                    <a:pt x="643278" y="1144396"/>
                    <a:pt x="647186" y="1154608"/>
                  </a:cubicBezTo>
                  <a:cubicBezTo>
                    <a:pt x="651094" y="1164819"/>
                    <a:pt x="662944" y="1178182"/>
                    <a:pt x="676938" y="1174274"/>
                  </a:cubicBezTo>
                  <a:cubicBezTo>
                    <a:pt x="691057" y="1170366"/>
                    <a:pt x="691813" y="1183729"/>
                    <a:pt x="702781" y="1182090"/>
                  </a:cubicBezTo>
                  <a:cubicBezTo>
                    <a:pt x="713749" y="1180577"/>
                    <a:pt x="731019" y="1186754"/>
                    <a:pt x="734171" y="1195453"/>
                  </a:cubicBezTo>
                  <a:cubicBezTo>
                    <a:pt x="737323" y="1204025"/>
                    <a:pt x="770982" y="1211967"/>
                    <a:pt x="780437" y="1213480"/>
                  </a:cubicBezTo>
                  <a:cubicBezTo>
                    <a:pt x="789892" y="1215119"/>
                    <a:pt x="791405" y="1197848"/>
                    <a:pt x="800103" y="1193058"/>
                  </a:cubicBezTo>
                  <a:cubicBezTo>
                    <a:pt x="808676" y="1188393"/>
                    <a:pt x="805650" y="1153851"/>
                    <a:pt x="813466" y="1151456"/>
                  </a:cubicBezTo>
                  <a:cubicBezTo>
                    <a:pt x="821282" y="1149061"/>
                    <a:pt x="819013" y="1113006"/>
                    <a:pt x="811071" y="1109855"/>
                  </a:cubicBezTo>
                  <a:cubicBezTo>
                    <a:pt x="803255" y="1106703"/>
                    <a:pt x="806407" y="1094097"/>
                    <a:pt x="824434" y="1096492"/>
                  </a:cubicBezTo>
                  <a:cubicBezTo>
                    <a:pt x="842461" y="1098887"/>
                    <a:pt x="836158" y="1080734"/>
                    <a:pt x="844856" y="1078465"/>
                  </a:cubicBezTo>
                  <a:cubicBezTo>
                    <a:pt x="853429" y="1076069"/>
                    <a:pt x="849521" y="1059681"/>
                    <a:pt x="855824" y="1058042"/>
                  </a:cubicBezTo>
                  <a:cubicBezTo>
                    <a:pt x="862127" y="1056403"/>
                    <a:pt x="861371" y="1045435"/>
                    <a:pt x="856581" y="1039258"/>
                  </a:cubicBezTo>
                  <a:cubicBezTo>
                    <a:pt x="851916" y="1032955"/>
                    <a:pt x="857337" y="1028291"/>
                    <a:pt x="866792" y="1026652"/>
                  </a:cubicBezTo>
                  <a:cubicBezTo>
                    <a:pt x="876247" y="1025013"/>
                    <a:pt x="873851" y="1011776"/>
                    <a:pt x="861245" y="1006986"/>
                  </a:cubicBezTo>
                  <a:cubicBezTo>
                    <a:pt x="848638" y="1002321"/>
                    <a:pt x="852673" y="988202"/>
                    <a:pt x="865153" y="996774"/>
                  </a:cubicBezTo>
                  <a:cubicBezTo>
                    <a:pt x="877759" y="1005347"/>
                    <a:pt x="887088" y="999170"/>
                    <a:pt x="880028" y="989715"/>
                  </a:cubicBezTo>
                  <a:cubicBezTo>
                    <a:pt x="872969" y="980260"/>
                    <a:pt x="888727" y="975595"/>
                    <a:pt x="905115" y="974083"/>
                  </a:cubicBezTo>
                  <a:cubicBezTo>
                    <a:pt x="921630" y="972444"/>
                    <a:pt x="930202" y="963871"/>
                    <a:pt x="927051" y="951265"/>
                  </a:cubicBezTo>
                  <a:cubicBezTo>
                    <a:pt x="923899" y="938784"/>
                    <a:pt x="945834" y="939541"/>
                    <a:pt x="940414" y="950508"/>
                  </a:cubicBezTo>
                  <a:cubicBezTo>
                    <a:pt x="934993" y="961476"/>
                    <a:pt x="938018" y="972444"/>
                    <a:pt x="945961" y="964628"/>
                  </a:cubicBezTo>
                  <a:cubicBezTo>
                    <a:pt x="953777" y="956812"/>
                    <a:pt x="968652" y="962233"/>
                    <a:pt x="995378" y="954416"/>
                  </a:cubicBezTo>
                  <a:cubicBezTo>
                    <a:pt x="1022104" y="946601"/>
                    <a:pt x="1047947" y="924539"/>
                    <a:pt x="1054250" y="903486"/>
                  </a:cubicBezTo>
                  <a:cubicBezTo>
                    <a:pt x="1060554" y="882307"/>
                    <a:pt x="1091187" y="884703"/>
                    <a:pt x="1087279" y="870583"/>
                  </a:cubicBezTo>
                  <a:cubicBezTo>
                    <a:pt x="1083371" y="856464"/>
                    <a:pt x="1092826" y="850917"/>
                    <a:pt x="1112366" y="860372"/>
                  </a:cubicBezTo>
                  <a:cubicBezTo>
                    <a:pt x="1132032" y="869827"/>
                    <a:pt x="1116274" y="854069"/>
                    <a:pt x="1138210" y="854069"/>
                  </a:cubicBezTo>
                  <a:cubicBezTo>
                    <a:pt x="1160145" y="854069"/>
                    <a:pt x="1156237" y="846253"/>
                    <a:pt x="1177416" y="845496"/>
                  </a:cubicBezTo>
                  <a:cubicBezTo>
                    <a:pt x="1198595" y="844740"/>
                    <a:pt x="1253559" y="835285"/>
                    <a:pt x="1272343" y="819653"/>
                  </a:cubicBezTo>
                  <a:cubicBezTo>
                    <a:pt x="1291127" y="803895"/>
                    <a:pt x="1331215" y="790658"/>
                    <a:pt x="1347604" y="780447"/>
                  </a:cubicBezTo>
                  <a:cubicBezTo>
                    <a:pt x="1364118" y="770236"/>
                    <a:pt x="1368026" y="761663"/>
                    <a:pt x="1357815" y="767084"/>
                  </a:cubicBezTo>
                  <a:cubicBezTo>
                    <a:pt x="1347604" y="772631"/>
                    <a:pt x="1326425" y="773387"/>
                    <a:pt x="1310793" y="769479"/>
                  </a:cubicBezTo>
                  <a:cubicBezTo>
                    <a:pt x="1295161" y="765571"/>
                    <a:pt x="1269948" y="752208"/>
                    <a:pt x="1251920" y="762419"/>
                  </a:cubicBezTo>
                  <a:cubicBezTo>
                    <a:pt x="1233893" y="772631"/>
                    <a:pt x="1244861" y="747544"/>
                    <a:pt x="1259736" y="745149"/>
                  </a:cubicBezTo>
                  <a:cubicBezTo>
                    <a:pt x="1274612" y="742753"/>
                    <a:pt x="1268435" y="735694"/>
                    <a:pt x="1264401" y="720062"/>
                  </a:cubicBezTo>
                  <a:cubicBezTo>
                    <a:pt x="1260493" y="704430"/>
                    <a:pt x="1289488" y="714515"/>
                    <a:pt x="1302094" y="732668"/>
                  </a:cubicBezTo>
                  <a:cubicBezTo>
                    <a:pt x="1314701" y="750695"/>
                    <a:pt x="1338905" y="758511"/>
                    <a:pt x="1360084" y="752334"/>
                  </a:cubicBezTo>
                  <a:cubicBezTo>
                    <a:pt x="1381263" y="746031"/>
                    <a:pt x="1360841" y="728760"/>
                    <a:pt x="1369539" y="717036"/>
                  </a:cubicBezTo>
                  <a:cubicBezTo>
                    <a:pt x="1378112" y="705312"/>
                    <a:pt x="1304363" y="668375"/>
                    <a:pt x="1300455" y="655895"/>
                  </a:cubicBezTo>
                  <a:cubicBezTo>
                    <a:pt x="1296547" y="643288"/>
                    <a:pt x="1319239" y="651987"/>
                    <a:pt x="1339661" y="660559"/>
                  </a:cubicBezTo>
                  <a:cubicBezTo>
                    <a:pt x="1360084" y="669131"/>
                    <a:pt x="1364749" y="644044"/>
                    <a:pt x="1364749" y="633077"/>
                  </a:cubicBezTo>
                  <a:cubicBezTo>
                    <a:pt x="1364749" y="622109"/>
                    <a:pt x="1320752" y="621353"/>
                    <a:pt x="1301212" y="632320"/>
                  </a:cubicBezTo>
                  <a:cubicBezTo>
                    <a:pt x="1281546" y="643288"/>
                    <a:pt x="1262762" y="618201"/>
                    <a:pt x="1289488" y="615049"/>
                  </a:cubicBezTo>
                  <a:cubicBezTo>
                    <a:pt x="1316214" y="611898"/>
                    <a:pt x="1291883" y="600930"/>
                    <a:pt x="1299699" y="593114"/>
                  </a:cubicBezTo>
                  <a:cubicBezTo>
                    <a:pt x="1307515" y="585298"/>
                    <a:pt x="1341300" y="615806"/>
                    <a:pt x="1358571" y="610385"/>
                  </a:cubicBezTo>
                  <a:cubicBezTo>
                    <a:pt x="1375842" y="604964"/>
                    <a:pt x="1388323" y="611141"/>
                    <a:pt x="1403325" y="599417"/>
                  </a:cubicBezTo>
                  <a:cubicBezTo>
                    <a:pt x="1418200" y="587693"/>
                    <a:pt x="1376599" y="576726"/>
                    <a:pt x="1368026" y="566514"/>
                  </a:cubicBezTo>
                  <a:cubicBezTo>
                    <a:pt x="1359328" y="556303"/>
                    <a:pt x="1411141" y="560211"/>
                    <a:pt x="1426899" y="560968"/>
                  </a:cubicBezTo>
                  <a:cubicBezTo>
                    <a:pt x="1442531" y="561724"/>
                    <a:pt x="1446439" y="538276"/>
                    <a:pt x="1433958" y="542940"/>
                  </a:cubicBezTo>
                  <a:cubicBezTo>
                    <a:pt x="1421352" y="547605"/>
                    <a:pt x="1376725" y="527308"/>
                    <a:pt x="1386054" y="513189"/>
                  </a:cubicBezTo>
                  <a:cubicBezTo>
                    <a:pt x="1395509" y="499070"/>
                    <a:pt x="1412779" y="515584"/>
                    <a:pt x="1432319" y="505373"/>
                  </a:cubicBezTo>
                  <a:cubicBezTo>
                    <a:pt x="1451985" y="495162"/>
                    <a:pt x="1433958" y="456712"/>
                    <a:pt x="1419839" y="456712"/>
                  </a:cubicBezTo>
                  <a:cubicBezTo>
                    <a:pt x="1405720" y="456712"/>
                    <a:pt x="1372817" y="452047"/>
                    <a:pt x="1372817" y="444988"/>
                  </a:cubicBezTo>
                  <a:cubicBezTo>
                    <a:pt x="1372817" y="437928"/>
                    <a:pt x="1345335" y="431625"/>
                    <a:pt x="1353151" y="424565"/>
                  </a:cubicBezTo>
                  <a:cubicBezTo>
                    <a:pt x="1360967" y="417506"/>
                    <a:pt x="1371178" y="433264"/>
                    <a:pt x="1389205" y="419901"/>
                  </a:cubicBezTo>
                  <a:cubicBezTo>
                    <a:pt x="1407233" y="406538"/>
                    <a:pt x="1444926" y="423052"/>
                    <a:pt x="1461440" y="419901"/>
                  </a:cubicBezTo>
                  <a:cubicBezTo>
                    <a:pt x="1477955" y="416749"/>
                    <a:pt x="1454381" y="386241"/>
                    <a:pt x="1444926" y="391662"/>
                  </a:cubicBezTo>
                  <a:cubicBezTo>
                    <a:pt x="1435471" y="397209"/>
                    <a:pt x="1403325" y="398722"/>
                    <a:pt x="1401055" y="382207"/>
                  </a:cubicBezTo>
                  <a:cubicBezTo>
                    <a:pt x="1398660" y="365693"/>
                    <a:pt x="1431689" y="382207"/>
                    <a:pt x="1437110" y="374391"/>
                  </a:cubicBezTo>
                  <a:cubicBezTo>
                    <a:pt x="1442657" y="366575"/>
                    <a:pt x="1391601" y="346153"/>
                    <a:pt x="1383784" y="362667"/>
                  </a:cubicBezTo>
                  <a:cubicBezTo>
                    <a:pt x="1375968" y="379182"/>
                    <a:pt x="1347730" y="373635"/>
                    <a:pt x="1362605" y="364180"/>
                  </a:cubicBezTo>
                  <a:cubicBezTo>
                    <a:pt x="1377481" y="354725"/>
                    <a:pt x="1380633" y="328125"/>
                    <a:pt x="1379120" y="314763"/>
                  </a:cubicBezTo>
                  <a:cubicBezTo>
                    <a:pt x="1377607" y="301400"/>
                    <a:pt x="1432446" y="300643"/>
                    <a:pt x="1426142" y="278708"/>
                  </a:cubicBezTo>
                  <a:cubicBezTo>
                    <a:pt x="1419839" y="256773"/>
                    <a:pt x="1451985" y="251982"/>
                    <a:pt x="1470139" y="251982"/>
                  </a:cubicBezTo>
                  <a:cubicBezTo>
                    <a:pt x="1488166" y="251982"/>
                    <a:pt x="1469383" y="228408"/>
                    <a:pt x="1452112" y="230803"/>
                  </a:cubicBezTo>
                  <a:cubicBezTo>
                    <a:pt x="1434841" y="233198"/>
                    <a:pt x="1416814" y="252739"/>
                    <a:pt x="1408241" y="244923"/>
                  </a:cubicBezTo>
                  <a:cubicBezTo>
                    <a:pt x="1399669" y="237106"/>
                    <a:pt x="1428663" y="222987"/>
                    <a:pt x="1444296" y="222987"/>
                  </a:cubicBezTo>
                  <a:cubicBezTo>
                    <a:pt x="1459928" y="222987"/>
                    <a:pt x="1497621" y="221474"/>
                    <a:pt x="1510984" y="213532"/>
                  </a:cubicBezTo>
                  <a:cubicBezTo>
                    <a:pt x="1524347" y="205716"/>
                    <a:pt x="1487410" y="198657"/>
                    <a:pt x="1462323" y="201808"/>
                  </a:cubicBezTo>
                  <a:cubicBezTo>
                    <a:pt x="1437236" y="204960"/>
                    <a:pt x="1437236" y="193992"/>
                    <a:pt x="1474929" y="193236"/>
                  </a:cubicBezTo>
                  <a:cubicBezTo>
                    <a:pt x="1512623" y="192479"/>
                    <a:pt x="1506319" y="184537"/>
                    <a:pt x="1533046" y="181512"/>
                  </a:cubicBezTo>
                  <a:cubicBezTo>
                    <a:pt x="1559771" y="178360"/>
                    <a:pt x="1551073" y="167393"/>
                    <a:pt x="1567587" y="166636"/>
                  </a:cubicBezTo>
                  <a:cubicBezTo>
                    <a:pt x="1584102" y="165880"/>
                    <a:pt x="1627216" y="147852"/>
                    <a:pt x="1627216" y="139154"/>
                  </a:cubicBezTo>
                  <a:cubicBezTo>
                    <a:pt x="1627216" y="130329"/>
                    <a:pt x="1565192" y="113058"/>
                    <a:pt x="1536197" y="113058"/>
                  </a:cubicBezTo>
                  <a:close/>
                  <a:moveTo>
                    <a:pt x="558563" y="796457"/>
                  </a:moveTo>
                  <a:cubicBezTo>
                    <a:pt x="559319" y="783851"/>
                    <a:pt x="545200" y="791793"/>
                    <a:pt x="537384" y="776791"/>
                  </a:cubicBezTo>
                  <a:cubicBezTo>
                    <a:pt x="529568" y="761915"/>
                    <a:pt x="489479" y="755738"/>
                    <a:pt x="485571" y="767336"/>
                  </a:cubicBezTo>
                  <a:cubicBezTo>
                    <a:pt x="483932" y="772000"/>
                    <a:pt x="471452" y="779060"/>
                    <a:pt x="481663" y="790028"/>
                  </a:cubicBezTo>
                  <a:cubicBezTo>
                    <a:pt x="491874" y="800995"/>
                    <a:pt x="498934" y="796331"/>
                    <a:pt x="510658" y="807299"/>
                  </a:cubicBezTo>
                  <a:cubicBezTo>
                    <a:pt x="522382" y="818518"/>
                    <a:pt x="557806" y="809064"/>
                    <a:pt x="558563" y="796457"/>
                  </a:cubicBezTo>
                  <a:close/>
                </a:path>
              </a:pathLst>
            </a:custGeom>
            <a:grpFill/>
            <a:ln w="1270" cap="flat">
              <a:solidFill>
                <a:schemeClr val="bg1"/>
              </a:solidFill>
              <a:prstDash val="solid"/>
              <a:miter/>
            </a:ln>
          </p:spPr>
          <p:txBody>
            <a:bodyPr rtlCol="0" anchor="ctr"/>
            <a:lstStyle/>
            <a:p>
              <a:endParaRPr lang="ko-KR" altLang="en-US"/>
            </a:p>
          </p:txBody>
        </p:sp>
        <p:sp>
          <p:nvSpPr>
            <p:cNvPr id="144" name="자유형: 도형 124">
              <a:extLst>
                <a:ext uri="{FF2B5EF4-FFF2-40B4-BE49-F238E27FC236}">
                  <a16:creationId xmlns:a16="http://schemas.microsoft.com/office/drawing/2014/main" id="{68721F7E-062B-FF4C-9D93-B032B0932618}"/>
                </a:ext>
              </a:extLst>
            </p:cNvPr>
            <p:cNvSpPr/>
            <p:nvPr/>
          </p:nvSpPr>
          <p:spPr>
            <a:xfrm>
              <a:off x="4782037" y="6184134"/>
              <a:ext cx="50426" cy="37820"/>
            </a:xfrm>
            <a:custGeom>
              <a:avLst/>
              <a:gdLst>
                <a:gd name="connsiteX0" fmla="*/ 2382 w 50426"/>
                <a:gd name="connsiteY0" fmla="*/ 3636 h 37819"/>
                <a:gd name="connsiteX1" fmla="*/ 25326 w 50426"/>
                <a:gd name="connsiteY1" fmla="*/ 18637 h 37819"/>
                <a:gd name="connsiteX2" fmla="*/ 55203 w 50426"/>
                <a:gd name="connsiteY2" fmla="*/ 28975 h 37819"/>
                <a:gd name="connsiteX3" fmla="*/ 2382 w 50426"/>
                <a:gd name="connsiteY3" fmla="*/ 3636 h 37819"/>
              </a:gdLst>
              <a:ahLst/>
              <a:cxnLst>
                <a:cxn ang="0">
                  <a:pos x="connsiteX0" y="connsiteY0"/>
                </a:cxn>
                <a:cxn ang="0">
                  <a:pos x="connsiteX1" y="connsiteY1"/>
                </a:cxn>
                <a:cxn ang="0">
                  <a:pos x="connsiteX2" y="connsiteY2"/>
                </a:cxn>
                <a:cxn ang="0">
                  <a:pos x="connsiteX3" y="connsiteY3"/>
                </a:cxn>
              </a:cxnLst>
              <a:rect l="l" t="t" r="r" b="b"/>
              <a:pathLst>
                <a:path w="50426" h="37819">
                  <a:moveTo>
                    <a:pt x="2382" y="3636"/>
                  </a:moveTo>
                  <a:cubicBezTo>
                    <a:pt x="4651" y="13973"/>
                    <a:pt x="14988" y="9435"/>
                    <a:pt x="25326" y="18637"/>
                  </a:cubicBezTo>
                  <a:cubicBezTo>
                    <a:pt x="35663" y="27840"/>
                    <a:pt x="44866" y="44985"/>
                    <a:pt x="55203" y="28975"/>
                  </a:cubicBezTo>
                  <a:cubicBezTo>
                    <a:pt x="65541" y="12838"/>
                    <a:pt x="1121" y="-2164"/>
                    <a:pt x="2382" y="3636"/>
                  </a:cubicBezTo>
                  <a:close/>
                </a:path>
              </a:pathLst>
            </a:custGeom>
            <a:grpFill/>
            <a:ln w="1270" cap="flat">
              <a:solidFill>
                <a:schemeClr val="bg1"/>
              </a:solidFill>
              <a:prstDash val="solid"/>
              <a:miter/>
            </a:ln>
          </p:spPr>
          <p:txBody>
            <a:bodyPr rtlCol="0" anchor="ctr"/>
            <a:lstStyle/>
            <a:p>
              <a:endParaRPr lang="ko-KR" altLang="en-US"/>
            </a:p>
          </p:txBody>
        </p:sp>
        <p:sp>
          <p:nvSpPr>
            <p:cNvPr id="145" name="자유형: 도형 125">
              <a:extLst>
                <a:ext uri="{FF2B5EF4-FFF2-40B4-BE49-F238E27FC236}">
                  <a16:creationId xmlns:a16="http://schemas.microsoft.com/office/drawing/2014/main" id="{4617FF3D-AF44-DC41-8F39-AF0F60D093E8}"/>
                </a:ext>
              </a:extLst>
            </p:cNvPr>
            <p:cNvSpPr/>
            <p:nvPr/>
          </p:nvSpPr>
          <p:spPr>
            <a:xfrm>
              <a:off x="2027283" y="1556475"/>
              <a:ext cx="2357416" cy="1815336"/>
            </a:xfrm>
            <a:custGeom>
              <a:avLst/>
              <a:gdLst>
                <a:gd name="connsiteX0" fmla="*/ 469183 w 2357416"/>
                <a:gd name="connsiteY0" fmla="*/ 1591111 h 1815336"/>
                <a:gd name="connsiteX1" fmla="*/ 438549 w 2357416"/>
                <a:gd name="connsiteY1" fmla="*/ 1576991 h 1815336"/>
                <a:gd name="connsiteX2" fmla="*/ 407411 w 2357416"/>
                <a:gd name="connsiteY2" fmla="*/ 1542323 h 1815336"/>
                <a:gd name="connsiteX3" fmla="*/ 372743 w 2357416"/>
                <a:gd name="connsiteY3" fmla="*/ 1534633 h 1815336"/>
                <a:gd name="connsiteX4" fmla="*/ 345135 w 2357416"/>
                <a:gd name="connsiteY4" fmla="*/ 1530473 h 1815336"/>
                <a:gd name="connsiteX5" fmla="*/ 353329 w 2357416"/>
                <a:gd name="connsiteY5" fmla="*/ 1542828 h 1815336"/>
                <a:gd name="connsiteX6" fmla="*/ 365683 w 2357416"/>
                <a:gd name="connsiteY6" fmla="*/ 1551022 h 1815336"/>
                <a:gd name="connsiteX7" fmla="*/ 383963 w 2357416"/>
                <a:gd name="connsiteY7" fmla="*/ 1565141 h 1815336"/>
                <a:gd name="connsiteX8" fmla="*/ 401612 w 2357416"/>
                <a:gd name="connsiteY8" fmla="*/ 1576865 h 1815336"/>
                <a:gd name="connsiteX9" fmla="*/ 415731 w 2357416"/>
                <a:gd name="connsiteY9" fmla="*/ 1591615 h 1815336"/>
                <a:gd name="connsiteX10" fmla="*/ 429220 w 2357416"/>
                <a:gd name="connsiteY10" fmla="*/ 1597540 h 1815336"/>
                <a:gd name="connsiteX11" fmla="*/ 440944 w 2357416"/>
                <a:gd name="connsiteY11" fmla="*/ 1612542 h 1815336"/>
                <a:gd name="connsiteX12" fmla="*/ 482924 w 2357416"/>
                <a:gd name="connsiteY12" fmla="*/ 1612668 h 1815336"/>
                <a:gd name="connsiteX13" fmla="*/ 485697 w 2357416"/>
                <a:gd name="connsiteY13" fmla="*/ 1601700 h 1815336"/>
                <a:gd name="connsiteX14" fmla="*/ 469183 w 2357416"/>
                <a:gd name="connsiteY14" fmla="*/ 1591111 h 1815336"/>
                <a:gd name="connsiteX15" fmla="*/ 449264 w 2357416"/>
                <a:gd name="connsiteY15" fmla="*/ 655960 h 1815336"/>
                <a:gd name="connsiteX16" fmla="*/ 486958 w 2357416"/>
                <a:gd name="connsiteY16" fmla="*/ 698318 h 1815336"/>
                <a:gd name="connsiteX17" fmla="*/ 504607 w 2357416"/>
                <a:gd name="connsiteY17" fmla="*/ 686594 h 1815336"/>
                <a:gd name="connsiteX18" fmla="*/ 530450 w 2357416"/>
                <a:gd name="connsiteY18" fmla="*/ 679534 h 1815336"/>
                <a:gd name="connsiteX19" fmla="*/ 556293 w 2357416"/>
                <a:gd name="connsiteY19" fmla="*/ 659490 h 1815336"/>
                <a:gd name="connsiteX20" fmla="*/ 581002 w 2357416"/>
                <a:gd name="connsiteY20" fmla="*/ 633647 h 1815336"/>
                <a:gd name="connsiteX21" fmla="*/ 602181 w 2357416"/>
                <a:gd name="connsiteY21" fmla="*/ 607803 h 1815336"/>
                <a:gd name="connsiteX22" fmla="*/ 686897 w 2357416"/>
                <a:gd name="connsiteY22" fmla="*/ 572505 h 1815336"/>
                <a:gd name="connsiteX23" fmla="*/ 653994 w 2357416"/>
                <a:gd name="connsiteY23" fmla="*/ 543132 h 1815336"/>
                <a:gd name="connsiteX24" fmla="*/ 599912 w 2357416"/>
                <a:gd name="connsiteY24" fmla="*/ 537207 h 1815336"/>
                <a:gd name="connsiteX25" fmla="*/ 583397 w 2357416"/>
                <a:gd name="connsiteY25" fmla="*/ 531282 h 1815336"/>
                <a:gd name="connsiteX26" fmla="*/ 530450 w 2357416"/>
                <a:gd name="connsiteY26" fmla="*/ 516028 h 1815336"/>
                <a:gd name="connsiteX27" fmla="*/ 446869 w 2357416"/>
                <a:gd name="connsiteY27" fmla="*/ 529013 h 1815336"/>
                <a:gd name="connsiteX28" fmla="*/ 458593 w 2357416"/>
                <a:gd name="connsiteY28" fmla="*/ 553721 h 1815336"/>
                <a:gd name="connsiteX29" fmla="*/ 439809 w 2357416"/>
                <a:gd name="connsiteY29" fmla="*/ 593684 h 1815336"/>
                <a:gd name="connsiteX30" fmla="*/ 416235 w 2357416"/>
                <a:gd name="connsiteY30" fmla="*/ 633647 h 1815336"/>
                <a:gd name="connsiteX31" fmla="*/ 449264 w 2357416"/>
                <a:gd name="connsiteY31" fmla="*/ 655960 h 1815336"/>
                <a:gd name="connsiteX32" fmla="*/ 1037736 w 2357416"/>
                <a:gd name="connsiteY32" fmla="*/ 752526 h 1815336"/>
                <a:gd name="connsiteX33" fmla="*/ 1075429 w 2357416"/>
                <a:gd name="connsiteY33" fmla="*/ 751391 h 1815336"/>
                <a:gd name="connsiteX34" fmla="*/ 1028407 w 2357416"/>
                <a:gd name="connsiteY34" fmla="*/ 716093 h 1815336"/>
                <a:gd name="connsiteX35" fmla="*/ 986049 w 2357416"/>
                <a:gd name="connsiteY35" fmla="*/ 694914 h 1815336"/>
                <a:gd name="connsiteX36" fmla="*/ 975460 w 2357416"/>
                <a:gd name="connsiteY36" fmla="*/ 657221 h 1815336"/>
                <a:gd name="connsiteX37" fmla="*/ 964870 w 2357416"/>
                <a:gd name="connsiteY37" fmla="*/ 597214 h 1815336"/>
                <a:gd name="connsiteX38" fmla="*/ 968400 w 2357416"/>
                <a:gd name="connsiteY38" fmla="*/ 559520 h 1815336"/>
                <a:gd name="connsiteX39" fmla="*/ 916587 w 2357416"/>
                <a:gd name="connsiteY39" fmla="*/ 571244 h 1815336"/>
                <a:gd name="connsiteX40" fmla="*/ 949490 w 2357416"/>
                <a:gd name="connsiteY40" fmla="*/ 599483 h 1815336"/>
                <a:gd name="connsiteX41" fmla="*/ 913057 w 2357416"/>
                <a:gd name="connsiteY41" fmla="*/ 585364 h 1815336"/>
                <a:gd name="connsiteX42" fmla="*/ 884819 w 2357416"/>
                <a:gd name="connsiteY42" fmla="*/ 585364 h 1815336"/>
                <a:gd name="connsiteX43" fmla="*/ 902468 w 2357416"/>
                <a:gd name="connsiteY43" fmla="*/ 650035 h 1815336"/>
                <a:gd name="connsiteX44" fmla="*/ 885954 w 2357416"/>
                <a:gd name="connsiteY44" fmla="*/ 664154 h 1815336"/>
                <a:gd name="connsiteX45" fmla="*/ 865909 w 2357416"/>
                <a:gd name="connsiteY45" fmla="*/ 618267 h 1815336"/>
                <a:gd name="connsiteX46" fmla="*/ 816492 w 2357416"/>
                <a:gd name="connsiteY46" fmla="*/ 599483 h 1815336"/>
                <a:gd name="connsiteX47" fmla="*/ 836536 w 2357416"/>
                <a:gd name="connsiteY47" fmla="*/ 621796 h 1815336"/>
                <a:gd name="connsiteX48" fmla="*/ 805902 w 2357416"/>
                <a:gd name="connsiteY48" fmla="*/ 624192 h 1815336"/>
                <a:gd name="connsiteX49" fmla="*/ 797708 w 2357416"/>
                <a:gd name="connsiteY49" fmla="*/ 617132 h 1815336"/>
                <a:gd name="connsiteX50" fmla="*/ 755350 w 2357416"/>
                <a:gd name="connsiteY50" fmla="*/ 597088 h 1815336"/>
                <a:gd name="connsiteX51" fmla="*/ 737701 w 2357416"/>
                <a:gd name="connsiteY51" fmla="*/ 621796 h 1815336"/>
                <a:gd name="connsiteX52" fmla="*/ 717657 w 2357416"/>
                <a:gd name="connsiteY52" fmla="*/ 613602 h 1815336"/>
                <a:gd name="connsiteX53" fmla="*/ 722321 w 2357416"/>
                <a:gd name="connsiteY53" fmla="*/ 582968 h 1815336"/>
                <a:gd name="connsiteX54" fmla="*/ 655255 w 2357416"/>
                <a:gd name="connsiteY54" fmla="*/ 598222 h 1815336"/>
                <a:gd name="connsiteX55" fmla="*/ 606972 w 2357416"/>
                <a:gd name="connsiteY55" fmla="*/ 626461 h 1815336"/>
                <a:gd name="connsiteX56" fmla="*/ 598777 w 2357416"/>
                <a:gd name="connsiteY56" fmla="*/ 645245 h 1815336"/>
                <a:gd name="connsiteX57" fmla="*/ 611762 w 2357416"/>
                <a:gd name="connsiteY57" fmla="*/ 667558 h 1815336"/>
                <a:gd name="connsiteX58" fmla="*/ 622352 w 2357416"/>
                <a:gd name="connsiteY58" fmla="*/ 680543 h 1815336"/>
                <a:gd name="connsiteX59" fmla="*/ 684754 w 2357416"/>
                <a:gd name="connsiteY59" fmla="*/ 672349 h 1815336"/>
                <a:gd name="connsiteX60" fmla="*/ 615292 w 2357416"/>
                <a:gd name="connsiteY60" fmla="*/ 699453 h 1815336"/>
                <a:gd name="connsiteX61" fmla="*/ 692948 w 2357416"/>
                <a:gd name="connsiteY61" fmla="*/ 715967 h 1815336"/>
                <a:gd name="connsiteX62" fmla="*/ 783589 w 2357416"/>
                <a:gd name="connsiteY62" fmla="*/ 728952 h 1815336"/>
                <a:gd name="connsiteX63" fmla="*/ 715262 w 2357416"/>
                <a:gd name="connsiteY63" fmla="*/ 733616 h 1815336"/>
                <a:gd name="connsiteX64" fmla="*/ 637605 w 2357416"/>
                <a:gd name="connsiteY64" fmla="*/ 751265 h 1815336"/>
                <a:gd name="connsiteX65" fmla="*/ 674038 w 2357416"/>
                <a:gd name="connsiteY65" fmla="*/ 775974 h 1815336"/>
                <a:gd name="connsiteX66" fmla="*/ 735306 w 2357416"/>
                <a:gd name="connsiteY66" fmla="*/ 788959 h 1815336"/>
                <a:gd name="connsiteX67" fmla="*/ 792918 w 2357416"/>
                <a:gd name="connsiteY67" fmla="*/ 814802 h 1815336"/>
                <a:gd name="connsiteX68" fmla="*/ 872969 w 2357416"/>
                <a:gd name="connsiteY68" fmla="*/ 797153 h 1815336"/>
                <a:gd name="connsiteX69" fmla="*/ 911797 w 2357416"/>
                <a:gd name="connsiteY69" fmla="*/ 780638 h 1815336"/>
                <a:gd name="connsiteX70" fmla="*/ 931841 w 2357416"/>
                <a:gd name="connsiteY70" fmla="*/ 781773 h 1815336"/>
                <a:gd name="connsiteX71" fmla="*/ 966005 w 2357416"/>
                <a:gd name="connsiteY71" fmla="*/ 793497 h 1815336"/>
                <a:gd name="connsiteX72" fmla="*/ 1049586 w 2357416"/>
                <a:gd name="connsiteY72" fmla="*/ 794632 h 1815336"/>
                <a:gd name="connsiteX73" fmla="*/ 1031937 w 2357416"/>
                <a:gd name="connsiteY73" fmla="*/ 771057 h 1815336"/>
                <a:gd name="connsiteX74" fmla="*/ 1011893 w 2357416"/>
                <a:gd name="connsiteY74" fmla="*/ 769923 h 1815336"/>
                <a:gd name="connsiteX75" fmla="*/ 1037736 w 2357416"/>
                <a:gd name="connsiteY75" fmla="*/ 752526 h 1815336"/>
                <a:gd name="connsiteX76" fmla="*/ 590457 w 2357416"/>
                <a:gd name="connsiteY76" fmla="*/ 462955 h 1815336"/>
                <a:gd name="connsiteX77" fmla="*/ 631680 w 2357416"/>
                <a:gd name="connsiteY77" fmla="*/ 435851 h 1815336"/>
                <a:gd name="connsiteX78" fmla="*/ 590457 w 2357416"/>
                <a:gd name="connsiteY78" fmla="*/ 462955 h 1815336"/>
                <a:gd name="connsiteX79" fmla="*/ 492757 w 2357416"/>
                <a:gd name="connsiteY79" fmla="*/ 430052 h 1815336"/>
                <a:gd name="connsiteX80" fmla="*/ 502212 w 2357416"/>
                <a:gd name="connsiteY80" fmla="*/ 445305 h 1815336"/>
                <a:gd name="connsiteX81" fmla="*/ 520995 w 2357416"/>
                <a:gd name="connsiteY81" fmla="*/ 441776 h 1815336"/>
                <a:gd name="connsiteX82" fmla="*/ 542174 w 2357416"/>
                <a:gd name="connsiteY82" fmla="*/ 428791 h 1815336"/>
                <a:gd name="connsiteX83" fmla="*/ 560958 w 2357416"/>
                <a:gd name="connsiteY83" fmla="*/ 449970 h 1815336"/>
                <a:gd name="connsiteX84" fmla="*/ 583271 w 2357416"/>
                <a:gd name="connsiteY84" fmla="*/ 429925 h 1815336"/>
                <a:gd name="connsiteX85" fmla="*/ 600921 w 2357416"/>
                <a:gd name="connsiteY85" fmla="*/ 418201 h 1815336"/>
                <a:gd name="connsiteX86" fmla="*/ 616174 w 2357416"/>
                <a:gd name="connsiteY86" fmla="*/ 393493 h 1815336"/>
                <a:gd name="connsiteX87" fmla="*/ 624369 w 2357416"/>
                <a:gd name="connsiteY87" fmla="*/ 417067 h 1815336"/>
                <a:gd name="connsiteX88" fmla="*/ 649077 w 2357416"/>
                <a:gd name="connsiteY88" fmla="*/ 411142 h 1815336"/>
                <a:gd name="connsiteX89" fmla="*/ 670256 w 2357416"/>
                <a:gd name="connsiteY89" fmla="*/ 400552 h 1815336"/>
                <a:gd name="connsiteX90" fmla="*/ 670256 w 2357416"/>
                <a:gd name="connsiteY90" fmla="*/ 380508 h 1815336"/>
                <a:gd name="connsiteX91" fmla="*/ 686771 w 2357416"/>
                <a:gd name="connsiteY91" fmla="*/ 366389 h 1815336"/>
                <a:gd name="connsiteX92" fmla="*/ 665592 w 2357416"/>
                <a:gd name="connsiteY92" fmla="*/ 354665 h 1815336"/>
                <a:gd name="connsiteX93" fmla="*/ 649077 w 2357416"/>
                <a:gd name="connsiteY93" fmla="*/ 365254 h 1815336"/>
                <a:gd name="connsiteX94" fmla="*/ 613779 w 2357416"/>
                <a:gd name="connsiteY94" fmla="*/ 361724 h 1815336"/>
                <a:gd name="connsiteX95" fmla="*/ 565496 w 2357416"/>
                <a:gd name="connsiteY95" fmla="*/ 386433 h 1815336"/>
                <a:gd name="connsiteX96" fmla="*/ 527803 w 2357416"/>
                <a:gd name="connsiteY96" fmla="*/ 411142 h 1815336"/>
                <a:gd name="connsiteX97" fmla="*/ 492757 w 2357416"/>
                <a:gd name="connsiteY97" fmla="*/ 430052 h 1815336"/>
                <a:gd name="connsiteX98" fmla="*/ 676307 w 2357416"/>
                <a:gd name="connsiteY98" fmla="*/ 424127 h 1815336"/>
                <a:gd name="connsiteX99" fmla="*/ 679837 w 2357416"/>
                <a:gd name="connsiteY99" fmla="*/ 441776 h 1815336"/>
                <a:gd name="connsiteX100" fmla="*/ 677442 w 2357416"/>
                <a:gd name="connsiteY100" fmla="*/ 446440 h 1815336"/>
                <a:gd name="connsiteX101" fmla="*/ 657398 w 2357416"/>
                <a:gd name="connsiteY101" fmla="*/ 464089 h 1815336"/>
                <a:gd name="connsiteX102" fmla="*/ 684502 w 2357416"/>
                <a:gd name="connsiteY102" fmla="*/ 464089 h 1815336"/>
                <a:gd name="connsiteX103" fmla="*/ 637479 w 2357416"/>
                <a:gd name="connsiteY103" fmla="*/ 479343 h 1815336"/>
                <a:gd name="connsiteX104" fmla="*/ 671643 w 2357416"/>
                <a:gd name="connsiteY104" fmla="*/ 488798 h 1815336"/>
                <a:gd name="connsiteX105" fmla="*/ 708076 w 2357416"/>
                <a:gd name="connsiteY105" fmla="*/ 485268 h 1815336"/>
                <a:gd name="connsiteX106" fmla="*/ 729255 w 2357416"/>
                <a:gd name="connsiteY106" fmla="*/ 477074 h 1815336"/>
                <a:gd name="connsiteX107" fmla="*/ 779807 w 2357416"/>
                <a:gd name="connsiteY107" fmla="*/ 480604 h 1815336"/>
                <a:gd name="connsiteX108" fmla="*/ 740979 w 2357416"/>
                <a:gd name="connsiteY108" fmla="*/ 501783 h 1815336"/>
                <a:gd name="connsiteX109" fmla="*/ 739844 w 2357416"/>
                <a:gd name="connsiteY109" fmla="*/ 526491 h 1815336"/>
                <a:gd name="connsiteX110" fmla="*/ 834015 w 2357416"/>
                <a:gd name="connsiteY110" fmla="*/ 497118 h 1815336"/>
                <a:gd name="connsiteX111" fmla="*/ 871708 w 2357416"/>
                <a:gd name="connsiteY111" fmla="*/ 494723 h 1815336"/>
                <a:gd name="connsiteX112" fmla="*/ 931715 w 2357416"/>
                <a:gd name="connsiteY112" fmla="*/ 491193 h 1815336"/>
                <a:gd name="connsiteX113" fmla="*/ 941170 w 2357416"/>
                <a:gd name="connsiteY113" fmla="*/ 437111 h 1815336"/>
                <a:gd name="connsiteX114" fmla="*/ 911797 w 2357416"/>
                <a:gd name="connsiteY114" fmla="*/ 447701 h 1815336"/>
                <a:gd name="connsiteX115" fmla="*/ 881163 w 2357416"/>
                <a:gd name="connsiteY115" fmla="*/ 422992 h 1815336"/>
                <a:gd name="connsiteX116" fmla="*/ 862379 w 2357416"/>
                <a:gd name="connsiteY116" fmla="*/ 394753 h 1815336"/>
                <a:gd name="connsiteX117" fmla="*/ 834141 w 2357416"/>
                <a:gd name="connsiteY117" fmla="*/ 424127 h 1815336"/>
                <a:gd name="connsiteX118" fmla="*/ 836536 w 2357416"/>
                <a:gd name="connsiteY118" fmla="*/ 441776 h 1815336"/>
                <a:gd name="connsiteX119" fmla="*/ 856580 w 2357416"/>
                <a:gd name="connsiteY119" fmla="*/ 461820 h 1815336"/>
                <a:gd name="connsiteX120" fmla="*/ 795439 w 2357416"/>
                <a:gd name="connsiteY120" fmla="*/ 451231 h 1815336"/>
                <a:gd name="connsiteX121" fmla="*/ 733037 w 2357416"/>
                <a:gd name="connsiteY121" fmla="*/ 422992 h 1815336"/>
                <a:gd name="connsiteX122" fmla="*/ 704798 w 2357416"/>
                <a:gd name="connsiteY122" fmla="*/ 407738 h 1815336"/>
                <a:gd name="connsiteX123" fmla="*/ 676307 w 2357416"/>
                <a:gd name="connsiteY123" fmla="*/ 424127 h 1815336"/>
                <a:gd name="connsiteX124" fmla="*/ 737575 w 2357416"/>
                <a:gd name="connsiteY124" fmla="*/ 339411 h 1815336"/>
                <a:gd name="connsiteX125" fmla="*/ 702277 w 2357416"/>
                <a:gd name="connsiteY125" fmla="*/ 332351 h 1815336"/>
                <a:gd name="connsiteX126" fmla="*/ 737575 w 2357416"/>
                <a:gd name="connsiteY126" fmla="*/ 339411 h 1815336"/>
                <a:gd name="connsiteX127" fmla="*/ 835275 w 2357416"/>
                <a:gd name="connsiteY127" fmla="*/ 333486 h 1815336"/>
                <a:gd name="connsiteX128" fmla="*/ 818761 w 2357416"/>
                <a:gd name="connsiteY128" fmla="*/ 322896 h 1815336"/>
                <a:gd name="connsiteX129" fmla="*/ 751694 w 2357416"/>
                <a:gd name="connsiteY129" fmla="*/ 344075 h 1815336"/>
                <a:gd name="connsiteX130" fmla="*/ 786993 w 2357416"/>
                <a:gd name="connsiteY130" fmla="*/ 367649 h 1815336"/>
                <a:gd name="connsiteX131" fmla="*/ 824686 w 2357416"/>
                <a:gd name="connsiteY131" fmla="*/ 344075 h 1815336"/>
                <a:gd name="connsiteX132" fmla="*/ 835275 w 2357416"/>
                <a:gd name="connsiteY132" fmla="*/ 333486 h 1815336"/>
                <a:gd name="connsiteX133" fmla="*/ 777538 w 2357416"/>
                <a:gd name="connsiteY133" fmla="*/ 311172 h 1815336"/>
                <a:gd name="connsiteX134" fmla="*/ 809306 w 2357416"/>
                <a:gd name="connsiteY134" fmla="*/ 307642 h 1815336"/>
                <a:gd name="connsiteX135" fmla="*/ 854059 w 2357416"/>
                <a:gd name="connsiteY135" fmla="*/ 301717 h 1815336"/>
                <a:gd name="connsiteX136" fmla="*/ 796447 w 2357416"/>
                <a:gd name="connsiteY136" fmla="*/ 287598 h 1815336"/>
                <a:gd name="connsiteX137" fmla="*/ 745895 w 2357416"/>
                <a:gd name="connsiteY137" fmla="*/ 308777 h 1815336"/>
                <a:gd name="connsiteX138" fmla="*/ 777538 w 2357416"/>
                <a:gd name="connsiteY138" fmla="*/ 311172 h 1815336"/>
                <a:gd name="connsiteX139" fmla="*/ 974073 w 2357416"/>
                <a:gd name="connsiteY139" fmla="*/ 274739 h 1815336"/>
                <a:gd name="connsiteX140" fmla="*/ 1009371 w 2357416"/>
                <a:gd name="connsiteY140" fmla="*/ 291254 h 1815336"/>
                <a:gd name="connsiteX141" fmla="*/ 967013 w 2357416"/>
                <a:gd name="connsiteY141" fmla="*/ 298314 h 1815336"/>
                <a:gd name="connsiteX142" fmla="*/ 1001177 w 2357416"/>
                <a:gd name="connsiteY142" fmla="*/ 307769 h 1815336"/>
                <a:gd name="connsiteX143" fmla="*/ 1071774 w 2357416"/>
                <a:gd name="connsiteY143" fmla="*/ 320753 h 1815336"/>
                <a:gd name="connsiteX144" fmla="*/ 1121191 w 2357416"/>
                <a:gd name="connsiteY144" fmla="*/ 326678 h 1815336"/>
                <a:gd name="connsiteX145" fmla="*/ 1110602 w 2357416"/>
                <a:gd name="connsiteY145" fmla="*/ 297305 h 1815336"/>
                <a:gd name="connsiteX146" fmla="*/ 1078833 w 2357416"/>
                <a:gd name="connsiteY146" fmla="*/ 278521 h 1815336"/>
                <a:gd name="connsiteX147" fmla="*/ 1050595 w 2357416"/>
                <a:gd name="connsiteY147" fmla="*/ 259738 h 1815336"/>
                <a:gd name="connsiteX148" fmla="*/ 1032945 w 2357416"/>
                <a:gd name="connsiteY148" fmla="*/ 257342 h 1815336"/>
                <a:gd name="connsiteX149" fmla="*/ 956424 w 2357416"/>
                <a:gd name="connsiteY149" fmla="*/ 246753 h 1815336"/>
                <a:gd name="connsiteX150" fmla="*/ 974073 w 2357416"/>
                <a:gd name="connsiteY150" fmla="*/ 274739 h 1815336"/>
                <a:gd name="connsiteX151" fmla="*/ 982393 w 2357416"/>
                <a:gd name="connsiteY151" fmla="*/ 373574 h 1815336"/>
                <a:gd name="connsiteX152" fmla="*/ 942431 w 2357416"/>
                <a:gd name="connsiteY152" fmla="*/ 341806 h 1815336"/>
                <a:gd name="connsiteX153" fmla="*/ 982393 w 2357416"/>
                <a:gd name="connsiteY153" fmla="*/ 373574 h 1815336"/>
                <a:gd name="connsiteX154" fmla="*/ 1135310 w 2357416"/>
                <a:gd name="connsiteY154" fmla="*/ 219397 h 1815336"/>
                <a:gd name="connsiteX155" fmla="*/ 1100012 w 2357416"/>
                <a:gd name="connsiteY155" fmla="*/ 206412 h 1815336"/>
                <a:gd name="connsiteX156" fmla="*/ 1135310 w 2357416"/>
                <a:gd name="connsiteY156" fmla="*/ 219397 h 1815336"/>
                <a:gd name="connsiteX157" fmla="*/ 1002438 w 2357416"/>
                <a:gd name="connsiteY157" fmla="*/ 486529 h 1815336"/>
                <a:gd name="connsiteX158" fmla="*/ 977729 w 2357416"/>
                <a:gd name="connsiteY158" fmla="*/ 473544 h 1815336"/>
                <a:gd name="connsiteX159" fmla="*/ 1002438 w 2357416"/>
                <a:gd name="connsiteY159" fmla="*/ 486529 h 1815336"/>
                <a:gd name="connsiteX160" fmla="*/ 1135310 w 2357416"/>
                <a:gd name="connsiteY160" fmla="*/ 404208 h 1815336"/>
                <a:gd name="connsiteX161" fmla="*/ 1085893 w 2357416"/>
                <a:gd name="connsiteY161" fmla="*/ 393619 h 1815336"/>
                <a:gd name="connsiteX162" fmla="*/ 1094087 w 2357416"/>
                <a:gd name="connsiteY162" fmla="*/ 424253 h 1815336"/>
                <a:gd name="connsiteX163" fmla="*/ 1063453 w 2357416"/>
                <a:gd name="connsiteY163" fmla="*/ 416058 h 1815336"/>
                <a:gd name="connsiteX164" fmla="*/ 1053998 w 2357416"/>
                <a:gd name="connsiteY164" fmla="*/ 434842 h 1815336"/>
                <a:gd name="connsiteX165" fmla="*/ 1037484 w 2357416"/>
                <a:gd name="connsiteY165" fmla="*/ 435977 h 1815336"/>
                <a:gd name="connsiteX166" fmla="*/ 993991 w 2357416"/>
                <a:gd name="connsiteY166" fmla="*/ 396014 h 1815336"/>
                <a:gd name="connsiteX167" fmla="*/ 990462 w 2357416"/>
                <a:gd name="connsiteY167" fmla="*/ 428917 h 1815336"/>
                <a:gd name="connsiteX168" fmla="*/ 1032819 w 2357416"/>
                <a:gd name="connsiteY168" fmla="*/ 458290 h 1815336"/>
                <a:gd name="connsiteX169" fmla="*/ 1096356 w 2357416"/>
                <a:gd name="connsiteY169" fmla="*/ 457156 h 1815336"/>
                <a:gd name="connsiteX170" fmla="*/ 1090431 w 2357416"/>
                <a:gd name="connsiteY170" fmla="*/ 490059 h 1815336"/>
                <a:gd name="connsiteX171" fmla="*/ 1145774 w 2357416"/>
                <a:gd name="connsiteY171" fmla="*/ 492454 h 1815336"/>
                <a:gd name="connsiteX172" fmla="*/ 1168087 w 2357416"/>
                <a:gd name="connsiteY172" fmla="*/ 471275 h 1815336"/>
                <a:gd name="connsiteX173" fmla="*/ 1165692 w 2357416"/>
                <a:gd name="connsiteY173" fmla="*/ 444171 h 1815336"/>
                <a:gd name="connsiteX174" fmla="*/ 1135310 w 2357416"/>
                <a:gd name="connsiteY174" fmla="*/ 404208 h 1815336"/>
                <a:gd name="connsiteX175" fmla="*/ 1184854 w 2357416"/>
                <a:gd name="connsiteY175" fmla="*/ 334746 h 1815336"/>
                <a:gd name="connsiteX176" fmla="*/ 1231876 w 2357416"/>
                <a:gd name="connsiteY176" fmla="*/ 326552 h 1815336"/>
                <a:gd name="connsiteX177" fmla="*/ 1234271 w 2357416"/>
                <a:gd name="connsiteY177" fmla="*/ 306508 h 1815336"/>
                <a:gd name="connsiteX178" fmla="*/ 1206033 w 2357416"/>
                <a:gd name="connsiteY178" fmla="*/ 295918 h 1815336"/>
                <a:gd name="connsiteX179" fmla="*/ 1150690 w 2357416"/>
                <a:gd name="connsiteY179" fmla="*/ 278269 h 1815336"/>
                <a:gd name="connsiteX180" fmla="*/ 1184854 w 2357416"/>
                <a:gd name="connsiteY180" fmla="*/ 334746 h 1815336"/>
                <a:gd name="connsiteX181" fmla="*/ 1280159 w 2357416"/>
                <a:gd name="connsiteY181" fmla="*/ 340545 h 1815336"/>
                <a:gd name="connsiteX182" fmla="*/ 1202503 w 2357416"/>
                <a:gd name="connsiteY182" fmla="*/ 354665 h 1815336"/>
                <a:gd name="connsiteX183" fmla="*/ 1280159 w 2357416"/>
                <a:gd name="connsiteY183" fmla="*/ 340545 h 1815336"/>
                <a:gd name="connsiteX184" fmla="*/ 1267174 w 2357416"/>
                <a:gd name="connsiteY184" fmla="*/ 512372 h 1815336"/>
                <a:gd name="connsiteX185" fmla="*/ 1254190 w 2357416"/>
                <a:gd name="connsiteY185" fmla="*/ 467619 h 1815336"/>
                <a:gd name="connsiteX186" fmla="*/ 1187123 w 2357416"/>
                <a:gd name="connsiteY186" fmla="*/ 493462 h 1815336"/>
                <a:gd name="connsiteX187" fmla="*/ 1267174 w 2357416"/>
                <a:gd name="connsiteY187" fmla="*/ 512372 h 1815336"/>
                <a:gd name="connsiteX188" fmla="*/ 1116527 w 2357416"/>
                <a:gd name="connsiteY188" fmla="*/ 677139 h 1815336"/>
                <a:gd name="connsiteX189" fmla="*/ 1163549 w 2357416"/>
                <a:gd name="connsiteY189" fmla="*/ 664154 h 1815336"/>
                <a:gd name="connsiteX190" fmla="*/ 1198847 w 2357416"/>
                <a:gd name="connsiteY190" fmla="*/ 599483 h 1815336"/>
                <a:gd name="connsiteX191" fmla="*/ 1182332 w 2357416"/>
                <a:gd name="connsiteY191" fmla="*/ 595953 h 1815336"/>
                <a:gd name="connsiteX192" fmla="*/ 1178803 w 2357416"/>
                <a:gd name="connsiteY192" fmla="*/ 606543 h 1815336"/>
                <a:gd name="connsiteX193" fmla="*/ 1145900 w 2357416"/>
                <a:gd name="connsiteY193" fmla="*/ 593558 h 1815336"/>
                <a:gd name="connsiteX194" fmla="*/ 1180063 w 2357416"/>
                <a:gd name="connsiteY194" fmla="*/ 565319 h 1815336"/>
                <a:gd name="connsiteX195" fmla="*/ 1161280 w 2357416"/>
                <a:gd name="connsiteY195" fmla="*/ 540611 h 1815336"/>
                <a:gd name="connsiteX196" fmla="*/ 1127116 w 2357416"/>
                <a:gd name="connsiteY196" fmla="*/ 548805 h 1815336"/>
                <a:gd name="connsiteX197" fmla="*/ 1111862 w 2357416"/>
                <a:gd name="connsiteY197" fmla="*/ 553469 h 1815336"/>
                <a:gd name="connsiteX198" fmla="*/ 1065974 w 2357416"/>
                <a:gd name="connsiteY198" fmla="*/ 574648 h 1815336"/>
                <a:gd name="connsiteX199" fmla="*/ 1095348 w 2357416"/>
                <a:gd name="connsiteY199" fmla="*/ 598222 h 1815336"/>
                <a:gd name="connsiteX200" fmla="*/ 1042400 w 2357416"/>
                <a:gd name="connsiteY200" fmla="*/ 593558 h 1815336"/>
                <a:gd name="connsiteX201" fmla="*/ 1062445 w 2357416"/>
                <a:gd name="connsiteY201" fmla="*/ 632386 h 1815336"/>
                <a:gd name="connsiteX202" fmla="*/ 1116527 w 2357416"/>
                <a:gd name="connsiteY202" fmla="*/ 677139 h 1815336"/>
                <a:gd name="connsiteX203" fmla="*/ 1308397 w 2357416"/>
                <a:gd name="connsiteY203" fmla="*/ 488924 h 1815336"/>
                <a:gd name="connsiteX204" fmla="*/ 1339031 w 2357416"/>
                <a:gd name="connsiteY204" fmla="*/ 505438 h 1815336"/>
                <a:gd name="connsiteX205" fmla="*/ 1382524 w 2357416"/>
                <a:gd name="connsiteY205" fmla="*/ 511363 h 1815336"/>
                <a:gd name="connsiteX206" fmla="*/ 1401308 w 2357416"/>
                <a:gd name="connsiteY206" fmla="*/ 503169 h 1815336"/>
                <a:gd name="connsiteX207" fmla="*/ 1489553 w 2357416"/>
                <a:gd name="connsiteY207" fmla="*/ 519684 h 1815336"/>
                <a:gd name="connsiteX208" fmla="*/ 1548425 w 2357416"/>
                <a:gd name="connsiteY208" fmla="*/ 505565 h 1815336"/>
                <a:gd name="connsiteX209" fmla="*/ 1619022 w 2357416"/>
                <a:gd name="connsiteY209" fmla="*/ 511490 h 1815336"/>
                <a:gd name="connsiteX210" fmla="*/ 1642596 w 2357416"/>
                <a:gd name="connsiteY210" fmla="*/ 469132 h 1815336"/>
                <a:gd name="connsiteX211" fmla="*/ 1493083 w 2357416"/>
                <a:gd name="connsiteY211" fmla="*/ 458542 h 1815336"/>
                <a:gd name="connsiteX212" fmla="*/ 1417822 w 2357416"/>
                <a:gd name="connsiteY212" fmla="*/ 462072 h 1815336"/>
                <a:gd name="connsiteX213" fmla="*/ 1374330 w 2357416"/>
                <a:gd name="connsiteY213" fmla="*/ 449087 h 1815336"/>
                <a:gd name="connsiteX214" fmla="*/ 1382524 w 2357416"/>
                <a:gd name="connsiteY214" fmla="*/ 424379 h 1815336"/>
                <a:gd name="connsiteX215" fmla="*/ 1311927 w 2357416"/>
                <a:gd name="connsiteY215" fmla="*/ 403200 h 1815336"/>
                <a:gd name="connsiteX216" fmla="*/ 1255450 w 2357416"/>
                <a:gd name="connsiteY216" fmla="*/ 386685 h 1815336"/>
                <a:gd name="connsiteX217" fmla="*/ 1188384 w 2357416"/>
                <a:gd name="connsiteY217" fmla="*/ 396140 h 1815336"/>
                <a:gd name="connsiteX218" fmla="*/ 1271965 w 2357416"/>
                <a:gd name="connsiteY218" fmla="*/ 420849 h 1815336"/>
                <a:gd name="connsiteX219" fmla="*/ 1307263 w 2357416"/>
                <a:gd name="connsiteY219" fmla="*/ 447953 h 1815336"/>
                <a:gd name="connsiteX220" fmla="*/ 1308397 w 2357416"/>
                <a:gd name="connsiteY220" fmla="*/ 488924 h 1815336"/>
                <a:gd name="connsiteX221" fmla="*/ 1368405 w 2357416"/>
                <a:gd name="connsiteY221" fmla="*/ 350000 h 1815336"/>
                <a:gd name="connsiteX222" fmla="*/ 1342561 w 2357416"/>
                <a:gd name="connsiteY222" fmla="*/ 370045 h 1815336"/>
                <a:gd name="connsiteX223" fmla="*/ 1368405 w 2357416"/>
                <a:gd name="connsiteY223" fmla="*/ 350000 h 1815336"/>
                <a:gd name="connsiteX224" fmla="*/ 1198973 w 2357416"/>
                <a:gd name="connsiteY224" fmla="*/ 218136 h 1815336"/>
                <a:gd name="connsiteX225" fmla="*/ 1224816 w 2357416"/>
                <a:gd name="connsiteY225" fmla="*/ 246375 h 1815336"/>
                <a:gd name="connsiteX226" fmla="*/ 1302473 w 2357416"/>
                <a:gd name="connsiteY226" fmla="*/ 248770 h 1815336"/>
                <a:gd name="connsiteX227" fmla="*/ 1255450 w 2357416"/>
                <a:gd name="connsiteY227" fmla="*/ 271084 h 1815336"/>
                <a:gd name="connsiteX228" fmla="*/ 1293144 w 2357416"/>
                <a:gd name="connsiteY228" fmla="*/ 299322 h 1815336"/>
                <a:gd name="connsiteX229" fmla="*/ 1355546 w 2357416"/>
                <a:gd name="connsiteY229" fmla="*/ 316971 h 1815336"/>
                <a:gd name="connsiteX230" fmla="*/ 1393239 w 2357416"/>
                <a:gd name="connsiteY230" fmla="*/ 315837 h 1815336"/>
                <a:gd name="connsiteX231" fmla="*/ 1420343 w 2357416"/>
                <a:gd name="connsiteY231" fmla="*/ 286464 h 1815336"/>
                <a:gd name="connsiteX232" fmla="*/ 1447447 w 2357416"/>
                <a:gd name="connsiteY232" fmla="*/ 264150 h 1815336"/>
                <a:gd name="connsiteX233" fmla="*/ 1492200 w 2357416"/>
                <a:gd name="connsiteY233" fmla="*/ 248896 h 1815336"/>
                <a:gd name="connsiteX234" fmla="*/ 1466357 w 2357416"/>
                <a:gd name="connsiteY234" fmla="*/ 237172 h 1815336"/>
                <a:gd name="connsiteX235" fmla="*/ 1440514 w 2357416"/>
                <a:gd name="connsiteY235" fmla="*/ 219523 h 1815336"/>
                <a:gd name="connsiteX236" fmla="*/ 1428790 w 2357416"/>
                <a:gd name="connsiteY236" fmla="*/ 194814 h 1815336"/>
                <a:gd name="connsiteX237" fmla="*/ 1410006 w 2357416"/>
                <a:gd name="connsiteY237" fmla="*/ 190150 h 1815336"/>
                <a:gd name="connsiteX238" fmla="*/ 1385297 w 2357416"/>
                <a:gd name="connsiteY238" fmla="*/ 178426 h 1815336"/>
                <a:gd name="connsiteX239" fmla="*/ 1301716 w 2357416"/>
                <a:gd name="connsiteY239" fmla="*/ 132538 h 1815336"/>
                <a:gd name="connsiteX240" fmla="*/ 1255828 w 2357416"/>
                <a:gd name="connsiteY240" fmla="*/ 126613 h 1815336"/>
                <a:gd name="connsiteX241" fmla="*/ 1258224 w 2357416"/>
                <a:gd name="connsiteY241" fmla="*/ 138337 h 1815336"/>
                <a:gd name="connsiteX242" fmla="*/ 1240575 w 2357416"/>
                <a:gd name="connsiteY242" fmla="*/ 148927 h 1815336"/>
                <a:gd name="connsiteX243" fmla="*/ 1218261 w 2357416"/>
                <a:gd name="connsiteY243" fmla="*/ 161911 h 1815336"/>
                <a:gd name="connsiteX244" fmla="*/ 1222925 w 2357416"/>
                <a:gd name="connsiteY244" fmla="*/ 191284 h 1815336"/>
                <a:gd name="connsiteX245" fmla="*/ 1208806 w 2357416"/>
                <a:gd name="connsiteY245" fmla="*/ 204269 h 1815336"/>
                <a:gd name="connsiteX246" fmla="*/ 1198973 w 2357416"/>
                <a:gd name="connsiteY246" fmla="*/ 218136 h 1815336"/>
                <a:gd name="connsiteX247" fmla="*/ 1341300 w 2357416"/>
                <a:gd name="connsiteY247" fmla="*/ 101652 h 1815336"/>
                <a:gd name="connsiteX248" fmla="*/ 1356554 w 2357416"/>
                <a:gd name="connsiteY248" fmla="*/ 105182 h 1815336"/>
                <a:gd name="connsiteX249" fmla="*/ 1367144 w 2357416"/>
                <a:gd name="connsiteY249" fmla="*/ 115771 h 1815336"/>
                <a:gd name="connsiteX250" fmla="*/ 1358950 w 2357416"/>
                <a:gd name="connsiteY250" fmla="*/ 133421 h 1815336"/>
                <a:gd name="connsiteX251" fmla="*/ 1383658 w 2357416"/>
                <a:gd name="connsiteY251" fmla="*/ 149935 h 1815336"/>
                <a:gd name="connsiteX252" fmla="*/ 1450725 w 2357416"/>
                <a:gd name="connsiteY252" fmla="*/ 152330 h 1815336"/>
                <a:gd name="connsiteX253" fmla="*/ 1458919 w 2357416"/>
                <a:gd name="connsiteY253" fmla="*/ 165315 h 1815336"/>
                <a:gd name="connsiteX254" fmla="*/ 1534180 w 2357416"/>
                <a:gd name="connsiteY254" fmla="*/ 171240 h 1815336"/>
                <a:gd name="connsiteX255" fmla="*/ 1562419 w 2357416"/>
                <a:gd name="connsiteY255" fmla="*/ 167710 h 1815336"/>
                <a:gd name="connsiteX256" fmla="*/ 1647134 w 2357416"/>
                <a:gd name="connsiteY256" fmla="*/ 140606 h 1815336"/>
                <a:gd name="connsiteX257" fmla="*/ 1647134 w 2357416"/>
                <a:gd name="connsiteY257" fmla="*/ 162920 h 1815336"/>
                <a:gd name="connsiteX258" fmla="*/ 1560023 w 2357416"/>
                <a:gd name="connsiteY258" fmla="*/ 181703 h 1815336"/>
                <a:gd name="connsiteX259" fmla="*/ 1592926 w 2357416"/>
                <a:gd name="connsiteY259" fmla="*/ 217002 h 1815336"/>
                <a:gd name="connsiteX260" fmla="*/ 1548173 w 2357416"/>
                <a:gd name="connsiteY260" fmla="*/ 204017 h 1815336"/>
                <a:gd name="connsiteX261" fmla="*/ 1464592 w 2357416"/>
                <a:gd name="connsiteY261" fmla="*/ 185233 h 1815336"/>
                <a:gd name="connsiteX262" fmla="*/ 1465727 w 2357416"/>
                <a:gd name="connsiteY262" fmla="*/ 227591 h 1815336"/>
                <a:gd name="connsiteX263" fmla="*/ 1515144 w 2357416"/>
                <a:gd name="connsiteY263" fmla="*/ 259360 h 1815336"/>
                <a:gd name="connsiteX264" fmla="*/ 1566957 w 2357416"/>
                <a:gd name="connsiteY264" fmla="*/ 291128 h 1815336"/>
                <a:gd name="connsiteX265" fmla="*/ 1495100 w 2357416"/>
                <a:gd name="connsiteY265" fmla="*/ 277009 h 1815336"/>
                <a:gd name="connsiteX266" fmla="*/ 1426899 w 2357416"/>
                <a:gd name="connsiteY266" fmla="*/ 307642 h 1815336"/>
                <a:gd name="connsiteX267" fmla="*/ 1490435 w 2357416"/>
                <a:gd name="connsiteY267" fmla="*/ 308777 h 1815336"/>
                <a:gd name="connsiteX268" fmla="*/ 1484510 w 2357416"/>
                <a:gd name="connsiteY268" fmla="*/ 325292 h 1815336"/>
                <a:gd name="connsiteX269" fmla="*/ 1515144 w 2357416"/>
                <a:gd name="connsiteY269" fmla="*/ 360590 h 1815336"/>
                <a:gd name="connsiteX270" fmla="*/ 1479846 w 2357416"/>
                <a:gd name="connsiteY270" fmla="*/ 357060 h 1815336"/>
                <a:gd name="connsiteX271" fmla="*/ 1433958 w 2357416"/>
                <a:gd name="connsiteY271" fmla="*/ 333486 h 1815336"/>
                <a:gd name="connsiteX272" fmla="*/ 1430429 w 2357416"/>
                <a:gd name="connsiteY272" fmla="*/ 359329 h 1815336"/>
                <a:gd name="connsiteX273" fmla="*/ 1429294 w 2357416"/>
                <a:gd name="connsiteY273" fmla="*/ 375844 h 1815336"/>
                <a:gd name="connsiteX274" fmla="*/ 1375212 w 2357416"/>
                <a:gd name="connsiteY274" fmla="*/ 402948 h 1815336"/>
                <a:gd name="connsiteX275" fmla="*/ 1462323 w 2357416"/>
                <a:gd name="connsiteY275" fmla="*/ 412402 h 1815336"/>
                <a:gd name="connsiteX276" fmla="*/ 1509345 w 2357416"/>
                <a:gd name="connsiteY276" fmla="*/ 414798 h 1815336"/>
                <a:gd name="connsiteX277" fmla="*/ 1563427 w 2357416"/>
                <a:gd name="connsiteY277" fmla="*/ 408873 h 1815336"/>
                <a:gd name="connsiteX278" fmla="*/ 1603390 w 2357416"/>
                <a:gd name="connsiteY278" fmla="*/ 421857 h 1815336"/>
                <a:gd name="connsiteX279" fmla="*/ 1645748 w 2357416"/>
                <a:gd name="connsiteY279" fmla="*/ 418328 h 1815336"/>
                <a:gd name="connsiteX280" fmla="*/ 1675121 w 2357416"/>
                <a:gd name="connsiteY280" fmla="*/ 408873 h 1815336"/>
                <a:gd name="connsiteX281" fmla="*/ 1686845 w 2357416"/>
                <a:gd name="connsiteY281" fmla="*/ 385298 h 1815336"/>
                <a:gd name="connsiteX282" fmla="*/ 1655076 w 2357416"/>
                <a:gd name="connsiteY282" fmla="*/ 385298 h 1815336"/>
                <a:gd name="connsiteX283" fmla="*/ 1599734 w 2357416"/>
                <a:gd name="connsiteY283" fmla="*/ 374709 h 1815336"/>
                <a:gd name="connsiteX284" fmla="*/ 1600868 w 2357416"/>
                <a:gd name="connsiteY284" fmla="*/ 359455 h 1815336"/>
                <a:gd name="connsiteX285" fmla="*/ 1670330 w 2357416"/>
                <a:gd name="connsiteY285" fmla="*/ 357060 h 1815336"/>
                <a:gd name="connsiteX286" fmla="*/ 1674995 w 2357416"/>
                <a:gd name="connsiteY286" fmla="*/ 331217 h 1815336"/>
                <a:gd name="connsiteX287" fmla="*/ 1724412 w 2357416"/>
                <a:gd name="connsiteY287" fmla="*/ 327687 h 1815336"/>
                <a:gd name="connsiteX288" fmla="*/ 1777360 w 2357416"/>
                <a:gd name="connsiteY288" fmla="*/ 273605 h 1815336"/>
                <a:gd name="connsiteX289" fmla="*/ 1706763 w 2357416"/>
                <a:gd name="connsiteY289" fmla="*/ 258351 h 1815336"/>
                <a:gd name="connsiteX290" fmla="*/ 1766770 w 2357416"/>
                <a:gd name="connsiteY290" fmla="*/ 243097 h 1815336"/>
                <a:gd name="connsiteX291" fmla="*/ 1799673 w 2357416"/>
                <a:gd name="connsiteY291" fmla="*/ 218388 h 1815336"/>
                <a:gd name="connsiteX292" fmla="*/ 1851486 w 2357416"/>
                <a:gd name="connsiteY292" fmla="*/ 221918 h 1815336"/>
                <a:gd name="connsiteX293" fmla="*/ 1873799 w 2357416"/>
                <a:gd name="connsiteY293" fmla="*/ 198344 h 1815336"/>
                <a:gd name="connsiteX294" fmla="*/ 1957380 w 2357416"/>
                <a:gd name="connsiteY294" fmla="*/ 154852 h 1815336"/>
                <a:gd name="connsiteX295" fmla="*/ 2045626 w 2357416"/>
                <a:gd name="connsiteY295" fmla="*/ 117158 h 1815336"/>
                <a:gd name="connsiteX296" fmla="*/ 1966709 w 2357416"/>
                <a:gd name="connsiteY296" fmla="*/ 112494 h 1815336"/>
                <a:gd name="connsiteX297" fmla="*/ 2029111 w 2357416"/>
                <a:gd name="connsiteY297" fmla="*/ 98374 h 1815336"/>
                <a:gd name="connsiteX298" fmla="*/ 2110297 w 2357416"/>
                <a:gd name="connsiteY298" fmla="*/ 74800 h 1815336"/>
                <a:gd name="connsiteX299" fmla="*/ 2117357 w 2357416"/>
                <a:gd name="connsiteY299" fmla="*/ 48957 h 1815336"/>
                <a:gd name="connsiteX300" fmla="*/ 2076134 w 2357416"/>
                <a:gd name="connsiteY300" fmla="*/ 32442 h 1815336"/>
                <a:gd name="connsiteX301" fmla="*/ 2045500 w 2357416"/>
                <a:gd name="connsiteY301" fmla="*/ 24248 h 1815336"/>
                <a:gd name="connsiteX302" fmla="*/ 1985493 w 2357416"/>
                <a:gd name="connsiteY302" fmla="*/ 32442 h 1815336"/>
                <a:gd name="connsiteX303" fmla="*/ 1996082 w 2357416"/>
                <a:gd name="connsiteY303" fmla="*/ 15928 h 1815336"/>
                <a:gd name="connsiteX304" fmla="*/ 1903046 w 2357416"/>
                <a:gd name="connsiteY304" fmla="*/ 5338 h 1815336"/>
                <a:gd name="connsiteX305" fmla="*/ 1856024 w 2357416"/>
                <a:gd name="connsiteY305" fmla="*/ 8868 h 1815336"/>
                <a:gd name="connsiteX306" fmla="*/ 1810136 w 2357416"/>
                <a:gd name="connsiteY306" fmla="*/ 17063 h 1815336"/>
                <a:gd name="connsiteX307" fmla="*/ 1790092 w 2357416"/>
                <a:gd name="connsiteY307" fmla="*/ 15928 h 1815336"/>
                <a:gd name="connsiteX308" fmla="*/ 1724160 w 2357416"/>
                <a:gd name="connsiteY308" fmla="*/ 13533 h 1815336"/>
                <a:gd name="connsiteX309" fmla="*/ 1682937 w 2357416"/>
                <a:gd name="connsiteY309" fmla="*/ 21727 h 1815336"/>
                <a:gd name="connsiteX310" fmla="*/ 1634654 w 2357416"/>
                <a:gd name="connsiteY310" fmla="*/ 19332 h 1815336"/>
                <a:gd name="connsiteX311" fmla="*/ 1620535 w 2357416"/>
                <a:gd name="connsiteY311" fmla="*/ 26391 h 1815336"/>
                <a:gd name="connsiteX312" fmla="*/ 1604020 w 2357416"/>
                <a:gd name="connsiteY312" fmla="*/ 39376 h 1815336"/>
                <a:gd name="connsiteX313" fmla="*/ 1560528 w 2357416"/>
                <a:gd name="connsiteY313" fmla="*/ 48831 h 1815336"/>
                <a:gd name="connsiteX314" fmla="*/ 1528759 w 2357416"/>
                <a:gd name="connsiteY314" fmla="*/ 57025 h 1815336"/>
                <a:gd name="connsiteX315" fmla="*/ 1482872 w 2357416"/>
                <a:gd name="connsiteY315" fmla="*/ 52361 h 1815336"/>
                <a:gd name="connsiteX316" fmla="*/ 1457028 w 2357416"/>
                <a:gd name="connsiteY316" fmla="*/ 67615 h 1815336"/>
                <a:gd name="connsiteX317" fmla="*/ 1439379 w 2357416"/>
                <a:gd name="connsiteY317" fmla="*/ 80599 h 1815336"/>
                <a:gd name="connsiteX318" fmla="*/ 1398156 w 2357416"/>
                <a:gd name="connsiteY318" fmla="*/ 74674 h 1815336"/>
                <a:gd name="connsiteX319" fmla="*/ 1376977 w 2357416"/>
                <a:gd name="connsiteY319" fmla="*/ 91189 h 1815336"/>
                <a:gd name="connsiteX320" fmla="*/ 1320500 w 2357416"/>
                <a:gd name="connsiteY320" fmla="*/ 95853 h 1815336"/>
                <a:gd name="connsiteX321" fmla="*/ 1341300 w 2357416"/>
                <a:gd name="connsiteY321" fmla="*/ 101652 h 1815336"/>
                <a:gd name="connsiteX322" fmla="*/ 1637931 w 2357416"/>
                <a:gd name="connsiteY322" fmla="*/ 1117358 h 1815336"/>
                <a:gd name="connsiteX323" fmla="*/ 1641461 w 2357416"/>
                <a:gd name="connsiteY323" fmla="*/ 1087985 h 1815336"/>
                <a:gd name="connsiteX324" fmla="*/ 1637931 w 2357416"/>
                <a:gd name="connsiteY324" fmla="*/ 1117358 h 1815336"/>
                <a:gd name="connsiteX325" fmla="*/ 1534306 w 2357416"/>
                <a:gd name="connsiteY325" fmla="*/ 1091515 h 1815336"/>
                <a:gd name="connsiteX326" fmla="*/ 1579059 w 2357416"/>
                <a:gd name="connsiteY326" fmla="*/ 1062142 h 1815336"/>
                <a:gd name="connsiteX327" fmla="*/ 1534306 w 2357416"/>
                <a:gd name="connsiteY327" fmla="*/ 1091515 h 1815336"/>
                <a:gd name="connsiteX328" fmla="*/ 1619148 w 2357416"/>
                <a:gd name="connsiteY328" fmla="*/ 1026717 h 1815336"/>
                <a:gd name="connsiteX329" fmla="*/ 1582715 w 2357416"/>
                <a:gd name="connsiteY329" fmla="*/ 997344 h 1815336"/>
                <a:gd name="connsiteX330" fmla="*/ 1530902 w 2357416"/>
                <a:gd name="connsiteY330" fmla="*/ 966710 h 1815336"/>
                <a:gd name="connsiteX331" fmla="*/ 1497999 w 2357416"/>
                <a:gd name="connsiteY331" fmla="*/ 942002 h 1815336"/>
                <a:gd name="connsiteX332" fmla="*/ 1468626 w 2357416"/>
                <a:gd name="connsiteY332" fmla="*/ 959651 h 1815336"/>
                <a:gd name="connsiteX333" fmla="*/ 1461567 w 2357416"/>
                <a:gd name="connsiteY333" fmla="*/ 996084 h 1815336"/>
                <a:gd name="connsiteX334" fmla="*/ 1439253 w 2357416"/>
                <a:gd name="connsiteY334" fmla="*/ 1031382 h 1815336"/>
                <a:gd name="connsiteX335" fmla="*/ 1472156 w 2357416"/>
                <a:gd name="connsiteY335" fmla="*/ 1030247 h 1815336"/>
                <a:gd name="connsiteX336" fmla="*/ 1486275 w 2357416"/>
                <a:gd name="connsiteY336" fmla="*/ 1051426 h 1815336"/>
                <a:gd name="connsiteX337" fmla="*/ 1531028 w 2357416"/>
                <a:gd name="connsiteY337" fmla="*/ 1026717 h 1815336"/>
                <a:gd name="connsiteX338" fmla="*/ 1565192 w 2357416"/>
                <a:gd name="connsiteY338" fmla="*/ 1025583 h 1815336"/>
                <a:gd name="connsiteX339" fmla="*/ 1619148 w 2357416"/>
                <a:gd name="connsiteY339" fmla="*/ 1026717 h 1815336"/>
                <a:gd name="connsiteX340" fmla="*/ 2003898 w 2357416"/>
                <a:gd name="connsiteY340" fmla="*/ 923218 h 1815336"/>
                <a:gd name="connsiteX341" fmla="*/ 2042726 w 2357416"/>
                <a:gd name="connsiteY341" fmla="*/ 960911 h 1815336"/>
                <a:gd name="connsiteX342" fmla="*/ 2070965 w 2357416"/>
                <a:gd name="connsiteY342" fmla="*/ 953852 h 1815336"/>
                <a:gd name="connsiteX343" fmla="*/ 2098069 w 2357416"/>
                <a:gd name="connsiteY343" fmla="*/ 938598 h 1815336"/>
                <a:gd name="connsiteX344" fmla="*/ 2132233 w 2357416"/>
                <a:gd name="connsiteY344" fmla="*/ 904434 h 1815336"/>
                <a:gd name="connsiteX345" fmla="*/ 2101599 w 2357416"/>
                <a:gd name="connsiteY345" fmla="*/ 885525 h 1815336"/>
                <a:gd name="connsiteX346" fmla="*/ 2079285 w 2357416"/>
                <a:gd name="connsiteY346" fmla="*/ 865480 h 1815336"/>
                <a:gd name="connsiteX347" fmla="*/ 2032263 w 2357416"/>
                <a:gd name="connsiteY347" fmla="*/ 840771 h 1815336"/>
                <a:gd name="connsiteX348" fmla="*/ 1985241 w 2357416"/>
                <a:gd name="connsiteY348" fmla="*/ 824257 h 1815336"/>
                <a:gd name="connsiteX349" fmla="*/ 1949942 w 2357416"/>
                <a:gd name="connsiteY349" fmla="*/ 794884 h 1815336"/>
                <a:gd name="connsiteX350" fmla="*/ 1986375 w 2357416"/>
                <a:gd name="connsiteY350" fmla="*/ 786690 h 1815336"/>
                <a:gd name="connsiteX351" fmla="*/ 1955741 w 2357416"/>
                <a:gd name="connsiteY351" fmla="*/ 771436 h 1815336"/>
                <a:gd name="connsiteX352" fmla="*/ 1970995 w 2357416"/>
                <a:gd name="connsiteY352" fmla="*/ 759712 h 1815336"/>
                <a:gd name="connsiteX353" fmla="*/ 1956876 w 2357416"/>
                <a:gd name="connsiteY353" fmla="*/ 737398 h 1815336"/>
                <a:gd name="connsiteX354" fmla="*/ 1938092 w 2357416"/>
                <a:gd name="connsiteY354" fmla="*/ 746853 h 1815336"/>
                <a:gd name="connsiteX355" fmla="*/ 1942757 w 2357416"/>
                <a:gd name="connsiteY355" fmla="*/ 725674 h 1815336"/>
                <a:gd name="connsiteX356" fmla="*/ 1901533 w 2357416"/>
                <a:gd name="connsiteY356" fmla="*/ 712689 h 1815336"/>
                <a:gd name="connsiteX357" fmla="*/ 1882750 w 2357416"/>
                <a:gd name="connsiteY357" fmla="*/ 699705 h 1815336"/>
                <a:gd name="connsiteX358" fmla="*/ 1848586 w 2357416"/>
                <a:gd name="connsiteY358" fmla="*/ 706764 h 1815336"/>
                <a:gd name="connsiteX359" fmla="*/ 1839131 w 2357416"/>
                <a:gd name="connsiteY359" fmla="*/ 698570 h 1815336"/>
                <a:gd name="connsiteX360" fmla="*/ 1861445 w 2357416"/>
                <a:gd name="connsiteY360" fmla="*/ 677391 h 1815336"/>
                <a:gd name="connsiteX361" fmla="*/ 1821482 w 2357416"/>
                <a:gd name="connsiteY361" fmla="*/ 678526 h 1815336"/>
                <a:gd name="connsiteX362" fmla="*/ 1790848 w 2357416"/>
                <a:gd name="connsiteY362" fmla="*/ 653817 h 1815336"/>
                <a:gd name="connsiteX363" fmla="*/ 1757945 w 2357416"/>
                <a:gd name="connsiteY363" fmla="*/ 635033 h 1815336"/>
                <a:gd name="connsiteX364" fmla="*/ 1701468 w 2357416"/>
                <a:gd name="connsiteY364" fmla="*/ 612720 h 1815336"/>
                <a:gd name="connsiteX365" fmla="*/ 1672095 w 2357416"/>
                <a:gd name="connsiteY365" fmla="*/ 635033 h 1815336"/>
                <a:gd name="connsiteX366" fmla="*/ 1655581 w 2357416"/>
                <a:gd name="connsiteY366" fmla="*/ 629108 h 1815336"/>
                <a:gd name="connsiteX367" fmla="*/ 1612088 w 2357416"/>
                <a:gd name="connsiteY367" fmla="*/ 643228 h 1815336"/>
                <a:gd name="connsiteX368" fmla="*/ 1613223 w 2357416"/>
                <a:gd name="connsiteY368" fmla="*/ 598474 h 1815336"/>
                <a:gd name="connsiteX369" fmla="*/ 1594439 w 2357416"/>
                <a:gd name="connsiteY369" fmla="*/ 566706 h 1815336"/>
                <a:gd name="connsiteX370" fmla="*/ 1542626 w 2357416"/>
                <a:gd name="connsiteY370" fmla="*/ 566706 h 1815336"/>
                <a:gd name="connsiteX371" fmla="*/ 1486149 w 2357416"/>
                <a:gd name="connsiteY371" fmla="*/ 589020 h 1815336"/>
                <a:gd name="connsiteX372" fmla="*/ 1494343 w 2357416"/>
                <a:gd name="connsiteY372" fmla="*/ 627848 h 1815336"/>
                <a:gd name="connsiteX373" fmla="*/ 1480224 w 2357416"/>
                <a:gd name="connsiteY373" fmla="*/ 652556 h 1815336"/>
                <a:gd name="connsiteX374" fmla="*/ 1508463 w 2357416"/>
                <a:gd name="connsiteY374" fmla="*/ 672601 h 1815336"/>
                <a:gd name="connsiteX375" fmla="*/ 1463710 w 2357416"/>
                <a:gd name="connsiteY375" fmla="*/ 654952 h 1815336"/>
                <a:gd name="connsiteX376" fmla="*/ 1457785 w 2357416"/>
                <a:gd name="connsiteY376" fmla="*/ 620788 h 1815336"/>
                <a:gd name="connsiteX377" fmla="*/ 1471904 w 2357416"/>
                <a:gd name="connsiteY377" fmla="*/ 583095 h 1815336"/>
                <a:gd name="connsiteX378" fmla="*/ 1499008 w 2357416"/>
                <a:gd name="connsiteY378" fmla="*/ 559520 h 1815336"/>
                <a:gd name="connsiteX379" fmla="*/ 1394248 w 2357416"/>
                <a:gd name="connsiteY379" fmla="*/ 585364 h 1815336"/>
                <a:gd name="connsiteX380" fmla="*/ 1369539 w 2357416"/>
                <a:gd name="connsiteY380" fmla="*/ 677139 h 1815336"/>
                <a:gd name="connsiteX381" fmla="*/ 1426016 w 2357416"/>
                <a:gd name="connsiteY381" fmla="*/ 687728 h 1815336"/>
                <a:gd name="connsiteX382" fmla="*/ 1420091 w 2357416"/>
                <a:gd name="connsiteY382" fmla="*/ 699453 h 1815336"/>
                <a:gd name="connsiteX383" fmla="*/ 1380128 w 2357416"/>
                <a:gd name="connsiteY383" fmla="*/ 702982 h 1815336"/>
                <a:gd name="connsiteX384" fmla="*/ 1431941 w 2357416"/>
                <a:gd name="connsiteY384" fmla="*/ 728826 h 1815336"/>
                <a:gd name="connsiteX385" fmla="*/ 1459045 w 2357416"/>
                <a:gd name="connsiteY385" fmla="*/ 734751 h 1815336"/>
                <a:gd name="connsiteX386" fmla="*/ 1511993 w 2357416"/>
                <a:gd name="connsiteY386" fmla="*/ 742945 h 1815336"/>
                <a:gd name="connsiteX387" fmla="*/ 1570865 w 2357416"/>
                <a:gd name="connsiteY387" fmla="*/ 753534 h 1815336"/>
                <a:gd name="connsiteX388" fmla="*/ 1597969 w 2357416"/>
                <a:gd name="connsiteY388" fmla="*/ 741810 h 1815336"/>
                <a:gd name="connsiteX389" fmla="*/ 1657976 w 2357416"/>
                <a:gd name="connsiteY389" fmla="*/ 750005 h 1815336"/>
                <a:gd name="connsiteX390" fmla="*/ 1654446 w 2357416"/>
                <a:gd name="connsiteY390" fmla="*/ 733490 h 1815336"/>
                <a:gd name="connsiteX391" fmla="*/ 1660371 w 2357416"/>
                <a:gd name="connsiteY391" fmla="*/ 720505 h 1815336"/>
                <a:gd name="connsiteX392" fmla="*/ 1692139 w 2357416"/>
                <a:gd name="connsiteY392" fmla="*/ 740550 h 1815336"/>
                <a:gd name="connsiteX393" fmla="*/ 1706259 w 2357416"/>
                <a:gd name="connsiteY393" fmla="*/ 753534 h 1815336"/>
                <a:gd name="connsiteX394" fmla="*/ 1746221 w 2357416"/>
                <a:gd name="connsiteY394" fmla="*/ 780638 h 1815336"/>
                <a:gd name="connsiteX395" fmla="*/ 1720378 w 2357416"/>
                <a:gd name="connsiteY395" fmla="*/ 802952 h 1815336"/>
                <a:gd name="connsiteX396" fmla="*/ 1761601 w 2357416"/>
                <a:gd name="connsiteY396" fmla="*/ 791228 h 1815336"/>
                <a:gd name="connsiteX397" fmla="*/ 1786310 w 2357416"/>
                <a:gd name="connsiteY397" fmla="*/ 817071 h 1815336"/>
                <a:gd name="connsiteX398" fmla="*/ 1826273 w 2357416"/>
                <a:gd name="connsiteY398" fmla="*/ 842915 h 1815336"/>
                <a:gd name="connsiteX399" fmla="*/ 1826273 w 2357416"/>
                <a:gd name="connsiteY399" fmla="*/ 888802 h 1815336"/>
                <a:gd name="connsiteX400" fmla="*/ 1869765 w 2357416"/>
                <a:gd name="connsiteY400" fmla="*/ 885272 h 1815336"/>
                <a:gd name="connsiteX401" fmla="*/ 1910988 w 2357416"/>
                <a:gd name="connsiteY401" fmla="*/ 905317 h 1815336"/>
                <a:gd name="connsiteX402" fmla="*/ 1872160 w 2357416"/>
                <a:gd name="connsiteY402" fmla="*/ 924100 h 1815336"/>
                <a:gd name="connsiteX403" fmla="*/ 1805094 w 2357416"/>
                <a:gd name="connsiteY403" fmla="*/ 899392 h 1815336"/>
                <a:gd name="connsiteX404" fmla="*/ 1798034 w 2357416"/>
                <a:gd name="connsiteY404" fmla="*/ 944145 h 1815336"/>
                <a:gd name="connsiteX405" fmla="*/ 1735632 w 2357416"/>
                <a:gd name="connsiteY405" fmla="*/ 957129 h 1815336"/>
                <a:gd name="connsiteX406" fmla="*/ 1700334 w 2357416"/>
                <a:gd name="connsiteY406" fmla="*/ 964189 h 1815336"/>
                <a:gd name="connsiteX407" fmla="*/ 1685080 w 2357416"/>
                <a:gd name="connsiteY407" fmla="*/ 997218 h 1815336"/>
                <a:gd name="connsiteX408" fmla="*/ 1743952 w 2357416"/>
                <a:gd name="connsiteY408" fmla="*/ 999613 h 1815336"/>
                <a:gd name="connsiteX409" fmla="*/ 1769796 w 2357416"/>
                <a:gd name="connsiteY409" fmla="*/ 994949 h 1815336"/>
                <a:gd name="connsiteX410" fmla="*/ 1809758 w 2357416"/>
                <a:gd name="connsiteY410" fmla="*/ 992554 h 1815336"/>
                <a:gd name="connsiteX411" fmla="*/ 1840392 w 2357416"/>
                <a:gd name="connsiteY411" fmla="*/ 1019658 h 1815336"/>
                <a:gd name="connsiteX412" fmla="*/ 1855646 w 2357416"/>
                <a:gd name="connsiteY412" fmla="*/ 1053821 h 1815336"/>
                <a:gd name="connsiteX413" fmla="*/ 1919183 w 2357416"/>
                <a:gd name="connsiteY413" fmla="*/ 1073866 h 1815336"/>
                <a:gd name="connsiteX414" fmla="*/ 2001629 w 2357416"/>
                <a:gd name="connsiteY414" fmla="*/ 1105634 h 1815336"/>
                <a:gd name="connsiteX415" fmla="*/ 1932167 w 2357416"/>
                <a:gd name="connsiteY415" fmla="*/ 1035038 h 1815336"/>
                <a:gd name="connsiteX416" fmla="*/ 1972130 w 2357416"/>
                <a:gd name="connsiteY416" fmla="*/ 1042097 h 1815336"/>
                <a:gd name="connsiteX417" fmla="*/ 2043861 w 2357416"/>
                <a:gd name="connsiteY417" fmla="*/ 1046762 h 1815336"/>
                <a:gd name="connsiteX418" fmla="*/ 2029742 w 2357416"/>
                <a:gd name="connsiteY418" fmla="*/ 1016128 h 1815336"/>
                <a:gd name="connsiteX419" fmla="*/ 2002638 w 2357416"/>
                <a:gd name="connsiteY419" fmla="*/ 979695 h 1815336"/>
                <a:gd name="connsiteX420" fmla="*/ 1959145 w 2357416"/>
                <a:gd name="connsiteY420" fmla="*/ 939732 h 1815336"/>
                <a:gd name="connsiteX421" fmla="*/ 1966205 w 2357416"/>
                <a:gd name="connsiteY421" fmla="*/ 910359 h 1815336"/>
                <a:gd name="connsiteX422" fmla="*/ 2003898 w 2357416"/>
                <a:gd name="connsiteY422" fmla="*/ 923218 h 1815336"/>
                <a:gd name="connsiteX423" fmla="*/ 1755676 w 2357416"/>
                <a:gd name="connsiteY423" fmla="*/ 866741 h 1815336"/>
                <a:gd name="connsiteX424" fmla="*/ 1759206 w 2357416"/>
                <a:gd name="connsiteY424" fmla="*/ 831443 h 1815336"/>
                <a:gd name="connsiteX425" fmla="*/ 1725042 w 2357416"/>
                <a:gd name="connsiteY425" fmla="*/ 823248 h 1815336"/>
                <a:gd name="connsiteX426" fmla="*/ 1701468 w 2357416"/>
                <a:gd name="connsiteY426" fmla="*/ 864472 h 1815336"/>
                <a:gd name="connsiteX427" fmla="*/ 1755676 w 2357416"/>
                <a:gd name="connsiteY427" fmla="*/ 866741 h 1815336"/>
                <a:gd name="connsiteX428" fmla="*/ 1608558 w 2357416"/>
                <a:gd name="connsiteY428" fmla="*/ 560655 h 1815336"/>
                <a:gd name="connsiteX429" fmla="*/ 1625073 w 2357416"/>
                <a:gd name="connsiteY429" fmla="*/ 593558 h 1815336"/>
                <a:gd name="connsiteX430" fmla="*/ 1665036 w 2357416"/>
                <a:gd name="connsiteY430" fmla="*/ 606543 h 1815336"/>
                <a:gd name="connsiteX431" fmla="*/ 1728572 w 2357416"/>
                <a:gd name="connsiteY431" fmla="*/ 595953 h 1815336"/>
                <a:gd name="connsiteX432" fmla="*/ 1661506 w 2357416"/>
                <a:gd name="connsiteY432" fmla="*/ 563050 h 1815336"/>
                <a:gd name="connsiteX433" fmla="*/ 1608558 w 2357416"/>
                <a:gd name="connsiteY433" fmla="*/ 560655 h 1815336"/>
                <a:gd name="connsiteX434" fmla="*/ 2049786 w 2357416"/>
                <a:gd name="connsiteY434" fmla="*/ 1562242 h 1815336"/>
                <a:gd name="connsiteX435" fmla="*/ 2122778 w 2357416"/>
                <a:gd name="connsiteY435" fmla="*/ 1586950 h 1815336"/>
                <a:gd name="connsiteX436" fmla="*/ 2049786 w 2357416"/>
                <a:gd name="connsiteY436" fmla="*/ 1562242 h 1815336"/>
                <a:gd name="connsiteX437" fmla="*/ 2348434 w 2357416"/>
                <a:gd name="connsiteY437" fmla="*/ 1632460 h 1815336"/>
                <a:gd name="connsiteX438" fmla="*/ 2346921 w 2357416"/>
                <a:gd name="connsiteY438" fmla="*/ 1618341 h 1815336"/>
                <a:gd name="connsiteX439" fmla="*/ 2335954 w 2357416"/>
                <a:gd name="connsiteY439" fmla="*/ 1612037 h 1815336"/>
                <a:gd name="connsiteX440" fmla="*/ 2337466 w 2357416"/>
                <a:gd name="connsiteY440" fmla="*/ 1586194 h 1815336"/>
                <a:gd name="connsiteX441" fmla="*/ 2316288 w 2357416"/>
                <a:gd name="connsiteY441" fmla="*/ 1580647 h 1815336"/>
                <a:gd name="connsiteX442" fmla="*/ 2292713 w 2357416"/>
                <a:gd name="connsiteY442" fmla="*/ 1575983 h 1815336"/>
                <a:gd name="connsiteX443" fmla="*/ 2280989 w 2357416"/>
                <a:gd name="connsiteY443" fmla="*/ 1560351 h 1815336"/>
                <a:gd name="connsiteX444" fmla="*/ 2260567 w 2357416"/>
                <a:gd name="connsiteY444" fmla="*/ 1561107 h 1815336"/>
                <a:gd name="connsiteX445" fmla="*/ 2262962 w 2357416"/>
                <a:gd name="connsiteY445" fmla="*/ 1542323 h 1815336"/>
                <a:gd name="connsiteX446" fmla="*/ 2281746 w 2357416"/>
                <a:gd name="connsiteY446" fmla="*/ 1512446 h 1815336"/>
                <a:gd name="connsiteX447" fmla="*/ 2269139 w 2357416"/>
                <a:gd name="connsiteY447" fmla="*/ 1503873 h 1815336"/>
                <a:gd name="connsiteX448" fmla="*/ 2226025 w 2357416"/>
                <a:gd name="connsiteY448" fmla="*/ 1563502 h 1815336"/>
                <a:gd name="connsiteX449" fmla="*/ 2214301 w 2357416"/>
                <a:gd name="connsiteY449" fmla="*/ 1588589 h 1815336"/>
                <a:gd name="connsiteX450" fmla="*/ 2199425 w 2357416"/>
                <a:gd name="connsiteY450" fmla="*/ 1604347 h 1815336"/>
                <a:gd name="connsiteX451" fmla="*/ 2191609 w 2357416"/>
                <a:gd name="connsiteY451" fmla="*/ 1636494 h 1815336"/>
                <a:gd name="connsiteX452" fmla="*/ 2232454 w 2357416"/>
                <a:gd name="connsiteY452" fmla="*/ 1635737 h 1815336"/>
                <a:gd name="connsiteX453" fmla="*/ 2270148 w 2357416"/>
                <a:gd name="connsiteY453" fmla="*/ 1629434 h 1815336"/>
                <a:gd name="connsiteX454" fmla="*/ 2294478 w 2357416"/>
                <a:gd name="connsiteY454" fmla="*/ 1635737 h 1815336"/>
                <a:gd name="connsiteX455" fmla="*/ 2288175 w 2357416"/>
                <a:gd name="connsiteY455" fmla="*/ 1654521 h 1815336"/>
                <a:gd name="connsiteX456" fmla="*/ 2310993 w 2357416"/>
                <a:gd name="connsiteY456" fmla="*/ 1645066 h 1815336"/>
                <a:gd name="connsiteX457" fmla="*/ 2327507 w 2357416"/>
                <a:gd name="connsiteY457" fmla="*/ 1652882 h 1815336"/>
                <a:gd name="connsiteX458" fmla="*/ 2360410 w 2357416"/>
                <a:gd name="connsiteY458" fmla="*/ 1656034 h 1815336"/>
                <a:gd name="connsiteX459" fmla="*/ 2348434 w 2357416"/>
                <a:gd name="connsiteY459" fmla="*/ 1632460 h 1815336"/>
                <a:gd name="connsiteX460" fmla="*/ 221087 w 2357416"/>
                <a:gd name="connsiteY460" fmla="*/ 1416258 h 1815336"/>
                <a:gd name="connsiteX461" fmla="*/ 261427 w 2357416"/>
                <a:gd name="connsiteY461" fmla="*/ 1474500 h 1815336"/>
                <a:gd name="connsiteX462" fmla="*/ 248821 w 2357416"/>
                <a:gd name="connsiteY462" fmla="*/ 1433529 h 1815336"/>
                <a:gd name="connsiteX463" fmla="*/ 221087 w 2357416"/>
                <a:gd name="connsiteY463" fmla="*/ 1416258 h 1815336"/>
                <a:gd name="connsiteX464" fmla="*/ 2160471 w 2357416"/>
                <a:gd name="connsiteY464" fmla="*/ 1684651 h 1815336"/>
                <a:gd name="connsiteX465" fmla="*/ 2159841 w 2357416"/>
                <a:gd name="connsiteY465" fmla="*/ 1666371 h 1815336"/>
                <a:gd name="connsiteX466" fmla="*/ 2141561 w 2357416"/>
                <a:gd name="connsiteY466" fmla="*/ 1676961 h 1815336"/>
                <a:gd name="connsiteX467" fmla="*/ 2128072 w 2357416"/>
                <a:gd name="connsiteY467" fmla="*/ 1692215 h 1815336"/>
                <a:gd name="connsiteX468" fmla="*/ 2116853 w 2357416"/>
                <a:gd name="connsiteY468" fmla="*/ 1703435 h 1815336"/>
                <a:gd name="connsiteX469" fmla="*/ 2069830 w 2357416"/>
                <a:gd name="connsiteY469" fmla="*/ 1695240 h 1815336"/>
                <a:gd name="connsiteX470" fmla="*/ 2040961 w 2357416"/>
                <a:gd name="connsiteY470" fmla="*/ 1671666 h 1815336"/>
                <a:gd name="connsiteX471" fmla="*/ 2037432 w 2357416"/>
                <a:gd name="connsiteY471" fmla="*/ 1644562 h 1815336"/>
                <a:gd name="connsiteX472" fmla="*/ 2025708 w 2357416"/>
                <a:gd name="connsiteY472" fmla="*/ 1635737 h 1815336"/>
                <a:gd name="connsiteX473" fmla="*/ 2023312 w 2357416"/>
                <a:gd name="connsiteY473" fmla="*/ 1625148 h 1815336"/>
                <a:gd name="connsiteX474" fmla="*/ 2049156 w 2357416"/>
                <a:gd name="connsiteY474" fmla="*/ 1590984 h 1815336"/>
                <a:gd name="connsiteX475" fmla="*/ 1934436 w 2357416"/>
                <a:gd name="connsiteY475" fmla="*/ 1609768 h 1815336"/>
                <a:gd name="connsiteX476" fmla="*/ 1876825 w 2357416"/>
                <a:gd name="connsiteY476" fmla="*/ 1659186 h 1815336"/>
                <a:gd name="connsiteX477" fmla="*/ 1900903 w 2357416"/>
                <a:gd name="connsiteY477" fmla="*/ 1631577 h 1815336"/>
                <a:gd name="connsiteX478" fmla="*/ 1906198 w 2357416"/>
                <a:gd name="connsiteY478" fmla="*/ 1619223 h 1815336"/>
                <a:gd name="connsiteX479" fmla="*/ 1943261 w 2357416"/>
                <a:gd name="connsiteY479" fmla="*/ 1584555 h 1815336"/>
                <a:gd name="connsiteX480" fmla="*/ 1970869 w 2357416"/>
                <a:gd name="connsiteY480" fmla="*/ 1576361 h 1815336"/>
                <a:gd name="connsiteX481" fmla="*/ 1990283 w 2357416"/>
                <a:gd name="connsiteY481" fmla="*/ 1552787 h 1815336"/>
                <a:gd name="connsiteX482" fmla="*/ 2156185 w 2357416"/>
                <a:gd name="connsiteY482" fmla="*/ 1544593 h 1815336"/>
                <a:gd name="connsiteX483" fmla="*/ 2203838 w 2357416"/>
                <a:gd name="connsiteY483" fmla="*/ 1515219 h 1815336"/>
                <a:gd name="connsiteX484" fmla="*/ 2240270 w 2357416"/>
                <a:gd name="connsiteY484" fmla="*/ 1504630 h 1815336"/>
                <a:gd name="connsiteX485" fmla="*/ 2277333 w 2357416"/>
                <a:gd name="connsiteY485" fmla="*/ 1482316 h 1815336"/>
                <a:gd name="connsiteX486" fmla="*/ 2274938 w 2357416"/>
                <a:gd name="connsiteY486" fmla="*/ 1471097 h 1815336"/>
                <a:gd name="connsiteX487" fmla="*/ 2267248 w 2357416"/>
                <a:gd name="connsiteY487" fmla="*/ 1463407 h 1815336"/>
                <a:gd name="connsiteX488" fmla="*/ 2283132 w 2357416"/>
                <a:gd name="connsiteY488" fmla="*/ 1447522 h 1815336"/>
                <a:gd name="connsiteX489" fmla="*/ 2269013 w 2357416"/>
                <a:gd name="connsiteY489" fmla="*/ 1426974 h 1815336"/>
                <a:gd name="connsiteX490" fmla="*/ 2240775 w 2357416"/>
                <a:gd name="connsiteY490" fmla="*/ 1430504 h 1815336"/>
                <a:gd name="connsiteX491" fmla="*/ 2239010 w 2357416"/>
                <a:gd name="connsiteY491" fmla="*/ 1409325 h 1815336"/>
                <a:gd name="connsiteX492" fmla="*/ 2197786 w 2357416"/>
                <a:gd name="connsiteY492" fmla="*/ 1419284 h 1815336"/>
                <a:gd name="connsiteX493" fmla="*/ 2172447 w 2357416"/>
                <a:gd name="connsiteY493" fmla="*/ 1430504 h 1815336"/>
                <a:gd name="connsiteX494" fmla="*/ 2166018 w 2357416"/>
                <a:gd name="connsiteY494" fmla="*/ 1419914 h 1815336"/>
                <a:gd name="connsiteX495" fmla="*/ 2181272 w 2357416"/>
                <a:gd name="connsiteY495" fmla="*/ 1413485 h 1815336"/>
                <a:gd name="connsiteX496" fmla="*/ 2205350 w 2357416"/>
                <a:gd name="connsiteY496" fmla="*/ 1404660 h 1815336"/>
                <a:gd name="connsiteX497" fmla="*/ 2234724 w 2357416"/>
                <a:gd name="connsiteY497" fmla="*/ 1393441 h 1815336"/>
                <a:gd name="connsiteX498" fmla="*/ 2215309 w 2357416"/>
                <a:gd name="connsiteY498" fmla="*/ 1381086 h 1815336"/>
                <a:gd name="connsiteX499" fmla="*/ 2185306 w 2357416"/>
                <a:gd name="connsiteY499" fmla="*/ 1369362 h 1815336"/>
                <a:gd name="connsiteX500" fmla="*/ 2169422 w 2357416"/>
                <a:gd name="connsiteY500" fmla="*/ 1366463 h 1815336"/>
                <a:gd name="connsiteX501" fmla="*/ 2150638 w 2357416"/>
                <a:gd name="connsiteY501" fmla="*/ 1353478 h 1815336"/>
                <a:gd name="connsiteX502" fmla="*/ 2105885 w 2357416"/>
                <a:gd name="connsiteY502" fmla="*/ 1319314 h 1815336"/>
                <a:gd name="connsiteX503" fmla="*/ 2108784 w 2357416"/>
                <a:gd name="connsiteY503" fmla="*/ 1312255 h 1815336"/>
                <a:gd name="connsiteX504" fmla="*/ 2129964 w 2357416"/>
                <a:gd name="connsiteY504" fmla="*/ 1300531 h 1815336"/>
                <a:gd name="connsiteX505" fmla="*/ 2119374 w 2357416"/>
                <a:gd name="connsiteY505" fmla="*/ 1288807 h 1815336"/>
                <a:gd name="connsiteX506" fmla="*/ 2115844 w 2357416"/>
                <a:gd name="connsiteY506" fmla="*/ 1274687 h 1815336"/>
                <a:gd name="connsiteX507" fmla="*/ 2098825 w 2357416"/>
                <a:gd name="connsiteY507" fmla="*/ 1255273 h 1815336"/>
                <a:gd name="connsiteX508" fmla="*/ 2088866 w 2357416"/>
                <a:gd name="connsiteY508" fmla="*/ 1240019 h 1815336"/>
                <a:gd name="connsiteX509" fmla="*/ 2078907 w 2357416"/>
                <a:gd name="connsiteY509" fmla="*/ 1219975 h 1815336"/>
                <a:gd name="connsiteX510" fmla="*/ 2060628 w 2357416"/>
                <a:gd name="connsiteY510" fmla="*/ 1190602 h 1815336"/>
                <a:gd name="connsiteX511" fmla="*/ 2047139 w 2357416"/>
                <a:gd name="connsiteY511" fmla="*/ 1166524 h 1815336"/>
                <a:gd name="connsiteX512" fmla="*/ 2035415 w 2357416"/>
                <a:gd name="connsiteY512" fmla="*/ 1175348 h 1815336"/>
                <a:gd name="connsiteX513" fmla="*/ 2023060 w 2357416"/>
                <a:gd name="connsiteY513" fmla="*/ 1193627 h 1815336"/>
                <a:gd name="connsiteX514" fmla="*/ 2019530 w 2357416"/>
                <a:gd name="connsiteY514" fmla="*/ 1209512 h 1815336"/>
                <a:gd name="connsiteX515" fmla="*/ 2014236 w 2357416"/>
                <a:gd name="connsiteY515" fmla="*/ 1224261 h 1815336"/>
                <a:gd name="connsiteX516" fmla="*/ 2004781 w 2357416"/>
                <a:gd name="connsiteY516" fmla="*/ 1234220 h 1815336"/>
                <a:gd name="connsiteX517" fmla="*/ 1988897 w 2357416"/>
                <a:gd name="connsiteY517" fmla="*/ 1236616 h 1815336"/>
                <a:gd name="connsiteX518" fmla="*/ 1962423 w 2357416"/>
                <a:gd name="connsiteY518" fmla="*/ 1251870 h 1815336"/>
                <a:gd name="connsiteX519" fmla="*/ 1948304 w 2357416"/>
                <a:gd name="connsiteY519" fmla="*/ 1240145 h 1815336"/>
                <a:gd name="connsiteX520" fmla="*/ 1933050 w 2357416"/>
                <a:gd name="connsiteY520" fmla="*/ 1227161 h 1815336"/>
                <a:gd name="connsiteX521" fmla="*/ 1918931 w 2357416"/>
                <a:gd name="connsiteY521" fmla="*/ 1217706 h 1815336"/>
                <a:gd name="connsiteX522" fmla="*/ 1908341 w 2357416"/>
                <a:gd name="connsiteY522" fmla="*/ 1199426 h 1815336"/>
                <a:gd name="connsiteX523" fmla="*/ 1905441 w 2357416"/>
                <a:gd name="connsiteY523" fmla="*/ 1169423 h 1815336"/>
                <a:gd name="connsiteX524" fmla="*/ 1914266 w 2357416"/>
                <a:gd name="connsiteY524" fmla="*/ 1147110 h 1815336"/>
                <a:gd name="connsiteX525" fmla="*/ 1900147 w 2357416"/>
                <a:gd name="connsiteY525" fmla="*/ 1145975 h 1815336"/>
                <a:gd name="connsiteX526" fmla="*/ 1885397 w 2357416"/>
                <a:gd name="connsiteY526" fmla="*/ 1140050 h 1815336"/>
                <a:gd name="connsiteX527" fmla="*/ 1853629 w 2357416"/>
                <a:gd name="connsiteY527" fmla="*/ 1128830 h 1815336"/>
                <a:gd name="connsiteX528" fmla="*/ 1841274 w 2357416"/>
                <a:gd name="connsiteY528" fmla="*/ 1113576 h 1815336"/>
                <a:gd name="connsiteX529" fmla="*/ 1828290 w 2357416"/>
                <a:gd name="connsiteY529" fmla="*/ 1104121 h 1815336"/>
                <a:gd name="connsiteX530" fmla="*/ 1817070 w 2357416"/>
                <a:gd name="connsiteY530" fmla="*/ 1093532 h 1815336"/>
                <a:gd name="connsiteX531" fmla="*/ 1798286 w 2357416"/>
                <a:gd name="connsiteY531" fmla="*/ 1084077 h 1815336"/>
                <a:gd name="connsiteX532" fmla="*/ 1771813 w 2357416"/>
                <a:gd name="connsiteY532" fmla="*/ 1092902 h 1815336"/>
                <a:gd name="connsiteX533" fmla="*/ 1747734 w 2357416"/>
                <a:gd name="connsiteY533" fmla="*/ 1088741 h 1815336"/>
                <a:gd name="connsiteX534" fmla="*/ 1726555 w 2357416"/>
                <a:gd name="connsiteY534" fmla="*/ 1081682 h 1815336"/>
                <a:gd name="connsiteX535" fmla="*/ 1691257 w 2357416"/>
                <a:gd name="connsiteY535" fmla="*/ 1081682 h 1815336"/>
                <a:gd name="connsiteX536" fmla="*/ 1680037 w 2357416"/>
                <a:gd name="connsiteY536" fmla="*/ 1101096 h 1815336"/>
                <a:gd name="connsiteX537" fmla="*/ 1697056 w 2357416"/>
                <a:gd name="connsiteY537" fmla="*/ 1119375 h 1815336"/>
                <a:gd name="connsiteX538" fmla="*/ 1690627 w 2357416"/>
                <a:gd name="connsiteY538" fmla="*/ 1132360 h 1815336"/>
                <a:gd name="connsiteX539" fmla="*/ 1682433 w 2357416"/>
                <a:gd name="connsiteY539" fmla="*/ 1144714 h 1815336"/>
                <a:gd name="connsiteX540" fmla="*/ 1690627 w 2357416"/>
                <a:gd name="connsiteY540" fmla="*/ 1159464 h 1815336"/>
                <a:gd name="connsiteX541" fmla="*/ 1701216 w 2357416"/>
                <a:gd name="connsiteY541" fmla="*/ 1183542 h 1815336"/>
                <a:gd name="connsiteX542" fmla="*/ 1690627 w 2357416"/>
                <a:gd name="connsiteY542" fmla="*/ 1196527 h 1815336"/>
                <a:gd name="connsiteX543" fmla="*/ 1682937 w 2357416"/>
                <a:gd name="connsiteY543" fmla="*/ 1214806 h 1815336"/>
                <a:gd name="connsiteX544" fmla="*/ 1674112 w 2357416"/>
                <a:gd name="connsiteY544" fmla="*/ 1240145 h 1815336"/>
                <a:gd name="connsiteX545" fmla="*/ 1714075 w 2357416"/>
                <a:gd name="connsiteY545" fmla="*/ 1271914 h 1815336"/>
                <a:gd name="connsiteX546" fmla="*/ 1720000 w 2357416"/>
                <a:gd name="connsiteY546" fmla="*/ 1330156 h 1815336"/>
                <a:gd name="connsiteX547" fmla="*/ 1682306 w 2357416"/>
                <a:gd name="connsiteY547" fmla="*/ 1367219 h 1815336"/>
                <a:gd name="connsiteX548" fmla="*/ 1645243 w 2357416"/>
                <a:gd name="connsiteY548" fmla="*/ 1380708 h 1815336"/>
                <a:gd name="connsiteX549" fmla="*/ 1652303 w 2357416"/>
                <a:gd name="connsiteY549" fmla="*/ 1406551 h 1815336"/>
                <a:gd name="connsiteX550" fmla="*/ 1659363 w 2357416"/>
                <a:gd name="connsiteY550" fmla="*/ 1433025 h 1815336"/>
                <a:gd name="connsiteX551" fmla="*/ 1667053 w 2357416"/>
                <a:gd name="connsiteY551" fmla="*/ 1464793 h 1815336"/>
                <a:gd name="connsiteX552" fmla="*/ 1661128 w 2357416"/>
                <a:gd name="connsiteY552" fmla="*/ 1487107 h 1815336"/>
                <a:gd name="connsiteX553" fmla="*/ 1665288 w 2357416"/>
                <a:gd name="connsiteY553" fmla="*/ 1500596 h 1815336"/>
                <a:gd name="connsiteX554" fmla="*/ 1653564 w 2357416"/>
                <a:gd name="connsiteY554" fmla="*/ 1499461 h 1815336"/>
                <a:gd name="connsiteX555" fmla="*/ 1638814 w 2357416"/>
                <a:gd name="connsiteY555" fmla="*/ 1515976 h 1815336"/>
                <a:gd name="connsiteX556" fmla="*/ 1616500 w 2357416"/>
                <a:gd name="connsiteY556" fmla="*/ 1507782 h 1815336"/>
                <a:gd name="connsiteX557" fmla="*/ 1607046 w 2357416"/>
                <a:gd name="connsiteY557" fmla="*/ 1489502 h 1815336"/>
                <a:gd name="connsiteX558" fmla="*/ 1588262 w 2357416"/>
                <a:gd name="connsiteY558" fmla="*/ 1471223 h 1815336"/>
                <a:gd name="connsiteX559" fmla="*/ 1569982 w 2357416"/>
                <a:gd name="connsiteY559" fmla="*/ 1447648 h 1815336"/>
                <a:gd name="connsiteX560" fmla="*/ 1568217 w 2357416"/>
                <a:gd name="connsiteY560" fmla="*/ 1407056 h 1815336"/>
                <a:gd name="connsiteX561" fmla="*/ 1571117 w 2357416"/>
                <a:gd name="connsiteY561" fmla="*/ 1385877 h 1815336"/>
                <a:gd name="connsiteX562" fmla="*/ 1556368 w 2357416"/>
                <a:gd name="connsiteY562" fmla="*/ 1369362 h 1815336"/>
                <a:gd name="connsiteX563" fmla="*/ 1516405 w 2357416"/>
                <a:gd name="connsiteY563" fmla="*/ 1366967 h 1815336"/>
                <a:gd name="connsiteX564" fmla="*/ 1488797 w 2357416"/>
                <a:gd name="connsiteY564" fmla="*/ 1361672 h 1815336"/>
                <a:gd name="connsiteX565" fmla="*/ 1452364 w 2357416"/>
                <a:gd name="connsiteY565" fmla="*/ 1344023 h 1815336"/>
                <a:gd name="connsiteX566" fmla="*/ 1424125 w 2357416"/>
                <a:gd name="connsiteY566" fmla="*/ 1324609 h 1815336"/>
                <a:gd name="connsiteX567" fmla="*/ 1400047 w 2357416"/>
                <a:gd name="connsiteY567" fmla="*/ 1309859 h 1815336"/>
                <a:gd name="connsiteX568" fmla="*/ 1371178 w 2357416"/>
                <a:gd name="connsiteY568" fmla="*/ 1302800 h 1815336"/>
                <a:gd name="connsiteX569" fmla="*/ 1335880 w 2357416"/>
                <a:gd name="connsiteY569" fmla="*/ 1288680 h 1815336"/>
                <a:gd name="connsiteX570" fmla="*/ 1296421 w 2357416"/>
                <a:gd name="connsiteY570" fmla="*/ 1300405 h 1815336"/>
                <a:gd name="connsiteX571" fmla="*/ 1299951 w 2357416"/>
                <a:gd name="connsiteY571" fmla="*/ 1287420 h 1815336"/>
                <a:gd name="connsiteX572" fmla="*/ 1288227 w 2357416"/>
                <a:gd name="connsiteY572" fmla="*/ 1253887 h 1815336"/>
                <a:gd name="connsiteX573" fmla="*/ 1268813 w 2357416"/>
                <a:gd name="connsiteY573" fmla="*/ 1230943 h 1815336"/>
                <a:gd name="connsiteX574" fmla="*/ 1239440 w 2357416"/>
                <a:gd name="connsiteY574" fmla="*/ 1223883 h 1815336"/>
                <a:gd name="connsiteX575" fmla="*/ 1238305 w 2357416"/>
                <a:gd name="connsiteY575" fmla="*/ 1173835 h 1815336"/>
                <a:gd name="connsiteX576" fmla="*/ 1256585 w 2357416"/>
                <a:gd name="connsiteY576" fmla="*/ 1129712 h 1815336"/>
                <a:gd name="connsiteX577" fmla="*/ 1275368 w 2357416"/>
                <a:gd name="connsiteY577" fmla="*/ 1114459 h 1815336"/>
                <a:gd name="connsiteX578" fmla="*/ 1285958 w 2357416"/>
                <a:gd name="connsiteY578" fmla="*/ 1093910 h 1815336"/>
                <a:gd name="connsiteX579" fmla="*/ 1297178 w 2357416"/>
                <a:gd name="connsiteY579" fmla="*/ 1082186 h 1815336"/>
                <a:gd name="connsiteX580" fmla="*/ 1303607 w 2357416"/>
                <a:gd name="connsiteY580" fmla="*/ 1073992 h 1815336"/>
                <a:gd name="connsiteX581" fmla="*/ 1315961 w 2357416"/>
                <a:gd name="connsiteY581" fmla="*/ 1066302 h 1815336"/>
                <a:gd name="connsiteX582" fmla="*/ 1346595 w 2357416"/>
                <a:gd name="connsiteY582" fmla="*/ 1048022 h 1815336"/>
                <a:gd name="connsiteX583" fmla="*/ 1308397 w 2357416"/>
                <a:gd name="connsiteY583" fmla="*/ 1033273 h 1815336"/>
                <a:gd name="connsiteX584" fmla="*/ 1266670 w 2357416"/>
                <a:gd name="connsiteY584" fmla="*/ 1014993 h 1815336"/>
                <a:gd name="connsiteX585" fmla="*/ 1326677 w 2357416"/>
                <a:gd name="connsiteY585" fmla="*/ 1025583 h 1815336"/>
                <a:gd name="connsiteX586" fmla="*/ 1358445 w 2357416"/>
                <a:gd name="connsiteY586" fmla="*/ 1030247 h 1815336"/>
                <a:gd name="connsiteX587" fmla="*/ 1364875 w 2357416"/>
                <a:gd name="connsiteY587" fmla="*/ 1007303 h 1815336"/>
                <a:gd name="connsiteX588" fmla="*/ 1404333 w 2357416"/>
                <a:gd name="connsiteY588" fmla="*/ 1013733 h 1815336"/>
                <a:gd name="connsiteX589" fmla="*/ 1442026 w 2357416"/>
                <a:gd name="connsiteY589" fmla="*/ 974905 h 1815336"/>
                <a:gd name="connsiteX590" fmla="*/ 1421478 w 2357416"/>
                <a:gd name="connsiteY590" fmla="*/ 961920 h 1815336"/>
                <a:gd name="connsiteX591" fmla="*/ 1375590 w 2357416"/>
                <a:gd name="connsiteY591" fmla="*/ 946666 h 1815336"/>
                <a:gd name="connsiteX592" fmla="*/ 1377355 w 2357416"/>
                <a:gd name="connsiteY592" fmla="*/ 931916 h 1815336"/>
                <a:gd name="connsiteX593" fmla="*/ 1430303 w 2357416"/>
                <a:gd name="connsiteY593" fmla="*/ 957760 h 1815336"/>
                <a:gd name="connsiteX594" fmla="*/ 1470265 w 2357416"/>
                <a:gd name="connsiteY594" fmla="*/ 928891 h 1815336"/>
                <a:gd name="connsiteX595" fmla="*/ 1455011 w 2357416"/>
                <a:gd name="connsiteY595" fmla="*/ 913637 h 1815336"/>
                <a:gd name="connsiteX596" fmla="*/ 1475560 w 2357416"/>
                <a:gd name="connsiteY596" fmla="*/ 904812 h 1815336"/>
                <a:gd name="connsiteX597" fmla="*/ 1492578 w 2357416"/>
                <a:gd name="connsiteY597" fmla="*/ 917167 h 1815336"/>
                <a:gd name="connsiteX598" fmla="*/ 1520817 w 2357416"/>
                <a:gd name="connsiteY598" fmla="*/ 914267 h 1815336"/>
                <a:gd name="connsiteX599" fmla="*/ 1506068 w 2357416"/>
                <a:gd name="connsiteY599" fmla="*/ 895484 h 1815336"/>
                <a:gd name="connsiteX600" fmla="*/ 1510732 w 2357416"/>
                <a:gd name="connsiteY600" fmla="*/ 888424 h 1815336"/>
                <a:gd name="connsiteX601" fmla="*/ 1529011 w 2357416"/>
                <a:gd name="connsiteY601" fmla="*/ 904308 h 1815336"/>
                <a:gd name="connsiteX602" fmla="*/ 1551955 w 2357416"/>
                <a:gd name="connsiteY602" fmla="*/ 904939 h 1815336"/>
                <a:gd name="connsiteX603" fmla="*/ 1576034 w 2357416"/>
                <a:gd name="connsiteY603" fmla="*/ 886659 h 1815336"/>
                <a:gd name="connsiteX604" fmla="*/ 1591287 w 2357416"/>
                <a:gd name="connsiteY604" fmla="*/ 876700 h 1815336"/>
                <a:gd name="connsiteX605" fmla="*/ 1578303 w 2357416"/>
                <a:gd name="connsiteY605" fmla="*/ 847831 h 1815336"/>
                <a:gd name="connsiteX606" fmla="*/ 1569478 w 2357416"/>
                <a:gd name="connsiteY606" fmla="*/ 829047 h 1815336"/>
                <a:gd name="connsiteX607" fmla="*/ 1570109 w 2357416"/>
                <a:gd name="connsiteY607" fmla="*/ 817828 h 1815336"/>
                <a:gd name="connsiteX608" fmla="*/ 1596582 w 2357416"/>
                <a:gd name="connsiteY608" fmla="*/ 808373 h 1815336"/>
                <a:gd name="connsiteX609" fmla="*/ 1589523 w 2357416"/>
                <a:gd name="connsiteY609" fmla="*/ 792489 h 1815336"/>
                <a:gd name="connsiteX610" fmla="*/ 1580698 w 2357416"/>
                <a:gd name="connsiteY610" fmla="*/ 780764 h 1815336"/>
                <a:gd name="connsiteX611" fmla="*/ 1560654 w 2357416"/>
                <a:gd name="connsiteY611" fmla="*/ 766645 h 1815336"/>
                <a:gd name="connsiteX612" fmla="*/ 1530650 w 2357416"/>
                <a:gd name="connsiteY612" fmla="*/ 758451 h 1815336"/>
                <a:gd name="connsiteX613" fmla="*/ 1488923 w 2357416"/>
                <a:gd name="connsiteY613" fmla="*/ 754921 h 1815336"/>
                <a:gd name="connsiteX614" fmla="*/ 1491318 w 2357416"/>
                <a:gd name="connsiteY614" fmla="*/ 780260 h 1815336"/>
                <a:gd name="connsiteX615" fmla="*/ 1499512 w 2357416"/>
                <a:gd name="connsiteY615" fmla="*/ 793245 h 1815336"/>
                <a:gd name="connsiteX616" fmla="*/ 1494848 w 2357416"/>
                <a:gd name="connsiteY616" fmla="*/ 804969 h 1815336"/>
                <a:gd name="connsiteX617" fmla="*/ 1477829 w 2357416"/>
                <a:gd name="connsiteY617" fmla="*/ 816693 h 1815336"/>
                <a:gd name="connsiteX618" fmla="*/ 1464844 w 2357416"/>
                <a:gd name="connsiteY618" fmla="*/ 843167 h 1815336"/>
                <a:gd name="connsiteX619" fmla="*/ 1453120 w 2357416"/>
                <a:gd name="connsiteY619" fmla="*/ 826652 h 1815336"/>
                <a:gd name="connsiteX620" fmla="*/ 1449590 w 2357416"/>
                <a:gd name="connsiteY620" fmla="*/ 847201 h 1815336"/>
                <a:gd name="connsiteX621" fmla="*/ 1459549 w 2357416"/>
                <a:gd name="connsiteY621" fmla="*/ 863715 h 1815336"/>
                <a:gd name="connsiteX622" fmla="*/ 1440766 w 2357416"/>
                <a:gd name="connsiteY622" fmla="*/ 876700 h 1815336"/>
                <a:gd name="connsiteX623" fmla="*/ 1426016 w 2357416"/>
                <a:gd name="connsiteY623" fmla="*/ 864976 h 1815336"/>
                <a:gd name="connsiteX624" fmla="*/ 1408367 w 2357416"/>
                <a:gd name="connsiteY624" fmla="*/ 837368 h 1815336"/>
                <a:gd name="connsiteX625" fmla="*/ 1419587 w 2357416"/>
                <a:gd name="connsiteY625" fmla="*/ 825644 h 1815336"/>
                <a:gd name="connsiteX626" fmla="*/ 1418957 w 2357416"/>
                <a:gd name="connsiteY626" fmla="*/ 807995 h 1815336"/>
                <a:gd name="connsiteX627" fmla="*/ 1401308 w 2357416"/>
                <a:gd name="connsiteY627" fmla="*/ 789715 h 1815336"/>
                <a:gd name="connsiteX628" fmla="*/ 1376599 w 2357416"/>
                <a:gd name="connsiteY628" fmla="*/ 783790 h 1815336"/>
                <a:gd name="connsiteX629" fmla="*/ 1366640 w 2357416"/>
                <a:gd name="connsiteY629" fmla="*/ 802574 h 1815336"/>
                <a:gd name="connsiteX630" fmla="*/ 1354915 w 2357416"/>
                <a:gd name="connsiteY630" fmla="*/ 823753 h 1815336"/>
                <a:gd name="connsiteX631" fmla="*/ 1346091 w 2357416"/>
                <a:gd name="connsiteY631" fmla="*/ 791984 h 1815336"/>
                <a:gd name="connsiteX632" fmla="*/ 1349621 w 2357416"/>
                <a:gd name="connsiteY632" fmla="*/ 780764 h 1815336"/>
                <a:gd name="connsiteX633" fmla="*/ 1356050 w 2357416"/>
                <a:gd name="connsiteY633" fmla="*/ 770175 h 1815336"/>
                <a:gd name="connsiteX634" fmla="*/ 1329576 w 2357416"/>
                <a:gd name="connsiteY634" fmla="*/ 759586 h 1815336"/>
                <a:gd name="connsiteX635" fmla="*/ 1309532 w 2357416"/>
                <a:gd name="connsiteY635" fmla="*/ 764880 h 1815336"/>
                <a:gd name="connsiteX636" fmla="*/ 1310667 w 2357416"/>
                <a:gd name="connsiteY636" fmla="*/ 741936 h 1815336"/>
                <a:gd name="connsiteX637" fmla="*/ 1325920 w 2357416"/>
                <a:gd name="connsiteY637" fmla="*/ 736642 h 1815336"/>
                <a:gd name="connsiteX638" fmla="*/ 1309406 w 2357416"/>
                <a:gd name="connsiteY638" fmla="*/ 719623 h 1815336"/>
                <a:gd name="connsiteX639" fmla="*/ 1285832 w 2357416"/>
                <a:gd name="connsiteY639" fmla="*/ 705504 h 1815336"/>
                <a:gd name="connsiteX640" fmla="*/ 1286966 w 2357416"/>
                <a:gd name="connsiteY640" fmla="*/ 681930 h 1815336"/>
                <a:gd name="connsiteX641" fmla="*/ 1252803 w 2357416"/>
                <a:gd name="connsiteY641" fmla="*/ 658355 h 1815336"/>
                <a:gd name="connsiteX642" fmla="*/ 1246373 w 2357416"/>
                <a:gd name="connsiteY642" fmla="*/ 646631 h 1815336"/>
                <a:gd name="connsiteX643" fmla="*/ 1265788 w 2357416"/>
                <a:gd name="connsiteY643" fmla="*/ 632512 h 1815336"/>
                <a:gd name="connsiteX644" fmla="*/ 1269948 w 2357416"/>
                <a:gd name="connsiteY644" fmla="*/ 615493 h 1815336"/>
                <a:gd name="connsiteX645" fmla="*/ 1271713 w 2357416"/>
                <a:gd name="connsiteY645" fmla="*/ 606669 h 1815336"/>
                <a:gd name="connsiteX646" fmla="*/ 1312936 w 2357416"/>
                <a:gd name="connsiteY646" fmla="*/ 610198 h 1815336"/>
                <a:gd name="connsiteX647" fmla="*/ 1351133 w 2357416"/>
                <a:gd name="connsiteY647" fmla="*/ 557882 h 1815336"/>
                <a:gd name="connsiteX648" fmla="*/ 1323525 w 2357416"/>
                <a:gd name="connsiteY648" fmla="*/ 546157 h 1815336"/>
                <a:gd name="connsiteX649" fmla="*/ 1280033 w 2357416"/>
                <a:gd name="connsiteY649" fmla="*/ 536703 h 1815336"/>
                <a:gd name="connsiteX650" fmla="*/ 1224690 w 2357416"/>
                <a:gd name="connsiteY650" fmla="*/ 545527 h 1815336"/>
                <a:gd name="connsiteX651" fmla="*/ 1231750 w 2357416"/>
                <a:gd name="connsiteY651" fmla="*/ 561411 h 1815336"/>
                <a:gd name="connsiteX652" fmla="*/ 1214731 w 2357416"/>
                <a:gd name="connsiteY652" fmla="*/ 559646 h 1815336"/>
                <a:gd name="connsiteX653" fmla="*/ 1214731 w 2357416"/>
                <a:gd name="connsiteY653" fmla="*/ 590280 h 1815336"/>
                <a:gd name="connsiteX654" fmla="*/ 1224690 w 2357416"/>
                <a:gd name="connsiteY654" fmla="*/ 619653 h 1815336"/>
                <a:gd name="connsiteX655" fmla="*/ 1229355 w 2357416"/>
                <a:gd name="connsiteY655" fmla="*/ 650287 h 1815336"/>
                <a:gd name="connsiteX656" fmla="*/ 1212840 w 2357416"/>
                <a:gd name="connsiteY656" fmla="*/ 665541 h 1815336"/>
                <a:gd name="connsiteX657" fmla="*/ 1221034 w 2357416"/>
                <a:gd name="connsiteY657" fmla="*/ 681425 h 1815336"/>
                <a:gd name="connsiteX658" fmla="*/ 1199225 w 2357416"/>
                <a:gd name="connsiteY658" fmla="*/ 679030 h 1815336"/>
                <a:gd name="connsiteX659" fmla="*/ 1193931 w 2357416"/>
                <a:gd name="connsiteY659" fmla="*/ 707899 h 1815336"/>
                <a:gd name="connsiteX660" fmla="*/ 1198595 w 2357416"/>
                <a:gd name="connsiteY660" fmla="*/ 720884 h 1815336"/>
                <a:gd name="connsiteX661" fmla="*/ 1200360 w 2357416"/>
                <a:gd name="connsiteY661" fmla="*/ 750887 h 1815336"/>
                <a:gd name="connsiteX662" fmla="*/ 1253937 w 2357416"/>
                <a:gd name="connsiteY662" fmla="*/ 769671 h 1815336"/>
                <a:gd name="connsiteX663" fmla="*/ 1253307 w 2357416"/>
                <a:gd name="connsiteY663" fmla="*/ 783160 h 1815336"/>
                <a:gd name="connsiteX664" fmla="*/ 1245113 w 2357416"/>
                <a:gd name="connsiteY664" fmla="*/ 804339 h 1815336"/>
                <a:gd name="connsiteX665" fmla="*/ 1258098 w 2357416"/>
                <a:gd name="connsiteY665" fmla="*/ 794884 h 1815336"/>
                <a:gd name="connsiteX666" fmla="*/ 1269822 w 2357416"/>
                <a:gd name="connsiteY666" fmla="*/ 809633 h 1815336"/>
                <a:gd name="connsiteX667" fmla="*/ 1251542 w 2357416"/>
                <a:gd name="connsiteY667" fmla="*/ 825518 h 1815336"/>
                <a:gd name="connsiteX668" fmla="*/ 1225699 w 2357416"/>
                <a:gd name="connsiteY668" fmla="*/ 836107 h 1815336"/>
                <a:gd name="connsiteX669" fmla="*/ 1225699 w 2357416"/>
                <a:gd name="connsiteY669" fmla="*/ 861950 h 1815336"/>
                <a:gd name="connsiteX670" fmla="*/ 1211580 w 2357416"/>
                <a:gd name="connsiteY670" fmla="*/ 871910 h 1815336"/>
                <a:gd name="connsiteX671" fmla="*/ 1197460 w 2357416"/>
                <a:gd name="connsiteY671" fmla="*/ 850100 h 1815336"/>
                <a:gd name="connsiteX672" fmla="*/ 1200990 w 2357416"/>
                <a:gd name="connsiteY672" fmla="*/ 829552 h 1815336"/>
                <a:gd name="connsiteX673" fmla="*/ 1170356 w 2357416"/>
                <a:gd name="connsiteY673" fmla="*/ 820727 h 1815336"/>
                <a:gd name="connsiteX674" fmla="*/ 1189770 w 2357416"/>
                <a:gd name="connsiteY674" fmla="*/ 817828 h 1815336"/>
                <a:gd name="connsiteX675" fmla="*/ 1203890 w 2357416"/>
                <a:gd name="connsiteY675" fmla="*/ 807238 h 1815336"/>
                <a:gd name="connsiteX676" fmla="*/ 1234523 w 2357416"/>
                <a:gd name="connsiteY676" fmla="*/ 804843 h 1815336"/>
                <a:gd name="connsiteX677" fmla="*/ 1219774 w 2357416"/>
                <a:gd name="connsiteY677" fmla="*/ 781899 h 1815336"/>
                <a:gd name="connsiteX678" fmla="*/ 1198595 w 2357416"/>
                <a:gd name="connsiteY678" fmla="*/ 780134 h 1815336"/>
                <a:gd name="connsiteX679" fmla="*/ 1220404 w 2357416"/>
                <a:gd name="connsiteY679" fmla="*/ 775974 h 1815336"/>
                <a:gd name="connsiteX680" fmla="*/ 1204520 w 2357416"/>
                <a:gd name="connsiteY680" fmla="*/ 766519 h 1815336"/>
                <a:gd name="connsiteX681" fmla="*/ 1175147 w 2357416"/>
                <a:gd name="connsiteY681" fmla="*/ 760090 h 1815336"/>
                <a:gd name="connsiteX682" fmla="*/ 1144513 w 2357416"/>
                <a:gd name="connsiteY682" fmla="*/ 767149 h 1815336"/>
                <a:gd name="connsiteX683" fmla="*/ 1117409 w 2357416"/>
                <a:gd name="connsiteY683" fmla="*/ 785429 h 1815336"/>
                <a:gd name="connsiteX684" fmla="*/ 1140983 w 2357416"/>
                <a:gd name="connsiteY684" fmla="*/ 798918 h 1815336"/>
                <a:gd name="connsiteX685" fmla="*/ 1161028 w 2357416"/>
                <a:gd name="connsiteY685" fmla="*/ 814172 h 1815336"/>
                <a:gd name="connsiteX686" fmla="*/ 1148673 w 2357416"/>
                <a:gd name="connsiteY686" fmla="*/ 821231 h 1815336"/>
                <a:gd name="connsiteX687" fmla="*/ 1138084 w 2357416"/>
                <a:gd name="connsiteY687" fmla="*/ 828291 h 1815336"/>
                <a:gd name="connsiteX688" fmla="*/ 1136319 w 2357416"/>
                <a:gd name="connsiteY688" fmla="*/ 845436 h 1815336"/>
                <a:gd name="connsiteX689" fmla="*/ 1111610 w 2357416"/>
                <a:gd name="connsiteY689" fmla="*/ 844806 h 1815336"/>
                <a:gd name="connsiteX690" fmla="*/ 1059797 w 2357416"/>
                <a:gd name="connsiteY690" fmla="*/ 851235 h 1815336"/>
                <a:gd name="connsiteX691" fmla="*/ 1018070 w 2357416"/>
                <a:gd name="connsiteY691" fmla="*/ 841276 h 1815336"/>
                <a:gd name="connsiteX692" fmla="*/ 989831 w 2357416"/>
                <a:gd name="connsiteY692" fmla="*/ 834846 h 1815336"/>
                <a:gd name="connsiteX693" fmla="*/ 966257 w 2357416"/>
                <a:gd name="connsiteY693" fmla="*/ 823122 h 1815336"/>
                <a:gd name="connsiteX694" fmla="*/ 952768 w 2357416"/>
                <a:gd name="connsiteY694" fmla="*/ 801943 h 1815336"/>
                <a:gd name="connsiteX695" fmla="*/ 909276 w 2357416"/>
                <a:gd name="connsiteY695" fmla="*/ 803708 h 1815336"/>
                <a:gd name="connsiteX696" fmla="*/ 870448 w 2357416"/>
                <a:gd name="connsiteY696" fmla="*/ 820727 h 1815336"/>
                <a:gd name="connsiteX697" fmla="*/ 882172 w 2357416"/>
                <a:gd name="connsiteY697" fmla="*/ 831947 h 1815336"/>
                <a:gd name="connsiteX698" fmla="*/ 906880 w 2357416"/>
                <a:gd name="connsiteY698" fmla="*/ 823753 h 1815336"/>
                <a:gd name="connsiteX699" fmla="*/ 942179 w 2357416"/>
                <a:gd name="connsiteY699" fmla="*/ 813794 h 1815336"/>
                <a:gd name="connsiteX700" fmla="*/ 898686 w 2357416"/>
                <a:gd name="connsiteY700" fmla="*/ 836737 h 1815336"/>
                <a:gd name="connsiteX701" fmla="*/ 901586 w 2357416"/>
                <a:gd name="connsiteY701" fmla="*/ 873170 h 1815336"/>
                <a:gd name="connsiteX702" fmla="*/ 895156 w 2357416"/>
                <a:gd name="connsiteY702" fmla="*/ 893215 h 1815336"/>
                <a:gd name="connsiteX703" fmla="*/ 878642 w 2357416"/>
                <a:gd name="connsiteY703" fmla="*/ 886155 h 1815336"/>
                <a:gd name="connsiteX704" fmla="*/ 875742 w 2357416"/>
                <a:gd name="connsiteY704" fmla="*/ 864346 h 1815336"/>
                <a:gd name="connsiteX705" fmla="*/ 862253 w 2357416"/>
                <a:gd name="connsiteY705" fmla="*/ 856656 h 1815336"/>
                <a:gd name="connsiteX706" fmla="*/ 844604 w 2357416"/>
                <a:gd name="connsiteY706" fmla="*/ 850731 h 1815336"/>
                <a:gd name="connsiteX707" fmla="*/ 821030 w 2357416"/>
                <a:gd name="connsiteY707" fmla="*/ 844806 h 1815336"/>
                <a:gd name="connsiteX708" fmla="*/ 772243 w 2357416"/>
                <a:gd name="connsiteY708" fmla="*/ 853000 h 1815336"/>
                <a:gd name="connsiteX709" fmla="*/ 693957 w 2357416"/>
                <a:gd name="connsiteY709" fmla="*/ 847705 h 1815336"/>
                <a:gd name="connsiteX710" fmla="*/ 723960 w 2357416"/>
                <a:gd name="connsiteY710" fmla="*/ 827156 h 1815336"/>
                <a:gd name="connsiteX711" fmla="*/ 714001 w 2357416"/>
                <a:gd name="connsiteY711" fmla="*/ 807112 h 1815336"/>
                <a:gd name="connsiteX712" fmla="*/ 671013 w 2357416"/>
                <a:gd name="connsiteY712" fmla="*/ 796523 h 1815336"/>
                <a:gd name="connsiteX713" fmla="*/ 632185 w 2357416"/>
                <a:gd name="connsiteY713" fmla="*/ 792993 h 1815336"/>
                <a:gd name="connsiteX714" fmla="*/ 593357 w 2357416"/>
                <a:gd name="connsiteY714" fmla="*/ 780638 h 1815336"/>
                <a:gd name="connsiteX715" fmla="*/ 541544 w 2357416"/>
                <a:gd name="connsiteY715" fmla="*/ 762989 h 1815336"/>
                <a:gd name="connsiteX716" fmla="*/ 481537 w 2357416"/>
                <a:gd name="connsiteY716" fmla="*/ 765385 h 1815336"/>
                <a:gd name="connsiteX717" fmla="*/ 450903 w 2357416"/>
                <a:gd name="connsiteY717" fmla="*/ 776604 h 1815336"/>
                <a:gd name="connsiteX718" fmla="*/ 452038 w 2357416"/>
                <a:gd name="connsiteY718" fmla="*/ 759586 h 1815336"/>
                <a:gd name="connsiteX719" fmla="*/ 443213 w 2357416"/>
                <a:gd name="connsiteY719" fmla="*/ 739037 h 1815336"/>
                <a:gd name="connsiteX720" fmla="*/ 407285 w 2357416"/>
                <a:gd name="connsiteY720" fmla="*/ 776730 h 1815336"/>
                <a:gd name="connsiteX721" fmla="*/ 367322 w 2357416"/>
                <a:gd name="connsiteY721" fmla="*/ 723783 h 1815336"/>
                <a:gd name="connsiteX722" fmla="*/ 351438 w 2357416"/>
                <a:gd name="connsiteY722" fmla="*/ 728447 h 1815336"/>
                <a:gd name="connsiteX723" fmla="*/ 341983 w 2357416"/>
                <a:gd name="connsiteY723" fmla="*/ 743701 h 1815336"/>
                <a:gd name="connsiteX724" fmla="*/ 322569 w 2357416"/>
                <a:gd name="connsiteY724" fmla="*/ 760720 h 1815336"/>
                <a:gd name="connsiteX725" fmla="*/ 296726 w 2357416"/>
                <a:gd name="connsiteY725" fmla="*/ 764880 h 1815336"/>
                <a:gd name="connsiteX726" fmla="*/ 271387 w 2357416"/>
                <a:gd name="connsiteY726" fmla="*/ 773075 h 1815336"/>
                <a:gd name="connsiteX727" fmla="*/ 230163 w 2357416"/>
                <a:gd name="connsiteY727" fmla="*/ 795388 h 1815336"/>
                <a:gd name="connsiteX728" fmla="*/ 212514 w 2357416"/>
                <a:gd name="connsiteY728" fmla="*/ 807112 h 1815336"/>
                <a:gd name="connsiteX729" fmla="*/ 218944 w 2357416"/>
                <a:gd name="connsiteY729" fmla="*/ 792363 h 1815336"/>
                <a:gd name="connsiteX730" fmla="*/ 270126 w 2357416"/>
                <a:gd name="connsiteY730" fmla="*/ 762989 h 1815336"/>
                <a:gd name="connsiteX731" fmla="*/ 311853 w 2357416"/>
                <a:gd name="connsiteY731" fmla="*/ 742945 h 1815336"/>
                <a:gd name="connsiteX732" fmla="*/ 288910 w 2357416"/>
                <a:gd name="connsiteY732" fmla="*/ 740046 h 1815336"/>
                <a:gd name="connsiteX733" fmla="*/ 247182 w 2357416"/>
                <a:gd name="connsiteY733" fmla="*/ 755930 h 1815336"/>
                <a:gd name="connsiteX734" fmla="*/ 217809 w 2357416"/>
                <a:gd name="connsiteY734" fmla="*/ 770049 h 1815336"/>
                <a:gd name="connsiteX735" fmla="*/ 199025 w 2357416"/>
                <a:gd name="connsiteY735" fmla="*/ 775344 h 1815336"/>
                <a:gd name="connsiteX736" fmla="*/ 193100 w 2357416"/>
                <a:gd name="connsiteY736" fmla="*/ 771184 h 1815336"/>
                <a:gd name="connsiteX737" fmla="*/ 178981 w 2357416"/>
                <a:gd name="connsiteY737" fmla="*/ 765259 h 1815336"/>
                <a:gd name="connsiteX738" fmla="*/ 161332 w 2357416"/>
                <a:gd name="connsiteY738" fmla="*/ 774713 h 1815336"/>
                <a:gd name="connsiteX739" fmla="*/ 142548 w 2357416"/>
                <a:gd name="connsiteY739" fmla="*/ 791732 h 1815336"/>
                <a:gd name="connsiteX740" fmla="*/ 153138 w 2357416"/>
                <a:gd name="connsiteY740" fmla="*/ 806986 h 1815336"/>
                <a:gd name="connsiteX741" fmla="*/ 113175 w 2357416"/>
                <a:gd name="connsiteY741" fmla="*/ 796397 h 1815336"/>
                <a:gd name="connsiteX742" fmla="*/ 51403 w 2357416"/>
                <a:gd name="connsiteY742" fmla="*/ 767528 h 1815336"/>
                <a:gd name="connsiteX743" fmla="*/ 2364 w 2357416"/>
                <a:gd name="connsiteY743" fmla="*/ 763620 h 1815336"/>
                <a:gd name="connsiteX744" fmla="*/ 2364 w 2357416"/>
                <a:gd name="connsiteY744" fmla="*/ 1170305 h 1815336"/>
                <a:gd name="connsiteX745" fmla="*/ 16483 w 2357416"/>
                <a:gd name="connsiteY745" fmla="*/ 1173205 h 1815336"/>
                <a:gd name="connsiteX746" fmla="*/ 40814 w 2357416"/>
                <a:gd name="connsiteY746" fmla="*/ 1168541 h 1815336"/>
                <a:gd name="connsiteX747" fmla="*/ 58841 w 2357416"/>
                <a:gd name="connsiteY747" fmla="*/ 1181903 h 1815336"/>
                <a:gd name="connsiteX748" fmla="*/ 85567 w 2357416"/>
                <a:gd name="connsiteY748" fmla="*/ 1208629 h 1815336"/>
                <a:gd name="connsiteX749" fmla="*/ 105989 w 2357416"/>
                <a:gd name="connsiteY749" fmla="*/ 1221992 h 1815336"/>
                <a:gd name="connsiteX750" fmla="*/ 130320 w 2357416"/>
                <a:gd name="connsiteY750" fmla="*/ 1203082 h 1815336"/>
                <a:gd name="connsiteX751" fmla="*/ 166374 w 2357416"/>
                <a:gd name="connsiteY751" fmla="*/ 1204721 h 1815336"/>
                <a:gd name="connsiteX752" fmla="*/ 223608 w 2357416"/>
                <a:gd name="connsiteY752" fmla="*/ 1269771 h 1815336"/>
                <a:gd name="connsiteX753" fmla="*/ 270630 w 2357416"/>
                <a:gd name="connsiteY753" fmla="*/ 1325491 h 1815336"/>
                <a:gd name="connsiteX754" fmla="*/ 295717 w 2357416"/>
                <a:gd name="connsiteY754" fmla="*/ 1353730 h 1815336"/>
                <a:gd name="connsiteX755" fmla="*/ 301264 w 2357416"/>
                <a:gd name="connsiteY755" fmla="*/ 1378061 h 1815336"/>
                <a:gd name="connsiteX756" fmla="*/ 283111 w 2357416"/>
                <a:gd name="connsiteY756" fmla="*/ 1390919 h 1815336"/>
                <a:gd name="connsiteX757" fmla="*/ 294330 w 2357416"/>
                <a:gd name="connsiteY757" fmla="*/ 1404408 h 1815336"/>
                <a:gd name="connsiteX758" fmla="*/ 287271 w 2357416"/>
                <a:gd name="connsiteY758" fmla="*/ 1415628 h 1815336"/>
                <a:gd name="connsiteX759" fmla="*/ 291935 w 2357416"/>
                <a:gd name="connsiteY759" fmla="*/ 1435672 h 1815336"/>
                <a:gd name="connsiteX760" fmla="*/ 314879 w 2357416"/>
                <a:gd name="connsiteY760" fmla="*/ 1434538 h 1815336"/>
                <a:gd name="connsiteX761" fmla="*/ 320804 w 2357416"/>
                <a:gd name="connsiteY761" fmla="*/ 1449792 h 1815336"/>
                <a:gd name="connsiteX762" fmla="*/ 332024 w 2357416"/>
                <a:gd name="connsiteY762" fmla="*/ 1458616 h 1815336"/>
                <a:gd name="connsiteX763" fmla="*/ 353833 w 2357416"/>
                <a:gd name="connsiteY763" fmla="*/ 1472105 h 1815336"/>
                <a:gd name="connsiteX764" fmla="*/ 355598 w 2357416"/>
                <a:gd name="connsiteY764" fmla="*/ 1483829 h 1815336"/>
                <a:gd name="connsiteX765" fmla="*/ 354463 w 2357416"/>
                <a:gd name="connsiteY765" fmla="*/ 1499713 h 1815336"/>
                <a:gd name="connsiteX766" fmla="*/ 360388 w 2357416"/>
                <a:gd name="connsiteY766" fmla="*/ 1513833 h 1815336"/>
                <a:gd name="connsiteX767" fmla="*/ 388627 w 2357416"/>
                <a:gd name="connsiteY767" fmla="*/ 1524422 h 1815336"/>
                <a:gd name="connsiteX768" fmla="*/ 406906 w 2357416"/>
                <a:gd name="connsiteY768" fmla="*/ 1535642 h 1815336"/>
                <a:gd name="connsiteX769" fmla="*/ 429850 w 2357416"/>
                <a:gd name="connsiteY769" fmla="*/ 1542702 h 1815336"/>
                <a:gd name="connsiteX770" fmla="*/ 439809 w 2357416"/>
                <a:gd name="connsiteY770" fmla="*/ 1558586 h 1815336"/>
                <a:gd name="connsiteX771" fmla="*/ 459854 w 2357416"/>
                <a:gd name="connsiteY771" fmla="*/ 1561485 h 1815336"/>
                <a:gd name="connsiteX772" fmla="*/ 475738 w 2357416"/>
                <a:gd name="connsiteY772" fmla="*/ 1569175 h 1815336"/>
                <a:gd name="connsiteX773" fmla="*/ 496034 w 2357416"/>
                <a:gd name="connsiteY773" fmla="*/ 1594010 h 1815336"/>
                <a:gd name="connsiteX774" fmla="*/ 1227464 w 2357416"/>
                <a:gd name="connsiteY774" fmla="*/ 1590102 h 1815336"/>
                <a:gd name="connsiteX775" fmla="*/ 1236540 w 2357416"/>
                <a:gd name="connsiteY775" fmla="*/ 1578252 h 1815336"/>
                <a:gd name="connsiteX776" fmla="*/ 1247508 w 2357416"/>
                <a:gd name="connsiteY776" fmla="*/ 1598674 h 1815336"/>
                <a:gd name="connsiteX777" fmla="*/ 1270326 w 2357416"/>
                <a:gd name="connsiteY777" fmla="*/ 1606491 h 1815336"/>
                <a:gd name="connsiteX778" fmla="*/ 1294656 w 2357416"/>
                <a:gd name="connsiteY778" fmla="*/ 1607247 h 1815336"/>
                <a:gd name="connsiteX779" fmla="*/ 1316592 w 2357416"/>
                <a:gd name="connsiteY779" fmla="*/ 1615819 h 1815336"/>
                <a:gd name="connsiteX780" fmla="*/ 1339284 w 2357416"/>
                <a:gd name="connsiteY780" fmla="*/ 1619727 h 1815336"/>
                <a:gd name="connsiteX781" fmla="*/ 1377229 w 2357416"/>
                <a:gd name="connsiteY781" fmla="*/ 1625022 h 1815336"/>
                <a:gd name="connsiteX782" fmla="*/ 1411897 w 2357416"/>
                <a:gd name="connsiteY782" fmla="*/ 1592623 h 1815336"/>
                <a:gd name="connsiteX783" fmla="*/ 1468374 w 2357416"/>
                <a:gd name="connsiteY783" fmla="*/ 1616197 h 1815336"/>
                <a:gd name="connsiteX784" fmla="*/ 1496613 w 2357416"/>
                <a:gd name="connsiteY784" fmla="*/ 1636242 h 1815336"/>
                <a:gd name="connsiteX785" fmla="*/ 1511614 w 2357416"/>
                <a:gd name="connsiteY785" fmla="*/ 1673305 h 1815336"/>
                <a:gd name="connsiteX786" fmla="*/ 1526742 w 2357416"/>
                <a:gd name="connsiteY786" fmla="*/ 1683768 h 1815336"/>
                <a:gd name="connsiteX787" fmla="*/ 1567335 w 2357416"/>
                <a:gd name="connsiteY787" fmla="*/ 1689189 h 1815336"/>
                <a:gd name="connsiteX788" fmla="*/ 1616753 w 2357416"/>
                <a:gd name="connsiteY788" fmla="*/ 1702174 h 1815336"/>
                <a:gd name="connsiteX789" fmla="*/ 1626207 w 2357416"/>
                <a:gd name="connsiteY789" fmla="*/ 1738607 h 1815336"/>
                <a:gd name="connsiteX790" fmla="*/ 1592044 w 2357416"/>
                <a:gd name="connsiteY790" fmla="*/ 1730412 h 1815336"/>
                <a:gd name="connsiteX791" fmla="*/ 1583850 w 2357416"/>
                <a:gd name="connsiteY791" fmla="*/ 1753987 h 1815336"/>
                <a:gd name="connsiteX792" fmla="*/ 1565066 w 2357416"/>
                <a:gd name="connsiteY792" fmla="*/ 1795210 h 1815336"/>
                <a:gd name="connsiteX793" fmla="*/ 1564436 w 2357416"/>
                <a:gd name="connsiteY793" fmla="*/ 1794958 h 1815336"/>
                <a:gd name="connsiteX794" fmla="*/ 1568722 w 2357416"/>
                <a:gd name="connsiteY794" fmla="*/ 1815758 h 1815336"/>
                <a:gd name="connsiteX795" fmla="*/ 1601625 w 2357416"/>
                <a:gd name="connsiteY795" fmla="*/ 1798740 h 1815336"/>
                <a:gd name="connsiteX796" fmla="*/ 1635788 w 2357416"/>
                <a:gd name="connsiteY796" fmla="*/ 1802269 h 1815336"/>
                <a:gd name="connsiteX797" fmla="*/ 1652303 w 2357416"/>
                <a:gd name="connsiteY797" fmla="*/ 1796344 h 1815336"/>
                <a:gd name="connsiteX798" fmla="*/ 1651925 w 2357416"/>
                <a:gd name="connsiteY798" fmla="*/ 1798992 h 1815336"/>
                <a:gd name="connsiteX799" fmla="*/ 1659741 w 2357416"/>
                <a:gd name="connsiteY799" fmla="*/ 1792436 h 1815336"/>
                <a:gd name="connsiteX800" fmla="*/ 1658228 w 2357416"/>
                <a:gd name="connsiteY800" fmla="*/ 1781973 h 1815336"/>
                <a:gd name="connsiteX801" fmla="*/ 1639318 w 2357416"/>
                <a:gd name="connsiteY801" fmla="*/ 1776426 h 1815336"/>
                <a:gd name="connsiteX802" fmla="*/ 1693400 w 2357416"/>
                <a:gd name="connsiteY802" fmla="*/ 1755247 h 1815336"/>
                <a:gd name="connsiteX803" fmla="*/ 1730085 w 2357416"/>
                <a:gd name="connsiteY803" fmla="*/ 1752600 h 1815336"/>
                <a:gd name="connsiteX804" fmla="*/ 1765635 w 2357416"/>
                <a:gd name="connsiteY804" fmla="*/ 1725748 h 1815336"/>
                <a:gd name="connsiteX805" fmla="*/ 1856654 w 2357416"/>
                <a:gd name="connsiteY805" fmla="*/ 1724992 h 1815336"/>
                <a:gd name="connsiteX806" fmla="*/ 1889557 w 2357416"/>
                <a:gd name="connsiteY806" fmla="*/ 1690450 h 1815336"/>
                <a:gd name="connsiteX807" fmla="*/ 1923343 w 2357416"/>
                <a:gd name="connsiteY807" fmla="*/ 1643427 h 1815336"/>
                <a:gd name="connsiteX808" fmla="*/ 1958641 w 2357416"/>
                <a:gd name="connsiteY808" fmla="*/ 1653639 h 1815336"/>
                <a:gd name="connsiteX809" fmla="*/ 1980954 w 2357416"/>
                <a:gd name="connsiteY809" fmla="*/ 1727387 h 1815336"/>
                <a:gd name="connsiteX810" fmla="*/ 2008815 w 2357416"/>
                <a:gd name="connsiteY810" fmla="*/ 1715789 h 1815336"/>
                <a:gd name="connsiteX811" fmla="*/ 2039953 w 2357416"/>
                <a:gd name="connsiteY811" fmla="*/ 1693475 h 1815336"/>
                <a:gd name="connsiteX812" fmla="*/ 2041718 w 2357416"/>
                <a:gd name="connsiteY812" fmla="*/ 1704695 h 1815336"/>
                <a:gd name="connsiteX813" fmla="*/ 2065796 w 2357416"/>
                <a:gd name="connsiteY813" fmla="*/ 1714150 h 1815336"/>
                <a:gd name="connsiteX814" fmla="*/ 2045752 w 2357416"/>
                <a:gd name="connsiteY814" fmla="*/ 1719445 h 1815336"/>
                <a:gd name="connsiteX815" fmla="*/ 2011588 w 2357416"/>
                <a:gd name="connsiteY815" fmla="*/ 1737094 h 1815336"/>
                <a:gd name="connsiteX816" fmla="*/ 2008689 w 2357416"/>
                <a:gd name="connsiteY816" fmla="*/ 1766467 h 1815336"/>
                <a:gd name="connsiteX817" fmla="*/ 2043357 w 2357416"/>
                <a:gd name="connsiteY817" fmla="*/ 1760038 h 1815336"/>
                <a:gd name="connsiteX818" fmla="*/ 2068696 w 2357416"/>
                <a:gd name="connsiteY818" fmla="*/ 1738228 h 1815336"/>
                <a:gd name="connsiteX819" fmla="*/ 2129837 w 2357416"/>
                <a:gd name="connsiteY819" fmla="*/ 1721714 h 1815336"/>
                <a:gd name="connsiteX820" fmla="*/ 2135132 w 2357416"/>
                <a:gd name="connsiteY820" fmla="*/ 1708099 h 1815336"/>
                <a:gd name="connsiteX821" fmla="*/ 2170430 w 2357416"/>
                <a:gd name="connsiteY821" fmla="*/ 1695114 h 1815336"/>
                <a:gd name="connsiteX822" fmla="*/ 2160471 w 2357416"/>
                <a:gd name="connsiteY822" fmla="*/ 1684651 h 1815336"/>
                <a:gd name="connsiteX823" fmla="*/ 628781 w 2357416"/>
                <a:gd name="connsiteY823" fmla="*/ 921957 h 1815336"/>
                <a:gd name="connsiteX824" fmla="*/ 592222 w 2357416"/>
                <a:gd name="connsiteY824" fmla="*/ 941119 h 1815336"/>
                <a:gd name="connsiteX825" fmla="*/ 574447 w 2357416"/>
                <a:gd name="connsiteY825" fmla="*/ 951961 h 1815336"/>
                <a:gd name="connsiteX826" fmla="*/ 566505 w 2357416"/>
                <a:gd name="connsiteY826" fmla="*/ 965954 h 1815336"/>
                <a:gd name="connsiteX827" fmla="*/ 532845 w 2357416"/>
                <a:gd name="connsiteY827" fmla="*/ 980956 h 1815336"/>
                <a:gd name="connsiteX828" fmla="*/ 552007 w 2357416"/>
                <a:gd name="connsiteY828" fmla="*/ 948179 h 1815336"/>
                <a:gd name="connsiteX829" fmla="*/ 520617 w 2357416"/>
                <a:gd name="connsiteY829" fmla="*/ 967341 h 1815336"/>
                <a:gd name="connsiteX830" fmla="*/ 496791 w 2357416"/>
                <a:gd name="connsiteY830" fmla="*/ 975283 h 1815336"/>
                <a:gd name="connsiteX831" fmla="*/ 485067 w 2357416"/>
                <a:gd name="connsiteY831" fmla="*/ 965450 h 1815336"/>
                <a:gd name="connsiteX832" fmla="*/ 500068 w 2357416"/>
                <a:gd name="connsiteY832" fmla="*/ 950070 h 1815336"/>
                <a:gd name="connsiteX833" fmla="*/ 501455 w 2357416"/>
                <a:gd name="connsiteY833" fmla="*/ 933177 h 1815336"/>
                <a:gd name="connsiteX834" fmla="*/ 530450 w 2357416"/>
                <a:gd name="connsiteY834" fmla="*/ 929017 h 1815336"/>
                <a:gd name="connsiteX835" fmla="*/ 497169 w 2357416"/>
                <a:gd name="connsiteY835" fmla="*/ 917293 h 1815336"/>
                <a:gd name="connsiteX836" fmla="*/ 445734 w 2357416"/>
                <a:gd name="connsiteY836" fmla="*/ 925739 h 1815336"/>
                <a:gd name="connsiteX837" fmla="*/ 515953 w 2357416"/>
                <a:gd name="connsiteY837" fmla="*/ 905191 h 1815336"/>
                <a:gd name="connsiteX838" fmla="*/ 581506 w 2357416"/>
                <a:gd name="connsiteY838" fmla="*/ 892584 h 1815336"/>
                <a:gd name="connsiteX839" fmla="*/ 569278 w 2357416"/>
                <a:gd name="connsiteY839" fmla="*/ 916410 h 1815336"/>
                <a:gd name="connsiteX840" fmla="*/ 614157 w 2357416"/>
                <a:gd name="connsiteY840" fmla="*/ 910359 h 1815336"/>
                <a:gd name="connsiteX841" fmla="*/ 628781 w 2357416"/>
                <a:gd name="connsiteY841" fmla="*/ 921957 h 1815336"/>
                <a:gd name="connsiteX842" fmla="*/ 777664 w 2357416"/>
                <a:gd name="connsiteY842" fmla="*/ 1110929 h 1815336"/>
                <a:gd name="connsiteX843" fmla="*/ 744887 w 2357416"/>
                <a:gd name="connsiteY843" fmla="*/ 1125426 h 1815336"/>
                <a:gd name="connsiteX844" fmla="*/ 722447 w 2357416"/>
                <a:gd name="connsiteY844" fmla="*/ 1145597 h 1815336"/>
                <a:gd name="connsiteX845" fmla="*/ 650338 w 2357416"/>
                <a:gd name="connsiteY845" fmla="*/ 1138159 h 1815336"/>
                <a:gd name="connsiteX846" fmla="*/ 677442 w 2357416"/>
                <a:gd name="connsiteY846" fmla="*/ 1129334 h 1815336"/>
                <a:gd name="connsiteX847" fmla="*/ 698495 w 2357416"/>
                <a:gd name="connsiteY847" fmla="*/ 1108786 h 1815336"/>
                <a:gd name="connsiteX848" fmla="*/ 690048 w 2357416"/>
                <a:gd name="connsiteY848" fmla="*/ 1083951 h 1815336"/>
                <a:gd name="connsiteX849" fmla="*/ 728372 w 2357416"/>
                <a:gd name="connsiteY849" fmla="*/ 1083447 h 1815336"/>
                <a:gd name="connsiteX850" fmla="*/ 769091 w 2357416"/>
                <a:gd name="connsiteY850" fmla="*/ 1098448 h 1815336"/>
                <a:gd name="connsiteX851" fmla="*/ 841201 w 2357416"/>
                <a:gd name="connsiteY851" fmla="*/ 1071723 h 1815336"/>
                <a:gd name="connsiteX852" fmla="*/ 777664 w 2357416"/>
                <a:gd name="connsiteY852" fmla="*/ 1110929 h 1815336"/>
                <a:gd name="connsiteX853" fmla="*/ 1187123 w 2357416"/>
                <a:gd name="connsiteY853" fmla="*/ 1538667 h 1815336"/>
                <a:gd name="connsiteX854" fmla="*/ 1164809 w 2357416"/>
                <a:gd name="connsiteY854" fmla="*/ 1491645 h 1815336"/>
                <a:gd name="connsiteX855" fmla="*/ 1124847 w 2357416"/>
                <a:gd name="connsiteY855" fmla="*/ 1432773 h 1815336"/>
                <a:gd name="connsiteX856" fmla="*/ 1157750 w 2357416"/>
                <a:gd name="connsiteY856" fmla="*/ 1422183 h 1815336"/>
                <a:gd name="connsiteX857" fmla="*/ 1189518 w 2357416"/>
                <a:gd name="connsiteY857" fmla="*/ 1497444 h 1815336"/>
                <a:gd name="connsiteX858" fmla="*/ 1187123 w 2357416"/>
                <a:gd name="connsiteY858" fmla="*/ 1538667 h 1815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Lst>
              <a:rect l="l" t="t" r="r" b="b"/>
              <a:pathLst>
                <a:path w="2357416" h="1815336">
                  <a:moveTo>
                    <a:pt x="469183" y="1591111"/>
                  </a:moveTo>
                  <a:cubicBezTo>
                    <a:pt x="461493" y="1582916"/>
                    <a:pt x="441574" y="1584681"/>
                    <a:pt x="438549" y="1576991"/>
                  </a:cubicBezTo>
                  <a:cubicBezTo>
                    <a:pt x="435649" y="1569301"/>
                    <a:pt x="417370" y="1541693"/>
                    <a:pt x="407411" y="1542323"/>
                  </a:cubicBezTo>
                  <a:cubicBezTo>
                    <a:pt x="397452" y="1542954"/>
                    <a:pt x="384467" y="1543458"/>
                    <a:pt x="372743" y="1534633"/>
                  </a:cubicBezTo>
                  <a:cubicBezTo>
                    <a:pt x="361019" y="1525809"/>
                    <a:pt x="353329" y="1525179"/>
                    <a:pt x="345135" y="1530473"/>
                  </a:cubicBezTo>
                  <a:cubicBezTo>
                    <a:pt x="336940" y="1535768"/>
                    <a:pt x="353959" y="1536903"/>
                    <a:pt x="353329" y="1542828"/>
                  </a:cubicBezTo>
                  <a:cubicBezTo>
                    <a:pt x="352699" y="1548753"/>
                    <a:pt x="358623" y="1552283"/>
                    <a:pt x="365683" y="1551022"/>
                  </a:cubicBezTo>
                  <a:cubicBezTo>
                    <a:pt x="372743" y="1549887"/>
                    <a:pt x="376903" y="1564511"/>
                    <a:pt x="383963" y="1565141"/>
                  </a:cubicBezTo>
                  <a:cubicBezTo>
                    <a:pt x="391022" y="1565771"/>
                    <a:pt x="393417" y="1576865"/>
                    <a:pt x="401612" y="1576865"/>
                  </a:cubicBezTo>
                  <a:cubicBezTo>
                    <a:pt x="409806" y="1576865"/>
                    <a:pt x="411571" y="1586320"/>
                    <a:pt x="415731" y="1591615"/>
                  </a:cubicBezTo>
                  <a:cubicBezTo>
                    <a:pt x="419891" y="1596909"/>
                    <a:pt x="429220" y="1592245"/>
                    <a:pt x="429220" y="1597540"/>
                  </a:cubicBezTo>
                  <a:cubicBezTo>
                    <a:pt x="429220" y="1602330"/>
                    <a:pt x="438675" y="1606617"/>
                    <a:pt x="440944" y="1612542"/>
                  </a:cubicBezTo>
                  <a:cubicBezTo>
                    <a:pt x="457080" y="1614432"/>
                    <a:pt x="470821" y="1615945"/>
                    <a:pt x="482924" y="1612668"/>
                  </a:cubicBezTo>
                  <a:cubicBezTo>
                    <a:pt x="483050" y="1609012"/>
                    <a:pt x="483932" y="1604852"/>
                    <a:pt x="485697" y="1601700"/>
                  </a:cubicBezTo>
                  <a:cubicBezTo>
                    <a:pt x="489857" y="1594010"/>
                    <a:pt x="476873" y="1599305"/>
                    <a:pt x="469183" y="1591111"/>
                  </a:cubicBezTo>
                  <a:close/>
                  <a:moveTo>
                    <a:pt x="449264" y="655960"/>
                  </a:moveTo>
                  <a:cubicBezTo>
                    <a:pt x="470443" y="660624"/>
                    <a:pt x="472712" y="698318"/>
                    <a:pt x="486958" y="698318"/>
                  </a:cubicBezTo>
                  <a:cubicBezTo>
                    <a:pt x="496413" y="698318"/>
                    <a:pt x="489353" y="686594"/>
                    <a:pt x="504607" y="686594"/>
                  </a:cubicBezTo>
                  <a:cubicBezTo>
                    <a:pt x="519861" y="686594"/>
                    <a:pt x="516331" y="678400"/>
                    <a:pt x="530450" y="679534"/>
                  </a:cubicBezTo>
                  <a:cubicBezTo>
                    <a:pt x="544569" y="680669"/>
                    <a:pt x="556293" y="676004"/>
                    <a:pt x="556293" y="659490"/>
                  </a:cubicBezTo>
                  <a:cubicBezTo>
                    <a:pt x="556293" y="642975"/>
                    <a:pt x="566883" y="637176"/>
                    <a:pt x="581002" y="633647"/>
                  </a:cubicBezTo>
                  <a:cubicBezTo>
                    <a:pt x="595122" y="630117"/>
                    <a:pt x="582137" y="612468"/>
                    <a:pt x="602181" y="607803"/>
                  </a:cubicBezTo>
                  <a:cubicBezTo>
                    <a:pt x="622226" y="603139"/>
                    <a:pt x="677568" y="579565"/>
                    <a:pt x="686897" y="572505"/>
                  </a:cubicBezTo>
                  <a:cubicBezTo>
                    <a:pt x="696352" y="565445"/>
                    <a:pt x="675173" y="555991"/>
                    <a:pt x="653994" y="543132"/>
                  </a:cubicBezTo>
                  <a:cubicBezTo>
                    <a:pt x="632815" y="530147"/>
                    <a:pt x="616300" y="526617"/>
                    <a:pt x="599912" y="537207"/>
                  </a:cubicBezTo>
                  <a:cubicBezTo>
                    <a:pt x="583397" y="547796"/>
                    <a:pt x="596382" y="525483"/>
                    <a:pt x="583397" y="531282"/>
                  </a:cubicBezTo>
                  <a:cubicBezTo>
                    <a:pt x="570413" y="537207"/>
                    <a:pt x="535115" y="521827"/>
                    <a:pt x="530450" y="516028"/>
                  </a:cubicBezTo>
                  <a:cubicBezTo>
                    <a:pt x="525786" y="510103"/>
                    <a:pt x="462123" y="529013"/>
                    <a:pt x="446869" y="529013"/>
                  </a:cubicBezTo>
                  <a:cubicBezTo>
                    <a:pt x="431615" y="529013"/>
                    <a:pt x="448004" y="545527"/>
                    <a:pt x="458593" y="553721"/>
                  </a:cubicBezTo>
                  <a:cubicBezTo>
                    <a:pt x="469183" y="561916"/>
                    <a:pt x="432750" y="587885"/>
                    <a:pt x="439809" y="593684"/>
                  </a:cubicBezTo>
                  <a:cubicBezTo>
                    <a:pt x="446869" y="599609"/>
                    <a:pt x="432750" y="614863"/>
                    <a:pt x="416235" y="633647"/>
                  </a:cubicBezTo>
                  <a:cubicBezTo>
                    <a:pt x="399847" y="652430"/>
                    <a:pt x="428085" y="651296"/>
                    <a:pt x="449264" y="655960"/>
                  </a:cubicBezTo>
                  <a:close/>
                  <a:moveTo>
                    <a:pt x="1037736" y="752526"/>
                  </a:moveTo>
                  <a:cubicBezTo>
                    <a:pt x="1044796" y="744332"/>
                    <a:pt x="1074169" y="769040"/>
                    <a:pt x="1075429" y="751391"/>
                  </a:cubicBezTo>
                  <a:cubicBezTo>
                    <a:pt x="1076564" y="733742"/>
                    <a:pt x="1042526" y="725548"/>
                    <a:pt x="1028407" y="716093"/>
                  </a:cubicBezTo>
                  <a:cubicBezTo>
                    <a:pt x="1014288" y="706638"/>
                    <a:pt x="1008363" y="711429"/>
                    <a:pt x="986049" y="694914"/>
                  </a:cubicBezTo>
                  <a:cubicBezTo>
                    <a:pt x="963736" y="678400"/>
                    <a:pt x="991974" y="670205"/>
                    <a:pt x="975460" y="657221"/>
                  </a:cubicBezTo>
                  <a:cubicBezTo>
                    <a:pt x="958945" y="644236"/>
                    <a:pt x="953146" y="608938"/>
                    <a:pt x="964870" y="597214"/>
                  </a:cubicBezTo>
                  <a:cubicBezTo>
                    <a:pt x="976594" y="585490"/>
                    <a:pt x="989579" y="567841"/>
                    <a:pt x="968400" y="559520"/>
                  </a:cubicBezTo>
                  <a:cubicBezTo>
                    <a:pt x="947221" y="551326"/>
                    <a:pt x="913057" y="566580"/>
                    <a:pt x="916587" y="571244"/>
                  </a:cubicBezTo>
                  <a:cubicBezTo>
                    <a:pt x="920117" y="575909"/>
                    <a:pt x="949490" y="592423"/>
                    <a:pt x="949490" y="599483"/>
                  </a:cubicBezTo>
                  <a:cubicBezTo>
                    <a:pt x="949490" y="606543"/>
                    <a:pt x="922386" y="579439"/>
                    <a:pt x="913057" y="585364"/>
                  </a:cubicBezTo>
                  <a:cubicBezTo>
                    <a:pt x="903603" y="591289"/>
                    <a:pt x="893013" y="573640"/>
                    <a:pt x="884819" y="585364"/>
                  </a:cubicBezTo>
                  <a:cubicBezTo>
                    <a:pt x="876625" y="597088"/>
                    <a:pt x="895408" y="638311"/>
                    <a:pt x="902468" y="650035"/>
                  </a:cubicBezTo>
                  <a:cubicBezTo>
                    <a:pt x="909528" y="661759"/>
                    <a:pt x="895408" y="661759"/>
                    <a:pt x="885954" y="664154"/>
                  </a:cubicBezTo>
                  <a:cubicBezTo>
                    <a:pt x="876499" y="666550"/>
                    <a:pt x="875364" y="631251"/>
                    <a:pt x="865909" y="618267"/>
                  </a:cubicBezTo>
                  <a:cubicBezTo>
                    <a:pt x="856454" y="605282"/>
                    <a:pt x="818887" y="590028"/>
                    <a:pt x="816492" y="599483"/>
                  </a:cubicBezTo>
                  <a:cubicBezTo>
                    <a:pt x="814097" y="608938"/>
                    <a:pt x="840066" y="608938"/>
                    <a:pt x="836536" y="621796"/>
                  </a:cubicBezTo>
                  <a:cubicBezTo>
                    <a:pt x="833006" y="634781"/>
                    <a:pt x="818887" y="613602"/>
                    <a:pt x="805902" y="624192"/>
                  </a:cubicBezTo>
                  <a:cubicBezTo>
                    <a:pt x="792918" y="634781"/>
                    <a:pt x="795313" y="627722"/>
                    <a:pt x="797708" y="617132"/>
                  </a:cubicBezTo>
                  <a:cubicBezTo>
                    <a:pt x="800103" y="606543"/>
                    <a:pt x="778924" y="594819"/>
                    <a:pt x="755350" y="597088"/>
                  </a:cubicBezTo>
                  <a:cubicBezTo>
                    <a:pt x="731776" y="599483"/>
                    <a:pt x="744761" y="615871"/>
                    <a:pt x="737701" y="621796"/>
                  </a:cubicBezTo>
                  <a:cubicBezTo>
                    <a:pt x="730641" y="627722"/>
                    <a:pt x="695343" y="618267"/>
                    <a:pt x="717657" y="613602"/>
                  </a:cubicBezTo>
                  <a:cubicBezTo>
                    <a:pt x="739970" y="608938"/>
                    <a:pt x="730641" y="595953"/>
                    <a:pt x="722321" y="582968"/>
                  </a:cubicBezTo>
                  <a:cubicBezTo>
                    <a:pt x="714127" y="569984"/>
                    <a:pt x="691687" y="585364"/>
                    <a:pt x="655255" y="598222"/>
                  </a:cubicBezTo>
                  <a:cubicBezTo>
                    <a:pt x="618822" y="611207"/>
                    <a:pt x="602307" y="625326"/>
                    <a:pt x="606972" y="626461"/>
                  </a:cubicBezTo>
                  <a:cubicBezTo>
                    <a:pt x="611636" y="627595"/>
                    <a:pt x="612897" y="633521"/>
                    <a:pt x="598777" y="645245"/>
                  </a:cubicBezTo>
                  <a:cubicBezTo>
                    <a:pt x="584658" y="656969"/>
                    <a:pt x="598777" y="667558"/>
                    <a:pt x="611762" y="667558"/>
                  </a:cubicBezTo>
                  <a:cubicBezTo>
                    <a:pt x="624747" y="667558"/>
                    <a:pt x="613275" y="677895"/>
                    <a:pt x="622352" y="680543"/>
                  </a:cubicBezTo>
                  <a:cubicBezTo>
                    <a:pt x="630546" y="682938"/>
                    <a:pt x="673030" y="664028"/>
                    <a:pt x="684754" y="672349"/>
                  </a:cubicBezTo>
                  <a:cubicBezTo>
                    <a:pt x="696478" y="680543"/>
                    <a:pt x="615292" y="685333"/>
                    <a:pt x="615292" y="699453"/>
                  </a:cubicBezTo>
                  <a:cubicBezTo>
                    <a:pt x="615292" y="713572"/>
                    <a:pt x="660045" y="721766"/>
                    <a:pt x="692948" y="715967"/>
                  </a:cubicBezTo>
                  <a:cubicBezTo>
                    <a:pt x="725851" y="710042"/>
                    <a:pt x="783589" y="720631"/>
                    <a:pt x="783589" y="728952"/>
                  </a:cubicBezTo>
                  <a:cubicBezTo>
                    <a:pt x="783589" y="737146"/>
                    <a:pt x="744761" y="734877"/>
                    <a:pt x="715262" y="733616"/>
                  </a:cubicBezTo>
                  <a:cubicBezTo>
                    <a:pt x="685888" y="732482"/>
                    <a:pt x="635210" y="741810"/>
                    <a:pt x="637605" y="751265"/>
                  </a:cubicBezTo>
                  <a:cubicBezTo>
                    <a:pt x="640253" y="761855"/>
                    <a:pt x="643531" y="761855"/>
                    <a:pt x="674038" y="775974"/>
                  </a:cubicBezTo>
                  <a:cubicBezTo>
                    <a:pt x="704672" y="790093"/>
                    <a:pt x="736440" y="768914"/>
                    <a:pt x="735306" y="788959"/>
                  </a:cubicBezTo>
                  <a:cubicBezTo>
                    <a:pt x="734171" y="809003"/>
                    <a:pt x="751820" y="813667"/>
                    <a:pt x="792918" y="814802"/>
                  </a:cubicBezTo>
                  <a:cubicBezTo>
                    <a:pt x="834141" y="815937"/>
                    <a:pt x="852925" y="796018"/>
                    <a:pt x="872969" y="797153"/>
                  </a:cubicBezTo>
                  <a:cubicBezTo>
                    <a:pt x="893013" y="798287"/>
                    <a:pt x="902342" y="794758"/>
                    <a:pt x="911797" y="780638"/>
                  </a:cubicBezTo>
                  <a:cubicBezTo>
                    <a:pt x="921252" y="766519"/>
                    <a:pt x="929446" y="774713"/>
                    <a:pt x="931841" y="781773"/>
                  </a:cubicBezTo>
                  <a:cubicBezTo>
                    <a:pt x="934236" y="788833"/>
                    <a:pt x="960080" y="787698"/>
                    <a:pt x="966005" y="793497"/>
                  </a:cubicBezTo>
                  <a:cubicBezTo>
                    <a:pt x="981007" y="808499"/>
                    <a:pt x="1030676" y="804087"/>
                    <a:pt x="1049586" y="794632"/>
                  </a:cubicBezTo>
                  <a:cubicBezTo>
                    <a:pt x="1068370" y="785177"/>
                    <a:pt x="1041392" y="759333"/>
                    <a:pt x="1031937" y="771057"/>
                  </a:cubicBezTo>
                  <a:cubicBezTo>
                    <a:pt x="1022482" y="782782"/>
                    <a:pt x="1014288" y="775722"/>
                    <a:pt x="1011893" y="769923"/>
                  </a:cubicBezTo>
                  <a:cubicBezTo>
                    <a:pt x="1009497" y="764250"/>
                    <a:pt x="1030676" y="760720"/>
                    <a:pt x="1037736" y="752526"/>
                  </a:cubicBezTo>
                  <a:close/>
                  <a:moveTo>
                    <a:pt x="590457" y="462955"/>
                  </a:moveTo>
                  <a:cubicBezTo>
                    <a:pt x="611636" y="465350"/>
                    <a:pt x="632815" y="446440"/>
                    <a:pt x="631680" y="435851"/>
                  </a:cubicBezTo>
                  <a:cubicBezTo>
                    <a:pt x="630420" y="425387"/>
                    <a:pt x="579868" y="461820"/>
                    <a:pt x="590457" y="462955"/>
                  </a:cubicBezTo>
                  <a:close/>
                  <a:moveTo>
                    <a:pt x="492757" y="430052"/>
                  </a:moveTo>
                  <a:cubicBezTo>
                    <a:pt x="500951" y="433581"/>
                    <a:pt x="492757" y="450096"/>
                    <a:pt x="502212" y="445305"/>
                  </a:cubicBezTo>
                  <a:cubicBezTo>
                    <a:pt x="511666" y="440641"/>
                    <a:pt x="513936" y="439380"/>
                    <a:pt x="520995" y="441776"/>
                  </a:cubicBezTo>
                  <a:cubicBezTo>
                    <a:pt x="533728" y="446062"/>
                    <a:pt x="536249" y="434716"/>
                    <a:pt x="542174" y="428791"/>
                  </a:cubicBezTo>
                  <a:cubicBezTo>
                    <a:pt x="548099" y="422866"/>
                    <a:pt x="545704" y="449970"/>
                    <a:pt x="560958" y="449970"/>
                  </a:cubicBezTo>
                  <a:cubicBezTo>
                    <a:pt x="573943" y="449970"/>
                    <a:pt x="571547" y="421731"/>
                    <a:pt x="583271" y="429925"/>
                  </a:cubicBezTo>
                  <a:cubicBezTo>
                    <a:pt x="594995" y="438120"/>
                    <a:pt x="598525" y="426396"/>
                    <a:pt x="600921" y="418201"/>
                  </a:cubicBezTo>
                  <a:cubicBezTo>
                    <a:pt x="603316" y="410007"/>
                    <a:pt x="603316" y="395888"/>
                    <a:pt x="616174" y="393493"/>
                  </a:cubicBezTo>
                  <a:cubicBezTo>
                    <a:pt x="629159" y="391097"/>
                    <a:pt x="618570" y="406477"/>
                    <a:pt x="624369" y="417067"/>
                  </a:cubicBezTo>
                  <a:cubicBezTo>
                    <a:pt x="632941" y="432447"/>
                    <a:pt x="647943" y="418201"/>
                    <a:pt x="649077" y="411142"/>
                  </a:cubicBezTo>
                  <a:cubicBezTo>
                    <a:pt x="650212" y="404082"/>
                    <a:pt x="671391" y="408747"/>
                    <a:pt x="670256" y="400552"/>
                  </a:cubicBezTo>
                  <a:cubicBezTo>
                    <a:pt x="669122" y="392358"/>
                    <a:pt x="676181" y="389963"/>
                    <a:pt x="670256" y="380508"/>
                  </a:cubicBezTo>
                  <a:cubicBezTo>
                    <a:pt x="664331" y="371053"/>
                    <a:pt x="679711" y="373448"/>
                    <a:pt x="686771" y="366389"/>
                  </a:cubicBezTo>
                  <a:cubicBezTo>
                    <a:pt x="693830" y="359329"/>
                    <a:pt x="677316" y="365254"/>
                    <a:pt x="665592" y="354665"/>
                  </a:cubicBezTo>
                  <a:cubicBezTo>
                    <a:pt x="653868" y="344075"/>
                    <a:pt x="649077" y="358195"/>
                    <a:pt x="649077" y="365254"/>
                  </a:cubicBezTo>
                  <a:cubicBezTo>
                    <a:pt x="649077" y="372314"/>
                    <a:pt x="626764" y="366389"/>
                    <a:pt x="613779" y="361724"/>
                  </a:cubicBezTo>
                  <a:cubicBezTo>
                    <a:pt x="600795" y="357060"/>
                    <a:pt x="584406" y="376978"/>
                    <a:pt x="565496" y="386433"/>
                  </a:cubicBezTo>
                  <a:cubicBezTo>
                    <a:pt x="546713" y="395888"/>
                    <a:pt x="545452" y="412276"/>
                    <a:pt x="527803" y="411142"/>
                  </a:cubicBezTo>
                  <a:cubicBezTo>
                    <a:pt x="510406" y="410007"/>
                    <a:pt x="484563" y="426522"/>
                    <a:pt x="492757" y="430052"/>
                  </a:cubicBezTo>
                  <a:close/>
                  <a:moveTo>
                    <a:pt x="676307" y="424127"/>
                  </a:moveTo>
                  <a:cubicBezTo>
                    <a:pt x="659793" y="425261"/>
                    <a:pt x="661054" y="441776"/>
                    <a:pt x="679837" y="441776"/>
                  </a:cubicBezTo>
                  <a:cubicBezTo>
                    <a:pt x="698621" y="441776"/>
                    <a:pt x="704546" y="447701"/>
                    <a:pt x="677442" y="446440"/>
                  </a:cubicBezTo>
                  <a:cubicBezTo>
                    <a:pt x="650338" y="445305"/>
                    <a:pt x="638614" y="468754"/>
                    <a:pt x="657398" y="464089"/>
                  </a:cubicBezTo>
                  <a:cubicBezTo>
                    <a:pt x="676181" y="459425"/>
                    <a:pt x="698621" y="459425"/>
                    <a:pt x="684502" y="464089"/>
                  </a:cubicBezTo>
                  <a:cubicBezTo>
                    <a:pt x="670382" y="468754"/>
                    <a:pt x="631933" y="472031"/>
                    <a:pt x="637479" y="479343"/>
                  </a:cubicBezTo>
                  <a:cubicBezTo>
                    <a:pt x="641009" y="484007"/>
                    <a:pt x="656263" y="482873"/>
                    <a:pt x="671643" y="488798"/>
                  </a:cubicBezTo>
                  <a:cubicBezTo>
                    <a:pt x="686897" y="494723"/>
                    <a:pt x="696352" y="498253"/>
                    <a:pt x="708076" y="485268"/>
                  </a:cubicBezTo>
                  <a:cubicBezTo>
                    <a:pt x="719800" y="472283"/>
                    <a:pt x="735180" y="459425"/>
                    <a:pt x="729255" y="477074"/>
                  </a:cubicBezTo>
                  <a:cubicBezTo>
                    <a:pt x="723330" y="494723"/>
                    <a:pt x="748038" y="481738"/>
                    <a:pt x="779807" y="480604"/>
                  </a:cubicBezTo>
                  <a:cubicBezTo>
                    <a:pt x="811575" y="479469"/>
                    <a:pt x="773882" y="499387"/>
                    <a:pt x="740979" y="501783"/>
                  </a:cubicBezTo>
                  <a:cubicBezTo>
                    <a:pt x="708076" y="504178"/>
                    <a:pt x="713875" y="520566"/>
                    <a:pt x="739844" y="526491"/>
                  </a:cubicBezTo>
                  <a:cubicBezTo>
                    <a:pt x="765814" y="532416"/>
                    <a:pt x="821030" y="509977"/>
                    <a:pt x="834015" y="497118"/>
                  </a:cubicBezTo>
                  <a:cubicBezTo>
                    <a:pt x="847000" y="484133"/>
                    <a:pt x="858724" y="504178"/>
                    <a:pt x="871708" y="494723"/>
                  </a:cubicBezTo>
                  <a:cubicBezTo>
                    <a:pt x="884693" y="485268"/>
                    <a:pt x="909402" y="495857"/>
                    <a:pt x="931715" y="491193"/>
                  </a:cubicBezTo>
                  <a:cubicBezTo>
                    <a:pt x="954029" y="486529"/>
                    <a:pt x="957559" y="444171"/>
                    <a:pt x="941170" y="437111"/>
                  </a:cubicBezTo>
                  <a:cubicBezTo>
                    <a:pt x="924656" y="430052"/>
                    <a:pt x="924656" y="445305"/>
                    <a:pt x="911797" y="447701"/>
                  </a:cubicBezTo>
                  <a:cubicBezTo>
                    <a:pt x="898812" y="450096"/>
                    <a:pt x="891753" y="433581"/>
                    <a:pt x="881163" y="422992"/>
                  </a:cubicBezTo>
                  <a:cubicBezTo>
                    <a:pt x="870574" y="412402"/>
                    <a:pt x="877633" y="392358"/>
                    <a:pt x="862379" y="394753"/>
                  </a:cubicBezTo>
                  <a:cubicBezTo>
                    <a:pt x="847252" y="397149"/>
                    <a:pt x="814097" y="421857"/>
                    <a:pt x="834141" y="424127"/>
                  </a:cubicBezTo>
                  <a:cubicBezTo>
                    <a:pt x="854185" y="426522"/>
                    <a:pt x="847126" y="437111"/>
                    <a:pt x="836536" y="441776"/>
                  </a:cubicBezTo>
                  <a:cubicBezTo>
                    <a:pt x="825947" y="446440"/>
                    <a:pt x="861245" y="454760"/>
                    <a:pt x="856580" y="461820"/>
                  </a:cubicBezTo>
                  <a:cubicBezTo>
                    <a:pt x="851916" y="468880"/>
                    <a:pt x="797708" y="462955"/>
                    <a:pt x="795439" y="451231"/>
                  </a:cubicBezTo>
                  <a:cubicBezTo>
                    <a:pt x="793044" y="439506"/>
                    <a:pt x="750686" y="418328"/>
                    <a:pt x="733037" y="422992"/>
                  </a:cubicBezTo>
                  <a:cubicBezTo>
                    <a:pt x="715388" y="427656"/>
                    <a:pt x="722447" y="408873"/>
                    <a:pt x="704798" y="407738"/>
                  </a:cubicBezTo>
                  <a:cubicBezTo>
                    <a:pt x="686897" y="406477"/>
                    <a:pt x="692822" y="422992"/>
                    <a:pt x="676307" y="424127"/>
                  </a:cubicBezTo>
                  <a:close/>
                  <a:moveTo>
                    <a:pt x="737575" y="339411"/>
                  </a:moveTo>
                  <a:cubicBezTo>
                    <a:pt x="743500" y="325292"/>
                    <a:pt x="698621" y="327687"/>
                    <a:pt x="702277" y="332351"/>
                  </a:cubicBezTo>
                  <a:cubicBezTo>
                    <a:pt x="710471" y="342941"/>
                    <a:pt x="731650" y="353530"/>
                    <a:pt x="737575" y="339411"/>
                  </a:cubicBezTo>
                  <a:close/>
                  <a:moveTo>
                    <a:pt x="835275" y="333486"/>
                  </a:moveTo>
                  <a:cubicBezTo>
                    <a:pt x="850529" y="331091"/>
                    <a:pt x="843470" y="319366"/>
                    <a:pt x="818761" y="322896"/>
                  </a:cubicBezTo>
                  <a:cubicBezTo>
                    <a:pt x="794052" y="326426"/>
                    <a:pt x="751694" y="326426"/>
                    <a:pt x="751694" y="344075"/>
                  </a:cubicBezTo>
                  <a:cubicBezTo>
                    <a:pt x="751694" y="358195"/>
                    <a:pt x="759889" y="365254"/>
                    <a:pt x="786993" y="367649"/>
                  </a:cubicBezTo>
                  <a:cubicBezTo>
                    <a:pt x="814097" y="370045"/>
                    <a:pt x="837671" y="344075"/>
                    <a:pt x="824686" y="344075"/>
                  </a:cubicBezTo>
                  <a:cubicBezTo>
                    <a:pt x="811701" y="344075"/>
                    <a:pt x="819896" y="335881"/>
                    <a:pt x="835275" y="333486"/>
                  </a:cubicBezTo>
                  <a:close/>
                  <a:moveTo>
                    <a:pt x="777538" y="311172"/>
                  </a:moveTo>
                  <a:cubicBezTo>
                    <a:pt x="789262" y="315837"/>
                    <a:pt x="801112" y="300583"/>
                    <a:pt x="809306" y="307642"/>
                  </a:cubicBezTo>
                  <a:cubicBezTo>
                    <a:pt x="817500" y="314702"/>
                    <a:pt x="854059" y="320627"/>
                    <a:pt x="854059" y="301717"/>
                  </a:cubicBezTo>
                  <a:cubicBezTo>
                    <a:pt x="854059" y="282808"/>
                    <a:pt x="808171" y="280538"/>
                    <a:pt x="796447" y="287598"/>
                  </a:cubicBezTo>
                  <a:cubicBezTo>
                    <a:pt x="784723" y="294658"/>
                    <a:pt x="730515" y="297053"/>
                    <a:pt x="745895" y="308777"/>
                  </a:cubicBezTo>
                  <a:cubicBezTo>
                    <a:pt x="755224" y="316089"/>
                    <a:pt x="765814" y="306508"/>
                    <a:pt x="777538" y="311172"/>
                  </a:cubicBezTo>
                  <a:close/>
                  <a:moveTo>
                    <a:pt x="974073" y="274739"/>
                  </a:moveTo>
                  <a:cubicBezTo>
                    <a:pt x="988192" y="265285"/>
                    <a:pt x="1014036" y="280665"/>
                    <a:pt x="1009371" y="291254"/>
                  </a:cubicBezTo>
                  <a:cubicBezTo>
                    <a:pt x="1004707" y="301843"/>
                    <a:pt x="963988" y="289111"/>
                    <a:pt x="967013" y="298314"/>
                  </a:cubicBezTo>
                  <a:cubicBezTo>
                    <a:pt x="968148" y="301843"/>
                    <a:pt x="972938" y="315963"/>
                    <a:pt x="1001177" y="307769"/>
                  </a:cubicBezTo>
                  <a:cubicBezTo>
                    <a:pt x="1029416" y="299574"/>
                    <a:pt x="1052990" y="305373"/>
                    <a:pt x="1071774" y="320753"/>
                  </a:cubicBezTo>
                  <a:cubicBezTo>
                    <a:pt x="1090557" y="336007"/>
                    <a:pt x="1108206" y="341932"/>
                    <a:pt x="1121191" y="326678"/>
                  </a:cubicBezTo>
                  <a:cubicBezTo>
                    <a:pt x="1134176" y="311424"/>
                    <a:pt x="1104677" y="309029"/>
                    <a:pt x="1110602" y="297305"/>
                  </a:cubicBezTo>
                  <a:cubicBezTo>
                    <a:pt x="1116527" y="285581"/>
                    <a:pt x="1091818" y="278521"/>
                    <a:pt x="1078833" y="278521"/>
                  </a:cubicBezTo>
                  <a:cubicBezTo>
                    <a:pt x="1065848" y="278521"/>
                    <a:pt x="1061184" y="254947"/>
                    <a:pt x="1050595" y="259738"/>
                  </a:cubicBezTo>
                  <a:cubicBezTo>
                    <a:pt x="1040005" y="264402"/>
                    <a:pt x="1032945" y="272722"/>
                    <a:pt x="1032945" y="257342"/>
                  </a:cubicBezTo>
                  <a:cubicBezTo>
                    <a:pt x="1032945" y="242089"/>
                    <a:pt x="971804" y="240828"/>
                    <a:pt x="956424" y="246753"/>
                  </a:cubicBezTo>
                  <a:cubicBezTo>
                    <a:pt x="941170" y="252300"/>
                    <a:pt x="959954" y="284068"/>
                    <a:pt x="974073" y="274739"/>
                  </a:cubicBezTo>
                  <a:close/>
                  <a:moveTo>
                    <a:pt x="982393" y="373574"/>
                  </a:moveTo>
                  <a:cubicBezTo>
                    <a:pt x="991848" y="361850"/>
                    <a:pt x="944700" y="324157"/>
                    <a:pt x="942431" y="341806"/>
                  </a:cubicBezTo>
                  <a:cubicBezTo>
                    <a:pt x="940036" y="359455"/>
                    <a:pt x="972308" y="386055"/>
                    <a:pt x="982393" y="373574"/>
                  </a:cubicBezTo>
                  <a:close/>
                  <a:moveTo>
                    <a:pt x="1135310" y="219397"/>
                  </a:moveTo>
                  <a:cubicBezTo>
                    <a:pt x="1143505" y="205278"/>
                    <a:pt x="1085641" y="194184"/>
                    <a:pt x="1100012" y="206412"/>
                  </a:cubicBezTo>
                  <a:cubicBezTo>
                    <a:pt x="1108332" y="213472"/>
                    <a:pt x="1127116" y="233516"/>
                    <a:pt x="1135310" y="219397"/>
                  </a:cubicBezTo>
                  <a:close/>
                  <a:moveTo>
                    <a:pt x="1002438" y="486529"/>
                  </a:moveTo>
                  <a:cubicBezTo>
                    <a:pt x="1010632" y="477074"/>
                    <a:pt x="984789" y="457156"/>
                    <a:pt x="977729" y="473544"/>
                  </a:cubicBezTo>
                  <a:cubicBezTo>
                    <a:pt x="970543" y="490059"/>
                    <a:pt x="993991" y="496110"/>
                    <a:pt x="1002438" y="486529"/>
                  </a:cubicBezTo>
                  <a:close/>
                  <a:moveTo>
                    <a:pt x="1135310" y="404208"/>
                  </a:moveTo>
                  <a:cubicBezTo>
                    <a:pt x="1134176" y="415932"/>
                    <a:pt x="1107072" y="401813"/>
                    <a:pt x="1085893" y="393619"/>
                  </a:cubicBezTo>
                  <a:cubicBezTo>
                    <a:pt x="1064714" y="385425"/>
                    <a:pt x="1077699" y="410133"/>
                    <a:pt x="1094087" y="424253"/>
                  </a:cubicBezTo>
                  <a:cubicBezTo>
                    <a:pt x="1110602" y="438372"/>
                    <a:pt x="1085893" y="431312"/>
                    <a:pt x="1063453" y="416058"/>
                  </a:cubicBezTo>
                  <a:cubicBezTo>
                    <a:pt x="1041140" y="400805"/>
                    <a:pt x="1043409" y="426648"/>
                    <a:pt x="1053998" y="434842"/>
                  </a:cubicBezTo>
                  <a:cubicBezTo>
                    <a:pt x="1064588" y="443036"/>
                    <a:pt x="1051603" y="454886"/>
                    <a:pt x="1037484" y="435977"/>
                  </a:cubicBezTo>
                  <a:cubicBezTo>
                    <a:pt x="1023364" y="417193"/>
                    <a:pt x="1016305" y="397149"/>
                    <a:pt x="993991" y="396014"/>
                  </a:cubicBezTo>
                  <a:cubicBezTo>
                    <a:pt x="971678" y="394879"/>
                    <a:pt x="981763" y="417697"/>
                    <a:pt x="990462" y="428917"/>
                  </a:cubicBezTo>
                  <a:cubicBezTo>
                    <a:pt x="1002186" y="444171"/>
                    <a:pt x="1014036" y="447701"/>
                    <a:pt x="1032819" y="458290"/>
                  </a:cubicBezTo>
                  <a:cubicBezTo>
                    <a:pt x="1051603" y="468880"/>
                    <a:pt x="1082237" y="453626"/>
                    <a:pt x="1096356" y="457156"/>
                  </a:cubicBezTo>
                  <a:cubicBezTo>
                    <a:pt x="1110475" y="460685"/>
                    <a:pt x="1081102" y="478334"/>
                    <a:pt x="1090431" y="490059"/>
                  </a:cubicBezTo>
                  <a:cubicBezTo>
                    <a:pt x="1099886" y="501783"/>
                    <a:pt x="1125729" y="493588"/>
                    <a:pt x="1145774" y="492454"/>
                  </a:cubicBezTo>
                  <a:cubicBezTo>
                    <a:pt x="1165818" y="491319"/>
                    <a:pt x="1156363" y="479469"/>
                    <a:pt x="1168087" y="471275"/>
                  </a:cubicBezTo>
                  <a:cubicBezTo>
                    <a:pt x="1179811" y="463081"/>
                    <a:pt x="1156363" y="464215"/>
                    <a:pt x="1165692" y="444171"/>
                  </a:cubicBezTo>
                  <a:cubicBezTo>
                    <a:pt x="1175399" y="424127"/>
                    <a:pt x="1136571" y="392358"/>
                    <a:pt x="1135310" y="404208"/>
                  </a:cubicBezTo>
                  <a:close/>
                  <a:moveTo>
                    <a:pt x="1184854" y="334746"/>
                  </a:moveTo>
                  <a:cubicBezTo>
                    <a:pt x="1202503" y="334746"/>
                    <a:pt x="1216622" y="332351"/>
                    <a:pt x="1231876" y="326552"/>
                  </a:cubicBezTo>
                  <a:cubicBezTo>
                    <a:pt x="1247130" y="320627"/>
                    <a:pt x="1223682" y="320627"/>
                    <a:pt x="1234271" y="306508"/>
                  </a:cubicBezTo>
                  <a:cubicBezTo>
                    <a:pt x="1244861" y="292389"/>
                    <a:pt x="1208428" y="291254"/>
                    <a:pt x="1206033" y="295918"/>
                  </a:cubicBezTo>
                  <a:cubicBezTo>
                    <a:pt x="1203637" y="300583"/>
                    <a:pt x="1157750" y="267680"/>
                    <a:pt x="1150690" y="278269"/>
                  </a:cubicBezTo>
                  <a:cubicBezTo>
                    <a:pt x="1143631" y="288859"/>
                    <a:pt x="1167205" y="334746"/>
                    <a:pt x="1184854" y="334746"/>
                  </a:cubicBezTo>
                  <a:close/>
                  <a:moveTo>
                    <a:pt x="1280159" y="340545"/>
                  </a:moveTo>
                  <a:cubicBezTo>
                    <a:pt x="1277764" y="333486"/>
                    <a:pt x="1188636" y="344201"/>
                    <a:pt x="1202503" y="354665"/>
                  </a:cubicBezTo>
                  <a:cubicBezTo>
                    <a:pt x="1225951" y="372314"/>
                    <a:pt x="1282554" y="347605"/>
                    <a:pt x="1280159" y="340545"/>
                  </a:cubicBezTo>
                  <a:close/>
                  <a:moveTo>
                    <a:pt x="1267174" y="512372"/>
                  </a:moveTo>
                  <a:cubicBezTo>
                    <a:pt x="1288353" y="511237"/>
                    <a:pt x="1277764" y="485268"/>
                    <a:pt x="1254190" y="467619"/>
                  </a:cubicBezTo>
                  <a:cubicBezTo>
                    <a:pt x="1230615" y="449970"/>
                    <a:pt x="1177794" y="486277"/>
                    <a:pt x="1187123" y="493462"/>
                  </a:cubicBezTo>
                  <a:cubicBezTo>
                    <a:pt x="1197712" y="501783"/>
                    <a:pt x="1245995" y="513633"/>
                    <a:pt x="1267174" y="512372"/>
                  </a:cubicBezTo>
                  <a:close/>
                  <a:moveTo>
                    <a:pt x="1116527" y="677139"/>
                  </a:moveTo>
                  <a:cubicBezTo>
                    <a:pt x="1142370" y="694788"/>
                    <a:pt x="1134176" y="663020"/>
                    <a:pt x="1163549" y="664154"/>
                  </a:cubicBezTo>
                  <a:cubicBezTo>
                    <a:pt x="1192922" y="665289"/>
                    <a:pt x="1194183" y="617132"/>
                    <a:pt x="1198847" y="599483"/>
                  </a:cubicBezTo>
                  <a:cubicBezTo>
                    <a:pt x="1203511" y="581834"/>
                    <a:pt x="1175273" y="582968"/>
                    <a:pt x="1182332" y="595953"/>
                  </a:cubicBezTo>
                  <a:cubicBezTo>
                    <a:pt x="1189392" y="608938"/>
                    <a:pt x="1181198" y="621796"/>
                    <a:pt x="1178803" y="606543"/>
                  </a:cubicBezTo>
                  <a:cubicBezTo>
                    <a:pt x="1176408" y="591289"/>
                    <a:pt x="1154094" y="605408"/>
                    <a:pt x="1145900" y="593558"/>
                  </a:cubicBezTo>
                  <a:cubicBezTo>
                    <a:pt x="1137705" y="581834"/>
                    <a:pt x="1171743" y="580573"/>
                    <a:pt x="1180063" y="565319"/>
                  </a:cubicBezTo>
                  <a:cubicBezTo>
                    <a:pt x="1188257" y="550066"/>
                    <a:pt x="1152959" y="552335"/>
                    <a:pt x="1161280" y="540611"/>
                  </a:cubicBezTo>
                  <a:cubicBezTo>
                    <a:pt x="1169474" y="528887"/>
                    <a:pt x="1109467" y="541745"/>
                    <a:pt x="1127116" y="548805"/>
                  </a:cubicBezTo>
                  <a:cubicBezTo>
                    <a:pt x="1144765" y="555864"/>
                    <a:pt x="1128251" y="565319"/>
                    <a:pt x="1111862" y="553469"/>
                  </a:cubicBezTo>
                  <a:cubicBezTo>
                    <a:pt x="1095348" y="541745"/>
                    <a:pt x="1049712" y="561411"/>
                    <a:pt x="1065974" y="574648"/>
                  </a:cubicBezTo>
                  <a:cubicBezTo>
                    <a:pt x="1078959" y="585238"/>
                    <a:pt x="1117787" y="567589"/>
                    <a:pt x="1095348" y="598222"/>
                  </a:cubicBezTo>
                  <a:cubicBezTo>
                    <a:pt x="1073034" y="628856"/>
                    <a:pt x="1063579" y="590028"/>
                    <a:pt x="1042400" y="593558"/>
                  </a:cubicBezTo>
                  <a:cubicBezTo>
                    <a:pt x="1021221" y="597088"/>
                    <a:pt x="1030676" y="622931"/>
                    <a:pt x="1062445" y="632386"/>
                  </a:cubicBezTo>
                  <a:cubicBezTo>
                    <a:pt x="1094213" y="641841"/>
                    <a:pt x="1090683" y="659490"/>
                    <a:pt x="1116527" y="677139"/>
                  </a:cubicBezTo>
                  <a:close/>
                  <a:moveTo>
                    <a:pt x="1308397" y="488924"/>
                  </a:moveTo>
                  <a:cubicBezTo>
                    <a:pt x="1316592" y="512498"/>
                    <a:pt x="1326047" y="495984"/>
                    <a:pt x="1339031" y="505438"/>
                  </a:cubicBezTo>
                  <a:cubicBezTo>
                    <a:pt x="1352016" y="514893"/>
                    <a:pt x="1371934" y="520692"/>
                    <a:pt x="1382524" y="511363"/>
                  </a:cubicBezTo>
                  <a:cubicBezTo>
                    <a:pt x="1393113" y="501909"/>
                    <a:pt x="1397778" y="494849"/>
                    <a:pt x="1401308" y="503169"/>
                  </a:cubicBezTo>
                  <a:cubicBezTo>
                    <a:pt x="1407106" y="516532"/>
                    <a:pt x="1433076" y="518423"/>
                    <a:pt x="1489553" y="519684"/>
                  </a:cubicBezTo>
                  <a:cubicBezTo>
                    <a:pt x="1546030" y="520818"/>
                    <a:pt x="1531911" y="496110"/>
                    <a:pt x="1548425" y="505565"/>
                  </a:cubicBezTo>
                  <a:cubicBezTo>
                    <a:pt x="1564940" y="515019"/>
                    <a:pt x="1602507" y="515019"/>
                    <a:pt x="1619022" y="511490"/>
                  </a:cubicBezTo>
                  <a:cubicBezTo>
                    <a:pt x="1635536" y="507960"/>
                    <a:pt x="1643731" y="482116"/>
                    <a:pt x="1642596" y="469132"/>
                  </a:cubicBezTo>
                  <a:cubicBezTo>
                    <a:pt x="1641461" y="456147"/>
                    <a:pt x="1515522" y="445558"/>
                    <a:pt x="1493083" y="458542"/>
                  </a:cubicBezTo>
                  <a:cubicBezTo>
                    <a:pt x="1470769" y="471527"/>
                    <a:pt x="1435471" y="452617"/>
                    <a:pt x="1417822" y="462072"/>
                  </a:cubicBezTo>
                  <a:cubicBezTo>
                    <a:pt x="1400173" y="471527"/>
                    <a:pt x="1406098" y="450348"/>
                    <a:pt x="1374330" y="449087"/>
                  </a:cubicBezTo>
                  <a:cubicBezTo>
                    <a:pt x="1342561" y="447953"/>
                    <a:pt x="1376725" y="431438"/>
                    <a:pt x="1382524" y="424379"/>
                  </a:cubicBezTo>
                  <a:cubicBezTo>
                    <a:pt x="1388449" y="417319"/>
                    <a:pt x="1334241" y="398535"/>
                    <a:pt x="1311927" y="403200"/>
                  </a:cubicBezTo>
                  <a:cubicBezTo>
                    <a:pt x="1289614" y="407864"/>
                    <a:pt x="1276629" y="396140"/>
                    <a:pt x="1255450" y="386685"/>
                  </a:cubicBezTo>
                  <a:cubicBezTo>
                    <a:pt x="1234271" y="377230"/>
                    <a:pt x="1176786" y="379499"/>
                    <a:pt x="1188384" y="396140"/>
                  </a:cubicBezTo>
                  <a:cubicBezTo>
                    <a:pt x="1196578" y="407864"/>
                    <a:pt x="1264905" y="432573"/>
                    <a:pt x="1271965" y="420849"/>
                  </a:cubicBezTo>
                  <a:cubicBezTo>
                    <a:pt x="1279024" y="409125"/>
                    <a:pt x="1296674" y="434968"/>
                    <a:pt x="1307263" y="447953"/>
                  </a:cubicBezTo>
                  <a:cubicBezTo>
                    <a:pt x="1317852" y="460685"/>
                    <a:pt x="1300203" y="465350"/>
                    <a:pt x="1308397" y="488924"/>
                  </a:cubicBezTo>
                  <a:close/>
                  <a:moveTo>
                    <a:pt x="1368405" y="350000"/>
                  </a:moveTo>
                  <a:cubicBezTo>
                    <a:pt x="1347226" y="339411"/>
                    <a:pt x="1320626" y="361850"/>
                    <a:pt x="1342561" y="370045"/>
                  </a:cubicBezTo>
                  <a:cubicBezTo>
                    <a:pt x="1361345" y="377104"/>
                    <a:pt x="1389583" y="360590"/>
                    <a:pt x="1368405" y="350000"/>
                  </a:cubicBezTo>
                  <a:close/>
                  <a:moveTo>
                    <a:pt x="1198973" y="218136"/>
                  </a:moveTo>
                  <a:cubicBezTo>
                    <a:pt x="1216370" y="226835"/>
                    <a:pt x="1206033" y="238181"/>
                    <a:pt x="1224816" y="246375"/>
                  </a:cubicBezTo>
                  <a:cubicBezTo>
                    <a:pt x="1243600" y="254569"/>
                    <a:pt x="1297808" y="235785"/>
                    <a:pt x="1302473" y="248770"/>
                  </a:cubicBezTo>
                  <a:cubicBezTo>
                    <a:pt x="1307137" y="261755"/>
                    <a:pt x="1247130" y="262889"/>
                    <a:pt x="1255450" y="271084"/>
                  </a:cubicBezTo>
                  <a:cubicBezTo>
                    <a:pt x="1263645" y="279278"/>
                    <a:pt x="1297808" y="292262"/>
                    <a:pt x="1293144" y="299322"/>
                  </a:cubicBezTo>
                  <a:cubicBezTo>
                    <a:pt x="1288479" y="306382"/>
                    <a:pt x="1349621" y="326426"/>
                    <a:pt x="1355546" y="316971"/>
                  </a:cubicBezTo>
                  <a:cubicBezTo>
                    <a:pt x="1361471" y="307516"/>
                    <a:pt x="1377859" y="309912"/>
                    <a:pt x="1393239" y="315837"/>
                  </a:cubicBezTo>
                  <a:cubicBezTo>
                    <a:pt x="1408493" y="321762"/>
                    <a:pt x="1409754" y="279404"/>
                    <a:pt x="1420343" y="286464"/>
                  </a:cubicBezTo>
                  <a:cubicBezTo>
                    <a:pt x="1430933" y="293523"/>
                    <a:pt x="1429798" y="271210"/>
                    <a:pt x="1447447" y="264150"/>
                  </a:cubicBezTo>
                  <a:cubicBezTo>
                    <a:pt x="1465096" y="257090"/>
                    <a:pt x="1490562" y="256964"/>
                    <a:pt x="1492200" y="248896"/>
                  </a:cubicBezTo>
                  <a:cubicBezTo>
                    <a:pt x="1493335" y="242971"/>
                    <a:pt x="1487536" y="234777"/>
                    <a:pt x="1466357" y="237172"/>
                  </a:cubicBezTo>
                  <a:cubicBezTo>
                    <a:pt x="1445178" y="239567"/>
                    <a:pt x="1431059" y="231247"/>
                    <a:pt x="1440514" y="219523"/>
                  </a:cubicBezTo>
                  <a:cubicBezTo>
                    <a:pt x="1449969" y="207799"/>
                    <a:pt x="1416939" y="204269"/>
                    <a:pt x="1428790" y="194814"/>
                  </a:cubicBezTo>
                  <a:cubicBezTo>
                    <a:pt x="1440514" y="185359"/>
                    <a:pt x="1406476" y="176031"/>
                    <a:pt x="1410006" y="190150"/>
                  </a:cubicBezTo>
                  <a:cubicBezTo>
                    <a:pt x="1413536" y="204269"/>
                    <a:pt x="1388827" y="191284"/>
                    <a:pt x="1385297" y="178426"/>
                  </a:cubicBezTo>
                  <a:cubicBezTo>
                    <a:pt x="1381767" y="165441"/>
                    <a:pt x="1333484" y="160777"/>
                    <a:pt x="1301716" y="132538"/>
                  </a:cubicBezTo>
                  <a:cubicBezTo>
                    <a:pt x="1269948" y="104300"/>
                    <a:pt x="1237045" y="123083"/>
                    <a:pt x="1255828" y="126613"/>
                  </a:cubicBezTo>
                  <a:cubicBezTo>
                    <a:pt x="1274612" y="130143"/>
                    <a:pt x="1273478" y="139598"/>
                    <a:pt x="1258224" y="138337"/>
                  </a:cubicBezTo>
                  <a:cubicBezTo>
                    <a:pt x="1242970" y="137203"/>
                    <a:pt x="1215866" y="139472"/>
                    <a:pt x="1240575" y="148927"/>
                  </a:cubicBezTo>
                  <a:cubicBezTo>
                    <a:pt x="1265283" y="158381"/>
                    <a:pt x="1238179" y="161911"/>
                    <a:pt x="1218261" y="161911"/>
                  </a:cubicBezTo>
                  <a:cubicBezTo>
                    <a:pt x="1198217" y="161911"/>
                    <a:pt x="1197082" y="187755"/>
                    <a:pt x="1222925" y="191284"/>
                  </a:cubicBezTo>
                  <a:cubicBezTo>
                    <a:pt x="1248769" y="194814"/>
                    <a:pt x="1229985" y="210068"/>
                    <a:pt x="1208806" y="204269"/>
                  </a:cubicBezTo>
                  <a:cubicBezTo>
                    <a:pt x="1187123" y="198218"/>
                    <a:pt x="1180063" y="208807"/>
                    <a:pt x="1198973" y="218136"/>
                  </a:cubicBezTo>
                  <a:close/>
                  <a:moveTo>
                    <a:pt x="1341300" y="101652"/>
                  </a:moveTo>
                  <a:cubicBezTo>
                    <a:pt x="1357815" y="91063"/>
                    <a:pt x="1370674" y="98122"/>
                    <a:pt x="1356554" y="105182"/>
                  </a:cubicBezTo>
                  <a:cubicBezTo>
                    <a:pt x="1342435" y="112242"/>
                    <a:pt x="1347100" y="116906"/>
                    <a:pt x="1367144" y="115771"/>
                  </a:cubicBezTo>
                  <a:cubicBezTo>
                    <a:pt x="1387188" y="114637"/>
                    <a:pt x="1358950" y="121697"/>
                    <a:pt x="1358950" y="133421"/>
                  </a:cubicBezTo>
                  <a:cubicBezTo>
                    <a:pt x="1358950" y="145145"/>
                    <a:pt x="1382524" y="138085"/>
                    <a:pt x="1383658" y="149935"/>
                  </a:cubicBezTo>
                  <a:cubicBezTo>
                    <a:pt x="1384793" y="161659"/>
                    <a:pt x="1435471" y="166450"/>
                    <a:pt x="1450725" y="152330"/>
                  </a:cubicBezTo>
                  <a:cubicBezTo>
                    <a:pt x="1465979" y="138211"/>
                    <a:pt x="1460180" y="155860"/>
                    <a:pt x="1458919" y="165315"/>
                  </a:cubicBezTo>
                  <a:cubicBezTo>
                    <a:pt x="1457785" y="174770"/>
                    <a:pt x="1530650" y="182964"/>
                    <a:pt x="1534180" y="171240"/>
                  </a:cubicBezTo>
                  <a:cubicBezTo>
                    <a:pt x="1537710" y="159516"/>
                    <a:pt x="1548299" y="164180"/>
                    <a:pt x="1562419" y="167710"/>
                  </a:cubicBezTo>
                  <a:cubicBezTo>
                    <a:pt x="1576538" y="171240"/>
                    <a:pt x="1646000" y="154726"/>
                    <a:pt x="1647134" y="140606"/>
                  </a:cubicBezTo>
                  <a:cubicBezTo>
                    <a:pt x="1648269" y="126487"/>
                    <a:pt x="1669448" y="147666"/>
                    <a:pt x="1647134" y="162920"/>
                  </a:cubicBezTo>
                  <a:cubicBezTo>
                    <a:pt x="1624821" y="178174"/>
                    <a:pt x="1580068" y="175904"/>
                    <a:pt x="1560023" y="181703"/>
                  </a:cubicBezTo>
                  <a:cubicBezTo>
                    <a:pt x="1539979" y="187629"/>
                    <a:pt x="1573008" y="201748"/>
                    <a:pt x="1592926" y="217002"/>
                  </a:cubicBezTo>
                  <a:cubicBezTo>
                    <a:pt x="1612971" y="232256"/>
                    <a:pt x="1567083" y="224061"/>
                    <a:pt x="1548173" y="204017"/>
                  </a:cubicBezTo>
                  <a:cubicBezTo>
                    <a:pt x="1529390" y="183973"/>
                    <a:pt x="1487032" y="183973"/>
                    <a:pt x="1464592" y="185233"/>
                  </a:cubicBezTo>
                  <a:cubicBezTo>
                    <a:pt x="1442279" y="186368"/>
                    <a:pt x="1449338" y="227591"/>
                    <a:pt x="1465727" y="227591"/>
                  </a:cubicBezTo>
                  <a:cubicBezTo>
                    <a:pt x="1482241" y="227591"/>
                    <a:pt x="1498630" y="233516"/>
                    <a:pt x="1515144" y="259360"/>
                  </a:cubicBezTo>
                  <a:cubicBezTo>
                    <a:pt x="1531659" y="285203"/>
                    <a:pt x="1566957" y="279404"/>
                    <a:pt x="1566957" y="291128"/>
                  </a:cubicBezTo>
                  <a:cubicBezTo>
                    <a:pt x="1566957" y="302852"/>
                    <a:pt x="1521069" y="281673"/>
                    <a:pt x="1495100" y="277009"/>
                  </a:cubicBezTo>
                  <a:cubicBezTo>
                    <a:pt x="1469257" y="272344"/>
                    <a:pt x="1428033" y="288733"/>
                    <a:pt x="1426899" y="307642"/>
                  </a:cubicBezTo>
                  <a:cubicBezTo>
                    <a:pt x="1425764" y="326426"/>
                    <a:pt x="1464592" y="324157"/>
                    <a:pt x="1490435" y="308777"/>
                  </a:cubicBezTo>
                  <a:cubicBezTo>
                    <a:pt x="1516279" y="293523"/>
                    <a:pt x="1497495" y="313441"/>
                    <a:pt x="1484510" y="325292"/>
                  </a:cubicBezTo>
                  <a:cubicBezTo>
                    <a:pt x="1471526" y="337016"/>
                    <a:pt x="1515144" y="346470"/>
                    <a:pt x="1515144" y="360590"/>
                  </a:cubicBezTo>
                  <a:cubicBezTo>
                    <a:pt x="1515144" y="374709"/>
                    <a:pt x="1483376" y="370045"/>
                    <a:pt x="1479846" y="357060"/>
                  </a:cubicBezTo>
                  <a:cubicBezTo>
                    <a:pt x="1476316" y="344075"/>
                    <a:pt x="1464592" y="331217"/>
                    <a:pt x="1433958" y="333486"/>
                  </a:cubicBezTo>
                  <a:cubicBezTo>
                    <a:pt x="1403325" y="335881"/>
                    <a:pt x="1411645" y="357060"/>
                    <a:pt x="1430429" y="359329"/>
                  </a:cubicBezTo>
                  <a:cubicBezTo>
                    <a:pt x="1449212" y="361724"/>
                    <a:pt x="1450473" y="375844"/>
                    <a:pt x="1429294" y="375844"/>
                  </a:cubicBezTo>
                  <a:cubicBezTo>
                    <a:pt x="1408115" y="375844"/>
                    <a:pt x="1360336" y="389080"/>
                    <a:pt x="1375212" y="402948"/>
                  </a:cubicBezTo>
                  <a:cubicBezTo>
                    <a:pt x="1391726" y="418201"/>
                    <a:pt x="1451734" y="402948"/>
                    <a:pt x="1462323" y="412402"/>
                  </a:cubicBezTo>
                  <a:cubicBezTo>
                    <a:pt x="1472912" y="421857"/>
                    <a:pt x="1502286" y="425387"/>
                    <a:pt x="1509345" y="414798"/>
                  </a:cubicBezTo>
                  <a:cubicBezTo>
                    <a:pt x="1516405" y="404208"/>
                    <a:pt x="1539979" y="408873"/>
                    <a:pt x="1563427" y="408873"/>
                  </a:cubicBezTo>
                  <a:cubicBezTo>
                    <a:pt x="1587001" y="408873"/>
                    <a:pt x="1592800" y="412402"/>
                    <a:pt x="1603390" y="421857"/>
                  </a:cubicBezTo>
                  <a:cubicBezTo>
                    <a:pt x="1613979" y="431312"/>
                    <a:pt x="1632763" y="427782"/>
                    <a:pt x="1645748" y="418328"/>
                  </a:cubicBezTo>
                  <a:cubicBezTo>
                    <a:pt x="1658732" y="408873"/>
                    <a:pt x="1658732" y="408873"/>
                    <a:pt x="1675121" y="408873"/>
                  </a:cubicBezTo>
                  <a:cubicBezTo>
                    <a:pt x="1691635" y="408873"/>
                    <a:pt x="1695165" y="398283"/>
                    <a:pt x="1686845" y="385298"/>
                  </a:cubicBezTo>
                  <a:cubicBezTo>
                    <a:pt x="1678651" y="372314"/>
                    <a:pt x="1657472" y="394753"/>
                    <a:pt x="1655076" y="385298"/>
                  </a:cubicBezTo>
                  <a:cubicBezTo>
                    <a:pt x="1652177" y="373701"/>
                    <a:pt x="1632763" y="370045"/>
                    <a:pt x="1599734" y="374709"/>
                  </a:cubicBezTo>
                  <a:cubicBezTo>
                    <a:pt x="1566831" y="379373"/>
                    <a:pt x="1580950" y="353530"/>
                    <a:pt x="1600868" y="359455"/>
                  </a:cubicBezTo>
                  <a:cubicBezTo>
                    <a:pt x="1620913" y="365380"/>
                    <a:pt x="1647891" y="362985"/>
                    <a:pt x="1670330" y="357060"/>
                  </a:cubicBezTo>
                  <a:cubicBezTo>
                    <a:pt x="1692644" y="351135"/>
                    <a:pt x="1674995" y="340545"/>
                    <a:pt x="1674995" y="331217"/>
                  </a:cubicBezTo>
                  <a:cubicBezTo>
                    <a:pt x="1674995" y="321762"/>
                    <a:pt x="1703233" y="327687"/>
                    <a:pt x="1724412" y="327687"/>
                  </a:cubicBezTo>
                  <a:cubicBezTo>
                    <a:pt x="1745591" y="327687"/>
                    <a:pt x="1776225" y="293523"/>
                    <a:pt x="1777360" y="273605"/>
                  </a:cubicBezTo>
                  <a:cubicBezTo>
                    <a:pt x="1778494" y="253561"/>
                    <a:pt x="1730337" y="258351"/>
                    <a:pt x="1706763" y="258351"/>
                  </a:cubicBezTo>
                  <a:cubicBezTo>
                    <a:pt x="1683189" y="258351"/>
                    <a:pt x="1722017" y="240702"/>
                    <a:pt x="1766770" y="243097"/>
                  </a:cubicBezTo>
                  <a:cubicBezTo>
                    <a:pt x="1811523" y="245492"/>
                    <a:pt x="1791479" y="225448"/>
                    <a:pt x="1799673" y="218388"/>
                  </a:cubicBezTo>
                  <a:cubicBezTo>
                    <a:pt x="1807867" y="211329"/>
                    <a:pt x="1829046" y="226583"/>
                    <a:pt x="1851486" y="221918"/>
                  </a:cubicBezTo>
                  <a:cubicBezTo>
                    <a:pt x="1873799" y="217254"/>
                    <a:pt x="1858545" y="198344"/>
                    <a:pt x="1873799" y="198344"/>
                  </a:cubicBezTo>
                  <a:cubicBezTo>
                    <a:pt x="1884641" y="198344"/>
                    <a:pt x="1909097" y="181830"/>
                    <a:pt x="1957380" y="154852"/>
                  </a:cubicBezTo>
                  <a:cubicBezTo>
                    <a:pt x="2005663" y="127748"/>
                    <a:pt x="2043231" y="132538"/>
                    <a:pt x="2045626" y="117158"/>
                  </a:cubicBezTo>
                  <a:cubicBezTo>
                    <a:pt x="2048021" y="101904"/>
                    <a:pt x="1978559" y="117158"/>
                    <a:pt x="1966709" y="112494"/>
                  </a:cubicBezTo>
                  <a:cubicBezTo>
                    <a:pt x="1954985" y="107829"/>
                    <a:pt x="2014992" y="94845"/>
                    <a:pt x="2029111" y="98374"/>
                  </a:cubicBezTo>
                  <a:cubicBezTo>
                    <a:pt x="2043231" y="101904"/>
                    <a:pt x="2062014" y="98374"/>
                    <a:pt x="2110297" y="74800"/>
                  </a:cubicBezTo>
                  <a:cubicBezTo>
                    <a:pt x="2158580" y="51226"/>
                    <a:pt x="2137401" y="45427"/>
                    <a:pt x="2117357" y="48957"/>
                  </a:cubicBezTo>
                  <a:cubicBezTo>
                    <a:pt x="2097313" y="52487"/>
                    <a:pt x="2074999" y="45427"/>
                    <a:pt x="2076134" y="32442"/>
                  </a:cubicBezTo>
                  <a:cubicBezTo>
                    <a:pt x="2077268" y="19458"/>
                    <a:pt x="2046760" y="31308"/>
                    <a:pt x="2045500" y="24248"/>
                  </a:cubicBezTo>
                  <a:cubicBezTo>
                    <a:pt x="2044365" y="17189"/>
                    <a:pt x="2016127" y="20718"/>
                    <a:pt x="1985493" y="32442"/>
                  </a:cubicBezTo>
                  <a:cubicBezTo>
                    <a:pt x="1954859" y="44167"/>
                    <a:pt x="1983098" y="20718"/>
                    <a:pt x="1996082" y="15928"/>
                  </a:cubicBezTo>
                  <a:cubicBezTo>
                    <a:pt x="2009067" y="11264"/>
                    <a:pt x="1918426" y="15928"/>
                    <a:pt x="1903046" y="5338"/>
                  </a:cubicBezTo>
                  <a:cubicBezTo>
                    <a:pt x="1887792" y="-5251"/>
                    <a:pt x="1870143" y="22988"/>
                    <a:pt x="1856024" y="8868"/>
                  </a:cubicBezTo>
                  <a:cubicBezTo>
                    <a:pt x="1841905" y="-5251"/>
                    <a:pt x="1805472" y="6473"/>
                    <a:pt x="1810136" y="17063"/>
                  </a:cubicBezTo>
                  <a:cubicBezTo>
                    <a:pt x="1814801" y="27652"/>
                    <a:pt x="1804211" y="27652"/>
                    <a:pt x="1790092" y="15928"/>
                  </a:cubicBezTo>
                  <a:cubicBezTo>
                    <a:pt x="1775973" y="4204"/>
                    <a:pt x="1748869" y="17063"/>
                    <a:pt x="1724160" y="13533"/>
                  </a:cubicBezTo>
                  <a:cubicBezTo>
                    <a:pt x="1699451" y="10003"/>
                    <a:pt x="1710041" y="33577"/>
                    <a:pt x="1682937" y="21727"/>
                  </a:cubicBezTo>
                  <a:cubicBezTo>
                    <a:pt x="1655833" y="10003"/>
                    <a:pt x="1626460" y="15802"/>
                    <a:pt x="1634654" y="19332"/>
                  </a:cubicBezTo>
                  <a:cubicBezTo>
                    <a:pt x="1642848" y="22862"/>
                    <a:pt x="1632259" y="29921"/>
                    <a:pt x="1620535" y="26391"/>
                  </a:cubicBezTo>
                  <a:cubicBezTo>
                    <a:pt x="1608810" y="22862"/>
                    <a:pt x="1598221" y="27526"/>
                    <a:pt x="1604020" y="39376"/>
                  </a:cubicBezTo>
                  <a:cubicBezTo>
                    <a:pt x="1609945" y="51100"/>
                    <a:pt x="1560528" y="35846"/>
                    <a:pt x="1560528" y="48831"/>
                  </a:cubicBezTo>
                  <a:cubicBezTo>
                    <a:pt x="1560528" y="61816"/>
                    <a:pt x="1542878" y="68875"/>
                    <a:pt x="1528759" y="57025"/>
                  </a:cubicBezTo>
                  <a:cubicBezTo>
                    <a:pt x="1514640" y="45301"/>
                    <a:pt x="1469887" y="41771"/>
                    <a:pt x="1482872" y="52361"/>
                  </a:cubicBezTo>
                  <a:cubicBezTo>
                    <a:pt x="1495856" y="62950"/>
                    <a:pt x="1442909" y="57025"/>
                    <a:pt x="1457028" y="67615"/>
                  </a:cubicBezTo>
                  <a:cubicBezTo>
                    <a:pt x="1471147" y="78204"/>
                    <a:pt x="1439379" y="86398"/>
                    <a:pt x="1439379" y="80599"/>
                  </a:cubicBezTo>
                  <a:cubicBezTo>
                    <a:pt x="1439379" y="74674"/>
                    <a:pt x="1410006" y="64085"/>
                    <a:pt x="1398156" y="74674"/>
                  </a:cubicBezTo>
                  <a:cubicBezTo>
                    <a:pt x="1386432" y="85264"/>
                    <a:pt x="1382902" y="98248"/>
                    <a:pt x="1376977" y="91189"/>
                  </a:cubicBezTo>
                  <a:cubicBezTo>
                    <a:pt x="1371052" y="84129"/>
                    <a:pt x="1345209" y="86524"/>
                    <a:pt x="1320500" y="95853"/>
                  </a:cubicBezTo>
                  <a:cubicBezTo>
                    <a:pt x="1296674" y="105182"/>
                    <a:pt x="1324912" y="112242"/>
                    <a:pt x="1341300" y="101652"/>
                  </a:cubicBezTo>
                  <a:close/>
                  <a:moveTo>
                    <a:pt x="1637931" y="1117358"/>
                  </a:moveTo>
                  <a:cubicBezTo>
                    <a:pt x="1646126" y="1116224"/>
                    <a:pt x="1662640" y="1086724"/>
                    <a:pt x="1641461" y="1087985"/>
                  </a:cubicBezTo>
                  <a:cubicBezTo>
                    <a:pt x="1620282" y="1089120"/>
                    <a:pt x="1625073" y="1119249"/>
                    <a:pt x="1637931" y="1117358"/>
                  </a:cubicBezTo>
                  <a:close/>
                  <a:moveTo>
                    <a:pt x="1534306" y="1091515"/>
                  </a:moveTo>
                  <a:cubicBezTo>
                    <a:pt x="1553090" y="1103239"/>
                    <a:pt x="1581328" y="1071471"/>
                    <a:pt x="1579059" y="1062142"/>
                  </a:cubicBezTo>
                  <a:cubicBezTo>
                    <a:pt x="1576664" y="1052687"/>
                    <a:pt x="1511614" y="1077269"/>
                    <a:pt x="1534306" y="1091515"/>
                  </a:cubicBezTo>
                  <a:close/>
                  <a:moveTo>
                    <a:pt x="1619148" y="1026717"/>
                  </a:moveTo>
                  <a:cubicBezTo>
                    <a:pt x="1621543" y="1014993"/>
                    <a:pt x="1580320" y="1010203"/>
                    <a:pt x="1582715" y="997344"/>
                  </a:cubicBezTo>
                  <a:cubicBezTo>
                    <a:pt x="1585110" y="984359"/>
                    <a:pt x="1543887" y="973770"/>
                    <a:pt x="1530902" y="966710"/>
                  </a:cubicBezTo>
                  <a:cubicBezTo>
                    <a:pt x="1517918" y="959651"/>
                    <a:pt x="1497999" y="956121"/>
                    <a:pt x="1497999" y="942002"/>
                  </a:cubicBezTo>
                  <a:cubicBezTo>
                    <a:pt x="1497999" y="927882"/>
                    <a:pt x="1469761" y="938472"/>
                    <a:pt x="1468626" y="959651"/>
                  </a:cubicBezTo>
                  <a:cubicBezTo>
                    <a:pt x="1467492" y="980830"/>
                    <a:pt x="1455642" y="976165"/>
                    <a:pt x="1461567" y="996084"/>
                  </a:cubicBezTo>
                  <a:cubicBezTo>
                    <a:pt x="1467492" y="1016128"/>
                    <a:pt x="1435723" y="1020792"/>
                    <a:pt x="1439253" y="1031382"/>
                  </a:cubicBezTo>
                  <a:cubicBezTo>
                    <a:pt x="1442783" y="1041971"/>
                    <a:pt x="1458037" y="1030247"/>
                    <a:pt x="1472156" y="1030247"/>
                  </a:cubicBezTo>
                  <a:cubicBezTo>
                    <a:pt x="1486275" y="1030247"/>
                    <a:pt x="1468374" y="1049913"/>
                    <a:pt x="1486275" y="1051426"/>
                  </a:cubicBezTo>
                  <a:cubicBezTo>
                    <a:pt x="1500395" y="1052561"/>
                    <a:pt x="1525103" y="1036172"/>
                    <a:pt x="1531028" y="1026717"/>
                  </a:cubicBezTo>
                  <a:cubicBezTo>
                    <a:pt x="1536953" y="1017262"/>
                    <a:pt x="1548678" y="1013733"/>
                    <a:pt x="1565192" y="1025583"/>
                  </a:cubicBezTo>
                  <a:cubicBezTo>
                    <a:pt x="1581454" y="1037307"/>
                    <a:pt x="1616753" y="1038567"/>
                    <a:pt x="1619148" y="1026717"/>
                  </a:cubicBezTo>
                  <a:close/>
                  <a:moveTo>
                    <a:pt x="2003898" y="923218"/>
                  </a:moveTo>
                  <a:cubicBezTo>
                    <a:pt x="2018018" y="924353"/>
                    <a:pt x="2020413" y="942128"/>
                    <a:pt x="2042726" y="960911"/>
                  </a:cubicBezTo>
                  <a:cubicBezTo>
                    <a:pt x="2065040" y="979695"/>
                    <a:pt x="2067435" y="966836"/>
                    <a:pt x="2070965" y="953852"/>
                  </a:cubicBezTo>
                  <a:cubicBezTo>
                    <a:pt x="2074495" y="940867"/>
                    <a:pt x="2099204" y="951457"/>
                    <a:pt x="2098069" y="938598"/>
                  </a:cubicBezTo>
                  <a:cubicBezTo>
                    <a:pt x="2096934" y="925613"/>
                    <a:pt x="2118113" y="910359"/>
                    <a:pt x="2132233" y="904434"/>
                  </a:cubicBezTo>
                  <a:cubicBezTo>
                    <a:pt x="2146352" y="898509"/>
                    <a:pt x="2120509" y="884390"/>
                    <a:pt x="2101599" y="885525"/>
                  </a:cubicBezTo>
                  <a:cubicBezTo>
                    <a:pt x="2082815" y="886659"/>
                    <a:pt x="2079285" y="873801"/>
                    <a:pt x="2079285" y="865480"/>
                  </a:cubicBezTo>
                  <a:cubicBezTo>
                    <a:pt x="2079285" y="857286"/>
                    <a:pt x="2043987" y="837242"/>
                    <a:pt x="2032263" y="840771"/>
                  </a:cubicBezTo>
                  <a:cubicBezTo>
                    <a:pt x="2020539" y="844301"/>
                    <a:pt x="2000495" y="825518"/>
                    <a:pt x="1985241" y="824257"/>
                  </a:cubicBezTo>
                  <a:cubicBezTo>
                    <a:pt x="1969987" y="823122"/>
                    <a:pt x="1947547" y="811272"/>
                    <a:pt x="1949942" y="794884"/>
                  </a:cubicBezTo>
                  <a:cubicBezTo>
                    <a:pt x="1952338" y="778369"/>
                    <a:pt x="1980576" y="799548"/>
                    <a:pt x="1986375" y="786690"/>
                  </a:cubicBezTo>
                  <a:cubicBezTo>
                    <a:pt x="1992300" y="773705"/>
                    <a:pt x="1957002" y="780764"/>
                    <a:pt x="1955741" y="771436"/>
                  </a:cubicBezTo>
                  <a:cubicBezTo>
                    <a:pt x="1954607" y="761981"/>
                    <a:pt x="1963936" y="765511"/>
                    <a:pt x="1970995" y="759712"/>
                  </a:cubicBezTo>
                  <a:cubicBezTo>
                    <a:pt x="1978055" y="753787"/>
                    <a:pt x="1965070" y="742063"/>
                    <a:pt x="1956876" y="737398"/>
                  </a:cubicBezTo>
                  <a:cubicBezTo>
                    <a:pt x="1948682" y="732734"/>
                    <a:pt x="1946287" y="746853"/>
                    <a:pt x="1938092" y="746853"/>
                  </a:cubicBezTo>
                  <a:cubicBezTo>
                    <a:pt x="1929898" y="746853"/>
                    <a:pt x="1936958" y="733868"/>
                    <a:pt x="1942757" y="725674"/>
                  </a:cubicBezTo>
                  <a:cubicBezTo>
                    <a:pt x="1948682" y="717480"/>
                    <a:pt x="1915653" y="708025"/>
                    <a:pt x="1901533" y="712689"/>
                  </a:cubicBezTo>
                  <a:cubicBezTo>
                    <a:pt x="1887414" y="717354"/>
                    <a:pt x="1882750" y="709160"/>
                    <a:pt x="1882750" y="699705"/>
                  </a:cubicBezTo>
                  <a:cubicBezTo>
                    <a:pt x="1882750" y="690250"/>
                    <a:pt x="1858041" y="699705"/>
                    <a:pt x="1848586" y="706764"/>
                  </a:cubicBezTo>
                  <a:cubicBezTo>
                    <a:pt x="1839131" y="713824"/>
                    <a:pt x="1827407" y="699705"/>
                    <a:pt x="1839131" y="698570"/>
                  </a:cubicBezTo>
                  <a:cubicBezTo>
                    <a:pt x="1850855" y="697436"/>
                    <a:pt x="1864975" y="687981"/>
                    <a:pt x="1861445" y="677391"/>
                  </a:cubicBezTo>
                  <a:cubicBezTo>
                    <a:pt x="1857915" y="666802"/>
                    <a:pt x="1827281" y="665667"/>
                    <a:pt x="1821482" y="678526"/>
                  </a:cubicBezTo>
                  <a:cubicBezTo>
                    <a:pt x="1815557" y="691510"/>
                    <a:pt x="1790848" y="664406"/>
                    <a:pt x="1790848" y="653817"/>
                  </a:cubicBezTo>
                  <a:cubicBezTo>
                    <a:pt x="1790848" y="643228"/>
                    <a:pt x="1753155" y="652682"/>
                    <a:pt x="1757945" y="635033"/>
                  </a:cubicBezTo>
                  <a:cubicBezTo>
                    <a:pt x="1762610" y="617384"/>
                    <a:pt x="1714453" y="612720"/>
                    <a:pt x="1701468" y="612720"/>
                  </a:cubicBezTo>
                  <a:cubicBezTo>
                    <a:pt x="1688484" y="612720"/>
                    <a:pt x="1669700" y="623309"/>
                    <a:pt x="1672095" y="635033"/>
                  </a:cubicBezTo>
                  <a:cubicBezTo>
                    <a:pt x="1674490" y="646757"/>
                    <a:pt x="1657976" y="642093"/>
                    <a:pt x="1655581" y="629108"/>
                  </a:cubicBezTo>
                  <a:cubicBezTo>
                    <a:pt x="1653185" y="616124"/>
                    <a:pt x="1621417" y="643228"/>
                    <a:pt x="1612088" y="643228"/>
                  </a:cubicBezTo>
                  <a:cubicBezTo>
                    <a:pt x="1602633" y="643228"/>
                    <a:pt x="1618013" y="609064"/>
                    <a:pt x="1613223" y="598474"/>
                  </a:cubicBezTo>
                  <a:cubicBezTo>
                    <a:pt x="1608558" y="587885"/>
                    <a:pt x="1601499" y="584355"/>
                    <a:pt x="1594439" y="566706"/>
                  </a:cubicBezTo>
                  <a:cubicBezTo>
                    <a:pt x="1587379" y="549057"/>
                    <a:pt x="1552081" y="556117"/>
                    <a:pt x="1542626" y="566706"/>
                  </a:cubicBezTo>
                  <a:cubicBezTo>
                    <a:pt x="1533171" y="577296"/>
                    <a:pt x="1502664" y="572631"/>
                    <a:pt x="1486149" y="589020"/>
                  </a:cubicBezTo>
                  <a:cubicBezTo>
                    <a:pt x="1469635" y="605534"/>
                    <a:pt x="1487284" y="621923"/>
                    <a:pt x="1494343" y="627848"/>
                  </a:cubicBezTo>
                  <a:cubicBezTo>
                    <a:pt x="1501403" y="633773"/>
                    <a:pt x="1469635" y="643101"/>
                    <a:pt x="1480224" y="652556"/>
                  </a:cubicBezTo>
                  <a:cubicBezTo>
                    <a:pt x="1490814" y="662011"/>
                    <a:pt x="1507328" y="657221"/>
                    <a:pt x="1508463" y="672601"/>
                  </a:cubicBezTo>
                  <a:cubicBezTo>
                    <a:pt x="1509597" y="687855"/>
                    <a:pt x="1469635" y="667936"/>
                    <a:pt x="1463710" y="654952"/>
                  </a:cubicBezTo>
                  <a:cubicBezTo>
                    <a:pt x="1457785" y="641967"/>
                    <a:pt x="1466105" y="630243"/>
                    <a:pt x="1457785" y="620788"/>
                  </a:cubicBezTo>
                  <a:cubicBezTo>
                    <a:pt x="1449590" y="611333"/>
                    <a:pt x="1456650" y="599609"/>
                    <a:pt x="1471904" y="583095"/>
                  </a:cubicBezTo>
                  <a:cubicBezTo>
                    <a:pt x="1487158" y="566580"/>
                    <a:pt x="1499008" y="568975"/>
                    <a:pt x="1499008" y="559520"/>
                  </a:cubicBezTo>
                  <a:cubicBezTo>
                    <a:pt x="1499008" y="550066"/>
                    <a:pt x="1433076" y="550066"/>
                    <a:pt x="1394248" y="585364"/>
                  </a:cubicBezTo>
                  <a:cubicBezTo>
                    <a:pt x="1355420" y="620662"/>
                    <a:pt x="1367144" y="667810"/>
                    <a:pt x="1369539" y="677139"/>
                  </a:cubicBezTo>
                  <a:cubicBezTo>
                    <a:pt x="1371934" y="686594"/>
                    <a:pt x="1405972" y="681803"/>
                    <a:pt x="1426016" y="687728"/>
                  </a:cubicBezTo>
                  <a:cubicBezTo>
                    <a:pt x="1446061" y="693654"/>
                    <a:pt x="1435471" y="701848"/>
                    <a:pt x="1420091" y="699453"/>
                  </a:cubicBezTo>
                  <a:cubicBezTo>
                    <a:pt x="1404837" y="697057"/>
                    <a:pt x="1378868" y="692393"/>
                    <a:pt x="1380128" y="702982"/>
                  </a:cubicBezTo>
                  <a:cubicBezTo>
                    <a:pt x="1381263" y="713572"/>
                    <a:pt x="1413031" y="733616"/>
                    <a:pt x="1431941" y="728826"/>
                  </a:cubicBezTo>
                  <a:cubicBezTo>
                    <a:pt x="1450725" y="724161"/>
                    <a:pt x="1450725" y="724161"/>
                    <a:pt x="1459045" y="734751"/>
                  </a:cubicBezTo>
                  <a:cubicBezTo>
                    <a:pt x="1467239" y="745340"/>
                    <a:pt x="1489679" y="741810"/>
                    <a:pt x="1511993" y="742945"/>
                  </a:cubicBezTo>
                  <a:cubicBezTo>
                    <a:pt x="1534306" y="744080"/>
                    <a:pt x="1560276" y="752400"/>
                    <a:pt x="1570865" y="753534"/>
                  </a:cubicBezTo>
                  <a:cubicBezTo>
                    <a:pt x="1581454" y="754669"/>
                    <a:pt x="1594439" y="747609"/>
                    <a:pt x="1597969" y="741810"/>
                  </a:cubicBezTo>
                  <a:cubicBezTo>
                    <a:pt x="1601499" y="735885"/>
                    <a:pt x="1644991" y="751265"/>
                    <a:pt x="1657976" y="750005"/>
                  </a:cubicBezTo>
                  <a:cubicBezTo>
                    <a:pt x="1670961" y="748870"/>
                    <a:pt x="1662640" y="737020"/>
                    <a:pt x="1654446" y="733490"/>
                  </a:cubicBezTo>
                  <a:cubicBezTo>
                    <a:pt x="1646252" y="729960"/>
                    <a:pt x="1649782" y="714706"/>
                    <a:pt x="1660371" y="720505"/>
                  </a:cubicBezTo>
                  <a:cubicBezTo>
                    <a:pt x="1670961" y="726430"/>
                    <a:pt x="1688610" y="729960"/>
                    <a:pt x="1692139" y="740550"/>
                  </a:cubicBezTo>
                  <a:cubicBezTo>
                    <a:pt x="1695165" y="749500"/>
                    <a:pt x="1705124" y="745214"/>
                    <a:pt x="1706259" y="753534"/>
                  </a:cubicBezTo>
                  <a:cubicBezTo>
                    <a:pt x="1707393" y="761729"/>
                    <a:pt x="1745087" y="771184"/>
                    <a:pt x="1746221" y="780638"/>
                  </a:cubicBezTo>
                  <a:cubicBezTo>
                    <a:pt x="1747356" y="790093"/>
                    <a:pt x="1709789" y="794758"/>
                    <a:pt x="1720378" y="802952"/>
                  </a:cubicBezTo>
                  <a:cubicBezTo>
                    <a:pt x="1730968" y="811146"/>
                    <a:pt x="1747482" y="792363"/>
                    <a:pt x="1761601" y="791228"/>
                  </a:cubicBezTo>
                  <a:cubicBezTo>
                    <a:pt x="1775721" y="790093"/>
                    <a:pt x="1775721" y="821862"/>
                    <a:pt x="1786310" y="817071"/>
                  </a:cubicBezTo>
                  <a:cubicBezTo>
                    <a:pt x="1800808" y="810642"/>
                    <a:pt x="1812153" y="822996"/>
                    <a:pt x="1826273" y="842915"/>
                  </a:cubicBezTo>
                  <a:cubicBezTo>
                    <a:pt x="1840392" y="862959"/>
                    <a:pt x="1825138" y="881743"/>
                    <a:pt x="1826273" y="888802"/>
                  </a:cubicBezTo>
                  <a:cubicBezTo>
                    <a:pt x="1827407" y="895862"/>
                    <a:pt x="1854511" y="893467"/>
                    <a:pt x="1869765" y="885272"/>
                  </a:cubicBezTo>
                  <a:cubicBezTo>
                    <a:pt x="1885019" y="877078"/>
                    <a:pt x="1899138" y="894727"/>
                    <a:pt x="1910988" y="905317"/>
                  </a:cubicBezTo>
                  <a:cubicBezTo>
                    <a:pt x="1922712" y="915906"/>
                    <a:pt x="1867496" y="933555"/>
                    <a:pt x="1872160" y="924100"/>
                  </a:cubicBezTo>
                  <a:cubicBezTo>
                    <a:pt x="1876825" y="914646"/>
                    <a:pt x="1839257" y="886407"/>
                    <a:pt x="1805094" y="899392"/>
                  </a:cubicBezTo>
                  <a:cubicBezTo>
                    <a:pt x="1770930" y="912376"/>
                    <a:pt x="1794504" y="932421"/>
                    <a:pt x="1798034" y="944145"/>
                  </a:cubicBezTo>
                  <a:cubicBezTo>
                    <a:pt x="1801564" y="955869"/>
                    <a:pt x="1767400" y="967719"/>
                    <a:pt x="1735632" y="957129"/>
                  </a:cubicBezTo>
                  <a:cubicBezTo>
                    <a:pt x="1703864" y="946540"/>
                    <a:pt x="1713318" y="964189"/>
                    <a:pt x="1700334" y="964189"/>
                  </a:cubicBezTo>
                  <a:cubicBezTo>
                    <a:pt x="1687349" y="964189"/>
                    <a:pt x="1673230" y="984233"/>
                    <a:pt x="1685080" y="997218"/>
                  </a:cubicBezTo>
                  <a:cubicBezTo>
                    <a:pt x="1696804" y="1010203"/>
                    <a:pt x="1722773" y="998353"/>
                    <a:pt x="1743952" y="999613"/>
                  </a:cubicBezTo>
                  <a:cubicBezTo>
                    <a:pt x="1765131" y="1000748"/>
                    <a:pt x="1767526" y="1006673"/>
                    <a:pt x="1769796" y="994949"/>
                  </a:cubicBezTo>
                  <a:cubicBezTo>
                    <a:pt x="1772191" y="983225"/>
                    <a:pt x="1794504" y="989024"/>
                    <a:pt x="1809758" y="992554"/>
                  </a:cubicBezTo>
                  <a:cubicBezTo>
                    <a:pt x="1825012" y="996084"/>
                    <a:pt x="1821482" y="1017262"/>
                    <a:pt x="1840392" y="1019658"/>
                  </a:cubicBezTo>
                  <a:cubicBezTo>
                    <a:pt x="1859176" y="1022053"/>
                    <a:pt x="1843922" y="1040837"/>
                    <a:pt x="1855646" y="1053821"/>
                  </a:cubicBezTo>
                  <a:cubicBezTo>
                    <a:pt x="1867370" y="1066806"/>
                    <a:pt x="1905063" y="1059746"/>
                    <a:pt x="1919183" y="1073866"/>
                  </a:cubicBezTo>
                  <a:cubicBezTo>
                    <a:pt x="1933302" y="1087985"/>
                    <a:pt x="1993183" y="1116098"/>
                    <a:pt x="2001629" y="1105634"/>
                  </a:cubicBezTo>
                  <a:cubicBezTo>
                    <a:pt x="2011084" y="1093910"/>
                    <a:pt x="1949816" y="1039702"/>
                    <a:pt x="1932167" y="1035038"/>
                  </a:cubicBezTo>
                  <a:cubicBezTo>
                    <a:pt x="1914518" y="1030373"/>
                    <a:pt x="1949816" y="1024448"/>
                    <a:pt x="1972130" y="1042097"/>
                  </a:cubicBezTo>
                  <a:cubicBezTo>
                    <a:pt x="1994444" y="1059746"/>
                    <a:pt x="2027473" y="1067941"/>
                    <a:pt x="2043861" y="1046762"/>
                  </a:cubicBezTo>
                  <a:cubicBezTo>
                    <a:pt x="2060375" y="1025583"/>
                    <a:pt x="2029742" y="1031508"/>
                    <a:pt x="2029742" y="1016128"/>
                  </a:cubicBezTo>
                  <a:cubicBezTo>
                    <a:pt x="2029742" y="1000874"/>
                    <a:pt x="2019152" y="979695"/>
                    <a:pt x="2002638" y="979695"/>
                  </a:cubicBezTo>
                  <a:cubicBezTo>
                    <a:pt x="1986123" y="979695"/>
                    <a:pt x="1943765" y="946792"/>
                    <a:pt x="1959145" y="939732"/>
                  </a:cubicBezTo>
                  <a:cubicBezTo>
                    <a:pt x="1974399" y="932673"/>
                    <a:pt x="1954481" y="923218"/>
                    <a:pt x="1966205" y="910359"/>
                  </a:cubicBezTo>
                  <a:cubicBezTo>
                    <a:pt x="1978055" y="897249"/>
                    <a:pt x="1989779" y="921957"/>
                    <a:pt x="2003898" y="923218"/>
                  </a:cubicBezTo>
                  <a:close/>
                  <a:moveTo>
                    <a:pt x="1755676" y="866741"/>
                  </a:moveTo>
                  <a:cubicBezTo>
                    <a:pt x="1769796" y="864346"/>
                    <a:pt x="1767148" y="842662"/>
                    <a:pt x="1759206" y="831443"/>
                  </a:cubicBezTo>
                  <a:cubicBezTo>
                    <a:pt x="1753281" y="823248"/>
                    <a:pt x="1738027" y="821988"/>
                    <a:pt x="1725042" y="823248"/>
                  </a:cubicBezTo>
                  <a:cubicBezTo>
                    <a:pt x="1712058" y="824383"/>
                    <a:pt x="1689744" y="844427"/>
                    <a:pt x="1701468" y="864472"/>
                  </a:cubicBezTo>
                  <a:cubicBezTo>
                    <a:pt x="1713192" y="884390"/>
                    <a:pt x="1741431" y="869010"/>
                    <a:pt x="1755676" y="866741"/>
                  </a:cubicBezTo>
                  <a:close/>
                  <a:moveTo>
                    <a:pt x="1608558" y="560655"/>
                  </a:moveTo>
                  <a:cubicBezTo>
                    <a:pt x="1601499" y="575909"/>
                    <a:pt x="1623812" y="575909"/>
                    <a:pt x="1625073" y="593558"/>
                  </a:cubicBezTo>
                  <a:cubicBezTo>
                    <a:pt x="1626207" y="611207"/>
                    <a:pt x="1648647" y="617132"/>
                    <a:pt x="1665036" y="606543"/>
                  </a:cubicBezTo>
                  <a:cubicBezTo>
                    <a:pt x="1681550" y="595953"/>
                    <a:pt x="1728572" y="609694"/>
                    <a:pt x="1728572" y="595953"/>
                  </a:cubicBezTo>
                  <a:cubicBezTo>
                    <a:pt x="1728572" y="582968"/>
                    <a:pt x="1679155" y="559520"/>
                    <a:pt x="1661506" y="563050"/>
                  </a:cubicBezTo>
                  <a:cubicBezTo>
                    <a:pt x="1643857" y="566580"/>
                    <a:pt x="1615618" y="545401"/>
                    <a:pt x="1608558" y="560655"/>
                  </a:cubicBezTo>
                  <a:close/>
                  <a:moveTo>
                    <a:pt x="2049786" y="1562242"/>
                  </a:moveTo>
                  <a:cubicBezTo>
                    <a:pt x="2052181" y="1571697"/>
                    <a:pt x="2120382" y="1599935"/>
                    <a:pt x="2122778" y="1586950"/>
                  </a:cubicBezTo>
                  <a:cubicBezTo>
                    <a:pt x="2125173" y="1574092"/>
                    <a:pt x="2047769" y="1554174"/>
                    <a:pt x="2049786" y="1562242"/>
                  </a:cubicBezTo>
                  <a:close/>
                  <a:moveTo>
                    <a:pt x="2348434" y="1632460"/>
                  </a:moveTo>
                  <a:cubicBezTo>
                    <a:pt x="2343770" y="1641032"/>
                    <a:pt x="2336710" y="1626157"/>
                    <a:pt x="2346921" y="1618341"/>
                  </a:cubicBezTo>
                  <a:cubicBezTo>
                    <a:pt x="2357133" y="1610524"/>
                    <a:pt x="2345282" y="1607373"/>
                    <a:pt x="2335954" y="1612037"/>
                  </a:cubicBezTo>
                  <a:cubicBezTo>
                    <a:pt x="2326499" y="1616702"/>
                    <a:pt x="2328894" y="1590858"/>
                    <a:pt x="2337466" y="1586194"/>
                  </a:cubicBezTo>
                  <a:cubicBezTo>
                    <a:pt x="2346039" y="1581530"/>
                    <a:pt x="2316288" y="1572075"/>
                    <a:pt x="2316288" y="1580647"/>
                  </a:cubicBezTo>
                  <a:cubicBezTo>
                    <a:pt x="2316288" y="1589346"/>
                    <a:pt x="2295109" y="1583799"/>
                    <a:pt x="2292713" y="1575983"/>
                  </a:cubicBezTo>
                  <a:cubicBezTo>
                    <a:pt x="2290318" y="1568167"/>
                    <a:pt x="2275442" y="1565771"/>
                    <a:pt x="2280989" y="1560351"/>
                  </a:cubicBezTo>
                  <a:cubicBezTo>
                    <a:pt x="2286536" y="1554930"/>
                    <a:pt x="2262962" y="1551778"/>
                    <a:pt x="2260567" y="1561107"/>
                  </a:cubicBezTo>
                  <a:cubicBezTo>
                    <a:pt x="2258172" y="1570562"/>
                    <a:pt x="2251112" y="1554804"/>
                    <a:pt x="2262962" y="1542323"/>
                  </a:cubicBezTo>
                  <a:cubicBezTo>
                    <a:pt x="2274686" y="1529717"/>
                    <a:pt x="2270778" y="1518749"/>
                    <a:pt x="2281746" y="1512446"/>
                  </a:cubicBezTo>
                  <a:cubicBezTo>
                    <a:pt x="2292713" y="1506143"/>
                    <a:pt x="2280989" y="1499083"/>
                    <a:pt x="2269139" y="1503873"/>
                  </a:cubicBezTo>
                  <a:cubicBezTo>
                    <a:pt x="2257415" y="1508538"/>
                    <a:pt x="2226025" y="1551778"/>
                    <a:pt x="2226025" y="1563502"/>
                  </a:cubicBezTo>
                  <a:cubicBezTo>
                    <a:pt x="2226025" y="1575226"/>
                    <a:pt x="2225269" y="1589346"/>
                    <a:pt x="2214301" y="1588589"/>
                  </a:cubicBezTo>
                  <a:cubicBezTo>
                    <a:pt x="2203333" y="1587833"/>
                    <a:pt x="2190727" y="1598044"/>
                    <a:pt x="2199425" y="1604347"/>
                  </a:cubicBezTo>
                  <a:cubicBezTo>
                    <a:pt x="2207998" y="1610651"/>
                    <a:pt x="2176608" y="1628426"/>
                    <a:pt x="2191609" y="1636494"/>
                  </a:cubicBezTo>
                  <a:cubicBezTo>
                    <a:pt x="2201821" y="1641915"/>
                    <a:pt x="2218335" y="1634099"/>
                    <a:pt x="2232454" y="1635737"/>
                  </a:cubicBezTo>
                  <a:cubicBezTo>
                    <a:pt x="2246574" y="1637376"/>
                    <a:pt x="2258298" y="1638133"/>
                    <a:pt x="2270148" y="1629434"/>
                  </a:cubicBezTo>
                  <a:cubicBezTo>
                    <a:pt x="2281872" y="1620736"/>
                    <a:pt x="2281872" y="1637250"/>
                    <a:pt x="2294478" y="1635737"/>
                  </a:cubicBezTo>
                  <a:cubicBezTo>
                    <a:pt x="2307085" y="1634225"/>
                    <a:pt x="2287419" y="1645949"/>
                    <a:pt x="2288175" y="1654521"/>
                  </a:cubicBezTo>
                  <a:cubicBezTo>
                    <a:pt x="2288932" y="1663220"/>
                    <a:pt x="2301538" y="1649857"/>
                    <a:pt x="2310993" y="1645066"/>
                  </a:cubicBezTo>
                  <a:cubicBezTo>
                    <a:pt x="2320448" y="1640402"/>
                    <a:pt x="2332172" y="1645066"/>
                    <a:pt x="2327507" y="1652882"/>
                  </a:cubicBezTo>
                  <a:cubicBezTo>
                    <a:pt x="2322843" y="1660698"/>
                    <a:pt x="2353351" y="1668514"/>
                    <a:pt x="2360410" y="1656034"/>
                  </a:cubicBezTo>
                  <a:cubicBezTo>
                    <a:pt x="2367218" y="1643427"/>
                    <a:pt x="2353099" y="1623887"/>
                    <a:pt x="2348434" y="1632460"/>
                  </a:cubicBezTo>
                  <a:close/>
                  <a:moveTo>
                    <a:pt x="221087" y="1416258"/>
                  </a:moveTo>
                  <a:cubicBezTo>
                    <a:pt x="199908" y="1427478"/>
                    <a:pt x="250838" y="1481308"/>
                    <a:pt x="261427" y="1474500"/>
                  </a:cubicBezTo>
                  <a:cubicBezTo>
                    <a:pt x="268739" y="1469836"/>
                    <a:pt x="248821" y="1447396"/>
                    <a:pt x="248821" y="1433529"/>
                  </a:cubicBezTo>
                  <a:cubicBezTo>
                    <a:pt x="248821" y="1419536"/>
                    <a:pt x="242266" y="1404912"/>
                    <a:pt x="221087" y="1416258"/>
                  </a:cubicBezTo>
                  <a:close/>
                  <a:moveTo>
                    <a:pt x="2160471" y="1684651"/>
                  </a:moveTo>
                  <a:cubicBezTo>
                    <a:pt x="2152277" y="1685785"/>
                    <a:pt x="2158706" y="1672927"/>
                    <a:pt x="2159841" y="1666371"/>
                  </a:cubicBezTo>
                  <a:cubicBezTo>
                    <a:pt x="2160975" y="1659942"/>
                    <a:pt x="2142192" y="1669271"/>
                    <a:pt x="2141561" y="1676961"/>
                  </a:cubicBezTo>
                  <a:cubicBezTo>
                    <a:pt x="2140931" y="1684651"/>
                    <a:pt x="2128072" y="1687550"/>
                    <a:pt x="2128072" y="1692215"/>
                  </a:cubicBezTo>
                  <a:cubicBezTo>
                    <a:pt x="2128072" y="1705956"/>
                    <a:pt x="2126308" y="1698644"/>
                    <a:pt x="2116853" y="1703435"/>
                  </a:cubicBezTo>
                  <a:cubicBezTo>
                    <a:pt x="2107398" y="1708099"/>
                    <a:pt x="2070965" y="1703435"/>
                    <a:pt x="2069830" y="1695240"/>
                  </a:cubicBezTo>
                  <a:cubicBezTo>
                    <a:pt x="2068696" y="1687046"/>
                    <a:pt x="2042222" y="1682886"/>
                    <a:pt x="2040961" y="1671666"/>
                  </a:cubicBezTo>
                  <a:cubicBezTo>
                    <a:pt x="2039827" y="1660446"/>
                    <a:pt x="2026842" y="1656917"/>
                    <a:pt x="2037432" y="1644562"/>
                  </a:cubicBezTo>
                  <a:cubicBezTo>
                    <a:pt x="2048021" y="1632208"/>
                    <a:pt x="2035667" y="1626283"/>
                    <a:pt x="2025708" y="1635737"/>
                  </a:cubicBezTo>
                  <a:cubicBezTo>
                    <a:pt x="2015748" y="1645192"/>
                    <a:pt x="2009823" y="1630443"/>
                    <a:pt x="2023312" y="1625148"/>
                  </a:cubicBezTo>
                  <a:cubicBezTo>
                    <a:pt x="2036801" y="1619853"/>
                    <a:pt x="2062140" y="1614559"/>
                    <a:pt x="2049156" y="1590984"/>
                  </a:cubicBezTo>
                  <a:cubicBezTo>
                    <a:pt x="2036171" y="1567410"/>
                    <a:pt x="1954985" y="1598044"/>
                    <a:pt x="1934436" y="1609768"/>
                  </a:cubicBezTo>
                  <a:cubicBezTo>
                    <a:pt x="1913888" y="1621492"/>
                    <a:pt x="1887918" y="1659186"/>
                    <a:pt x="1876825" y="1659186"/>
                  </a:cubicBezTo>
                  <a:cubicBezTo>
                    <a:pt x="1865731" y="1659186"/>
                    <a:pt x="1896239" y="1639141"/>
                    <a:pt x="1900903" y="1631577"/>
                  </a:cubicBezTo>
                  <a:cubicBezTo>
                    <a:pt x="1905568" y="1623887"/>
                    <a:pt x="1899769" y="1616324"/>
                    <a:pt x="1906198" y="1619223"/>
                  </a:cubicBezTo>
                  <a:cubicBezTo>
                    <a:pt x="1912627" y="1622122"/>
                    <a:pt x="1930907" y="1593884"/>
                    <a:pt x="1943261" y="1584555"/>
                  </a:cubicBezTo>
                  <a:cubicBezTo>
                    <a:pt x="1955615" y="1575100"/>
                    <a:pt x="1969104" y="1584051"/>
                    <a:pt x="1970869" y="1576361"/>
                  </a:cubicBezTo>
                  <a:cubicBezTo>
                    <a:pt x="1972634" y="1568671"/>
                    <a:pt x="1978559" y="1563376"/>
                    <a:pt x="1990283" y="1552787"/>
                  </a:cubicBezTo>
                  <a:cubicBezTo>
                    <a:pt x="2002007" y="1542197"/>
                    <a:pt x="2142696" y="1543962"/>
                    <a:pt x="2156185" y="1544593"/>
                  </a:cubicBezTo>
                  <a:cubicBezTo>
                    <a:pt x="2169674" y="1545223"/>
                    <a:pt x="2196148" y="1526943"/>
                    <a:pt x="2203838" y="1515219"/>
                  </a:cubicBezTo>
                  <a:cubicBezTo>
                    <a:pt x="2211527" y="1503495"/>
                    <a:pt x="2221487" y="1503495"/>
                    <a:pt x="2240270" y="1504630"/>
                  </a:cubicBezTo>
                  <a:cubicBezTo>
                    <a:pt x="2259054" y="1505764"/>
                    <a:pt x="2267878" y="1488746"/>
                    <a:pt x="2277333" y="1482316"/>
                  </a:cubicBezTo>
                  <a:cubicBezTo>
                    <a:pt x="2286788" y="1475887"/>
                    <a:pt x="2283258" y="1472862"/>
                    <a:pt x="2274938" y="1471097"/>
                  </a:cubicBezTo>
                  <a:cubicBezTo>
                    <a:pt x="2266744" y="1469332"/>
                    <a:pt x="2259054" y="1464037"/>
                    <a:pt x="2267248" y="1463407"/>
                  </a:cubicBezTo>
                  <a:cubicBezTo>
                    <a:pt x="2275442" y="1462776"/>
                    <a:pt x="2279603" y="1458112"/>
                    <a:pt x="2283132" y="1447522"/>
                  </a:cubicBezTo>
                  <a:cubicBezTo>
                    <a:pt x="2286662" y="1436933"/>
                    <a:pt x="2280233" y="1441597"/>
                    <a:pt x="2269013" y="1426974"/>
                  </a:cubicBezTo>
                  <a:cubicBezTo>
                    <a:pt x="2257793" y="1412224"/>
                    <a:pt x="2251994" y="1431638"/>
                    <a:pt x="2240775" y="1430504"/>
                  </a:cubicBezTo>
                  <a:cubicBezTo>
                    <a:pt x="2229555" y="1429369"/>
                    <a:pt x="2248465" y="1415250"/>
                    <a:pt x="2239010" y="1409325"/>
                  </a:cubicBezTo>
                  <a:cubicBezTo>
                    <a:pt x="2229555" y="1403400"/>
                    <a:pt x="2211906" y="1407560"/>
                    <a:pt x="2197786" y="1419284"/>
                  </a:cubicBezTo>
                  <a:cubicBezTo>
                    <a:pt x="2183667" y="1431008"/>
                    <a:pt x="2184802" y="1418654"/>
                    <a:pt x="2172447" y="1430504"/>
                  </a:cubicBezTo>
                  <a:cubicBezTo>
                    <a:pt x="2160093" y="1442228"/>
                    <a:pt x="2160093" y="1424579"/>
                    <a:pt x="2166018" y="1419914"/>
                  </a:cubicBezTo>
                  <a:cubicBezTo>
                    <a:pt x="2171943" y="1415250"/>
                    <a:pt x="2175977" y="1420418"/>
                    <a:pt x="2181272" y="1413485"/>
                  </a:cubicBezTo>
                  <a:cubicBezTo>
                    <a:pt x="2186567" y="1406425"/>
                    <a:pt x="2191861" y="1413485"/>
                    <a:pt x="2205350" y="1404660"/>
                  </a:cubicBezTo>
                  <a:cubicBezTo>
                    <a:pt x="2218839" y="1395836"/>
                    <a:pt x="2230689" y="1399996"/>
                    <a:pt x="2234724" y="1393441"/>
                  </a:cubicBezTo>
                  <a:cubicBezTo>
                    <a:pt x="2238884" y="1387011"/>
                    <a:pt x="2228294" y="1378187"/>
                    <a:pt x="2215309" y="1381086"/>
                  </a:cubicBezTo>
                  <a:cubicBezTo>
                    <a:pt x="2202325" y="1383986"/>
                    <a:pt x="2193500" y="1363437"/>
                    <a:pt x="2185306" y="1369362"/>
                  </a:cubicBezTo>
                  <a:cubicBezTo>
                    <a:pt x="2177112" y="1375287"/>
                    <a:pt x="2178877" y="1360538"/>
                    <a:pt x="2169422" y="1366463"/>
                  </a:cubicBezTo>
                  <a:cubicBezTo>
                    <a:pt x="2159967" y="1372388"/>
                    <a:pt x="2154672" y="1364698"/>
                    <a:pt x="2150638" y="1353478"/>
                  </a:cubicBezTo>
                  <a:cubicBezTo>
                    <a:pt x="2146478" y="1342258"/>
                    <a:pt x="2121265" y="1324105"/>
                    <a:pt x="2105885" y="1319314"/>
                  </a:cubicBezTo>
                  <a:cubicBezTo>
                    <a:pt x="2090631" y="1314650"/>
                    <a:pt x="2100590" y="1306330"/>
                    <a:pt x="2108784" y="1312255"/>
                  </a:cubicBezTo>
                  <a:cubicBezTo>
                    <a:pt x="2116979" y="1318180"/>
                    <a:pt x="2126434" y="1306330"/>
                    <a:pt x="2129964" y="1300531"/>
                  </a:cubicBezTo>
                  <a:cubicBezTo>
                    <a:pt x="2133493" y="1294606"/>
                    <a:pt x="2124038" y="1289311"/>
                    <a:pt x="2119374" y="1288807"/>
                  </a:cubicBezTo>
                  <a:cubicBezTo>
                    <a:pt x="2114710" y="1288176"/>
                    <a:pt x="2114710" y="1280486"/>
                    <a:pt x="2115844" y="1274687"/>
                  </a:cubicBezTo>
                  <a:cubicBezTo>
                    <a:pt x="2116979" y="1268762"/>
                    <a:pt x="2099330" y="1261072"/>
                    <a:pt x="2098825" y="1255273"/>
                  </a:cubicBezTo>
                  <a:cubicBezTo>
                    <a:pt x="2098195" y="1249348"/>
                    <a:pt x="2088236" y="1245314"/>
                    <a:pt x="2088866" y="1240019"/>
                  </a:cubicBezTo>
                  <a:cubicBezTo>
                    <a:pt x="2089496" y="1234725"/>
                    <a:pt x="2078907" y="1227035"/>
                    <a:pt x="2078907" y="1219975"/>
                  </a:cubicBezTo>
                  <a:cubicBezTo>
                    <a:pt x="2078907" y="1212915"/>
                    <a:pt x="2061258" y="1198796"/>
                    <a:pt x="2060628" y="1190602"/>
                  </a:cubicBezTo>
                  <a:cubicBezTo>
                    <a:pt x="2059997" y="1182408"/>
                    <a:pt x="2050668" y="1176483"/>
                    <a:pt x="2047139" y="1166524"/>
                  </a:cubicBezTo>
                  <a:cubicBezTo>
                    <a:pt x="2043609" y="1156564"/>
                    <a:pt x="2038944" y="1161229"/>
                    <a:pt x="2035415" y="1175348"/>
                  </a:cubicBezTo>
                  <a:cubicBezTo>
                    <a:pt x="2031885" y="1189467"/>
                    <a:pt x="2019530" y="1188963"/>
                    <a:pt x="2023060" y="1193627"/>
                  </a:cubicBezTo>
                  <a:cubicBezTo>
                    <a:pt x="2030246" y="1203335"/>
                    <a:pt x="2024825" y="1203587"/>
                    <a:pt x="2019530" y="1209512"/>
                  </a:cubicBezTo>
                  <a:cubicBezTo>
                    <a:pt x="2014236" y="1215437"/>
                    <a:pt x="2023060" y="1224261"/>
                    <a:pt x="2014236" y="1224261"/>
                  </a:cubicBezTo>
                  <a:cubicBezTo>
                    <a:pt x="2005411" y="1224261"/>
                    <a:pt x="2009571" y="1242541"/>
                    <a:pt x="2004781" y="1234220"/>
                  </a:cubicBezTo>
                  <a:cubicBezTo>
                    <a:pt x="2000116" y="1226026"/>
                    <a:pt x="1988897" y="1228295"/>
                    <a:pt x="1988897" y="1236616"/>
                  </a:cubicBezTo>
                  <a:cubicBezTo>
                    <a:pt x="1988897" y="1244810"/>
                    <a:pt x="1970113" y="1252500"/>
                    <a:pt x="1962423" y="1251870"/>
                  </a:cubicBezTo>
                  <a:cubicBezTo>
                    <a:pt x="1954733" y="1251239"/>
                    <a:pt x="1954733" y="1235355"/>
                    <a:pt x="1948304" y="1240145"/>
                  </a:cubicBezTo>
                  <a:cubicBezTo>
                    <a:pt x="1941874" y="1244810"/>
                    <a:pt x="1943009" y="1226657"/>
                    <a:pt x="1933050" y="1227161"/>
                  </a:cubicBezTo>
                  <a:cubicBezTo>
                    <a:pt x="1923091" y="1227791"/>
                    <a:pt x="1916031" y="1226530"/>
                    <a:pt x="1918931" y="1217706"/>
                  </a:cubicBezTo>
                  <a:cubicBezTo>
                    <a:pt x="1921830" y="1208881"/>
                    <a:pt x="1901912" y="1204721"/>
                    <a:pt x="1908341" y="1199426"/>
                  </a:cubicBezTo>
                  <a:cubicBezTo>
                    <a:pt x="1914770" y="1194132"/>
                    <a:pt x="1906576" y="1184677"/>
                    <a:pt x="1905441" y="1169423"/>
                  </a:cubicBezTo>
                  <a:cubicBezTo>
                    <a:pt x="1904307" y="1154169"/>
                    <a:pt x="1914266" y="1152908"/>
                    <a:pt x="1914266" y="1147110"/>
                  </a:cubicBezTo>
                  <a:cubicBezTo>
                    <a:pt x="1914266" y="1141184"/>
                    <a:pt x="1907206" y="1141184"/>
                    <a:pt x="1900147" y="1145975"/>
                  </a:cubicBezTo>
                  <a:cubicBezTo>
                    <a:pt x="1893087" y="1150639"/>
                    <a:pt x="1893087" y="1139546"/>
                    <a:pt x="1885397" y="1140050"/>
                  </a:cubicBezTo>
                  <a:cubicBezTo>
                    <a:pt x="1877707" y="1140680"/>
                    <a:pt x="1854763" y="1139420"/>
                    <a:pt x="1853629" y="1128830"/>
                  </a:cubicBezTo>
                  <a:cubicBezTo>
                    <a:pt x="1852494" y="1118241"/>
                    <a:pt x="1844804" y="1123535"/>
                    <a:pt x="1841274" y="1113576"/>
                  </a:cubicBezTo>
                  <a:cubicBezTo>
                    <a:pt x="1837745" y="1103617"/>
                    <a:pt x="1828290" y="1111181"/>
                    <a:pt x="1828290" y="1104121"/>
                  </a:cubicBezTo>
                  <a:cubicBezTo>
                    <a:pt x="1828290" y="1097062"/>
                    <a:pt x="1824130" y="1094162"/>
                    <a:pt x="1817070" y="1093532"/>
                  </a:cubicBezTo>
                  <a:cubicBezTo>
                    <a:pt x="1810010" y="1092902"/>
                    <a:pt x="1807615" y="1085338"/>
                    <a:pt x="1798286" y="1084077"/>
                  </a:cubicBezTo>
                  <a:cubicBezTo>
                    <a:pt x="1788831" y="1082942"/>
                    <a:pt x="1777107" y="1090506"/>
                    <a:pt x="1771813" y="1092902"/>
                  </a:cubicBezTo>
                  <a:cubicBezTo>
                    <a:pt x="1766518" y="1095297"/>
                    <a:pt x="1753029" y="1084707"/>
                    <a:pt x="1747734" y="1088741"/>
                  </a:cubicBezTo>
                  <a:cubicBezTo>
                    <a:pt x="1742439" y="1092902"/>
                    <a:pt x="1741305" y="1085842"/>
                    <a:pt x="1726555" y="1081682"/>
                  </a:cubicBezTo>
                  <a:cubicBezTo>
                    <a:pt x="1711806" y="1077522"/>
                    <a:pt x="1692392" y="1076387"/>
                    <a:pt x="1691257" y="1081682"/>
                  </a:cubicBezTo>
                  <a:cubicBezTo>
                    <a:pt x="1690123" y="1086976"/>
                    <a:pt x="1678272" y="1088741"/>
                    <a:pt x="1680037" y="1101096"/>
                  </a:cubicBezTo>
                  <a:cubicBezTo>
                    <a:pt x="1681802" y="1113450"/>
                    <a:pt x="1694157" y="1111055"/>
                    <a:pt x="1697056" y="1119375"/>
                  </a:cubicBezTo>
                  <a:cubicBezTo>
                    <a:pt x="1699956" y="1127569"/>
                    <a:pt x="1691131" y="1124670"/>
                    <a:pt x="1690627" y="1132360"/>
                  </a:cubicBezTo>
                  <a:cubicBezTo>
                    <a:pt x="1689996" y="1140050"/>
                    <a:pt x="1682433" y="1139420"/>
                    <a:pt x="1682433" y="1144714"/>
                  </a:cubicBezTo>
                  <a:cubicBezTo>
                    <a:pt x="1682433" y="1150009"/>
                    <a:pt x="1687727" y="1148874"/>
                    <a:pt x="1690627" y="1159464"/>
                  </a:cubicBezTo>
                  <a:cubicBezTo>
                    <a:pt x="1693526" y="1170053"/>
                    <a:pt x="1699451" y="1169423"/>
                    <a:pt x="1701216" y="1183542"/>
                  </a:cubicBezTo>
                  <a:cubicBezTo>
                    <a:pt x="1702981" y="1197662"/>
                    <a:pt x="1696552" y="1194762"/>
                    <a:pt x="1690627" y="1196527"/>
                  </a:cubicBezTo>
                  <a:cubicBezTo>
                    <a:pt x="1684702" y="1198292"/>
                    <a:pt x="1691257" y="1205351"/>
                    <a:pt x="1682937" y="1214806"/>
                  </a:cubicBezTo>
                  <a:cubicBezTo>
                    <a:pt x="1674743" y="1224261"/>
                    <a:pt x="1667683" y="1234220"/>
                    <a:pt x="1674112" y="1240145"/>
                  </a:cubicBezTo>
                  <a:cubicBezTo>
                    <a:pt x="1680541" y="1246071"/>
                    <a:pt x="1704746" y="1256030"/>
                    <a:pt x="1714075" y="1271914"/>
                  </a:cubicBezTo>
                  <a:cubicBezTo>
                    <a:pt x="1723530" y="1287798"/>
                    <a:pt x="1722899" y="1312507"/>
                    <a:pt x="1720000" y="1330156"/>
                  </a:cubicBezTo>
                  <a:cubicBezTo>
                    <a:pt x="1717100" y="1347805"/>
                    <a:pt x="1697056" y="1351965"/>
                    <a:pt x="1682306" y="1367219"/>
                  </a:cubicBezTo>
                  <a:cubicBezTo>
                    <a:pt x="1667557" y="1382473"/>
                    <a:pt x="1652303" y="1380204"/>
                    <a:pt x="1645243" y="1380708"/>
                  </a:cubicBezTo>
                  <a:cubicBezTo>
                    <a:pt x="1638184" y="1381338"/>
                    <a:pt x="1642344" y="1395458"/>
                    <a:pt x="1652303" y="1406551"/>
                  </a:cubicBezTo>
                  <a:cubicBezTo>
                    <a:pt x="1662262" y="1417771"/>
                    <a:pt x="1654068" y="1421301"/>
                    <a:pt x="1659363" y="1433025"/>
                  </a:cubicBezTo>
                  <a:cubicBezTo>
                    <a:pt x="1664657" y="1444749"/>
                    <a:pt x="1659363" y="1454204"/>
                    <a:pt x="1667053" y="1464793"/>
                  </a:cubicBezTo>
                  <a:cubicBezTo>
                    <a:pt x="1674743" y="1475383"/>
                    <a:pt x="1669952" y="1479543"/>
                    <a:pt x="1661128" y="1487107"/>
                  </a:cubicBezTo>
                  <a:cubicBezTo>
                    <a:pt x="1652303" y="1494797"/>
                    <a:pt x="1664657" y="1490637"/>
                    <a:pt x="1665288" y="1500596"/>
                  </a:cubicBezTo>
                  <a:cubicBezTo>
                    <a:pt x="1665918" y="1510555"/>
                    <a:pt x="1661128" y="1504756"/>
                    <a:pt x="1653564" y="1499461"/>
                  </a:cubicBezTo>
                  <a:cubicBezTo>
                    <a:pt x="1645874" y="1494167"/>
                    <a:pt x="1638814" y="1509420"/>
                    <a:pt x="1638814" y="1515976"/>
                  </a:cubicBezTo>
                  <a:cubicBezTo>
                    <a:pt x="1638814" y="1522405"/>
                    <a:pt x="1620535" y="1507151"/>
                    <a:pt x="1616500" y="1507782"/>
                  </a:cubicBezTo>
                  <a:cubicBezTo>
                    <a:pt x="1612340" y="1508412"/>
                    <a:pt x="1617635" y="1497822"/>
                    <a:pt x="1607046" y="1489502"/>
                  </a:cubicBezTo>
                  <a:cubicBezTo>
                    <a:pt x="1596456" y="1481308"/>
                    <a:pt x="1588262" y="1479543"/>
                    <a:pt x="1588262" y="1471223"/>
                  </a:cubicBezTo>
                  <a:cubicBezTo>
                    <a:pt x="1588262" y="1463028"/>
                    <a:pt x="1569982" y="1457103"/>
                    <a:pt x="1569982" y="1447648"/>
                  </a:cubicBezTo>
                  <a:cubicBezTo>
                    <a:pt x="1569982" y="1438194"/>
                    <a:pt x="1572378" y="1414115"/>
                    <a:pt x="1568217" y="1407056"/>
                  </a:cubicBezTo>
                  <a:cubicBezTo>
                    <a:pt x="1564058" y="1399996"/>
                    <a:pt x="1567587" y="1392306"/>
                    <a:pt x="1571117" y="1385877"/>
                  </a:cubicBezTo>
                  <a:cubicBezTo>
                    <a:pt x="1574647" y="1379447"/>
                    <a:pt x="1566957" y="1369362"/>
                    <a:pt x="1556368" y="1369362"/>
                  </a:cubicBezTo>
                  <a:cubicBezTo>
                    <a:pt x="1545778" y="1369362"/>
                    <a:pt x="1531028" y="1365832"/>
                    <a:pt x="1516405" y="1366967"/>
                  </a:cubicBezTo>
                  <a:cubicBezTo>
                    <a:pt x="1501655" y="1368101"/>
                    <a:pt x="1493461" y="1365832"/>
                    <a:pt x="1488797" y="1361672"/>
                  </a:cubicBezTo>
                  <a:cubicBezTo>
                    <a:pt x="1484132" y="1357512"/>
                    <a:pt x="1470517" y="1348687"/>
                    <a:pt x="1452364" y="1344023"/>
                  </a:cubicBezTo>
                  <a:cubicBezTo>
                    <a:pt x="1434084" y="1339359"/>
                    <a:pt x="1425890" y="1329904"/>
                    <a:pt x="1424125" y="1324609"/>
                  </a:cubicBezTo>
                  <a:cubicBezTo>
                    <a:pt x="1422360" y="1319314"/>
                    <a:pt x="1404081" y="1315154"/>
                    <a:pt x="1400047" y="1309859"/>
                  </a:cubicBezTo>
                  <a:cubicBezTo>
                    <a:pt x="1395887" y="1304565"/>
                    <a:pt x="1378238" y="1301665"/>
                    <a:pt x="1371178" y="1302800"/>
                  </a:cubicBezTo>
                  <a:cubicBezTo>
                    <a:pt x="1364118" y="1303934"/>
                    <a:pt x="1346469" y="1288050"/>
                    <a:pt x="1335880" y="1288680"/>
                  </a:cubicBezTo>
                  <a:cubicBezTo>
                    <a:pt x="1325290" y="1289311"/>
                    <a:pt x="1300581" y="1299900"/>
                    <a:pt x="1296421" y="1300405"/>
                  </a:cubicBezTo>
                  <a:cubicBezTo>
                    <a:pt x="1292261" y="1301035"/>
                    <a:pt x="1297052" y="1291580"/>
                    <a:pt x="1299951" y="1287420"/>
                  </a:cubicBezTo>
                  <a:cubicBezTo>
                    <a:pt x="1302851" y="1283260"/>
                    <a:pt x="1291127" y="1265611"/>
                    <a:pt x="1288227" y="1253887"/>
                  </a:cubicBezTo>
                  <a:cubicBezTo>
                    <a:pt x="1285328" y="1242163"/>
                    <a:pt x="1281168" y="1229178"/>
                    <a:pt x="1268813" y="1230943"/>
                  </a:cubicBezTo>
                  <a:cubicBezTo>
                    <a:pt x="1256459" y="1232708"/>
                    <a:pt x="1242970" y="1226278"/>
                    <a:pt x="1239440" y="1223883"/>
                  </a:cubicBezTo>
                  <a:cubicBezTo>
                    <a:pt x="1235910" y="1221488"/>
                    <a:pt x="1235280" y="1187955"/>
                    <a:pt x="1238305" y="1173835"/>
                  </a:cubicBezTo>
                  <a:cubicBezTo>
                    <a:pt x="1241205" y="1159716"/>
                    <a:pt x="1256585" y="1138537"/>
                    <a:pt x="1256585" y="1129712"/>
                  </a:cubicBezTo>
                  <a:cubicBezTo>
                    <a:pt x="1256585" y="1120888"/>
                    <a:pt x="1266544" y="1116728"/>
                    <a:pt x="1275368" y="1114459"/>
                  </a:cubicBezTo>
                  <a:cubicBezTo>
                    <a:pt x="1284193" y="1112063"/>
                    <a:pt x="1277133" y="1095045"/>
                    <a:pt x="1285958" y="1093910"/>
                  </a:cubicBezTo>
                  <a:cubicBezTo>
                    <a:pt x="1294783" y="1092775"/>
                    <a:pt x="1295413" y="1089246"/>
                    <a:pt x="1297178" y="1082186"/>
                  </a:cubicBezTo>
                  <a:cubicBezTo>
                    <a:pt x="1298943" y="1075126"/>
                    <a:pt x="1309532" y="1079791"/>
                    <a:pt x="1303607" y="1073992"/>
                  </a:cubicBezTo>
                  <a:cubicBezTo>
                    <a:pt x="1297682" y="1068067"/>
                    <a:pt x="1302473" y="1066302"/>
                    <a:pt x="1315961" y="1066302"/>
                  </a:cubicBezTo>
                  <a:cubicBezTo>
                    <a:pt x="1329450" y="1066302"/>
                    <a:pt x="1349495" y="1061637"/>
                    <a:pt x="1346595" y="1048022"/>
                  </a:cubicBezTo>
                  <a:cubicBezTo>
                    <a:pt x="1343696" y="1034533"/>
                    <a:pt x="1308397" y="1044493"/>
                    <a:pt x="1308397" y="1033273"/>
                  </a:cubicBezTo>
                  <a:cubicBezTo>
                    <a:pt x="1308397" y="1022053"/>
                    <a:pt x="1263645" y="1021549"/>
                    <a:pt x="1266670" y="1014993"/>
                  </a:cubicBezTo>
                  <a:cubicBezTo>
                    <a:pt x="1269570" y="1008564"/>
                    <a:pt x="1311423" y="1019658"/>
                    <a:pt x="1326677" y="1025583"/>
                  </a:cubicBezTo>
                  <a:cubicBezTo>
                    <a:pt x="1341931" y="1031508"/>
                    <a:pt x="1346091" y="1030878"/>
                    <a:pt x="1358445" y="1030247"/>
                  </a:cubicBezTo>
                  <a:cubicBezTo>
                    <a:pt x="1370800" y="1029617"/>
                    <a:pt x="1362605" y="1013733"/>
                    <a:pt x="1364875" y="1007303"/>
                  </a:cubicBezTo>
                  <a:cubicBezTo>
                    <a:pt x="1367270" y="1000874"/>
                    <a:pt x="1390718" y="1017262"/>
                    <a:pt x="1404333" y="1013733"/>
                  </a:cubicBezTo>
                  <a:cubicBezTo>
                    <a:pt x="1417822" y="1010203"/>
                    <a:pt x="1430807" y="982595"/>
                    <a:pt x="1442026" y="974905"/>
                  </a:cubicBezTo>
                  <a:cubicBezTo>
                    <a:pt x="1453246" y="967215"/>
                    <a:pt x="1443161" y="960155"/>
                    <a:pt x="1421478" y="961920"/>
                  </a:cubicBezTo>
                  <a:cubicBezTo>
                    <a:pt x="1399669" y="963685"/>
                    <a:pt x="1387314" y="955491"/>
                    <a:pt x="1375590" y="946666"/>
                  </a:cubicBezTo>
                  <a:cubicBezTo>
                    <a:pt x="1363866" y="937841"/>
                    <a:pt x="1365001" y="930782"/>
                    <a:pt x="1377355" y="931916"/>
                  </a:cubicBezTo>
                  <a:cubicBezTo>
                    <a:pt x="1389710" y="933051"/>
                    <a:pt x="1419083" y="957255"/>
                    <a:pt x="1430303" y="957760"/>
                  </a:cubicBezTo>
                  <a:cubicBezTo>
                    <a:pt x="1441522" y="958390"/>
                    <a:pt x="1460936" y="935951"/>
                    <a:pt x="1470265" y="928891"/>
                  </a:cubicBezTo>
                  <a:cubicBezTo>
                    <a:pt x="1479720" y="921831"/>
                    <a:pt x="1461440" y="918932"/>
                    <a:pt x="1455011" y="913637"/>
                  </a:cubicBezTo>
                  <a:cubicBezTo>
                    <a:pt x="1448582" y="908342"/>
                    <a:pt x="1466231" y="904812"/>
                    <a:pt x="1475560" y="904812"/>
                  </a:cubicBezTo>
                  <a:cubicBezTo>
                    <a:pt x="1485015" y="904812"/>
                    <a:pt x="1489049" y="913007"/>
                    <a:pt x="1492578" y="917167"/>
                  </a:cubicBezTo>
                  <a:cubicBezTo>
                    <a:pt x="1496108" y="921327"/>
                    <a:pt x="1512623" y="914267"/>
                    <a:pt x="1520817" y="914267"/>
                  </a:cubicBezTo>
                  <a:cubicBezTo>
                    <a:pt x="1529011" y="914267"/>
                    <a:pt x="1519683" y="900778"/>
                    <a:pt x="1506068" y="895484"/>
                  </a:cubicBezTo>
                  <a:cubicBezTo>
                    <a:pt x="1492578" y="890189"/>
                    <a:pt x="1506698" y="880230"/>
                    <a:pt x="1510732" y="888424"/>
                  </a:cubicBezTo>
                  <a:cubicBezTo>
                    <a:pt x="1514892" y="896618"/>
                    <a:pt x="1524221" y="894853"/>
                    <a:pt x="1529011" y="904308"/>
                  </a:cubicBezTo>
                  <a:cubicBezTo>
                    <a:pt x="1535819" y="918049"/>
                    <a:pt x="1540231" y="908973"/>
                    <a:pt x="1551955" y="904939"/>
                  </a:cubicBezTo>
                  <a:cubicBezTo>
                    <a:pt x="1563679" y="900778"/>
                    <a:pt x="1569604" y="893719"/>
                    <a:pt x="1576034" y="886659"/>
                  </a:cubicBezTo>
                  <a:cubicBezTo>
                    <a:pt x="1582463" y="879599"/>
                    <a:pt x="1583724" y="887794"/>
                    <a:pt x="1591287" y="876700"/>
                  </a:cubicBezTo>
                  <a:cubicBezTo>
                    <a:pt x="1598977" y="865480"/>
                    <a:pt x="1587758" y="854891"/>
                    <a:pt x="1578303" y="847831"/>
                  </a:cubicBezTo>
                  <a:cubicBezTo>
                    <a:pt x="1568848" y="840771"/>
                    <a:pt x="1578933" y="833712"/>
                    <a:pt x="1569478" y="829047"/>
                  </a:cubicBezTo>
                  <a:cubicBezTo>
                    <a:pt x="1560023" y="824257"/>
                    <a:pt x="1558258" y="815432"/>
                    <a:pt x="1570109" y="817828"/>
                  </a:cubicBezTo>
                  <a:cubicBezTo>
                    <a:pt x="1581833" y="820223"/>
                    <a:pt x="1591287" y="816693"/>
                    <a:pt x="1596582" y="808373"/>
                  </a:cubicBezTo>
                  <a:cubicBezTo>
                    <a:pt x="1601877" y="800178"/>
                    <a:pt x="1578933" y="798414"/>
                    <a:pt x="1589523" y="792489"/>
                  </a:cubicBezTo>
                  <a:cubicBezTo>
                    <a:pt x="1600112" y="786563"/>
                    <a:pt x="1591287" y="780764"/>
                    <a:pt x="1580698" y="780764"/>
                  </a:cubicBezTo>
                  <a:cubicBezTo>
                    <a:pt x="1570109" y="780764"/>
                    <a:pt x="1561284" y="775470"/>
                    <a:pt x="1560654" y="766645"/>
                  </a:cubicBezTo>
                  <a:cubicBezTo>
                    <a:pt x="1560023" y="757821"/>
                    <a:pt x="1541870" y="763746"/>
                    <a:pt x="1530650" y="758451"/>
                  </a:cubicBezTo>
                  <a:cubicBezTo>
                    <a:pt x="1519430" y="753156"/>
                    <a:pt x="1494722" y="754291"/>
                    <a:pt x="1488923" y="754921"/>
                  </a:cubicBezTo>
                  <a:cubicBezTo>
                    <a:pt x="1482998" y="755551"/>
                    <a:pt x="1482493" y="779630"/>
                    <a:pt x="1491318" y="780260"/>
                  </a:cubicBezTo>
                  <a:cubicBezTo>
                    <a:pt x="1500142" y="780891"/>
                    <a:pt x="1507202" y="790219"/>
                    <a:pt x="1499512" y="793245"/>
                  </a:cubicBezTo>
                  <a:cubicBezTo>
                    <a:pt x="1491822" y="796144"/>
                    <a:pt x="1500647" y="805599"/>
                    <a:pt x="1494848" y="804969"/>
                  </a:cubicBezTo>
                  <a:cubicBezTo>
                    <a:pt x="1488923" y="804465"/>
                    <a:pt x="1479594" y="801439"/>
                    <a:pt x="1477829" y="816693"/>
                  </a:cubicBezTo>
                  <a:cubicBezTo>
                    <a:pt x="1476064" y="831947"/>
                    <a:pt x="1474929" y="837872"/>
                    <a:pt x="1464844" y="843167"/>
                  </a:cubicBezTo>
                  <a:cubicBezTo>
                    <a:pt x="1454885" y="848461"/>
                    <a:pt x="1462449" y="826148"/>
                    <a:pt x="1453120" y="826652"/>
                  </a:cubicBezTo>
                  <a:cubicBezTo>
                    <a:pt x="1443665" y="827282"/>
                    <a:pt x="1442531" y="845436"/>
                    <a:pt x="1449590" y="847201"/>
                  </a:cubicBezTo>
                  <a:cubicBezTo>
                    <a:pt x="1456650" y="848966"/>
                    <a:pt x="1457785" y="854891"/>
                    <a:pt x="1459549" y="863715"/>
                  </a:cubicBezTo>
                  <a:cubicBezTo>
                    <a:pt x="1461314" y="872540"/>
                    <a:pt x="1446565" y="866111"/>
                    <a:pt x="1440766" y="876700"/>
                  </a:cubicBezTo>
                  <a:cubicBezTo>
                    <a:pt x="1434841" y="887289"/>
                    <a:pt x="1434336" y="872036"/>
                    <a:pt x="1426016" y="864976"/>
                  </a:cubicBezTo>
                  <a:cubicBezTo>
                    <a:pt x="1417822" y="857916"/>
                    <a:pt x="1407737" y="846066"/>
                    <a:pt x="1408367" y="837368"/>
                  </a:cubicBezTo>
                  <a:cubicBezTo>
                    <a:pt x="1408871" y="829678"/>
                    <a:pt x="1413031" y="826778"/>
                    <a:pt x="1419587" y="825644"/>
                  </a:cubicBezTo>
                  <a:cubicBezTo>
                    <a:pt x="1426016" y="824509"/>
                    <a:pt x="1419587" y="818584"/>
                    <a:pt x="1418957" y="807995"/>
                  </a:cubicBezTo>
                  <a:cubicBezTo>
                    <a:pt x="1418326" y="797405"/>
                    <a:pt x="1410762" y="800935"/>
                    <a:pt x="1401308" y="789715"/>
                  </a:cubicBezTo>
                  <a:cubicBezTo>
                    <a:pt x="1391853" y="778495"/>
                    <a:pt x="1381893" y="778495"/>
                    <a:pt x="1376599" y="783790"/>
                  </a:cubicBezTo>
                  <a:cubicBezTo>
                    <a:pt x="1371304" y="789085"/>
                    <a:pt x="1374834" y="799044"/>
                    <a:pt x="1366640" y="802574"/>
                  </a:cubicBezTo>
                  <a:cubicBezTo>
                    <a:pt x="1358445" y="806104"/>
                    <a:pt x="1361975" y="822618"/>
                    <a:pt x="1354915" y="823753"/>
                  </a:cubicBezTo>
                  <a:cubicBezTo>
                    <a:pt x="1347856" y="824887"/>
                    <a:pt x="1352016" y="794884"/>
                    <a:pt x="1346091" y="791984"/>
                  </a:cubicBezTo>
                  <a:cubicBezTo>
                    <a:pt x="1340166" y="789085"/>
                    <a:pt x="1340796" y="782025"/>
                    <a:pt x="1349621" y="780764"/>
                  </a:cubicBezTo>
                  <a:cubicBezTo>
                    <a:pt x="1358445" y="779630"/>
                    <a:pt x="1363740" y="770175"/>
                    <a:pt x="1356050" y="770175"/>
                  </a:cubicBezTo>
                  <a:cubicBezTo>
                    <a:pt x="1348360" y="770175"/>
                    <a:pt x="1334871" y="761981"/>
                    <a:pt x="1329576" y="759586"/>
                  </a:cubicBezTo>
                  <a:cubicBezTo>
                    <a:pt x="1324282" y="757190"/>
                    <a:pt x="1315457" y="769545"/>
                    <a:pt x="1309532" y="764880"/>
                  </a:cubicBezTo>
                  <a:cubicBezTo>
                    <a:pt x="1303607" y="760216"/>
                    <a:pt x="1310162" y="748366"/>
                    <a:pt x="1310667" y="741936"/>
                  </a:cubicBezTo>
                  <a:cubicBezTo>
                    <a:pt x="1311297" y="735507"/>
                    <a:pt x="1320122" y="744836"/>
                    <a:pt x="1325920" y="736642"/>
                  </a:cubicBezTo>
                  <a:cubicBezTo>
                    <a:pt x="1331846" y="728447"/>
                    <a:pt x="1309406" y="728447"/>
                    <a:pt x="1309406" y="719623"/>
                  </a:cubicBezTo>
                  <a:cubicBezTo>
                    <a:pt x="1309406" y="710798"/>
                    <a:pt x="1291757" y="708403"/>
                    <a:pt x="1285832" y="705504"/>
                  </a:cubicBezTo>
                  <a:cubicBezTo>
                    <a:pt x="1279907" y="702604"/>
                    <a:pt x="1289992" y="687855"/>
                    <a:pt x="1286966" y="681930"/>
                  </a:cubicBezTo>
                  <a:cubicBezTo>
                    <a:pt x="1284067" y="676004"/>
                    <a:pt x="1262258" y="656590"/>
                    <a:pt x="1252803" y="658355"/>
                  </a:cubicBezTo>
                  <a:cubicBezTo>
                    <a:pt x="1243348" y="660120"/>
                    <a:pt x="1241079" y="646001"/>
                    <a:pt x="1246373" y="646631"/>
                  </a:cubicBezTo>
                  <a:cubicBezTo>
                    <a:pt x="1251668" y="647262"/>
                    <a:pt x="1255828" y="643732"/>
                    <a:pt x="1265788" y="632512"/>
                  </a:cubicBezTo>
                  <a:cubicBezTo>
                    <a:pt x="1275747" y="621292"/>
                    <a:pt x="1277007" y="617762"/>
                    <a:pt x="1269948" y="615493"/>
                  </a:cubicBezTo>
                  <a:cubicBezTo>
                    <a:pt x="1262888" y="613098"/>
                    <a:pt x="1259358" y="606038"/>
                    <a:pt x="1271713" y="606669"/>
                  </a:cubicBezTo>
                  <a:cubicBezTo>
                    <a:pt x="1284067" y="607299"/>
                    <a:pt x="1305876" y="615493"/>
                    <a:pt x="1312936" y="610198"/>
                  </a:cubicBezTo>
                  <a:cubicBezTo>
                    <a:pt x="1319996" y="604904"/>
                    <a:pt x="1342309" y="570236"/>
                    <a:pt x="1351133" y="557882"/>
                  </a:cubicBezTo>
                  <a:cubicBezTo>
                    <a:pt x="1359958" y="545527"/>
                    <a:pt x="1344704" y="544393"/>
                    <a:pt x="1323525" y="546157"/>
                  </a:cubicBezTo>
                  <a:cubicBezTo>
                    <a:pt x="1302346" y="547922"/>
                    <a:pt x="1297682" y="537963"/>
                    <a:pt x="1280033" y="536703"/>
                  </a:cubicBezTo>
                  <a:cubicBezTo>
                    <a:pt x="1262384" y="535568"/>
                    <a:pt x="1229481" y="540232"/>
                    <a:pt x="1224690" y="545527"/>
                  </a:cubicBezTo>
                  <a:cubicBezTo>
                    <a:pt x="1220026" y="550822"/>
                    <a:pt x="1233515" y="555486"/>
                    <a:pt x="1231750" y="561411"/>
                  </a:cubicBezTo>
                  <a:cubicBezTo>
                    <a:pt x="1229985" y="567336"/>
                    <a:pt x="1219396" y="557251"/>
                    <a:pt x="1214731" y="559646"/>
                  </a:cubicBezTo>
                  <a:cubicBezTo>
                    <a:pt x="1210067" y="562042"/>
                    <a:pt x="1216496" y="569606"/>
                    <a:pt x="1214731" y="590280"/>
                  </a:cubicBezTo>
                  <a:cubicBezTo>
                    <a:pt x="1212966" y="610829"/>
                    <a:pt x="1218891" y="612089"/>
                    <a:pt x="1224690" y="619653"/>
                  </a:cubicBezTo>
                  <a:cubicBezTo>
                    <a:pt x="1230615" y="627343"/>
                    <a:pt x="1229355" y="637302"/>
                    <a:pt x="1229355" y="650287"/>
                  </a:cubicBezTo>
                  <a:cubicBezTo>
                    <a:pt x="1229355" y="663272"/>
                    <a:pt x="1217000" y="662642"/>
                    <a:pt x="1212840" y="665541"/>
                  </a:cubicBezTo>
                  <a:cubicBezTo>
                    <a:pt x="1208680" y="668441"/>
                    <a:pt x="1223430" y="673231"/>
                    <a:pt x="1221034" y="681425"/>
                  </a:cubicBezTo>
                  <a:cubicBezTo>
                    <a:pt x="1218639" y="689619"/>
                    <a:pt x="1206285" y="676761"/>
                    <a:pt x="1199225" y="679030"/>
                  </a:cubicBezTo>
                  <a:cubicBezTo>
                    <a:pt x="1192166" y="681425"/>
                    <a:pt x="1186241" y="701344"/>
                    <a:pt x="1193931" y="707899"/>
                  </a:cubicBezTo>
                  <a:cubicBezTo>
                    <a:pt x="1201621" y="714328"/>
                    <a:pt x="1204520" y="713194"/>
                    <a:pt x="1198595" y="720884"/>
                  </a:cubicBezTo>
                  <a:cubicBezTo>
                    <a:pt x="1192670" y="728574"/>
                    <a:pt x="1186241" y="739667"/>
                    <a:pt x="1200360" y="750887"/>
                  </a:cubicBezTo>
                  <a:cubicBezTo>
                    <a:pt x="1214479" y="762107"/>
                    <a:pt x="1240322" y="760846"/>
                    <a:pt x="1253937" y="769671"/>
                  </a:cubicBezTo>
                  <a:cubicBezTo>
                    <a:pt x="1267426" y="778495"/>
                    <a:pt x="1248012" y="773201"/>
                    <a:pt x="1253307" y="783160"/>
                  </a:cubicBezTo>
                  <a:cubicBezTo>
                    <a:pt x="1258602" y="793119"/>
                    <a:pt x="1244483" y="796649"/>
                    <a:pt x="1245113" y="804339"/>
                  </a:cubicBezTo>
                  <a:cubicBezTo>
                    <a:pt x="1245743" y="812029"/>
                    <a:pt x="1251038" y="807868"/>
                    <a:pt x="1258098" y="794884"/>
                  </a:cubicBezTo>
                  <a:cubicBezTo>
                    <a:pt x="1265157" y="781899"/>
                    <a:pt x="1270452" y="798414"/>
                    <a:pt x="1269822" y="809633"/>
                  </a:cubicBezTo>
                  <a:cubicBezTo>
                    <a:pt x="1269191" y="820853"/>
                    <a:pt x="1259232" y="814298"/>
                    <a:pt x="1251542" y="825518"/>
                  </a:cubicBezTo>
                  <a:cubicBezTo>
                    <a:pt x="1243852" y="836737"/>
                    <a:pt x="1236793" y="838502"/>
                    <a:pt x="1225699" y="836107"/>
                  </a:cubicBezTo>
                  <a:cubicBezTo>
                    <a:pt x="1214479" y="833712"/>
                    <a:pt x="1221034" y="851991"/>
                    <a:pt x="1225699" y="861950"/>
                  </a:cubicBezTo>
                  <a:cubicBezTo>
                    <a:pt x="1230363" y="871910"/>
                    <a:pt x="1224564" y="875439"/>
                    <a:pt x="1211580" y="871910"/>
                  </a:cubicBezTo>
                  <a:cubicBezTo>
                    <a:pt x="1198595" y="868380"/>
                    <a:pt x="1191031" y="860185"/>
                    <a:pt x="1197460" y="850100"/>
                  </a:cubicBezTo>
                  <a:cubicBezTo>
                    <a:pt x="1203890" y="840015"/>
                    <a:pt x="1208680" y="828291"/>
                    <a:pt x="1200990" y="829552"/>
                  </a:cubicBezTo>
                  <a:cubicBezTo>
                    <a:pt x="1193300" y="830686"/>
                    <a:pt x="1175651" y="829047"/>
                    <a:pt x="1170356" y="820727"/>
                  </a:cubicBezTo>
                  <a:cubicBezTo>
                    <a:pt x="1165062" y="812533"/>
                    <a:pt x="1173886" y="816063"/>
                    <a:pt x="1189770" y="817828"/>
                  </a:cubicBezTo>
                  <a:cubicBezTo>
                    <a:pt x="1205655" y="819593"/>
                    <a:pt x="1192166" y="807238"/>
                    <a:pt x="1203890" y="807238"/>
                  </a:cubicBezTo>
                  <a:cubicBezTo>
                    <a:pt x="1215614" y="807238"/>
                    <a:pt x="1224438" y="813667"/>
                    <a:pt x="1234523" y="804843"/>
                  </a:cubicBezTo>
                  <a:cubicBezTo>
                    <a:pt x="1244483" y="796018"/>
                    <a:pt x="1228094" y="779000"/>
                    <a:pt x="1219774" y="781899"/>
                  </a:cubicBezTo>
                  <a:cubicBezTo>
                    <a:pt x="1211580" y="784799"/>
                    <a:pt x="1198595" y="788328"/>
                    <a:pt x="1198595" y="780134"/>
                  </a:cubicBezTo>
                  <a:cubicBezTo>
                    <a:pt x="1198595" y="771940"/>
                    <a:pt x="1212714" y="777739"/>
                    <a:pt x="1220404" y="775974"/>
                  </a:cubicBezTo>
                  <a:cubicBezTo>
                    <a:pt x="1228094" y="774209"/>
                    <a:pt x="1216244" y="763620"/>
                    <a:pt x="1204520" y="766519"/>
                  </a:cubicBezTo>
                  <a:cubicBezTo>
                    <a:pt x="1192796" y="769419"/>
                    <a:pt x="1184476" y="770049"/>
                    <a:pt x="1175147" y="760090"/>
                  </a:cubicBezTo>
                  <a:cubicBezTo>
                    <a:pt x="1165692" y="750131"/>
                    <a:pt x="1148673" y="744206"/>
                    <a:pt x="1144513" y="767149"/>
                  </a:cubicBezTo>
                  <a:cubicBezTo>
                    <a:pt x="1140353" y="790093"/>
                    <a:pt x="1123964" y="777739"/>
                    <a:pt x="1117409" y="785429"/>
                  </a:cubicBezTo>
                  <a:cubicBezTo>
                    <a:pt x="1110980" y="793119"/>
                    <a:pt x="1125099" y="798414"/>
                    <a:pt x="1140983" y="798918"/>
                  </a:cubicBezTo>
                  <a:cubicBezTo>
                    <a:pt x="1156867" y="799548"/>
                    <a:pt x="1168591" y="814172"/>
                    <a:pt x="1161028" y="814172"/>
                  </a:cubicBezTo>
                  <a:cubicBezTo>
                    <a:pt x="1153338" y="814172"/>
                    <a:pt x="1156867" y="825391"/>
                    <a:pt x="1148673" y="821231"/>
                  </a:cubicBezTo>
                  <a:cubicBezTo>
                    <a:pt x="1140479" y="817071"/>
                    <a:pt x="1132159" y="821231"/>
                    <a:pt x="1138084" y="828291"/>
                  </a:cubicBezTo>
                  <a:cubicBezTo>
                    <a:pt x="1144009" y="835351"/>
                    <a:pt x="1135688" y="838250"/>
                    <a:pt x="1136319" y="845436"/>
                  </a:cubicBezTo>
                  <a:cubicBezTo>
                    <a:pt x="1136949" y="852495"/>
                    <a:pt x="1123964" y="845940"/>
                    <a:pt x="1111610" y="844806"/>
                  </a:cubicBezTo>
                  <a:cubicBezTo>
                    <a:pt x="1099256" y="843671"/>
                    <a:pt x="1076312" y="847705"/>
                    <a:pt x="1059797" y="851235"/>
                  </a:cubicBezTo>
                  <a:cubicBezTo>
                    <a:pt x="1043283" y="854765"/>
                    <a:pt x="1025129" y="848840"/>
                    <a:pt x="1018070" y="841276"/>
                  </a:cubicBezTo>
                  <a:cubicBezTo>
                    <a:pt x="1011010" y="833586"/>
                    <a:pt x="1001555" y="834846"/>
                    <a:pt x="989831" y="834846"/>
                  </a:cubicBezTo>
                  <a:cubicBezTo>
                    <a:pt x="978107" y="834846"/>
                    <a:pt x="981637" y="823627"/>
                    <a:pt x="966257" y="823122"/>
                  </a:cubicBezTo>
                  <a:cubicBezTo>
                    <a:pt x="951003" y="822492"/>
                    <a:pt x="954533" y="809633"/>
                    <a:pt x="952768" y="801943"/>
                  </a:cubicBezTo>
                  <a:cubicBezTo>
                    <a:pt x="951003" y="794253"/>
                    <a:pt x="920369" y="796649"/>
                    <a:pt x="909276" y="803708"/>
                  </a:cubicBezTo>
                  <a:cubicBezTo>
                    <a:pt x="898056" y="810768"/>
                    <a:pt x="876373" y="807868"/>
                    <a:pt x="870448" y="820727"/>
                  </a:cubicBezTo>
                  <a:cubicBezTo>
                    <a:pt x="864523" y="833712"/>
                    <a:pt x="875742" y="831947"/>
                    <a:pt x="882172" y="831947"/>
                  </a:cubicBezTo>
                  <a:cubicBezTo>
                    <a:pt x="891122" y="831947"/>
                    <a:pt x="890366" y="821357"/>
                    <a:pt x="906880" y="823753"/>
                  </a:cubicBezTo>
                  <a:cubicBezTo>
                    <a:pt x="923395" y="826148"/>
                    <a:pt x="935119" y="806734"/>
                    <a:pt x="942179" y="813794"/>
                  </a:cubicBezTo>
                  <a:cubicBezTo>
                    <a:pt x="949238" y="820853"/>
                    <a:pt x="913940" y="834342"/>
                    <a:pt x="898686" y="836737"/>
                  </a:cubicBezTo>
                  <a:cubicBezTo>
                    <a:pt x="883432" y="839133"/>
                    <a:pt x="886962" y="851487"/>
                    <a:pt x="901586" y="873170"/>
                  </a:cubicBezTo>
                  <a:cubicBezTo>
                    <a:pt x="916335" y="894979"/>
                    <a:pt x="895156" y="882625"/>
                    <a:pt x="895156" y="893215"/>
                  </a:cubicBezTo>
                  <a:cubicBezTo>
                    <a:pt x="895156" y="903804"/>
                    <a:pt x="867548" y="889685"/>
                    <a:pt x="878642" y="886155"/>
                  </a:cubicBezTo>
                  <a:cubicBezTo>
                    <a:pt x="889862" y="882625"/>
                    <a:pt x="884567" y="871405"/>
                    <a:pt x="875742" y="864346"/>
                  </a:cubicBezTo>
                  <a:cubicBezTo>
                    <a:pt x="866918" y="857286"/>
                    <a:pt x="860993" y="864346"/>
                    <a:pt x="862253" y="856656"/>
                  </a:cubicBezTo>
                  <a:cubicBezTo>
                    <a:pt x="863388" y="848966"/>
                    <a:pt x="852798" y="857286"/>
                    <a:pt x="844604" y="850731"/>
                  </a:cubicBezTo>
                  <a:cubicBezTo>
                    <a:pt x="836410" y="844301"/>
                    <a:pt x="832250" y="839007"/>
                    <a:pt x="821030" y="844806"/>
                  </a:cubicBezTo>
                  <a:cubicBezTo>
                    <a:pt x="809810" y="850731"/>
                    <a:pt x="796952" y="848966"/>
                    <a:pt x="772243" y="853000"/>
                  </a:cubicBezTo>
                  <a:cubicBezTo>
                    <a:pt x="747534" y="857160"/>
                    <a:pt x="702277" y="855899"/>
                    <a:pt x="693957" y="847705"/>
                  </a:cubicBezTo>
                  <a:cubicBezTo>
                    <a:pt x="685762" y="839511"/>
                    <a:pt x="715136" y="824761"/>
                    <a:pt x="723960" y="827156"/>
                  </a:cubicBezTo>
                  <a:cubicBezTo>
                    <a:pt x="732532" y="829426"/>
                    <a:pt x="727490" y="817702"/>
                    <a:pt x="714001" y="807112"/>
                  </a:cubicBezTo>
                  <a:cubicBezTo>
                    <a:pt x="700512" y="796523"/>
                    <a:pt x="670382" y="790093"/>
                    <a:pt x="671013" y="796523"/>
                  </a:cubicBezTo>
                  <a:cubicBezTo>
                    <a:pt x="671643" y="802952"/>
                    <a:pt x="653994" y="797153"/>
                    <a:pt x="632185" y="792993"/>
                  </a:cubicBezTo>
                  <a:cubicBezTo>
                    <a:pt x="610375" y="788833"/>
                    <a:pt x="607476" y="781143"/>
                    <a:pt x="593357" y="780638"/>
                  </a:cubicBezTo>
                  <a:cubicBezTo>
                    <a:pt x="579742" y="780008"/>
                    <a:pt x="558058" y="775848"/>
                    <a:pt x="541544" y="762989"/>
                  </a:cubicBezTo>
                  <a:cubicBezTo>
                    <a:pt x="525029" y="750005"/>
                    <a:pt x="486201" y="753534"/>
                    <a:pt x="481537" y="765385"/>
                  </a:cubicBezTo>
                  <a:cubicBezTo>
                    <a:pt x="476873" y="777109"/>
                    <a:pt x="463888" y="776604"/>
                    <a:pt x="450903" y="776604"/>
                  </a:cubicBezTo>
                  <a:cubicBezTo>
                    <a:pt x="437918" y="776604"/>
                    <a:pt x="456702" y="762107"/>
                    <a:pt x="452038" y="759586"/>
                  </a:cubicBezTo>
                  <a:cubicBezTo>
                    <a:pt x="445861" y="756308"/>
                    <a:pt x="452668" y="740172"/>
                    <a:pt x="443213" y="739037"/>
                  </a:cubicBezTo>
                  <a:cubicBezTo>
                    <a:pt x="433758" y="737902"/>
                    <a:pt x="424934" y="777865"/>
                    <a:pt x="407285" y="776730"/>
                  </a:cubicBezTo>
                  <a:cubicBezTo>
                    <a:pt x="389636" y="775596"/>
                    <a:pt x="381946" y="734373"/>
                    <a:pt x="367322" y="723783"/>
                  </a:cubicBezTo>
                  <a:cubicBezTo>
                    <a:pt x="352572" y="713194"/>
                    <a:pt x="339083" y="712563"/>
                    <a:pt x="351438" y="728447"/>
                  </a:cubicBezTo>
                  <a:cubicBezTo>
                    <a:pt x="363792" y="744332"/>
                    <a:pt x="340848" y="733112"/>
                    <a:pt x="341983" y="743701"/>
                  </a:cubicBezTo>
                  <a:cubicBezTo>
                    <a:pt x="343118" y="754291"/>
                    <a:pt x="321939" y="766645"/>
                    <a:pt x="322569" y="760720"/>
                  </a:cubicBezTo>
                  <a:cubicBezTo>
                    <a:pt x="323199" y="754795"/>
                    <a:pt x="310845" y="748366"/>
                    <a:pt x="296726" y="764880"/>
                  </a:cubicBezTo>
                  <a:cubicBezTo>
                    <a:pt x="282606" y="781395"/>
                    <a:pt x="272647" y="779000"/>
                    <a:pt x="271387" y="773075"/>
                  </a:cubicBezTo>
                  <a:cubicBezTo>
                    <a:pt x="270252" y="767149"/>
                    <a:pt x="228398" y="788328"/>
                    <a:pt x="230163" y="795388"/>
                  </a:cubicBezTo>
                  <a:cubicBezTo>
                    <a:pt x="231928" y="802448"/>
                    <a:pt x="223734" y="807742"/>
                    <a:pt x="212514" y="807112"/>
                  </a:cubicBezTo>
                  <a:cubicBezTo>
                    <a:pt x="201294" y="806482"/>
                    <a:pt x="210119" y="797153"/>
                    <a:pt x="218944" y="792363"/>
                  </a:cubicBezTo>
                  <a:cubicBezTo>
                    <a:pt x="228903" y="787068"/>
                    <a:pt x="256007" y="765259"/>
                    <a:pt x="270126" y="762989"/>
                  </a:cubicBezTo>
                  <a:cubicBezTo>
                    <a:pt x="284245" y="760594"/>
                    <a:pt x="311349" y="749500"/>
                    <a:pt x="311853" y="742945"/>
                  </a:cubicBezTo>
                  <a:cubicBezTo>
                    <a:pt x="312484" y="736516"/>
                    <a:pt x="298364" y="741810"/>
                    <a:pt x="288910" y="740046"/>
                  </a:cubicBezTo>
                  <a:cubicBezTo>
                    <a:pt x="279455" y="738281"/>
                    <a:pt x="263066" y="748870"/>
                    <a:pt x="247182" y="755930"/>
                  </a:cubicBezTo>
                  <a:cubicBezTo>
                    <a:pt x="231298" y="762989"/>
                    <a:pt x="213018" y="760594"/>
                    <a:pt x="217809" y="770049"/>
                  </a:cubicBezTo>
                  <a:cubicBezTo>
                    <a:pt x="222473" y="779504"/>
                    <a:pt x="203059" y="768914"/>
                    <a:pt x="199025" y="775344"/>
                  </a:cubicBezTo>
                  <a:cubicBezTo>
                    <a:pt x="194865" y="781773"/>
                    <a:pt x="187301" y="774713"/>
                    <a:pt x="193100" y="771184"/>
                  </a:cubicBezTo>
                  <a:cubicBezTo>
                    <a:pt x="199025" y="767654"/>
                    <a:pt x="178981" y="761224"/>
                    <a:pt x="178981" y="765259"/>
                  </a:cubicBezTo>
                  <a:cubicBezTo>
                    <a:pt x="178981" y="769419"/>
                    <a:pt x="175451" y="774713"/>
                    <a:pt x="161332" y="774713"/>
                  </a:cubicBezTo>
                  <a:cubicBezTo>
                    <a:pt x="147212" y="774713"/>
                    <a:pt x="133093" y="784673"/>
                    <a:pt x="142548" y="791732"/>
                  </a:cubicBezTo>
                  <a:cubicBezTo>
                    <a:pt x="152003" y="798792"/>
                    <a:pt x="157802" y="802322"/>
                    <a:pt x="153138" y="806986"/>
                  </a:cubicBezTo>
                  <a:cubicBezTo>
                    <a:pt x="148473" y="811650"/>
                    <a:pt x="133724" y="794632"/>
                    <a:pt x="113175" y="796397"/>
                  </a:cubicBezTo>
                  <a:cubicBezTo>
                    <a:pt x="92626" y="798161"/>
                    <a:pt x="51403" y="773453"/>
                    <a:pt x="51403" y="767528"/>
                  </a:cubicBezTo>
                  <a:cubicBezTo>
                    <a:pt x="51403" y="762737"/>
                    <a:pt x="22408" y="765763"/>
                    <a:pt x="2364" y="763620"/>
                  </a:cubicBezTo>
                  <a:lnTo>
                    <a:pt x="2364" y="1170305"/>
                  </a:lnTo>
                  <a:cubicBezTo>
                    <a:pt x="2364" y="1170305"/>
                    <a:pt x="12575" y="1177869"/>
                    <a:pt x="16483" y="1173205"/>
                  </a:cubicBezTo>
                  <a:cubicBezTo>
                    <a:pt x="20391" y="1168541"/>
                    <a:pt x="27451" y="1174844"/>
                    <a:pt x="40814" y="1168541"/>
                  </a:cubicBezTo>
                  <a:cubicBezTo>
                    <a:pt x="54176" y="1162237"/>
                    <a:pt x="58841" y="1175600"/>
                    <a:pt x="58841" y="1181903"/>
                  </a:cubicBezTo>
                  <a:cubicBezTo>
                    <a:pt x="58841" y="1188207"/>
                    <a:pt x="77625" y="1198418"/>
                    <a:pt x="85567" y="1208629"/>
                  </a:cubicBezTo>
                  <a:cubicBezTo>
                    <a:pt x="93383" y="1218840"/>
                    <a:pt x="97291" y="1227413"/>
                    <a:pt x="105989" y="1221992"/>
                  </a:cubicBezTo>
                  <a:cubicBezTo>
                    <a:pt x="114562" y="1216571"/>
                    <a:pt x="130320" y="1213420"/>
                    <a:pt x="130320" y="1203082"/>
                  </a:cubicBezTo>
                  <a:cubicBezTo>
                    <a:pt x="130320" y="1192871"/>
                    <a:pt x="166374" y="1191358"/>
                    <a:pt x="166374" y="1204721"/>
                  </a:cubicBezTo>
                  <a:cubicBezTo>
                    <a:pt x="166374" y="1218084"/>
                    <a:pt x="203311" y="1233716"/>
                    <a:pt x="223608" y="1269771"/>
                  </a:cubicBezTo>
                  <a:cubicBezTo>
                    <a:pt x="244030" y="1305825"/>
                    <a:pt x="240879" y="1313767"/>
                    <a:pt x="270630" y="1325491"/>
                  </a:cubicBezTo>
                  <a:cubicBezTo>
                    <a:pt x="300508" y="1337216"/>
                    <a:pt x="299625" y="1343519"/>
                    <a:pt x="295717" y="1353730"/>
                  </a:cubicBezTo>
                  <a:cubicBezTo>
                    <a:pt x="291809" y="1363941"/>
                    <a:pt x="313744" y="1369362"/>
                    <a:pt x="301264" y="1378061"/>
                  </a:cubicBezTo>
                  <a:cubicBezTo>
                    <a:pt x="296473" y="1381338"/>
                    <a:pt x="289666" y="1386129"/>
                    <a:pt x="283111" y="1390919"/>
                  </a:cubicBezTo>
                  <a:cubicBezTo>
                    <a:pt x="283741" y="1396088"/>
                    <a:pt x="288405" y="1399366"/>
                    <a:pt x="294330" y="1404408"/>
                  </a:cubicBezTo>
                  <a:cubicBezTo>
                    <a:pt x="301390" y="1410333"/>
                    <a:pt x="281346" y="1410333"/>
                    <a:pt x="287271" y="1415628"/>
                  </a:cubicBezTo>
                  <a:cubicBezTo>
                    <a:pt x="293196" y="1420923"/>
                    <a:pt x="286136" y="1429117"/>
                    <a:pt x="291935" y="1435672"/>
                  </a:cubicBezTo>
                  <a:cubicBezTo>
                    <a:pt x="297860" y="1442102"/>
                    <a:pt x="308450" y="1439833"/>
                    <a:pt x="314879" y="1434538"/>
                  </a:cubicBezTo>
                  <a:cubicBezTo>
                    <a:pt x="321308" y="1429243"/>
                    <a:pt x="326099" y="1440967"/>
                    <a:pt x="320804" y="1449792"/>
                  </a:cubicBezTo>
                  <a:cubicBezTo>
                    <a:pt x="315509" y="1458616"/>
                    <a:pt x="326729" y="1465046"/>
                    <a:pt x="332024" y="1458616"/>
                  </a:cubicBezTo>
                  <a:cubicBezTo>
                    <a:pt x="337319" y="1452187"/>
                    <a:pt x="348538" y="1469206"/>
                    <a:pt x="353833" y="1472105"/>
                  </a:cubicBezTo>
                  <a:cubicBezTo>
                    <a:pt x="359128" y="1475005"/>
                    <a:pt x="364423" y="1483829"/>
                    <a:pt x="355598" y="1483829"/>
                  </a:cubicBezTo>
                  <a:cubicBezTo>
                    <a:pt x="346773" y="1483829"/>
                    <a:pt x="347908" y="1499083"/>
                    <a:pt x="354463" y="1499713"/>
                  </a:cubicBezTo>
                  <a:cubicBezTo>
                    <a:pt x="360893" y="1500344"/>
                    <a:pt x="360388" y="1508538"/>
                    <a:pt x="360388" y="1513833"/>
                  </a:cubicBezTo>
                  <a:cubicBezTo>
                    <a:pt x="360388" y="1519127"/>
                    <a:pt x="380937" y="1526817"/>
                    <a:pt x="388627" y="1524422"/>
                  </a:cubicBezTo>
                  <a:cubicBezTo>
                    <a:pt x="396317" y="1522027"/>
                    <a:pt x="403377" y="1529086"/>
                    <a:pt x="406906" y="1535642"/>
                  </a:cubicBezTo>
                  <a:cubicBezTo>
                    <a:pt x="410436" y="1542071"/>
                    <a:pt x="424556" y="1546862"/>
                    <a:pt x="429850" y="1542702"/>
                  </a:cubicBezTo>
                  <a:cubicBezTo>
                    <a:pt x="435145" y="1538541"/>
                    <a:pt x="438675" y="1550392"/>
                    <a:pt x="439809" y="1558586"/>
                  </a:cubicBezTo>
                  <a:cubicBezTo>
                    <a:pt x="440944" y="1566780"/>
                    <a:pt x="452794" y="1562116"/>
                    <a:pt x="459854" y="1561485"/>
                  </a:cubicBezTo>
                  <a:cubicBezTo>
                    <a:pt x="466913" y="1560855"/>
                    <a:pt x="471074" y="1570940"/>
                    <a:pt x="475738" y="1569175"/>
                  </a:cubicBezTo>
                  <a:cubicBezTo>
                    <a:pt x="486075" y="1565267"/>
                    <a:pt x="489227" y="1583421"/>
                    <a:pt x="496034" y="1594010"/>
                  </a:cubicBezTo>
                  <a:lnTo>
                    <a:pt x="1227464" y="1590102"/>
                  </a:lnTo>
                  <a:cubicBezTo>
                    <a:pt x="1227464" y="1590102"/>
                    <a:pt x="1227968" y="1571949"/>
                    <a:pt x="1236540" y="1578252"/>
                  </a:cubicBezTo>
                  <a:cubicBezTo>
                    <a:pt x="1245113" y="1584555"/>
                    <a:pt x="1237297" y="1594766"/>
                    <a:pt x="1247508" y="1598674"/>
                  </a:cubicBezTo>
                  <a:cubicBezTo>
                    <a:pt x="1257719" y="1602583"/>
                    <a:pt x="1264779" y="1608886"/>
                    <a:pt x="1270326" y="1606491"/>
                  </a:cubicBezTo>
                  <a:cubicBezTo>
                    <a:pt x="1275873" y="1604095"/>
                    <a:pt x="1285202" y="1596279"/>
                    <a:pt x="1294656" y="1607247"/>
                  </a:cubicBezTo>
                  <a:cubicBezTo>
                    <a:pt x="1304111" y="1618214"/>
                    <a:pt x="1311171" y="1608760"/>
                    <a:pt x="1316592" y="1615819"/>
                  </a:cubicBezTo>
                  <a:cubicBezTo>
                    <a:pt x="1322139" y="1622879"/>
                    <a:pt x="1332224" y="1628426"/>
                    <a:pt x="1339284" y="1619727"/>
                  </a:cubicBezTo>
                  <a:cubicBezTo>
                    <a:pt x="1344956" y="1612668"/>
                    <a:pt x="1366766" y="1621240"/>
                    <a:pt x="1377229" y="1625022"/>
                  </a:cubicBezTo>
                  <a:cubicBezTo>
                    <a:pt x="1390088" y="1614685"/>
                    <a:pt x="1400299" y="1592623"/>
                    <a:pt x="1411897" y="1592623"/>
                  </a:cubicBezTo>
                  <a:cubicBezTo>
                    <a:pt x="1427151" y="1592623"/>
                    <a:pt x="1465979" y="1596153"/>
                    <a:pt x="1468374" y="1616197"/>
                  </a:cubicBezTo>
                  <a:cubicBezTo>
                    <a:pt x="1470769" y="1636242"/>
                    <a:pt x="1494217" y="1617332"/>
                    <a:pt x="1496613" y="1636242"/>
                  </a:cubicBezTo>
                  <a:cubicBezTo>
                    <a:pt x="1498630" y="1652252"/>
                    <a:pt x="1514136" y="1664858"/>
                    <a:pt x="1511614" y="1673305"/>
                  </a:cubicBezTo>
                  <a:cubicBezTo>
                    <a:pt x="1516153" y="1676078"/>
                    <a:pt x="1521700" y="1679860"/>
                    <a:pt x="1526742" y="1683768"/>
                  </a:cubicBezTo>
                  <a:cubicBezTo>
                    <a:pt x="1534180" y="1681247"/>
                    <a:pt x="1554098" y="1684399"/>
                    <a:pt x="1567335" y="1689189"/>
                  </a:cubicBezTo>
                  <a:cubicBezTo>
                    <a:pt x="1583850" y="1695114"/>
                    <a:pt x="1608558" y="1682130"/>
                    <a:pt x="1616753" y="1702174"/>
                  </a:cubicBezTo>
                  <a:cubicBezTo>
                    <a:pt x="1624947" y="1722218"/>
                    <a:pt x="1644109" y="1737220"/>
                    <a:pt x="1626207" y="1738607"/>
                  </a:cubicBezTo>
                  <a:cubicBezTo>
                    <a:pt x="1610954" y="1739741"/>
                    <a:pt x="1590909" y="1718562"/>
                    <a:pt x="1592044" y="1730412"/>
                  </a:cubicBezTo>
                  <a:cubicBezTo>
                    <a:pt x="1593179" y="1742136"/>
                    <a:pt x="1583850" y="1736337"/>
                    <a:pt x="1583850" y="1753987"/>
                  </a:cubicBezTo>
                  <a:cubicBezTo>
                    <a:pt x="1583850" y="1771636"/>
                    <a:pt x="1572126" y="1796344"/>
                    <a:pt x="1565066" y="1795210"/>
                  </a:cubicBezTo>
                  <a:cubicBezTo>
                    <a:pt x="1564814" y="1795210"/>
                    <a:pt x="1564562" y="1795084"/>
                    <a:pt x="1564436" y="1794958"/>
                  </a:cubicBezTo>
                  <a:cubicBezTo>
                    <a:pt x="1563175" y="1801639"/>
                    <a:pt x="1563175" y="1810338"/>
                    <a:pt x="1568722" y="1815758"/>
                  </a:cubicBezTo>
                  <a:cubicBezTo>
                    <a:pt x="1577672" y="1809203"/>
                    <a:pt x="1590531" y="1797983"/>
                    <a:pt x="1601625" y="1798740"/>
                  </a:cubicBezTo>
                  <a:cubicBezTo>
                    <a:pt x="1619274" y="1799874"/>
                    <a:pt x="1623938" y="1810464"/>
                    <a:pt x="1635788" y="1802269"/>
                  </a:cubicBezTo>
                  <a:cubicBezTo>
                    <a:pt x="1647513" y="1794075"/>
                    <a:pt x="1649908" y="1790545"/>
                    <a:pt x="1652303" y="1796344"/>
                  </a:cubicBezTo>
                  <a:cubicBezTo>
                    <a:pt x="1652555" y="1797101"/>
                    <a:pt x="1652429" y="1797983"/>
                    <a:pt x="1651925" y="1798992"/>
                  </a:cubicBezTo>
                  <a:cubicBezTo>
                    <a:pt x="1656463" y="1796597"/>
                    <a:pt x="1659615" y="1794327"/>
                    <a:pt x="1659741" y="1792436"/>
                  </a:cubicBezTo>
                  <a:cubicBezTo>
                    <a:pt x="1660119" y="1789537"/>
                    <a:pt x="1659236" y="1785503"/>
                    <a:pt x="1658228" y="1781973"/>
                  </a:cubicBezTo>
                  <a:cubicBezTo>
                    <a:pt x="1646378" y="1783738"/>
                    <a:pt x="1642596" y="1784620"/>
                    <a:pt x="1639318" y="1776426"/>
                  </a:cubicBezTo>
                  <a:cubicBezTo>
                    <a:pt x="1634654" y="1764702"/>
                    <a:pt x="1674616" y="1752852"/>
                    <a:pt x="1693400" y="1755247"/>
                  </a:cubicBezTo>
                  <a:cubicBezTo>
                    <a:pt x="1711301" y="1757516"/>
                    <a:pt x="1723782" y="1744910"/>
                    <a:pt x="1730085" y="1752600"/>
                  </a:cubicBezTo>
                  <a:cubicBezTo>
                    <a:pt x="1741431" y="1742389"/>
                    <a:pt x="1760719" y="1725748"/>
                    <a:pt x="1765635" y="1725748"/>
                  </a:cubicBezTo>
                  <a:cubicBezTo>
                    <a:pt x="1772695" y="1725748"/>
                    <a:pt x="1856654" y="1724992"/>
                    <a:pt x="1856654" y="1724992"/>
                  </a:cubicBezTo>
                  <a:cubicBezTo>
                    <a:pt x="1856654" y="1724992"/>
                    <a:pt x="1885649" y="1706964"/>
                    <a:pt x="1889557" y="1690450"/>
                  </a:cubicBezTo>
                  <a:cubicBezTo>
                    <a:pt x="1893465" y="1673935"/>
                    <a:pt x="1912249" y="1634729"/>
                    <a:pt x="1923343" y="1643427"/>
                  </a:cubicBezTo>
                  <a:cubicBezTo>
                    <a:pt x="1934310" y="1652000"/>
                    <a:pt x="1957885" y="1645823"/>
                    <a:pt x="1958641" y="1653639"/>
                  </a:cubicBezTo>
                  <a:cubicBezTo>
                    <a:pt x="1959397" y="1660950"/>
                    <a:pt x="1950825" y="1687550"/>
                    <a:pt x="1980954" y="1727387"/>
                  </a:cubicBezTo>
                  <a:cubicBezTo>
                    <a:pt x="1991544" y="1720705"/>
                    <a:pt x="2002512" y="1715411"/>
                    <a:pt x="2008815" y="1715789"/>
                  </a:cubicBezTo>
                  <a:cubicBezTo>
                    <a:pt x="2019404" y="1716419"/>
                    <a:pt x="2035288" y="1702300"/>
                    <a:pt x="2039953" y="1693475"/>
                  </a:cubicBezTo>
                  <a:cubicBezTo>
                    <a:pt x="2044617" y="1684651"/>
                    <a:pt x="2051173" y="1701669"/>
                    <a:pt x="2041718" y="1704695"/>
                  </a:cubicBezTo>
                  <a:cubicBezTo>
                    <a:pt x="2032263" y="1707595"/>
                    <a:pt x="2049408" y="1714654"/>
                    <a:pt x="2065796" y="1714150"/>
                  </a:cubicBezTo>
                  <a:cubicBezTo>
                    <a:pt x="2082311" y="1713520"/>
                    <a:pt x="2058106" y="1720075"/>
                    <a:pt x="2045752" y="1719445"/>
                  </a:cubicBezTo>
                  <a:cubicBezTo>
                    <a:pt x="2033398" y="1718814"/>
                    <a:pt x="2028103" y="1720579"/>
                    <a:pt x="2011588" y="1737094"/>
                  </a:cubicBezTo>
                  <a:cubicBezTo>
                    <a:pt x="1995074" y="1753608"/>
                    <a:pt x="1999234" y="1758273"/>
                    <a:pt x="2008689" y="1766467"/>
                  </a:cubicBezTo>
                  <a:cubicBezTo>
                    <a:pt x="2018144" y="1774787"/>
                    <a:pt x="2030498" y="1771257"/>
                    <a:pt x="2043357" y="1760038"/>
                  </a:cubicBezTo>
                  <a:cubicBezTo>
                    <a:pt x="2056341" y="1748818"/>
                    <a:pt x="2055711" y="1737724"/>
                    <a:pt x="2068696" y="1738228"/>
                  </a:cubicBezTo>
                  <a:cubicBezTo>
                    <a:pt x="2081681" y="1738859"/>
                    <a:pt x="2115214" y="1726504"/>
                    <a:pt x="2129837" y="1721714"/>
                  </a:cubicBezTo>
                  <a:cubicBezTo>
                    <a:pt x="2144587" y="1717049"/>
                    <a:pt x="2135132" y="1714654"/>
                    <a:pt x="2135132" y="1708099"/>
                  </a:cubicBezTo>
                  <a:cubicBezTo>
                    <a:pt x="2135132" y="1701669"/>
                    <a:pt x="2160975" y="1701669"/>
                    <a:pt x="2170430" y="1695114"/>
                  </a:cubicBezTo>
                  <a:cubicBezTo>
                    <a:pt x="2179885" y="1688811"/>
                    <a:pt x="2168665" y="1683516"/>
                    <a:pt x="2160471" y="1684651"/>
                  </a:cubicBezTo>
                  <a:close/>
                  <a:moveTo>
                    <a:pt x="628781" y="921957"/>
                  </a:moveTo>
                  <a:cubicBezTo>
                    <a:pt x="613275" y="941119"/>
                    <a:pt x="608232" y="944019"/>
                    <a:pt x="592222" y="941119"/>
                  </a:cubicBezTo>
                  <a:cubicBezTo>
                    <a:pt x="576338" y="938346"/>
                    <a:pt x="566505" y="946288"/>
                    <a:pt x="574447" y="951961"/>
                  </a:cubicBezTo>
                  <a:cubicBezTo>
                    <a:pt x="582389" y="957634"/>
                    <a:pt x="582893" y="962298"/>
                    <a:pt x="566505" y="965954"/>
                  </a:cubicBezTo>
                  <a:cubicBezTo>
                    <a:pt x="550116" y="969736"/>
                    <a:pt x="539401" y="982343"/>
                    <a:pt x="532845" y="980956"/>
                  </a:cubicBezTo>
                  <a:cubicBezTo>
                    <a:pt x="526290" y="979569"/>
                    <a:pt x="560958" y="954734"/>
                    <a:pt x="552007" y="948179"/>
                  </a:cubicBezTo>
                  <a:cubicBezTo>
                    <a:pt x="543183" y="941623"/>
                    <a:pt x="521121" y="959399"/>
                    <a:pt x="520617" y="967341"/>
                  </a:cubicBezTo>
                  <a:cubicBezTo>
                    <a:pt x="520113" y="975283"/>
                    <a:pt x="505615" y="975787"/>
                    <a:pt x="496791" y="975283"/>
                  </a:cubicBezTo>
                  <a:cubicBezTo>
                    <a:pt x="487840" y="974779"/>
                    <a:pt x="476242" y="966332"/>
                    <a:pt x="485067" y="965450"/>
                  </a:cubicBezTo>
                  <a:cubicBezTo>
                    <a:pt x="494017" y="964567"/>
                    <a:pt x="487840" y="954734"/>
                    <a:pt x="500068" y="950070"/>
                  </a:cubicBezTo>
                  <a:cubicBezTo>
                    <a:pt x="512171" y="945405"/>
                    <a:pt x="497673" y="938346"/>
                    <a:pt x="501455" y="933177"/>
                  </a:cubicBezTo>
                  <a:cubicBezTo>
                    <a:pt x="505237" y="928008"/>
                    <a:pt x="529946" y="938346"/>
                    <a:pt x="530450" y="929017"/>
                  </a:cubicBezTo>
                  <a:cubicBezTo>
                    <a:pt x="530954" y="919688"/>
                    <a:pt x="505615" y="911746"/>
                    <a:pt x="497169" y="917293"/>
                  </a:cubicBezTo>
                  <a:cubicBezTo>
                    <a:pt x="488723" y="922840"/>
                    <a:pt x="469056" y="935951"/>
                    <a:pt x="445734" y="925739"/>
                  </a:cubicBezTo>
                  <a:cubicBezTo>
                    <a:pt x="438423" y="922462"/>
                    <a:pt x="504733" y="915528"/>
                    <a:pt x="515953" y="905191"/>
                  </a:cubicBezTo>
                  <a:cubicBezTo>
                    <a:pt x="527172" y="894853"/>
                    <a:pt x="577725" y="883129"/>
                    <a:pt x="581506" y="892584"/>
                  </a:cubicBezTo>
                  <a:cubicBezTo>
                    <a:pt x="585288" y="901913"/>
                    <a:pt x="554403" y="908090"/>
                    <a:pt x="569278" y="916410"/>
                  </a:cubicBezTo>
                  <a:cubicBezTo>
                    <a:pt x="584280" y="924857"/>
                    <a:pt x="608610" y="919184"/>
                    <a:pt x="614157" y="910359"/>
                  </a:cubicBezTo>
                  <a:cubicBezTo>
                    <a:pt x="619956" y="901409"/>
                    <a:pt x="644287" y="902795"/>
                    <a:pt x="628781" y="921957"/>
                  </a:cubicBezTo>
                  <a:close/>
                  <a:moveTo>
                    <a:pt x="777664" y="1110929"/>
                  </a:moveTo>
                  <a:cubicBezTo>
                    <a:pt x="759384" y="1126813"/>
                    <a:pt x="760771" y="1122653"/>
                    <a:pt x="744887" y="1125426"/>
                  </a:cubicBezTo>
                  <a:cubicBezTo>
                    <a:pt x="729003" y="1128200"/>
                    <a:pt x="741609" y="1144210"/>
                    <a:pt x="722447" y="1145597"/>
                  </a:cubicBezTo>
                  <a:cubicBezTo>
                    <a:pt x="703285" y="1146983"/>
                    <a:pt x="656893" y="1148874"/>
                    <a:pt x="650338" y="1138159"/>
                  </a:cubicBezTo>
                  <a:cubicBezTo>
                    <a:pt x="648195" y="1134503"/>
                    <a:pt x="675551" y="1137150"/>
                    <a:pt x="677442" y="1129334"/>
                  </a:cubicBezTo>
                  <a:cubicBezTo>
                    <a:pt x="679333" y="1121392"/>
                    <a:pt x="686771" y="1108786"/>
                    <a:pt x="698495" y="1108786"/>
                  </a:cubicBezTo>
                  <a:cubicBezTo>
                    <a:pt x="710219" y="1108786"/>
                    <a:pt x="709210" y="1093406"/>
                    <a:pt x="690048" y="1083951"/>
                  </a:cubicBezTo>
                  <a:cubicBezTo>
                    <a:pt x="670887" y="1074622"/>
                    <a:pt x="717657" y="1068445"/>
                    <a:pt x="728372" y="1083447"/>
                  </a:cubicBezTo>
                  <a:cubicBezTo>
                    <a:pt x="739088" y="1098448"/>
                    <a:pt x="758376" y="1109164"/>
                    <a:pt x="769091" y="1098448"/>
                  </a:cubicBezTo>
                  <a:cubicBezTo>
                    <a:pt x="779807" y="1087733"/>
                    <a:pt x="841201" y="1057729"/>
                    <a:pt x="841201" y="1071723"/>
                  </a:cubicBezTo>
                  <a:cubicBezTo>
                    <a:pt x="841201" y="1085716"/>
                    <a:pt x="795817" y="1095045"/>
                    <a:pt x="777664" y="1110929"/>
                  </a:cubicBezTo>
                  <a:close/>
                  <a:moveTo>
                    <a:pt x="1187123" y="1538667"/>
                  </a:moveTo>
                  <a:cubicBezTo>
                    <a:pt x="1174264" y="1540054"/>
                    <a:pt x="1188257" y="1504504"/>
                    <a:pt x="1164809" y="1491645"/>
                  </a:cubicBezTo>
                  <a:cubicBezTo>
                    <a:pt x="1137201" y="1476391"/>
                    <a:pt x="1124847" y="1448153"/>
                    <a:pt x="1124847" y="1432773"/>
                  </a:cubicBezTo>
                  <a:cubicBezTo>
                    <a:pt x="1124847" y="1417519"/>
                    <a:pt x="1148421" y="1410459"/>
                    <a:pt x="1157750" y="1422183"/>
                  </a:cubicBezTo>
                  <a:cubicBezTo>
                    <a:pt x="1167205" y="1433907"/>
                    <a:pt x="1181324" y="1482190"/>
                    <a:pt x="1189518" y="1497444"/>
                  </a:cubicBezTo>
                  <a:cubicBezTo>
                    <a:pt x="1197712" y="1512824"/>
                    <a:pt x="1197712" y="1537533"/>
                    <a:pt x="1187123" y="1538667"/>
                  </a:cubicBezTo>
                  <a:close/>
                </a:path>
              </a:pathLst>
            </a:custGeom>
            <a:grpFill/>
            <a:ln w="1270" cap="flat">
              <a:solidFill>
                <a:schemeClr val="bg1"/>
              </a:solidFill>
              <a:prstDash val="solid"/>
              <a:miter/>
            </a:ln>
          </p:spPr>
          <p:txBody>
            <a:bodyPr rtlCol="0" anchor="ctr"/>
            <a:lstStyle/>
            <a:p>
              <a:endParaRPr lang="ko-KR" altLang="en-US" dirty="0"/>
            </a:p>
          </p:txBody>
        </p:sp>
        <p:sp>
          <p:nvSpPr>
            <p:cNvPr id="146" name="자유형: 도형 126">
              <a:extLst>
                <a:ext uri="{FF2B5EF4-FFF2-40B4-BE49-F238E27FC236}">
                  <a16:creationId xmlns:a16="http://schemas.microsoft.com/office/drawing/2014/main" id="{C7FCAD3F-4054-1D42-9AA6-EB5B5AD2803A}"/>
                </a:ext>
              </a:extLst>
            </p:cNvPr>
            <p:cNvSpPr/>
            <p:nvPr/>
          </p:nvSpPr>
          <p:spPr>
            <a:xfrm>
              <a:off x="1311072" y="2238183"/>
              <a:ext cx="2697792" cy="1827943"/>
            </a:xfrm>
            <a:custGeom>
              <a:avLst/>
              <a:gdLst>
                <a:gd name="connsiteX0" fmla="*/ 1012053 w 2697791"/>
                <a:gd name="connsiteY0" fmla="*/ 672273 h 1827942"/>
                <a:gd name="connsiteX1" fmla="*/ 986966 w 2697791"/>
                <a:gd name="connsiteY1" fmla="*/ 644035 h 1827942"/>
                <a:gd name="connsiteX2" fmla="*/ 939944 w 2697791"/>
                <a:gd name="connsiteY2" fmla="*/ 588314 h 1827942"/>
                <a:gd name="connsiteX3" fmla="*/ 882710 w 2697791"/>
                <a:gd name="connsiteY3" fmla="*/ 523265 h 1827942"/>
                <a:gd name="connsiteX4" fmla="*/ 846656 w 2697791"/>
                <a:gd name="connsiteY4" fmla="*/ 521626 h 1827942"/>
                <a:gd name="connsiteX5" fmla="*/ 822325 w 2697791"/>
                <a:gd name="connsiteY5" fmla="*/ 540535 h 1827942"/>
                <a:gd name="connsiteX6" fmla="*/ 801903 w 2697791"/>
                <a:gd name="connsiteY6" fmla="*/ 527173 h 1827942"/>
                <a:gd name="connsiteX7" fmla="*/ 775177 w 2697791"/>
                <a:gd name="connsiteY7" fmla="*/ 500447 h 1827942"/>
                <a:gd name="connsiteX8" fmla="*/ 757150 w 2697791"/>
                <a:gd name="connsiteY8" fmla="*/ 487084 h 1827942"/>
                <a:gd name="connsiteX9" fmla="*/ 732819 w 2697791"/>
                <a:gd name="connsiteY9" fmla="*/ 491748 h 1827942"/>
                <a:gd name="connsiteX10" fmla="*/ 718700 w 2697791"/>
                <a:gd name="connsiteY10" fmla="*/ 488849 h 1827942"/>
                <a:gd name="connsiteX11" fmla="*/ 718700 w 2697791"/>
                <a:gd name="connsiteY11" fmla="*/ 82163 h 1827942"/>
                <a:gd name="connsiteX12" fmla="*/ 706472 w 2697791"/>
                <a:gd name="connsiteY12" fmla="*/ 79642 h 1827942"/>
                <a:gd name="connsiteX13" fmla="*/ 650625 w 2697791"/>
                <a:gd name="connsiteY13" fmla="*/ 64388 h 1827942"/>
                <a:gd name="connsiteX14" fmla="*/ 600577 w 2697791"/>
                <a:gd name="connsiteY14" fmla="*/ 66153 h 1827942"/>
                <a:gd name="connsiteX15" fmla="*/ 558849 w 2697791"/>
                <a:gd name="connsiteY15" fmla="*/ 60228 h 1827942"/>
                <a:gd name="connsiteX16" fmla="*/ 502372 w 2697791"/>
                <a:gd name="connsiteY16" fmla="*/ 43713 h 1827942"/>
                <a:gd name="connsiteX17" fmla="*/ 434675 w 2697791"/>
                <a:gd name="connsiteY17" fmla="*/ 48378 h 1827942"/>
                <a:gd name="connsiteX18" fmla="*/ 417657 w 2697791"/>
                <a:gd name="connsiteY18" fmla="*/ 40688 h 1827942"/>
                <a:gd name="connsiteX19" fmla="*/ 409462 w 2697791"/>
                <a:gd name="connsiteY19" fmla="*/ 27199 h 1827942"/>
                <a:gd name="connsiteX20" fmla="*/ 363575 w 2697791"/>
                <a:gd name="connsiteY20" fmla="*/ 27829 h 1827942"/>
                <a:gd name="connsiteX21" fmla="*/ 350590 w 2697791"/>
                <a:gd name="connsiteY21" fmla="*/ 17240 h 1827942"/>
                <a:gd name="connsiteX22" fmla="*/ 337101 w 2697791"/>
                <a:gd name="connsiteY22" fmla="*/ 20769 h 1827942"/>
                <a:gd name="connsiteX23" fmla="*/ 316552 w 2697791"/>
                <a:gd name="connsiteY23" fmla="*/ 24299 h 1827942"/>
                <a:gd name="connsiteX24" fmla="*/ 327142 w 2697791"/>
                <a:gd name="connsiteY24" fmla="*/ 12575 h 1827942"/>
                <a:gd name="connsiteX25" fmla="*/ 305963 w 2697791"/>
                <a:gd name="connsiteY25" fmla="*/ 2616 h 1827942"/>
                <a:gd name="connsiteX26" fmla="*/ 278355 w 2697791"/>
                <a:gd name="connsiteY26" fmla="*/ 19635 h 1827942"/>
                <a:gd name="connsiteX27" fmla="*/ 236627 w 2697791"/>
                <a:gd name="connsiteY27" fmla="*/ 28459 h 1827942"/>
                <a:gd name="connsiteX28" fmla="*/ 211918 w 2697791"/>
                <a:gd name="connsiteY28" fmla="*/ 36149 h 1827942"/>
                <a:gd name="connsiteX29" fmla="*/ 217843 w 2697791"/>
                <a:gd name="connsiteY29" fmla="*/ 50269 h 1827942"/>
                <a:gd name="connsiteX30" fmla="*/ 198429 w 2697791"/>
                <a:gd name="connsiteY30" fmla="*/ 47873 h 1827942"/>
                <a:gd name="connsiteX31" fmla="*/ 159601 w 2697791"/>
                <a:gd name="connsiteY31" fmla="*/ 54933 h 1827942"/>
                <a:gd name="connsiteX32" fmla="*/ 128463 w 2697791"/>
                <a:gd name="connsiteY32" fmla="*/ 80776 h 1827942"/>
                <a:gd name="connsiteX33" fmla="*/ 117244 w 2697791"/>
                <a:gd name="connsiteY33" fmla="*/ 109015 h 1827942"/>
                <a:gd name="connsiteX34" fmla="*/ 49673 w 2697791"/>
                <a:gd name="connsiteY34" fmla="*/ 122630 h 1827942"/>
                <a:gd name="connsiteX35" fmla="*/ 42613 w 2697791"/>
                <a:gd name="connsiteY35" fmla="*/ 139018 h 1827942"/>
                <a:gd name="connsiteX36" fmla="*/ 71986 w 2697791"/>
                <a:gd name="connsiteY36" fmla="*/ 157802 h 1827942"/>
                <a:gd name="connsiteX37" fmla="*/ 115479 w 2697791"/>
                <a:gd name="connsiteY37" fmla="*/ 203690 h 1827942"/>
                <a:gd name="connsiteX38" fmla="*/ 160232 w 2697791"/>
                <a:gd name="connsiteY38" fmla="*/ 204824 h 1827942"/>
                <a:gd name="connsiteX39" fmla="*/ 169056 w 2697791"/>
                <a:gd name="connsiteY39" fmla="*/ 227768 h 1827942"/>
                <a:gd name="connsiteX40" fmla="*/ 197295 w 2697791"/>
                <a:gd name="connsiteY40" fmla="*/ 233693 h 1827942"/>
                <a:gd name="connsiteX41" fmla="*/ 165526 w 2697791"/>
                <a:gd name="connsiteY41" fmla="*/ 242518 h 1827942"/>
                <a:gd name="connsiteX42" fmla="*/ 143213 w 2697791"/>
                <a:gd name="connsiteY42" fmla="*/ 248947 h 1827942"/>
                <a:gd name="connsiteX43" fmla="*/ 109049 w 2697791"/>
                <a:gd name="connsiteY43" fmla="*/ 247812 h 1827942"/>
                <a:gd name="connsiteX44" fmla="*/ 109049 w 2697791"/>
                <a:gd name="connsiteY44" fmla="*/ 229533 h 1827942"/>
                <a:gd name="connsiteX45" fmla="*/ 76146 w 2697791"/>
                <a:gd name="connsiteY45" fmla="*/ 230668 h 1827942"/>
                <a:gd name="connsiteX46" fmla="*/ 61523 w 2697791"/>
                <a:gd name="connsiteY46" fmla="*/ 246804 h 1827942"/>
                <a:gd name="connsiteX47" fmla="*/ 38579 w 2697791"/>
                <a:gd name="connsiteY47" fmla="*/ 249199 h 1827942"/>
                <a:gd name="connsiteX48" fmla="*/ 2650 w 2697791"/>
                <a:gd name="connsiteY48" fmla="*/ 269748 h 1827942"/>
                <a:gd name="connsiteX49" fmla="*/ 40848 w 2697791"/>
                <a:gd name="connsiteY49" fmla="*/ 285002 h 1827942"/>
                <a:gd name="connsiteX50" fmla="*/ 36184 w 2697791"/>
                <a:gd name="connsiteY50" fmla="*/ 297986 h 1827942"/>
                <a:gd name="connsiteX51" fmla="*/ 56228 w 2697791"/>
                <a:gd name="connsiteY51" fmla="*/ 317400 h 1827942"/>
                <a:gd name="connsiteX52" fmla="*/ 112705 w 2697791"/>
                <a:gd name="connsiteY52" fmla="*/ 317400 h 1827942"/>
                <a:gd name="connsiteX53" fmla="*/ 136784 w 2697791"/>
                <a:gd name="connsiteY53" fmla="*/ 320300 h 1827942"/>
                <a:gd name="connsiteX54" fmla="*/ 183806 w 2697791"/>
                <a:gd name="connsiteY54" fmla="*/ 303785 h 1827942"/>
                <a:gd name="connsiteX55" fmla="*/ 176116 w 2697791"/>
                <a:gd name="connsiteY55" fmla="*/ 322065 h 1827942"/>
                <a:gd name="connsiteX56" fmla="*/ 179015 w 2697791"/>
                <a:gd name="connsiteY56" fmla="*/ 357363 h 1827942"/>
                <a:gd name="connsiteX57" fmla="*/ 146617 w 2697791"/>
                <a:gd name="connsiteY57" fmla="*/ 359758 h 1827942"/>
                <a:gd name="connsiteX58" fmla="*/ 132497 w 2697791"/>
                <a:gd name="connsiteY58" fmla="*/ 381567 h 1827942"/>
                <a:gd name="connsiteX59" fmla="*/ 98964 w 2697791"/>
                <a:gd name="connsiteY59" fmla="*/ 372113 h 1827942"/>
                <a:gd name="connsiteX60" fmla="*/ 88375 w 2697791"/>
                <a:gd name="connsiteY60" fmla="*/ 399217 h 1827942"/>
                <a:gd name="connsiteX61" fmla="*/ 61901 w 2697791"/>
                <a:gd name="connsiteY61" fmla="*/ 418631 h 1827942"/>
                <a:gd name="connsiteX62" fmla="*/ 48916 w 2697791"/>
                <a:gd name="connsiteY62" fmla="*/ 442205 h 1827942"/>
                <a:gd name="connsiteX63" fmla="*/ 73247 w 2697791"/>
                <a:gd name="connsiteY63" fmla="*/ 457963 h 1827942"/>
                <a:gd name="connsiteX64" fmla="*/ 72112 w 2697791"/>
                <a:gd name="connsiteY64" fmla="*/ 483302 h 1827942"/>
                <a:gd name="connsiteX65" fmla="*/ 105015 w 2697791"/>
                <a:gd name="connsiteY65" fmla="*/ 514440 h 1827942"/>
                <a:gd name="connsiteX66" fmla="*/ 136153 w 2697791"/>
                <a:gd name="connsiteY66" fmla="*/ 509776 h 1827942"/>
                <a:gd name="connsiteX67" fmla="*/ 149642 w 2697791"/>
                <a:gd name="connsiteY67" fmla="*/ 498556 h 1827942"/>
                <a:gd name="connsiteX68" fmla="*/ 160232 w 2697791"/>
                <a:gd name="connsiteY68" fmla="*/ 528559 h 1827942"/>
                <a:gd name="connsiteX69" fmla="*/ 157837 w 2697791"/>
                <a:gd name="connsiteY69" fmla="*/ 555033 h 1827942"/>
                <a:gd name="connsiteX70" fmla="*/ 186705 w 2697791"/>
                <a:gd name="connsiteY70" fmla="*/ 551503 h 1827942"/>
                <a:gd name="connsiteX71" fmla="*/ 223138 w 2697791"/>
                <a:gd name="connsiteY71" fmla="*/ 554403 h 1827942"/>
                <a:gd name="connsiteX72" fmla="*/ 239653 w 2697791"/>
                <a:gd name="connsiteY72" fmla="*/ 559697 h 1827942"/>
                <a:gd name="connsiteX73" fmla="*/ 250873 w 2697791"/>
                <a:gd name="connsiteY73" fmla="*/ 546082 h 1827942"/>
                <a:gd name="connsiteX74" fmla="*/ 279741 w 2697791"/>
                <a:gd name="connsiteY74" fmla="*/ 548982 h 1827942"/>
                <a:gd name="connsiteX75" fmla="*/ 280372 w 2697791"/>
                <a:gd name="connsiteY75" fmla="*/ 561336 h 1827942"/>
                <a:gd name="connsiteX76" fmla="*/ 270917 w 2697791"/>
                <a:gd name="connsiteY76" fmla="*/ 603694 h 1827942"/>
                <a:gd name="connsiteX77" fmla="*/ 238518 w 2697791"/>
                <a:gd name="connsiteY77" fmla="*/ 631933 h 1827942"/>
                <a:gd name="connsiteX78" fmla="*/ 193765 w 2697791"/>
                <a:gd name="connsiteY78" fmla="*/ 667231 h 1827942"/>
                <a:gd name="connsiteX79" fmla="*/ 152542 w 2697791"/>
                <a:gd name="connsiteY79" fmla="*/ 671391 h 1827942"/>
                <a:gd name="connsiteX80" fmla="*/ 133128 w 2697791"/>
                <a:gd name="connsiteY80" fmla="*/ 700260 h 1827942"/>
                <a:gd name="connsiteX81" fmla="*/ 164896 w 2697791"/>
                <a:gd name="connsiteY81" fmla="*/ 683241 h 1827942"/>
                <a:gd name="connsiteX82" fmla="*/ 174351 w 2697791"/>
                <a:gd name="connsiteY82" fmla="*/ 682611 h 1827942"/>
                <a:gd name="connsiteX83" fmla="*/ 196160 w 2697791"/>
                <a:gd name="connsiteY83" fmla="*/ 675551 h 1827942"/>
                <a:gd name="connsiteX84" fmla="*/ 215574 w 2697791"/>
                <a:gd name="connsiteY84" fmla="*/ 673156 h 1827942"/>
                <a:gd name="connsiteX85" fmla="*/ 239148 w 2697791"/>
                <a:gd name="connsiteY85" fmla="*/ 663701 h 1827942"/>
                <a:gd name="connsiteX86" fmla="*/ 255033 w 2697791"/>
                <a:gd name="connsiteY86" fmla="*/ 647817 h 1827942"/>
                <a:gd name="connsiteX87" fmla="*/ 303316 w 2697791"/>
                <a:gd name="connsiteY87" fmla="*/ 620082 h 1827942"/>
                <a:gd name="connsiteX88" fmla="*/ 313905 w 2697791"/>
                <a:gd name="connsiteY88" fmla="*/ 605963 h 1827942"/>
                <a:gd name="connsiteX89" fmla="*/ 343278 w 2697791"/>
                <a:gd name="connsiteY89" fmla="*/ 587684 h 1827942"/>
                <a:gd name="connsiteX90" fmla="*/ 363323 w 2697791"/>
                <a:gd name="connsiteY90" fmla="*/ 579994 h 1827942"/>
                <a:gd name="connsiteX91" fmla="*/ 372777 w 2697791"/>
                <a:gd name="connsiteY91" fmla="*/ 560580 h 1827942"/>
                <a:gd name="connsiteX92" fmla="*/ 386266 w 2697791"/>
                <a:gd name="connsiteY92" fmla="*/ 547091 h 1827942"/>
                <a:gd name="connsiteX93" fmla="*/ 365087 w 2697791"/>
                <a:gd name="connsiteY93" fmla="*/ 536501 h 1827942"/>
                <a:gd name="connsiteX94" fmla="*/ 386897 w 2697791"/>
                <a:gd name="connsiteY94" fmla="*/ 517718 h 1827942"/>
                <a:gd name="connsiteX95" fmla="*/ 404546 w 2697791"/>
                <a:gd name="connsiteY95" fmla="*/ 501834 h 1827942"/>
                <a:gd name="connsiteX96" fmla="*/ 422195 w 2697791"/>
                <a:gd name="connsiteY96" fmla="*/ 482419 h 1827942"/>
                <a:gd name="connsiteX97" fmla="*/ 435684 w 2697791"/>
                <a:gd name="connsiteY97" fmla="*/ 466535 h 1827942"/>
                <a:gd name="connsiteX98" fmla="*/ 458628 w 2697791"/>
                <a:gd name="connsiteY98" fmla="*/ 450651 h 1827942"/>
                <a:gd name="connsiteX99" fmla="*/ 474512 w 2697791"/>
                <a:gd name="connsiteY99" fmla="*/ 457080 h 1827942"/>
                <a:gd name="connsiteX100" fmla="*/ 475142 w 2697791"/>
                <a:gd name="connsiteY100" fmla="*/ 467040 h 1827942"/>
                <a:gd name="connsiteX101" fmla="*/ 447534 w 2697791"/>
                <a:gd name="connsiteY101" fmla="*/ 472334 h 1827942"/>
                <a:gd name="connsiteX102" fmla="*/ 436944 w 2697791"/>
                <a:gd name="connsiteY102" fmla="*/ 496413 h 1827942"/>
                <a:gd name="connsiteX103" fmla="*/ 438709 w 2697791"/>
                <a:gd name="connsiteY103" fmla="*/ 515827 h 1827942"/>
                <a:gd name="connsiteX104" fmla="*/ 429255 w 2697791"/>
                <a:gd name="connsiteY104" fmla="*/ 527551 h 1827942"/>
                <a:gd name="connsiteX105" fmla="*/ 439844 w 2697791"/>
                <a:gd name="connsiteY105" fmla="*/ 536375 h 1827942"/>
                <a:gd name="connsiteX106" fmla="*/ 492161 w 2697791"/>
                <a:gd name="connsiteY106" fmla="*/ 507506 h 1827942"/>
                <a:gd name="connsiteX107" fmla="*/ 530359 w 2697791"/>
                <a:gd name="connsiteY107" fmla="*/ 505741 h 1827942"/>
                <a:gd name="connsiteX108" fmla="*/ 530989 w 2697791"/>
                <a:gd name="connsiteY108" fmla="*/ 492253 h 1827942"/>
                <a:gd name="connsiteX109" fmla="*/ 519265 w 2697791"/>
                <a:gd name="connsiteY109" fmla="*/ 476368 h 1827942"/>
                <a:gd name="connsiteX110" fmla="*/ 528090 w 2697791"/>
                <a:gd name="connsiteY110" fmla="*/ 463384 h 1827942"/>
                <a:gd name="connsiteX111" fmla="*/ 542839 w 2697791"/>
                <a:gd name="connsiteY111" fmla="*/ 462249 h 1827942"/>
                <a:gd name="connsiteX112" fmla="*/ 562253 w 2697791"/>
                <a:gd name="connsiteY112" fmla="*/ 469309 h 1827942"/>
                <a:gd name="connsiteX113" fmla="*/ 582802 w 2697791"/>
                <a:gd name="connsiteY113" fmla="*/ 473973 h 1827942"/>
                <a:gd name="connsiteX114" fmla="*/ 571078 w 2697791"/>
                <a:gd name="connsiteY114" fmla="*/ 482798 h 1827942"/>
                <a:gd name="connsiteX115" fmla="*/ 573977 w 2697791"/>
                <a:gd name="connsiteY115" fmla="*/ 492253 h 1827942"/>
                <a:gd name="connsiteX116" fmla="*/ 595156 w 2697791"/>
                <a:gd name="connsiteY116" fmla="*/ 488092 h 1827942"/>
                <a:gd name="connsiteX117" fmla="*/ 611040 w 2697791"/>
                <a:gd name="connsiteY117" fmla="*/ 485697 h 1827942"/>
                <a:gd name="connsiteX118" fmla="*/ 616965 w 2697791"/>
                <a:gd name="connsiteY118" fmla="*/ 490992 h 1827942"/>
                <a:gd name="connsiteX119" fmla="*/ 646969 w 2697791"/>
                <a:gd name="connsiteY119" fmla="*/ 500447 h 1827942"/>
                <a:gd name="connsiteX120" fmla="*/ 704581 w 2697791"/>
                <a:gd name="connsiteY120" fmla="*/ 498682 h 1827942"/>
                <a:gd name="connsiteX121" fmla="*/ 728155 w 2697791"/>
                <a:gd name="connsiteY121" fmla="*/ 514566 h 1827942"/>
                <a:gd name="connsiteX122" fmla="*/ 760553 w 2697791"/>
                <a:gd name="connsiteY122" fmla="*/ 503977 h 1827942"/>
                <a:gd name="connsiteX123" fmla="*/ 755259 w 2697791"/>
                <a:gd name="connsiteY123" fmla="*/ 520491 h 1827942"/>
                <a:gd name="connsiteX124" fmla="*/ 768243 w 2697791"/>
                <a:gd name="connsiteY124" fmla="*/ 529946 h 1827942"/>
                <a:gd name="connsiteX125" fmla="*/ 799381 w 2697791"/>
                <a:gd name="connsiteY125" fmla="*/ 545200 h 1827942"/>
                <a:gd name="connsiteX126" fmla="*/ 830520 w 2697791"/>
                <a:gd name="connsiteY126" fmla="*/ 570539 h 1827942"/>
                <a:gd name="connsiteX127" fmla="*/ 845773 w 2697791"/>
                <a:gd name="connsiteY127" fmla="*/ 557554 h 1827942"/>
                <a:gd name="connsiteX128" fmla="*/ 866952 w 2697791"/>
                <a:gd name="connsiteY128" fmla="*/ 568774 h 1827942"/>
                <a:gd name="connsiteX129" fmla="*/ 869348 w 2697791"/>
                <a:gd name="connsiteY129" fmla="*/ 546461 h 1827942"/>
                <a:gd name="connsiteX130" fmla="*/ 879937 w 2697791"/>
                <a:gd name="connsiteY130" fmla="*/ 548856 h 1827942"/>
                <a:gd name="connsiteX131" fmla="*/ 881702 w 2697791"/>
                <a:gd name="connsiteY131" fmla="*/ 583524 h 1827942"/>
                <a:gd name="connsiteX132" fmla="*/ 862288 w 2697791"/>
                <a:gd name="connsiteY132" fmla="*/ 579364 h 1827942"/>
                <a:gd name="connsiteX133" fmla="*/ 844008 w 2697791"/>
                <a:gd name="connsiteY133" fmla="*/ 584028 h 1827942"/>
                <a:gd name="connsiteX134" fmla="*/ 865818 w 2697791"/>
                <a:gd name="connsiteY134" fmla="*/ 609871 h 1827942"/>
                <a:gd name="connsiteX135" fmla="*/ 874012 w 2697791"/>
                <a:gd name="connsiteY135" fmla="*/ 628151 h 1827942"/>
                <a:gd name="connsiteX136" fmla="*/ 886366 w 2697791"/>
                <a:gd name="connsiteY136" fmla="*/ 643404 h 1827942"/>
                <a:gd name="connsiteX137" fmla="*/ 883971 w 2697791"/>
                <a:gd name="connsiteY137" fmla="*/ 614536 h 1827942"/>
                <a:gd name="connsiteX138" fmla="*/ 888131 w 2697791"/>
                <a:gd name="connsiteY138" fmla="*/ 596887 h 1827942"/>
                <a:gd name="connsiteX139" fmla="*/ 891661 w 2697791"/>
                <a:gd name="connsiteY139" fmla="*/ 615670 h 1827942"/>
                <a:gd name="connsiteX140" fmla="*/ 907545 w 2697791"/>
                <a:gd name="connsiteY140" fmla="*/ 606846 h 1827942"/>
                <a:gd name="connsiteX141" fmla="*/ 906915 w 2697791"/>
                <a:gd name="connsiteY141" fmla="*/ 581507 h 1827942"/>
                <a:gd name="connsiteX142" fmla="*/ 922799 w 2697791"/>
                <a:gd name="connsiteY142" fmla="*/ 599786 h 1827942"/>
                <a:gd name="connsiteX143" fmla="*/ 913975 w 2697791"/>
                <a:gd name="connsiteY143" fmla="*/ 618065 h 1827942"/>
                <a:gd name="connsiteX144" fmla="*/ 899225 w 2697791"/>
                <a:gd name="connsiteY144" fmla="*/ 625125 h 1827942"/>
                <a:gd name="connsiteX145" fmla="*/ 902124 w 2697791"/>
                <a:gd name="connsiteY145" fmla="*/ 652733 h 1827942"/>
                <a:gd name="connsiteX146" fmla="*/ 912714 w 2697791"/>
                <a:gd name="connsiteY146" fmla="*/ 643279 h 1827942"/>
                <a:gd name="connsiteX147" fmla="*/ 929733 w 2697791"/>
                <a:gd name="connsiteY147" fmla="*/ 639749 h 1827942"/>
                <a:gd name="connsiteX148" fmla="*/ 952046 w 2697791"/>
                <a:gd name="connsiteY148" fmla="*/ 657398 h 1827942"/>
                <a:gd name="connsiteX149" fmla="*/ 941457 w 2697791"/>
                <a:gd name="connsiteY149" fmla="*/ 644413 h 1827942"/>
                <a:gd name="connsiteX150" fmla="*/ 942087 w 2697791"/>
                <a:gd name="connsiteY150" fmla="*/ 629663 h 1827942"/>
                <a:gd name="connsiteX151" fmla="*/ 962636 w 2697791"/>
                <a:gd name="connsiteY151" fmla="*/ 656137 h 1827942"/>
                <a:gd name="connsiteX152" fmla="*/ 949147 w 2697791"/>
                <a:gd name="connsiteY152" fmla="*/ 669752 h 1827942"/>
                <a:gd name="connsiteX153" fmla="*/ 926203 w 2697791"/>
                <a:gd name="connsiteY153" fmla="*/ 658532 h 1827942"/>
                <a:gd name="connsiteX154" fmla="*/ 929733 w 2697791"/>
                <a:gd name="connsiteY154" fmla="*/ 679081 h 1827942"/>
                <a:gd name="connsiteX155" fmla="*/ 930363 w 2697791"/>
                <a:gd name="connsiteY155" fmla="*/ 704924 h 1827942"/>
                <a:gd name="connsiteX156" fmla="*/ 939188 w 2697791"/>
                <a:gd name="connsiteY156" fmla="*/ 696100 h 1827942"/>
                <a:gd name="connsiteX157" fmla="*/ 953937 w 2697791"/>
                <a:gd name="connsiteY157" fmla="*/ 701394 h 1827942"/>
                <a:gd name="connsiteX158" fmla="*/ 959862 w 2697791"/>
                <a:gd name="connsiteY158" fmla="*/ 686645 h 1827942"/>
                <a:gd name="connsiteX159" fmla="*/ 973351 w 2697791"/>
                <a:gd name="connsiteY159" fmla="*/ 691309 h 1827942"/>
                <a:gd name="connsiteX160" fmla="*/ 985706 w 2697791"/>
                <a:gd name="connsiteY160" fmla="*/ 684880 h 1827942"/>
                <a:gd name="connsiteX161" fmla="*/ 988101 w 2697791"/>
                <a:gd name="connsiteY161" fmla="*/ 703664 h 1827942"/>
                <a:gd name="connsiteX162" fmla="*/ 999321 w 2697791"/>
                <a:gd name="connsiteY162" fmla="*/ 705429 h 1827942"/>
                <a:gd name="connsiteX163" fmla="*/ 999321 w 2697791"/>
                <a:gd name="connsiteY163" fmla="*/ 708454 h 1827942"/>
                <a:gd name="connsiteX164" fmla="*/ 1017474 w 2697791"/>
                <a:gd name="connsiteY164" fmla="*/ 695595 h 1827942"/>
                <a:gd name="connsiteX165" fmla="*/ 1012053 w 2697791"/>
                <a:gd name="connsiteY165" fmla="*/ 672273 h 1827942"/>
                <a:gd name="connsiteX166" fmla="*/ 19039 w 2697791"/>
                <a:gd name="connsiteY166" fmla="*/ 755728 h 1827942"/>
                <a:gd name="connsiteX167" fmla="*/ 33158 w 2697791"/>
                <a:gd name="connsiteY167" fmla="*/ 735684 h 1827942"/>
                <a:gd name="connsiteX168" fmla="*/ 19039 w 2697791"/>
                <a:gd name="connsiteY168" fmla="*/ 755728 h 1827942"/>
                <a:gd name="connsiteX169" fmla="*/ 119135 w 2697791"/>
                <a:gd name="connsiteY169" fmla="*/ 702781 h 1827942"/>
                <a:gd name="connsiteX170" fmla="*/ 83836 w 2697791"/>
                <a:gd name="connsiteY170" fmla="*/ 720430 h 1827942"/>
                <a:gd name="connsiteX171" fmla="*/ 105015 w 2697791"/>
                <a:gd name="connsiteY171" fmla="*/ 713371 h 1827942"/>
                <a:gd name="connsiteX172" fmla="*/ 119135 w 2697791"/>
                <a:gd name="connsiteY172" fmla="*/ 702781 h 1827942"/>
                <a:gd name="connsiteX173" fmla="*/ 417531 w 2697791"/>
                <a:gd name="connsiteY173" fmla="*/ 564488 h 1827942"/>
                <a:gd name="connsiteX174" fmla="*/ 396982 w 2697791"/>
                <a:gd name="connsiteY174" fmla="*/ 572178 h 1827942"/>
                <a:gd name="connsiteX175" fmla="*/ 373408 w 2697791"/>
                <a:gd name="connsiteY175" fmla="*/ 599282 h 1827942"/>
                <a:gd name="connsiteX176" fmla="*/ 353994 w 2697791"/>
                <a:gd name="connsiteY176" fmla="*/ 606341 h 1827942"/>
                <a:gd name="connsiteX177" fmla="*/ 365213 w 2697791"/>
                <a:gd name="connsiteY177" fmla="*/ 627016 h 1827942"/>
                <a:gd name="connsiteX178" fmla="*/ 379333 w 2697791"/>
                <a:gd name="connsiteY178" fmla="*/ 627016 h 1827942"/>
                <a:gd name="connsiteX179" fmla="*/ 414001 w 2697791"/>
                <a:gd name="connsiteY179" fmla="*/ 602307 h 1827942"/>
                <a:gd name="connsiteX180" fmla="*/ 404042 w 2697791"/>
                <a:gd name="connsiteY180" fmla="*/ 586423 h 1827942"/>
                <a:gd name="connsiteX181" fmla="*/ 422825 w 2697791"/>
                <a:gd name="connsiteY181" fmla="*/ 577599 h 1827942"/>
                <a:gd name="connsiteX182" fmla="*/ 417531 w 2697791"/>
                <a:gd name="connsiteY182" fmla="*/ 564488 h 1827942"/>
                <a:gd name="connsiteX183" fmla="*/ 42613 w 2697791"/>
                <a:gd name="connsiteY183" fmla="*/ 495152 h 1827942"/>
                <a:gd name="connsiteX184" fmla="*/ 19039 w 2697791"/>
                <a:gd name="connsiteY184" fmla="*/ 503346 h 1827942"/>
                <a:gd name="connsiteX185" fmla="*/ 56102 w 2697791"/>
                <a:gd name="connsiteY185" fmla="*/ 514566 h 1827942"/>
                <a:gd name="connsiteX186" fmla="*/ 61397 w 2697791"/>
                <a:gd name="connsiteY186" fmla="*/ 496287 h 1827942"/>
                <a:gd name="connsiteX187" fmla="*/ 42613 w 2697791"/>
                <a:gd name="connsiteY187" fmla="*/ 495152 h 1827942"/>
                <a:gd name="connsiteX188" fmla="*/ 329411 w 2697791"/>
                <a:gd name="connsiteY188" fmla="*/ 1794504 h 1827942"/>
                <a:gd name="connsiteX189" fmla="*/ 330672 w 2697791"/>
                <a:gd name="connsiteY189" fmla="*/ 1826903 h 1827942"/>
                <a:gd name="connsiteX190" fmla="*/ 349708 w 2697791"/>
                <a:gd name="connsiteY190" fmla="*/ 1816061 h 1827942"/>
                <a:gd name="connsiteX191" fmla="*/ 329411 w 2697791"/>
                <a:gd name="connsiteY191" fmla="*/ 1794504 h 1827942"/>
                <a:gd name="connsiteX192" fmla="*/ 309871 w 2697791"/>
                <a:gd name="connsiteY192" fmla="*/ 1771939 h 1827942"/>
                <a:gd name="connsiteX193" fmla="*/ 312518 w 2697791"/>
                <a:gd name="connsiteY193" fmla="*/ 1784923 h 1827942"/>
                <a:gd name="connsiteX194" fmla="*/ 309871 w 2697791"/>
                <a:gd name="connsiteY194" fmla="*/ 1771939 h 1827942"/>
                <a:gd name="connsiteX195" fmla="*/ 218222 w 2697791"/>
                <a:gd name="connsiteY195" fmla="*/ 1742061 h 1827942"/>
                <a:gd name="connsiteX196" fmla="*/ 233854 w 2697791"/>
                <a:gd name="connsiteY196" fmla="*/ 1740801 h 1827942"/>
                <a:gd name="connsiteX197" fmla="*/ 218222 w 2697791"/>
                <a:gd name="connsiteY197" fmla="*/ 1742061 h 1827942"/>
                <a:gd name="connsiteX198" fmla="*/ 259697 w 2697791"/>
                <a:gd name="connsiteY198" fmla="*/ 1759836 h 1827942"/>
                <a:gd name="connsiteX199" fmla="*/ 276086 w 2697791"/>
                <a:gd name="connsiteY199" fmla="*/ 1762484 h 1827942"/>
                <a:gd name="connsiteX200" fmla="*/ 259697 w 2697791"/>
                <a:gd name="connsiteY200" fmla="*/ 1759836 h 1827942"/>
                <a:gd name="connsiteX201" fmla="*/ 2674599 w 2697791"/>
                <a:gd name="connsiteY201" fmla="*/ 971930 h 1827942"/>
                <a:gd name="connsiteX202" fmla="*/ 2639301 w 2697791"/>
                <a:gd name="connsiteY202" fmla="*/ 961719 h 1827942"/>
                <a:gd name="connsiteX203" fmla="*/ 2605515 w 2697791"/>
                <a:gd name="connsiteY203" fmla="*/ 1008741 h 1827942"/>
                <a:gd name="connsiteX204" fmla="*/ 2572612 w 2697791"/>
                <a:gd name="connsiteY204" fmla="*/ 1043283 h 1827942"/>
                <a:gd name="connsiteX205" fmla="*/ 2481593 w 2697791"/>
                <a:gd name="connsiteY205" fmla="*/ 1044039 h 1827942"/>
                <a:gd name="connsiteX206" fmla="*/ 2446043 w 2697791"/>
                <a:gd name="connsiteY206" fmla="*/ 1070891 h 1827942"/>
                <a:gd name="connsiteX207" fmla="*/ 2447052 w 2697791"/>
                <a:gd name="connsiteY207" fmla="*/ 1072278 h 1827942"/>
                <a:gd name="connsiteX208" fmla="*/ 2395239 w 2697791"/>
                <a:gd name="connsiteY208" fmla="*/ 1098121 h 1827942"/>
                <a:gd name="connsiteX209" fmla="*/ 2374186 w 2697791"/>
                <a:gd name="connsiteY209" fmla="*/ 1100138 h 1827942"/>
                <a:gd name="connsiteX210" fmla="*/ 2375699 w 2697791"/>
                <a:gd name="connsiteY210" fmla="*/ 1110601 h 1827942"/>
                <a:gd name="connsiteX211" fmla="*/ 2367883 w 2697791"/>
                <a:gd name="connsiteY211" fmla="*/ 1117157 h 1827942"/>
                <a:gd name="connsiteX212" fmla="*/ 2307119 w 2697791"/>
                <a:gd name="connsiteY212" fmla="*/ 1154472 h 1827942"/>
                <a:gd name="connsiteX213" fmla="*/ 2254172 w 2697791"/>
                <a:gd name="connsiteY213" fmla="*/ 1142748 h 1827942"/>
                <a:gd name="connsiteX214" fmla="*/ 2274216 w 2697791"/>
                <a:gd name="connsiteY214" fmla="*/ 1136823 h 1827942"/>
                <a:gd name="connsiteX215" fmla="*/ 2284932 w 2697791"/>
                <a:gd name="connsiteY215" fmla="*/ 1133798 h 1827942"/>
                <a:gd name="connsiteX216" fmla="*/ 2280646 w 2697791"/>
                <a:gd name="connsiteY216" fmla="*/ 1112997 h 1827942"/>
                <a:gd name="connsiteX217" fmla="*/ 2270687 w 2697791"/>
                <a:gd name="connsiteY217" fmla="*/ 1079211 h 1827942"/>
                <a:gd name="connsiteX218" fmla="*/ 2242448 w 2697791"/>
                <a:gd name="connsiteY218" fmla="*/ 1083876 h 1827942"/>
                <a:gd name="connsiteX219" fmla="*/ 2253038 w 2697791"/>
                <a:gd name="connsiteY219" fmla="*/ 1035593 h 1827942"/>
                <a:gd name="connsiteX220" fmla="*/ 2211814 w 2697791"/>
                <a:gd name="connsiteY220" fmla="*/ 1030802 h 1827942"/>
                <a:gd name="connsiteX221" fmla="*/ 2184710 w 2697791"/>
                <a:gd name="connsiteY221" fmla="*/ 1050847 h 1827942"/>
                <a:gd name="connsiteX222" fmla="*/ 2177650 w 2697791"/>
                <a:gd name="connsiteY222" fmla="*/ 1107324 h 1827942"/>
                <a:gd name="connsiteX223" fmla="*/ 2158867 w 2697791"/>
                <a:gd name="connsiteY223" fmla="*/ 1146152 h 1827942"/>
                <a:gd name="connsiteX224" fmla="*/ 2138823 w 2697791"/>
                <a:gd name="connsiteY224" fmla="*/ 1095600 h 1827942"/>
                <a:gd name="connsiteX225" fmla="*/ 2144748 w 2697791"/>
                <a:gd name="connsiteY225" fmla="*/ 1049712 h 1827942"/>
                <a:gd name="connsiteX226" fmla="*/ 2184710 w 2697791"/>
                <a:gd name="connsiteY226" fmla="*/ 1015549 h 1827942"/>
                <a:gd name="connsiteX227" fmla="*/ 2240053 w 2697791"/>
                <a:gd name="connsiteY227" fmla="*/ 1004959 h 1827942"/>
                <a:gd name="connsiteX228" fmla="*/ 2243078 w 2697791"/>
                <a:gd name="connsiteY228" fmla="*/ 1001933 h 1827942"/>
                <a:gd name="connsiteX229" fmla="*/ 2227951 w 2697791"/>
                <a:gd name="connsiteY229" fmla="*/ 991470 h 1827942"/>
                <a:gd name="connsiteX230" fmla="*/ 2224799 w 2697791"/>
                <a:gd name="connsiteY230" fmla="*/ 995630 h 1827942"/>
                <a:gd name="connsiteX231" fmla="*/ 2200090 w 2697791"/>
                <a:gd name="connsiteY231" fmla="*/ 985041 h 1827942"/>
                <a:gd name="connsiteX232" fmla="*/ 2150673 w 2697791"/>
                <a:gd name="connsiteY232" fmla="*/ 994496 h 1827942"/>
                <a:gd name="connsiteX233" fmla="*/ 2130628 w 2697791"/>
                <a:gd name="connsiteY233" fmla="*/ 977981 h 1827942"/>
                <a:gd name="connsiteX234" fmla="*/ 2121173 w 2697791"/>
                <a:gd name="connsiteY234" fmla="*/ 963862 h 1827942"/>
                <a:gd name="connsiteX235" fmla="*/ 2061166 w 2697791"/>
                <a:gd name="connsiteY235" fmla="*/ 988571 h 1827942"/>
                <a:gd name="connsiteX236" fmla="*/ 2027003 w 2697791"/>
                <a:gd name="connsiteY236" fmla="*/ 982646 h 1827942"/>
                <a:gd name="connsiteX237" fmla="*/ 2079950 w 2697791"/>
                <a:gd name="connsiteY237" fmla="*/ 948482 h 1827942"/>
                <a:gd name="connsiteX238" fmla="*/ 2093565 w 2697791"/>
                <a:gd name="connsiteY238" fmla="*/ 943187 h 1827942"/>
                <a:gd name="connsiteX239" fmla="*/ 2055620 w 2697791"/>
                <a:gd name="connsiteY239" fmla="*/ 937892 h 1827942"/>
                <a:gd name="connsiteX240" fmla="*/ 2032928 w 2697791"/>
                <a:gd name="connsiteY240" fmla="*/ 933984 h 1827942"/>
                <a:gd name="connsiteX241" fmla="*/ 2010993 w 2697791"/>
                <a:gd name="connsiteY241" fmla="*/ 925412 h 1827942"/>
                <a:gd name="connsiteX242" fmla="*/ 1986662 w 2697791"/>
                <a:gd name="connsiteY242" fmla="*/ 924656 h 1827942"/>
                <a:gd name="connsiteX243" fmla="*/ 1963844 w 2697791"/>
                <a:gd name="connsiteY243" fmla="*/ 916840 h 1827942"/>
                <a:gd name="connsiteX244" fmla="*/ 1952877 w 2697791"/>
                <a:gd name="connsiteY244" fmla="*/ 896417 h 1827942"/>
                <a:gd name="connsiteX245" fmla="*/ 1943800 w 2697791"/>
                <a:gd name="connsiteY245" fmla="*/ 908267 h 1827942"/>
                <a:gd name="connsiteX246" fmla="*/ 1212371 w 2697791"/>
                <a:gd name="connsiteY246" fmla="*/ 912175 h 1827942"/>
                <a:gd name="connsiteX247" fmla="*/ 1215018 w 2697791"/>
                <a:gd name="connsiteY247" fmla="*/ 915579 h 1827942"/>
                <a:gd name="connsiteX248" fmla="*/ 1219682 w 2697791"/>
                <a:gd name="connsiteY248" fmla="*/ 943313 h 1827942"/>
                <a:gd name="connsiteX249" fmla="*/ 1211488 w 2697791"/>
                <a:gd name="connsiteY249" fmla="*/ 970417 h 1827942"/>
                <a:gd name="connsiteX250" fmla="*/ 1207958 w 2697791"/>
                <a:gd name="connsiteY250" fmla="*/ 956928 h 1827942"/>
                <a:gd name="connsiteX251" fmla="*/ 1204429 w 2697791"/>
                <a:gd name="connsiteY251" fmla="*/ 940414 h 1827942"/>
                <a:gd name="connsiteX252" fmla="*/ 1199260 w 2697791"/>
                <a:gd name="connsiteY252" fmla="*/ 930833 h 1827942"/>
                <a:gd name="connsiteX253" fmla="*/ 1157280 w 2697791"/>
                <a:gd name="connsiteY253" fmla="*/ 930707 h 1827942"/>
                <a:gd name="connsiteX254" fmla="*/ 1157910 w 2697791"/>
                <a:gd name="connsiteY254" fmla="*/ 932850 h 1827942"/>
                <a:gd name="connsiteX255" fmla="*/ 1171399 w 2697791"/>
                <a:gd name="connsiteY255" fmla="*/ 968148 h 1827942"/>
                <a:gd name="connsiteX256" fmla="*/ 1183123 w 2697791"/>
                <a:gd name="connsiteY256" fmla="*/ 992857 h 1827942"/>
                <a:gd name="connsiteX257" fmla="*/ 1183123 w 2697791"/>
                <a:gd name="connsiteY257" fmla="*/ 1001681 h 1827942"/>
                <a:gd name="connsiteX258" fmla="*/ 1177829 w 2697791"/>
                <a:gd name="connsiteY258" fmla="*/ 1025886 h 1827942"/>
                <a:gd name="connsiteX259" fmla="*/ 1173669 w 2697791"/>
                <a:gd name="connsiteY259" fmla="*/ 1091188 h 1827942"/>
                <a:gd name="connsiteX260" fmla="*/ 1166609 w 2697791"/>
                <a:gd name="connsiteY260" fmla="*/ 1132411 h 1827942"/>
                <a:gd name="connsiteX261" fmla="*/ 1175434 w 2697791"/>
                <a:gd name="connsiteY261" fmla="*/ 1175399 h 1827942"/>
                <a:gd name="connsiteX262" fmla="*/ 1178333 w 2697791"/>
                <a:gd name="connsiteY262" fmla="*/ 1210067 h 1827942"/>
                <a:gd name="connsiteX263" fmla="*/ 1186527 w 2697791"/>
                <a:gd name="connsiteY263" fmla="*/ 1244735 h 1827942"/>
                <a:gd name="connsiteX264" fmla="*/ 1206572 w 2697791"/>
                <a:gd name="connsiteY264" fmla="*/ 1267679 h 1827942"/>
                <a:gd name="connsiteX265" fmla="*/ 1220061 w 2697791"/>
                <a:gd name="connsiteY265" fmla="*/ 1282428 h 1827942"/>
                <a:gd name="connsiteX266" fmla="*/ 1230650 w 2697791"/>
                <a:gd name="connsiteY266" fmla="*/ 1298943 h 1827942"/>
                <a:gd name="connsiteX267" fmla="*/ 1234180 w 2697791"/>
                <a:gd name="connsiteY267" fmla="*/ 1319491 h 1827942"/>
                <a:gd name="connsiteX268" fmla="*/ 1261788 w 2697791"/>
                <a:gd name="connsiteY268" fmla="*/ 1349495 h 1827942"/>
                <a:gd name="connsiteX269" fmla="*/ 1275277 w 2697791"/>
                <a:gd name="connsiteY269" fmla="*/ 1374204 h 1827942"/>
                <a:gd name="connsiteX270" fmla="*/ 1308180 w 2697791"/>
                <a:gd name="connsiteY270" fmla="*/ 1387693 h 1827942"/>
                <a:gd name="connsiteX271" fmla="*/ 1330494 w 2697791"/>
                <a:gd name="connsiteY271" fmla="*/ 1392357 h 1827942"/>
                <a:gd name="connsiteX272" fmla="*/ 1355202 w 2697791"/>
                <a:gd name="connsiteY272" fmla="*/ 1421730 h 1827942"/>
                <a:gd name="connsiteX273" fmla="*/ 1361127 w 2697791"/>
                <a:gd name="connsiteY273" fmla="*/ 1438497 h 1827942"/>
                <a:gd name="connsiteX274" fmla="*/ 1422143 w 2697791"/>
                <a:gd name="connsiteY274" fmla="*/ 1430555 h 1827942"/>
                <a:gd name="connsiteX275" fmla="*/ 1451642 w 2697791"/>
                <a:gd name="connsiteY275" fmla="*/ 1446313 h 1827942"/>
                <a:gd name="connsiteX276" fmla="*/ 1520221 w 2697791"/>
                <a:gd name="connsiteY276" fmla="*/ 1470139 h 1827942"/>
                <a:gd name="connsiteX277" fmla="*/ 1595608 w 2697791"/>
                <a:gd name="connsiteY277" fmla="*/ 1469509 h 1827942"/>
                <a:gd name="connsiteX278" fmla="*/ 1604433 w 2697791"/>
                <a:gd name="connsiteY278" fmla="*/ 1458163 h 1827942"/>
                <a:gd name="connsiteX279" fmla="*/ 1645908 w 2697791"/>
                <a:gd name="connsiteY279" fmla="*/ 1458163 h 1827942"/>
                <a:gd name="connsiteX280" fmla="*/ 1676038 w 2697791"/>
                <a:gd name="connsiteY280" fmla="*/ 1485267 h 1827942"/>
                <a:gd name="connsiteX281" fmla="*/ 1693057 w 2697791"/>
                <a:gd name="connsiteY281" fmla="*/ 1506068 h 1827942"/>
                <a:gd name="connsiteX282" fmla="*/ 1702511 w 2697791"/>
                <a:gd name="connsiteY282" fmla="*/ 1523086 h 1827942"/>
                <a:gd name="connsiteX283" fmla="*/ 1733271 w 2697791"/>
                <a:gd name="connsiteY283" fmla="*/ 1538844 h 1827942"/>
                <a:gd name="connsiteX284" fmla="*/ 1754072 w 2697791"/>
                <a:gd name="connsiteY284" fmla="*/ 1514388 h 1827942"/>
                <a:gd name="connsiteX285" fmla="*/ 1801220 w 2697791"/>
                <a:gd name="connsiteY285" fmla="*/ 1541366 h 1827942"/>
                <a:gd name="connsiteX286" fmla="*/ 1826307 w 2697791"/>
                <a:gd name="connsiteY286" fmla="*/ 1577168 h 1827942"/>
                <a:gd name="connsiteX287" fmla="*/ 1832610 w 2697791"/>
                <a:gd name="connsiteY287" fmla="*/ 1597339 h 1827942"/>
                <a:gd name="connsiteX288" fmla="*/ 1840174 w 2697791"/>
                <a:gd name="connsiteY288" fmla="*/ 1613727 h 1827942"/>
                <a:gd name="connsiteX289" fmla="*/ 1877238 w 2697791"/>
                <a:gd name="connsiteY289" fmla="*/ 1626964 h 1827942"/>
                <a:gd name="connsiteX290" fmla="*/ 1888331 w 2697791"/>
                <a:gd name="connsiteY290" fmla="*/ 1631124 h 1827942"/>
                <a:gd name="connsiteX291" fmla="*/ 1880641 w 2697791"/>
                <a:gd name="connsiteY291" fmla="*/ 1596960 h 1827942"/>
                <a:gd name="connsiteX292" fmla="*/ 1887071 w 2697791"/>
                <a:gd name="connsiteY292" fmla="*/ 1571621 h 1827942"/>
                <a:gd name="connsiteX293" fmla="*/ 1906485 w 2697791"/>
                <a:gd name="connsiteY293" fmla="*/ 1555107 h 1827942"/>
                <a:gd name="connsiteX294" fmla="*/ 1922369 w 2697791"/>
                <a:gd name="connsiteY294" fmla="*/ 1549182 h 1827942"/>
                <a:gd name="connsiteX295" fmla="*/ 1948212 w 2697791"/>
                <a:gd name="connsiteY295" fmla="*/ 1527372 h 1827942"/>
                <a:gd name="connsiteX296" fmla="*/ 1961197 w 2697791"/>
                <a:gd name="connsiteY296" fmla="*/ 1522078 h 1827942"/>
                <a:gd name="connsiteX297" fmla="*/ 1977711 w 2697791"/>
                <a:gd name="connsiteY297" fmla="*/ 1511488 h 1827942"/>
                <a:gd name="connsiteX298" fmla="*/ 1991200 w 2697791"/>
                <a:gd name="connsiteY298" fmla="*/ 1512623 h 1827942"/>
                <a:gd name="connsiteX299" fmla="*/ 2004185 w 2697791"/>
                <a:gd name="connsiteY299" fmla="*/ 1515522 h 1827942"/>
                <a:gd name="connsiteX300" fmla="*/ 2025994 w 2697791"/>
                <a:gd name="connsiteY300" fmla="*/ 1516153 h 1827942"/>
                <a:gd name="connsiteX301" fmla="*/ 2043643 w 2697791"/>
                <a:gd name="connsiteY301" fmla="*/ 1524347 h 1827942"/>
                <a:gd name="connsiteX302" fmla="*/ 2065957 w 2697791"/>
                <a:gd name="connsiteY302" fmla="*/ 1530776 h 1827942"/>
                <a:gd name="connsiteX303" fmla="*/ 2077681 w 2697791"/>
                <a:gd name="connsiteY303" fmla="*/ 1521321 h 1827942"/>
                <a:gd name="connsiteX304" fmla="*/ 2101255 w 2697791"/>
                <a:gd name="connsiteY304" fmla="*/ 1537836 h 1827942"/>
                <a:gd name="connsiteX305" fmla="*/ 2095330 w 2697791"/>
                <a:gd name="connsiteY305" fmla="*/ 1524347 h 1827942"/>
                <a:gd name="connsiteX306" fmla="*/ 2090035 w 2697791"/>
                <a:gd name="connsiteY306" fmla="*/ 1509597 h 1827942"/>
                <a:gd name="connsiteX307" fmla="*/ 2112979 w 2697791"/>
                <a:gd name="connsiteY307" fmla="*/ 1497873 h 1827942"/>
                <a:gd name="connsiteX308" fmla="*/ 2131763 w 2697791"/>
                <a:gd name="connsiteY308" fmla="*/ 1493713 h 1827942"/>
                <a:gd name="connsiteX309" fmla="*/ 2142352 w 2697791"/>
                <a:gd name="connsiteY309" fmla="*/ 1500773 h 1827942"/>
                <a:gd name="connsiteX310" fmla="*/ 2177650 w 2697791"/>
                <a:gd name="connsiteY310" fmla="*/ 1496613 h 1827942"/>
                <a:gd name="connsiteX311" fmla="*/ 2202359 w 2697791"/>
                <a:gd name="connsiteY311" fmla="*/ 1514262 h 1827942"/>
                <a:gd name="connsiteX312" fmla="*/ 2220639 w 2697791"/>
                <a:gd name="connsiteY312" fmla="*/ 1517161 h 1827942"/>
                <a:gd name="connsiteX313" fmla="*/ 2245348 w 2697791"/>
                <a:gd name="connsiteY313" fmla="*/ 1508967 h 1827942"/>
                <a:gd name="connsiteX314" fmla="*/ 2271821 w 2697791"/>
                <a:gd name="connsiteY314" fmla="*/ 1538340 h 1827942"/>
                <a:gd name="connsiteX315" fmla="*/ 2272451 w 2697791"/>
                <a:gd name="connsiteY315" fmla="*/ 1568344 h 1827942"/>
                <a:gd name="connsiteX316" fmla="*/ 2283671 w 2697791"/>
                <a:gd name="connsiteY316" fmla="*/ 1594817 h 1827942"/>
                <a:gd name="connsiteX317" fmla="*/ 2294261 w 2697791"/>
                <a:gd name="connsiteY317" fmla="*/ 1622426 h 1827942"/>
                <a:gd name="connsiteX318" fmla="*/ 2312540 w 2697791"/>
                <a:gd name="connsiteY318" fmla="*/ 1645369 h 1827942"/>
                <a:gd name="connsiteX319" fmla="*/ 2332585 w 2697791"/>
                <a:gd name="connsiteY319" fmla="*/ 1648899 h 1827942"/>
                <a:gd name="connsiteX320" fmla="*/ 2344308 w 2697791"/>
                <a:gd name="connsiteY320" fmla="*/ 1617761 h 1827942"/>
                <a:gd name="connsiteX321" fmla="*/ 2329559 w 2697791"/>
                <a:gd name="connsiteY321" fmla="*/ 1564184 h 1827942"/>
                <a:gd name="connsiteX322" fmla="*/ 2321869 w 2697791"/>
                <a:gd name="connsiteY322" fmla="*/ 1538844 h 1827942"/>
                <a:gd name="connsiteX323" fmla="*/ 2307119 w 2697791"/>
                <a:gd name="connsiteY323" fmla="*/ 1487032 h 1827942"/>
                <a:gd name="connsiteX324" fmla="*/ 2338257 w 2697791"/>
                <a:gd name="connsiteY324" fmla="*/ 1431689 h 1827942"/>
                <a:gd name="connsiteX325" fmla="*/ 2361832 w 2697791"/>
                <a:gd name="connsiteY325" fmla="*/ 1418200 h 1827942"/>
                <a:gd name="connsiteX326" fmla="*/ 2383641 w 2697791"/>
                <a:gd name="connsiteY326" fmla="*/ 1397021 h 1827942"/>
                <a:gd name="connsiteX327" fmla="*/ 2399525 w 2697791"/>
                <a:gd name="connsiteY327" fmla="*/ 1391096 h 1827942"/>
                <a:gd name="connsiteX328" fmla="*/ 2427764 w 2697791"/>
                <a:gd name="connsiteY328" fmla="*/ 1371682 h 1827942"/>
                <a:gd name="connsiteX329" fmla="*/ 2430159 w 2697791"/>
                <a:gd name="connsiteY329" fmla="*/ 1354033 h 1827942"/>
                <a:gd name="connsiteX330" fmla="*/ 2436588 w 2697791"/>
                <a:gd name="connsiteY330" fmla="*/ 1344578 h 1827942"/>
                <a:gd name="connsiteX331" fmla="*/ 2454868 w 2697791"/>
                <a:gd name="connsiteY331" fmla="*/ 1345713 h 1827942"/>
                <a:gd name="connsiteX332" fmla="*/ 2461297 w 2697791"/>
                <a:gd name="connsiteY332" fmla="*/ 1329829 h 1827942"/>
                <a:gd name="connsiteX333" fmla="*/ 2453103 w 2697791"/>
                <a:gd name="connsiteY333" fmla="*/ 1321004 h 1827942"/>
                <a:gd name="connsiteX334" fmla="*/ 2443648 w 2697791"/>
                <a:gd name="connsiteY334" fmla="*/ 1302725 h 1827942"/>
                <a:gd name="connsiteX335" fmla="*/ 2443017 w 2697791"/>
                <a:gd name="connsiteY335" fmla="*/ 1289740 h 1827942"/>
                <a:gd name="connsiteX336" fmla="*/ 2425999 w 2697791"/>
                <a:gd name="connsiteY336" fmla="*/ 1267426 h 1827942"/>
                <a:gd name="connsiteX337" fmla="*/ 2436588 w 2697791"/>
                <a:gd name="connsiteY337" fmla="*/ 1257972 h 1827942"/>
                <a:gd name="connsiteX338" fmla="*/ 2440748 w 2697791"/>
                <a:gd name="connsiteY338" fmla="*/ 1223304 h 1827942"/>
                <a:gd name="connsiteX339" fmla="*/ 2449573 w 2697791"/>
                <a:gd name="connsiteY339" fmla="*/ 1223304 h 1827942"/>
                <a:gd name="connsiteX340" fmla="*/ 2447178 w 2697791"/>
                <a:gd name="connsiteY340" fmla="*/ 1249147 h 1827942"/>
                <a:gd name="connsiteX341" fmla="*/ 2454237 w 2697791"/>
                <a:gd name="connsiteY341" fmla="*/ 1280915 h 1827942"/>
                <a:gd name="connsiteX342" fmla="*/ 2465961 w 2697791"/>
                <a:gd name="connsiteY342" fmla="*/ 1273225 h 1827942"/>
                <a:gd name="connsiteX343" fmla="*/ 2470122 w 2697791"/>
                <a:gd name="connsiteY343" fmla="*/ 1238558 h 1827942"/>
                <a:gd name="connsiteX344" fmla="*/ 2471256 w 2697791"/>
                <a:gd name="connsiteY344" fmla="*/ 1227338 h 1827942"/>
                <a:gd name="connsiteX345" fmla="*/ 2490040 w 2697791"/>
                <a:gd name="connsiteY345" fmla="*/ 1226203 h 1827942"/>
                <a:gd name="connsiteX346" fmla="*/ 2504159 w 2697791"/>
                <a:gd name="connsiteY346" fmla="*/ 1193300 h 1827942"/>
                <a:gd name="connsiteX347" fmla="*/ 2518909 w 2697791"/>
                <a:gd name="connsiteY347" fmla="*/ 1185610 h 1827942"/>
                <a:gd name="connsiteX348" fmla="*/ 2557737 w 2697791"/>
                <a:gd name="connsiteY348" fmla="*/ 1175021 h 1827942"/>
                <a:gd name="connsiteX349" fmla="*/ 2517144 w 2697791"/>
                <a:gd name="connsiteY349" fmla="*/ 1173886 h 1827942"/>
                <a:gd name="connsiteX350" fmla="*/ 2560132 w 2697791"/>
                <a:gd name="connsiteY350" fmla="*/ 1160397 h 1827942"/>
                <a:gd name="connsiteX351" fmla="*/ 2573117 w 2697791"/>
                <a:gd name="connsiteY351" fmla="*/ 1149177 h 1827942"/>
                <a:gd name="connsiteX352" fmla="*/ 2595430 w 2697791"/>
                <a:gd name="connsiteY352" fmla="*/ 1150942 h 1827942"/>
                <a:gd name="connsiteX353" fmla="*/ 2588370 w 2697791"/>
                <a:gd name="connsiteY353" fmla="*/ 1130394 h 1827942"/>
                <a:gd name="connsiteX354" fmla="*/ 2591900 w 2697791"/>
                <a:gd name="connsiteY354" fmla="*/ 1116905 h 1827942"/>
                <a:gd name="connsiteX355" fmla="*/ 2608919 w 2697791"/>
                <a:gd name="connsiteY355" fmla="*/ 1088036 h 1827942"/>
                <a:gd name="connsiteX356" fmla="*/ 2624173 w 2697791"/>
                <a:gd name="connsiteY356" fmla="*/ 1078581 h 1827942"/>
                <a:gd name="connsiteX357" fmla="*/ 2643587 w 2697791"/>
                <a:gd name="connsiteY357" fmla="*/ 1059167 h 1827942"/>
                <a:gd name="connsiteX358" fmla="*/ 2676490 w 2697791"/>
                <a:gd name="connsiteY358" fmla="*/ 1060302 h 1827942"/>
                <a:gd name="connsiteX359" fmla="*/ 2696282 w 2697791"/>
                <a:gd name="connsiteY359" fmla="*/ 1045426 h 1827942"/>
                <a:gd name="connsiteX360" fmla="*/ 2674599 w 2697791"/>
                <a:gd name="connsiteY360" fmla="*/ 971930 h 182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Lst>
              <a:rect l="l" t="t" r="r" b="b"/>
              <a:pathLst>
                <a:path w="2697791" h="1827942">
                  <a:moveTo>
                    <a:pt x="1012053" y="672273"/>
                  </a:moveTo>
                  <a:cubicBezTo>
                    <a:pt x="1015961" y="662062"/>
                    <a:pt x="1016718" y="655759"/>
                    <a:pt x="986966" y="644035"/>
                  </a:cubicBezTo>
                  <a:cubicBezTo>
                    <a:pt x="957089" y="632311"/>
                    <a:pt x="960240" y="624369"/>
                    <a:pt x="939944" y="588314"/>
                  </a:cubicBezTo>
                  <a:cubicBezTo>
                    <a:pt x="919521" y="552260"/>
                    <a:pt x="882710" y="536501"/>
                    <a:pt x="882710" y="523265"/>
                  </a:cubicBezTo>
                  <a:cubicBezTo>
                    <a:pt x="882710" y="509902"/>
                    <a:pt x="846656" y="511540"/>
                    <a:pt x="846656" y="521626"/>
                  </a:cubicBezTo>
                  <a:cubicBezTo>
                    <a:pt x="846656" y="531837"/>
                    <a:pt x="831024" y="534989"/>
                    <a:pt x="822325" y="540535"/>
                  </a:cubicBezTo>
                  <a:cubicBezTo>
                    <a:pt x="813627" y="546082"/>
                    <a:pt x="809719" y="537384"/>
                    <a:pt x="801903" y="527173"/>
                  </a:cubicBezTo>
                  <a:cubicBezTo>
                    <a:pt x="794087" y="516961"/>
                    <a:pt x="775177" y="506750"/>
                    <a:pt x="775177" y="500447"/>
                  </a:cubicBezTo>
                  <a:cubicBezTo>
                    <a:pt x="775177" y="494144"/>
                    <a:pt x="770513" y="480907"/>
                    <a:pt x="757150" y="487084"/>
                  </a:cubicBezTo>
                  <a:cubicBezTo>
                    <a:pt x="743787" y="493387"/>
                    <a:pt x="736727" y="487084"/>
                    <a:pt x="732819" y="491748"/>
                  </a:cubicBezTo>
                  <a:cubicBezTo>
                    <a:pt x="728911" y="496413"/>
                    <a:pt x="718700" y="488849"/>
                    <a:pt x="718700" y="488849"/>
                  </a:cubicBezTo>
                  <a:lnTo>
                    <a:pt x="718700" y="82163"/>
                  </a:lnTo>
                  <a:cubicBezTo>
                    <a:pt x="714035" y="81659"/>
                    <a:pt x="709749" y="80902"/>
                    <a:pt x="706472" y="79642"/>
                  </a:cubicBezTo>
                  <a:cubicBezTo>
                    <a:pt x="689453" y="73212"/>
                    <a:pt x="664114" y="61362"/>
                    <a:pt x="650625" y="64388"/>
                  </a:cubicBezTo>
                  <a:cubicBezTo>
                    <a:pt x="637136" y="67287"/>
                    <a:pt x="610032" y="70817"/>
                    <a:pt x="600577" y="66153"/>
                  </a:cubicBezTo>
                  <a:cubicBezTo>
                    <a:pt x="591122" y="61488"/>
                    <a:pt x="578263" y="57328"/>
                    <a:pt x="558849" y="60228"/>
                  </a:cubicBezTo>
                  <a:cubicBezTo>
                    <a:pt x="539435" y="63127"/>
                    <a:pt x="527081" y="49638"/>
                    <a:pt x="502372" y="43713"/>
                  </a:cubicBezTo>
                  <a:cubicBezTo>
                    <a:pt x="477664" y="37788"/>
                    <a:pt x="442996" y="45478"/>
                    <a:pt x="434675" y="48378"/>
                  </a:cubicBezTo>
                  <a:cubicBezTo>
                    <a:pt x="426481" y="51277"/>
                    <a:pt x="428246" y="39553"/>
                    <a:pt x="417657" y="40688"/>
                  </a:cubicBezTo>
                  <a:cubicBezTo>
                    <a:pt x="407067" y="41822"/>
                    <a:pt x="415261" y="36023"/>
                    <a:pt x="409462" y="27199"/>
                  </a:cubicBezTo>
                  <a:cubicBezTo>
                    <a:pt x="403537" y="18374"/>
                    <a:pt x="374164" y="26568"/>
                    <a:pt x="363575" y="27829"/>
                  </a:cubicBezTo>
                  <a:cubicBezTo>
                    <a:pt x="352985" y="28964"/>
                    <a:pt x="350086" y="22534"/>
                    <a:pt x="350590" y="17240"/>
                  </a:cubicBezTo>
                  <a:cubicBezTo>
                    <a:pt x="351220" y="11945"/>
                    <a:pt x="341135" y="13710"/>
                    <a:pt x="337101" y="20769"/>
                  </a:cubicBezTo>
                  <a:cubicBezTo>
                    <a:pt x="332941" y="27829"/>
                    <a:pt x="321217" y="28964"/>
                    <a:pt x="316552" y="24299"/>
                  </a:cubicBezTo>
                  <a:cubicBezTo>
                    <a:pt x="311888" y="19635"/>
                    <a:pt x="326512" y="17870"/>
                    <a:pt x="327142" y="12575"/>
                  </a:cubicBezTo>
                  <a:cubicBezTo>
                    <a:pt x="327772" y="7280"/>
                    <a:pt x="311888" y="4381"/>
                    <a:pt x="305963" y="2616"/>
                  </a:cubicBezTo>
                  <a:cubicBezTo>
                    <a:pt x="300038" y="851"/>
                    <a:pt x="290709" y="8541"/>
                    <a:pt x="278355" y="19635"/>
                  </a:cubicBezTo>
                  <a:cubicBezTo>
                    <a:pt x="266000" y="30855"/>
                    <a:pt x="247721" y="29594"/>
                    <a:pt x="236627" y="28459"/>
                  </a:cubicBezTo>
                  <a:cubicBezTo>
                    <a:pt x="225407" y="27325"/>
                    <a:pt x="211288" y="29594"/>
                    <a:pt x="211918" y="36149"/>
                  </a:cubicBezTo>
                  <a:cubicBezTo>
                    <a:pt x="212549" y="42579"/>
                    <a:pt x="226038" y="42074"/>
                    <a:pt x="217843" y="50269"/>
                  </a:cubicBezTo>
                  <a:cubicBezTo>
                    <a:pt x="209649" y="58463"/>
                    <a:pt x="206624" y="39049"/>
                    <a:pt x="198429" y="47873"/>
                  </a:cubicBezTo>
                  <a:cubicBezTo>
                    <a:pt x="190235" y="56698"/>
                    <a:pt x="165526" y="56068"/>
                    <a:pt x="159601" y="54933"/>
                  </a:cubicBezTo>
                  <a:cubicBezTo>
                    <a:pt x="153676" y="53798"/>
                    <a:pt x="134262" y="74977"/>
                    <a:pt x="128463" y="80776"/>
                  </a:cubicBezTo>
                  <a:cubicBezTo>
                    <a:pt x="122538" y="86701"/>
                    <a:pt x="133128" y="91996"/>
                    <a:pt x="117244" y="109015"/>
                  </a:cubicBezTo>
                  <a:cubicBezTo>
                    <a:pt x="100855" y="126160"/>
                    <a:pt x="58497" y="122630"/>
                    <a:pt x="49673" y="122630"/>
                  </a:cubicBezTo>
                  <a:cubicBezTo>
                    <a:pt x="40848" y="122630"/>
                    <a:pt x="47404" y="132589"/>
                    <a:pt x="42613" y="139018"/>
                  </a:cubicBezTo>
                  <a:cubicBezTo>
                    <a:pt x="37949" y="145448"/>
                    <a:pt x="47908" y="151373"/>
                    <a:pt x="71986" y="157802"/>
                  </a:cubicBezTo>
                  <a:cubicBezTo>
                    <a:pt x="96065" y="164231"/>
                    <a:pt x="112579" y="196000"/>
                    <a:pt x="115479" y="203690"/>
                  </a:cubicBezTo>
                  <a:cubicBezTo>
                    <a:pt x="118378" y="211380"/>
                    <a:pt x="148382" y="203059"/>
                    <a:pt x="160232" y="204824"/>
                  </a:cubicBezTo>
                  <a:cubicBezTo>
                    <a:pt x="171956" y="206589"/>
                    <a:pt x="159097" y="223104"/>
                    <a:pt x="169056" y="227768"/>
                  </a:cubicBezTo>
                  <a:cubicBezTo>
                    <a:pt x="179015" y="232433"/>
                    <a:pt x="194395" y="225373"/>
                    <a:pt x="197295" y="233693"/>
                  </a:cubicBezTo>
                  <a:cubicBezTo>
                    <a:pt x="200194" y="241887"/>
                    <a:pt x="177251" y="233693"/>
                    <a:pt x="165526" y="242518"/>
                  </a:cubicBezTo>
                  <a:cubicBezTo>
                    <a:pt x="153802" y="251342"/>
                    <a:pt x="147877" y="255502"/>
                    <a:pt x="143213" y="248947"/>
                  </a:cubicBezTo>
                  <a:cubicBezTo>
                    <a:pt x="138549" y="242518"/>
                    <a:pt x="119135" y="246552"/>
                    <a:pt x="109049" y="247812"/>
                  </a:cubicBezTo>
                  <a:cubicBezTo>
                    <a:pt x="99090" y="248947"/>
                    <a:pt x="108419" y="235458"/>
                    <a:pt x="109049" y="229533"/>
                  </a:cubicBezTo>
                  <a:cubicBezTo>
                    <a:pt x="109680" y="223608"/>
                    <a:pt x="95560" y="219574"/>
                    <a:pt x="76146" y="230668"/>
                  </a:cubicBezTo>
                  <a:cubicBezTo>
                    <a:pt x="56732" y="242013"/>
                    <a:pt x="63792" y="237979"/>
                    <a:pt x="61523" y="246804"/>
                  </a:cubicBezTo>
                  <a:cubicBezTo>
                    <a:pt x="59128" y="255629"/>
                    <a:pt x="50933" y="241509"/>
                    <a:pt x="38579" y="249199"/>
                  </a:cubicBezTo>
                  <a:cubicBezTo>
                    <a:pt x="26225" y="256889"/>
                    <a:pt x="6180" y="262184"/>
                    <a:pt x="2650" y="269748"/>
                  </a:cubicBezTo>
                  <a:cubicBezTo>
                    <a:pt x="-879" y="277438"/>
                    <a:pt x="29124" y="282732"/>
                    <a:pt x="40848" y="285002"/>
                  </a:cubicBezTo>
                  <a:cubicBezTo>
                    <a:pt x="52572" y="287271"/>
                    <a:pt x="26729" y="294961"/>
                    <a:pt x="36184" y="297986"/>
                  </a:cubicBezTo>
                  <a:cubicBezTo>
                    <a:pt x="45639" y="300886"/>
                    <a:pt x="41478" y="309710"/>
                    <a:pt x="56228" y="317400"/>
                  </a:cubicBezTo>
                  <a:cubicBezTo>
                    <a:pt x="70978" y="325090"/>
                    <a:pt x="103881" y="317400"/>
                    <a:pt x="112705" y="317400"/>
                  </a:cubicBezTo>
                  <a:cubicBezTo>
                    <a:pt x="121530" y="317400"/>
                    <a:pt x="129724" y="327990"/>
                    <a:pt x="136784" y="320300"/>
                  </a:cubicBezTo>
                  <a:cubicBezTo>
                    <a:pt x="143843" y="312610"/>
                    <a:pt x="170317" y="291431"/>
                    <a:pt x="183806" y="303785"/>
                  </a:cubicBezTo>
                  <a:cubicBezTo>
                    <a:pt x="197295" y="316140"/>
                    <a:pt x="169056" y="314375"/>
                    <a:pt x="176116" y="322065"/>
                  </a:cubicBezTo>
                  <a:cubicBezTo>
                    <a:pt x="183176" y="329755"/>
                    <a:pt x="192000" y="347908"/>
                    <a:pt x="179015" y="357363"/>
                  </a:cubicBezTo>
                  <a:cubicBezTo>
                    <a:pt x="166031" y="366818"/>
                    <a:pt x="153676" y="360262"/>
                    <a:pt x="146617" y="359758"/>
                  </a:cubicBezTo>
                  <a:cubicBezTo>
                    <a:pt x="139557" y="359128"/>
                    <a:pt x="143717" y="372743"/>
                    <a:pt x="132497" y="381567"/>
                  </a:cubicBezTo>
                  <a:cubicBezTo>
                    <a:pt x="121278" y="390392"/>
                    <a:pt x="113083" y="372113"/>
                    <a:pt x="98964" y="372113"/>
                  </a:cubicBezTo>
                  <a:cubicBezTo>
                    <a:pt x="84845" y="372113"/>
                    <a:pt x="87744" y="390392"/>
                    <a:pt x="88375" y="399217"/>
                  </a:cubicBezTo>
                  <a:cubicBezTo>
                    <a:pt x="89005" y="408041"/>
                    <a:pt x="67196" y="397452"/>
                    <a:pt x="61901" y="418631"/>
                  </a:cubicBezTo>
                  <a:cubicBezTo>
                    <a:pt x="56606" y="439810"/>
                    <a:pt x="34293" y="421530"/>
                    <a:pt x="48916" y="442205"/>
                  </a:cubicBezTo>
                  <a:cubicBezTo>
                    <a:pt x="63792" y="462753"/>
                    <a:pt x="61523" y="449769"/>
                    <a:pt x="73247" y="457963"/>
                  </a:cubicBezTo>
                  <a:cubicBezTo>
                    <a:pt x="84971" y="466157"/>
                    <a:pt x="60262" y="480907"/>
                    <a:pt x="72112" y="483302"/>
                  </a:cubicBezTo>
                  <a:cubicBezTo>
                    <a:pt x="83836" y="485697"/>
                    <a:pt x="96821" y="506876"/>
                    <a:pt x="105015" y="514440"/>
                  </a:cubicBezTo>
                  <a:cubicBezTo>
                    <a:pt x="113209" y="522130"/>
                    <a:pt x="123799" y="510280"/>
                    <a:pt x="136153" y="509776"/>
                  </a:cubicBezTo>
                  <a:cubicBezTo>
                    <a:pt x="148508" y="509145"/>
                    <a:pt x="142583" y="492126"/>
                    <a:pt x="149642" y="498556"/>
                  </a:cubicBezTo>
                  <a:cubicBezTo>
                    <a:pt x="156702" y="504985"/>
                    <a:pt x="166661" y="523895"/>
                    <a:pt x="160232" y="528559"/>
                  </a:cubicBezTo>
                  <a:cubicBezTo>
                    <a:pt x="153802" y="533224"/>
                    <a:pt x="159097" y="547973"/>
                    <a:pt x="157837" y="555033"/>
                  </a:cubicBezTo>
                  <a:cubicBezTo>
                    <a:pt x="156702" y="562093"/>
                    <a:pt x="184940" y="559697"/>
                    <a:pt x="186705" y="551503"/>
                  </a:cubicBezTo>
                  <a:cubicBezTo>
                    <a:pt x="188470" y="543309"/>
                    <a:pt x="210784" y="540914"/>
                    <a:pt x="223138" y="554403"/>
                  </a:cubicBezTo>
                  <a:cubicBezTo>
                    <a:pt x="235493" y="567892"/>
                    <a:pt x="239653" y="570287"/>
                    <a:pt x="239653" y="559697"/>
                  </a:cubicBezTo>
                  <a:cubicBezTo>
                    <a:pt x="239653" y="549108"/>
                    <a:pt x="250242" y="537384"/>
                    <a:pt x="250873" y="546082"/>
                  </a:cubicBezTo>
                  <a:cubicBezTo>
                    <a:pt x="251503" y="554907"/>
                    <a:pt x="261462" y="557302"/>
                    <a:pt x="279741" y="548982"/>
                  </a:cubicBezTo>
                  <a:cubicBezTo>
                    <a:pt x="298021" y="540788"/>
                    <a:pt x="289701" y="549612"/>
                    <a:pt x="280372" y="561336"/>
                  </a:cubicBezTo>
                  <a:cubicBezTo>
                    <a:pt x="267387" y="577599"/>
                    <a:pt x="280372" y="601299"/>
                    <a:pt x="270917" y="603694"/>
                  </a:cubicBezTo>
                  <a:cubicBezTo>
                    <a:pt x="261462" y="606089"/>
                    <a:pt x="253898" y="630168"/>
                    <a:pt x="238518" y="631933"/>
                  </a:cubicBezTo>
                  <a:cubicBezTo>
                    <a:pt x="223264" y="633698"/>
                    <a:pt x="197295" y="662566"/>
                    <a:pt x="193765" y="667231"/>
                  </a:cubicBezTo>
                  <a:cubicBezTo>
                    <a:pt x="190235" y="671895"/>
                    <a:pt x="157332" y="657776"/>
                    <a:pt x="152542" y="671391"/>
                  </a:cubicBezTo>
                  <a:cubicBezTo>
                    <a:pt x="147877" y="684880"/>
                    <a:pt x="127959" y="694965"/>
                    <a:pt x="133128" y="700260"/>
                  </a:cubicBezTo>
                  <a:cubicBezTo>
                    <a:pt x="136658" y="703790"/>
                    <a:pt x="163762" y="690301"/>
                    <a:pt x="164896" y="683241"/>
                  </a:cubicBezTo>
                  <a:cubicBezTo>
                    <a:pt x="166031" y="676181"/>
                    <a:pt x="169561" y="677316"/>
                    <a:pt x="174351" y="682611"/>
                  </a:cubicBezTo>
                  <a:cubicBezTo>
                    <a:pt x="179015" y="687905"/>
                    <a:pt x="190866" y="680216"/>
                    <a:pt x="196160" y="675551"/>
                  </a:cubicBezTo>
                  <a:cubicBezTo>
                    <a:pt x="201455" y="670887"/>
                    <a:pt x="210280" y="672652"/>
                    <a:pt x="215574" y="673156"/>
                  </a:cubicBezTo>
                  <a:cubicBezTo>
                    <a:pt x="220869" y="673786"/>
                    <a:pt x="223264" y="666727"/>
                    <a:pt x="239148" y="663701"/>
                  </a:cubicBezTo>
                  <a:cubicBezTo>
                    <a:pt x="255033" y="660802"/>
                    <a:pt x="251503" y="656011"/>
                    <a:pt x="255033" y="647817"/>
                  </a:cubicBezTo>
                  <a:cubicBezTo>
                    <a:pt x="258562" y="639623"/>
                    <a:pt x="296256" y="621973"/>
                    <a:pt x="303316" y="620082"/>
                  </a:cubicBezTo>
                  <a:cubicBezTo>
                    <a:pt x="310375" y="618318"/>
                    <a:pt x="306215" y="606594"/>
                    <a:pt x="313905" y="605963"/>
                  </a:cubicBezTo>
                  <a:cubicBezTo>
                    <a:pt x="321595" y="605333"/>
                    <a:pt x="333319" y="596004"/>
                    <a:pt x="343278" y="587684"/>
                  </a:cubicBezTo>
                  <a:cubicBezTo>
                    <a:pt x="353237" y="579490"/>
                    <a:pt x="355633" y="583019"/>
                    <a:pt x="363323" y="579994"/>
                  </a:cubicBezTo>
                  <a:cubicBezTo>
                    <a:pt x="371012" y="577094"/>
                    <a:pt x="365087" y="561714"/>
                    <a:pt x="372777" y="560580"/>
                  </a:cubicBezTo>
                  <a:cubicBezTo>
                    <a:pt x="380467" y="559445"/>
                    <a:pt x="386266" y="553520"/>
                    <a:pt x="386266" y="547091"/>
                  </a:cubicBezTo>
                  <a:cubicBezTo>
                    <a:pt x="386266" y="540662"/>
                    <a:pt x="366852" y="540662"/>
                    <a:pt x="365087" y="536501"/>
                  </a:cubicBezTo>
                  <a:cubicBezTo>
                    <a:pt x="363323" y="532341"/>
                    <a:pt x="380341" y="517087"/>
                    <a:pt x="386897" y="517718"/>
                  </a:cubicBezTo>
                  <a:cubicBezTo>
                    <a:pt x="393326" y="518348"/>
                    <a:pt x="403915" y="511288"/>
                    <a:pt x="404546" y="501834"/>
                  </a:cubicBezTo>
                  <a:cubicBezTo>
                    <a:pt x="405176" y="492379"/>
                    <a:pt x="414505" y="490614"/>
                    <a:pt x="422195" y="482419"/>
                  </a:cubicBezTo>
                  <a:cubicBezTo>
                    <a:pt x="429885" y="474225"/>
                    <a:pt x="428120" y="467166"/>
                    <a:pt x="435684" y="466535"/>
                  </a:cubicBezTo>
                  <a:cubicBezTo>
                    <a:pt x="443374" y="465905"/>
                    <a:pt x="450433" y="455315"/>
                    <a:pt x="458628" y="450651"/>
                  </a:cubicBezTo>
                  <a:cubicBezTo>
                    <a:pt x="466822" y="445987"/>
                    <a:pt x="458628" y="456450"/>
                    <a:pt x="474512" y="457080"/>
                  </a:cubicBezTo>
                  <a:cubicBezTo>
                    <a:pt x="490396" y="457711"/>
                    <a:pt x="486866" y="472334"/>
                    <a:pt x="475142" y="467040"/>
                  </a:cubicBezTo>
                  <a:cubicBezTo>
                    <a:pt x="463418" y="461745"/>
                    <a:pt x="458123" y="462375"/>
                    <a:pt x="447534" y="472334"/>
                  </a:cubicBezTo>
                  <a:cubicBezTo>
                    <a:pt x="436944" y="482293"/>
                    <a:pt x="445139" y="485319"/>
                    <a:pt x="436944" y="496413"/>
                  </a:cubicBezTo>
                  <a:cubicBezTo>
                    <a:pt x="428750" y="507632"/>
                    <a:pt x="428120" y="514692"/>
                    <a:pt x="438709" y="515827"/>
                  </a:cubicBezTo>
                  <a:cubicBezTo>
                    <a:pt x="449299" y="516961"/>
                    <a:pt x="439340" y="524651"/>
                    <a:pt x="429255" y="527551"/>
                  </a:cubicBezTo>
                  <a:cubicBezTo>
                    <a:pt x="419295" y="530450"/>
                    <a:pt x="426355" y="536375"/>
                    <a:pt x="439844" y="536375"/>
                  </a:cubicBezTo>
                  <a:cubicBezTo>
                    <a:pt x="453333" y="536375"/>
                    <a:pt x="473377" y="516961"/>
                    <a:pt x="492161" y="507506"/>
                  </a:cubicBezTo>
                  <a:cubicBezTo>
                    <a:pt x="510945" y="498052"/>
                    <a:pt x="525064" y="507506"/>
                    <a:pt x="530359" y="505741"/>
                  </a:cubicBezTo>
                  <a:cubicBezTo>
                    <a:pt x="535653" y="503977"/>
                    <a:pt x="524434" y="495152"/>
                    <a:pt x="530989" y="492253"/>
                  </a:cubicBezTo>
                  <a:cubicBezTo>
                    <a:pt x="537418" y="489353"/>
                    <a:pt x="523299" y="487462"/>
                    <a:pt x="519265" y="476368"/>
                  </a:cubicBezTo>
                  <a:cubicBezTo>
                    <a:pt x="515105" y="465149"/>
                    <a:pt x="525694" y="472208"/>
                    <a:pt x="528090" y="463384"/>
                  </a:cubicBezTo>
                  <a:cubicBezTo>
                    <a:pt x="530485" y="454559"/>
                    <a:pt x="536914" y="458089"/>
                    <a:pt x="542839" y="462249"/>
                  </a:cubicBezTo>
                  <a:cubicBezTo>
                    <a:pt x="548764" y="466409"/>
                    <a:pt x="556958" y="458089"/>
                    <a:pt x="562253" y="469309"/>
                  </a:cubicBezTo>
                  <a:cubicBezTo>
                    <a:pt x="567548" y="480528"/>
                    <a:pt x="573473" y="466409"/>
                    <a:pt x="582802" y="473973"/>
                  </a:cubicBezTo>
                  <a:cubicBezTo>
                    <a:pt x="592257" y="481663"/>
                    <a:pt x="581037" y="480402"/>
                    <a:pt x="571078" y="482798"/>
                  </a:cubicBezTo>
                  <a:cubicBezTo>
                    <a:pt x="561119" y="485193"/>
                    <a:pt x="566413" y="498682"/>
                    <a:pt x="573977" y="492253"/>
                  </a:cubicBezTo>
                  <a:cubicBezTo>
                    <a:pt x="581667" y="485823"/>
                    <a:pt x="588096" y="481663"/>
                    <a:pt x="595156" y="488092"/>
                  </a:cubicBezTo>
                  <a:cubicBezTo>
                    <a:pt x="602216" y="494522"/>
                    <a:pt x="605115" y="491622"/>
                    <a:pt x="611040" y="485697"/>
                  </a:cubicBezTo>
                  <a:cubicBezTo>
                    <a:pt x="616965" y="479772"/>
                    <a:pt x="616965" y="486327"/>
                    <a:pt x="616965" y="490992"/>
                  </a:cubicBezTo>
                  <a:cubicBezTo>
                    <a:pt x="616965" y="495656"/>
                    <a:pt x="629320" y="497421"/>
                    <a:pt x="646969" y="500447"/>
                  </a:cubicBezTo>
                  <a:cubicBezTo>
                    <a:pt x="664618" y="503346"/>
                    <a:pt x="696386" y="499312"/>
                    <a:pt x="704581" y="498682"/>
                  </a:cubicBezTo>
                  <a:cubicBezTo>
                    <a:pt x="712775" y="498052"/>
                    <a:pt x="709875" y="511036"/>
                    <a:pt x="728155" y="514566"/>
                  </a:cubicBezTo>
                  <a:cubicBezTo>
                    <a:pt x="746434" y="518096"/>
                    <a:pt x="751099" y="496287"/>
                    <a:pt x="760553" y="503977"/>
                  </a:cubicBezTo>
                  <a:cubicBezTo>
                    <a:pt x="770008" y="511667"/>
                    <a:pt x="760553" y="514566"/>
                    <a:pt x="755259" y="520491"/>
                  </a:cubicBezTo>
                  <a:cubicBezTo>
                    <a:pt x="749964" y="526416"/>
                    <a:pt x="761184" y="526920"/>
                    <a:pt x="768243" y="529946"/>
                  </a:cubicBezTo>
                  <a:cubicBezTo>
                    <a:pt x="775303" y="532846"/>
                    <a:pt x="791818" y="537636"/>
                    <a:pt x="799381" y="545200"/>
                  </a:cubicBezTo>
                  <a:cubicBezTo>
                    <a:pt x="807071" y="552890"/>
                    <a:pt x="811736" y="561084"/>
                    <a:pt x="830520" y="570539"/>
                  </a:cubicBezTo>
                  <a:cubicBezTo>
                    <a:pt x="849303" y="579994"/>
                    <a:pt x="831150" y="546965"/>
                    <a:pt x="845773" y="557554"/>
                  </a:cubicBezTo>
                  <a:cubicBezTo>
                    <a:pt x="860523" y="568144"/>
                    <a:pt x="855228" y="558185"/>
                    <a:pt x="866952" y="568774"/>
                  </a:cubicBezTo>
                  <a:cubicBezTo>
                    <a:pt x="878676" y="579364"/>
                    <a:pt x="874642" y="564110"/>
                    <a:pt x="869348" y="546461"/>
                  </a:cubicBezTo>
                  <a:cubicBezTo>
                    <a:pt x="864053" y="528811"/>
                    <a:pt x="874642" y="540535"/>
                    <a:pt x="879937" y="548856"/>
                  </a:cubicBezTo>
                  <a:cubicBezTo>
                    <a:pt x="885232" y="557050"/>
                    <a:pt x="885232" y="572934"/>
                    <a:pt x="881702" y="583524"/>
                  </a:cubicBezTo>
                  <a:cubicBezTo>
                    <a:pt x="878172" y="594113"/>
                    <a:pt x="860523" y="585289"/>
                    <a:pt x="862288" y="579364"/>
                  </a:cubicBezTo>
                  <a:cubicBezTo>
                    <a:pt x="864053" y="573438"/>
                    <a:pt x="844639" y="575834"/>
                    <a:pt x="844008" y="584028"/>
                  </a:cubicBezTo>
                  <a:cubicBezTo>
                    <a:pt x="843378" y="592222"/>
                    <a:pt x="856363" y="608232"/>
                    <a:pt x="865818" y="609871"/>
                  </a:cubicBezTo>
                  <a:cubicBezTo>
                    <a:pt x="875273" y="611636"/>
                    <a:pt x="868213" y="626386"/>
                    <a:pt x="874012" y="628151"/>
                  </a:cubicBezTo>
                  <a:cubicBezTo>
                    <a:pt x="882080" y="630546"/>
                    <a:pt x="881702" y="645800"/>
                    <a:pt x="886366" y="643404"/>
                  </a:cubicBezTo>
                  <a:cubicBezTo>
                    <a:pt x="891031" y="641009"/>
                    <a:pt x="889266" y="622856"/>
                    <a:pt x="883971" y="614536"/>
                  </a:cubicBezTo>
                  <a:cubicBezTo>
                    <a:pt x="878676" y="606341"/>
                    <a:pt x="881072" y="594491"/>
                    <a:pt x="888131" y="596887"/>
                  </a:cubicBezTo>
                  <a:cubicBezTo>
                    <a:pt x="895191" y="599282"/>
                    <a:pt x="888131" y="611636"/>
                    <a:pt x="891661" y="615670"/>
                  </a:cubicBezTo>
                  <a:cubicBezTo>
                    <a:pt x="895191" y="619830"/>
                    <a:pt x="899351" y="611510"/>
                    <a:pt x="907545" y="606846"/>
                  </a:cubicBezTo>
                  <a:cubicBezTo>
                    <a:pt x="915740" y="602055"/>
                    <a:pt x="904015" y="588566"/>
                    <a:pt x="906915" y="581507"/>
                  </a:cubicBezTo>
                  <a:cubicBezTo>
                    <a:pt x="909814" y="574447"/>
                    <a:pt x="919269" y="587432"/>
                    <a:pt x="922799" y="599786"/>
                  </a:cubicBezTo>
                  <a:cubicBezTo>
                    <a:pt x="926329" y="612140"/>
                    <a:pt x="913975" y="611636"/>
                    <a:pt x="913975" y="618065"/>
                  </a:cubicBezTo>
                  <a:cubicBezTo>
                    <a:pt x="913975" y="624495"/>
                    <a:pt x="902755" y="621595"/>
                    <a:pt x="899225" y="625125"/>
                  </a:cubicBezTo>
                  <a:cubicBezTo>
                    <a:pt x="895695" y="628655"/>
                    <a:pt x="897460" y="652229"/>
                    <a:pt x="902124" y="652733"/>
                  </a:cubicBezTo>
                  <a:cubicBezTo>
                    <a:pt x="906789" y="653364"/>
                    <a:pt x="909814" y="633319"/>
                    <a:pt x="912714" y="643279"/>
                  </a:cubicBezTo>
                  <a:cubicBezTo>
                    <a:pt x="915613" y="653238"/>
                    <a:pt x="926833" y="630294"/>
                    <a:pt x="929733" y="639749"/>
                  </a:cubicBezTo>
                  <a:cubicBezTo>
                    <a:pt x="932632" y="649203"/>
                    <a:pt x="946752" y="659793"/>
                    <a:pt x="952046" y="657398"/>
                  </a:cubicBezTo>
                  <a:cubicBezTo>
                    <a:pt x="957341" y="655003"/>
                    <a:pt x="949651" y="645043"/>
                    <a:pt x="941457" y="644413"/>
                  </a:cubicBezTo>
                  <a:cubicBezTo>
                    <a:pt x="933263" y="643783"/>
                    <a:pt x="934397" y="630294"/>
                    <a:pt x="942087" y="629663"/>
                  </a:cubicBezTo>
                  <a:cubicBezTo>
                    <a:pt x="949777" y="629033"/>
                    <a:pt x="963266" y="649077"/>
                    <a:pt x="962636" y="656137"/>
                  </a:cubicBezTo>
                  <a:cubicBezTo>
                    <a:pt x="962005" y="663197"/>
                    <a:pt x="955576" y="662566"/>
                    <a:pt x="949147" y="669752"/>
                  </a:cubicBezTo>
                  <a:cubicBezTo>
                    <a:pt x="942717" y="676812"/>
                    <a:pt x="933893" y="658028"/>
                    <a:pt x="926203" y="658532"/>
                  </a:cubicBezTo>
                  <a:cubicBezTo>
                    <a:pt x="918513" y="659163"/>
                    <a:pt x="926203" y="670887"/>
                    <a:pt x="929733" y="679081"/>
                  </a:cubicBezTo>
                  <a:cubicBezTo>
                    <a:pt x="933263" y="687275"/>
                    <a:pt x="920278" y="698495"/>
                    <a:pt x="930363" y="704924"/>
                  </a:cubicBezTo>
                  <a:cubicBezTo>
                    <a:pt x="940322" y="711354"/>
                    <a:pt x="937423" y="700764"/>
                    <a:pt x="939188" y="696100"/>
                  </a:cubicBezTo>
                  <a:cubicBezTo>
                    <a:pt x="940953" y="691435"/>
                    <a:pt x="948643" y="697234"/>
                    <a:pt x="953937" y="701394"/>
                  </a:cubicBezTo>
                  <a:cubicBezTo>
                    <a:pt x="958854" y="705176"/>
                    <a:pt x="959862" y="691940"/>
                    <a:pt x="959862" y="686645"/>
                  </a:cubicBezTo>
                  <a:cubicBezTo>
                    <a:pt x="959862" y="681350"/>
                    <a:pt x="968687" y="684250"/>
                    <a:pt x="973351" y="691309"/>
                  </a:cubicBezTo>
                  <a:cubicBezTo>
                    <a:pt x="978016" y="698369"/>
                    <a:pt x="978646" y="683619"/>
                    <a:pt x="985706" y="684880"/>
                  </a:cubicBezTo>
                  <a:cubicBezTo>
                    <a:pt x="992765" y="686015"/>
                    <a:pt x="988101" y="697234"/>
                    <a:pt x="988101" y="703664"/>
                  </a:cubicBezTo>
                  <a:cubicBezTo>
                    <a:pt x="988101" y="710093"/>
                    <a:pt x="1000455" y="698369"/>
                    <a:pt x="999321" y="705429"/>
                  </a:cubicBezTo>
                  <a:cubicBezTo>
                    <a:pt x="999195" y="706437"/>
                    <a:pt x="999195" y="707446"/>
                    <a:pt x="999321" y="708454"/>
                  </a:cubicBezTo>
                  <a:cubicBezTo>
                    <a:pt x="1005876" y="703790"/>
                    <a:pt x="1012557" y="698999"/>
                    <a:pt x="1017474" y="695595"/>
                  </a:cubicBezTo>
                  <a:cubicBezTo>
                    <a:pt x="1030081" y="687905"/>
                    <a:pt x="1008145" y="682359"/>
                    <a:pt x="1012053" y="672273"/>
                  </a:cubicBezTo>
                  <a:close/>
                  <a:moveTo>
                    <a:pt x="19039" y="755728"/>
                  </a:moveTo>
                  <a:cubicBezTo>
                    <a:pt x="33158" y="749803"/>
                    <a:pt x="39083" y="742744"/>
                    <a:pt x="33158" y="735684"/>
                  </a:cubicBezTo>
                  <a:cubicBezTo>
                    <a:pt x="27359" y="728751"/>
                    <a:pt x="8197" y="760267"/>
                    <a:pt x="19039" y="755728"/>
                  </a:cubicBezTo>
                  <a:close/>
                  <a:moveTo>
                    <a:pt x="119135" y="702781"/>
                  </a:moveTo>
                  <a:cubicBezTo>
                    <a:pt x="106150" y="698117"/>
                    <a:pt x="72112" y="718791"/>
                    <a:pt x="83836" y="720430"/>
                  </a:cubicBezTo>
                  <a:cubicBezTo>
                    <a:pt x="92031" y="721565"/>
                    <a:pt x="95560" y="713371"/>
                    <a:pt x="105015" y="713371"/>
                  </a:cubicBezTo>
                  <a:cubicBezTo>
                    <a:pt x="114470" y="713497"/>
                    <a:pt x="132119" y="707572"/>
                    <a:pt x="119135" y="702781"/>
                  </a:cubicBezTo>
                  <a:close/>
                  <a:moveTo>
                    <a:pt x="417531" y="564488"/>
                  </a:moveTo>
                  <a:cubicBezTo>
                    <a:pt x="418161" y="558059"/>
                    <a:pt x="408706" y="558563"/>
                    <a:pt x="396982" y="572178"/>
                  </a:cubicBezTo>
                  <a:cubicBezTo>
                    <a:pt x="385258" y="585667"/>
                    <a:pt x="375173" y="592726"/>
                    <a:pt x="373408" y="599282"/>
                  </a:cubicBezTo>
                  <a:cubicBezTo>
                    <a:pt x="371643" y="605711"/>
                    <a:pt x="358154" y="598147"/>
                    <a:pt x="353994" y="606341"/>
                  </a:cubicBezTo>
                  <a:cubicBezTo>
                    <a:pt x="349834" y="614536"/>
                    <a:pt x="356893" y="632815"/>
                    <a:pt x="365213" y="627016"/>
                  </a:cubicBezTo>
                  <a:cubicBezTo>
                    <a:pt x="373408" y="621091"/>
                    <a:pt x="374038" y="627016"/>
                    <a:pt x="379333" y="627016"/>
                  </a:cubicBezTo>
                  <a:cubicBezTo>
                    <a:pt x="384628" y="627016"/>
                    <a:pt x="408706" y="610502"/>
                    <a:pt x="414001" y="602307"/>
                  </a:cubicBezTo>
                  <a:cubicBezTo>
                    <a:pt x="419295" y="594113"/>
                    <a:pt x="404546" y="591718"/>
                    <a:pt x="404042" y="586423"/>
                  </a:cubicBezTo>
                  <a:cubicBezTo>
                    <a:pt x="403411" y="581128"/>
                    <a:pt x="416396" y="581128"/>
                    <a:pt x="422825" y="577599"/>
                  </a:cubicBezTo>
                  <a:cubicBezTo>
                    <a:pt x="429255" y="573943"/>
                    <a:pt x="416900" y="571043"/>
                    <a:pt x="417531" y="564488"/>
                  </a:cubicBezTo>
                  <a:close/>
                  <a:moveTo>
                    <a:pt x="42613" y="495152"/>
                  </a:moveTo>
                  <a:cubicBezTo>
                    <a:pt x="41478" y="485697"/>
                    <a:pt x="16139" y="494522"/>
                    <a:pt x="19039" y="503346"/>
                  </a:cubicBezTo>
                  <a:cubicBezTo>
                    <a:pt x="21938" y="512171"/>
                    <a:pt x="45891" y="517970"/>
                    <a:pt x="56102" y="514566"/>
                  </a:cubicBezTo>
                  <a:cubicBezTo>
                    <a:pt x="64927" y="511667"/>
                    <a:pt x="67826" y="502212"/>
                    <a:pt x="61397" y="496287"/>
                  </a:cubicBezTo>
                  <a:cubicBezTo>
                    <a:pt x="54967" y="490362"/>
                    <a:pt x="43874" y="504481"/>
                    <a:pt x="42613" y="495152"/>
                  </a:cubicBezTo>
                  <a:close/>
                  <a:moveTo>
                    <a:pt x="329411" y="1794504"/>
                  </a:moveTo>
                  <a:cubicBezTo>
                    <a:pt x="314661" y="1796269"/>
                    <a:pt x="322856" y="1832954"/>
                    <a:pt x="330672" y="1826903"/>
                  </a:cubicBezTo>
                  <a:cubicBezTo>
                    <a:pt x="336345" y="1822617"/>
                    <a:pt x="346682" y="1821734"/>
                    <a:pt x="349708" y="1816061"/>
                  </a:cubicBezTo>
                  <a:cubicBezTo>
                    <a:pt x="353742" y="1808624"/>
                    <a:pt x="344161" y="1792739"/>
                    <a:pt x="329411" y="1794504"/>
                  </a:cubicBezTo>
                  <a:close/>
                  <a:moveTo>
                    <a:pt x="309871" y="1771939"/>
                  </a:moveTo>
                  <a:cubicBezTo>
                    <a:pt x="301172" y="1773199"/>
                    <a:pt x="306845" y="1789084"/>
                    <a:pt x="312518" y="1784923"/>
                  </a:cubicBezTo>
                  <a:cubicBezTo>
                    <a:pt x="321973" y="1777990"/>
                    <a:pt x="318569" y="1770678"/>
                    <a:pt x="309871" y="1771939"/>
                  </a:cubicBezTo>
                  <a:close/>
                  <a:moveTo>
                    <a:pt x="218222" y="1742061"/>
                  </a:moveTo>
                  <a:cubicBezTo>
                    <a:pt x="226038" y="1750256"/>
                    <a:pt x="231585" y="1748112"/>
                    <a:pt x="233854" y="1740801"/>
                  </a:cubicBezTo>
                  <a:cubicBezTo>
                    <a:pt x="235871" y="1733489"/>
                    <a:pt x="209775" y="1733237"/>
                    <a:pt x="218222" y="1742061"/>
                  </a:cubicBezTo>
                  <a:close/>
                  <a:moveTo>
                    <a:pt x="259697" y="1759836"/>
                  </a:moveTo>
                  <a:cubicBezTo>
                    <a:pt x="265370" y="1768535"/>
                    <a:pt x="271421" y="1770300"/>
                    <a:pt x="276086" y="1762484"/>
                  </a:cubicBezTo>
                  <a:cubicBezTo>
                    <a:pt x="280876" y="1754668"/>
                    <a:pt x="253142" y="1749751"/>
                    <a:pt x="259697" y="1759836"/>
                  </a:cubicBezTo>
                  <a:close/>
                  <a:moveTo>
                    <a:pt x="2674599" y="971930"/>
                  </a:moveTo>
                  <a:cubicBezTo>
                    <a:pt x="2673842" y="964114"/>
                    <a:pt x="2650268" y="970291"/>
                    <a:pt x="2639301" y="961719"/>
                  </a:cubicBezTo>
                  <a:cubicBezTo>
                    <a:pt x="2628333" y="953020"/>
                    <a:pt x="2609423" y="992353"/>
                    <a:pt x="2605515" y="1008741"/>
                  </a:cubicBezTo>
                  <a:cubicBezTo>
                    <a:pt x="2601607" y="1025256"/>
                    <a:pt x="2572612" y="1043283"/>
                    <a:pt x="2572612" y="1043283"/>
                  </a:cubicBezTo>
                  <a:cubicBezTo>
                    <a:pt x="2572612" y="1043283"/>
                    <a:pt x="2488653" y="1044039"/>
                    <a:pt x="2481593" y="1044039"/>
                  </a:cubicBezTo>
                  <a:cubicBezTo>
                    <a:pt x="2476677" y="1044039"/>
                    <a:pt x="2457389" y="1060680"/>
                    <a:pt x="2446043" y="1070891"/>
                  </a:cubicBezTo>
                  <a:cubicBezTo>
                    <a:pt x="2446421" y="1071269"/>
                    <a:pt x="2446673" y="1071773"/>
                    <a:pt x="2447052" y="1072278"/>
                  </a:cubicBezTo>
                  <a:cubicBezTo>
                    <a:pt x="2455498" y="1087532"/>
                    <a:pt x="2424738" y="1096986"/>
                    <a:pt x="2395239" y="1098121"/>
                  </a:cubicBezTo>
                  <a:cubicBezTo>
                    <a:pt x="2386162" y="1098499"/>
                    <a:pt x="2379355" y="1099382"/>
                    <a:pt x="2374186" y="1100138"/>
                  </a:cubicBezTo>
                  <a:cubicBezTo>
                    <a:pt x="2375195" y="1103794"/>
                    <a:pt x="2376077" y="1107702"/>
                    <a:pt x="2375699" y="1110601"/>
                  </a:cubicBezTo>
                  <a:cubicBezTo>
                    <a:pt x="2375447" y="1112493"/>
                    <a:pt x="2372295" y="1114762"/>
                    <a:pt x="2367883" y="1117157"/>
                  </a:cubicBezTo>
                  <a:cubicBezTo>
                    <a:pt x="2363344" y="1126234"/>
                    <a:pt x="2327290" y="1143883"/>
                    <a:pt x="2307119" y="1154472"/>
                  </a:cubicBezTo>
                  <a:cubicBezTo>
                    <a:pt x="2284806" y="1166196"/>
                    <a:pt x="2254172" y="1160397"/>
                    <a:pt x="2254172" y="1142748"/>
                  </a:cubicBezTo>
                  <a:cubicBezTo>
                    <a:pt x="2254172" y="1125099"/>
                    <a:pt x="2270687" y="1128629"/>
                    <a:pt x="2274216" y="1136823"/>
                  </a:cubicBezTo>
                  <a:cubicBezTo>
                    <a:pt x="2275603" y="1139849"/>
                    <a:pt x="2279511" y="1137706"/>
                    <a:pt x="2284932" y="1133798"/>
                  </a:cubicBezTo>
                  <a:cubicBezTo>
                    <a:pt x="2279385" y="1128377"/>
                    <a:pt x="2279385" y="1119678"/>
                    <a:pt x="2280646" y="1112997"/>
                  </a:cubicBezTo>
                  <a:cubicBezTo>
                    <a:pt x="2273838" y="1110097"/>
                    <a:pt x="2284428" y="1083750"/>
                    <a:pt x="2270687" y="1079211"/>
                  </a:cubicBezTo>
                  <a:cubicBezTo>
                    <a:pt x="2256567" y="1074421"/>
                    <a:pt x="2240053" y="1099256"/>
                    <a:pt x="2242448" y="1083876"/>
                  </a:cubicBezTo>
                  <a:cubicBezTo>
                    <a:pt x="2244843" y="1068622"/>
                    <a:pt x="2266022" y="1055637"/>
                    <a:pt x="2253038" y="1035593"/>
                  </a:cubicBezTo>
                  <a:cubicBezTo>
                    <a:pt x="2240053" y="1015549"/>
                    <a:pt x="2216605" y="1015549"/>
                    <a:pt x="2211814" y="1030802"/>
                  </a:cubicBezTo>
                  <a:cubicBezTo>
                    <a:pt x="2207150" y="1046056"/>
                    <a:pt x="2190635" y="1038997"/>
                    <a:pt x="2184710" y="1050847"/>
                  </a:cubicBezTo>
                  <a:cubicBezTo>
                    <a:pt x="2178785" y="1062571"/>
                    <a:pt x="2172986" y="1088540"/>
                    <a:pt x="2177650" y="1107324"/>
                  </a:cubicBezTo>
                  <a:cubicBezTo>
                    <a:pt x="2182315" y="1126108"/>
                    <a:pt x="2176516" y="1135562"/>
                    <a:pt x="2158867" y="1146152"/>
                  </a:cubicBezTo>
                  <a:cubicBezTo>
                    <a:pt x="2141218" y="1156741"/>
                    <a:pt x="2132015" y="1130016"/>
                    <a:pt x="2138823" y="1095600"/>
                  </a:cubicBezTo>
                  <a:cubicBezTo>
                    <a:pt x="2143487" y="1072026"/>
                    <a:pt x="2156472" y="1049712"/>
                    <a:pt x="2144748" y="1049712"/>
                  </a:cubicBezTo>
                  <a:cubicBezTo>
                    <a:pt x="2133024" y="1049712"/>
                    <a:pt x="2160001" y="1021474"/>
                    <a:pt x="2184710" y="1015549"/>
                  </a:cubicBezTo>
                  <a:cubicBezTo>
                    <a:pt x="2209419" y="1009623"/>
                    <a:pt x="2240053" y="1012019"/>
                    <a:pt x="2240053" y="1004959"/>
                  </a:cubicBezTo>
                  <a:cubicBezTo>
                    <a:pt x="2240053" y="1003572"/>
                    <a:pt x="2241187" y="1002564"/>
                    <a:pt x="2243078" y="1001933"/>
                  </a:cubicBezTo>
                  <a:cubicBezTo>
                    <a:pt x="2238036" y="997899"/>
                    <a:pt x="2232489" y="994243"/>
                    <a:pt x="2227951" y="991470"/>
                  </a:cubicBezTo>
                  <a:cubicBezTo>
                    <a:pt x="2227446" y="992983"/>
                    <a:pt x="2226564" y="994369"/>
                    <a:pt x="2224799" y="995630"/>
                  </a:cubicBezTo>
                  <a:cubicBezTo>
                    <a:pt x="2215092" y="1002438"/>
                    <a:pt x="2217739" y="985041"/>
                    <a:pt x="2200090" y="985041"/>
                  </a:cubicBezTo>
                  <a:cubicBezTo>
                    <a:pt x="2182441" y="985041"/>
                    <a:pt x="2164792" y="1001555"/>
                    <a:pt x="2150673" y="994496"/>
                  </a:cubicBezTo>
                  <a:cubicBezTo>
                    <a:pt x="2136553" y="987436"/>
                    <a:pt x="2143613" y="977981"/>
                    <a:pt x="2130628" y="977981"/>
                  </a:cubicBezTo>
                  <a:cubicBezTo>
                    <a:pt x="2117644" y="977981"/>
                    <a:pt x="2140083" y="953272"/>
                    <a:pt x="2121173" y="963862"/>
                  </a:cubicBezTo>
                  <a:cubicBezTo>
                    <a:pt x="2102390" y="974451"/>
                    <a:pt x="2074151" y="1000295"/>
                    <a:pt x="2061166" y="988571"/>
                  </a:cubicBezTo>
                  <a:cubicBezTo>
                    <a:pt x="2048182" y="976846"/>
                    <a:pt x="2036458" y="992100"/>
                    <a:pt x="2027003" y="982646"/>
                  </a:cubicBezTo>
                  <a:cubicBezTo>
                    <a:pt x="2017548" y="973191"/>
                    <a:pt x="2059906" y="947347"/>
                    <a:pt x="2079950" y="948482"/>
                  </a:cubicBezTo>
                  <a:cubicBezTo>
                    <a:pt x="2084867" y="948734"/>
                    <a:pt x="2089405" y="946591"/>
                    <a:pt x="2093565" y="943187"/>
                  </a:cubicBezTo>
                  <a:cubicBezTo>
                    <a:pt x="2083102" y="939279"/>
                    <a:pt x="2061292" y="930833"/>
                    <a:pt x="2055620" y="937892"/>
                  </a:cubicBezTo>
                  <a:cubicBezTo>
                    <a:pt x="2048560" y="946465"/>
                    <a:pt x="2038349" y="941044"/>
                    <a:pt x="2032928" y="933984"/>
                  </a:cubicBezTo>
                  <a:cubicBezTo>
                    <a:pt x="2027381" y="926925"/>
                    <a:pt x="2020321" y="936380"/>
                    <a:pt x="2010993" y="925412"/>
                  </a:cubicBezTo>
                  <a:cubicBezTo>
                    <a:pt x="2001538" y="914444"/>
                    <a:pt x="1992209" y="922260"/>
                    <a:pt x="1986662" y="924656"/>
                  </a:cubicBezTo>
                  <a:cubicBezTo>
                    <a:pt x="1981115" y="927051"/>
                    <a:pt x="1974055" y="920748"/>
                    <a:pt x="1963844" y="916840"/>
                  </a:cubicBezTo>
                  <a:cubicBezTo>
                    <a:pt x="1953633" y="912932"/>
                    <a:pt x="1961449" y="902720"/>
                    <a:pt x="1952877" y="896417"/>
                  </a:cubicBezTo>
                  <a:cubicBezTo>
                    <a:pt x="1944304" y="890114"/>
                    <a:pt x="1943800" y="908267"/>
                    <a:pt x="1943800" y="908267"/>
                  </a:cubicBezTo>
                  <a:lnTo>
                    <a:pt x="1212371" y="912175"/>
                  </a:lnTo>
                  <a:cubicBezTo>
                    <a:pt x="1213127" y="913436"/>
                    <a:pt x="1214009" y="914570"/>
                    <a:pt x="1215018" y="915579"/>
                  </a:cubicBezTo>
                  <a:cubicBezTo>
                    <a:pt x="1223842" y="925034"/>
                    <a:pt x="1216783" y="932094"/>
                    <a:pt x="1219682" y="943313"/>
                  </a:cubicBezTo>
                  <a:cubicBezTo>
                    <a:pt x="1222582" y="954533"/>
                    <a:pt x="1220313" y="970417"/>
                    <a:pt x="1211488" y="970417"/>
                  </a:cubicBezTo>
                  <a:cubicBezTo>
                    <a:pt x="1202664" y="970417"/>
                    <a:pt x="1201529" y="960458"/>
                    <a:pt x="1207958" y="956928"/>
                  </a:cubicBezTo>
                  <a:cubicBezTo>
                    <a:pt x="1214388" y="953398"/>
                    <a:pt x="1210858" y="940414"/>
                    <a:pt x="1204429" y="940414"/>
                  </a:cubicBezTo>
                  <a:cubicBezTo>
                    <a:pt x="1200647" y="940414"/>
                    <a:pt x="1199134" y="936002"/>
                    <a:pt x="1199260" y="930833"/>
                  </a:cubicBezTo>
                  <a:cubicBezTo>
                    <a:pt x="1187284" y="934110"/>
                    <a:pt x="1173416" y="932598"/>
                    <a:pt x="1157280" y="930707"/>
                  </a:cubicBezTo>
                  <a:cubicBezTo>
                    <a:pt x="1157532" y="931337"/>
                    <a:pt x="1157784" y="932094"/>
                    <a:pt x="1157910" y="932850"/>
                  </a:cubicBezTo>
                  <a:cubicBezTo>
                    <a:pt x="1158541" y="939909"/>
                    <a:pt x="1162071" y="955794"/>
                    <a:pt x="1171399" y="968148"/>
                  </a:cubicBezTo>
                  <a:cubicBezTo>
                    <a:pt x="1180854" y="980502"/>
                    <a:pt x="1174299" y="988192"/>
                    <a:pt x="1183123" y="992857"/>
                  </a:cubicBezTo>
                  <a:cubicBezTo>
                    <a:pt x="1191948" y="997521"/>
                    <a:pt x="1191318" y="1002816"/>
                    <a:pt x="1183123" y="1001681"/>
                  </a:cubicBezTo>
                  <a:cubicBezTo>
                    <a:pt x="1174929" y="1000547"/>
                    <a:pt x="1180728" y="1008111"/>
                    <a:pt x="1177829" y="1025886"/>
                  </a:cubicBezTo>
                  <a:cubicBezTo>
                    <a:pt x="1174929" y="1043535"/>
                    <a:pt x="1175434" y="1079968"/>
                    <a:pt x="1173669" y="1091188"/>
                  </a:cubicBezTo>
                  <a:cubicBezTo>
                    <a:pt x="1171904" y="1102407"/>
                    <a:pt x="1158919" y="1120561"/>
                    <a:pt x="1166609" y="1132411"/>
                  </a:cubicBezTo>
                  <a:cubicBezTo>
                    <a:pt x="1174299" y="1144135"/>
                    <a:pt x="1179594" y="1160649"/>
                    <a:pt x="1175434" y="1175399"/>
                  </a:cubicBezTo>
                  <a:cubicBezTo>
                    <a:pt x="1171273" y="1190148"/>
                    <a:pt x="1171904" y="1198973"/>
                    <a:pt x="1178333" y="1210067"/>
                  </a:cubicBezTo>
                  <a:cubicBezTo>
                    <a:pt x="1184762" y="1221287"/>
                    <a:pt x="1179468" y="1240701"/>
                    <a:pt x="1186527" y="1244735"/>
                  </a:cubicBezTo>
                  <a:cubicBezTo>
                    <a:pt x="1193587" y="1248895"/>
                    <a:pt x="1200016" y="1257089"/>
                    <a:pt x="1206572" y="1267679"/>
                  </a:cubicBezTo>
                  <a:cubicBezTo>
                    <a:pt x="1213001" y="1278268"/>
                    <a:pt x="1218926" y="1271839"/>
                    <a:pt x="1220061" y="1282428"/>
                  </a:cubicBezTo>
                  <a:cubicBezTo>
                    <a:pt x="1221195" y="1293018"/>
                    <a:pt x="1221195" y="1294782"/>
                    <a:pt x="1230650" y="1298943"/>
                  </a:cubicBezTo>
                  <a:cubicBezTo>
                    <a:pt x="1240105" y="1303103"/>
                    <a:pt x="1234180" y="1313692"/>
                    <a:pt x="1234180" y="1319491"/>
                  </a:cubicBezTo>
                  <a:cubicBezTo>
                    <a:pt x="1234180" y="1325416"/>
                    <a:pt x="1246534" y="1336006"/>
                    <a:pt x="1261788" y="1349495"/>
                  </a:cubicBezTo>
                  <a:cubicBezTo>
                    <a:pt x="1277042" y="1362984"/>
                    <a:pt x="1264183" y="1374204"/>
                    <a:pt x="1275277" y="1374204"/>
                  </a:cubicBezTo>
                  <a:cubicBezTo>
                    <a:pt x="1286497" y="1374204"/>
                    <a:pt x="1297086" y="1380633"/>
                    <a:pt x="1308180" y="1387693"/>
                  </a:cubicBezTo>
                  <a:cubicBezTo>
                    <a:pt x="1319400" y="1394752"/>
                    <a:pt x="1322930" y="1390592"/>
                    <a:pt x="1330494" y="1392357"/>
                  </a:cubicBezTo>
                  <a:cubicBezTo>
                    <a:pt x="1338183" y="1394122"/>
                    <a:pt x="1352303" y="1410636"/>
                    <a:pt x="1355202" y="1421730"/>
                  </a:cubicBezTo>
                  <a:cubicBezTo>
                    <a:pt x="1356589" y="1427025"/>
                    <a:pt x="1358354" y="1432572"/>
                    <a:pt x="1361127" y="1438497"/>
                  </a:cubicBezTo>
                  <a:lnTo>
                    <a:pt x="1422143" y="1430555"/>
                  </a:lnTo>
                  <a:cubicBezTo>
                    <a:pt x="1422143" y="1430555"/>
                    <a:pt x="1441053" y="1443791"/>
                    <a:pt x="1451642" y="1446313"/>
                  </a:cubicBezTo>
                  <a:cubicBezTo>
                    <a:pt x="1462358" y="1448834"/>
                    <a:pt x="1520221" y="1470139"/>
                    <a:pt x="1520221" y="1470139"/>
                  </a:cubicBezTo>
                  <a:lnTo>
                    <a:pt x="1595608" y="1469509"/>
                  </a:lnTo>
                  <a:lnTo>
                    <a:pt x="1604433" y="1458163"/>
                  </a:lnTo>
                  <a:lnTo>
                    <a:pt x="1645908" y="1458163"/>
                  </a:lnTo>
                  <a:cubicBezTo>
                    <a:pt x="1645908" y="1458163"/>
                    <a:pt x="1672256" y="1483880"/>
                    <a:pt x="1676038" y="1485267"/>
                  </a:cubicBezTo>
                  <a:cubicBezTo>
                    <a:pt x="1679820" y="1486527"/>
                    <a:pt x="1693057" y="1498504"/>
                    <a:pt x="1693057" y="1506068"/>
                  </a:cubicBezTo>
                  <a:cubicBezTo>
                    <a:pt x="1693057" y="1513631"/>
                    <a:pt x="1696208" y="1519935"/>
                    <a:pt x="1702511" y="1523086"/>
                  </a:cubicBezTo>
                  <a:cubicBezTo>
                    <a:pt x="1708815" y="1526238"/>
                    <a:pt x="1730120" y="1540105"/>
                    <a:pt x="1733271" y="1538844"/>
                  </a:cubicBezTo>
                  <a:cubicBezTo>
                    <a:pt x="1736423" y="1537584"/>
                    <a:pt x="1742726" y="1513758"/>
                    <a:pt x="1754072" y="1514388"/>
                  </a:cubicBezTo>
                  <a:cubicBezTo>
                    <a:pt x="1765418" y="1515018"/>
                    <a:pt x="1796178" y="1523843"/>
                    <a:pt x="1801220" y="1541366"/>
                  </a:cubicBezTo>
                  <a:cubicBezTo>
                    <a:pt x="1806263" y="1559015"/>
                    <a:pt x="1821265" y="1573386"/>
                    <a:pt x="1826307" y="1577168"/>
                  </a:cubicBezTo>
                  <a:cubicBezTo>
                    <a:pt x="1831350" y="1580950"/>
                    <a:pt x="1828829" y="1591666"/>
                    <a:pt x="1832610" y="1597339"/>
                  </a:cubicBezTo>
                  <a:cubicBezTo>
                    <a:pt x="1836392" y="1603011"/>
                    <a:pt x="1835762" y="1613727"/>
                    <a:pt x="1840174" y="1613727"/>
                  </a:cubicBezTo>
                  <a:cubicBezTo>
                    <a:pt x="1844587" y="1613727"/>
                    <a:pt x="1867278" y="1627594"/>
                    <a:pt x="1877238" y="1626964"/>
                  </a:cubicBezTo>
                  <a:cubicBezTo>
                    <a:pt x="1880263" y="1626838"/>
                    <a:pt x="1884171" y="1628603"/>
                    <a:pt x="1888331" y="1631124"/>
                  </a:cubicBezTo>
                  <a:cubicBezTo>
                    <a:pt x="1889592" y="1610071"/>
                    <a:pt x="1867909" y="1606541"/>
                    <a:pt x="1880641" y="1596960"/>
                  </a:cubicBezTo>
                  <a:cubicBezTo>
                    <a:pt x="1895391" y="1585741"/>
                    <a:pt x="1880011" y="1576412"/>
                    <a:pt x="1887071" y="1571621"/>
                  </a:cubicBezTo>
                  <a:cubicBezTo>
                    <a:pt x="1894130" y="1566957"/>
                    <a:pt x="1906485" y="1562167"/>
                    <a:pt x="1906485" y="1555107"/>
                  </a:cubicBezTo>
                  <a:cubicBezTo>
                    <a:pt x="1906485" y="1548047"/>
                    <a:pt x="1912914" y="1548047"/>
                    <a:pt x="1922369" y="1549182"/>
                  </a:cubicBezTo>
                  <a:cubicBezTo>
                    <a:pt x="1931824" y="1550316"/>
                    <a:pt x="1949473" y="1533928"/>
                    <a:pt x="1948212" y="1527372"/>
                  </a:cubicBezTo>
                  <a:cubicBezTo>
                    <a:pt x="1947078" y="1520943"/>
                    <a:pt x="1949977" y="1519683"/>
                    <a:pt x="1961197" y="1522078"/>
                  </a:cubicBezTo>
                  <a:cubicBezTo>
                    <a:pt x="1972417" y="1524473"/>
                    <a:pt x="1970652" y="1509093"/>
                    <a:pt x="1977711" y="1511488"/>
                  </a:cubicBezTo>
                  <a:cubicBezTo>
                    <a:pt x="1984771" y="1513884"/>
                    <a:pt x="1990696" y="1517918"/>
                    <a:pt x="1991200" y="1512623"/>
                  </a:cubicBezTo>
                  <a:cubicBezTo>
                    <a:pt x="1991831" y="1507328"/>
                    <a:pt x="1998890" y="1508463"/>
                    <a:pt x="2004185" y="1515522"/>
                  </a:cubicBezTo>
                  <a:cubicBezTo>
                    <a:pt x="2009480" y="1522582"/>
                    <a:pt x="2024734" y="1524347"/>
                    <a:pt x="2025994" y="1516153"/>
                  </a:cubicBezTo>
                  <a:cubicBezTo>
                    <a:pt x="2027129" y="1507959"/>
                    <a:pt x="2035953" y="1516153"/>
                    <a:pt x="2043643" y="1524347"/>
                  </a:cubicBezTo>
                  <a:cubicBezTo>
                    <a:pt x="2051333" y="1532541"/>
                    <a:pt x="2054863" y="1530272"/>
                    <a:pt x="2065957" y="1530776"/>
                  </a:cubicBezTo>
                  <a:cubicBezTo>
                    <a:pt x="2077177" y="1531407"/>
                    <a:pt x="2077177" y="1528381"/>
                    <a:pt x="2077681" y="1521321"/>
                  </a:cubicBezTo>
                  <a:cubicBezTo>
                    <a:pt x="2078311" y="1514262"/>
                    <a:pt x="2090035" y="1536575"/>
                    <a:pt x="2101255" y="1537836"/>
                  </a:cubicBezTo>
                  <a:cubicBezTo>
                    <a:pt x="2112475" y="1538971"/>
                    <a:pt x="2103650" y="1530776"/>
                    <a:pt x="2095330" y="1524347"/>
                  </a:cubicBezTo>
                  <a:cubicBezTo>
                    <a:pt x="2087136" y="1517918"/>
                    <a:pt x="2097095" y="1514892"/>
                    <a:pt x="2090035" y="1509597"/>
                  </a:cubicBezTo>
                  <a:cubicBezTo>
                    <a:pt x="2082976" y="1504303"/>
                    <a:pt x="2098860" y="1497243"/>
                    <a:pt x="2112979" y="1497873"/>
                  </a:cubicBezTo>
                  <a:cubicBezTo>
                    <a:pt x="2127098" y="1498378"/>
                    <a:pt x="2126468" y="1502033"/>
                    <a:pt x="2131763" y="1493713"/>
                  </a:cubicBezTo>
                  <a:cubicBezTo>
                    <a:pt x="2137058" y="1485519"/>
                    <a:pt x="2142352" y="1493713"/>
                    <a:pt x="2142352" y="1500773"/>
                  </a:cubicBezTo>
                  <a:cubicBezTo>
                    <a:pt x="2142352" y="1507833"/>
                    <a:pt x="2165296" y="1496613"/>
                    <a:pt x="2177650" y="1496613"/>
                  </a:cubicBezTo>
                  <a:cubicBezTo>
                    <a:pt x="2190005" y="1496613"/>
                    <a:pt x="2201225" y="1507202"/>
                    <a:pt x="2202359" y="1514262"/>
                  </a:cubicBezTo>
                  <a:cubicBezTo>
                    <a:pt x="2203494" y="1521321"/>
                    <a:pt x="2211814" y="1524851"/>
                    <a:pt x="2220639" y="1517161"/>
                  </a:cubicBezTo>
                  <a:cubicBezTo>
                    <a:pt x="2229463" y="1509471"/>
                    <a:pt x="2237153" y="1500647"/>
                    <a:pt x="2245348" y="1508967"/>
                  </a:cubicBezTo>
                  <a:cubicBezTo>
                    <a:pt x="2253542" y="1517161"/>
                    <a:pt x="2261862" y="1528381"/>
                    <a:pt x="2271821" y="1538340"/>
                  </a:cubicBezTo>
                  <a:cubicBezTo>
                    <a:pt x="2281780" y="1548299"/>
                    <a:pt x="2267157" y="1560780"/>
                    <a:pt x="2272451" y="1568344"/>
                  </a:cubicBezTo>
                  <a:cubicBezTo>
                    <a:pt x="2277746" y="1576034"/>
                    <a:pt x="2271821" y="1586623"/>
                    <a:pt x="2283671" y="1594817"/>
                  </a:cubicBezTo>
                  <a:cubicBezTo>
                    <a:pt x="2295395" y="1603011"/>
                    <a:pt x="2284806" y="1620156"/>
                    <a:pt x="2294261" y="1622426"/>
                  </a:cubicBezTo>
                  <a:cubicBezTo>
                    <a:pt x="2303716" y="1624821"/>
                    <a:pt x="2311280" y="1639444"/>
                    <a:pt x="2312540" y="1645369"/>
                  </a:cubicBezTo>
                  <a:cubicBezTo>
                    <a:pt x="2313675" y="1651294"/>
                    <a:pt x="2331324" y="1658858"/>
                    <a:pt x="2332585" y="1648899"/>
                  </a:cubicBezTo>
                  <a:cubicBezTo>
                    <a:pt x="2333719" y="1638940"/>
                    <a:pt x="2343174" y="1627090"/>
                    <a:pt x="2344308" y="1617761"/>
                  </a:cubicBezTo>
                  <a:cubicBezTo>
                    <a:pt x="2345443" y="1608306"/>
                    <a:pt x="2337249" y="1574773"/>
                    <a:pt x="2329559" y="1564184"/>
                  </a:cubicBezTo>
                  <a:cubicBezTo>
                    <a:pt x="2321869" y="1553594"/>
                    <a:pt x="2331324" y="1551199"/>
                    <a:pt x="2321869" y="1538844"/>
                  </a:cubicBezTo>
                  <a:cubicBezTo>
                    <a:pt x="2312414" y="1526490"/>
                    <a:pt x="2306615" y="1504681"/>
                    <a:pt x="2307119" y="1487032"/>
                  </a:cubicBezTo>
                  <a:cubicBezTo>
                    <a:pt x="2307750" y="1469383"/>
                    <a:pt x="2328298" y="1440514"/>
                    <a:pt x="2338257" y="1431689"/>
                  </a:cubicBezTo>
                  <a:cubicBezTo>
                    <a:pt x="2348217" y="1422865"/>
                    <a:pt x="2359436" y="1427529"/>
                    <a:pt x="2361832" y="1418200"/>
                  </a:cubicBezTo>
                  <a:cubicBezTo>
                    <a:pt x="2364227" y="1408745"/>
                    <a:pt x="2376581" y="1397021"/>
                    <a:pt x="2383641" y="1397021"/>
                  </a:cubicBezTo>
                  <a:cubicBezTo>
                    <a:pt x="2390701" y="1397021"/>
                    <a:pt x="2398390" y="1398786"/>
                    <a:pt x="2399525" y="1391096"/>
                  </a:cubicBezTo>
                  <a:cubicBezTo>
                    <a:pt x="2400660" y="1383406"/>
                    <a:pt x="2412510" y="1373951"/>
                    <a:pt x="2427764" y="1371682"/>
                  </a:cubicBezTo>
                  <a:cubicBezTo>
                    <a:pt x="2443017" y="1369287"/>
                    <a:pt x="2434193" y="1361093"/>
                    <a:pt x="2430159" y="1354033"/>
                  </a:cubicBezTo>
                  <a:cubicBezTo>
                    <a:pt x="2425999" y="1346973"/>
                    <a:pt x="2433689" y="1339914"/>
                    <a:pt x="2436588" y="1344578"/>
                  </a:cubicBezTo>
                  <a:cubicBezTo>
                    <a:pt x="2439488" y="1349243"/>
                    <a:pt x="2448942" y="1349873"/>
                    <a:pt x="2454868" y="1345713"/>
                  </a:cubicBezTo>
                  <a:cubicBezTo>
                    <a:pt x="2460793" y="1341553"/>
                    <a:pt x="2474282" y="1330459"/>
                    <a:pt x="2461297" y="1329829"/>
                  </a:cubicBezTo>
                  <a:cubicBezTo>
                    <a:pt x="2448312" y="1329198"/>
                    <a:pt x="2445413" y="1323903"/>
                    <a:pt x="2453103" y="1321004"/>
                  </a:cubicBezTo>
                  <a:cubicBezTo>
                    <a:pt x="2460793" y="1318105"/>
                    <a:pt x="2454237" y="1303985"/>
                    <a:pt x="2443648" y="1302725"/>
                  </a:cubicBezTo>
                  <a:cubicBezTo>
                    <a:pt x="2433058" y="1301590"/>
                    <a:pt x="2436588" y="1296295"/>
                    <a:pt x="2443017" y="1289740"/>
                  </a:cubicBezTo>
                  <a:cubicBezTo>
                    <a:pt x="2449447" y="1283311"/>
                    <a:pt x="2433563" y="1272721"/>
                    <a:pt x="2425999" y="1267426"/>
                  </a:cubicBezTo>
                  <a:cubicBezTo>
                    <a:pt x="2418309" y="1262132"/>
                    <a:pt x="2430663" y="1259232"/>
                    <a:pt x="2436588" y="1257972"/>
                  </a:cubicBezTo>
                  <a:cubicBezTo>
                    <a:pt x="2442513" y="1256837"/>
                    <a:pt x="2437723" y="1229733"/>
                    <a:pt x="2440748" y="1223304"/>
                  </a:cubicBezTo>
                  <a:cubicBezTo>
                    <a:pt x="2443648" y="1216874"/>
                    <a:pt x="2453733" y="1216874"/>
                    <a:pt x="2449573" y="1223304"/>
                  </a:cubicBezTo>
                  <a:cubicBezTo>
                    <a:pt x="2445413" y="1229733"/>
                    <a:pt x="2439614" y="1240323"/>
                    <a:pt x="2447178" y="1249147"/>
                  </a:cubicBezTo>
                  <a:cubicBezTo>
                    <a:pt x="2454868" y="1257972"/>
                    <a:pt x="2457137" y="1267426"/>
                    <a:pt x="2454237" y="1280915"/>
                  </a:cubicBezTo>
                  <a:cubicBezTo>
                    <a:pt x="2451338" y="1294404"/>
                    <a:pt x="2457137" y="1290875"/>
                    <a:pt x="2465961" y="1273225"/>
                  </a:cubicBezTo>
                  <a:cubicBezTo>
                    <a:pt x="2474786" y="1255576"/>
                    <a:pt x="2475920" y="1240323"/>
                    <a:pt x="2470122" y="1238558"/>
                  </a:cubicBezTo>
                  <a:cubicBezTo>
                    <a:pt x="2464196" y="1236793"/>
                    <a:pt x="2464827" y="1219143"/>
                    <a:pt x="2471256" y="1227338"/>
                  </a:cubicBezTo>
                  <a:cubicBezTo>
                    <a:pt x="2477685" y="1235532"/>
                    <a:pt x="2480081" y="1236793"/>
                    <a:pt x="2490040" y="1226203"/>
                  </a:cubicBezTo>
                  <a:cubicBezTo>
                    <a:pt x="2499999" y="1215614"/>
                    <a:pt x="2510588" y="1197334"/>
                    <a:pt x="2504159" y="1193300"/>
                  </a:cubicBezTo>
                  <a:cubicBezTo>
                    <a:pt x="2497730" y="1189140"/>
                    <a:pt x="2507058" y="1185106"/>
                    <a:pt x="2518909" y="1185610"/>
                  </a:cubicBezTo>
                  <a:cubicBezTo>
                    <a:pt x="2530633" y="1186115"/>
                    <a:pt x="2555972" y="1178551"/>
                    <a:pt x="2557737" y="1175021"/>
                  </a:cubicBezTo>
                  <a:cubicBezTo>
                    <a:pt x="2563536" y="1163549"/>
                    <a:pt x="2517144" y="1180315"/>
                    <a:pt x="2517144" y="1173886"/>
                  </a:cubicBezTo>
                  <a:cubicBezTo>
                    <a:pt x="2517144" y="1167457"/>
                    <a:pt x="2546517" y="1160902"/>
                    <a:pt x="2560132" y="1160397"/>
                  </a:cubicBezTo>
                  <a:cubicBezTo>
                    <a:pt x="2573621" y="1159767"/>
                    <a:pt x="2567192" y="1141614"/>
                    <a:pt x="2573117" y="1149177"/>
                  </a:cubicBezTo>
                  <a:cubicBezTo>
                    <a:pt x="2579042" y="1156867"/>
                    <a:pt x="2587866" y="1155607"/>
                    <a:pt x="2595430" y="1150942"/>
                  </a:cubicBezTo>
                  <a:cubicBezTo>
                    <a:pt x="2603120" y="1146278"/>
                    <a:pt x="2597195" y="1132663"/>
                    <a:pt x="2588370" y="1130394"/>
                  </a:cubicBezTo>
                  <a:cubicBezTo>
                    <a:pt x="2579546" y="1127999"/>
                    <a:pt x="2594800" y="1122199"/>
                    <a:pt x="2591900" y="1116905"/>
                  </a:cubicBezTo>
                  <a:cubicBezTo>
                    <a:pt x="2589001" y="1111610"/>
                    <a:pt x="2597825" y="1090431"/>
                    <a:pt x="2608919" y="1088036"/>
                  </a:cubicBezTo>
                  <a:cubicBezTo>
                    <a:pt x="2620139" y="1085641"/>
                    <a:pt x="2614844" y="1078581"/>
                    <a:pt x="2624173" y="1078581"/>
                  </a:cubicBezTo>
                  <a:cubicBezTo>
                    <a:pt x="2633628" y="1078581"/>
                    <a:pt x="2635393" y="1067361"/>
                    <a:pt x="2643587" y="1059167"/>
                  </a:cubicBezTo>
                  <a:cubicBezTo>
                    <a:pt x="2651781" y="1050973"/>
                    <a:pt x="2663631" y="1072152"/>
                    <a:pt x="2676490" y="1060302"/>
                  </a:cubicBezTo>
                  <a:cubicBezTo>
                    <a:pt x="2681785" y="1055511"/>
                    <a:pt x="2688970" y="1050090"/>
                    <a:pt x="2696282" y="1045426"/>
                  </a:cubicBezTo>
                  <a:cubicBezTo>
                    <a:pt x="2666783" y="1005841"/>
                    <a:pt x="2675355" y="979242"/>
                    <a:pt x="2674599" y="971930"/>
                  </a:cubicBezTo>
                  <a:close/>
                </a:path>
              </a:pathLst>
            </a:custGeom>
            <a:solidFill>
              <a:schemeClr val="tx1">
                <a:lumMod val="50000"/>
                <a:lumOff val="50000"/>
              </a:schemeClr>
            </a:solidFill>
            <a:ln w="1270" cap="flat">
              <a:solidFill>
                <a:schemeClr val="bg1"/>
              </a:solidFill>
              <a:prstDash val="solid"/>
              <a:miter/>
            </a:ln>
          </p:spPr>
          <p:txBody>
            <a:bodyPr rtlCol="0" anchor="ctr"/>
            <a:lstStyle/>
            <a:p>
              <a:endParaRPr lang="ko-KR" altLang="en-US" dirty="0"/>
            </a:p>
          </p:txBody>
        </p:sp>
        <p:sp>
          <p:nvSpPr>
            <p:cNvPr id="147" name="자유형: 도형 127">
              <a:extLst>
                <a:ext uri="{FF2B5EF4-FFF2-40B4-BE49-F238E27FC236}">
                  <a16:creationId xmlns:a16="http://schemas.microsoft.com/office/drawing/2014/main" id="{2CB0A6FC-EBDC-294F-8E63-3AA1048C36C4}"/>
                </a:ext>
              </a:extLst>
            </p:cNvPr>
            <p:cNvSpPr/>
            <p:nvPr/>
          </p:nvSpPr>
          <p:spPr>
            <a:xfrm>
              <a:off x="5551979" y="3320452"/>
              <a:ext cx="340376" cy="239524"/>
            </a:xfrm>
            <a:custGeom>
              <a:avLst/>
              <a:gdLst>
                <a:gd name="connsiteX0" fmla="*/ 336140 w 340375"/>
                <a:gd name="connsiteY0" fmla="*/ 45604 h 239523"/>
                <a:gd name="connsiteX1" fmla="*/ 308909 w 340375"/>
                <a:gd name="connsiteY1" fmla="*/ 44848 h 239523"/>
                <a:gd name="connsiteX2" fmla="*/ 277393 w 340375"/>
                <a:gd name="connsiteY2" fmla="*/ 37158 h 239523"/>
                <a:gd name="connsiteX3" fmla="*/ 265039 w 340375"/>
                <a:gd name="connsiteY3" fmla="*/ 34258 h 239523"/>
                <a:gd name="connsiteX4" fmla="*/ 243986 w 340375"/>
                <a:gd name="connsiteY4" fmla="*/ 36149 h 239523"/>
                <a:gd name="connsiteX5" fmla="*/ 218269 w 340375"/>
                <a:gd name="connsiteY5" fmla="*/ 23795 h 239523"/>
                <a:gd name="connsiteX6" fmla="*/ 203141 w 340375"/>
                <a:gd name="connsiteY6" fmla="*/ 16357 h 239523"/>
                <a:gd name="connsiteX7" fmla="*/ 157253 w 340375"/>
                <a:gd name="connsiteY7" fmla="*/ 11314 h 239523"/>
                <a:gd name="connsiteX8" fmla="*/ 69764 w 340375"/>
                <a:gd name="connsiteY8" fmla="*/ 10558 h 239523"/>
                <a:gd name="connsiteX9" fmla="*/ 37617 w 340375"/>
                <a:gd name="connsiteY9" fmla="*/ 2364 h 239523"/>
                <a:gd name="connsiteX10" fmla="*/ 15682 w 340375"/>
                <a:gd name="connsiteY10" fmla="*/ 16105 h 239523"/>
                <a:gd name="connsiteX11" fmla="*/ 9757 w 340375"/>
                <a:gd name="connsiteY11" fmla="*/ 35393 h 239523"/>
                <a:gd name="connsiteX12" fmla="*/ 14547 w 340375"/>
                <a:gd name="connsiteY12" fmla="*/ 61362 h 239523"/>
                <a:gd name="connsiteX13" fmla="*/ 21607 w 340375"/>
                <a:gd name="connsiteY13" fmla="*/ 58337 h 239523"/>
                <a:gd name="connsiteX14" fmla="*/ 31188 w 340375"/>
                <a:gd name="connsiteY14" fmla="*/ 59345 h 239523"/>
                <a:gd name="connsiteX15" fmla="*/ 47450 w 340375"/>
                <a:gd name="connsiteY15" fmla="*/ 63127 h 239523"/>
                <a:gd name="connsiteX16" fmla="*/ 57914 w 340375"/>
                <a:gd name="connsiteY16" fmla="*/ 63127 h 239523"/>
                <a:gd name="connsiteX17" fmla="*/ 74176 w 340375"/>
                <a:gd name="connsiteY17" fmla="*/ 66027 h 239523"/>
                <a:gd name="connsiteX18" fmla="*/ 80858 w 340375"/>
                <a:gd name="connsiteY18" fmla="*/ 76490 h 239523"/>
                <a:gd name="connsiteX19" fmla="*/ 63713 w 340375"/>
                <a:gd name="connsiteY19" fmla="*/ 91744 h 239523"/>
                <a:gd name="connsiteX20" fmla="*/ 65604 w 340375"/>
                <a:gd name="connsiteY20" fmla="*/ 116579 h 239523"/>
                <a:gd name="connsiteX21" fmla="*/ 60814 w 340375"/>
                <a:gd name="connsiteY21" fmla="*/ 134732 h 239523"/>
                <a:gd name="connsiteX22" fmla="*/ 54132 w 340375"/>
                <a:gd name="connsiteY22" fmla="*/ 145195 h 239523"/>
                <a:gd name="connsiteX23" fmla="*/ 61822 w 340375"/>
                <a:gd name="connsiteY23" fmla="*/ 159567 h 239523"/>
                <a:gd name="connsiteX24" fmla="*/ 55140 w 340375"/>
                <a:gd name="connsiteY24" fmla="*/ 173938 h 239523"/>
                <a:gd name="connsiteX25" fmla="*/ 60939 w 340375"/>
                <a:gd name="connsiteY25" fmla="*/ 187301 h 239523"/>
                <a:gd name="connsiteX26" fmla="*/ 50476 w 340375"/>
                <a:gd name="connsiteY26" fmla="*/ 203564 h 239523"/>
                <a:gd name="connsiteX27" fmla="*/ 54384 w 340375"/>
                <a:gd name="connsiteY27" fmla="*/ 212136 h 239523"/>
                <a:gd name="connsiteX28" fmla="*/ 68503 w 340375"/>
                <a:gd name="connsiteY28" fmla="*/ 213144 h 239523"/>
                <a:gd name="connsiteX29" fmla="*/ 100650 w 340375"/>
                <a:gd name="connsiteY29" fmla="*/ 243778 h 239523"/>
                <a:gd name="connsiteX30" fmla="*/ 106953 w 340375"/>
                <a:gd name="connsiteY30" fmla="*/ 235080 h 239523"/>
                <a:gd name="connsiteX31" fmla="*/ 122207 w 340375"/>
                <a:gd name="connsiteY31" fmla="*/ 234323 h 239523"/>
                <a:gd name="connsiteX32" fmla="*/ 146538 w 340375"/>
                <a:gd name="connsiteY32" fmla="*/ 224869 h 239523"/>
                <a:gd name="connsiteX33" fmla="*/ 180323 w 340375"/>
                <a:gd name="connsiteY33" fmla="*/ 223734 h 239523"/>
                <a:gd name="connsiteX34" fmla="*/ 199485 w 340375"/>
                <a:gd name="connsiteY34" fmla="*/ 214279 h 239523"/>
                <a:gd name="connsiteX35" fmla="*/ 220286 w 340375"/>
                <a:gd name="connsiteY35" fmla="*/ 200160 h 239523"/>
                <a:gd name="connsiteX36" fmla="*/ 230119 w 340375"/>
                <a:gd name="connsiteY36" fmla="*/ 181376 h 239523"/>
                <a:gd name="connsiteX37" fmla="*/ 249785 w 340375"/>
                <a:gd name="connsiteY37" fmla="*/ 160954 h 239523"/>
                <a:gd name="connsiteX38" fmla="*/ 250163 w 340375"/>
                <a:gd name="connsiteY38" fmla="*/ 122125 h 239523"/>
                <a:gd name="connsiteX39" fmla="*/ 272098 w 340375"/>
                <a:gd name="connsiteY39" fmla="*/ 96282 h 239523"/>
                <a:gd name="connsiteX40" fmla="*/ 296429 w 340375"/>
                <a:gd name="connsiteY40" fmla="*/ 83297 h 239523"/>
                <a:gd name="connsiteX41" fmla="*/ 325424 w 340375"/>
                <a:gd name="connsiteY41" fmla="*/ 68044 h 239523"/>
                <a:gd name="connsiteX42" fmla="*/ 336140 w 340375"/>
                <a:gd name="connsiteY42" fmla="*/ 45604 h 239523"/>
                <a:gd name="connsiteX43" fmla="*/ 338409 w 340375"/>
                <a:gd name="connsiteY43" fmla="*/ 131328 h 239523"/>
                <a:gd name="connsiteX44" fmla="*/ 315213 w 340375"/>
                <a:gd name="connsiteY44" fmla="*/ 139144 h 239523"/>
                <a:gd name="connsiteX45" fmla="*/ 338409 w 340375"/>
                <a:gd name="connsiteY45" fmla="*/ 131328 h 239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40375" h="239523">
                  <a:moveTo>
                    <a:pt x="336140" y="45604"/>
                  </a:moveTo>
                  <a:cubicBezTo>
                    <a:pt x="326685" y="45352"/>
                    <a:pt x="316095" y="46360"/>
                    <a:pt x="308909" y="44848"/>
                  </a:cubicBezTo>
                  <a:cubicBezTo>
                    <a:pt x="300337" y="42957"/>
                    <a:pt x="282184" y="41948"/>
                    <a:pt x="277393" y="37158"/>
                  </a:cubicBezTo>
                  <a:cubicBezTo>
                    <a:pt x="272603" y="32367"/>
                    <a:pt x="265039" y="28585"/>
                    <a:pt x="265039" y="34258"/>
                  </a:cubicBezTo>
                  <a:cubicBezTo>
                    <a:pt x="265039" y="40057"/>
                    <a:pt x="251676" y="40940"/>
                    <a:pt x="243986" y="36149"/>
                  </a:cubicBezTo>
                  <a:cubicBezTo>
                    <a:pt x="236296" y="31359"/>
                    <a:pt x="223941" y="27577"/>
                    <a:pt x="218269" y="23795"/>
                  </a:cubicBezTo>
                  <a:cubicBezTo>
                    <a:pt x="215243" y="21778"/>
                    <a:pt x="209066" y="19256"/>
                    <a:pt x="203141" y="16357"/>
                  </a:cubicBezTo>
                  <a:cubicBezTo>
                    <a:pt x="195199" y="17870"/>
                    <a:pt x="172255" y="9550"/>
                    <a:pt x="157253" y="11314"/>
                  </a:cubicBezTo>
                  <a:cubicBezTo>
                    <a:pt x="141117" y="13331"/>
                    <a:pt x="89808" y="8919"/>
                    <a:pt x="69764" y="10558"/>
                  </a:cubicBezTo>
                  <a:cubicBezTo>
                    <a:pt x="49720" y="12071"/>
                    <a:pt x="48585" y="2364"/>
                    <a:pt x="37617" y="2364"/>
                  </a:cubicBezTo>
                  <a:cubicBezTo>
                    <a:pt x="26650" y="2364"/>
                    <a:pt x="31314" y="15727"/>
                    <a:pt x="15682" y="16105"/>
                  </a:cubicBezTo>
                  <a:cubicBezTo>
                    <a:pt x="-76" y="16483"/>
                    <a:pt x="-1589" y="26316"/>
                    <a:pt x="9757" y="35393"/>
                  </a:cubicBezTo>
                  <a:cubicBezTo>
                    <a:pt x="16186" y="40561"/>
                    <a:pt x="15430" y="51403"/>
                    <a:pt x="14547" y="61362"/>
                  </a:cubicBezTo>
                  <a:cubicBezTo>
                    <a:pt x="17825" y="60984"/>
                    <a:pt x="20221" y="60102"/>
                    <a:pt x="21607" y="58337"/>
                  </a:cubicBezTo>
                  <a:cubicBezTo>
                    <a:pt x="26398" y="52664"/>
                    <a:pt x="31188" y="53546"/>
                    <a:pt x="31188" y="59345"/>
                  </a:cubicBezTo>
                  <a:cubicBezTo>
                    <a:pt x="31188" y="65144"/>
                    <a:pt x="41651" y="63127"/>
                    <a:pt x="47450" y="63127"/>
                  </a:cubicBezTo>
                  <a:cubicBezTo>
                    <a:pt x="53123" y="63127"/>
                    <a:pt x="51232" y="67917"/>
                    <a:pt x="57914" y="63127"/>
                  </a:cubicBezTo>
                  <a:cubicBezTo>
                    <a:pt x="64595" y="58337"/>
                    <a:pt x="74176" y="60228"/>
                    <a:pt x="74176" y="66027"/>
                  </a:cubicBezTo>
                  <a:cubicBezTo>
                    <a:pt x="74176" y="71699"/>
                    <a:pt x="88421" y="68926"/>
                    <a:pt x="80858" y="76490"/>
                  </a:cubicBezTo>
                  <a:cubicBezTo>
                    <a:pt x="73168" y="84180"/>
                    <a:pt x="63713" y="86071"/>
                    <a:pt x="63713" y="91744"/>
                  </a:cubicBezTo>
                  <a:cubicBezTo>
                    <a:pt x="63713" y="97543"/>
                    <a:pt x="72285" y="109897"/>
                    <a:pt x="65604" y="116579"/>
                  </a:cubicBezTo>
                  <a:cubicBezTo>
                    <a:pt x="58922" y="123260"/>
                    <a:pt x="67495" y="134732"/>
                    <a:pt x="60814" y="134732"/>
                  </a:cubicBezTo>
                  <a:cubicBezTo>
                    <a:pt x="54132" y="134732"/>
                    <a:pt x="46442" y="137631"/>
                    <a:pt x="54132" y="145195"/>
                  </a:cubicBezTo>
                  <a:cubicBezTo>
                    <a:pt x="61822" y="152885"/>
                    <a:pt x="67495" y="159567"/>
                    <a:pt x="61822" y="159567"/>
                  </a:cubicBezTo>
                  <a:cubicBezTo>
                    <a:pt x="56023" y="159567"/>
                    <a:pt x="52241" y="171039"/>
                    <a:pt x="55140" y="173938"/>
                  </a:cubicBezTo>
                  <a:cubicBezTo>
                    <a:pt x="58040" y="176838"/>
                    <a:pt x="71403" y="185410"/>
                    <a:pt x="60939" y="187301"/>
                  </a:cubicBezTo>
                  <a:cubicBezTo>
                    <a:pt x="50476" y="189192"/>
                    <a:pt x="50476" y="197765"/>
                    <a:pt x="50476" y="203564"/>
                  </a:cubicBezTo>
                  <a:cubicBezTo>
                    <a:pt x="50476" y="205707"/>
                    <a:pt x="52241" y="208858"/>
                    <a:pt x="54384" y="212136"/>
                  </a:cubicBezTo>
                  <a:cubicBezTo>
                    <a:pt x="59300" y="211254"/>
                    <a:pt x="64091" y="211127"/>
                    <a:pt x="68503" y="213144"/>
                  </a:cubicBezTo>
                  <a:cubicBezTo>
                    <a:pt x="79471" y="218187"/>
                    <a:pt x="85900" y="245543"/>
                    <a:pt x="100650" y="243778"/>
                  </a:cubicBezTo>
                  <a:cubicBezTo>
                    <a:pt x="106953" y="243022"/>
                    <a:pt x="103801" y="238231"/>
                    <a:pt x="106953" y="235080"/>
                  </a:cubicBezTo>
                  <a:cubicBezTo>
                    <a:pt x="110105" y="231928"/>
                    <a:pt x="115904" y="234323"/>
                    <a:pt x="122207" y="234323"/>
                  </a:cubicBezTo>
                  <a:cubicBezTo>
                    <a:pt x="128510" y="234323"/>
                    <a:pt x="131662" y="225247"/>
                    <a:pt x="146538" y="224869"/>
                  </a:cubicBezTo>
                  <a:cubicBezTo>
                    <a:pt x="161413" y="224490"/>
                    <a:pt x="170868" y="223230"/>
                    <a:pt x="180323" y="223734"/>
                  </a:cubicBezTo>
                  <a:cubicBezTo>
                    <a:pt x="189778" y="224112"/>
                    <a:pt x="197216" y="220960"/>
                    <a:pt x="199485" y="214279"/>
                  </a:cubicBezTo>
                  <a:cubicBezTo>
                    <a:pt x="201880" y="207598"/>
                    <a:pt x="209696" y="201673"/>
                    <a:pt x="220286" y="200160"/>
                  </a:cubicBezTo>
                  <a:cubicBezTo>
                    <a:pt x="230875" y="198647"/>
                    <a:pt x="229362" y="187553"/>
                    <a:pt x="230119" y="181376"/>
                  </a:cubicBezTo>
                  <a:cubicBezTo>
                    <a:pt x="230875" y="175073"/>
                    <a:pt x="248524" y="165618"/>
                    <a:pt x="249785" y="160954"/>
                  </a:cubicBezTo>
                  <a:cubicBezTo>
                    <a:pt x="250919" y="156289"/>
                    <a:pt x="239574" y="138262"/>
                    <a:pt x="250163" y="122125"/>
                  </a:cubicBezTo>
                  <a:cubicBezTo>
                    <a:pt x="260752" y="105989"/>
                    <a:pt x="272098" y="105233"/>
                    <a:pt x="272098" y="96282"/>
                  </a:cubicBezTo>
                  <a:cubicBezTo>
                    <a:pt x="272098" y="87962"/>
                    <a:pt x="283066" y="84936"/>
                    <a:pt x="296429" y="83297"/>
                  </a:cubicBezTo>
                  <a:cubicBezTo>
                    <a:pt x="309792" y="81785"/>
                    <a:pt x="314078" y="72708"/>
                    <a:pt x="325424" y="68044"/>
                  </a:cubicBezTo>
                  <a:cubicBezTo>
                    <a:pt x="334627" y="63884"/>
                    <a:pt x="338030" y="56824"/>
                    <a:pt x="336140" y="45604"/>
                  </a:cubicBezTo>
                  <a:close/>
                  <a:moveTo>
                    <a:pt x="338409" y="131328"/>
                  </a:moveTo>
                  <a:cubicBezTo>
                    <a:pt x="336392" y="117965"/>
                    <a:pt x="309540" y="135362"/>
                    <a:pt x="315213" y="139144"/>
                  </a:cubicBezTo>
                  <a:cubicBezTo>
                    <a:pt x="327063" y="147086"/>
                    <a:pt x="340426" y="144691"/>
                    <a:pt x="338409" y="131328"/>
                  </a:cubicBezTo>
                  <a:close/>
                </a:path>
              </a:pathLst>
            </a:custGeom>
            <a:grpFill/>
            <a:ln w="1270" cap="flat">
              <a:solidFill>
                <a:schemeClr val="bg1"/>
              </a:solidFill>
              <a:prstDash val="solid"/>
              <a:miter/>
            </a:ln>
          </p:spPr>
          <p:txBody>
            <a:bodyPr rtlCol="0" anchor="ctr"/>
            <a:lstStyle/>
            <a:p>
              <a:endParaRPr lang="ko-KR" altLang="en-US"/>
            </a:p>
          </p:txBody>
        </p:sp>
        <p:sp>
          <p:nvSpPr>
            <p:cNvPr id="148" name="자유형: 도형 128">
              <a:extLst>
                <a:ext uri="{FF2B5EF4-FFF2-40B4-BE49-F238E27FC236}">
                  <a16:creationId xmlns:a16="http://schemas.microsoft.com/office/drawing/2014/main" id="{675A1615-9697-1F40-BD5D-73D5E217BDDD}"/>
                </a:ext>
              </a:extLst>
            </p:cNvPr>
            <p:cNvSpPr/>
            <p:nvPr/>
          </p:nvSpPr>
          <p:spPr>
            <a:xfrm>
              <a:off x="6141599" y="3215775"/>
              <a:ext cx="88246" cy="50426"/>
            </a:xfrm>
            <a:custGeom>
              <a:avLst/>
              <a:gdLst>
                <a:gd name="connsiteX0" fmla="*/ 2558 w 88245"/>
                <a:gd name="connsiteY0" fmla="*/ 45521 h 50426"/>
                <a:gd name="connsiteX1" fmla="*/ 19451 w 88245"/>
                <a:gd name="connsiteY1" fmla="*/ 43378 h 50426"/>
                <a:gd name="connsiteX2" fmla="*/ 24115 w 88245"/>
                <a:gd name="connsiteY2" fmla="*/ 51320 h 50426"/>
                <a:gd name="connsiteX3" fmla="*/ 42773 w 88245"/>
                <a:gd name="connsiteY3" fmla="*/ 47664 h 50426"/>
                <a:gd name="connsiteX4" fmla="*/ 59287 w 88245"/>
                <a:gd name="connsiteY4" fmla="*/ 48294 h 50426"/>
                <a:gd name="connsiteX5" fmla="*/ 68742 w 88245"/>
                <a:gd name="connsiteY5" fmla="*/ 36570 h 50426"/>
                <a:gd name="connsiteX6" fmla="*/ 75171 w 88245"/>
                <a:gd name="connsiteY6" fmla="*/ 23585 h 50426"/>
                <a:gd name="connsiteX7" fmla="*/ 91686 w 88245"/>
                <a:gd name="connsiteY7" fmla="*/ 12366 h 50426"/>
                <a:gd name="connsiteX8" fmla="*/ 85257 w 88245"/>
                <a:gd name="connsiteY8" fmla="*/ 2406 h 50426"/>
                <a:gd name="connsiteX9" fmla="*/ 66977 w 88245"/>
                <a:gd name="connsiteY9" fmla="*/ 8331 h 50426"/>
                <a:gd name="connsiteX10" fmla="*/ 44033 w 88245"/>
                <a:gd name="connsiteY10" fmla="*/ 16526 h 50426"/>
                <a:gd name="connsiteX11" fmla="*/ 14660 w 88245"/>
                <a:gd name="connsiteY11" fmla="*/ 11231 h 50426"/>
                <a:gd name="connsiteX12" fmla="*/ 4071 w 88245"/>
                <a:gd name="connsiteY12" fmla="*/ 10349 h 50426"/>
                <a:gd name="connsiteX13" fmla="*/ 2558 w 88245"/>
                <a:gd name="connsiteY13" fmla="*/ 45521 h 50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8245" h="50426">
                  <a:moveTo>
                    <a:pt x="2558" y="45521"/>
                  </a:moveTo>
                  <a:cubicBezTo>
                    <a:pt x="8861" y="42999"/>
                    <a:pt x="16047" y="41991"/>
                    <a:pt x="19451" y="43378"/>
                  </a:cubicBezTo>
                  <a:cubicBezTo>
                    <a:pt x="22476" y="44638"/>
                    <a:pt x="23485" y="47790"/>
                    <a:pt x="24115" y="51320"/>
                  </a:cubicBezTo>
                  <a:cubicBezTo>
                    <a:pt x="29536" y="50563"/>
                    <a:pt x="39495" y="49051"/>
                    <a:pt x="42773" y="47664"/>
                  </a:cubicBezTo>
                  <a:cubicBezTo>
                    <a:pt x="47563" y="45899"/>
                    <a:pt x="58027" y="51824"/>
                    <a:pt x="59287" y="48294"/>
                  </a:cubicBezTo>
                  <a:cubicBezTo>
                    <a:pt x="60422" y="44764"/>
                    <a:pt x="63952" y="36570"/>
                    <a:pt x="68742" y="36570"/>
                  </a:cubicBezTo>
                  <a:cubicBezTo>
                    <a:pt x="73407" y="36570"/>
                    <a:pt x="70507" y="24216"/>
                    <a:pt x="75171" y="23585"/>
                  </a:cubicBezTo>
                  <a:cubicBezTo>
                    <a:pt x="79836" y="22955"/>
                    <a:pt x="91686" y="12366"/>
                    <a:pt x="91686" y="12366"/>
                  </a:cubicBezTo>
                  <a:cubicBezTo>
                    <a:pt x="91686" y="12366"/>
                    <a:pt x="87021" y="2911"/>
                    <a:pt x="85257" y="2406"/>
                  </a:cubicBezTo>
                  <a:cubicBezTo>
                    <a:pt x="83492" y="1776"/>
                    <a:pt x="77567" y="8331"/>
                    <a:pt x="66977" y="8331"/>
                  </a:cubicBezTo>
                  <a:cubicBezTo>
                    <a:pt x="56388" y="8331"/>
                    <a:pt x="48698" y="16526"/>
                    <a:pt x="44033" y="16526"/>
                  </a:cubicBezTo>
                  <a:cubicBezTo>
                    <a:pt x="39369" y="16526"/>
                    <a:pt x="24620" y="11861"/>
                    <a:pt x="14660" y="11231"/>
                  </a:cubicBezTo>
                  <a:cubicBezTo>
                    <a:pt x="11130" y="10979"/>
                    <a:pt x="7474" y="10727"/>
                    <a:pt x="4071" y="10349"/>
                  </a:cubicBezTo>
                  <a:cubicBezTo>
                    <a:pt x="2936" y="19299"/>
                    <a:pt x="1928" y="33040"/>
                    <a:pt x="2558" y="45521"/>
                  </a:cubicBezTo>
                  <a:close/>
                </a:path>
              </a:pathLst>
            </a:custGeom>
            <a:grpFill/>
            <a:ln w="1270" cap="flat">
              <a:solidFill>
                <a:schemeClr val="bg1"/>
              </a:solidFill>
              <a:prstDash val="solid"/>
              <a:miter/>
            </a:ln>
          </p:spPr>
          <p:txBody>
            <a:bodyPr rtlCol="0" anchor="ctr"/>
            <a:lstStyle/>
            <a:p>
              <a:endParaRPr lang="ko-KR" altLang="en-US"/>
            </a:p>
          </p:txBody>
        </p:sp>
        <p:sp>
          <p:nvSpPr>
            <p:cNvPr id="149" name="자유형: 도형 129">
              <a:extLst>
                <a:ext uri="{FF2B5EF4-FFF2-40B4-BE49-F238E27FC236}">
                  <a16:creationId xmlns:a16="http://schemas.microsoft.com/office/drawing/2014/main" id="{FFC33F58-3512-374D-B496-F2B3FB67DFE6}"/>
                </a:ext>
              </a:extLst>
            </p:cNvPr>
            <p:cNvSpPr/>
            <p:nvPr/>
          </p:nvSpPr>
          <p:spPr>
            <a:xfrm>
              <a:off x="6325091" y="3383736"/>
              <a:ext cx="163885" cy="214311"/>
            </a:xfrm>
            <a:custGeom>
              <a:avLst/>
              <a:gdLst>
                <a:gd name="connsiteX0" fmla="*/ 168518 w 163884"/>
                <a:gd name="connsiteY0" fmla="*/ 2364 h 214310"/>
                <a:gd name="connsiteX1" fmla="*/ 155785 w 163884"/>
                <a:gd name="connsiteY1" fmla="*/ 8541 h 214310"/>
                <a:gd name="connsiteX2" fmla="*/ 145574 w 163884"/>
                <a:gd name="connsiteY2" fmla="*/ 14844 h 214310"/>
                <a:gd name="connsiteX3" fmla="*/ 117335 w 163884"/>
                <a:gd name="connsiteY3" fmla="*/ 10180 h 214310"/>
                <a:gd name="connsiteX4" fmla="*/ 81785 w 163884"/>
                <a:gd name="connsiteY4" fmla="*/ 9802 h 214310"/>
                <a:gd name="connsiteX5" fmla="*/ 81281 w 163884"/>
                <a:gd name="connsiteY5" fmla="*/ 11062 h 214310"/>
                <a:gd name="connsiteX6" fmla="*/ 56572 w 163884"/>
                <a:gd name="connsiteY6" fmla="*/ 22408 h 214310"/>
                <a:gd name="connsiteX7" fmla="*/ 44217 w 163884"/>
                <a:gd name="connsiteY7" fmla="*/ 30098 h 214310"/>
                <a:gd name="connsiteX8" fmla="*/ 25938 w 163884"/>
                <a:gd name="connsiteY8" fmla="*/ 32493 h 214310"/>
                <a:gd name="connsiteX9" fmla="*/ 16483 w 163884"/>
                <a:gd name="connsiteY9" fmla="*/ 47747 h 214310"/>
                <a:gd name="connsiteX10" fmla="*/ 10054 w 163884"/>
                <a:gd name="connsiteY10" fmla="*/ 57706 h 214310"/>
                <a:gd name="connsiteX11" fmla="*/ 2364 w 163884"/>
                <a:gd name="connsiteY11" fmla="*/ 72078 h 214310"/>
                <a:gd name="connsiteX12" fmla="*/ 3499 w 163884"/>
                <a:gd name="connsiteY12" fmla="*/ 72708 h 214310"/>
                <a:gd name="connsiteX13" fmla="*/ 17618 w 163884"/>
                <a:gd name="connsiteY13" fmla="*/ 95400 h 214310"/>
                <a:gd name="connsiteX14" fmla="*/ 36401 w 163884"/>
                <a:gd name="connsiteY14" fmla="*/ 101703 h 214310"/>
                <a:gd name="connsiteX15" fmla="*/ 60354 w 163884"/>
                <a:gd name="connsiteY15" fmla="*/ 110401 h 214310"/>
                <a:gd name="connsiteX16" fmla="*/ 32115 w 163884"/>
                <a:gd name="connsiteY16" fmla="*/ 112797 h 214310"/>
                <a:gd name="connsiteX17" fmla="*/ 37662 w 163884"/>
                <a:gd name="connsiteY17" fmla="*/ 135110 h 214310"/>
                <a:gd name="connsiteX18" fmla="*/ 51403 w 163884"/>
                <a:gd name="connsiteY18" fmla="*/ 153516 h 214310"/>
                <a:gd name="connsiteX19" fmla="*/ 76112 w 163884"/>
                <a:gd name="connsiteY19" fmla="*/ 165240 h 214310"/>
                <a:gd name="connsiteX20" fmla="*/ 71447 w 163884"/>
                <a:gd name="connsiteY20" fmla="*/ 138514 h 214310"/>
                <a:gd name="connsiteX21" fmla="*/ 89853 w 163884"/>
                <a:gd name="connsiteY21" fmla="*/ 137758 h 214310"/>
                <a:gd name="connsiteX22" fmla="*/ 77751 w 163884"/>
                <a:gd name="connsiteY22" fmla="*/ 127168 h 214310"/>
                <a:gd name="connsiteX23" fmla="*/ 87206 w 163884"/>
                <a:gd name="connsiteY23" fmla="*/ 122125 h 214310"/>
                <a:gd name="connsiteX24" fmla="*/ 106367 w 163884"/>
                <a:gd name="connsiteY24" fmla="*/ 119730 h 214310"/>
                <a:gd name="connsiteX25" fmla="*/ 97795 w 163884"/>
                <a:gd name="connsiteY25" fmla="*/ 98173 h 214310"/>
                <a:gd name="connsiteX26" fmla="*/ 75860 w 163884"/>
                <a:gd name="connsiteY26" fmla="*/ 98930 h 214310"/>
                <a:gd name="connsiteX27" fmla="*/ 84558 w 163884"/>
                <a:gd name="connsiteY27" fmla="*/ 84810 h 214310"/>
                <a:gd name="connsiteX28" fmla="*/ 63001 w 163884"/>
                <a:gd name="connsiteY28" fmla="*/ 54933 h 214310"/>
                <a:gd name="connsiteX29" fmla="*/ 76742 w 163884"/>
                <a:gd name="connsiteY29" fmla="*/ 47495 h 214310"/>
                <a:gd name="connsiteX30" fmla="*/ 97921 w 163884"/>
                <a:gd name="connsiteY30" fmla="*/ 50647 h 214310"/>
                <a:gd name="connsiteX31" fmla="*/ 102964 w 163884"/>
                <a:gd name="connsiteY31" fmla="*/ 30602 h 214310"/>
                <a:gd name="connsiteX32" fmla="*/ 119100 w 163884"/>
                <a:gd name="connsiteY32" fmla="*/ 35771 h 214310"/>
                <a:gd name="connsiteX33" fmla="*/ 139144 w 163884"/>
                <a:gd name="connsiteY33" fmla="*/ 25938 h 214310"/>
                <a:gd name="connsiteX34" fmla="*/ 157046 w 163884"/>
                <a:gd name="connsiteY34" fmla="*/ 34510 h 214310"/>
                <a:gd name="connsiteX35" fmla="*/ 163223 w 163884"/>
                <a:gd name="connsiteY35" fmla="*/ 25434 h 214310"/>
                <a:gd name="connsiteX36" fmla="*/ 170913 w 163884"/>
                <a:gd name="connsiteY36" fmla="*/ 13079 h 214310"/>
                <a:gd name="connsiteX37" fmla="*/ 168518 w 163884"/>
                <a:gd name="connsiteY37" fmla="*/ 2364 h 214310"/>
                <a:gd name="connsiteX38" fmla="*/ 146330 w 163884"/>
                <a:gd name="connsiteY38" fmla="*/ 200286 h 214310"/>
                <a:gd name="connsiteX39" fmla="*/ 104351 w 163884"/>
                <a:gd name="connsiteY39" fmla="*/ 195621 h 214310"/>
                <a:gd name="connsiteX40" fmla="*/ 88214 w 163884"/>
                <a:gd name="connsiteY40" fmla="*/ 202303 h 214310"/>
                <a:gd name="connsiteX41" fmla="*/ 127042 w 163884"/>
                <a:gd name="connsiteY41" fmla="*/ 212514 h 214310"/>
                <a:gd name="connsiteX42" fmla="*/ 162718 w 163884"/>
                <a:gd name="connsiteY42" fmla="*/ 201547 h 214310"/>
                <a:gd name="connsiteX43" fmla="*/ 146330 w 163884"/>
                <a:gd name="connsiteY43" fmla="*/ 200286 h 21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63884" h="214310">
                  <a:moveTo>
                    <a:pt x="168518" y="2364"/>
                  </a:moveTo>
                  <a:cubicBezTo>
                    <a:pt x="162593" y="2994"/>
                    <a:pt x="154399" y="5137"/>
                    <a:pt x="155785" y="8541"/>
                  </a:cubicBezTo>
                  <a:cubicBezTo>
                    <a:pt x="157298" y="12449"/>
                    <a:pt x="151877" y="14844"/>
                    <a:pt x="145574" y="14844"/>
                  </a:cubicBezTo>
                  <a:cubicBezTo>
                    <a:pt x="145574" y="14844"/>
                    <a:pt x="123639" y="13331"/>
                    <a:pt x="117335" y="10180"/>
                  </a:cubicBezTo>
                  <a:cubicBezTo>
                    <a:pt x="112545" y="7784"/>
                    <a:pt x="91618" y="9045"/>
                    <a:pt x="81785" y="9802"/>
                  </a:cubicBezTo>
                  <a:cubicBezTo>
                    <a:pt x="81785" y="10180"/>
                    <a:pt x="81659" y="10558"/>
                    <a:pt x="81281" y="11062"/>
                  </a:cubicBezTo>
                  <a:cubicBezTo>
                    <a:pt x="78885" y="14592"/>
                    <a:pt x="60102" y="24173"/>
                    <a:pt x="56572" y="22408"/>
                  </a:cubicBezTo>
                  <a:cubicBezTo>
                    <a:pt x="53042" y="20643"/>
                    <a:pt x="51277" y="28333"/>
                    <a:pt x="44217" y="30098"/>
                  </a:cubicBezTo>
                  <a:cubicBezTo>
                    <a:pt x="37158" y="31863"/>
                    <a:pt x="26568" y="29468"/>
                    <a:pt x="25938" y="32493"/>
                  </a:cubicBezTo>
                  <a:cubicBezTo>
                    <a:pt x="25308" y="35393"/>
                    <a:pt x="20643" y="43713"/>
                    <a:pt x="16483" y="47747"/>
                  </a:cubicBezTo>
                  <a:cubicBezTo>
                    <a:pt x="12323" y="51907"/>
                    <a:pt x="15853" y="56572"/>
                    <a:pt x="10054" y="57706"/>
                  </a:cubicBezTo>
                  <a:cubicBezTo>
                    <a:pt x="6146" y="58463"/>
                    <a:pt x="4507" y="65648"/>
                    <a:pt x="2364" y="72078"/>
                  </a:cubicBezTo>
                  <a:cubicBezTo>
                    <a:pt x="2742" y="72330"/>
                    <a:pt x="3120" y="72582"/>
                    <a:pt x="3499" y="72708"/>
                  </a:cubicBezTo>
                  <a:cubicBezTo>
                    <a:pt x="12071" y="75481"/>
                    <a:pt x="18752" y="85693"/>
                    <a:pt x="17618" y="95400"/>
                  </a:cubicBezTo>
                  <a:cubicBezTo>
                    <a:pt x="16483" y="105233"/>
                    <a:pt x="30224" y="108763"/>
                    <a:pt x="36401" y="101703"/>
                  </a:cubicBezTo>
                  <a:cubicBezTo>
                    <a:pt x="42705" y="94643"/>
                    <a:pt x="60354" y="105611"/>
                    <a:pt x="60354" y="110401"/>
                  </a:cubicBezTo>
                  <a:cubicBezTo>
                    <a:pt x="60354" y="115066"/>
                    <a:pt x="42327" y="105359"/>
                    <a:pt x="32115" y="112797"/>
                  </a:cubicBezTo>
                  <a:cubicBezTo>
                    <a:pt x="21904" y="120234"/>
                    <a:pt x="39931" y="127294"/>
                    <a:pt x="37662" y="135110"/>
                  </a:cubicBezTo>
                  <a:cubicBezTo>
                    <a:pt x="35267" y="142926"/>
                    <a:pt x="42327" y="153894"/>
                    <a:pt x="51403" y="153516"/>
                  </a:cubicBezTo>
                  <a:cubicBezTo>
                    <a:pt x="60480" y="153137"/>
                    <a:pt x="70565" y="168013"/>
                    <a:pt x="76112" y="165240"/>
                  </a:cubicBezTo>
                  <a:cubicBezTo>
                    <a:pt x="81659" y="162466"/>
                    <a:pt x="69430" y="141666"/>
                    <a:pt x="71447" y="138514"/>
                  </a:cubicBezTo>
                  <a:cubicBezTo>
                    <a:pt x="73465" y="135362"/>
                    <a:pt x="84432" y="144061"/>
                    <a:pt x="89853" y="137758"/>
                  </a:cubicBezTo>
                  <a:cubicBezTo>
                    <a:pt x="95400" y="131454"/>
                    <a:pt x="85945" y="126790"/>
                    <a:pt x="77751" y="127168"/>
                  </a:cubicBezTo>
                  <a:cubicBezTo>
                    <a:pt x="69557" y="127546"/>
                    <a:pt x="77373" y="116200"/>
                    <a:pt x="87206" y="122125"/>
                  </a:cubicBezTo>
                  <a:cubicBezTo>
                    <a:pt x="97039" y="128051"/>
                    <a:pt x="101703" y="120613"/>
                    <a:pt x="106367" y="119730"/>
                  </a:cubicBezTo>
                  <a:cubicBezTo>
                    <a:pt x="111032" y="118974"/>
                    <a:pt x="112292" y="102081"/>
                    <a:pt x="97795" y="98173"/>
                  </a:cubicBezTo>
                  <a:cubicBezTo>
                    <a:pt x="83298" y="94265"/>
                    <a:pt x="85189" y="108763"/>
                    <a:pt x="75860" y="98930"/>
                  </a:cubicBezTo>
                  <a:cubicBezTo>
                    <a:pt x="66405" y="89097"/>
                    <a:pt x="84558" y="93005"/>
                    <a:pt x="84558" y="84810"/>
                  </a:cubicBezTo>
                  <a:cubicBezTo>
                    <a:pt x="84558" y="76616"/>
                    <a:pt x="70061" y="64766"/>
                    <a:pt x="63001" y="54933"/>
                  </a:cubicBezTo>
                  <a:cubicBezTo>
                    <a:pt x="55941" y="45100"/>
                    <a:pt x="72834" y="40435"/>
                    <a:pt x="76742" y="47495"/>
                  </a:cubicBezTo>
                  <a:cubicBezTo>
                    <a:pt x="80650" y="54555"/>
                    <a:pt x="91240" y="53420"/>
                    <a:pt x="97921" y="50647"/>
                  </a:cubicBezTo>
                  <a:cubicBezTo>
                    <a:pt x="104603" y="47873"/>
                    <a:pt x="90862" y="35393"/>
                    <a:pt x="102964" y="30602"/>
                  </a:cubicBezTo>
                  <a:cubicBezTo>
                    <a:pt x="115192" y="25938"/>
                    <a:pt x="115192" y="34132"/>
                    <a:pt x="119100" y="35771"/>
                  </a:cubicBezTo>
                  <a:cubicBezTo>
                    <a:pt x="123008" y="37284"/>
                    <a:pt x="126538" y="25938"/>
                    <a:pt x="139144" y="25938"/>
                  </a:cubicBezTo>
                  <a:cubicBezTo>
                    <a:pt x="145700" y="25938"/>
                    <a:pt x="151499" y="30224"/>
                    <a:pt x="157046" y="34510"/>
                  </a:cubicBezTo>
                  <a:cubicBezTo>
                    <a:pt x="160449" y="30728"/>
                    <a:pt x="163223" y="28585"/>
                    <a:pt x="163223" y="25434"/>
                  </a:cubicBezTo>
                  <a:cubicBezTo>
                    <a:pt x="163223" y="21273"/>
                    <a:pt x="170913" y="19509"/>
                    <a:pt x="170913" y="13079"/>
                  </a:cubicBezTo>
                  <a:cubicBezTo>
                    <a:pt x="170661" y="9676"/>
                    <a:pt x="169400" y="5768"/>
                    <a:pt x="168518" y="2364"/>
                  </a:cubicBezTo>
                  <a:close/>
                  <a:moveTo>
                    <a:pt x="146330" y="200286"/>
                  </a:moveTo>
                  <a:cubicBezTo>
                    <a:pt x="140027" y="196756"/>
                    <a:pt x="111788" y="202681"/>
                    <a:pt x="104351" y="195621"/>
                  </a:cubicBezTo>
                  <a:cubicBezTo>
                    <a:pt x="96912" y="188562"/>
                    <a:pt x="81659" y="201168"/>
                    <a:pt x="88214" y="202303"/>
                  </a:cubicBezTo>
                  <a:cubicBezTo>
                    <a:pt x="97669" y="203816"/>
                    <a:pt x="111788" y="212136"/>
                    <a:pt x="127042" y="212514"/>
                  </a:cubicBezTo>
                  <a:cubicBezTo>
                    <a:pt x="142296" y="212892"/>
                    <a:pt x="163097" y="205454"/>
                    <a:pt x="162718" y="201547"/>
                  </a:cubicBezTo>
                  <a:cubicBezTo>
                    <a:pt x="162340" y="197512"/>
                    <a:pt x="152633" y="203816"/>
                    <a:pt x="146330" y="200286"/>
                  </a:cubicBezTo>
                  <a:close/>
                </a:path>
              </a:pathLst>
            </a:custGeom>
            <a:grpFill/>
            <a:ln w="1270" cap="flat">
              <a:solidFill>
                <a:schemeClr val="bg1"/>
              </a:solidFill>
              <a:prstDash val="solid"/>
              <a:miter/>
            </a:ln>
          </p:spPr>
          <p:txBody>
            <a:bodyPr rtlCol="0" anchor="ctr"/>
            <a:lstStyle/>
            <a:p>
              <a:endParaRPr lang="ko-KR" altLang="en-US"/>
            </a:p>
          </p:txBody>
        </p:sp>
        <p:sp>
          <p:nvSpPr>
            <p:cNvPr id="150" name="자유형: 도형 130">
              <a:extLst>
                <a:ext uri="{FF2B5EF4-FFF2-40B4-BE49-F238E27FC236}">
                  <a16:creationId xmlns:a16="http://schemas.microsoft.com/office/drawing/2014/main" id="{D72E88D1-6499-144B-9E6B-99E8BF6A866B}"/>
                </a:ext>
              </a:extLst>
            </p:cNvPr>
            <p:cNvSpPr/>
            <p:nvPr/>
          </p:nvSpPr>
          <p:spPr>
            <a:xfrm>
              <a:off x="6642595" y="3568747"/>
              <a:ext cx="63033" cy="37820"/>
            </a:xfrm>
            <a:custGeom>
              <a:avLst/>
              <a:gdLst>
                <a:gd name="connsiteX0" fmla="*/ 44146 w 63032"/>
                <a:gd name="connsiteY0" fmla="*/ 26242 h 37819"/>
                <a:gd name="connsiteX1" fmla="*/ 58265 w 63032"/>
                <a:gd name="connsiteY1" fmla="*/ 9350 h 37819"/>
                <a:gd name="connsiteX2" fmla="*/ 57887 w 63032"/>
                <a:gd name="connsiteY2" fmla="*/ 4181 h 37819"/>
                <a:gd name="connsiteX3" fmla="*/ 20193 w 63032"/>
                <a:gd name="connsiteY3" fmla="*/ 15527 h 37819"/>
                <a:gd name="connsiteX4" fmla="*/ 8091 w 63032"/>
                <a:gd name="connsiteY4" fmla="*/ 34310 h 37819"/>
                <a:gd name="connsiteX5" fmla="*/ 44146 w 63032"/>
                <a:gd name="connsiteY5" fmla="*/ 26242 h 3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032" h="37819">
                  <a:moveTo>
                    <a:pt x="44146" y="26242"/>
                  </a:moveTo>
                  <a:cubicBezTo>
                    <a:pt x="43389" y="21956"/>
                    <a:pt x="49314" y="12879"/>
                    <a:pt x="58265" y="9350"/>
                  </a:cubicBezTo>
                  <a:cubicBezTo>
                    <a:pt x="67216" y="5820"/>
                    <a:pt x="63812" y="-862"/>
                    <a:pt x="57887" y="4181"/>
                  </a:cubicBezTo>
                  <a:cubicBezTo>
                    <a:pt x="51962" y="9350"/>
                    <a:pt x="37842" y="14771"/>
                    <a:pt x="20193" y="15527"/>
                  </a:cubicBezTo>
                  <a:cubicBezTo>
                    <a:pt x="2544" y="16283"/>
                    <a:pt x="-3002" y="27881"/>
                    <a:pt x="8091" y="34310"/>
                  </a:cubicBezTo>
                  <a:cubicBezTo>
                    <a:pt x="22211" y="42757"/>
                    <a:pt x="45028" y="30529"/>
                    <a:pt x="44146" y="26242"/>
                  </a:cubicBezTo>
                  <a:close/>
                </a:path>
              </a:pathLst>
            </a:custGeom>
            <a:grpFill/>
            <a:ln w="1270" cap="flat">
              <a:solidFill>
                <a:schemeClr val="bg1"/>
              </a:solidFill>
              <a:prstDash val="solid"/>
              <a:miter/>
            </a:ln>
          </p:spPr>
          <p:txBody>
            <a:bodyPr rtlCol="0" anchor="ctr"/>
            <a:lstStyle/>
            <a:p>
              <a:endParaRPr lang="ko-KR" altLang="en-US"/>
            </a:p>
          </p:txBody>
        </p:sp>
        <p:sp>
          <p:nvSpPr>
            <p:cNvPr id="151" name="자유형: 도형 131">
              <a:extLst>
                <a:ext uri="{FF2B5EF4-FFF2-40B4-BE49-F238E27FC236}">
                  <a16:creationId xmlns:a16="http://schemas.microsoft.com/office/drawing/2014/main" id="{8EE5459B-8B0E-1947-A616-21C8A3E20A3A}"/>
                </a:ext>
              </a:extLst>
            </p:cNvPr>
            <p:cNvSpPr/>
            <p:nvPr/>
          </p:nvSpPr>
          <p:spPr>
            <a:xfrm>
              <a:off x="5154927" y="2460196"/>
              <a:ext cx="277343" cy="138672"/>
            </a:xfrm>
            <a:custGeom>
              <a:avLst/>
              <a:gdLst>
                <a:gd name="connsiteX0" fmla="*/ 240782 w 277343"/>
                <a:gd name="connsiteY0" fmla="*/ 101817 h 138671"/>
                <a:gd name="connsiteX1" fmla="*/ 261961 w 277343"/>
                <a:gd name="connsiteY1" fmla="*/ 84924 h 138671"/>
                <a:gd name="connsiteX2" fmla="*/ 282383 w 277343"/>
                <a:gd name="connsiteY2" fmla="*/ 65258 h 138671"/>
                <a:gd name="connsiteX3" fmla="*/ 268642 w 277343"/>
                <a:gd name="connsiteY3" fmla="*/ 43323 h 138671"/>
                <a:gd name="connsiteX4" fmla="*/ 254145 w 277343"/>
                <a:gd name="connsiteY4" fmla="*/ 30338 h 138671"/>
                <a:gd name="connsiteX5" fmla="*/ 249480 w 277343"/>
                <a:gd name="connsiteY5" fmla="*/ 13824 h 138671"/>
                <a:gd name="connsiteX6" fmla="*/ 231453 w 277343"/>
                <a:gd name="connsiteY6" fmla="*/ 14958 h 138671"/>
                <a:gd name="connsiteX7" fmla="*/ 205988 w 277343"/>
                <a:gd name="connsiteY7" fmla="*/ 2730 h 138671"/>
                <a:gd name="connsiteX8" fmla="*/ 202836 w 277343"/>
                <a:gd name="connsiteY8" fmla="*/ 18866 h 138671"/>
                <a:gd name="connsiteX9" fmla="*/ 187204 w 277343"/>
                <a:gd name="connsiteY9" fmla="*/ 20001 h 138671"/>
                <a:gd name="connsiteX10" fmla="*/ 176614 w 277343"/>
                <a:gd name="connsiteY10" fmla="*/ 20379 h 138671"/>
                <a:gd name="connsiteX11" fmla="*/ 161361 w 277343"/>
                <a:gd name="connsiteY11" fmla="*/ 22774 h 138671"/>
                <a:gd name="connsiteX12" fmla="*/ 147620 w 277343"/>
                <a:gd name="connsiteY12" fmla="*/ 18110 h 138671"/>
                <a:gd name="connsiteX13" fmla="*/ 129971 w 277343"/>
                <a:gd name="connsiteY13" fmla="*/ 30338 h 138671"/>
                <a:gd name="connsiteX14" fmla="*/ 119381 w 277343"/>
                <a:gd name="connsiteY14" fmla="*/ 24791 h 138671"/>
                <a:gd name="connsiteX15" fmla="*/ 107279 w 277343"/>
                <a:gd name="connsiteY15" fmla="*/ 32985 h 138671"/>
                <a:gd name="connsiteX16" fmla="*/ 103749 w 277343"/>
                <a:gd name="connsiteY16" fmla="*/ 45088 h 138671"/>
                <a:gd name="connsiteX17" fmla="*/ 86478 w 277343"/>
                <a:gd name="connsiteY17" fmla="*/ 52904 h 138671"/>
                <a:gd name="connsiteX18" fmla="*/ 79418 w 277343"/>
                <a:gd name="connsiteY18" fmla="*/ 31725 h 138671"/>
                <a:gd name="connsiteX19" fmla="*/ 38952 w 277343"/>
                <a:gd name="connsiteY19" fmla="*/ 4999 h 138671"/>
                <a:gd name="connsiteX20" fmla="*/ 42860 w 277343"/>
                <a:gd name="connsiteY20" fmla="*/ 19875 h 138671"/>
                <a:gd name="connsiteX21" fmla="*/ 33027 w 277343"/>
                <a:gd name="connsiteY21" fmla="*/ 19118 h 138671"/>
                <a:gd name="connsiteX22" fmla="*/ 15756 w 277343"/>
                <a:gd name="connsiteY22" fmla="*/ 25800 h 138671"/>
                <a:gd name="connsiteX23" fmla="*/ 2393 w 277343"/>
                <a:gd name="connsiteY23" fmla="*/ 43449 h 138671"/>
                <a:gd name="connsiteX24" fmla="*/ 27858 w 277343"/>
                <a:gd name="connsiteY24" fmla="*/ 49752 h 138671"/>
                <a:gd name="connsiteX25" fmla="*/ 60004 w 277343"/>
                <a:gd name="connsiteY25" fmla="*/ 49752 h 138671"/>
                <a:gd name="connsiteX26" fmla="*/ 54836 w 277343"/>
                <a:gd name="connsiteY26" fmla="*/ 62737 h 138671"/>
                <a:gd name="connsiteX27" fmla="*/ 41095 w 277343"/>
                <a:gd name="connsiteY27" fmla="*/ 70175 h 138671"/>
                <a:gd name="connsiteX28" fmla="*/ 10839 w 277343"/>
                <a:gd name="connsiteY28" fmla="*/ 78369 h 138671"/>
                <a:gd name="connsiteX29" fmla="*/ 49289 w 277343"/>
                <a:gd name="connsiteY29" fmla="*/ 79125 h 138671"/>
                <a:gd name="connsiteX30" fmla="*/ 58744 w 277343"/>
                <a:gd name="connsiteY30" fmla="*/ 88958 h 138671"/>
                <a:gd name="connsiteX31" fmla="*/ 66560 w 277343"/>
                <a:gd name="connsiteY31" fmla="*/ 97909 h 138671"/>
                <a:gd name="connsiteX32" fmla="*/ 57609 w 277343"/>
                <a:gd name="connsiteY32" fmla="*/ 110137 h 138671"/>
                <a:gd name="connsiteX33" fmla="*/ 44246 w 277343"/>
                <a:gd name="connsiteY33" fmla="*/ 118710 h 138671"/>
                <a:gd name="connsiteX34" fmla="*/ 78032 w 277343"/>
                <a:gd name="connsiteY34" fmla="*/ 117575 h 138671"/>
                <a:gd name="connsiteX35" fmla="*/ 126315 w 277343"/>
                <a:gd name="connsiteY35" fmla="*/ 136737 h 138671"/>
                <a:gd name="connsiteX36" fmla="*/ 172202 w 277343"/>
                <a:gd name="connsiteY36" fmla="*/ 126147 h 138671"/>
                <a:gd name="connsiteX37" fmla="*/ 205105 w 277343"/>
                <a:gd name="connsiteY37" fmla="*/ 115180 h 138671"/>
                <a:gd name="connsiteX38" fmla="*/ 240782 w 277343"/>
                <a:gd name="connsiteY38" fmla="*/ 101817 h 13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77343" h="138671">
                  <a:moveTo>
                    <a:pt x="240782" y="101817"/>
                  </a:moveTo>
                  <a:cubicBezTo>
                    <a:pt x="256036" y="101061"/>
                    <a:pt x="255657" y="84168"/>
                    <a:pt x="261961" y="84924"/>
                  </a:cubicBezTo>
                  <a:cubicBezTo>
                    <a:pt x="268264" y="85681"/>
                    <a:pt x="278475" y="73200"/>
                    <a:pt x="282383" y="65258"/>
                  </a:cubicBezTo>
                  <a:cubicBezTo>
                    <a:pt x="286291" y="57442"/>
                    <a:pt x="278097" y="43323"/>
                    <a:pt x="268642" y="43323"/>
                  </a:cubicBezTo>
                  <a:cubicBezTo>
                    <a:pt x="259187" y="43323"/>
                    <a:pt x="252128" y="35885"/>
                    <a:pt x="254145" y="30338"/>
                  </a:cubicBezTo>
                  <a:cubicBezTo>
                    <a:pt x="256162" y="24791"/>
                    <a:pt x="248976" y="17732"/>
                    <a:pt x="249480" y="13824"/>
                  </a:cubicBezTo>
                  <a:cubicBezTo>
                    <a:pt x="249859" y="9916"/>
                    <a:pt x="237756" y="13445"/>
                    <a:pt x="231453" y="14958"/>
                  </a:cubicBezTo>
                  <a:cubicBezTo>
                    <a:pt x="225150" y="16471"/>
                    <a:pt x="211787" y="-296"/>
                    <a:pt x="205988" y="2730"/>
                  </a:cubicBezTo>
                  <a:cubicBezTo>
                    <a:pt x="200063" y="5881"/>
                    <a:pt x="204349" y="14076"/>
                    <a:pt x="202836" y="18866"/>
                  </a:cubicBezTo>
                  <a:cubicBezTo>
                    <a:pt x="201323" y="23531"/>
                    <a:pt x="187204" y="14580"/>
                    <a:pt x="187204" y="20001"/>
                  </a:cubicBezTo>
                  <a:cubicBezTo>
                    <a:pt x="187204" y="25548"/>
                    <a:pt x="181279" y="26304"/>
                    <a:pt x="176614" y="20379"/>
                  </a:cubicBezTo>
                  <a:cubicBezTo>
                    <a:pt x="171950" y="14454"/>
                    <a:pt x="160856" y="17984"/>
                    <a:pt x="161361" y="22774"/>
                  </a:cubicBezTo>
                  <a:cubicBezTo>
                    <a:pt x="161739" y="27439"/>
                    <a:pt x="156696" y="23531"/>
                    <a:pt x="147620" y="18110"/>
                  </a:cubicBezTo>
                  <a:cubicBezTo>
                    <a:pt x="138543" y="12689"/>
                    <a:pt x="129214" y="24413"/>
                    <a:pt x="129971" y="30338"/>
                  </a:cubicBezTo>
                  <a:cubicBezTo>
                    <a:pt x="130727" y="36263"/>
                    <a:pt x="126819" y="37776"/>
                    <a:pt x="119381" y="24791"/>
                  </a:cubicBezTo>
                  <a:cubicBezTo>
                    <a:pt x="111943" y="11806"/>
                    <a:pt x="103245" y="25926"/>
                    <a:pt x="107279" y="32985"/>
                  </a:cubicBezTo>
                  <a:cubicBezTo>
                    <a:pt x="111187" y="40045"/>
                    <a:pt x="109674" y="48617"/>
                    <a:pt x="103749" y="45088"/>
                  </a:cubicBezTo>
                  <a:cubicBezTo>
                    <a:pt x="97824" y="41558"/>
                    <a:pt x="90008" y="47483"/>
                    <a:pt x="86478" y="52904"/>
                  </a:cubicBezTo>
                  <a:cubicBezTo>
                    <a:pt x="82948" y="58451"/>
                    <a:pt x="70342" y="36767"/>
                    <a:pt x="79418" y="31725"/>
                  </a:cubicBezTo>
                  <a:cubicBezTo>
                    <a:pt x="88495" y="26682"/>
                    <a:pt x="50802" y="4999"/>
                    <a:pt x="38952" y="4999"/>
                  </a:cubicBezTo>
                  <a:cubicBezTo>
                    <a:pt x="27228" y="4999"/>
                    <a:pt x="35044" y="13697"/>
                    <a:pt x="42860" y="19875"/>
                  </a:cubicBezTo>
                  <a:cubicBezTo>
                    <a:pt x="50676" y="26178"/>
                    <a:pt x="37313" y="24539"/>
                    <a:pt x="33027" y="19118"/>
                  </a:cubicBezTo>
                  <a:cubicBezTo>
                    <a:pt x="28740" y="13697"/>
                    <a:pt x="20420" y="17984"/>
                    <a:pt x="15756" y="25800"/>
                  </a:cubicBezTo>
                  <a:cubicBezTo>
                    <a:pt x="11091" y="33616"/>
                    <a:pt x="3149" y="38028"/>
                    <a:pt x="2393" y="43449"/>
                  </a:cubicBezTo>
                  <a:cubicBezTo>
                    <a:pt x="1636" y="48996"/>
                    <a:pt x="15756" y="54795"/>
                    <a:pt x="27858" y="49752"/>
                  </a:cubicBezTo>
                  <a:cubicBezTo>
                    <a:pt x="39960" y="44709"/>
                    <a:pt x="53701" y="43827"/>
                    <a:pt x="60004" y="49752"/>
                  </a:cubicBezTo>
                  <a:cubicBezTo>
                    <a:pt x="66308" y="55677"/>
                    <a:pt x="48658" y="57946"/>
                    <a:pt x="54836" y="62737"/>
                  </a:cubicBezTo>
                  <a:cubicBezTo>
                    <a:pt x="61139" y="67401"/>
                    <a:pt x="55970" y="71435"/>
                    <a:pt x="41095" y="70175"/>
                  </a:cubicBezTo>
                  <a:cubicBezTo>
                    <a:pt x="26219" y="69040"/>
                    <a:pt x="8192" y="73326"/>
                    <a:pt x="10839" y="78369"/>
                  </a:cubicBezTo>
                  <a:cubicBezTo>
                    <a:pt x="13612" y="83411"/>
                    <a:pt x="48911" y="74083"/>
                    <a:pt x="49289" y="79125"/>
                  </a:cubicBezTo>
                  <a:cubicBezTo>
                    <a:pt x="49667" y="84294"/>
                    <a:pt x="49289" y="92866"/>
                    <a:pt x="58744" y="88958"/>
                  </a:cubicBezTo>
                  <a:cubicBezTo>
                    <a:pt x="68199" y="85050"/>
                    <a:pt x="61896" y="96018"/>
                    <a:pt x="66560" y="97909"/>
                  </a:cubicBezTo>
                  <a:cubicBezTo>
                    <a:pt x="71224" y="99926"/>
                    <a:pt x="70090" y="109255"/>
                    <a:pt x="57609" y="110137"/>
                  </a:cubicBezTo>
                  <a:cubicBezTo>
                    <a:pt x="45003" y="110894"/>
                    <a:pt x="38952" y="113415"/>
                    <a:pt x="44246" y="118710"/>
                  </a:cubicBezTo>
                  <a:cubicBezTo>
                    <a:pt x="50928" y="125391"/>
                    <a:pt x="64669" y="120727"/>
                    <a:pt x="78032" y="117575"/>
                  </a:cubicBezTo>
                  <a:cubicBezTo>
                    <a:pt x="91395" y="114423"/>
                    <a:pt x="110556" y="130560"/>
                    <a:pt x="126315" y="136737"/>
                  </a:cubicBezTo>
                  <a:cubicBezTo>
                    <a:pt x="142073" y="143040"/>
                    <a:pt x="169051" y="134342"/>
                    <a:pt x="172202" y="126147"/>
                  </a:cubicBezTo>
                  <a:cubicBezTo>
                    <a:pt x="175354" y="117953"/>
                    <a:pt x="196533" y="121105"/>
                    <a:pt x="205105" y="115180"/>
                  </a:cubicBezTo>
                  <a:cubicBezTo>
                    <a:pt x="213678" y="109633"/>
                    <a:pt x="225402" y="102573"/>
                    <a:pt x="240782" y="101817"/>
                  </a:cubicBezTo>
                  <a:close/>
                </a:path>
              </a:pathLst>
            </a:custGeom>
            <a:grpFill/>
            <a:ln w="1270" cap="flat">
              <a:solidFill>
                <a:schemeClr val="bg1"/>
              </a:solidFill>
              <a:prstDash val="solid"/>
              <a:miter/>
            </a:ln>
          </p:spPr>
          <p:txBody>
            <a:bodyPr rtlCol="0" anchor="ctr"/>
            <a:lstStyle/>
            <a:p>
              <a:endParaRPr lang="ko-KR" altLang="en-US"/>
            </a:p>
          </p:txBody>
        </p:sp>
        <p:sp>
          <p:nvSpPr>
            <p:cNvPr id="152" name="자유형: 도형 132">
              <a:extLst>
                <a:ext uri="{FF2B5EF4-FFF2-40B4-BE49-F238E27FC236}">
                  <a16:creationId xmlns:a16="http://schemas.microsoft.com/office/drawing/2014/main" id="{85E279ED-8AC2-5E45-8B79-59669524C464}"/>
                </a:ext>
              </a:extLst>
            </p:cNvPr>
            <p:cNvSpPr/>
            <p:nvPr/>
          </p:nvSpPr>
          <p:spPr>
            <a:xfrm>
              <a:off x="5522281" y="2923893"/>
              <a:ext cx="113459" cy="126065"/>
            </a:xfrm>
            <a:custGeom>
              <a:avLst/>
              <a:gdLst>
                <a:gd name="connsiteX0" fmla="*/ 107153 w 113458"/>
                <a:gd name="connsiteY0" fmla="*/ 42788 h 126065"/>
                <a:gd name="connsiteX1" fmla="*/ 98328 w 113458"/>
                <a:gd name="connsiteY1" fmla="*/ 34846 h 126065"/>
                <a:gd name="connsiteX2" fmla="*/ 82948 w 113458"/>
                <a:gd name="connsiteY2" fmla="*/ 39637 h 126065"/>
                <a:gd name="connsiteX3" fmla="*/ 66308 w 113458"/>
                <a:gd name="connsiteY3" fmla="*/ 36107 h 126065"/>
                <a:gd name="connsiteX4" fmla="*/ 72233 w 113458"/>
                <a:gd name="connsiteY4" fmla="*/ 20727 h 126065"/>
                <a:gd name="connsiteX5" fmla="*/ 79418 w 113458"/>
                <a:gd name="connsiteY5" fmla="*/ 5599 h 126065"/>
                <a:gd name="connsiteX6" fmla="*/ 76141 w 113458"/>
                <a:gd name="connsiteY6" fmla="*/ 5095 h 126065"/>
                <a:gd name="connsiteX7" fmla="*/ 49415 w 113458"/>
                <a:gd name="connsiteY7" fmla="*/ 10642 h 126065"/>
                <a:gd name="connsiteX8" fmla="*/ 62021 w 113458"/>
                <a:gd name="connsiteY8" fmla="*/ 23248 h 126065"/>
                <a:gd name="connsiteX9" fmla="*/ 40464 w 113458"/>
                <a:gd name="connsiteY9" fmla="*/ 34216 h 126065"/>
                <a:gd name="connsiteX10" fmla="*/ 12226 w 113458"/>
                <a:gd name="connsiteY10" fmla="*/ 34594 h 126065"/>
                <a:gd name="connsiteX11" fmla="*/ 15377 w 113458"/>
                <a:gd name="connsiteY11" fmla="*/ 54638 h 126065"/>
                <a:gd name="connsiteX12" fmla="*/ 27480 w 113458"/>
                <a:gd name="connsiteY12" fmla="*/ 73422 h 126065"/>
                <a:gd name="connsiteX13" fmla="*/ 20420 w 113458"/>
                <a:gd name="connsiteY13" fmla="*/ 95736 h 126065"/>
                <a:gd name="connsiteX14" fmla="*/ 2771 w 113458"/>
                <a:gd name="connsiteY14" fmla="*/ 113006 h 126065"/>
                <a:gd name="connsiteX15" fmla="*/ 29118 w 113458"/>
                <a:gd name="connsiteY15" fmla="*/ 134185 h 126065"/>
                <a:gd name="connsiteX16" fmla="*/ 75006 w 113458"/>
                <a:gd name="connsiteY16" fmla="*/ 115402 h 126065"/>
                <a:gd name="connsiteX17" fmla="*/ 107531 w 113458"/>
                <a:gd name="connsiteY17" fmla="*/ 108720 h 126065"/>
                <a:gd name="connsiteX18" fmla="*/ 107531 w 113458"/>
                <a:gd name="connsiteY18" fmla="*/ 47075 h 126065"/>
                <a:gd name="connsiteX19" fmla="*/ 107153 w 113458"/>
                <a:gd name="connsiteY19" fmla="*/ 42788 h 12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458" h="126065">
                  <a:moveTo>
                    <a:pt x="107153" y="42788"/>
                  </a:moveTo>
                  <a:cubicBezTo>
                    <a:pt x="103875" y="40267"/>
                    <a:pt x="100723" y="37620"/>
                    <a:pt x="98328" y="34846"/>
                  </a:cubicBezTo>
                  <a:cubicBezTo>
                    <a:pt x="88243" y="22996"/>
                    <a:pt x="84083" y="32451"/>
                    <a:pt x="82948" y="39637"/>
                  </a:cubicBezTo>
                  <a:cubicBezTo>
                    <a:pt x="81688" y="46696"/>
                    <a:pt x="72233" y="37241"/>
                    <a:pt x="66308" y="36107"/>
                  </a:cubicBezTo>
                  <a:cubicBezTo>
                    <a:pt x="60383" y="34846"/>
                    <a:pt x="68073" y="23626"/>
                    <a:pt x="72233" y="20727"/>
                  </a:cubicBezTo>
                  <a:cubicBezTo>
                    <a:pt x="75006" y="18710"/>
                    <a:pt x="77780" y="13289"/>
                    <a:pt x="79418" y="5599"/>
                  </a:cubicBezTo>
                  <a:cubicBezTo>
                    <a:pt x="78284" y="5599"/>
                    <a:pt x="77149" y="5473"/>
                    <a:pt x="76141" y="5095"/>
                  </a:cubicBezTo>
                  <a:cubicBezTo>
                    <a:pt x="65173" y="809"/>
                    <a:pt x="49793" y="809"/>
                    <a:pt x="49415" y="10642"/>
                  </a:cubicBezTo>
                  <a:cubicBezTo>
                    <a:pt x="49037" y="20475"/>
                    <a:pt x="61517" y="16945"/>
                    <a:pt x="62021" y="23248"/>
                  </a:cubicBezTo>
                  <a:cubicBezTo>
                    <a:pt x="62400" y="29552"/>
                    <a:pt x="49415" y="27913"/>
                    <a:pt x="40464" y="34216"/>
                  </a:cubicBezTo>
                  <a:cubicBezTo>
                    <a:pt x="31514" y="40519"/>
                    <a:pt x="21680" y="29930"/>
                    <a:pt x="12226" y="34594"/>
                  </a:cubicBezTo>
                  <a:cubicBezTo>
                    <a:pt x="2771" y="39258"/>
                    <a:pt x="22437" y="44805"/>
                    <a:pt x="15377" y="54638"/>
                  </a:cubicBezTo>
                  <a:cubicBezTo>
                    <a:pt x="8318" y="64471"/>
                    <a:pt x="15755" y="64093"/>
                    <a:pt x="27480" y="73422"/>
                  </a:cubicBezTo>
                  <a:cubicBezTo>
                    <a:pt x="39204" y="82877"/>
                    <a:pt x="20420" y="85146"/>
                    <a:pt x="20420" y="95736"/>
                  </a:cubicBezTo>
                  <a:cubicBezTo>
                    <a:pt x="20420" y="106325"/>
                    <a:pt x="5922" y="105947"/>
                    <a:pt x="2771" y="113006"/>
                  </a:cubicBezTo>
                  <a:cubicBezTo>
                    <a:pt x="-381" y="120066"/>
                    <a:pt x="15377" y="134185"/>
                    <a:pt x="29118" y="134185"/>
                  </a:cubicBezTo>
                  <a:cubicBezTo>
                    <a:pt x="38951" y="134185"/>
                    <a:pt x="61643" y="127882"/>
                    <a:pt x="75006" y="115402"/>
                  </a:cubicBezTo>
                  <a:cubicBezTo>
                    <a:pt x="88369" y="102795"/>
                    <a:pt x="95429" y="115024"/>
                    <a:pt x="107531" y="108720"/>
                  </a:cubicBezTo>
                  <a:cubicBezTo>
                    <a:pt x="119759" y="102417"/>
                    <a:pt x="112195" y="56529"/>
                    <a:pt x="107531" y="47075"/>
                  </a:cubicBezTo>
                  <a:cubicBezTo>
                    <a:pt x="106774" y="45310"/>
                    <a:pt x="106774" y="43923"/>
                    <a:pt x="107153" y="42788"/>
                  </a:cubicBezTo>
                  <a:close/>
                </a:path>
              </a:pathLst>
            </a:custGeom>
            <a:solidFill>
              <a:schemeClr val="tx1">
                <a:lumMod val="50000"/>
                <a:lumOff val="50000"/>
              </a:schemeClr>
            </a:solidFill>
            <a:ln w="1270" cap="flat">
              <a:solidFill>
                <a:schemeClr val="bg1"/>
              </a:solidFill>
              <a:prstDash val="solid"/>
              <a:miter/>
            </a:ln>
          </p:spPr>
          <p:txBody>
            <a:bodyPr rtlCol="0" anchor="ctr"/>
            <a:lstStyle/>
            <a:p>
              <a:endParaRPr lang="ko-KR" altLang="en-US"/>
            </a:p>
          </p:txBody>
        </p:sp>
        <p:sp>
          <p:nvSpPr>
            <p:cNvPr id="153" name="자유형: 도형 133">
              <a:extLst>
                <a:ext uri="{FF2B5EF4-FFF2-40B4-BE49-F238E27FC236}">
                  <a16:creationId xmlns:a16="http://schemas.microsoft.com/office/drawing/2014/main" id="{1FE7B450-AA3F-EB47-AD32-17BDCEE8D272}"/>
                </a:ext>
              </a:extLst>
            </p:cNvPr>
            <p:cNvSpPr/>
            <p:nvPr/>
          </p:nvSpPr>
          <p:spPr>
            <a:xfrm>
              <a:off x="5584189" y="2707439"/>
              <a:ext cx="264737" cy="403408"/>
            </a:xfrm>
            <a:custGeom>
              <a:avLst/>
              <a:gdLst>
                <a:gd name="connsiteX0" fmla="*/ 50791 w 264736"/>
                <a:gd name="connsiteY0" fmla="*/ 216758 h 403408"/>
                <a:gd name="connsiteX1" fmla="*/ 17636 w 264736"/>
                <a:gd name="connsiteY1" fmla="*/ 222053 h 403408"/>
                <a:gd name="connsiteX2" fmla="*/ 10451 w 264736"/>
                <a:gd name="connsiteY2" fmla="*/ 237181 h 403408"/>
                <a:gd name="connsiteX3" fmla="*/ 4526 w 264736"/>
                <a:gd name="connsiteY3" fmla="*/ 252561 h 403408"/>
                <a:gd name="connsiteX4" fmla="*/ 21166 w 264736"/>
                <a:gd name="connsiteY4" fmla="*/ 256091 h 403408"/>
                <a:gd name="connsiteX5" fmla="*/ 36546 w 264736"/>
                <a:gd name="connsiteY5" fmla="*/ 251300 h 403408"/>
                <a:gd name="connsiteX6" fmla="*/ 45370 w 264736"/>
                <a:gd name="connsiteY6" fmla="*/ 259242 h 403408"/>
                <a:gd name="connsiteX7" fmla="*/ 65793 w 264736"/>
                <a:gd name="connsiteY7" fmla="*/ 246510 h 403408"/>
                <a:gd name="connsiteX8" fmla="*/ 50791 w 264736"/>
                <a:gd name="connsiteY8" fmla="*/ 216758 h 403408"/>
                <a:gd name="connsiteX9" fmla="*/ 265354 w 264736"/>
                <a:gd name="connsiteY9" fmla="*/ 313955 h 403408"/>
                <a:gd name="connsiteX10" fmla="*/ 237493 w 264736"/>
                <a:gd name="connsiteY10" fmla="*/ 300213 h 403408"/>
                <a:gd name="connsiteX11" fmla="*/ 224509 w 264736"/>
                <a:gd name="connsiteY11" fmla="*/ 298701 h 403408"/>
                <a:gd name="connsiteX12" fmla="*/ 224131 w 264736"/>
                <a:gd name="connsiteY12" fmla="*/ 284203 h 403408"/>
                <a:gd name="connsiteX13" fmla="*/ 215558 w 264736"/>
                <a:gd name="connsiteY13" fmla="*/ 269706 h 403408"/>
                <a:gd name="connsiteX14" fmla="*/ 195514 w 264736"/>
                <a:gd name="connsiteY14" fmla="*/ 237559 h 403408"/>
                <a:gd name="connsiteX15" fmla="*/ 177865 w 264736"/>
                <a:gd name="connsiteY15" fmla="*/ 205413 h 403408"/>
                <a:gd name="connsiteX16" fmla="*/ 160216 w 264736"/>
                <a:gd name="connsiteY16" fmla="*/ 192050 h 403408"/>
                <a:gd name="connsiteX17" fmla="*/ 136263 w 264736"/>
                <a:gd name="connsiteY17" fmla="*/ 188142 h 403408"/>
                <a:gd name="connsiteX18" fmla="*/ 145718 w 264736"/>
                <a:gd name="connsiteY18" fmla="*/ 170871 h 403408"/>
                <a:gd name="connsiteX19" fmla="*/ 166141 w 264736"/>
                <a:gd name="connsiteY19" fmla="*/ 124605 h 403408"/>
                <a:gd name="connsiteX20" fmla="*/ 117101 w 264736"/>
                <a:gd name="connsiteY20" fmla="*/ 122210 h 403408"/>
                <a:gd name="connsiteX21" fmla="*/ 108025 w 264736"/>
                <a:gd name="connsiteY21" fmla="*/ 113511 h 403408"/>
                <a:gd name="connsiteX22" fmla="*/ 128069 w 264736"/>
                <a:gd name="connsiteY22" fmla="*/ 91576 h 403408"/>
                <a:gd name="connsiteX23" fmla="*/ 131977 w 264736"/>
                <a:gd name="connsiteY23" fmla="*/ 75818 h 403408"/>
                <a:gd name="connsiteX24" fmla="*/ 120253 w 264736"/>
                <a:gd name="connsiteY24" fmla="*/ 86407 h 403408"/>
                <a:gd name="connsiteX25" fmla="*/ 91637 w 264736"/>
                <a:gd name="connsiteY25" fmla="*/ 86785 h 403408"/>
                <a:gd name="connsiteX26" fmla="*/ 75122 w 264736"/>
                <a:gd name="connsiteY26" fmla="*/ 109099 h 403408"/>
                <a:gd name="connsiteX27" fmla="*/ 63398 w 264736"/>
                <a:gd name="connsiteY27" fmla="*/ 127126 h 403408"/>
                <a:gd name="connsiteX28" fmla="*/ 56716 w 264736"/>
                <a:gd name="connsiteY28" fmla="*/ 134564 h 403408"/>
                <a:gd name="connsiteX29" fmla="*/ 40580 w 264736"/>
                <a:gd name="connsiteY29" fmla="*/ 128639 h 403408"/>
                <a:gd name="connsiteX30" fmla="*/ 59742 w 264736"/>
                <a:gd name="connsiteY30" fmla="*/ 144397 h 403408"/>
                <a:gd name="connsiteX31" fmla="*/ 49909 w 264736"/>
                <a:gd name="connsiteY31" fmla="*/ 163937 h 403408"/>
                <a:gd name="connsiteX32" fmla="*/ 64028 w 264736"/>
                <a:gd name="connsiteY32" fmla="*/ 178057 h 403408"/>
                <a:gd name="connsiteX33" fmla="*/ 42093 w 264736"/>
                <a:gd name="connsiteY33" fmla="*/ 194571 h 403408"/>
                <a:gd name="connsiteX34" fmla="*/ 60877 w 264736"/>
                <a:gd name="connsiteY34" fmla="*/ 187890 h 403408"/>
                <a:gd name="connsiteX35" fmla="*/ 71844 w 264736"/>
                <a:gd name="connsiteY35" fmla="*/ 204026 h 403408"/>
                <a:gd name="connsiteX36" fmla="*/ 87098 w 264736"/>
                <a:gd name="connsiteY36" fmla="*/ 183225 h 403408"/>
                <a:gd name="connsiteX37" fmla="*/ 89115 w 264736"/>
                <a:gd name="connsiteY37" fmla="*/ 201631 h 403408"/>
                <a:gd name="connsiteX38" fmla="*/ 79660 w 264736"/>
                <a:gd name="connsiteY38" fmla="*/ 228356 h 403408"/>
                <a:gd name="connsiteX39" fmla="*/ 117732 w 264736"/>
                <a:gd name="connsiteY39" fmla="*/ 224827 h 403408"/>
                <a:gd name="connsiteX40" fmla="*/ 124791 w 264736"/>
                <a:gd name="connsiteY40" fmla="*/ 232643 h 403408"/>
                <a:gd name="connsiteX41" fmla="*/ 129078 w 264736"/>
                <a:gd name="connsiteY41" fmla="*/ 249157 h 403408"/>
                <a:gd name="connsiteX42" fmla="*/ 136137 w 264736"/>
                <a:gd name="connsiteY42" fmla="*/ 258990 h 403408"/>
                <a:gd name="connsiteX43" fmla="*/ 133742 w 264736"/>
                <a:gd name="connsiteY43" fmla="*/ 282943 h 403408"/>
                <a:gd name="connsiteX44" fmla="*/ 106638 w 264736"/>
                <a:gd name="connsiteY44" fmla="*/ 284077 h 403408"/>
                <a:gd name="connsiteX45" fmla="*/ 98444 w 264736"/>
                <a:gd name="connsiteY45" fmla="*/ 288363 h 403408"/>
                <a:gd name="connsiteX46" fmla="*/ 90628 w 264736"/>
                <a:gd name="connsiteY46" fmla="*/ 304878 h 403408"/>
                <a:gd name="connsiteX47" fmla="*/ 106260 w 264736"/>
                <a:gd name="connsiteY47" fmla="*/ 315089 h 403408"/>
                <a:gd name="connsiteX48" fmla="*/ 80795 w 264736"/>
                <a:gd name="connsiteY48" fmla="*/ 333116 h 403408"/>
                <a:gd name="connsiteX49" fmla="*/ 91006 w 264736"/>
                <a:gd name="connsiteY49" fmla="*/ 344084 h 403408"/>
                <a:gd name="connsiteX50" fmla="*/ 106764 w 264736"/>
                <a:gd name="connsiteY50" fmla="*/ 347614 h 403408"/>
                <a:gd name="connsiteX51" fmla="*/ 134624 w 264736"/>
                <a:gd name="connsiteY51" fmla="*/ 351522 h 403408"/>
                <a:gd name="connsiteX52" fmla="*/ 137020 w 264736"/>
                <a:gd name="connsiteY52" fmla="*/ 358203 h 403408"/>
                <a:gd name="connsiteX53" fmla="*/ 107647 w 264736"/>
                <a:gd name="connsiteY53" fmla="*/ 362111 h 403408"/>
                <a:gd name="connsiteX54" fmla="*/ 73861 w 264736"/>
                <a:gd name="connsiteY54" fmla="*/ 403713 h 403408"/>
                <a:gd name="connsiteX55" fmla="*/ 93401 w 264736"/>
                <a:gd name="connsiteY55" fmla="*/ 392745 h 403408"/>
                <a:gd name="connsiteX56" fmla="*/ 113067 w 264736"/>
                <a:gd name="connsiteY56" fmla="*/ 396653 h 403408"/>
                <a:gd name="connsiteX57" fmla="*/ 124791 w 264736"/>
                <a:gd name="connsiteY57" fmla="*/ 384929 h 403408"/>
                <a:gd name="connsiteX58" fmla="*/ 143953 w 264736"/>
                <a:gd name="connsiteY58" fmla="*/ 382156 h 403408"/>
                <a:gd name="connsiteX59" fmla="*/ 164754 w 264736"/>
                <a:gd name="connsiteY59" fmla="*/ 376231 h 403408"/>
                <a:gd name="connsiteX60" fmla="*/ 185933 w 264736"/>
                <a:gd name="connsiteY60" fmla="*/ 381273 h 403408"/>
                <a:gd name="connsiteX61" fmla="*/ 215684 w 264736"/>
                <a:gd name="connsiteY61" fmla="*/ 375727 h 403408"/>
                <a:gd name="connsiteX62" fmla="*/ 252495 w 264736"/>
                <a:gd name="connsiteY62" fmla="*/ 360473 h 403408"/>
                <a:gd name="connsiteX63" fmla="*/ 241149 w 264736"/>
                <a:gd name="connsiteY63" fmla="*/ 354926 h 403408"/>
                <a:gd name="connsiteX64" fmla="*/ 243167 w 264736"/>
                <a:gd name="connsiteY64" fmla="*/ 339294 h 403408"/>
                <a:gd name="connsiteX65" fmla="*/ 265354 w 264736"/>
                <a:gd name="connsiteY65" fmla="*/ 313955 h 403408"/>
                <a:gd name="connsiteX66" fmla="*/ 29612 w 264736"/>
                <a:gd name="connsiteY66" fmla="*/ 117041 h 403408"/>
                <a:gd name="connsiteX67" fmla="*/ 47261 w 264736"/>
                <a:gd name="connsiteY67" fmla="*/ 93467 h 403408"/>
                <a:gd name="connsiteX68" fmla="*/ 29612 w 264736"/>
                <a:gd name="connsiteY68" fmla="*/ 117041 h 403408"/>
                <a:gd name="connsiteX69" fmla="*/ 181521 w 264736"/>
                <a:gd name="connsiteY69" fmla="*/ 31947 h 403408"/>
                <a:gd name="connsiteX70" fmla="*/ 185807 w 264736"/>
                <a:gd name="connsiteY70" fmla="*/ 2574 h 403408"/>
                <a:gd name="connsiteX71" fmla="*/ 181521 w 264736"/>
                <a:gd name="connsiteY71" fmla="*/ 31947 h 403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64736" h="403408">
                  <a:moveTo>
                    <a:pt x="50791" y="216758"/>
                  </a:moveTo>
                  <a:cubicBezTo>
                    <a:pt x="40832" y="207178"/>
                    <a:pt x="28100" y="222179"/>
                    <a:pt x="17636" y="222053"/>
                  </a:cubicBezTo>
                  <a:cubicBezTo>
                    <a:pt x="15871" y="229743"/>
                    <a:pt x="13224" y="235164"/>
                    <a:pt x="10451" y="237181"/>
                  </a:cubicBezTo>
                  <a:cubicBezTo>
                    <a:pt x="6290" y="240207"/>
                    <a:pt x="-1400" y="251426"/>
                    <a:pt x="4526" y="252561"/>
                  </a:cubicBezTo>
                  <a:cubicBezTo>
                    <a:pt x="10451" y="253696"/>
                    <a:pt x="19905" y="263276"/>
                    <a:pt x="21166" y="256091"/>
                  </a:cubicBezTo>
                  <a:cubicBezTo>
                    <a:pt x="22301" y="249031"/>
                    <a:pt x="26461" y="239450"/>
                    <a:pt x="36546" y="251300"/>
                  </a:cubicBezTo>
                  <a:cubicBezTo>
                    <a:pt x="38941" y="254074"/>
                    <a:pt x="41967" y="256847"/>
                    <a:pt x="45370" y="259242"/>
                  </a:cubicBezTo>
                  <a:cubicBezTo>
                    <a:pt x="47009" y="253822"/>
                    <a:pt x="59363" y="252939"/>
                    <a:pt x="65793" y="246510"/>
                  </a:cubicBezTo>
                  <a:cubicBezTo>
                    <a:pt x="73609" y="238694"/>
                    <a:pt x="61759" y="227348"/>
                    <a:pt x="50791" y="216758"/>
                  </a:cubicBezTo>
                  <a:close/>
                  <a:moveTo>
                    <a:pt x="265354" y="313955"/>
                  </a:moveTo>
                  <a:cubicBezTo>
                    <a:pt x="266110" y="302231"/>
                    <a:pt x="240267" y="293910"/>
                    <a:pt x="237493" y="300213"/>
                  </a:cubicBezTo>
                  <a:cubicBezTo>
                    <a:pt x="234720" y="306517"/>
                    <a:pt x="228921" y="305760"/>
                    <a:pt x="224509" y="298701"/>
                  </a:cubicBezTo>
                  <a:cubicBezTo>
                    <a:pt x="220223" y="291641"/>
                    <a:pt x="228417" y="284960"/>
                    <a:pt x="224131" y="284203"/>
                  </a:cubicBezTo>
                  <a:cubicBezTo>
                    <a:pt x="219844" y="283447"/>
                    <a:pt x="214298" y="273614"/>
                    <a:pt x="215558" y="269706"/>
                  </a:cubicBezTo>
                  <a:cubicBezTo>
                    <a:pt x="216693" y="265798"/>
                    <a:pt x="208877" y="240711"/>
                    <a:pt x="195514" y="237559"/>
                  </a:cubicBezTo>
                  <a:cubicBezTo>
                    <a:pt x="182151" y="234408"/>
                    <a:pt x="180260" y="215624"/>
                    <a:pt x="177865" y="205413"/>
                  </a:cubicBezTo>
                  <a:cubicBezTo>
                    <a:pt x="175470" y="195201"/>
                    <a:pt x="166897" y="200622"/>
                    <a:pt x="160216" y="192050"/>
                  </a:cubicBezTo>
                  <a:cubicBezTo>
                    <a:pt x="153534" y="183477"/>
                    <a:pt x="142188" y="187764"/>
                    <a:pt x="136263" y="188142"/>
                  </a:cubicBezTo>
                  <a:cubicBezTo>
                    <a:pt x="130338" y="188520"/>
                    <a:pt x="136263" y="177174"/>
                    <a:pt x="145718" y="170871"/>
                  </a:cubicBezTo>
                  <a:cubicBezTo>
                    <a:pt x="155173" y="164568"/>
                    <a:pt x="166141" y="131286"/>
                    <a:pt x="166141" y="124605"/>
                  </a:cubicBezTo>
                  <a:cubicBezTo>
                    <a:pt x="166141" y="117923"/>
                    <a:pt x="124917" y="118302"/>
                    <a:pt x="117101" y="122210"/>
                  </a:cubicBezTo>
                  <a:cubicBezTo>
                    <a:pt x="109286" y="126118"/>
                    <a:pt x="101470" y="116285"/>
                    <a:pt x="108025" y="113511"/>
                  </a:cubicBezTo>
                  <a:cubicBezTo>
                    <a:pt x="114706" y="110738"/>
                    <a:pt x="128825" y="96997"/>
                    <a:pt x="128069" y="91576"/>
                  </a:cubicBezTo>
                  <a:cubicBezTo>
                    <a:pt x="127313" y="86029"/>
                    <a:pt x="137902" y="80986"/>
                    <a:pt x="131977" y="75818"/>
                  </a:cubicBezTo>
                  <a:cubicBezTo>
                    <a:pt x="126052" y="70775"/>
                    <a:pt x="125296" y="82499"/>
                    <a:pt x="120253" y="86407"/>
                  </a:cubicBezTo>
                  <a:cubicBezTo>
                    <a:pt x="115211" y="90315"/>
                    <a:pt x="103739" y="89181"/>
                    <a:pt x="91637" y="86785"/>
                  </a:cubicBezTo>
                  <a:cubicBezTo>
                    <a:pt x="79534" y="84390"/>
                    <a:pt x="74743" y="101661"/>
                    <a:pt x="75122" y="109099"/>
                  </a:cubicBezTo>
                  <a:cubicBezTo>
                    <a:pt x="75500" y="116537"/>
                    <a:pt x="61002" y="120823"/>
                    <a:pt x="63398" y="127126"/>
                  </a:cubicBezTo>
                  <a:cubicBezTo>
                    <a:pt x="65793" y="133430"/>
                    <a:pt x="60624" y="138094"/>
                    <a:pt x="56716" y="134564"/>
                  </a:cubicBezTo>
                  <a:cubicBezTo>
                    <a:pt x="52808" y="131034"/>
                    <a:pt x="48522" y="122462"/>
                    <a:pt x="40580" y="128639"/>
                  </a:cubicBezTo>
                  <a:cubicBezTo>
                    <a:pt x="32764" y="134942"/>
                    <a:pt x="49657" y="143136"/>
                    <a:pt x="59742" y="144397"/>
                  </a:cubicBezTo>
                  <a:cubicBezTo>
                    <a:pt x="69953" y="145532"/>
                    <a:pt x="51926" y="152970"/>
                    <a:pt x="49909" y="163937"/>
                  </a:cubicBezTo>
                  <a:cubicBezTo>
                    <a:pt x="47892" y="174905"/>
                    <a:pt x="63272" y="170240"/>
                    <a:pt x="64028" y="178057"/>
                  </a:cubicBezTo>
                  <a:cubicBezTo>
                    <a:pt x="64785" y="185873"/>
                    <a:pt x="42093" y="187133"/>
                    <a:pt x="42093" y="194571"/>
                  </a:cubicBezTo>
                  <a:cubicBezTo>
                    <a:pt x="42093" y="202009"/>
                    <a:pt x="55077" y="191041"/>
                    <a:pt x="60877" y="187890"/>
                  </a:cubicBezTo>
                  <a:cubicBezTo>
                    <a:pt x="66802" y="184738"/>
                    <a:pt x="57725" y="206295"/>
                    <a:pt x="71844" y="204026"/>
                  </a:cubicBezTo>
                  <a:cubicBezTo>
                    <a:pt x="85963" y="201631"/>
                    <a:pt x="82055" y="182469"/>
                    <a:pt x="87098" y="183225"/>
                  </a:cubicBezTo>
                  <a:cubicBezTo>
                    <a:pt x="92267" y="183982"/>
                    <a:pt x="84703" y="193436"/>
                    <a:pt x="89115" y="201631"/>
                  </a:cubicBezTo>
                  <a:cubicBezTo>
                    <a:pt x="93401" y="209825"/>
                    <a:pt x="78904" y="222431"/>
                    <a:pt x="79660" y="228356"/>
                  </a:cubicBezTo>
                  <a:cubicBezTo>
                    <a:pt x="80417" y="234282"/>
                    <a:pt x="108655" y="234282"/>
                    <a:pt x="117732" y="224827"/>
                  </a:cubicBezTo>
                  <a:cubicBezTo>
                    <a:pt x="126808" y="215372"/>
                    <a:pt x="131095" y="225583"/>
                    <a:pt x="124791" y="232643"/>
                  </a:cubicBezTo>
                  <a:cubicBezTo>
                    <a:pt x="118488" y="239702"/>
                    <a:pt x="121261" y="246384"/>
                    <a:pt x="129078" y="249157"/>
                  </a:cubicBezTo>
                  <a:cubicBezTo>
                    <a:pt x="136894" y="251931"/>
                    <a:pt x="139667" y="252687"/>
                    <a:pt x="136137" y="258990"/>
                  </a:cubicBezTo>
                  <a:cubicBezTo>
                    <a:pt x="132608" y="265294"/>
                    <a:pt x="135759" y="277018"/>
                    <a:pt x="133742" y="282943"/>
                  </a:cubicBezTo>
                  <a:cubicBezTo>
                    <a:pt x="131725" y="288868"/>
                    <a:pt x="107520" y="288111"/>
                    <a:pt x="106638" y="284077"/>
                  </a:cubicBezTo>
                  <a:cubicBezTo>
                    <a:pt x="105882" y="280169"/>
                    <a:pt x="95670" y="282943"/>
                    <a:pt x="98444" y="288363"/>
                  </a:cubicBezTo>
                  <a:cubicBezTo>
                    <a:pt x="101217" y="293910"/>
                    <a:pt x="89745" y="299709"/>
                    <a:pt x="90628" y="304878"/>
                  </a:cubicBezTo>
                  <a:cubicBezTo>
                    <a:pt x="91384" y="310047"/>
                    <a:pt x="105882" y="308786"/>
                    <a:pt x="106260" y="315089"/>
                  </a:cubicBezTo>
                  <a:cubicBezTo>
                    <a:pt x="106638" y="321392"/>
                    <a:pt x="95670" y="328830"/>
                    <a:pt x="80795" y="333116"/>
                  </a:cubicBezTo>
                  <a:cubicBezTo>
                    <a:pt x="65919" y="337403"/>
                    <a:pt x="83946" y="349253"/>
                    <a:pt x="91006" y="344084"/>
                  </a:cubicBezTo>
                  <a:cubicBezTo>
                    <a:pt x="98066" y="339042"/>
                    <a:pt x="96553" y="347614"/>
                    <a:pt x="106764" y="347614"/>
                  </a:cubicBezTo>
                  <a:cubicBezTo>
                    <a:pt x="116975" y="347614"/>
                    <a:pt x="123279" y="355808"/>
                    <a:pt x="134624" y="351522"/>
                  </a:cubicBezTo>
                  <a:cubicBezTo>
                    <a:pt x="145971" y="347236"/>
                    <a:pt x="145592" y="351522"/>
                    <a:pt x="137020" y="358203"/>
                  </a:cubicBezTo>
                  <a:cubicBezTo>
                    <a:pt x="128321" y="364885"/>
                    <a:pt x="115463" y="357825"/>
                    <a:pt x="107647" y="362111"/>
                  </a:cubicBezTo>
                  <a:cubicBezTo>
                    <a:pt x="99831" y="366398"/>
                    <a:pt x="67936" y="396401"/>
                    <a:pt x="73861" y="403713"/>
                  </a:cubicBezTo>
                  <a:cubicBezTo>
                    <a:pt x="77391" y="407999"/>
                    <a:pt x="82055" y="397410"/>
                    <a:pt x="93401" y="392745"/>
                  </a:cubicBezTo>
                  <a:cubicBezTo>
                    <a:pt x="104747" y="388081"/>
                    <a:pt x="106764" y="395897"/>
                    <a:pt x="113067" y="396653"/>
                  </a:cubicBezTo>
                  <a:cubicBezTo>
                    <a:pt x="119371" y="397410"/>
                    <a:pt x="119749" y="383669"/>
                    <a:pt x="124791" y="384929"/>
                  </a:cubicBezTo>
                  <a:cubicBezTo>
                    <a:pt x="129834" y="386064"/>
                    <a:pt x="134624" y="380643"/>
                    <a:pt x="143953" y="382156"/>
                  </a:cubicBezTo>
                  <a:cubicBezTo>
                    <a:pt x="153408" y="383669"/>
                    <a:pt x="160090" y="380139"/>
                    <a:pt x="164754" y="376231"/>
                  </a:cubicBezTo>
                  <a:cubicBezTo>
                    <a:pt x="169418" y="372323"/>
                    <a:pt x="182025" y="384047"/>
                    <a:pt x="185933" y="381273"/>
                  </a:cubicBezTo>
                  <a:cubicBezTo>
                    <a:pt x="189841" y="378500"/>
                    <a:pt x="207112" y="375348"/>
                    <a:pt x="215684" y="375727"/>
                  </a:cubicBezTo>
                  <a:cubicBezTo>
                    <a:pt x="224257" y="376105"/>
                    <a:pt x="246696" y="365893"/>
                    <a:pt x="252495" y="360473"/>
                  </a:cubicBezTo>
                  <a:cubicBezTo>
                    <a:pt x="258420" y="354926"/>
                    <a:pt x="248965" y="353791"/>
                    <a:pt x="241149" y="354926"/>
                  </a:cubicBezTo>
                  <a:cubicBezTo>
                    <a:pt x="233333" y="356060"/>
                    <a:pt x="234846" y="347110"/>
                    <a:pt x="243167" y="339294"/>
                  </a:cubicBezTo>
                  <a:cubicBezTo>
                    <a:pt x="251613" y="331604"/>
                    <a:pt x="264598" y="325805"/>
                    <a:pt x="265354" y="313955"/>
                  </a:cubicBezTo>
                  <a:close/>
                  <a:moveTo>
                    <a:pt x="29612" y="117041"/>
                  </a:moveTo>
                  <a:cubicBezTo>
                    <a:pt x="40202" y="116663"/>
                    <a:pt x="52304" y="98636"/>
                    <a:pt x="47261" y="93467"/>
                  </a:cubicBezTo>
                  <a:cubicBezTo>
                    <a:pt x="42219" y="88424"/>
                    <a:pt x="21796" y="117293"/>
                    <a:pt x="29612" y="117041"/>
                  </a:cubicBezTo>
                  <a:close/>
                  <a:moveTo>
                    <a:pt x="181521" y="31947"/>
                  </a:moveTo>
                  <a:cubicBezTo>
                    <a:pt x="188202" y="25266"/>
                    <a:pt x="196018" y="-199"/>
                    <a:pt x="185807" y="2574"/>
                  </a:cubicBezTo>
                  <a:cubicBezTo>
                    <a:pt x="175595" y="5221"/>
                    <a:pt x="178495" y="34847"/>
                    <a:pt x="181521" y="31947"/>
                  </a:cubicBezTo>
                  <a:close/>
                </a:path>
              </a:pathLst>
            </a:custGeom>
            <a:grpFill/>
            <a:ln w="1270" cap="flat">
              <a:solidFill>
                <a:schemeClr val="bg1"/>
              </a:solidFill>
              <a:prstDash val="solid"/>
              <a:miter/>
            </a:ln>
          </p:spPr>
          <p:txBody>
            <a:bodyPr rtlCol="0" anchor="ctr"/>
            <a:lstStyle/>
            <a:p>
              <a:endParaRPr lang="ko-KR" altLang="en-US"/>
            </a:p>
          </p:txBody>
        </p:sp>
        <p:sp>
          <p:nvSpPr>
            <p:cNvPr id="154" name="자유형: 도형 134">
              <a:extLst>
                <a:ext uri="{FF2B5EF4-FFF2-40B4-BE49-F238E27FC236}">
                  <a16:creationId xmlns:a16="http://schemas.microsoft.com/office/drawing/2014/main" id="{983C5519-13AB-3D47-8DF1-8A1D126D2B95}"/>
                </a:ext>
              </a:extLst>
            </p:cNvPr>
            <p:cNvSpPr/>
            <p:nvPr/>
          </p:nvSpPr>
          <p:spPr>
            <a:xfrm>
              <a:off x="5584189" y="2707439"/>
              <a:ext cx="264737" cy="403408"/>
            </a:xfrm>
            <a:custGeom>
              <a:avLst/>
              <a:gdLst>
                <a:gd name="connsiteX0" fmla="*/ 50791 w 264736"/>
                <a:gd name="connsiteY0" fmla="*/ 216758 h 403408"/>
                <a:gd name="connsiteX1" fmla="*/ 17636 w 264736"/>
                <a:gd name="connsiteY1" fmla="*/ 222053 h 403408"/>
                <a:gd name="connsiteX2" fmla="*/ 10451 w 264736"/>
                <a:gd name="connsiteY2" fmla="*/ 237181 h 403408"/>
                <a:gd name="connsiteX3" fmla="*/ 4526 w 264736"/>
                <a:gd name="connsiteY3" fmla="*/ 252561 h 403408"/>
                <a:gd name="connsiteX4" fmla="*/ 21166 w 264736"/>
                <a:gd name="connsiteY4" fmla="*/ 256091 h 403408"/>
                <a:gd name="connsiteX5" fmla="*/ 36546 w 264736"/>
                <a:gd name="connsiteY5" fmla="*/ 251300 h 403408"/>
                <a:gd name="connsiteX6" fmla="*/ 45370 w 264736"/>
                <a:gd name="connsiteY6" fmla="*/ 259242 h 403408"/>
                <a:gd name="connsiteX7" fmla="*/ 65793 w 264736"/>
                <a:gd name="connsiteY7" fmla="*/ 246510 h 403408"/>
                <a:gd name="connsiteX8" fmla="*/ 50791 w 264736"/>
                <a:gd name="connsiteY8" fmla="*/ 216758 h 403408"/>
                <a:gd name="connsiteX9" fmla="*/ 265354 w 264736"/>
                <a:gd name="connsiteY9" fmla="*/ 313955 h 403408"/>
                <a:gd name="connsiteX10" fmla="*/ 237493 w 264736"/>
                <a:gd name="connsiteY10" fmla="*/ 300213 h 403408"/>
                <a:gd name="connsiteX11" fmla="*/ 224509 w 264736"/>
                <a:gd name="connsiteY11" fmla="*/ 298701 h 403408"/>
                <a:gd name="connsiteX12" fmla="*/ 224131 w 264736"/>
                <a:gd name="connsiteY12" fmla="*/ 284203 h 403408"/>
                <a:gd name="connsiteX13" fmla="*/ 215558 w 264736"/>
                <a:gd name="connsiteY13" fmla="*/ 269706 h 403408"/>
                <a:gd name="connsiteX14" fmla="*/ 195514 w 264736"/>
                <a:gd name="connsiteY14" fmla="*/ 237559 h 403408"/>
                <a:gd name="connsiteX15" fmla="*/ 177865 w 264736"/>
                <a:gd name="connsiteY15" fmla="*/ 205413 h 403408"/>
                <a:gd name="connsiteX16" fmla="*/ 160216 w 264736"/>
                <a:gd name="connsiteY16" fmla="*/ 192050 h 403408"/>
                <a:gd name="connsiteX17" fmla="*/ 136263 w 264736"/>
                <a:gd name="connsiteY17" fmla="*/ 188142 h 403408"/>
                <a:gd name="connsiteX18" fmla="*/ 145718 w 264736"/>
                <a:gd name="connsiteY18" fmla="*/ 170871 h 403408"/>
                <a:gd name="connsiteX19" fmla="*/ 166141 w 264736"/>
                <a:gd name="connsiteY19" fmla="*/ 124605 h 403408"/>
                <a:gd name="connsiteX20" fmla="*/ 117101 w 264736"/>
                <a:gd name="connsiteY20" fmla="*/ 122210 h 403408"/>
                <a:gd name="connsiteX21" fmla="*/ 108025 w 264736"/>
                <a:gd name="connsiteY21" fmla="*/ 113511 h 403408"/>
                <a:gd name="connsiteX22" fmla="*/ 128069 w 264736"/>
                <a:gd name="connsiteY22" fmla="*/ 91576 h 403408"/>
                <a:gd name="connsiteX23" fmla="*/ 131977 w 264736"/>
                <a:gd name="connsiteY23" fmla="*/ 75818 h 403408"/>
                <a:gd name="connsiteX24" fmla="*/ 120253 w 264736"/>
                <a:gd name="connsiteY24" fmla="*/ 86407 h 403408"/>
                <a:gd name="connsiteX25" fmla="*/ 91637 w 264736"/>
                <a:gd name="connsiteY25" fmla="*/ 86785 h 403408"/>
                <a:gd name="connsiteX26" fmla="*/ 75122 w 264736"/>
                <a:gd name="connsiteY26" fmla="*/ 109099 h 403408"/>
                <a:gd name="connsiteX27" fmla="*/ 63398 w 264736"/>
                <a:gd name="connsiteY27" fmla="*/ 127126 h 403408"/>
                <a:gd name="connsiteX28" fmla="*/ 56716 w 264736"/>
                <a:gd name="connsiteY28" fmla="*/ 134564 h 403408"/>
                <a:gd name="connsiteX29" fmla="*/ 40580 w 264736"/>
                <a:gd name="connsiteY29" fmla="*/ 128639 h 403408"/>
                <a:gd name="connsiteX30" fmla="*/ 59742 w 264736"/>
                <a:gd name="connsiteY30" fmla="*/ 144397 h 403408"/>
                <a:gd name="connsiteX31" fmla="*/ 49909 w 264736"/>
                <a:gd name="connsiteY31" fmla="*/ 163937 h 403408"/>
                <a:gd name="connsiteX32" fmla="*/ 64028 w 264736"/>
                <a:gd name="connsiteY32" fmla="*/ 178057 h 403408"/>
                <a:gd name="connsiteX33" fmla="*/ 42093 w 264736"/>
                <a:gd name="connsiteY33" fmla="*/ 194571 h 403408"/>
                <a:gd name="connsiteX34" fmla="*/ 60877 w 264736"/>
                <a:gd name="connsiteY34" fmla="*/ 187890 h 403408"/>
                <a:gd name="connsiteX35" fmla="*/ 71844 w 264736"/>
                <a:gd name="connsiteY35" fmla="*/ 204026 h 403408"/>
                <a:gd name="connsiteX36" fmla="*/ 87098 w 264736"/>
                <a:gd name="connsiteY36" fmla="*/ 183225 h 403408"/>
                <a:gd name="connsiteX37" fmla="*/ 89115 w 264736"/>
                <a:gd name="connsiteY37" fmla="*/ 201631 h 403408"/>
                <a:gd name="connsiteX38" fmla="*/ 79660 w 264736"/>
                <a:gd name="connsiteY38" fmla="*/ 228356 h 403408"/>
                <a:gd name="connsiteX39" fmla="*/ 117732 w 264736"/>
                <a:gd name="connsiteY39" fmla="*/ 224827 h 403408"/>
                <a:gd name="connsiteX40" fmla="*/ 124791 w 264736"/>
                <a:gd name="connsiteY40" fmla="*/ 232643 h 403408"/>
                <a:gd name="connsiteX41" fmla="*/ 129078 w 264736"/>
                <a:gd name="connsiteY41" fmla="*/ 249157 h 403408"/>
                <a:gd name="connsiteX42" fmla="*/ 136137 w 264736"/>
                <a:gd name="connsiteY42" fmla="*/ 258990 h 403408"/>
                <a:gd name="connsiteX43" fmla="*/ 133742 w 264736"/>
                <a:gd name="connsiteY43" fmla="*/ 282943 h 403408"/>
                <a:gd name="connsiteX44" fmla="*/ 106638 w 264736"/>
                <a:gd name="connsiteY44" fmla="*/ 284077 h 403408"/>
                <a:gd name="connsiteX45" fmla="*/ 98444 w 264736"/>
                <a:gd name="connsiteY45" fmla="*/ 288363 h 403408"/>
                <a:gd name="connsiteX46" fmla="*/ 90628 w 264736"/>
                <a:gd name="connsiteY46" fmla="*/ 304878 h 403408"/>
                <a:gd name="connsiteX47" fmla="*/ 106260 w 264736"/>
                <a:gd name="connsiteY47" fmla="*/ 315089 h 403408"/>
                <a:gd name="connsiteX48" fmla="*/ 80795 w 264736"/>
                <a:gd name="connsiteY48" fmla="*/ 333116 h 403408"/>
                <a:gd name="connsiteX49" fmla="*/ 91006 w 264736"/>
                <a:gd name="connsiteY49" fmla="*/ 344084 h 403408"/>
                <a:gd name="connsiteX50" fmla="*/ 106764 w 264736"/>
                <a:gd name="connsiteY50" fmla="*/ 347614 h 403408"/>
                <a:gd name="connsiteX51" fmla="*/ 134624 w 264736"/>
                <a:gd name="connsiteY51" fmla="*/ 351522 h 403408"/>
                <a:gd name="connsiteX52" fmla="*/ 137020 w 264736"/>
                <a:gd name="connsiteY52" fmla="*/ 358203 h 403408"/>
                <a:gd name="connsiteX53" fmla="*/ 107647 w 264736"/>
                <a:gd name="connsiteY53" fmla="*/ 362111 h 403408"/>
                <a:gd name="connsiteX54" fmla="*/ 73861 w 264736"/>
                <a:gd name="connsiteY54" fmla="*/ 403713 h 403408"/>
                <a:gd name="connsiteX55" fmla="*/ 93401 w 264736"/>
                <a:gd name="connsiteY55" fmla="*/ 392745 h 403408"/>
                <a:gd name="connsiteX56" fmla="*/ 113067 w 264736"/>
                <a:gd name="connsiteY56" fmla="*/ 396653 h 403408"/>
                <a:gd name="connsiteX57" fmla="*/ 124791 w 264736"/>
                <a:gd name="connsiteY57" fmla="*/ 384929 h 403408"/>
                <a:gd name="connsiteX58" fmla="*/ 143953 w 264736"/>
                <a:gd name="connsiteY58" fmla="*/ 382156 h 403408"/>
                <a:gd name="connsiteX59" fmla="*/ 164754 w 264736"/>
                <a:gd name="connsiteY59" fmla="*/ 376231 h 403408"/>
                <a:gd name="connsiteX60" fmla="*/ 185933 w 264736"/>
                <a:gd name="connsiteY60" fmla="*/ 381273 h 403408"/>
                <a:gd name="connsiteX61" fmla="*/ 215684 w 264736"/>
                <a:gd name="connsiteY61" fmla="*/ 375727 h 403408"/>
                <a:gd name="connsiteX62" fmla="*/ 252495 w 264736"/>
                <a:gd name="connsiteY62" fmla="*/ 360473 h 403408"/>
                <a:gd name="connsiteX63" fmla="*/ 241149 w 264736"/>
                <a:gd name="connsiteY63" fmla="*/ 354926 h 403408"/>
                <a:gd name="connsiteX64" fmla="*/ 243167 w 264736"/>
                <a:gd name="connsiteY64" fmla="*/ 339294 h 403408"/>
                <a:gd name="connsiteX65" fmla="*/ 265354 w 264736"/>
                <a:gd name="connsiteY65" fmla="*/ 313955 h 403408"/>
                <a:gd name="connsiteX66" fmla="*/ 29612 w 264736"/>
                <a:gd name="connsiteY66" fmla="*/ 117041 h 403408"/>
                <a:gd name="connsiteX67" fmla="*/ 47261 w 264736"/>
                <a:gd name="connsiteY67" fmla="*/ 93467 h 403408"/>
                <a:gd name="connsiteX68" fmla="*/ 29612 w 264736"/>
                <a:gd name="connsiteY68" fmla="*/ 117041 h 403408"/>
                <a:gd name="connsiteX69" fmla="*/ 181521 w 264736"/>
                <a:gd name="connsiteY69" fmla="*/ 31947 h 403408"/>
                <a:gd name="connsiteX70" fmla="*/ 185807 w 264736"/>
                <a:gd name="connsiteY70" fmla="*/ 2574 h 403408"/>
                <a:gd name="connsiteX71" fmla="*/ 181521 w 264736"/>
                <a:gd name="connsiteY71" fmla="*/ 31947 h 403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64736" h="403408">
                  <a:moveTo>
                    <a:pt x="50791" y="216758"/>
                  </a:moveTo>
                  <a:cubicBezTo>
                    <a:pt x="40832" y="207178"/>
                    <a:pt x="28100" y="222179"/>
                    <a:pt x="17636" y="222053"/>
                  </a:cubicBezTo>
                  <a:cubicBezTo>
                    <a:pt x="15871" y="229743"/>
                    <a:pt x="13224" y="235164"/>
                    <a:pt x="10451" y="237181"/>
                  </a:cubicBezTo>
                  <a:cubicBezTo>
                    <a:pt x="6290" y="240207"/>
                    <a:pt x="-1400" y="251426"/>
                    <a:pt x="4526" y="252561"/>
                  </a:cubicBezTo>
                  <a:cubicBezTo>
                    <a:pt x="10451" y="253696"/>
                    <a:pt x="19905" y="263276"/>
                    <a:pt x="21166" y="256091"/>
                  </a:cubicBezTo>
                  <a:cubicBezTo>
                    <a:pt x="22301" y="249031"/>
                    <a:pt x="26461" y="239450"/>
                    <a:pt x="36546" y="251300"/>
                  </a:cubicBezTo>
                  <a:cubicBezTo>
                    <a:pt x="38941" y="254074"/>
                    <a:pt x="41967" y="256847"/>
                    <a:pt x="45370" y="259242"/>
                  </a:cubicBezTo>
                  <a:cubicBezTo>
                    <a:pt x="47009" y="253822"/>
                    <a:pt x="59363" y="252939"/>
                    <a:pt x="65793" y="246510"/>
                  </a:cubicBezTo>
                  <a:cubicBezTo>
                    <a:pt x="73609" y="238694"/>
                    <a:pt x="61759" y="227348"/>
                    <a:pt x="50791" y="216758"/>
                  </a:cubicBezTo>
                  <a:close/>
                  <a:moveTo>
                    <a:pt x="265354" y="313955"/>
                  </a:moveTo>
                  <a:cubicBezTo>
                    <a:pt x="266110" y="302231"/>
                    <a:pt x="240267" y="293910"/>
                    <a:pt x="237493" y="300213"/>
                  </a:cubicBezTo>
                  <a:cubicBezTo>
                    <a:pt x="234720" y="306517"/>
                    <a:pt x="228921" y="305760"/>
                    <a:pt x="224509" y="298701"/>
                  </a:cubicBezTo>
                  <a:cubicBezTo>
                    <a:pt x="220223" y="291641"/>
                    <a:pt x="228417" y="284960"/>
                    <a:pt x="224131" y="284203"/>
                  </a:cubicBezTo>
                  <a:cubicBezTo>
                    <a:pt x="219844" y="283447"/>
                    <a:pt x="214298" y="273614"/>
                    <a:pt x="215558" y="269706"/>
                  </a:cubicBezTo>
                  <a:cubicBezTo>
                    <a:pt x="216693" y="265798"/>
                    <a:pt x="208877" y="240711"/>
                    <a:pt x="195514" y="237559"/>
                  </a:cubicBezTo>
                  <a:cubicBezTo>
                    <a:pt x="182151" y="234408"/>
                    <a:pt x="180260" y="215624"/>
                    <a:pt x="177865" y="205413"/>
                  </a:cubicBezTo>
                  <a:cubicBezTo>
                    <a:pt x="175470" y="195201"/>
                    <a:pt x="166897" y="200622"/>
                    <a:pt x="160216" y="192050"/>
                  </a:cubicBezTo>
                  <a:cubicBezTo>
                    <a:pt x="153534" y="183477"/>
                    <a:pt x="142188" y="187764"/>
                    <a:pt x="136263" y="188142"/>
                  </a:cubicBezTo>
                  <a:cubicBezTo>
                    <a:pt x="130338" y="188520"/>
                    <a:pt x="136263" y="177174"/>
                    <a:pt x="145718" y="170871"/>
                  </a:cubicBezTo>
                  <a:cubicBezTo>
                    <a:pt x="155173" y="164568"/>
                    <a:pt x="166141" y="131286"/>
                    <a:pt x="166141" y="124605"/>
                  </a:cubicBezTo>
                  <a:cubicBezTo>
                    <a:pt x="166141" y="117923"/>
                    <a:pt x="124917" y="118302"/>
                    <a:pt x="117101" y="122210"/>
                  </a:cubicBezTo>
                  <a:cubicBezTo>
                    <a:pt x="109286" y="126118"/>
                    <a:pt x="101470" y="116285"/>
                    <a:pt x="108025" y="113511"/>
                  </a:cubicBezTo>
                  <a:cubicBezTo>
                    <a:pt x="114706" y="110738"/>
                    <a:pt x="128825" y="96997"/>
                    <a:pt x="128069" y="91576"/>
                  </a:cubicBezTo>
                  <a:cubicBezTo>
                    <a:pt x="127313" y="86029"/>
                    <a:pt x="137902" y="80986"/>
                    <a:pt x="131977" y="75818"/>
                  </a:cubicBezTo>
                  <a:cubicBezTo>
                    <a:pt x="126052" y="70775"/>
                    <a:pt x="125296" y="82499"/>
                    <a:pt x="120253" y="86407"/>
                  </a:cubicBezTo>
                  <a:cubicBezTo>
                    <a:pt x="115211" y="90315"/>
                    <a:pt x="103739" y="89181"/>
                    <a:pt x="91637" y="86785"/>
                  </a:cubicBezTo>
                  <a:cubicBezTo>
                    <a:pt x="79534" y="84390"/>
                    <a:pt x="74743" y="101661"/>
                    <a:pt x="75122" y="109099"/>
                  </a:cubicBezTo>
                  <a:cubicBezTo>
                    <a:pt x="75500" y="116537"/>
                    <a:pt x="61002" y="120823"/>
                    <a:pt x="63398" y="127126"/>
                  </a:cubicBezTo>
                  <a:cubicBezTo>
                    <a:pt x="65793" y="133430"/>
                    <a:pt x="60624" y="138094"/>
                    <a:pt x="56716" y="134564"/>
                  </a:cubicBezTo>
                  <a:cubicBezTo>
                    <a:pt x="52808" y="131034"/>
                    <a:pt x="48522" y="122462"/>
                    <a:pt x="40580" y="128639"/>
                  </a:cubicBezTo>
                  <a:cubicBezTo>
                    <a:pt x="32764" y="134942"/>
                    <a:pt x="49657" y="143136"/>
                    <a:pt x="59742" y="144397"/>
                  </a:cubicBezTo>
                  <a:cubicBezTo>
                    <a:pt x="69953" y="145532"/>
                    <a:pt x="51926" y="152970"/>
                    <a:pt x="49909" y="163937"/>
                  </a:cubicBezTo>
                  <a:cubicBezTo>
                    <a:pt x="47892" y="174905"/>
                    <a:pt x="63272" y="170240"/>
                    <a:pt x="64028" y="178057"/>
                  </a:cubicBezTo>
                  <a:cubicBezTo>
                    <a:pt x="64785" y="185873"/>
                    <a:pt x="42093" y="187133"/>
                    <a:pt x="42093" y="194571"/>
                  </a:cubicBezTo>
                  <a:cubicBezTo>
                    <a:pt x="42093" y="202009"/>
                    <a:pt x="55077" y="191041"/>
                    <a:pt x="60877" y="187890"/>
                  </a:cubicBezTo>
                  <a:cubicBezTo>
                    <a:pt x="66802" y="184738"/>
                    <a:pt x="57725" y="206295"/>
                    <a:pt x="71844" y="204026"/>
                  </a:cubicBezTo>
                  <a:cubicBezTo>
                    <a:pt x="85963" y="201631"/>
                    <a:pt x="82055" y="182469"/>
                    <a:pt x="87098" y="183225"/>
                  </a:cubicBezTo>
                  <a:cubicBezTo>
                    <a:pt x="92267" y="183982"/>
                    <a:pt x="84703" y="193436"/>
                    <a:pt x="89115" y="201631"/>
                  </a:cubicBezTo>
                  <a:cubicBezTo>
                    <a:pt x="93401" y="209825"/>
                    <a:pt x="78904" y="222431"/>
                    <a:pt x="79660" y="228356"/>
                  </a:cubicBezTo>
                  <a:cubicBezTo>
                    <a:pt x="80417" y="234282"/>
                    <a:pt x="108655" y="234282"/>
                    <a:pt x="117732" y="224827"/>
                  </a:cubicBezTo>
                  <a:cubicBezTo>
                    <a:pt x="126808" y="215372"/>
                    <a:pt x="131095" y="225583"/>
                    <a:pt x="124791" y="232643"/>
                  </a:cubicBezTo>
                  <a:cubicBezTo>
                    <a:pt x="118488" y="239702"/>
                    <a:pt x="121261" y="246384"/>
                    <a:pt x="129078" y="249157"/>
                  </a:cubicBezTo>
                  <a:cubicBezTo>
                    <a:pt x="136894" y="251931"/>
                    <a:pt x="139667" y="252687"/>
                    <a:pt x="136137" y="258990"/>
                  </a:cubicBezTo>
                  <a:cubicBezTo>
                    <a:pt x="132608" y="265294"/>
                    <a:pt x="135759" y="277018"/>
                    <a:pt x="133742" y="282943"/>
                  </a:cubicBezTo>
                  <a:cubicBezTo>
                    <a:pt x="131725" y="288868"/>
                    <a:pt x="107520" y="288111"/>
                    <a:pt x="106638" y="284077"/>
                  </a:cubicBezTo>
                  <a:cubicBezTo>
                    <a:pt x="105882" y="280169"/>
                    <a:pt x="95670" y="282943"/>
                    <a:pt x="98444" y="288363"/>
                  </a:cubicBezTo>
                  <a:cubicBezTo>
                    <a:pt x="101217" y="293910"/>
                    <a:pt x="89745" y="299709"/>
                    <a:pt x="90628" y="304878"/>
                  </a:cubicBezTo>
                  <a:cubicBezTo>
                    <a:pt x="91384" y="310047"/>
                    <a:pt x="105882" y="308786"/>
                    <a:pt x="106260" y="315089"/>
                  </a:cubicBezTo>
                  <a:cubicBezTo>
                    <a:pt x="106638" y="321392"/>
                    <a:pt x="95670" y="328830"/>
                    <a:pt x="80795" y="333116"/>
                  </a:cubicBezTo>
                  <a:cubicBezTo>
                    <a:pt x="65919" y="337403"/>
                    <a:pt x="83946" y="349253"/>
                    <a:pt x="91006" y="344084"/>
                  </a:cubicBezTo>
                  <a:cubicBezTo>
                    <a:pt x="98066" y="339042"/>
                    <a:pt x="96553" y="347614"/>
                    <a:pt x="106764" y="347614"/>
                  </a:cubicBezTo>
                  <a:cubicBezTo>
                    <a:pt x="116975" y="347614"/>
                    <a:pt x="123279" y="355808"/>
                    <a:pt x="134624" y="351522"/>
                  </a:cubicBezTo>
                  <a:cubicBezTo>
                    <a:pt x="145971" y="347236"/>
                    <a:pt x="145592" y="351522"/>
                    <a:pt x="137020" y="358203"/>
                  </a:cubicBezTo>
                  <a:cubicBezTo>
                    <a:pt x="128321" y="364885"/>
                    <a:pt x="115463" y="357825"/>
                    <a:pt x="107647" y="362111"/>
                  </a:cubicBezTo>
                  <a:cubicBezTo>
                    <a:pt x="99831" y="366398"/>
                    <a:pt x="67936" y="396401"/>
                    <a:pt x="73861" y="403713"/>
                  </a:cubicBezTo>
                  <a:cubicBezTo>
                    <a:pt x="77391" y="407999"/>
                    <a:pt x="82055" y="397410"/>
                    <a:pt x="93401" y="392745"/>
                  </a:cubicBezTo>
                  <a:cubicBezTo>
                    <a:pt x="104747" y="388081"/>
                    <a:pt x="106764" y="395897"/>
                    <a:pt x="113067" y="396653"/>
                  </a:cubicBezTo>
                  <a:cubicBezTo>
                    <a:pt x="119371" y="397410"/>
                    <a:pt x="119749" y="383669"/>
                    <a:pt x="124791" y="384929"/>
                  </a:cubicBezTo>
                  <a:cubicBezTo>
                    <a:pt x="129834" y="386064"/>
                    <a:pt x="134624" y="380643"/>
                    <a:pt x="143953" y="382156"/>
                  </a:cubicBezTo>
                  <a:cubicBezTo>
                    <a:pt x="153408" y="383669"/>
                    <a:pt x="160090" y="380139"/>
                    <a:pt x="164754" y="376231"/>
                  </a:cubicBezTo>
                  <a:cubicBezTo>
                    <a:pt x="169418" y="372323"/>
                    <a:pt x="182025" y="384047"/>
                    <a:pt x="185933" y="381273"/>
                  </a:cubicBezTo>
                  <a:cubicBezTo>
                    <a:pt x="189841" y="378500"/>
                    <a:pt x="207112" y="375348"/>
                    <a:pt x="215684" y="375727"/>
                  </a:cubicBezTo>
                  <a:cubicBezTo>
                    <a:pt x="224257" y="376105"/>
                    <a:pt x="246696" y="365893"/>
                    <a:pt x="252495" y="360473"/>
                  </a:cubicBezTo>
                  <a:cubicBezTo>
                    <a:pt x="258420" y="354926"/>
                    <a:pt x="248965" y="353791"/>
                    <a:pt x="241149" y="354926"/>
                  </a:cubicBezTo>
                  <a:cubicBezTo>
                    <a:pt x="233333" y="356060"/>
                    <a:pt x="234846" y="347110"/>
                    <a:pt x="243167" y="339294"/>
                  </a:cubicBezTo>
                  <a:cubicBezTo>
                    <a:pt x="251613" y="331604"/>
                    <a:pt x="264598" y="325805"/>
                    <a:pt x="265354" y="313955"/>
                  </a:cubicBezTo>
                  <a:close/>
                  <a:moveTo>
                    <a:pt x="29612" y="117041"/>
                  </a:moveTo>
                  <a:cubicBezTo>
                    <a:pt x="40202" y="116663"/>
                    <a:pt x="52304" y="98636"/>
                    <a:pt x="47261" y="93467"/>
                  </a:cubicBezTo>
                  <a:cubicBezTo>
                    <a:pt x="42219" y="88424"/>
                    <a:pt x="21796" y="117293"/>
                    <a:pt x="29612" y="117041"/>
                  </a:cubicBezTo>
                  <a:close/>
                  <a:moveTo>
                    <a:pt x="181521" y="31947"/>
                  </a:moveTo>
                  <a:cubicBezTo>
                    <a:pt x="188202" y="25266"/>
                    <a:pt x="196018" y="-199"/>
                    <a:pt x="185807" y="2574"/>
                  </a:cubicBezTo>
                  <a:cubicBezTo>
                    <a:pt x="175595" y="5221"/>
                    <a:pt x="178495" y="34847"/>
                    <a:pt x="181521" y="31947"/>
                  </a:cubicBezTo>
                  <a:close/>
                </a:path>
              </a:pathLst>
            </a:custGeom>
            <a:solidFill>
              <a:schemeClr val="tx1">
                <a:lumMod val="50000"/>
                <a:lumOff val="50000"/>
              </a:schemeClr>
            </a:solidFill>
            <a:ln w="1270" cap="flat">
              <a:solidFill>
                <a:schemeClr val="bg1"/>
              </a:solidFill>
              <a:prstDash val="solid"/>
              <a:miter/>
            </a:ln>
          </p:spPr>
          <p:txBody>
            <a:bodyPr rtlCol="0" anchor="ctr"/>
            <a:lstStyle/>
            <a:p>
              <a:endParaRPr lang="ko-KR" altLang="en-US"/>
            </a:p>
          </p:txBody>
        </p:sp>
        <p:sp>
          <p:nvSpPr>
            <p:cNvPr id="155" name="자유형: 도형 135">
              <a:extLst>
                <a:ext uri="{FF2B5EF4-FFF2-40B4-BE49-F238E27FC236}">
                  <a16:creationId xmlns:a16="http://schemas.microsoft.com/office/drawing/2014/main" id="{2500D866-26EF-F248-9658-D782242CBB6B}"/>
                </a:ext>
              </a:extLst>
            </p:cNvPr>
            <p:cNvSpPr/>
            <p:nvPr/>
          </p:nvSpPr>
          <p:spPr>
            <a:xfrm>
              <a:off x="6014035" y="2825297"/>
              <a:ext cx="126065" cy="113459"/>
            </a:xfrm>
            <a:custGeom>
              <a:avLst/>
              <a:gdLst>
                <a:gd name="connsiteX0" fmla="*/ 65073 w 126065"/>
                <a:gd name="connsiteY0" fmla="*/ 45071 h 113458"/>
                <a:gd name="connsiteX1" fmla="*/ 64316 w 126065"/>
                <a:gd name="connsiteY1" fmla="*/ 26665 h 113458"/>
                <a:gd name="connsiteX2" fmla="*/ 67090 w 126065"/>
                <a:gd name="connsiteY2" fmla="*/ 3847 h 113458"/>
                <a:gd name="connsiteX3" fmla="*/ 47802 w 126065"/>
                <a:gd name="connsiteY3" fmla="*/ 14437 h 113458"/>
                <a:gd name="connsiteX4" fmla="*/ 32169 w 126065"/>
                <a:gd name="connsiteY4" fmla="*/ 22631 h 113458"/>
                <a:gd name="connsiteX5" fmla="*/ 33304 w 126065"/>
                <a:gd name="connsiteY5" fmla="*/ 34355 h 113458"/>
                <a:gd name="connsiteX6" fmla="*/ 18050 w 126065"/>
                <a:gd name="connsiteY6" fmla="*/ 26539 h 113458"/>
                <a:gd name="connsiteX7" fmla="*/ 4687 w 126065"/>
                <a:gd name="connsiteY7" fmla="*/ 45701 h 113458"/>
                <a:gd name="connsiteX8" fmla="*/ 4687 w 126065"/>
                <a:gd name="connsiteY8" fmla="*/ 75957 h 113458"/>
                <a:gd name="connsiteX9" fmla="*/ 14899 w 126065"/>
                <a:gd name="connsiteY9" fmla="*/ 99153 h 113458"/>
                <a:gd name="connsiteX10" fmla="*/ 18933 w 126065"/>
                <a:gd name="connsiteY10" fmla="*/ 110877 h 113458"/>
                <a:gd name="connsiteX11" fmla="*/ 43137 w 126065"/>
                <a:gd name="connsiteY11" fmla="*/ 113272 h 113458"/>
                <a:gd name="connsiteX12" fmla="*/ 52970 w 126065"/>
                <a:gd name="connsiteY12" fmla="*/ 113020 h 113458"/>
                <a:gd name="connsiteX13" fmla="*/ 42381 w 126065"/>
                <a:gd name="connsiteY13" fmla="*/ 98774 h 113458"/>
                <a:gd name="connsiteX14" fmla="*/ 56122 w 126065"/>
                <a:gd name="connsiteY14" fmla="*/ 101548 h 113458"/>
                <a:gd name="connsiteX15" fmla="*/ 74906 w 126065"/>
                <a:gd name="connsiteY15" fmla="*/ 101170 h 113458"/>
                <a:gd name="connsiteX16" fmla="*/ 65451 w 126065"/>
                <a:gd name="connsiteY16" fmla="*/ 84655 h 113458"/>
                <a:gd name="connsiteX17" fmla="*/ 53222 w 126065"/>
                <a:gd name="connsiteY17" fmla="*/ 83016 h 113458"/>
                <a:gd name="connsiteX18" fmla="*/ 60660 w 126065"/>
                <a:gd name="connsiteY18" fmla="*/ 66502 h 113458"/>
                <a:gd name="connsiteX19" fmla="*/ 77553 w 126065"/>
                <a:gd name="connsiteY19" fmla="*/ 57425 h 113458"/>
                <a:gd name="connsiteX20" fmla="*/ 65073 w 126065"/>
                <a:gd name="connsiteY20" fmla="*/ 45071 h 113458"/>
                <a:gd name="connsiteX21" fmla="*/ 124323 w 126065"/>
                <a:gd name="connsiteY21" fmla="*/ 69023 h 113458"/>
                <a:gd name="connsiteX22" fmla="*/ 115247 w 126065"/>
                <a:gd name="connsiteY22" fmla="*/ 75326 h 113458"/>
                <a:gd name="connsiteX23" fmla="*/ 106170 w 126065"/>
                <a:gd name="connsiteY23" fmla="*/ 69023 h 113458"/>
                <a:gd name="connsiteX24" fmla="*/ 88899 w 126065"/>
                <a:gd name="connsiteY24" fmla="*/ 76461 h 113458"/>
                <a:gd name="connsiteX25" fmla="*/ 99110 w 126065"/>
                <a:gd name="connsiteY25" fmla="*/ 100791 h 113458"/>
                <a:gd name="connsiteX26" fmla="*/ 91672 w 126065"/>
                <a:gd name="connsiteY26" fmla="*/ 107851 h 113458"/>
                <a:gd name="connsiteX27" fmla="*/ 98732 w 126065"/>
                <a:gd name="connsiteY27" fmla="*/ 119575 h 113458"/>
                <a:gd name="connsiteX28" fmla="*/ 118020 w 126065"/>
                <a:gd name="connsiteY28" fmla="*/ 97640 h 113458"/>
                <a:gd name="connsiteX29" fmla="*/ 124323 w 126065"/>
                <a:gd name="connsiteY29" fmla="*/ 69023 h 113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6065" h="113458">
                  <a:moveTo>
                    <a:pt x="65073" y="45071"/>
                  </a:moveTo>
                  <a:cubicBezTo>
                    <a:pt x="61165" y="43180"/>
                    <a:pt x="59526" y="30573"/>
                    <a:pt x="64316" y="26665"/>
                  </a:cubicBezTo>
                  <a:cubicBezTo>
                    <a:pt x="68981" y="22757"/>
                    <a:pt x="70998" y="7755"/>
                    <a:pt x="67090" y="3847"/>
                  </a:cubicBezTo>
                  <a:cubicBezTo>
                    <a:pt x="63182" y="-61"/>
                    <a:pt x="49063" y="3847"/>
                    <a:pt x="47802" y="14437"/>
                  </a:cubicBezTo>
                  <a:cubicBezTo>
                    <a:pt x="46667" y="25026"/>
                    <a:pt x="35195" y="20362"/>
                    <a:pt x="32169" y="22631"/>
                  </a:cubicBezTo>
                  <a:cubicBezTo>
                    <a:pt x="29018" y="25026"/>
                    <a:pt x="38473" y="29691"/>
                    <a:pt x="33304" y="34355"/>
                  </a:cubicBezTo>
                  <a:cubicBezTo>
                    <a:pt x="28261" y="39020"/>
                    <a:pt x="26244" y="27296"/>
                    <a:pt x="18050" y="26539"/>
                  </a:cubicBezTo>
                  <a:cubicBezTo>
                    <a:pt x="9856" y="25783"/>
                    <a:pt x="8974" y="39020"/>
                    <a:pt x="4687" y="45701"/>
                  </a:cubicBezTo>
                  <a:cubicBezTo>
                    <a:pt x="401" y="52383"/>
                    <a:pt x="3048" y="66502"/>
                    <a:pt x="4687" y="75957"/>
                  </a:cubicBezTo>
                  <a:cubicBezTo>
                    <a:pt x="6200" y="85412"/>
                    <a:pt x="17672" y="91211"/>
                    <a:pt x="14899" y="99153"/>
                  </a:cubicBezTo>
                  <a:cubicBezTo>
                    <a:pt x="13638" y="102809"/>
                    <a:pt x="16159" y="106843"/>
                    <a:pt x="18933" y="110877"/>
                  </a:cubicBezTo>
                  <a:cubicBezTo>
                    <a:pt x="29396" y="111129"/>
                    <a:pt x="38977" y="111885"/>
                    <a:pt x="43137" y="113272"/>
                  </a:cubicBezTo>
                  <a:cubicBezTo>
                    <a:pt x="44776" y="113776"/>
                    <a:pt x="48306" y="113650"/>
                    <a:pt x="52970" y="113020"/>
                  </a:cubicBezTo>
                  <a:cubicBezTo>
                    <a:pt x="49566" y="107347"/>
                    <a:pt x="41751" y="102809"/>
                    <a:pt x="42381" y="98774"/>
                  </a:cubicBezTo>
                  <a:cubicBezTo>
                    <a:pt x="43137" y="93354"/>
                    <a:pt x="50575" y="96757"/>
                    <a:pt x="56122" y="101548"/>
                  </a:cubicBezTo>
                  <a:cubicBezTo>
                    <a:pt x="61543" y="106212"/>
                    <a:pt x="73771" y="107095"/>
                    <a:pt x="74906" y="101170"/>
                  </a:cubicBezTo>
                  <a:cubicBezTo>
                    <a:pt x="75662" y="97514"/>
                    <a:pt x="72889" y="80747"/>
                    <a:pt x="65451" y="84655"/>
                  </a:cubicBezTo>
                  <a:cubicBezTo>
                    <a:pt x="58013" y="88563"/>
                    <a:pt x="55996" y="87050"/>
                    <a:pt x="53222" y="83016"/>
                  </a:cubicBezTo>
                  <a:cubicBezTo>
                    <a:pt x="50449" y="79108"/>
                    <a:pt x="58769" y="72805"/>
                    <a:pt x="60660" y="66502"/>
                  </a:cubicBezTo>
                  <a:cubicBezTo>
                    <a:pt x="62551" y="60199"/>
                    <a:pt x="75536" y="62594"/>
                    <a:pt x="77553" y="57425"/>
                  </a:cubicBezTo>
                  <a:cubicBezTo>
                    <a:pt x="79570" y="52509"/>
                    <a:pt x="68981" y="47088"/>
                    <a:pt x="65073" y="45071"/>
                  </a:cubicBezTo>
                  <a:close/>
                  <a:moveTo>
                    <a:pt x="124323" y="69023"/>
                  </a:moveTo>
                  <a:cubicBezTo>
                    <a:pt x="121171" y="67006"/>
                    <a:pt x="118776" y="74570"/>
                    <a:pt x="115247" y="75326"/>
                  </a:cubicBezTo>
                  <a:cubicBezTo>
                    <a:pt x="111716" y="76083"/>
                    <a:pt x="107808" y="60451"/>
                    <a:pt x="106170" y="69023"/>
                  </a:cubicBezTo>
                  <a:cubicBezTo>
                    <a:pt x="104531" y="77596"/>
                    <a:pt x="96715" y="65493"/>
                    <a:pt x="88899" y="76461"/>
                  </a:cubicBezTo>
                  <a:cubicBezTo>
                    <a:pt x="81083" y="87429"/>
                    <a:pt x="93563" y="97262"/>
                    <a:pt x="99110" y="100791"/>
                  </a:cubicBezTo>
                  <a:cubicBezTo>
                    <a:pt x="104657" y="104321"/>
                    <a:pt x="98732" y="109364"/>
                    <a:pt x="91672" y="107851"/>
                  </a:cubicBezTo>
                  <a:cubicBezTo>
                    <a:pt x="84613" y="106338"/>
                    <a:pt x="88899" y="118062"/>
                    <a:pt x="98732" y="119575"/>
                  </a:cubicBezTo>
                  <a:cubicBezTo>
                    <a:pt x="108565" y="121088"/>
                    <a:pt x="119155" y="102304"/>
                    <a:pt x="118020" y="97640"/>
                  </a:cubicBezTo>
                  <a:cubicBezTo>
                    <a:pt x="116885" y="92975"/>
                    <a:pt x="127979" y="71292"/>
                    <a:pt x="124323" y="69023"/>
                  </a:cubicBezTo>
                  <a:close/>
                </a:path>
              </a:pathLst>
            </a:custGeom>
            <a:grpFill/>
            <a:ln w="1270" cap="flat">
              <a:solidFill>
                <a:schemeClr val="bg1"/>
              </a:solidFill>
              <a:prstDash val="solid"/>
              <a:miter/>
            </a:ln>
          </p:spPr>
          <p:txBody>
            <a:bodyPr rtlCol="0" anchor="ctr"/>
            <a:lstStyle/>
            <a:p>
              <a:endParaRPr lang="ko-KR" altLang="en-US"/>
            </a:p>
          </p:txBody>
        </p:sp>
        <p:sp>
          <p:nvSpPr>
            <p:cNvPr id="156" name="자유형: 도형 136">
              <a:extLst>
                <a:ext uri="{FF2B5EF4-FFF2-40B4-BE49-F238E27FC236}">
                  <a16:creationId xmlns:a16="http://schemas.microsoft.com/office/drawing/2014/main" id="{52DB314B-EAB9-8140-A69C-9297CD07BB04}"/>
                </a:ext>
              </a:extLst>
            </p:cNvPr>
            <p:cNvSpPr/>
            <p:nvPr/>
          </p:nvSpPr>
          <p:spPr>
            <a:xfrm>
              <a:off x="6099030" y="2342170"/>
              <a:ext cx="327769" cy="567293"/>
            </a:xfrm>
            <a:custGeom>
              <a:avLst/>
              <a:gdLst>
                <a:gd name="connsiteX0" fmla="*/ 329656 w 327769"/>
                <a:gd name="connsiteY0" fmla="*/ 134875 h 567292"/>
                <a:gd name="connsiteX1" fmla="*/ 324613 w 327769"/>
                <a:gd name="connsiteY1" fmla="*/ 121008 h 567292"/>
                <a:gd name="connsiteX2" fmla="*/ 325874 w 327769"/>
                <a:gd name="connsiteY2" fmla="*/ 98316 h 567292"/>
                <a:gd name="connsiteX3" fmla="*/ 319571 w 327769"/>
                <a:gd name="connsiteY3" fmla="*/ 74364 h 567292"/>
                <a:gd name="connsiteX4" fmla="*/ 318310 w 327769"/>
                <a:gd name="connsiteY4" fmla="*/ 49151 h 567292"/>
                <a:gd name="connsiteX5" fmla="*/ 280490 w 327769"/>
                <a:gd name="connsiteY5" fmla="*/ 26459 h 567292"/>
                <a:gd name="connsiteX6" fmla="*/ 248974 w 327769"/>
                <a:gd name="connsiteY6" fmla="*/ 3767 h 567292"/>
                <a:gd name="connsiteX7" fmla="*/ 233847 w 327769"/>
                <a:gd name="connsiteY7" fmla="*/ 23938 h 567292"/>
                <a:gd name="connsiteX8" fmla="*/ 216198 w 327769"/>
                <a:gd name="connsiteY8" fmla="*/ 28980 h 567292"/>
                <a:gd name="connsiteX9" fmla="*/ 188463 w 327769"/>
                <a:gd name="connsiteY9" fmla="*/ 23938 h 567292"/>
                <a:gd name="connsiteX10" fmla="*/ 182160 w 327769"/>
                <a:gd name="connsiteY10" fmla="*/ 42847 h 567292"/>
                <a:gd name="connsiteX11" fmla="*/ 161989 w 327769"/>
                <a:gd name="connsiteY11" fmla="*/ 50411 h 567292"/>
                <a:gd name="connsiteX12" fmla="*/ 141819 w 327769"/>
                <a:gd name="connsiteY12" fmla="*/ 65539 h 567292"/>
                <a:gd name="connsiteX13" fmla="*/ 134255 w 327769"/>
                <a:gd name="connsiteY13" fmla="*/ 84449 h 567292"/>
                <a:gd name="connsiteX14" fmla="*/ 127952 w 327769"/>
                <a:gd name="connsiteY14" fmla="*/ 98316 h 567292"/>
                <a:gd name="connsiteX15" fmla="*/ 114085 w 327769"/>
                <a:gd name="connsiteY15" fmla="*/ 118486 h 567292"/>
                <a:gd name="connsiteX16" fmla="*/ 109042 w 327769"/>
                <a:gd name="connsiteY16" fmla="*/ 133614 h 567292"/>
                <a:gd name="connsiteX17" fmla="*/ 88872 w 327769"/>
                <a:gd name="connsiteY17" fmla="*/ 138657 h 567292"/>
                <a:gd name="connsiteX18" fmla="*/ 87611 w 327769"/>
                <a:gd name="connsiteY18" fmla="*/ 162609 h 567292"/>
                <a:gd name="connsiteX19" fmla="*/ 69962 w 327769"/>
                <a:gd name="connsiteY19" fmla="*/ 196647 h 567292"/>
                <a:gd name="connsiteX20" fmla="*/ 76265 w 327769"/>
                <a:gd name="connsiteY20" fmla="*/ 210514 h 567292"/>
                <a:gd name="connsiteX21" fmla="*/ 76265 w 327769"/>
                <a:gd name="connsiteY21" fmla="*/ 225642 h 567292"/>
                <a:gd name="connsiteX22" fmla="*/ 58616 w 327769"/>
                <a:gd name="connsiteY22" fmla="*/ 226902 h 567292"/>
                <a:gd name="connsiteX23" fmla="*/ 32143 w 327769"/>
                <a:gd name="connsiteY23" fmla="*/ 244551 h 567292"/>
                <a:gd name="connsiteX24" fmla="*/ 29621 w 327769"/>
                <a:gd name="connsiteY24" fmla="*/ 271025 h 567292"/>
                <a:gd name="connsiteX25" fmla="*/ 29621 w 327769"/>
                <a:gd name="connsiteY25" fmla="*/ 297499 h 567292"/>
                <a:gd name="connsiteX26" fmla="*/ 28360 w 327769"/>
                <a:gd name="connsiteY26" fmla="*/ 322712 h 567292"/>
                <a:gd name="connsiteX27" fmla="*/ 46010 w 327769"/>
                <a:gd name="connsiteY27" fmla="*/ 341622 h 567292"/>
                <a:gd name="connsiteX28" fmla="*/ 35924 w 327769"/>
                <a:gd name="connsiteY28" fmla="*/ 355489 h 567292"/>
                <a:gd name="connsiteX29" fmla="*/ 37185 w 327769"/>
                <a:gd name="connsiteY29" fmla="*/ 368095 h 567292"/>
                <a:gd name="connsiteX30" fmla="*/ 38446 w 327769"/>
                <a:gd name="connsiteY30" fmla="*/ 393308 h 567292"/>
                <a:gd name="connsiteX31" fmla="*/ 20797 w 327769"/>
                <a:gd name="connsiteY31" fmla="*/ 399611 h 567292"/>
                <a:gd name="connsiteX32" fmla="*/ 17015 w 327769"/>
                <a:gd name="connsiteY32" fmla="*/ 421042 h 567292"/>
                <a:gd name="connsiteX33" fmla="*/ 10711 w 327769"/>
                <a:gd name="connsiteY33" fmla="*/ 438692 h 567292"/>
                <a:gd name="connsiteX34" fmla="*/ 2391 w 327769"/>
                <a:gd name="connsiteY34" fmla="*/ 437557 h 567292"/>
                <a:gd name="connsiteX35" fmla="*/ 2391 w 327769"/>
                <a:gd name="connsiteY35" fmla="*/ 440078 h 567292"/>
                <a:gd name="connsiteX36" fmla="*/ 14115 w 327769"/>
                <a:gd name="connsiteY36" fmla="*/ 466804 h 567292"/>
                <a:gd name="connsiteX37" fmla="*/ 23570 w 327769"/>
                <a:gd name="connsiteY37" fmla="*/ 494286 h 567292"/>
                <a:gd name="connsiteX38" fmla="*/ 36933 w 327769"/>
                <a:gd name="connsiteY38" fmla="*/ 518239 h 567292"/>
                <a:gd name="connsiteX39" fmla="*/ 42480 w 327769"/>
                <a:gd name="connsiteY39" fmla="*/ 538283 h 567292"/>
                <a:gd name="connsiteX40" fmla="*/ 49918 w 327769"/>
                <a:gd name="connsiteY40" fmla="*/ 550385 h 567292"/>
                <a:gd name="connsiteX41" fmla="*/ 50296 w 327769"/>
                <a:gd name="connsiteY41" fmla="*/ 572699 h 567292"/>
                <a:gd name="connsiteX42" fmla="*/ 71097 w 327769"/>
                <a:gd name="connsiteY42" fmla="*/ 572321 h 567292"/>
                <a:gd name="connsiteX43" fmla="*/ 80930 w 327769"/>
                <a:gd name="connsiteY43" fmla="*/ 556562 h 567292"/>
                <a:gd name="connsiteX44" fmla="*/ 89124 w 327769"/>
                <a:gd name="connsiteY44" fmla="*/ 547990 h 567292"/>
                <a:gd name="connsiteX45" fmla="*/ 111059 w 327769"/>
                <a:gd name="connsiteY45" fmla="*/ 545973 h 567292"/>
                <a:gd name="connsiteX46" fmla="*/ 126313 w 327769"/>
                <a:gd name="connsiteY46" fmla="*/ 533871 h 567292"/>
                <a:gd name="connsiteX47" fmla="*/ 135768 w 327769"/>
                <a:gd name="connsiteY47" fmla="*/ 537779 h 567292"/>
                <a:gd name="connsiteX48" fmla="*/ 150644 w 327769"/>
                <a:gd name="connsiteY48" fmla="*/ 512692 h 567292"/>
                <a:gd name="connsiteX49" fmla="*/ 141189 w 327769"/>
                <a:gd name="connsiteY49" fmla="*/ 514205 h 567292"/>
                <a:gd name="connsiteX50" fmla="*/ 140811 w 327769"/>
                <a:gd name="connsiteY50" fmla="*/ 495799 h 567292"/>
                <a:gd name="connsiteX51" fmla="*/ 145097 w 327769"/>
                <a:gd name="connsiteY51" fmla="*/ 458106 h 567292"/>
                <a:gd name="connsiteX52" fmla="*/ 159972 w 327769"/>
                <a:gd name="connsiteY52" fmla="*/ 441969 h 567292"/>
                <a:gd name="connsiteX53" fmla="*/ 183925 w 327769"/>
                <a:gd name="connsiteY53" fmla="*/ 419656 h 567292"/>
                <a:gd name="connsiteX54" fmla="*/ 199557 w 327769"/>
                <a:gd name="connsiteY54" fmla="*/ 398099 h 567292"/>
                <a:gd name="connsiteX55" fmla="*/ 174470 w 327769"/>
                <a:gd name="connsiteY55" fmla="*/ 370238 h 567292"/>
                <a:gd name="connsiteX56" fmla="*/ 155686 w 327769"/>
                <a:gd name="connsiteY56" fmla="*/ 365196 h 567292"/>
                <a:gd name="connsiteX57" fmla="*/ 152535 w 327769"/>
                <a:gd name="connsiteY57" fmla="*/ 335318 h 567292"/>
                <a:gd name="connsiteX58" fmla="*/ 162368 w 327769"/>
                <a:gd name="connsiteY58" fmla="*/ 309475 h 567292"/>
                <a:gd name="connsiteX59" fmla="*/ 169427 w 327769"/>
                <a:gd name="connsiteY59" fmla="*/ 289052 h 567292"/>
                <a:gd name="connsiteX60" fmla="*/ 182034 w 327769"/>
                <a:gd name="connsiteY60" fmla="*/ 276950 h 567292"/>
                <a:gd name="connsiteX61" fmla="*/ 200439 w 327769"/>
                <a:gd name="connsiteY61" fmla="*/ 256149 h 567292"/>
                <a:gd name="connsiteX62" fmla="*/ 225526 w 327769"/>
                <a:gd name="connsiteY62" fmla="*/ 241652 h 567292"/>
                <a:gd name="connsiteX63" fmla="*/ 266371 w 327769"/>
                <a:gd name="connsiteY63" fmla="*/ 211018 h 567292"/>
                <a:gd name="connsiteX64" fmla="*/ 263598 w 327769"/>
                <a:gd name="connsiteY64" fmla="*/ 185553 h 567292"/>
                <a:gd name="connsiteX65" fmla="*/ 273809 w 327769"/>
                <a:gd name="connsiteY65" fmla="*/ 163996 h 567292"/>
                <a:gd name="connsiteX66" fmla="*/ 291080 w 327769"/>
                <a:gd name="connsiteY66" fmla="*/ 150255 h 567292"/>
                <a:gd name="connsiteX67" fmla="*/ 318941 w 327769"/>
                <a:gd name="connsiteY67" fmla="*/ 147481 h 567292"/>
                <a:gd name="connsiteX68" fmla="*/ 333312 w 327769"/>
                <a:gd name="connsiteY68" fmla="*/ 148112 h 567292"/>
                <a:gd name="connsiteX69" fmla="*/ 329656 w 327769"/>
                <a:gd name="connsiteY69" fmla="*/ 134875 h 567292"/>
                <a:gd name="connsiteX70" fmla="*/ 197035 w 327769"/>
                <a:gd name="connsiteY70" fmla="*/ 479915 h 567292"/>
                <a:gd name="connsiteX71" fmla="*/ 179008 w 327769"/>
                <a:gd name="connsiteY71" fmla="*/ 514457 h 567292"/>
                <a:gd name="connsiteX72" fmla="*/ 197035 w 327769"/>
                <a:gd name="connsiteY72" fmla="*/ 479915 h 56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327769" h="567292">
                  <a:moveTo>
                    <a:pt x="329656" y="134875"/>
                  </a:moveTo>
                  <a:cubicBezTo>
                    <a:pt x="325874" y="131093"/>
                    <a:pt x="318310" y="121008"/>
                    <a:pt x="324613" y="121008"/>
                  </a:cubicBezTo>
                  <a:cubicBezTo>
                    <a:pt x="330917" y="121008"/>
                    <a:pt x="333438" y="102098"/>
                    <a:pt x="325874" y="98316"/>
                  </a:cubicBezTo>
                  <a:cubicBezTo>
                    <a:pt x="318310" y="94534"/>
                    <a:pt x="325874" y="78146"/>
                    <a:pt x="319571" y="74364"/>
                  </a:cubicBezTo>
                  <a:cubicBezTo>
                    <a:pt x="313267" y="70582"/>
                    <a:pt x="317050" y="57975"/>
                    <a:pt x="318310" y="49151"/>
                  </a:cubicBezTo>
                  <a:cubicBezTo>
                    <a:pt x="319571" y="40326"/>
                    <a:pt x="294358" y="32762"/>
                    <a:pt x="280490" y="26459"/>
                  </a:cubicBezTo>
                  <a:cubicBezTo>
                    <a:pt x="266624" y="20156"/>
                    <a:pt x="260320" y="10070"/>
                    <a:pt x="248974" y="3767"/>
                  </a:cubicBezTo>
                  <a:cubicBezTo>
                    <a:pt x="237628" y="-2536"/>
                    <a:pt x="233847" y="13852"/>
                    <a:pt x="233847" y="23938"/>
                  </a:cubicBezTo>
                  <a:cubicBezTo>
                    <a:pt x="233847" y="34023"/>
                    <a:pt x="223761" y="35284"/>
                    <a:pt x="216198" y="28980"/>
                  </a:cubicBezTo>
                  <a:cubicBezTo>
                    <a:pt x="208634" y="22677"/>
                    <a:pt x="199809" y="28980"/>
                    <a:pt x="188463" y="23938"/>
                  </a:cubicBezTo>
                  <a:cubicBezTo>
                    <a:pt x="177117" y="18895"/>
                    <a:pt x="182160" y="35284"/>
                    <a:pt x="182160" y="42847"/>
                  </a:cubicBezTo>
                  <a:cubicBezTo>
                    <a:pt x="182160" y="50411"/>
                    <a:pt x="169553" y="50411"/>
                    <a:pt x="161989" y="50411"/>
                  </a:cubicBezTo>
                  <a:cubicBezTo>
                    <a:pt x="154425" y="50411"/>
                    <a:pt x="141819" y="56715"/>
                    <a:pt x="141819" y="65539"/>
                  </a:cubicBezTo>
                  <a:cubicBezTo>
                    <a:pt x="141819" y="74364"/>
                    <a:pt x="130473" y="79406"/>
                    <a:pt x="134255" y="84449"/>
                  </a:cubicBezTo>
                  <a:cubicBezTo>
                    <a:pt x="138037" y="89492"/>
                    <a:pt x="132995" y="94534"/>
                    <a:pt x="127952" y="98316"/>
                  </a:cubicBezTo>
                  <a:cubicBezTo>
                    <a:pt x="122909" y="102098"/>
                    <a:pt x="117867" y="114705"/>
                    <a:pt x="114085" y="118486"/>
                  </a:cubicBezTo>
                  <a:cubicBezTo>
                    <a:pt x="110303" y="122268"/>
                    <a:pt x="116606" y="128572"/>
                    <a:pt x="109042" y="133614"/>
                  </a:cubicBezTo>
                  <a:cubicBezTo>
                    <a:pt x="101478" y="138657"/>
                    <a:pt x="92654" y="134875"/>
                    <a:pt x="88872" y="138657"/>
                  </a:cubicBezTo>
                  <a:cubicBezTo>
                    <a:pt x="85090" y="142439"/>
                    <a:pt x="88872" y="151263"/>
                    <a:pt x="87611" y="162609"/>
                  </a:cubicBezTo>
                  <a:cubicBezTo>
                    <a:pt x="86350" y="173955"/>
                    <a:pt x="77526" y="186562"/>
                    <a:pt x="69962" y="196647"/>
                  </a:cubicBezTo>
                  <a:cubicBezTo>
                    <a:pt x="62398" y="206732"/>
                    <a:pt x="72483" y="209253"/>
                    <a:pt x="76265" y="210514"/>
                  </a:cubicBezTo>
                  <a:cubicBezTo>
                    <a:pt x="80047" y="211775"/>
                    <a:pt x="80047" y="218078"/>
                    <a:pt x="76265" y="225642"/>
                  </a:cubicBezTo>
                  <a:cubicBezTo>
                    <a:pt x="72483" y="233206"/>
                    <a:pt x="63659" y="228163"/>
                    <a:pt x="58616" y="226902"/>
                  </a:cubicBezTo>
                  <a:cubicBezTo>
                    <a:pt x="53573" y="225642"/>
                    <a:pt x="39707" y="231945"/>
                    <a:pt x="32143" y="244551"/>
                  </a:cubicBezTo>
                  <a:cubicBezTo>
                    <a:pt x="24579" y="257158"/>
                    <a:pt x="27100" y="264722"/>
                    <a:pt x="29621" y="271025"/>
                  </a:cubicBezTo>
                  <a:cubicBezTo>
                    <a:pt x="32143" y="277328"/>
                    <a:pt x="23318" y="284892"/>
                    <a:pt x="29621" y="297499"/>
                  </a:cubicBezTo>
                  <a:cubicBezTo>
                    <a:pt x="35924" y="310105"/>
                    <a:pt x="27100" y="312627"/>
                    <a:pt x="28360" y="322712"/>
                  </a:cubicBezTo>
                  <a:cubicBezTo>
                    <a:pt x="29621" y="332797"/>
                    <a:pt x="44749" y="331536"/>
                    <a:pt x="46010" y="341622"/>
                  </a:cubicBezTo>
                  <a:cubicBezTo>
                    <a:pt x="47270" y="351707"/>
                    <a:pt x="40967" y="355489"/>
                    <a:pt x="35924" y="355489"/>
                  </a:cubicBezTo>
                  <a:cubicBezTo>
                    <a:pt x="30882" y="355489"/>
                    <a:pt x="32143" y="365574"/>
                    <a:pt x="37185" y="368095"/>
                  </a:cubicBezTo>
                  <a:cubicBezTo>
                    <a:pt x="42228" y="370616"/>
                    <a:pt x="40967" y="388266"/>
                    <a:pt x="38446" y="393308"/>
                  </a:cubicBezTo>
                  <a:cubicBezTo>
                    <a:pt x="35924" y="398351"/>
                    <a:pt x="19536" y="393308"/>
                    <a:pt x="20797" y="399611"/>
                  </a:cubicBezTo>
                  <a:cubicBezTo>
                    <a:pt x="22057" y="405915"/>
                    <a:pt x="17015" y="416000"/>
                    <a:pt x="17015" y="421042"/>
                  </a:cubicBezTo>
                  <a:cubicBezTo>
                    <a:pt x="17015" y="426085"/>
                    <a:pt x="15754" y="442474"/>
                    <a:pt x="10711" y="438692"/>
                  </a:cubicBezTo>
                  <a:cubicBezTo>
                    <a:pt x="8694" y="437179"/>
                    <a:pt x="5543" y="437053"/>
                    <a:pt x="2391" y="437557"/>
                  </a:cubicBezTo>
                  <a:cubicBezTo>
                    <a:pt x="2391" y="438313"/>
                    <a:pt x="2391" y="439196"/>
                    <a:pt x="2391" y="440078"/>
                  </a:cubicBezTo>
                  <a:cubicBezTo>
                    <a:pt x="2013" y="449911"/>
                    <a:pt x="5543" y="459744"/>
                    <a:pt x="14115" y="466804"/>
                  </a:cubicBezTo>
                  <a:cubicBezTo>
                    <a:pt x="22688" y="473864"/>
                    <a:pt x="16132" y="484453"/>
                    <a:pt x="23570" y="494286"/>
                  </a:cubicBezTo>
                  <a:cubicBezTo>
                    <a:pt x="31008" y="504119"/>
                    <a:pt x="28613" y="511179"/>
                    <a:pt x="36933" y="518239"/>
                  </a:cubicBezTo>
                  <a:cubicBezTo>
                    <a:pt x="45127" y="525298"/>
                    <a:pt x="46010" y="529206"/>
                    <a:pt x="42480" y="538283"/>
                  </a:cubicBezTo>
                  <a:cubicBezTo>
                    <a:pt x="38950" y="547360"/>
                    <a:pt x="49540" y="544964"/>
                    <a:pt x="49918" y="550385"/>
                  </a:cubicBezTo>
                  <a:cubicBezTo>
                    <a:pt x="50296" y="555932"/>
                    <a:pt x="47648" y="567278"/>
                    <a:pt x="50296" y="572699"/>
                  </a:cubicBezTo>
                  <a:cubicBezTo>
                    <a:pt x="53069" y="578246"/>
                    <a:pt x="58490" y="572699"/>
                    <a:pt x="71097" y="572321"/>
                  </a:cubicBezTo>
                  <a:cubicBezTo>
                    <a:pt x="83703" y="571942"/>
                    <a:pt x="80552" y="564126"/>
                    <a:pt x="80930" y="556562"/>
                  </a:cubicBezTo>
                  <a:cubicBezTo>
                    <a:pt x="81308" y="549125"/>
                    <a:pt x="87611" y="552654"/>
                    <a:pt x="89124" y="547990"/>
                  </a:cubicBezTo>
                  <a:cubicBezTo>
                    <a:pt x="90763" y="543326"/>
                    <a:pt x="102109" y="542065"/>
                    <a:pt x="111059" y="545973"/>
                  </a:cubicBezTo>
                  <a:cubicBezTo>
                    <a:pt x="120010" y="549881"/>
                    <a:pt x="124800" y="543200"/>
                    <a:pt x="126313" y="533871"/>
                  </a:cubicBezTo>
                  <a:cubicBezTo>
                    <a:pt x="127826" y="524416"/>
                    <a:pt x="132995" y="535888"/>
                    <a:pt x="135768" y="537779"/>
                  </a:cubicBezTo>
                  <a:cubicBezTo>
                    <a:pt x="138542" y="539796"/>
                    <a:pt x="146736" y="523281"/>
                    <a:pt x="150644" y="512692"/>
                  </a:cubicBezTo>
                  <a:cubicBezTo>
                    <a:pt x="154552" y="502102"/>
                    <a:pt x="150265" y="504119"/>
                    <a:pt x="141189" y="514205"/>
                  </a:cubicBezTo>
                  <a:cubicBezTo>
                    <a:pt x="132112" y="524416"/>
                    <a:pt x="137281" y="503993"/>
                    <a:pt x="140811" y="495799"/>
                  </a:cubicBezTo>
                  <a:cubicBezTo>
                    <a:pt x="144340" y="487605"/>
                    <a:pt x="143962" y="463653"/>
                    <a:pt x="145097" y="458106"/>
                  </a:cubicBezTo>
                  <a:cubicBezTo>
                    <a:pt x="146231" y="452559"/>
                    <a:pt x="148627" y="444364"/>
                    <a:pt x="159972" y="441969"/>
                  </a:cubicBezTo>
                  <a:cubicBezTo>
                    <a:pt x="171318" y="439574"/>
                    <a:pt x="186320" y="425455"/>
                    <a:pt x="183925" y="419656"/>
                  </a:cubicBezTo>
                  <a:cubicBezTo>
                    <a:pt x="181530" y="413731"/>
                    <a:pt x="199557" y="404024"/>
                    <a:pt x="199557" y="398099"/>
                  </a:cubicBezTo>
                  <a:cubicBezTo>
                    <a:pt x="199557" y="392174"/>
                    <a:pt x="180773" y="374146"/>
                    <a:pt x="174470" y="370238"/>
                  </a:cubicBezTo>
                  <a:cubicBezTo>
                    <a:pt x="168166" y="366330"/>
                    <a:pt x="154425" y="369482"/>
                    <a:pt x="155686" y="365196"/>
                  </a:cubicBezTo>
                  <a:cubicBezTo>
                    <a:pt x="156821" y="360910"/>
                    <a:pt x="154047" y="344017"/>
                    <a:pt x="152535" y="335318"/>
                  </a:cubicBezTo>
                  <a:cubicBezTo>
                    <a:pt x="150896" y="326620"/>
                    <a:pt x="162368" y="317669"/>
                    <a:pt x="162368" y="309475"/>
                  </a:cubicBezTo>
                  <a:cubicBezTo>
                    <a:pt x="162368" y="301281"/>
                    <a:pt x="161989" y="291826"/>
                    <a:pt x="169427" y="289052"/>
                  </a:cubicBezTo>
                  <a:cubicBezTo>
                    <a:pt x="176865" y="286279"/>
                    <a:pt x="172201" y="279219"/>
                    <a:pt x="182034" y="276950"/>
                  </a:cubicBezTo>
                  <a:cubicBezTo>
                    <a:pt x="191867" y="274555"/>
                    <a:pt x="189850" y="260436"/>
                    <a:pt x="200439" y="256149"/>
                  </a:cubicBezTo>
                  <a:cubicBezTo>
                    <a:pt x="211029" y="251863"/>
                    <a:pt x="211785" y="248333"/>
                    <a:pt x="225526" y="241652"/>
                  </a:cubicBezTo>
                  <a:cubicBezTo>
                    <a:pt x="239267" y="234971"/>
                    <a:pt x="262337" y="219338"/>
                    <a:pt x="266371" y="211018"/>
                  </a:cubicBezTo>
                  <a:cubicBezTo>
                    <a:pt x="270279" y="202824"/>
                    <a:pt x="252252" y="194125"/>
                    <a:pt x="263598" y="185553"/>
                  </a:cubicBezTo>
                  <a:cubicBezTo>
                    <a:pt x="274944" y="176981"/>
                    <a:pt x="265615" y="167148"/>
                    <a:pt x="273809" y="163996"/>
                  </a:cubicBezTo>
                  <a:cubicBezTo>
                    <a:pt x="282003" y="160844"/>
                    <a:pt x="285155" y="156558"/>
                    <a:pt x="291080" y="150255"/>
                  </a:cubicBezTo>
                  <a:cubicBezTo>
                    <a:pt x="297005" y="143952"/>
                    <a:pt x="304821" y="149877"/>
                    <a:pt x="318941" y="147481"/>
                  </a:cubicBezTo>
                  <a:cubicBezTo>
                    <a:pt x="324109" y="146599"/>
                    <a:pt x="328899" y="146977"/>
                    <a:pt x="333312" y="148112"/>
                  </a:cubicBezTo>
                  <a:cubicBezTo>
                    <a:pt x="332808" y="141682"/>
                    <a:pt x="331295" y="136640"/>
                    <a:pt x="329656" y="134875"/>
                  </a:cubicBezTo>
                  <a:close/>
                  <a:moveTo>
                    <a:pt x="197035" y="479915"/>
                  </a:moveTo>
                  <a:cubicBezTo>
                    <a:pt x="182160" y="480293"/>
                    <a:pt x="175100" y="509666"/>
                    <a:pt x="179008" y="514457"/>
                  </a:cubicBezTo>
                  <a:cubicBezTo>
                    <a:pt x="182160" y="518365"/>
                    <a:pt x="211911" y="479537"/>
                    <a:pt x="197035" y="479915"/>
                  </a:cubicBezTo>
                  <a:close/>
                </a:path>
              </a:pathLst>
            </a:custGeom>
            <a:grpFill/>
            <a:ln w="1270" cap="flat">
              <a:solidFill>
                <a:schemeClr val="bg1"/>
              </a:solidFill>
              <a:prstDash val="solid"/>
              <a:miter/>
            </a:ln>
          </p:spPr>
          <p:txBody>
            <a:bodyPr rtlCol="0" anchor="ctr"/>
            <a:lstStyle/>
            <a:p>
              <a:endParaRPr lang="ko-KR" altLang="en-US"/>
            </a:p>
          </p:txBody>
        </p:sp>
        <p:sp>
          <p:nvSpPr>
            <p:cNvPr id="157" name="자유형: 도형 137">
              <a:extLst>
                <a:ext uri="{FF2B5EF4-FFF2-40B4-BE49-F238E27FC236}">
                  <a16:creationId xmlns:a16="http://schemas.microsoft.com/office/drawing/2014/main" id="{B57BA14E-3886-FC42-A612-6E66F1A40FAD}"/>
                </a:ext>
              </a:extLst>
            </p:cNvPr>
            <p:cNvSpPr/>
            <p:nvPr/>
          </p:nvSpPr>
          <p:spPr>
            <a:xfrm>
              <a:off x="6373865" y="2749553"/>
              <a:ext cx="163885" cy="75639"/>
            </a:xfrm>
            <a:custGeom>
              <a:avLst/>
              <a:gdLst>
                <a:gd name="connsiteX0" fmla="*/ 154790 w 163884"/>
                <a:gd name="connsiteY0" fmla="*/ 22484 h 75639"/>
                <a:gd name="connsiteX1" fmla="*/ 160211 w 163884"/>
                <a:gd name="connsiteY1" fmla="*/ 5087 h 75639"/>
                <a:gd name="connsiteX2" fmla="*/ 154412 w 163884"/>
                <a:gd name="connsiteY2" fmla="*/ 7860 h 75639"/>
                <a:gd name="connsiteX3" fmla="*/ 104238 w 163884"/>
                <a:gd name="connsiteY3" fmla="*/ 2818 h 75639"/>
                <a:gd name="connsiteX4" fmla="*/ 54821 w 163884"/>
                <a:gd name="connsiteY4" fmla="*/ 12651 h 75639"/>
                <a:gd name="connsiteX5" fmla="*/ 38684 w 163884"/>
                <a:gd name="connsiteY5" fmla="*/ 27905 h 75639"/>
                <a:gd name="connsiteX6" fmla="*/ 44231 w 163884"/>
                <a:gd name="connsiteY6" fmla="*/ 44797 h 75639"/>
                <a:gd name="connsiteX7" fmla="*/ 59989 w 163884"/>
                <a:gd name="connsiteY7" fmla="*/ 53748 h 75639"/>
                <a:gd name="connsiteX8" fmla="*/ 65410 w 163884"/>
                <a:gd name="connsiteY8" fmla="*/ 64338 h 75639"/>
                <a:gd name="connsiteX9" fmla="*/ 65032 w 163884"/>
                <a:gd name="connsiteY9" fmla="*/ 64842 h 75639"/>
                <a:gd name="connsiteX10" fmla="*/ 93649 w 163884"/>
                <a:gd name="connsiteY10" fmla="*/ 64338 h 75639"/>
                <a:gd name="connsiteX11" fmla="*/ 120375 w 163884"/>
                <a:gd name="connsiteY11" fmla="*/ 80096 h 75639"/>
                <a:gd name="connsiteX12" fmla="*/ 145714 w 163884"/>
                <a:gd name="connsiteY12" fmla="*/ 81735 h 75639"/>
                <a:gd name="connsiteX13" fmla="*/ 146722 w 163884"/>
                <a:gd name="connsiteY13" fmla="*/ 74423 h 75639"/>
                <a:gd name="connsiteX14" fmla="*/ 153782 w 163884"/>
                <a:gd name="connsiteY14" fmla="*/ 65598 h 75639"/>
                <a:gd name="connsiteX15" fmla="*/ 147857 w 163884"/>
                <a:gd name="connsiteY15" fmla="*/ 51479 h 75639"/>
                <a:gd name="connsiteX16" fmla="*/ 146092 w 163884"/>
                <a:gd name="connsiteY16" fmla="*/ 36225 h 75639"/>
                <a:gd name="connsiteX17" fmla="*/ 154790 w 163884"/>
                <a:gd name="connsiteY17" fmla="*/ 22484 h 75639"/>
                <a:gd name="connsiteX18" fmla="*/ 15867 w 163884"/>
                <a:gd name="connsiteY18" fmla="*/ 41646 h 75639"/>
                <a:gd name="connsiteX19" fmla="*/ 5277 w 163884"/>
                <a:gd name="connsiteY19" fmla="*/ 64842 h 75639"/>
                <a:gd name="connsiteX20" fmla="*/ 32760 w 163884"/>
                <a:gd name="connsiteY20" fmla="*/ 46815 h 75639"/>
                <a:gd name="connsiteX21" fmla="*/ 15867 w 163884"/>
                <a:gd name="connsiteY21" fmla="*/ 41646 h 75639"/>
                <a:gd name="connsiteX22" fmla="*/ 27717 w 163884"/>
                <a:gd name="connsiteY22" fmla="*/ 30174 h 75639"/>
                <a:gd name="connsiteX23" fmla="*/ 10824 w 163884"/>
                <a:gd name="connsiteY23" fmla="*/ 32191 h 75639"/>
                <a:gd name="connsiteX24" fmla="*/ 27717 w 163884"/>
                <a:gd name="connsiteY24" fmla="*/ 30174 h 7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3884" h="75639">
                  <a:moveTo>
                    <a:pt x="154790" y="22484"/>
                  </a:moveTo>
                  <a:cubicBezTo>
                    <a:pt x="158068" y="15424"/>
                    <a:pt x="166514" y="14290"/>
                    <a:pt x="160211" y="5087"/>
                  </a:cubicBezTo>
                  <a:cubicBezTo>
                    <a:pt x="159077" y="6095"/>
                    <a:pt x="157312" y="6978"/>
                    <a:pt x="154412" y="7860"/>
                  </a:cubicBezTo>
                  <a:cubicBezTo>
                    <a:pt x="143066" y="11012"/>
                    <a:pt x="118357" y="44"/>
                    <a:pt x="104238" y="2818"/>
                  </a:cubicBezTo>
                  <a:cubicBezTo>
                    <a:pt x="90119" y="5591"/>
                    <a:pt x="61502" y="5591"/>
                    <a:pt x="54821" y="12651"/>
                  </a:cubicBezTo>
                  <a:cubicBezTo>
                    <a:pt x="48139" y="19711"/>
                    <a:pt x="31246" y="21728"/>
                    <a:pt x="38684" y="27905"/>
                  </a:cubicBezTo>
                  <a:cubicBezTo>
                    <a:pt x="46122" y="34208"/>
                    <a:pt x="38684" y="37360"/>
                    <a:pt x="44231" y="44797"/>
                  </a:cubicBezTo>
                  <a:cubicBezTo>
                    <a:pt x="49778" y="52235"/>
                    <a:pt x="52426" y="55387"/>
                    <a:pt x="59989" y="53748"/>
                  </a:cubicBezTo>
                  <a:cubicBezTo>
                    <a:pt x="67427" y="52235"/>
                    <a:pt x="73352" y="56143"/>
                    <a:pt x="65410" y="64338"/>
                  </a:cubicBezTo>
                  <a:cubicBezTo>
                    <a:pt x="65284" y="64464"/>
                    <a:pt x="65284" y="64590"/>
                    <a:pt x="65032" y="64842"/>
                  </a:cubicBezTo>
                  <a:cubicBezTo>
                    <a:pt x="77639" y="63707"/>
                    <a:pt x="91506" y="62825"/>
                    <a:pt x="93649" y="64338"/>
                  </a:cubicBezTo>
                  <a:cubicBezTo>
                    <a:pt x="96800" y="66733"/>
                    <a:pt x="115584" y="81608"/>
                    <a:pt x="120375" y="80096"/>
                  </a:cubicBezTo>
                  <a:cubicBezTo>
                    <a:pt x="123274" y="79087"/>
                    <a:pt x="136133" y="80474"/>
                    <a:pt x="145714" y="81735"/>
                  </a:cubicBezTo>
                  <a:cubicBezTo>
                    <a:pt x="144579" y="78835"/>
                    <a:pt x="144705" y="76062"/>
                    <a:pt x="146722" y="74423"/>
                  </a:cubicBezTo>
                  <a:cubicBezTo>
                    <a:pt x="150252" y="71523"/>
                    <a:pt x="157942" y="71523"/>
                    <a:pt x="153782" y="65598"/>
                  </a:cubicBezTo>
                  <a:cubicBezTo>
                    <a:pt x="149622" y="59673"/>
                    <a:pt x="148487" y="58539"/>
                    <a:pt x="147857" y="51479"/>
                  </a:cubicBezTo>
                  <a:cubicBezTo>
                    <a:pt x="147226" y="44419"/>
                    <a:pt x="145461" y="40889"/>
                    <a:pt x="146092" y="36225"/>
                  </a:cubicBezTo>
                  <a:cubicBezTo>
                    <a:pt x="146596" y="31435"/>
                    <a:pt x="151261" y="30174"/>
                    <a:pt x="154790" y="22484"/>
                  </a:cubicBezTo>
                  <a:close/>
                  <a:moveTo>
                    <a:pt x="15867" y="41646"/>
                  </a:moveTo>
                  <a:cubicBezTo>
                    <a:pt x="1747" y="45554"/>
                    <a:pt x="-396" y="65094"/>
                    <a:pt x="5277" y="64842"/>
                  </a:cubicBezTo>
                  <a:cubicBezTo>
                    <a:pt x="12337" y="64464"/>
                    <a:pt x="28473" y="51101"/>
                    <a:pt x="32760" y="46815"/>
                  </a:cubicBezTo>
                  <a:cubicBezTo>
                    <a:pt x="37172" y="42402"/>
                    <a:pt x="30112" y="37612"/>
                    <a:pt x="15867" y="41646"/>
                  </a:cubicBezTo>
                  <a:close/>
                  <a:moveTo>
                    <a:pt x="27717" y="30174"/>
                  </a:moveTo>
                  <a:cubicBezTo>
                    <a:pt x="30868" y="24249"/>
                    <a:pt x="5025" y="26896"/>
                    <a:pt x="10824" y="32191"/>
                  </a:cubicBezTo>
                  <a:cubicBezTo>
                    <a:pt x="15110" y="36099"/>
                    <a:pt x="24565" y="36099"/>
                    <a:pt x="27717" y="30174"/>
                  </a:cubicBezTo>
                  <a:close/>
                </a:path>
              </a:pathLst>
            </a:custGeom>
            <a:grpFill/>
            <a:ln w="1270" cap="flat">
              <a:solidFill>
                <a:schemeClr val="bg1"/>
              </a:solidFill>
              <a:prstDash val="solid"/>
              <a:miter/>
            </a:ln>
          </p:spPr>
          <p:txBody>
            <a:bodyPr rtlCol="0" anchor="ctr"/>
            <a:lstStyle/>
            <a:p>
              <a:endParaRPr lang="ko-KR" altLang="en-US"/>
            </a:p>
          </p:txBody>
        </p:sp>
        <p:sp>
          <p:nvSpPr>
            <p:cNvPr id="158" name="자유형: 도형 138">
              <a:extLst>
                <a:ext uri="{FF2B5EF4-FFF2-40B4-BE49-F238E27FC236}">
                  <a16:creationId xmlns:a16="http://schemas.microsoft.com/office/drawing/2014/main" id="{6D9EC085-F723-2546-A6F7-FDE1DC7E0DC1}"/>
                </a:ext>
              </a:extLst>
            </p:cNvPr>
            <p:cNvSpPr/>
            <p:nvPr/>
          </p:nvSpPr>
          <p:spPr>
            <a:xfrm>
              <a:off x="6678452" y="4438890"/>
              <a:ext cx="214311" cy="252130"/>
            </a:xfrm>
            <a:custGeom>
              <a:avLst/>
              <a:gdLst>
                <a:gd name="connsiteX0" fmla="*/ 191083 w 214310"/>
                <a:gd name="connsiteY0" fmla="*/ 61247 h 252130"/>
                <a:gd name="connsiteX1" fmla="*/ 203311 w 214310"/>
                <a:gd name="connsiteY1" fmla="*/ 42211 h 252130"/>
                <a:gd name="connsiteX2" fmla="*/ 215918 w 214310"/>
                <a:gd name="connsiteY2" fmla="*/ 23680 h 252130"/>
                <a:gd name="connsiteX3" fmla="*/ 202681 w 214310"/>
                <a:gd name="connsiteY3" fmla="*/ 27462 h 252130"/>
                <a:gd name="connsiteX4" fmla="*/ 189696 w 214310"/>
                <a:gd name="connsiteY4" fmla="*/ 22167 h 252130"/>
                <a:gd name="connsiteX5" fmla="*/ 166752 w 214310"/>
                <a:gd name="connsiteY5" fmla="*/ 26831 h 252130"/>
                <a:gd name="connsiteX6" fmla="*/ 149103 w 214310"/>
                <a:gd name="connsiteY6" fmla="*/ 40951 h 252130"/>
                <a:gd name="connsiteX7" fmla="*/ 118470 w 214310"/>
                <a:gd name="connsiteY7" fmla="*/ 35656 h 252130"/>
                <a:gd name="connsiteX8" fmla="*/ 87836 w 214310"/>
                <a:gd name="connsiteY8" fmla="*/ 18007 h 252130"/>
                <a:gd name="connsiteX9" fmla="*/ 60732 w 214310"/>
                <a:gd name="connsiteY9" fmla="*/ 12712 h 252130"/>
                <a:gd name="connsiteX10" fmla="*/ 45478 w 214310"/>
                <a:gd name="connsiteY10" fmla="*/ 5022 h 252130"/>
                <a:gd name="connsiteX11" fmla="*/ 29593 w 214310"/>
                <a:gd name="connsiteY11" fmla="*/ 3257 h 252130"/>
                <a:gd name="connsiteX12" fmla="*/ 8415 w 214310"/>
                <a:gd name="connsiteY12" fmla="*/ 17376 h 252130"/>
                <a:gd name="connsiteX13" fmla="*/ 5011 w 214310"/>
                <a:gd name="connsiteY13" fmla="*/ 21663 h 252130"/>
                <a:gd name="connsiteX14" fmla="*/ 17113 w 214310"/>
                <a:gd name="connsiteY14" fmla="*/ 32630 h 252130"/>
                <a:gd name="connsiteX15" fmla="*/ 19760 w 214310"/>
                <a:gd name="connsiteY15" fmla="*/ 51666 h 252130"/>
                <a:gd name="connsiteX16" fmla="*/ 30602 w 214310"/>
                <a:gd name="connsiteY16" fmla="*/ 61121 h 252130"/>
                <a:gd name="connsiteX17" fmla="*/ 29215 w 214310"/>
                <a:gd name="connsiteY17" fmla="*/ 82804 h 252130"/>
                <a:gd name="connsiteX18" fmla="*/ 11566 w 214310"/>
                <a:gd name="connsiteY18" fmla="*/ 114068 h 252130"/>
                <a:gd name="connsiteX19" fmla="*/ 3750 w 214310"/>
                <a:gd name="connsiteY19" fmla="*/ 130583 h 252130"/>
                <a:gd name="connsiteX20" fmla="*/ 21273 w 214310"/>
                <a:gd name="connsiteY20" fmla="*/ 140290 h 252130"/>
                <a:gd name="connsiteX21" fmla="*/ 2490 w 214310"/>
                <a:gd name="connsiteY21" fmla="*/ 157309 h 252130"/>
                <a:gd name="connsiteX22" fmla="*/ 2364 w 214310"/>
                <a:gd name="connsiteY22" fmla="*/ 159956 h 252130"/>
                <a:gd name="connsiteX23" fmla="*/ 102585 w 214310"/>
                <a:gd name="connsiteY23" fmla="*/ 213155 h 252130"/>
                <a:gd name="connsiteX24" fmla="*/ 101199 w 214310"/>
                <a:gd name="connsiteY24" fmla="*/ 229418 h 252130"/>
                <a:gd name="connsiteX25" fmla="*/ 145700 w 214310"/>
                <a:gd name="connsiteY25" fmla="*/ 261060 h 252130"/>
                <a:gd name="connsiteX26" fmla="*/ 171669 w 214310"/>
                <a:gd name="connsiteY26" fmla="*/ 203322 h 252130"/>
                <a:gd name="connsiteX27" fmla="*/ 188562 w 214310"/>
                <a:gd name="connsiteY27" fmla="*/ 189581 h 252130"/>
                <a:gd name="connsiteX28" fmla="*/ 203059 w 214310"/>
                <a:gd name="connsiteY28" fmla="*/ 180126 h 252130"/>
                <a:gd name="connsiteX29" fmla="*/ 205328 w 214310"/>
                <a:gd name="connsiteY29" fmla="*/ 176849 h 252130"/>
                <a:gd name="connsiteX30" fmla="*/ 192218 w 214310"/>
                <a:gd name="connsiteY30" fmla="*/ 156048 h 252130"/>
                <a:gd name="connsiteX31" fmla="*/ 191083 w 214310"/>
                <a:gd name="connsiteY31" fmla="*/ 61247 h 252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14310" h="252130">
                  <a:moveTo>
                    <a:pt x="191083" y="61247"/>
                  </a:moveTo>
                  <a:lnTo>
                    <a:pt x="203311" y="42211"/>
                  </a:lnTo>
                  <a:lnTo>
                    <a:pt x="215918" y="23680"/>
                  </a:lnTo>
                  <a:cubicBezTo>
                    <a:pt x="209992" y="25066"/>
                    <a:pt x="204572" y="26453"/>
                    <a:pt x="202681" y="27462"/>
                  </a:cubicBezTo>
                  <a:cubicBezTo>
                    <a:pt x="198017" y="29857"/>
                    <a:pt x="191461" y="26327"/>
                    <a:pt x="189696" y="22167"/>
                  </a:cubicBezTo>
                  <a:cubicBezTo>
                    <a:pt x="187931" y="18007"/>
                    <a:pt x="176207" y="21537"/>
                    <a:pt x="166752" y="26831"/>
                  </a:cubicBezTo>
                  <a:cubicBezTo>
                    <a:pt x="157297" y="32126"/>
                    <a:pt x="152633" y="43346"/>
                    <a:pt x="149103" y="40951"/>
                  </a:cubicBezTo>
                  <a:cubicBezTo>
                    <a:pt x="145573" y="38555"/>
                    <a:pt x="124395" y="35656"/>
                    <a:pt x="118470" y="35656"/>
                  </a:cubicBezTo>
                  <a:cubicBezTo>
                    <a:pt x="112544" y="35656"/>
                    <a:pt x="93761" y="23302"/>
                    <a:pt x="87836" y="18007"/>
                  </a:cubicBezTo>
                  <a:cubicBezTo>
                    <a:pt x="81911" y="12712"/>
                    <a:pt x="64892" y="15107"/>
                    <a:pt x="60732" y="12712"/>
                  </a:cubicBezTo>
                  <a:cubicBezTo>
                    <a:pt x="56572" y="10317"/>
                    <a:pt x="48377" y="8552"/>
                    <a:pt x="45478" y="5022"/>
                  </a:cubicBezTo>
                  <a:cubicBezTo>
                    <a:pt x="42578" y="1492"/>
                    <a:pt x="35519" y="2123"/>
                    <a:pt x="29593" y="3257"/>
                  </a:cubicBezTo>
                  <a:cubicBezTo>
                    <a:pt x="23668" y="4392"/>
                    <a:pt x="9549" y="12712"/>
                    <a:pt x="8415" y="17376"/>
                  </a:cubicBezTo>
                  <a:cubicBezTo>
                    <a:pt x="8036" y="18889"/>
                    <a:pt x="6650" y="20276"/>
                    <a:pt x="5011" y="21663"/>
                  </a:cubicBezTo>
                  <a:lnTo>
                    <a:pt x="17113" y="32630"/>
                  </a:lnTo>
                  <a:lnTo>
                    <a:pt x="19760" y="51666"/>
                  </a:lnTo>
                  <a:lnTo>
                    <a:pt x="30602" y="61121"/>
                  </a:lnTo>
                  <a:cubicBezTo>
                    <a:pt x="30602" y="61121"/>
                    <a:pt x="30602" y="71963"/>
                    <a:pt x="29215" y="82804"/>
                  </a:cubicBezTo>
                  <a:cubicBezTo>
                    <a:pt x="27829" y="93646"/>
                    <a:pt x="18374" y="107261"/>
                    <a:pt x="11566" y="114068"/>
                  </a:cubicBezTo>
                  <a:cubicBezTo>
                    <a:pt x="9549" y="116085"/>
                    <a:pt x="6776" y="122515"/>
                    <a:pt x="3750" y="130583"/>
                  </a:cubicBezTo>
                  <a:cubicBezTo>
                    <a:pt x="14088" y="133230"/>
                    <a:pt x="21904" y="137138"/>
                    <a:pt x="21273" y="140290"/>
                  </a:cubicBezTo>
                  <a:cubicBezTo>
                    <a:pt x="20139" y="146719"/>
                    <a:pt x="2490" y="143820"/>
                    <a:pt x="2490" y="157309"/>
                  </a:cubicBezTo>
                  <a:cubicBezTo>
                    <a:pt x="2490" y="158191"/>
                    <a:pt x="2364" y="159074"/>
                    <a:pt x="2364" y="159956"/>
                  </a:cubicBezTo>
                  <a:lnTo>
                    <a:pt x="102585" y="213155"/>
                  </a:lnTo>
                  <a:lnTo>
                    <a:pt x="101199" y="229418"/>
                  </a:lnTo>
                  <a:cubicBezTo>
                    <a:pt x="101199" y="229418"/>
                    <a:pt x="123764" y="245932"/>
                    <a:pt x="145700" y="261060"/>
                  </a:cubicBezTo>
                  <a:cubicBezTo>
                    <a:pt x="155533" y="236225"/>
                    <a:pt x="168265" y="208491"/>
                    <a:pt x="171669" y="203322"/>
                  </a:cubicBezTo>
                  <a:cubicBezTo>
                    <a:pt x="177594" y="194246"/>
                    <a:pt x="183393" y="195885"/>
                    <a:pt x="188562" y="189581"/>
                  </a:cubicBezTo>
                  <a:cubicBezTo>
                    <a:pt x="193730" y="183278"/>
                    <a:pt x="195243" y="192733"/>
                    <a:pt x="203059" y="180126"/>
                  </a:cubicBezTo>
                  <a:cubicBezTo>
                    <a:pt x="203689" y="179118"/>
                    <a:pt x="204446" y="177983"/>
                    <a:pt x="205328" y="176849"/>
                  </a:cubicBezTo>
                  <a:lnTo>
                    <a:pt x="192218" y="156048"/>
                  </a:lnTo>
                  <a:lnTo>
                    <a:pt x="191083" y="61247"/>
                  </a:lnTo>
                  <a:close/>
                </a:path>
              </a:pathLst>
            </a:custGeom>
            <a:grpFill/>
            <a:ln w="1270" cap="flat">
              <a:solidFill>
                <a:schemeClr val="bg1"/>
              </a:solidFill>
              <a:prstDash val="solid"/>
              <a:miter/>
            </a:ln>
          </p:spPr>
          <p:txBody>
            <a:bodyPr rtlCol="0" anchor="ctr"/>
            <a:lstStyle/>
            <a:p>
              <a:endParaRPr lang="ko-KR" altLang="en-US"/>
            </a:p>
          </p:txBody>
        </p:sp>
        <p:sp>
          <p:nvSpPr>
            <p:cNvPr id="159" name="자유형: 도형 139">
              <a:extLst>
                <a:ext uri="{FF2B5EF4-FFF2-40B4-BE49-F238E27FC236}">
                  <a16:creationId xmlns:a16="http://schemas.microsoft.com/office/drawing/2014/main" id="{EAE4350E-64E6-2A49-9399-D09E744A92CE}"/>
                </a:ext>
              </a:extLst>
            </p:cNvPr>
            <p:cNvSpPr/>
            <p:nvPr/>
          </p:nvSpPr>
          <p:spPr>
            <a:xfrm>
              <a:off x="6561842" y="4458315"/>
              <a:ext cx="138672" cy="151278"/>
            </a:xfrm>
            <a:custGeom>
              <a:avLst/>
              <a:gdLst>
                <a:gd name="connsiteX0" fmla="*/ 136497 w 138671"/>
                <a:gd name="connsiteY0" fmla="*/ 32367 h 151278"/>
                <a:gd name="connsiteX1" fmla="*/ 133849 w 138671"/>
                <a:gd name="connsiteY1" fmla="*/ 13331 h 151278"/>
                <a:gd name="connsiteX2" fmla="*/ 121747 w 138671"/>
                <a:gd name="connsiteY2" fmla="*/ 2364 h 151278"/>
                <a:gd name="connsiteX3" fmla="*/ 112796 w 138671"/>
                <a:gd name="connsiteY3" fmla="*/ 10936 h 151278"/>
                <a:gd name="connsiteX4" fmla="*/ 96282 w 138671"/>
                <a:gd name="connsiteY4" fmla="*/ 12071 h 151278"/>
                <a:gd name="connsiteX5" fmla="*/ 76868 w 138671"/>
                <a:gd name="connsiteY5" fmla="*/ 18500 h 151278"/>
                <a:gd name="connsiteX6" fmla="*/ 60353 w 138671"/>
                <a:gd name="connsiteY6" fmla="*/ 12575 h 151278"/>
                <a:gd name="connsiteX7" fmla="*/ 40309 w 138671"/>
                <a:gd name="connsiteY7" fmla="*/ 18500 h 151278"/>
                <a:gd name="connsiteX8" fmla="*/ 37914 w 138671"/>
                <a:gd name="connsiteY8" fmla="*/ 41444 h 151278"/>
                <a:gd name="connsiteX9" fmla="*/ 46738 w 138671"/>
                <a:gd name="connsiteY9" fmla="*/ 54428 h 151278"/>
                <a:gd name="connsiteX10" fmla="*/ 39048 w 138671"/>
                <a:gd name="connsiteY10" fmla="*/ 67917 h 151278"/>
                <a:gd name="connsiteX11" fmla="*/ 27829 w 138671"/>
                <a:gd name="connsiteY11" fmla="*/ 75607 h 151278"/>
                <a:gd name="connsiteX12" fmla="*/ 17869 w 138671"/>
                <a:gd name="connsiteY12" fmla="*/ 90357 h 151278"/>
                <a:gd name="connsiteX13" fmla="*/ 11440 w 138671"/>
                <a:gd name="connsiteY13" fmla="*/ 109141 h 151278"/>
                <a:gd name="connsiteX14" fmla="*/ 6776 w 138671"/>
                <a:gd name="connsiteY14" fmla="*/ 132085 h 151278"/>
                <a:gd name="connsiteX15" fmla="*/ 2364 w 138671"/>
                <a:gd name="connsiteY15" fmla="*/ 151372 h 151278"/>
                <a:gd name="connsiteX16" fmla="*/ 15600 w 138671"/>
                <a:gd name="connsiteY16" fmla="*/ 149103 h 151278"/>
                <a:gd name="connsiteX17" fmla="*/ 42704 w 138671"/>
                <a:gd name="connsiteY17" fmla="*/ 141035 h 151278"/>
                <a:gd name="connsiteX18" fmla="*/ 64892 w 138671"/>
                <a:gd name="connsiteY18" fmla="*/ 139270 h 151278"/>
                <a:gd name="connsiteX19" fmla="*/ 85062 w 138671"/>
                <a:gd name="connsiteY19" fmla="*/ 110527 h 151278"/>
                <a:gd name="connsiteX20" fmla="*/ 120487 w 138671"/>
                <a:gd name="connsiteY20" fmla="*/ 111410 h 151278"/>
                <a:gd name="connsiteX21" fmla="*/ 128303 w 138671"/>
                <a:gd name="connsiteY21" fmla="*/ 94895 h 151278"/>
                <a:gd name="connsiteX22" fmla="*/ 145952 w 138671"/>
                <a:gd name="connsiteY22" fmla="*/ 63631 h 151278"/>
                <a:gd name="connsiteX23" fmla="*/ 147339 w 138671"/>
                <a:gd name="connsiteY23" fmla="*/ 41948 h 151278"/>
                <a:gd name="connsiteX24" fmla="*/ 136497 w 138671"/>
                <a:gd name="connsiteY24" fmla="*/ 32367 h 151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8671" h="151278">
                  <a:moveTo>
                    <a:pt x="136497" y="32367"/>
                  </a:moveTo>
                  <a:lnTo>
                    <a:pt x="133849" y="13331"/>
                  </a:lnTo>
                  <a:lnTo>
                    <a:pt x="121747" y="2364"/>
                  </a:lnTo>
                  <a:cubicBezTo>
                    <a:pt x="118217" y="5389"/>
                    <a:pt x="113175" y="8163"/>
                    <a:pt x="112796" y="10936"/>
                  </a:cubicBezTo>
                  <a:cubicBezTo>
                    <a:pt x="112166" y="15096"/>
                    <a:pt x="101072" y="14466"/>
                    <a:pt x="96282" y="12071"/>
                  </a:cubicBezTo>
                  <a:cubicBezTo>
                    <a:pt x="91618" y="9675"/>
                    <a:pt x="79263" y="14970"/>
                    <a:pt x="76868" y="18500"/>
                  </a:cubicBezTo>
                  <a:cubicBezTo>
                    <a:pt x="74473" y="22030"/>
                    <a:pt x="66278" y="12071"/>
                    <a:pt x="60353" y="12575"/>
                  </a:cubicBezTo>
                  <a:cubicBezTo>
                    <a:pt x="54428" y="13205"/>
                    <a:pt x="40309" y="18500"/>
                    <a:pt x="40309" y="18500"/>
                  </a:cubicBezTo>
                  <a:cubicBezTo>
                    <a:pt x="40309" y="18500"/>
                    <a:pt x="37914" y="35015"/>
                    <a:pt x="37914" y="41444"/>
                  </a:cubicBezTo>
                  <a:cubicBezTo>
                    <a:pt x="37914" y="47873"/>
                    <a:pt x="46738" y="49134"/>
                    <a:pt x="46738" y="54428"/>
                  </a:cubicBezTo>
                  <a:cubicBezTo>
                    <a:pt x="46738" y="59723"/>
                    <a:pt x="39679" y="64388"/>
                    <a:pt x="39048" y="67917"/>
                  </a:cubicBezTo>
                  <a:cubicBezTo>
                    <a:pt x="38418" y="71447"/>
                    <a:pt x="33754" y="73843"/>
                    <a:pt x="27829" y="75607"/>
                  </a:cubicBezTo>
                  <a:cubicBezTo>
                    <a:pt x="21904" y="77372"/>
                    <a:pt x="22534" y="86827"/>
                    <a:pt x="17869" y="90357"/>
                  </a:cubicBezTo>
                  <a:cubicBezTo>
                    <a:pt x="13205" y="93887"/>
                    <a:pt x="14340" y="102711"/>
                    <a:pt x="11440" y="109141"/>
                  </a:cubicBezTo>
                  <a:cubicBezTo>
                    <a:pt x="8541" y="115570"/>
                    <a:pt x="6776" y="124395"/>
                    <a:pt x="6776" y="132085"/>
                  </a:cubicBezTo>
                  <a:cubicBezTo>
                    <a:pt x="6776" y="138262"/>
                    <a:pt x="6019" y="146960"/>
                    <a:pt x="2364" y="151372"/>
                  </a:cubicBezTo>
                  <a:cubicBezTo>
                    <a:pt x="9927" y="152129"/>
                    <a:pt x="11819" y="150994"/>
                    <a:pt x="15600" y="149103"/>
                  </a:cubicBezTo>
                  <a:cubicBezTo>
                    <a:pt x="21021" y="146456"/>
                    <a:pt x="42704" y="141035"/>
                    <a:pt x="42704" y="141035"/>
                  </a:cubicBezTo>
                  <a:lnTo>
                    <a:pt x="64892" y="139270"/>
                  </a:lnTo>
                  <a:cubicBezTo>
                    <a:pt x="69808" y="125403"/>
                    <a:pt x="77120" y="112797"/>
                    <a:pt x="85062" y="110527"/>
                  </a:cubicBezTo>
                  <a:cubicBezTo>
                    <a:pt x="95399" y="107502"/>
                    <a:pt x="109393" y="108636"/>
                    <a:pt x="120487" y="111410"/>
                  </a:cubicBezTo>
                  <a:cubicBezTo>
                    <a:pt x="123512" y="103342"/>
                    <a:pt x="126285" y="96912"/>
                    <a:pt x="128303" y="94895"/>
                  </a:cubicBezTo>
                  <a:cubicBezTo>
                    <a:pt x="135110" y="88088"/>
                    <a:pt x="144565" y="74473"/>
                    <a:pt x="145952" y="63631"/>
                  </a:cubicBezTo>
                  <a:cubicBezTo>
                    <a:pt x="147339" y="52790"/>
                    <a:pt x="147339" y="41948"/>
                    <a:pt x="147339" y="41948"/>
                  </a:cubicBezTo>
                  <a:lnTo>
                    <a:pt x="136497" y="32367"/>
                  </a:lnTo>
                  <a:close/>
                </a:path>
              </a:pathLst>
            </a:custGeom>
            <a:grpFill/>
            <a:ln w="1270" cap="flat">
              <a:solidFill>
                <a:schemeClr val="bg1"/>
              </a:solidFill>
              <a:prstDash val="solid"/>
              <a:miter/>
            </a:ln>
          </p:spPr>
          <p:txBody>
            <a:bodyPr rtlCol="0" anchor="ctr"/>
            <a:lstStyle/>
            <a:p>
              <a:endParaRPr lang="ko-KR" altLang="en-US"/>
            </a:p>
          </p:txBody>
        </p:sp>
        <p:sp>
          <p:nvSpPr>
            <p:cNvPr id="160" name="자유형: 도형 140">
              <a:extLst>
                <a:ext uri="{FF2B5EF4-FFF2-40B4-BE49-F238E27FC236}">
                  <a16:creationId xmlns:a16="http://schemas.microsoft.com/office/drawing/2014/main" id="{E8D196EA-51BB-3240-ADAD-8E44C0E610D5}"/>
                </a:ext>
              </a:extLst>
            </p:cNvPr>
            <p:cNvSpPr/>
            <p:nvPr/>
          </p:nvSpPr>
          <p:spPr>
            <a:xfrm>
              <a:off x="7276882" y="3261579"/>
              <a:ext cx="453834" cy="277343"/>
            </a:xfrm>
            <a:custGeom>
              <a:avLst/>
              <a:gdLst>
                <a:gd name="connsiteX0" fmla="*/ 459224 w 453834"/>
                <a:gd name="connsiteY0" fmla="*/ 156541 h 277343"/>
                <a:gd name="connsiteX1" fmla="*/ 422539 w 453834"/>
                <a:gd name="connsiteY1" fmla="*/ 139775 h 277343"/>
                <a:gd name="connsiteX2" fmla="*/ 401612 w 453834"/>
                <a:gd name="connsiteY2" fmla="*/ 140783 h 277343"/>
                <a:gd name="connsiteX3" fmla="*/ 376399 w 453834"/>
                <a:gd name="connsiteY3" fmla="*/ 133471 h 277343"/>
                <a:gd name="connsiteX4" fmla="*/ 349169 w 453834"/>
                <a:gd name="connsiteY4" fmla="*/ 154398 h 277343"/>
                <a:gd name="connsiteX5" fmla="*/ 336562 w 453834"/>
                <a:gd name="connsiteY5" fmla="*/ 158558 h 277343"/>
                <a:gd name="connsiteX6" fmla="*/ 314627 w 453834"/>
                <a:gd name="connsiteY6" fmla="*/ 144943 h 277343"/>
                <a:gd name="connsiteX7" fmla="*/ 291557 w 453834"/>
                <a:gd name="connsiteY7" fmla="*/ 138640 h 277343"/>
                <a:gd name="connsiteX8" fmla="*/ 276934 w 453834"/>
                <a:gd name="connsiteY8" fmla="*/ 111410 h 277343"/>
                <a:gd name="connsiteX9" fmla="*/ 270630 w 453834"/>
                <a:gd name="connsiteY9" fmla="*/ 86323 h 277343"/>
                <a:gd name="connsiteX10" fmla="*/ 249704 w 453834"/>
                <a:gd name="connsiteY10" fmla="*/ 70565 h 277343"/>
                <a:gd name="connsiteX11" fmla="*/ 196252 w 453834"/>
                <a:gd name="connsiteY11" fmla="*/ 68422 h 277343"/>
                <a:gd name="connsiteX12" fmla="*/ 161710 w 453834"/>
                <a:gd name="connsiteY12" fmla="*/ 70565 h 277343"/>
                <a:gd name="connsiteX13" fmla="*/ 130698 w 453834"/>
                <a:gd name="connsiteY13" fmla="*/ 36653 h 277343"/>
                <a:gd name="connsiteX14" fmla="*/ 122882 w 453834"/>
                <a:gd name="connsiteY14" fmla="*/ 48125 h 277343"/>
                <a:gd name="connsiteX15" fmla="*/ 90735 w 453834"/>
                <a:gd name="connsiteY15" fmla="*/ 42578 h 277343"/>
                <a:gd name="connsiteX16" fmla="*/ 87584 w 453834"/>
                <a:gd name="connsiteY16" fmla="*/ 4885 h 277343"/>
                <a:gd name="connsiteX17" fmla="*/ 76616 w 453834"/>
                <a:gd name="connsiteY17" fmla="*/ 43335 h 277343"/>
                <a:gd name="connsiteX18" fmla="*/ 72834 w 453834"/>
                <a:gd name="connsiteY18" fmla="*/ 2364 h 277343"/>
                <a:gd name="connsiteX19" fmla="*/ 5768 w 453834"/>
                <a:gd name="connsiteY19" fmla="*/ 20265 h 277343"/>
                <a:gd name="connsiteX20" fmla="*/ 2616 w 453834"/>
                <a:gd name="connsiteY20" fmla="*/ 137631 h 277343"/>
                <a:gd name="connsiteX21" fmla="*/ 2364 w 453834"/>
                <a:gd name="connsiteY21" fmla="*/ 137884 h 277343"/>
                <a:gd name="connsiteX22" fmla="*/ 21021 w 453834"/>
                <a:gd name="connsiteY22" fmla="*/ 142296 h 277343"/>
                <a:gd name="connsiteX23" fmla="*/ 30476 w 453834"/>
                <a:gd name="connsiteY23" fmla="*/ 129689 h 277343"/>
                <a:gd name="connsiteX24" fmla="*/ 49386 w 453834"/>
                <a:gd name="connsiteY24" fmla="*/ 115570 h 277343"/>
                <a:gd name="connsiteX25" fmla="*/ 58841 w 453834"/>
                <a:gd name="connsiteY25" fmla="*/ 105359 h 277343"/>
                <a:gd name="connsiteX26" fmla="*/ 69809 w 453834"/>
                <a:gd name="connsiteY26" fmla="*/ 99938 h 277343"/>
                <a:gd name="connsiteX27" fmla="*/ 88718 w 453834"/>
                <a:gd name="connsiteY27" fmla="*/ 104602 h 277343"/>
                <a:gd name="connsiteX28" fmla="*/ 109141 w 453834"/>
                <a:gd name="connsiteY28" fmla="*/ 111662 h 277343"/>
                <a:gd name="connsiteX29" fmla="*/ 118596 w 453834"/>
                <a:gd name="connsiteY29" fmla="*/ 139901 h 277343"/>
                <a:gd name="connsiteX30" fmla="*/ 157802 w 453834"/>
                <a:gd name="connsiteY30" fmla="*/ 144565 h 277343"/>
                <a:gd name="connsiteX31" fmla="*/ 168770 w 453834"/>
                <a:gd name="connsiteY31" fmla="*/ 161836 h 277343"/>
                <a:gd name="connsiteX32" fmla="*/ 180494 w 453834"/>
                <a:gd name="connsiteY32" fmla="*/ 183771 h 277343"/>
                <a:gd name="connsiteX33" fmla="*/ 207219 w 453834"/>
                <a:gd name="connsiteY33" fmla="*/ 203437 h 277343"/>
                <a:gd name="connsiteX34" fmla="*/ 237854 w 453834"/>
                <a:gd name="connsiteY34" fmla="*/ 221465 h 277343"/>
                <a:gd name="connsiteX35" fmla="*/ 265336 w 453834"/>
                <a:gd name="connsiteY35" fmla="*/ 239492 h 277343"/>
                <a:gd name="connsiteX36" fmla="*/ 288910 w 453834"/>
                <a:gd name="connsiteY36" fmla="*/ 247308 h 277343"/>
                <a:gd name="connsiteX37" fmla="*/ 290927 w 453834"/>
                <a:gd name="connsiteY37" fmla="*/ 264831 h 277343"/>
                <a:gd name="connsiteX38" fmla="*/ 293196 w 453834"/>
                <a:gd name="connsiteY38" fmla="*/ 264327 h 277343"/>
                <a:gd name="connsiteX39" fmla="*/ 315257 w 453834"/>
                <a:gd name="connsiteY39" fmla="*/ 271639 h 277343"/>
                <a:gd name="connsiteX40" fmla="*/ 325847 w 453834"/>
                <a:gd name="connsiteY40" fmla="*/ 276555 h 277343"/>
                <a:gd name="connsiteX41" fmla="*/ 336815 w 453834"/>
                <a:gd name="connsiteY41" fmla="*/ 248821 h 277343"/>
                <a:gd name="connsiteX42" fmla="*/ 333663 w 453834"/>
                <a:gd name="connsiteY42" fmla="*/ 225247 h 277343"/>
                <a:gd name="connsiteX43" fmla="*/ 317148 w 453834"/>
                <a:gd name="connsiteY43" fmla="*/ 204824 h 277343"/>
                <a:gd name="connsiteX44" fmla="*/ 342235 w 453834"/>
                <a:gd name="connsiteY44" fmla="*/ 195369 h 277343"/>
                <a:gd name="connsiteX45" fmla="*/ 350808 w 453834"/>
                <a:gd name="connsiteY45" fmla="*/ 180494 h 277343"/>
                <a:gd name="connsiteX46" fmla="*/ 363414 w 453834"/>
                <a:gd name="connsiteY46" fmla="*/ 166374 h 277343"/>
                <a:gd name="connsiteX47" fmla="*/ 383837 w 453834"/>
                <a:gd name="connsiteY47" fmla="*/ 161710 h 277343"/>
                <a:gd name="connsiteX48" fmla="*/ 401864 w 453834"/>
                <a:gd name="connsiteY48" fmla="*/ 157802 h 277343"/>
                <a:gd name="connsiteX49" fmla="*/ 392535 w 453834"/>
                <a:gd name="connsiteY49" fmla="*/ 179611 h 277343"/>
                <a:gd name="connsiteX50" fmla="*/ 423169 w 453834"/>
                <a:gd name="connsiteY50" fmla="*/ 174190 h 277343"/>
                <a:gd name="connsiteX51" fmla="*/ 448256 w 453834"/>
                <a:gd name="connsiteY51" fmla="*/ 170030 h 277343"/>
                <a:gd name="connsiteX52" fmla="*/ 459224 w 453834"/>
                <a:gd name="connsiteY52" fmla="*/ 156541 h 277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53834" h="277343">
                  <a:moveTo>
                    <a:pt x="459224" y="156541"/>
                  </a:moveTo>
                  <a:cubicBezTo>
                    <a:pt x="446617" y="146078"/>
                    <a:pt x="424682" y="133471"/>
                    <a:pt x="422539" y="139775"/>
                  </a:cubicBezTo>
                  <a:cubicBezTo>
                    <a:pt x="420395" y="146078"/>
                    <a:pt x="406781" y="147086"/>
                    <a:pt x="401612" y="140783"/>
                  </a:cubicBezTo>
                  <a:cubicBezTo>
                    <a:pt x="396443" y="134480"/>
                    <a:pt x="392157" y="127168"/>
                    <a:pt x="376399" y="133471"/>
                  </a:cubicBezTo>
                  <a:cubicBezTo>
                    <a:pt x="360641" y="139775"/>
                    <a:pt x="350177" y="148095"/>
                    <a:pt x="349169" y="154398"/>
                  </a:cubicBezTo>
                  <a:cubicBezTo>
                    <a:pt x="348160" y="160701"/>
                    <a:pt x="337571" y="167005"/>
                    <a:pt x="336562" y="158558"/>
                  </a:cubicBezTo>
                  <a:cubicBezTo>
                    <a:pt x="335554" y="150112"/>
                    <a:pt x="322947" y="147086"/>
                    <a:pt x="314627" y="144943"/>
                  </a:cubicBezTo>
                  <a:cubicBezTo>
                    <a:pt x="306181" y="142800"/>
                    <a:pt x="292566" y="146960"/>
                    <a:pt x="291557" y="138640"/>
                  </a:cubicBezTo>
                  <a:cubicBezTo>
                    <a:pt x="290549" y="130194"/>
                    <a:pt x="277942" y="120739"/>
                    <a:pt x="276934" y="111410"/>
                  </a:cubicBezTo>
                  <a:cubicBezTo>
                    <a:pt x="275925" y="101955"/>
                    <a:pt x="279077" y="88340"/>
                    <a:pt x="270630" y="86323"/>
                  </a:cubicBezTo>
                  <a:cubicBezTo>
                    <a:pt x="262184" y="84180"/>
                    <a:pt x="257015" y="70565"/>
                    <a:pt x="249704" y="70565"/>
                  </a:cubicBezTo>
                  <a:cubicBezTo>
                    <a:pt x="242392" y="70565"/>
                    <a:pt x="201547" y="70565"/>
                    <a:pt x="196252" y="68422"/>
                  </a:cubicBezTo>
                  <a:cubicBezTo>
                    <a:pt x="190957" y="66405"/>
                    <a:pt x="163727" y="76742"/>
                    <a:pt x="161710" y="70565"/>
                  </a:cubicBezTo>
                  <a:cubicBezTo>
                    <a:pt x="160071" y="65522"/>
                    <a:pt x="141161" y="45226"/>
                    <a:pt x="130698" y="36653"/>
                  </a:cubicBezTo>
                  <a:cubicBezTo>
                    <a:pt x="129564" y="40940"/>
                    <a:pt x="127168" y="44974"/>
                    <a:pt x="122882" y="48125"/>
                  </a:cubicBezTo>
                  <a:cubicBezTo>
                    <a:pt x="103216" y="62245"/>
                    <a:pt x="84432" y="59849"/>
                    <a:pt x="90735" y="42578"/>
                  </a:cubicBezTo>
                  <a:cubicBezTo>
                    <a:pt x="97039" y="25308"/>
                    <a:pt x="97795" y="4885"/>
                    <a:pt x="87584" y="4885"/>
                  </a:cubicBezTo>
                  <a:cubicBezTo>
                    <a:pt x="77373" y="4885"/>
                    <a:pt x="84432" y="40940"/>
                    <a:pt x="76616" y="43335"/>
                  </a:cubicBezTo>
                  <a:cubicBezTo>
                    <a:pt x="69683" y="45478"/>
                    <a:pt x="67035" y="17113"/>
                    <a:pt x="72834" y="2364"/>
                  </a:cubicBezTo>
                  <a:lnTo>
                    <a:pt x="5768" y="20265"/>
                  </a:lnTo>
                  <a:lnTo>
                    <a:pt x="2616" y="137631"/>
                  </a:lnTo>
                  <a:cubicBezTo>
                    <a:pt x="2616" y="137631"/>
                    <a:pt x="2490" y="137758"/>
                    <a:pt x="2364" y="137884"/>
                  </a:cubicBezTo>
                  <a:cubicBezTo>
                    <a:pt x="8667" y="140909"/>
                    <a:pt x="15979" y="141918"/>
                    <a:pt x="21021" y="142296"/>
                  </a:cubicBezTo>
                  <a:cubicBezTo>
                    <a:pt x="31233" y="143052"/>
                    <a:pt x="30476" y="135236"/>
                    <a:pt x="30476" y="129689"/>
                  </a:cubicBezTo>
                  <a:cubicBezTo>
                    <a:pt x="30476" y="124269"/>
                    <a:pt x="41444" y="114814"/>
                    <a:pt x="49386" y="115570"/>
                  </a:cubicBezTo>
                  <a:cubicBezTo>
                    <a:pt x="57202" y="116326"/>
                    <a:pt x="56446" y="105359"/>
                    <a:pt x="58841" y="105359"/>
                  </a:cubicBezTo>
                  <a:cubicBezTo>
                    <a:pt x="61236" y="105359"/>
                    <a:pt x="67413" y="103720"/>
                    <a:pt x="69809" y="99938"/>
                  </a:cubicBezTo>
                  <a:cubicBezTo>
                    <a:pt x="72204" y="96030"/>
                    <a:pt x="84685" y="100694"/>
                    <a:pt x="88718" y="104602"/>
                  </a:cubicBezTo>
                  <a:cubicBezTo>
                    <a:pt x="92626" y="108510"/>
                    <a:pt x="102081" y="110023"/>
                    <a:pt x="109141" y="111662"/>
                  </a:cubicBezTo>
                  <a:cubicBezTo>
                    <a:pt x="116201" y="113175"/>
                    <a:pt x="118596" y="135236"/>
                    <a:pt x="118596" y="139901"/>
                  </a:cubicBezTo>
                  <a:cubicBezTo>
                    <a:pt x="118596" y="144565"/>
                    <a:pt x="152381" y="143809"/>
                    <a:pt x="157802" y="144565"/>
                  </a:cubicBezTo>
                  <a:cubicBezTo>
                    <a:pt x="163349" y="145321"/>
                    <a:pt x="163223" y="154776"/>
                    <a:pt x="168770" y="161836"/>
                  </a:cubicBezTo>
                  <a:cubicBezTo>
                    <a:pt x="174317" y="168896"/>
                    <a:pt x="178225" y="178351"/>
                    <a:pt x="180494" y="183771"/>
                  </a:cubicBezTo>
                  <a:cubicBezTo>
                    <a:pt x="182889" y="189318"/>
                    <a:pt x="202429" y="196378"/>
                    <a:pt x="207219" y="203437"/>
                  </a:cubicBezTo>
                  <a:cubicBezTo>
                    <a:pt x="211884" y="210497"/>
                    <a:pt x="226886" y="217557"/>
                    <a:pt x="237854" y="221465"/>
                  </a:cubicBezTo>
                  <a:cubicBezTo>
                    <a:pt x="248821" y="225373"/>
                    <a:pt x="259032" y="240248"/>
                    <a:pt x="265336" y="239492"/>
                  </a:cubicBezTo>
                  <a:cubicBezTo>
                    <a:pt x="271639" y="238736"/>
                    <a:pt x="288910" y="247308"/>
                    <a:pt x="288910" y="247308"/>
                  </a:cubicBezTo>
                  <a:lnTo>
                    <a:pt x="290927" y="264831"/>
                  </a:lnTo>
                  <a:cubicBezTo>
                    <a:pt x="291683" y="264705"/>
                    <a:pt x="292439" y="264579"/>
                    <a:pt x="293196" y="264327"/>
                  </a:cubicBezTo>
                  <a:cubicBezTo>
                    <a:pt x="302651" y="261175"/>
                    <a:pt x="307819" y="271639"/>
                    <a:pt x="315257" y="271639"/>
                  </a:cubicBezTo>
                  <a:cubicBezTo>
                    <a:pt x="318409" y="271639"/>
                    <a:pt x="322191" y="274286"/>
                    <a:pt x="325847" y="276555"/>
                  </a:cubicBezTo>
                  <a:cubicBezTo>
                    <a:pt x="325343" y="261175"/>
                    <a:pt x="330763" y="253611"/>
                    <a:pt x="336815" y="248821"/>
                  </a:cubicBezTo>
                  <a:cubicBezTo>
                    <a:pt x="343874" y="243274"/>
                    <a:pt x="332150" y="233945"/>
                    <a:pt x="333663" y="225247"/>
                  </a:cubicBezTo>
                  <a:cubicBezTo>
                    <a:pt x="335176" y="216674"/>
                    <a:pt x="315635" y="211884"/>
                    <a:pt x="317148" y="204824"/>
                  </a:cubicBezTo>
                  <a:cubicBezTo>
                    <a:pt x="318661" y="197765"/>
                    <a:pt x="335176" y="198521"/>
                    <a:pt x="342235" y="195369"/>
                  </a:cubicBezTo>
                  <a:cubicBezTo>
                    <a:pt x="349295" y="192218"/>
                    <a:pt x="343748" y="180494"/>
                    <a:pt x="350808" y="180494"/>
                  </a:cubicBezTo>
                  <a:cubicBezTo>
                    <a:pt x="357867" y="180494"/>
                    <a:pt x="361019" y="173434"/>
                    <a:pt x="363414" y="166374"/>
                  </a:cubicBezTo>
                  <a:cubicBezTo>
                    <a:pt x="365809" y="159315"/>
                    <a:pt x="377533" y="166374"/>
                    <a:pt x="383837" y="161710"/>
                  </a:cubicBezTo>
                  <a:cubicBezTo>
                    <a:pt x="390140" y="157046"/>
                    <a:pt x="399595" y="153894"/>
                    <a:pt x="401864" y="157802"/>
                  </a:cubicBezTo>
                  <a:cubicBezTo>
                    <a:pt x="403755" y="160954"/>
                    <a:pt x="395939" y="174064"/>
                    <a:pt x="392535" y="179611"/>
                  </a:cubicBezTo>
                  <a:cubicBezTo>
                    <a:pt x="403503" y="179233"/>
                    <a:pt x="419891" y="177342"/>
                    <a:pt x="423169" y="174190"/>
                  </a:cubicBezTo>
                  <a:cubicBezTo>
                    <a:pt x="427329" y="170030"/>
                    <a:pt x="443087" y="180494"/>
                    <a:pt x="448256" y="170030"/>
                  </a:cubicBezTo>
                  <a:cubicBezTo>
                    <a:pt x="452920" y="159693"/>
                    <a:pt x="471704" y="167005"/>
                    <a:pt x="459224" y="156541"/>
                  </a:cubicBezTo>
                  <a:close/>
                </a:path>
              </a:pathLst>
            </a:custGeom>
            <a:grpFill/>
            <a:ln w="1270" cap="flat">
              <a:solidFill>
                <a:schemeClr val="bg1"/>
              </a:solidFill>
              <a:prstDash val="solid"/>
              <a:miter/>
            </a:ln>
          </p:spPr>
          <p:txBody>
            <a:bodyPr rtlCol="0" anchor="ctr"/>
            <a:lstStyle/>
            <a:p>
              <a:endParaRPr lang="ko-KR" altLang="en-US"/>
            </a:p>
          </p:txBody>
        </p:sp>
        <p:sp>
          <p:nvSpPr>
            <p:cNvPr id="161" name="자유형: 도형 141">
              <a:extLst>
                <a:ext uri="{FF2B5EF4-FFF2-40B4-BE49-F238E27FC236}">
                  <a16:creationId xmlns:a16="http://schemas.microsoft.com/office/drawing/2014/main" id="{C98890EF-0040-D34D-BFA4-DB6944D0B040}"/>
                </a:ext>
              </a:extLst>
            </p:cNvPr>
            <p:cNvSpPr/>
            <p:nvPr/>
          </p:nvSpPr>
          <p:spPr>
            <a:xfrm>
              <a:off x="5932811" y="1727216"/>
              <a:ext cx="680751" cy="1084159"/>
            </a:xfrm>
            <a:custGeom>
              <a:avLst/>
              <a:gdLst>
                <a:gd name="connsiteX0" fmla="*/ 664928 w 680751"/>
                <a:gd name="connsiteY0" fmla="*/ 582162 h 1084159"/>
                <a:gd name="connsiteX1" fmla="*/ 653204 w 680751"/>
                <a:gd name="connsiteY1" fmla="*/ 581028 h 1084159"/>
                <a:gd name="connsiteX2" fmla="*/ 635933 w 680751"/>
                <a:gd name="connsiteY2" fmla="*/ 567665 h 1084159"/>
                <a:gd name="connsiteX3" fmla="*/ 649296 w 680751"/>
                <a:gd name="connsiteY3" fmla="*/ 568799 h 1084159"/>
                <a:gd name="connsiteX4" fmla="*/ 666945 w 680751"/>
                <a:gd name="connsiteY4" fmla="*/ 563379 h 1084159"/>
                <a:gd name="connsiteX5" fmla="*/ 684973 w 680751"/>
                <a:gd name="connsiteY5" fmla="*/ 556319 h 1084159"/>
                <a:gd name="connsiteX6" fmla="*/ 671231 w 680751"/>
                <a:gd name="connsiteY6" fmla="*/ 542956 h 1084159"/>
                <a:gd name="connsiteX7" fmla="*/ 651187 w 680751"/>
                <a:gd name="connsiteY7" fmla="*/ 536275 h 1084159"/>
                <a:gd name="connsiteX8" fmla="*/ 637068 w 680751"/>
                <a:gd name="connsiteY8" fmla="*/ 529593 h 1084159"/>
                <a:gd name="connsiteX9" fmla="*/ 616267 w 680751"/>
                <a:gd name="connsiteY9" fmla="*/ 543712 h 1084159"/>
                <a:gd name="connsiteX10" fmla="*/ 609964 w 680751"/>
                <a:gd name="connsiteY10" fmla="*/ 546108 h 1084159"/>
                <a:gd name="connsiteX11" fmla="*/ 613115 w 680751"/>
                <a:gd name="connsiteY11" fmla="*/ 531232 h 1084159"/>
                <a:gd name="connsiteX12" fmla="*/ 602148 w 680751"/>
                <a:gd name="connsiteY12" fmla="*/ 516356 h 1084159"/>
                <a:gd name="connsiteX13" fmla="*/ 585633 w 680751"/>
                <a:gd name="connsiteY13" fmla="*/ 531232 h 1084159"/>
                <a:gd name="connsiteX14" fmla="*/ 569875 w 680751"/>
                <a:gd name="connsiteY14" fmla="*/ 552033 h 1084159"/>
                <a:gd name="connsiteX15" fmla="*/ 570253 w 680751"/>
                <a:gd name="connsiteY15" fmla="*/ 529719 h 1084159"/>
                <a:gd name="connsiteX16" fmla="*/ 553361 w 680751"/>
                <a:gd name="connsiteY16" fmla="*/ 538796 h 1084159"/>
                <a:gd name="connsiteX17" fmla="*/ 527895 w 680751"/>
                <a:gd name="connsiteY17" fmla="*/ 563883 h 1084159"/>
                <a:gd name="connsiteX18" fmla="*/ 532560 w 680751"/>
                <a:gd name="connsiteY18" fmla="*/ 546990 h 1084159"/>
                <a:gd name="connsiteX19" fmla="*/ 549831 w 680751"/>
                <a:gd name="connsiteY19" fmla="*/ 526567 h 1084159"/>
                <a:gd name="connsiteX20" fmla="*/ 546679 w 680751"/>
                <a:gd name="connsiteY20" fmla="*/ 516356 h 1084159"/>
                <a:gd name="connsiteX21" fmla="*/ 532181 w 680751"/>
                <a:gd name="connsiteY21" fmla="*/ 528080 h 1084159"/>
                <a:gd name="connsiteX22" fmla="*/ 513398 w 680751"/>
                <a:gd name="connsiteY22" fmla="*/ 525685 h 1084159"/>
                <a:gd name="connsiteX23" fmla="*/ 508734 w 680751"/>
                <a:gd name="connsiteY23" fmla="*/ 535896 h 1084159"/>
                <a:gd name="connsiteX24" fmla="*/ 502808 w 680751"/>
                <a:gd name="connsiteY24" fmla="*/ 539804 h 1084159"/>
                <a:gd name="connsiteX25" fmla="*/ 484403 w 680751"/>
                <a:gd name="connsiteY25" fmla="*/ 546108 h 1084159"/>
                <a:gd name="connsiteX26" fmla="*/ 478100 w 680751"/>
                <a:gd name="connsiteY26" fmla="*/ 556319 h 1084159"/>
                <a:gd name="connsiteX27" fmla="*/ 475326 w 680751"/>
                <a:gd name="connsiteY27" fmla="*/ 571573 h 1084159"/>
                <a:gd name="connsiteX28" fmla="*/ 465493 w 680751"/>
                <a:gd name="connsiteY28" fmla="*/ 554302 h 1084159"/>
                <a:gd name="connsiteX29" fmla="*/ 470914 w 680751"/>
                <a:gd name="connsiteY29" fmla="*/ 544091 h 1084159"/>
                <a:gd name="connsiteX30" fmla="*/ 485033 w 680751"/>
                <a:gd name="connsiteY30" fmla="*/ 530349 h 1084159"/>
                <a:gd name="connsiteX31" fmla="*/ 475578 w 680751"/>
                <a:gd name="connsiteY31" fmla="*/ 532745 h 1084159"/>
                <a:gd name="connsiteX32" fmla="*/ 454021 w 680751"/>
                <a:gd name="connsiteY32" fmla="*/ 537031 h 1084159"/>
                <a:gd name="connsiteX33" fmla="*/ 455534 w 680751"/>
                <a:gd name="connsiteY33" fmla="*/ 554680 h 1084159"/>
                <a:gd name="connsiteX34" fmla="*/ 448096 w 680751"/>
                <a:gd name="connsiteY34" fmla="*/ 560227 h 1084159"/>
                <a:gd name="connsiteX35" fmla="*/ 428052 w 680751"/>
                <a:gd name="connsiteY35" fmla="*/ 560605 h 1084159"/>
                <a:gd name="connsiteX36" fmla="*/ 442928 w 680751"/>
                <a:gd name="connsiteY36" fmla="*/ 573968 h 1084159"/>
                <a:gd name="connsiteX37" fmla="*/ 430321 w 680751"/>
                <a:gd name="connsiteY37" fmla="*/ 572455 h 1084159"/>
                <a:gd name="connsiteX38" fmla="*/ 416202 w 680751"/>
                <a:gd name="connsiteY38" fmla="*/ 563757 h 1084159"/>
                <a:gd name="connsiteX39" fmla="*/ 407629 w 680751"/>
                <a:gd name="connsiteY39" fmla="*/ 568799 h 1084159"/>
                <a:gd name="connsiteX40" fmla="*/ 413933 w 680751"/>
                <a:gd name="connsiteY40" fmla="*/ 586070 h 1084159"/>
                <a:gd name="connsiteX41" fmla="*/ 404856 w 680751"/>
                <a:gd name="connsiteY41" fmla="*/ 580523 h 1084159"/>
                <a:gd name="connsiteX42" fmla="*/ 389980 w 680751"/>
                <a:gd name="connsiteY42" fmla="*/ 579389 h 1084159"/>
                <a:gd name="connsiteX43" fmla="*/ 387963 w 680751"/>
                <a:gd name="connsiteY43" fmla="*/ 564135 h 1084159"/>
                <a:gd name="connsiteX44" fmla="*/ 369558 w 680751"/>
                <a:gd name="connsiteY44" fmla="*/ 565774 h 1084159"/>
                <a:gd name="connsiteX45" fmla="*/ 362120 w 680751"/>
                <a:gd name="connsiteY45" fmla="*/ 573212 h 1084159"/>
                <a:gd name="connsiteX46" fmla="*/ 359725 w 680751"/>
                <a:gd name="connsiteY46" fmla="*/ 585314 h 1084159"/>
                <a:gd name="connsiteX47" fmla="*/ 351152 w 680751"/>
                <a:gd name="connsiteY47" fmla="*/ 591617 h 1084159"/>
                <a:gd name="connsiteX48" fmla="*/ 341697 w 680751"/>
                <a:gd name="connsiteY48" fmla="*/ 592752 h 1084159"/>
                <a:gd name="connsiteX49" fmla="*/ 323670 w 680751"/>
                <a:gd name="connsiteY49" fmla="*/ 595147 h 1084159"/>
                <a:gd name="connsiteX50" fmla="*/ 309929 w 680751"/>
                <a:gd name="connsiteY50" fmla="*/ 613174 h 1084159"/>
                <a:gd name="connsiteX51" fmla="*/ 326822 w 680751"/>
                <a:gd name="connsiteY51" fmla="*/ 612040 h 1084159"/>
                <a:gd name="connsiteX52" fmla="*/ 330352 w 680751"/>
                <a:gd name="connsiteY52" fmla="*/ 621494 h 1084159"/>
                <a:gd name="connsiteX53" fmla="*/ 327956 w 680751"/>
                <a:gd name="connsiteY53" fmla="*/ 628554 h 1084159"/>
                <a:gd name="connsiteX54" fmla="*/ 314215 w 680751"/>
                <a:gd name="connsiteY54" fmla="*/ 630067 h 1084159"/>
                <a:gd name="connsiteX55" fmla="*/ 302491 w 680751"/>
                <a:gd name="connsiteY55" fmla="*/ 623007 h 1084159"/>
                <a:gd name="connsiteX56" fmla="*/ 287994 w 680751"/>
                <a:gd name="connsiteY56" fmla="*/ 630067 h 1084159"/>
                <a:gd name="connsiteX57" fmla="*/ 294297 w 680751"/>
                <a:gd name="connsiteY57" fmla="*/ 608132 h 1084159"/>
                <a:gd name="connsiteX58" fmla="*/ 278665 w 680751"/>
                <a:gd name="connsiteY58" fmla="*/ 620738 h 1084159"/>
                <a:gd name="connsiteX59" fmla="*/ 261772 w 680751"/>
                <a:gd name="connsiteY59" fmla="*/ 633723 h 1084159"/>
                <a:gd name="connsiteX60" fmla="*/ 250426 w 680751"/>
                <a:gd name="connsiteY60" fmla="*/ 647842 h 1084159"/>
                <a:gd name="connsiteX61" fmla="*/ 217901 w 680751"/>
                <a:gd name="connsiteY61" fmla="*/ 665869 h 1084159"/>
                <a:gd name="connsiteX62" fmla="*/ 226978 w 680751"/>
                <a:gd name="connsiteY62" fmla="*/ 666626 h 1084159"/>
                <a:gd name="connsiteX63" fmla="*/ 246644 w 680751"/>
                <a:gd name="connsiteY63" fmla="*/ 656793 h 1084159"/>
                <a:gd name="connsiteX64" fmla="*/ 272488 w 680751"/>
                <a:gd name="connsiteY64" fmla="*/ 647338 h 1084159"/>
                <a:gd name="connsiteX65" fmla="*/ 288120 w 680751"/>
                <a:gd name="connsiteY65" fmla="*/ 644943 h 1084159"/>
                <a:gd name="connsiteX66" fmla="*/ 304634 w 680751"/>
                <a:gd name="connsiteY66" fmla="*/ 643808 h 1084159"/>
                <a:gd name="connsiteX67" fmla="*/ 302239 w 680751"/>
                <a:gd name="connsiteY67" fmla="*/ 657927 h 1084159"/>
                <a:gd name="connsiteX68" fmla="*/ 294801 w 680751"/>
                <a:gd name="connsiteY68" fmla="*/ 662213 h 1084159"/>
                <a:gd name="connsiteX69" fmla="*/ 284212 w 680751"/>
                <a:gd name="connsiteY69" fmla="*/ 657045 h 1084159"/>
                <a:gd name="connsiteX70" fmla="*/ 271605 w 680751"/>
                <a:gd name="connsiteY70" fmla="*/ 668013 h 1084159"/>
                <a:gd name="connsiteX71" fmla="*/ 261016 w 680751"/>
                <a:gd name="connsiteY71" fmla="*/ 687300 h 1084159"/>
                <a:gd name="connsiteX72" fmla="*/ 251183 w 680751"/>
                <a:gd name="connsiteY72" fmla="*/ 695495 h 1084159"/>
                <a:gd name="connsiteX73" fmla="*/ 226852 w 680751"/>
                <a:gd name="connsiteY73" fmla="*/ 728776 h 1084159"/>
                <a:gd name="connsiteX74" fmla="*/ 222566 w 680751"/>
                <a:gd name="connsiteY74" fmla="*/ 748442 h 1084159"/>
                <a:gd name="connsiteX75" fmla="*/ 201765 w 680751"/>
                <a:gd name="connsiteY75" fmla="*/ 751972 h 1084159"/>
                <a:gd name="connsiteX76" fmla="*/ 198235 w 680751"/>
                <a:gd name="connsiteY76" fmla="*/ 776302 h 1084159"/>
                <a:gd name="connsiteX77" fmla="*/ 198235 w 680751"/>
                <a:gd name="connsiteY77" fmla="*/ 794330 h 1084159"/>
                <a:gd name="connsiteX78" fmla="*/ 181721 w 680751"/>
                <a:gd name="connsiteY78" fmla="*/ 796725 h 1084159"/>
                <a:gd name="connsiteX79" fmla="*/ 163315 w 680751"/>
                <a:gd name="connsiteY79" fmla="*/ 802650 h 1084159"/>
                <a:gd name="connsiteX80" fmla="*/ 178191 w 680751"/>
                <a:gd name="connsiteY80" fmla="*/ 819164 h 1084159"/>
                <a:gd name="connsiteX81" fmla="*/ 169997 w 680751"/>
                <a:gd name="connsiteY81" fmla="*/ 822694 h 1084159"/>
                <a:gd name="connsiteX82" fmla="*/ 146423 w 680751"/>
                <a:gd name="connsiteY82" fmla="*/ 832149 h 1084159"/>
                <a:gd name="connsiteX83" fmla="*/ 129908 w 680751"/>
                <a:gd name="connsiteY83" fmla="*/ 849042 h 1084159"/>
                <a:gd name="connsiteX84" fmla="*/ 116923 w 680751"/>
                <a:gd name="connsiteY84" fmla="*/ 869086 h 1084159"/>
                <a:gd name="connsiteX85" fmla="*/ 102426 w 680751"/>
                <a:gd name="connsiteY85" fmla="*/ 857740 h 1084159"/>
                <a:gd name="connsiteX86" fmla="*/ 99274 w 680751"/>
                <a:gd name="connsiteY86" fmla="*/ 872616 h 1084159"/>
                <a:gd name="connsiteX87" fmla="*/ 84777 w 680751"/>
                <a:gd name="connsiteY87" fmla="*/ 881693 h 1084159"/>
                <a:gd name="connsiteX88" fmla="*/ 59312 w 680751"/>
                <a:gd name="connsiteY88" fmla="*/ 891148 h 1084159"/>
                <a:gd name="connsiteX89" fmla="*/ 73431 w 680751"/>
                <a:gd name="connsiteY89" fmla="*/ 901737 h 1084159"/>
                <a:gd name="connsiteX90" fmla="*/ 50739 w 680751"/>
                <a:gd name="connsiteY90" fmla="*/ 902115 h 1084159"/>
                <a:gd name="connsiteX91" fmla="*/ 36620 w 680751"/>
                <a:gd name="connsiteY91" fmla="*/ 911570 h 1084159"/>
                <a:gd name="connsiteX92" fmla="*/ 24518 w 680751"/>
                <a:gd name="connsiteY92" fmla="*/ 923798 h 1084159"/>
                <a:gd name="connsiteX93" fmla="*/ 14685 w 680751"/>
                <a:gd name="connsiteY93" fmla="*/ 926572 h 1084159"/>
                <a:gd name="connsiteX94" fmla="*/ 2582 w 680751"/>
                <a:gd name="connsiteY94" fmla="*/ 938296 h 1084159"/>
                <a:gd name="connsiteX95" fmla="*/ 12794 w 680751"/>
                <a:gd name="connsiteY95" fmla="*/ 951659 h 1084159"/>
                <a:gd name="connsiteX96" fmla="*/ 9642 w 680751"/>
                <a:gd name="connsiteY96" fmla="*/ 961492 h 1084159"/>
                <a:gd name="connsiteX97" fmla="*/ 6869 w 680751"/>
                <a:gd name="connsiteY97" fmla="*/ 971325 h 1084159"/>
                <a:gd name="connsiteX98" fmla="*/ 6869 w 680751"/>
                <a:gd name="connsiteY98" fmla="*/ 983931 h 1084159"/>
                <a:gd name="connsiteX99" fmla="*/ 4852 w 680751"/>
                <a:gd name="connsiteY99" fmla="*/ 1000068 h 1084159"/>
                <a:gd name="connsiteX100" fmla="*/ 18593 w 680751"/>
                <a:gd name="connsiteY100" fmla="*/ 1004354 h 1084159"/>
                <a:gd name="connsiteX101" fmla="*/ 37376 w 680751"/>
                <a:gd name="connsiteY101" fmla="*/ 997294 h 1084159"/>
                <a:gd name="connsiteX102" fmla="*/ 42041 w 680751"/>
                <a:gd name="connsiteY102" fmla="*/ 1005489 h 1084159"/>
                <a:gd name="connsiteX103" fmla="*/ 28299 w 680751"/>
                <a:gd name="connsiteY103" fmla="*/ 1016456 h 1084159"/>
                <a:gd name="connsiteX104" fmla="*/ 17710 w 680751"/>
                <a:gd name="connsiteY104" fmla="*/ 1013683 h 1084159"/>
                <a:gd name="connsiteX105" fmla="*/ 8633 w 680751"/>
                <a:gd name="connsiteY105" fmla="*/ 1021499 h 1084159"/>
                <a:gd name="connsiteX106" fmla="*/ 6742 w 680751"/>
                <a:gd name="connsiteY106" fmla="*/ 1037131 h 1084159"/>
                <a:gd name="connsiteX107" fmla="*/ 21618 w 680751"/>
                <a:gd name="connsiteY107" fmla="*/ 1035114 h 1084159"/>
                <a:gd name="connsiteX108" fmla="*/ 35738 w 680751"/>
                <a:gd name="connsiteY108" fmla="*/ 1036753 h 1084159"/>
                <a:gd name="connsiteX109" fmla="*/ 29056 w 680751"/>
                <a:gd name="connsiteY109" fmla="*/ 1047342 h 1084159"/>
                <a:gd name="connsiteX110" fmla="*/ 18088 w 680751"/>
                <a:gd name="connsiteY110" fmla="*/ 1055536 h 1084159"/>
                <a:gd name="connsiteX111" fmla="*/ 45949 w 680751"/>
                <a:gd name="connsiteY111" fmla="*/ 1077472 h 1084159"/>
                <a:gd name="connsiteX112" fmla="*/ 76961 w 680751"/>
                <a:gd name="connsiteY112" fmla="*/ 1085666 h 1084159"/>
                <a:gd name="connsiteX113" fmla="*/ 126378 w 680751"/>
                <a:gd name="connsiteY113" fmla="*/ 1049233 h 1084159"/>
                <a:gd name="connsiteX114" fmla="*/ 144784 w 680751"/>
                <a:gd name="connsiteY114" fmla="*/ 1045325 h 1084159"/>
                <a:gd name="connsiteX115" fmla="*/ 151465 w 680751"/>
                <a:gd name="connsiteY115" fmla="*/ 1026163 h 1084159"/>
                <a:gd name="connsiteX116" fmla="*/ 162055 w 680751"/>
                <a:gd name="connsiteY116" fmla="*/ 1040661 h 1084159"/>
                <a:gd name="connsiteX117" fmla="*/ 168358 w 680751"/>
                <a:gd name="connsiteY117" fmla="*/ 1052637 h 1084159"/>
                <a:gd name="connsiteX118" fmla="*/ 176678 w 680751"/>
                <a:gd name="connsiteY118" fmla="*/ 1053772 h 1084159"/>
                <a:gd name="connsiteX119" fmla="*/ 182982 w 680751"/>
                <a:gd name="connsiteY119" fmla="*/ 1036122 h 1084159"/>
                <a:gd name="connsiteX120" fmla="*/ 186763 w 680751"/>
                <a:gd name="connsiteY120" fmla="*/ 1014691 h 1084159"/>
                <a:gd name="connsiteX121" fmla="*/ 204412 w 680751"/>
                <a:gd name="connsiteY121" fmla="*/ 1008388 h 1084159"/>
                <a:gd name="connsiteX122" fmla="*/ 203152 w 680751"/>
                <a:gd name="connsiteY122" fmla="*/ 983175 h 1084159"/>
                <a:gd name="connsiteX123" fmla="*/ 201891 w 680751"/>
                <a:gd name="connsiteY123" fmla="*/ 970569 h 1084159"/>
                <a:gd name="connsiteX124" fmla="*/ 211976 w 680751"/>
                <a:gd name="connsiteY124" fmla="*/ 956701 h 1084159"/>
                <a:gd name="connsiteX125" fmla="*/ 194327 w 680751"/>
                <a:gd name="connsiteY125" fmla="*/ 937792 h 1084159"/>
                <a:gd name="connsiteX126" fmla="*/ 195588 w 680751"/>
                <a:gd name="connsiteY126" fmla="*/ 912579 h 1084159"/>
                <a:gd name="connsiteX127" fmla="*/ 195588 w 680751"/>
                <a:gd name="connsiteY127" fmla="*/ 886105 h 1084159"/>
                <a:gd name="connsiteX128" fmla="*/ 198109 w 680751"/>
                <a:gd name="connsiteY128" fmla="*/ 859631 h 1084159"/>
                <a:gd name="connsiteX129" fmla="*/ 224583 w 680751"/>
                <a:gd name="connsiteY129" fmla="*/ 841982 h 1084159"/>
                <a:gd name="connsiteX130" fmla="*/ 242232 w 680751"/>
                <a:gd name="connsiteY130" fmla="*/ 840722 h 1084159"/>
                <a:gd name="connsiteX131" fmla="*/ 242232 w 680751"/>
                <a:gd name="connsiteY131" fmla="*/ 825594 h 1084159"/>
                <a:gd name="connsiteX132" fmla="*/ 235929 w 680751"/>
                <a:gd name="connsiteY132" fmla="*/ 811727 h 1084159"/>
                <a:gd name="connsiteX133" fmla="*/ 253578 w 680751"/>
                <a:gd name="connsiteY133" fmla="*/ 777689 h 1084159"/>
                <a:gd name="connsiteX134" fmla="*/ 254838 w 680751"/>
                <a:gd name="connsiteY134" fmla="*/ 753737 h 1084159"/>
                <a:gd name="connsiteX135" fmla="*/ 275009 w 680751"/>
                <a:gd name="connsiteY135" fmla="*/ 748694 h 1084159"/>
                <a:gd name="connsiteX136" fmla="*/ 280051 w 680751"/>
                <a:gd name="connsiteY136" fmla="*/ 733566 h 1084159"/>
                <a:gd name="connsiteX137" fmla="*/ 293919 w 680751"/>
                <a:gd name="connsiteY137" fmla="*/ 713396 h 1084159"/>
                <a:gd name="connsiteX138" fmla="*/ 300222 w 680751"/>
                <a:gd name="connsiteY138" fmla="*/ 699529 h 1084159"/>
                <a:gd name="connsiteX139" fmla="*/ 307786 w 680751"/>
                <a:gd name="connsiteY139" fmla="*/ 680619 h 1084159"/>
                <a:gd name="connsiteX140" fmla="*/ 327956 w 680751"/>
                <a:gd name="connsiteY140" fmla="*/ 665491 h 1084159"/>
                <a:gd name="connsiteX141" fmla="*/ 348127 w 680751"/>
                <a:gd name="connsiteY141" fmla="*/ 657927 h 1084159"/>
                <a:gd name="connsiteX142" fmla="*/ 354430 w 680751"/>
                <a:gd name="connsiteY142" fmla="*/ 639018 h 1084159"/>
                <a:gd name="connsiteX143" fmla="*/ 382164 w 680751"/>
                <a:gd name="connsiteY143" fmla="*/ 644060 h 1084159"/>
                <a:gd name="connsiteX144" fmla="*/ 399813 w 680751"/>
                <a:gd name="connsiteY144" fmla="*/ 639018 h 1084159"/>
                <a:gd name="connsiteX145" fmla="*/ 414941 w 680751"/>
                <a:gd name="connsiteY145" fmla="*/ 618847 h 1084159"/>
                <a:gd name="connsiteX146" fmla="*/ 417463 w 680751"/>
                <a:gd name="connsiteY146" fmla="*/ 620486 h 1084159"/>
                <a:gd name="connsiteX147" fmla="*/ 435112 w 680751"/>
                <a:gd name="connsiteY147" fmla="*/ 607501 h 1084159"/>
                <a:gd name="connsiteX148" fmla="*/ 464106 w 680751"/>
                <a:gd name="connsiteY148" fmla="*/ 628932 h 1084159"/>
                <a:gd name="connsiteX149" fmla="*/ 493102 w 680751"/>
                <a:gd name="connsiteY149" fmla="*/ 630193 h 1084159"/>
                <a:gd name="connsiteX150" fmla="*/ 513272 w 680751"/>
                <a:gd name="connsiteY150" fmla="*/ 631454 h 1084159"/>
                <a:gd name="connsiteX151" fmla="*/ 528400 w 680751"/>
                <a:gd name="connsiteY151" fmla="*/ 635236 h 1084159"/>
                <a:gd name="connsiteX152" fmla="*/ 539745 w 680751"/>
                <a:gd name="connsiteY152" fmla="*/ 620108 h 1084159"/>
                <a:gd name="connsiteX153" fmla="*/ 544788 w 680751"/>
                <a:gd name="connsiteY153" fmla="*/ 597416 h 1084159"/>
                <a:gd name="connsiteX154" fmla="*/ 561177 w 680751"/>
                <a:gd name="connsiteY154" fmla="*/ 579767 h 1084159"/>
                <a:gd name="connsiteX155" fmla="*/ 587650 w 680751"/>
                <a:gd name="connsiteY155" fmla="*/ 573464 h 1084159"/>
                <a:gd name="connsiteX156" fmla="*/ 609081 w 680751"/>
                <a:gd name="connsiteY156" fmla="*/ 573464 h 1084159"/>
                <a:gd name="connsiteX157" fmla="*/ 636816 w 680751"/>
                <a:gd name="connsiteY157" fmla="*/ 592373 h 1084159"/>
                <a:gd name="connsiteX158" fmla="*/ 636816 w 680751"/>
                <a:gd name="connsiteY158" fmla="*/ 607123 h 1084159"/>
                <a:gd name="connsiteX159" fmla="*/ 649044 w 680751"/>
                <a:gd name="connsiteY159" fmla="*/ 601072 h 1084159"/>
                <a:gd name="connsiteX160" fmla="*/ 670979 w 680751"/>
                <a:gd name="connsiteY160" fmla="*/ 590861 h 1084159"/>
                <a:gd name="connsiteX161" fmla="*/ 684468 w 680751"/>
                <a:gd name="connsiteY161" fmla="*/ 581406 h 1084159"/>
                <a:gd name="connsiteX162" fmla="*/ 664928 w 680751"/>
                <a:gd name="connsiteY162" fmla="*/ 582162 h 1084159"/>
                <a:gd name="connsiteX163" fmla="*/ 190419 w 680751"/>
                <a:gd name="connsiteY163" fmla="*/ 79289 h 1084159"/>
                <a:gd name="connsiteX164" fmla="*/ 175166 w 680751"/>
                <a:gd name="connsiteY164" fmla="*/ 105132 h 1084159"/>
                <a:gd name="connsiteX165" fmla="*/ 201639 w 680751"/>
                <a:gd name="connsiteY165" fmla="*/ 134505 h 1084159"/>
                <a:gd name="connsiteX166" fmla="*/ 239333 w 680751"/>
                <a:gd name="connsiteY166" fmla="*/ 136900 h 1084159"/>
                <a:gd name="connsiteX167" fmla="*/ 254586 w 680751"/>
                <a:gd name="connsiteY167" fmla="*/ 116352 h 1084159"/>
                <a:gd name="connsiteX168" fmla="*/ 267571 w 680751"/>
                <a:gd name="connsiteY168" fmla="*/ 104628 h 1084159"/>
                <a:gd name="connsiteX169" fmla="*/ 269966 w 680751"/>
                <a:gd name="connsiteY169" fmla="*/ 120512 h 1084159"/>
                <a:gd name="connsiteX170" fmla="*/ 292910 w 680751"/>
                <a:gd name="connsiteY170" fmla="*/ 118117 h 1084159"/>
                <a:gd name="connsiteX171" fmla="*/ 303500 w 680751"/>
                <a:gd name="connsiteY171" fmla="*/ 126941 h 1084159"/>
                <a:gd name="connsiteX172" fmla="*/ 271731 w 680751"/>
                <a:gd name="connsiteY172" fmla="*/ 141691 h 1084159"/>
                <a:gd name="connsiteX173" fmla="*/ 230004 w 680751"/>
                <a:gd name="connsiteY173" fmla="*/ 155810 h 1084159"/>
                <a:gd name="connsiteX174" fmla="*/ 254082 w 680751"/>
                <a:gd name="connsiteY174" fmla="*/ 165265 h 1084159"/>
                <a:gd name="connsiteX175" fmla="*/ 307029 w 680751"/>
                <a:gd name="connsiteY175" fmla="*/ 162870 h 1084159"/>
                <a:gd name="connsiteX176" fmla="*/ 282951 w 680751"/>
                <a:gd name="connsiteY176" fmla="*/ 168795 h 1084159"/>
                <a:gd name="connsiteX177" fmla="*/ 260007 w 680751"/>
                <a:gd name="connsiteY177" fmla="*/ 178754 h 1084159"/>
                <a:gd name="connsiteX178" fmla="*/ 234164 w 680751"/>
                <a:gd name="connsiteY178" fmla="*/ 184049 h 1084159"/>
                <a:gd name="connsiteX179" fmla="*/ 260638 w 680751"/>
                <a:gd name="connsiteY179" fmla="*/ 205228 h 1084159"/>
                <a:gd name="connsiteX180" fmla="*/ 286481 w 680751"/>
                <a:gd name="connsiteY180" fmla="*/ 208127 h 1084159"/>
                <a:gd name="connsiteX181" fmla="*/ 273496 w 680751"/>
                <a:gd name="connsiteY181" fmla="*/ 218086 h 1084159"/>
                <a:gd name="connsiteX182" fmla="*/ 295306 w 680751"/>
                <a:gd name="connsiteY182" fmla="*/ 231071 h 1084159"/>
                <a:gd name="connsiteX183" fmla="*/ 312955 w 680751"/>
                <a:gd name="connsiteY183" fmla="*/ 225776 h 1084159"/>
                <a:gd name="connsiteX184" fmla="*/ 343588 w 680751"/>
                <a:gd name="connsiteY184" fmla="*/ 178124 h 1084159"/>
                <a:gd name="connsiteX185" fmla="*/ 353547 w 680751"/>
                <a:gd name="connsiteY185" fmla="*/ 155810 h 1084159"/>
                <a:gd name="connsiteX186" fmla="*/ 365902 w 680751"/>
                <a:gd name="connsiteY186" fmla="*/ 145851 h 1084159"/>
                <a:gd name="connsiteX187" fmla="*/ 375356 w 680751"/>
                <a:gd name="connsiteY187" fmla="*/ 123538 h 1084159"/>
                <a:gd name="connsiteX188" fmla="*/ 407125 w 680751"/>
                <a:gd name="connsiteY188" fmla="*/ 114083 h 1084159"/>
                <a:gd name="connsiteX189" fmla="*/ 412420 w 680751"/>
                <a:gd name="connsiteY189" fmla="*/ 120008 h 1084159"/>
                <a:gd name="connsiteX190" fmla="*/ 416580 w 680751"/>
                <a:gd name="connsiteY190" fmla="*/ 140052 h 1084159"/>
                <a:gd name="connsiteX191" fmla="*/ 426035 w 680751"/>
                <a:gd name="connsiteY191" fmla="*/ 149507 h 1084159"/>
                <a:gd name="connsiteX192" fmla="*/ 421371 w 680751"/>
                <a:gd name="connsiteY192" fmla="*/ 174846 h 1084159"/>
                <a:gd name="connsiteX193" fmla="*/ 446709 w 680751"/>
                <a:gd name="connsiteY193" fmla="*/ 180141 h 1084159"/>
                <a:gd name="connsiteX194" fmla="*/ 461459 w 680751"/>
                <a:gd name="connsiteY194" fmla="*/ 193630 h 1084159"/>
                <a:gd name="connsiteX195" fmla="*/ 494992 w 680751"/>
                <a:gd name="connsiteY195" fmla="*/ 177746 h 1084159"/>
                <a:gd name="connsiteX196" fmla="*/ 517936 w 680751"/>
                <a:gd name="connsiteY196" fmla="*/ 162492 h 1084159"/>
                <a:gd name="connsiteX197" fmla="*/ 499152 w 680751"/>
                <a:gd name="connsiteY197" fmla="*/ 157827 h 1084159"/>
                <a:gd name="connsiteX198" fmla="*/ 477343 w 680751"/>
                <a:gd name="connsiteY198" fmla="*/ 152533 h 1084159"/>
                <a:gd name="connsiteX199" fmla="*/ 472679 w 680751"/>
                <a:gd name="connsiteY199" fmla="*/ 141943 h 1084159"/>
                <a:gd name="connsiteX200" fmla="*/ 452130 w 680751"/>
                <a:gd name="connsiteY200" fmla="*/ 134253 h 1084159"/>
                <a:gd name="connsiteX201" fmla="*/ 437381 w 680751"/>
                <a:gd name="connsiteY201" fmla="*/ 119504 h 1084159"/>
                <a:gd name="connsiteX202" fmla="*/ 432086 w 680751"/>
                <a:gd name="connsiteY202" fmla="*/ 104250 h 1084159"/>
                <a:gd name="connsiteX203" fmla="*/ 413302 w 680751"/>
                <a:gd name="connsiteY203" fmla="*/ 92526 h 1084159"/>
                <a:gd name="connsiteX204" fmla="*/ 399813 w 680751"/>
                <a:gd name="connsiteY204" fmla="*/ 89626 h 1084159"/>
                <a:gd name="connsiteX205" fmla="*/ 389224 w 680751"/>
                <a:gd name="connsiteY205" fmla="*/ 86096 h 1084159"/>
                <a:gd name="connsiteX206" fmla="*/ 364515 w 680751"/>
                <a:gd name="connsiteY206" fmla="*/ 81432 h 1084159"/>
                <a:gd name="connsiteX207" fmla="*/ 353926 w 680751"/>
                <a:gd name="connsiteY207" fmla="*/ 60883 h 1084159"/>
                <a:gd name="connsiteX208" fmla="*/ 332116 w 680751"/>
                <a:gd name="connsiteY208" fmla="*/ 70338 h 1084159"/>
                <a:gd name="connsiteX209" fmla="*/ 339176 w 680751"/>
                <a:gd name="connsiteY209" fmla="*/ 51554 h 1084159"/>
                <a:gd name="connsiteX210" fmla="*/ 311568 w 680751"/>
                <a:gd name="connsiteY210" fmla="*/ 42100 h 1084159"/>
                <a:gd name="connsiteX211" fmla="*/ 297448 w 680751"/>
                <a:gd name="connsiteY211" fmla="*/ 29745 h 1084159"/>
                <a:gd name="connsiteX212" fmla="*/ 291019 w 680751"/>
                <a:gd name="connsiteY212" fmla="*/ 42730 h 1084159"/>
                <a:gd name="connsiteX213" fmla="*/ 287489 w 680751"/>
                <a:gd name="connsiteY213" fmla="*/ 55084 h 1084159"/>
                <a:gd name="connsiteX214" fmla="*/ 304004 w 680751"/>
                <a:gd name="connsiteY214" fmla="*/ 95047 h 1084159"/>
                <a:gd name="connsiteX215" fmla="*/ 274631 w 680751"/>
                <a:gd name="connsiteY215" fmla="*/ 61514 h 1084159"/>
                <a:gd name="connsiteX216" fmla="*/ 256351 w 680751"/>
                <a:gd name="connsiteY216" fmla="*/ 48025 h 1084159"/>
                <a:gd name="connsiteX217" fmla="*/ 245762 w 680751"/>
                <a:gd name="connsiteY217" fmla="*/ 69204 h 1084159"/>
                <a:gd name="connsiteX218" fmla="*/ 238702 w 680751"/>
                <a:gd name="connsiteY218" fmla="*/ 73868 h 1084159"/>
                <a:gd name="connsiteX219" fmla="*/ 218658 w 680751"/>
                <a:gd name="connsiteY219" fmla="*/ 57984 h 1084159"/>
                <a:gd name="connsiteX220" fmla="*/ 241097 w 680751"/>
                <a:gd name="connsiteY220" fmla="*/ 49790 h 1084159"/>
                <a:gd name="connsiteX221" fmla="*/ 225844 w 680751"/>
                <a:gd name="connsiteY221" fmla="*/ 44495 h 1084159"/>
                <a:gd name="connsiteX222" fmla="*/ 203530 w 680751"/>
                <a:gd name="connsiteY222" fmla="*/ 48025 h 1084159"/>
                <a:gd name="connsiteX223" fmla="*/ 184746 w 680751"/>
                <a:gd name="connsiteY223" fmla="*/ 46260 h 1084159"/>
                <a:gd name="connsiteX224" fmla="*/ 163567 w 680751"/>
                <a:gd name="connsiteY224" fmla="*/ 55715 h 1084159"/>
                <a:gd name="connsiteX225" fmla="*/ 163567 w 680751"/>
                <a:gd name="connsiteY225" fmla="*/ 82188 h 1084159"/>
                <a:gd name="connsiteX226" fmla="*/ 190419 w 680751"/>
                <a:gd name="connsiteY226" fmla="*/ 79289 h 1084159"/>
                <a:gd name="connsiteX227" fmla="*/ 166341 w 680751"/>
                <a:gd name="connsiteY227" fmla="*/ 126941 h 1084159"/>
                <a:gd name="connsiteX228" fmla="*/ 185124 w 680751"/>
                <a:gd name="connsiteY228" fmla="*/ 139926 h 1084159"/>
                <a:gd name="connsiteX229" fmla="*/ 167475 w 680751"/>
                <a:gd name="connsiteY229" fmla="*/ 116982 h 1084159"/>
                <a:gd name="connsiteX230" fmla="*/ 149826 w 680751"/>
                <a:gd name="connsiteY230" fmla="*/ 103493 h 1084159"/>
                <a:gd name="connsiteX231" fmla="*/ 166341 w 680751"/>
                <a:gd name="connsiteY231" fmla="*/ 126941 h 1084159"/>
                <a:gd name="connsiteX232" fmla="*/ 353421 w 680751"/>
                <a:gd name="connsiteY232" fmla="*/ 31510 h 1084159"/>
                <a:gd name="connsiteX233" fmla="*/ 350522 w 680751"/>
                <a:gd name="connsiteY233" fmla="*/ 41469 h 1084159"/>
                <a:gd name="connsiteX234" fmla="*/ 447088 w 680751"/>
                <a:gd name="connsiteY234" fmla="*/ 44369 h 1084159"/>
                <a:gd name="connsiteX235" fmla="*/ 391745 w 680751"/>
                <a:gd name="connsiteY235" fmla="*/ 63152 h 1084159"/>
                <a:gd name="connsiteX236" fmla="*/ 454147 w 680751"/>
                <a:gd name="connsiteY236" fmla="*/ 71347 h 1084159"/>
                <a:gd name="connsiteX237" fmla="*/ 485916 w 680751"/>
                <a:gd name="connsiteY237" fmla="*/ 81936 h 1084159"/>
                <a:gd name="connsiteX238" fmla="*/ 515919 w 680751"/>
                <a:gd name="connsiteY238" fmla="*/ 74246 h 1084159"/>
                <a:gd name="connsiteX239" fmla="*/ 550083 w 680751"/>
                <a:gd name="connsiteY239" fmla="*/ 59497 h 1084159"/>
                <a:gd name="connsiteX240" fmla="*/ 586515 w 680751"/>
                <a:gd name="connsiteY240" fmla="*/ 29493 h 1084159"/>
                <a:gd name="connsiteX241" fmla="*/ 534073 w 680751"/>
                <a:gd name="connsiteY241" fmla="*/ 20038 h 1084159"/>
                <a:gd name="connsiteX242" fmla="*/ 494614 w 680751"/>
                <a:gd name="connsiteY242" fmla="*/ 15878 h 1084159"/>
                <a:gd name="connsiteX243" fmla="*/ 479865 w 680751"/>
                <a:gd name="connsiteY243" fmla="*/ 22938 h 1084159"/>
                <a:gd name="connsiteX244" fmla="*/ 464611 w 680751"/>
                <a:gd name="connsiteY244" fmla="*/ 5919 h 1084159"/>
                <a:gd name="connsiteX245" fmla="*/ 459946 w 680751"/>
                <a:gd name="connsiteY245" fmla="*/ 31762 h 1084159"/>
                <a:gd name="connsiteX246" fmla="*/ 438767 w 680751"/>
                <a:gd name="connsiteY246" fmla="*/ 20038 h 1084159"/>
                <a:gd name="connsiteX247" fmla="*/ 416958 w 680751"/>
                <a:gd name="connsiteY247" fmla="*/ 18904 h 1084159"/>
                <a:gd name="connsiteX248" fmla="*/ 388089 w 680751"/>
                <a:gd name="connsiteY248" fmla="*/ 2389 h 1084159"/>
                <a:gd name="connsiteX249" fmla="*/ 389854 w 680751"/>
                <a:gd name="connsiteY249" fmla="*/ 14113 h 1084159"/>
                <a:gd name="connsiteX250" fmla="*/ 370440 w 680751"/>
                <a:gd name="connsiteY250" fmla="*/ 8818 h 1084159"/>
                <a:gd name="connsiteX251" fmla="*/ 371070 w 680751"/>
                <a:gd name="connsiteY251" fmla="*/ 23568 h 1084159"/>
                <a:gd name="connsiteX252" fmla="*/ 351026 w 680751"/>
                <a:gd name="connsiteY252" fmla="*/ 9449 h 1084159"/>
                <a:gd name="connsiteX253" fmla="*/ 339806 w 680751"/>
                <a:gd name="connsiteY253" fmla="*/ 19408 h 1084159"/>
                <a:gd name="connsiteX254" fmla="*/ 353421 w 680751"/>
                <a:gd name="connsiteY254" fmla="*/ 31510 h 1084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680751" h="1084159">
                  <a:moveTo>
                    <a:pt x="664928" y="582162"/>
                  </a:moveTo>
                  <a:cubicBezTo>
                    <a:pt x="663289" y="588087"/>
                    <a:pt x="652826" y="586827"/>
                    <a:pt x="653204" y="581028"/>
                  </a:cubicBezTo>
                  <a:cubicBezTo>
                    <a:pt x="653582" y="575103"/>
                    <a:pt x="636689" y="570438"/>
                    <a:pt x="635933" y="567665"/>
                  </a:cubicBezTo>
                  <a:cubicBezTo>
                    <a:pt x="635177" y="564891"/>
                    <a:pt x="642993" y="565270"/>
                    <a:pt x="649296" y="568799"/>
                  </a:cubicBezTo>
                  <a:cubicBezTo>
                    <a:pt x="655599" y="572329"/>
                    <a:pt x="659885" y="569934"/>
                    <a:pt x="666945" y="563379"/>
                  </a:cubicBezTo>
                  <a:cubicBezTo>
                    <a:pt x="674005" y="556697"/>
                    <a:pt x="683838" y="562244"/>
                    <a:pt x="684973" y="556319"/>
                  </a:cubicBezTo>
                  <a:cubicBezTo>
                    <a:pt x="686107" y="550394"/>
                    <a:pt x="673626" y="546486"/>
                    <a:pt x="671231" y="542956"/>
                  </a:cubicBezTo>
                  <a:cubicBezTo>
                    <a:pt x="668836" y="539426"/>
                    <a:pt x="659885" y="534762"/>
                    <a:pt x="651187" y="536275"/>
                  </a:cubicBezTo>
                  <a:cubicBezTo>
                    <a:pt x="642615" y="537787"/>
                    <a:pt x="642110" y="534257"/>
                    <a:pt x="637068" y="529593"/>
                  </a:cubicBezTo>
                  <a:cubicBezTo>
                    <a:pt x="632025" y="524929"/>
                    <a:pt x="616267" y="532745"/>
                    <a:pt x="616267" y="543712"/>
                  </a:cubicBezTo>
                  <a:cubicBezTo>
                    <a:pt x="616267" y="554680"/>
                    <a:pt x="606434" y="551907"/>
                    <a:pt x="609964" y="546108"/>
                  </a:cubicBezTo>
                  <a:cubicBezTo>
                    <a:pt x="613494" y="540183"/>
                    <a:pt x="605299" y="533123"/>
                    <a:pt x="613115" y="531232"/>
                  </a:cubicBezTo>
                  <a:cubicBezTo>
                    <a:pt x="620931" y="529341"/>
                    <a:pt x="616645" y="517491"/>
                    <a:pt x="602148" y="516356"/>
                  </a:cubicBezTo>
                  <a:cubicBezTo>
                    <a:pt x="587650" y="515222"/>
                    <a:pt x="582103" y="527324"/>
                    <a:pt x="585633" y="531232"/>
                  </a:cubicBezTo>
                  <a:cubicBezTo>
                    <a:pt x="589163" y="535140"/>
                    <a:pt x="575800" y="552033"/>
                    <a:pt x="569875" y="552033"/>
                  </a:cubicBezTo>
                  <a:cubicBezTo>
                    <a:pt x="563950" y="552033"/>
                    <a:pt x="570632" y="537535"/>
                    <a:pt x="570253" y="529719"/>
                  </a:cubicBezTo>
                  <a:cubicBezTo>
                    <a:pt x="569875" y="521903"/>
                    <a:pt x="564328" y="526189"/>
                    <a:pt x="553361" y="538796"/>
                  </a:cubicBezTo>
                  <a:cubicBezTo>
                    <a:pt x="542393" y="551402"/>
                    <a:pt x="534199" y="562748"/>
                    <a:pt x="527895" y="563883"/>
                  </a:cubicBezTo>
                  <a:cubicBezTo>
                    <a:pt x="521592" y="565017"/>
                    <a:pt x="522348" y="552537"/>
                    <a:pt x="532560" y="546990"/>
                  </a:cubicBezTo>
                  <a:cubicBezTo>
                    <a:pt x="542771" y="541443"/>
                    <a:pt x="543149" y="526567"/>
                    <a:pt x="549831" y="526567"/>
                  </a:cubicBezTo>
                  <a:cubicBezTo>
                    <a:pt x="556512" y="526567"/>
                    <a:pt x="556512" y="518751"/>
                    <a:pt x="546679" y="516356"/>
                  </a:cubicBezTo>
                  <a:cubicBezTo>
                    <a:pt x="536846" y="513961"/>
                    <a:pt x="535333" y="524929"/>
                    <a:pt x="532181" y="528080"/>
                  </a:cubicBezTo>
                  <a:cubicBezTo>
                    <a:pt x="529030" y="531232"/>
                    <a:pt x="513020" y="522533"/>
                    <a:pt x="513398" y="525685"/>
                  </a:cubicBezTo>
                  <a:cubicBezTo>
                    <a:pt x="513776" y="528837"/>
                    <a:pt x="504826" y="529971"/>
                    <a:pt x="508734" y="535896"/>
                  </a:cubicBezTo>
                  <a:cubicBezTo>
                    <a:pt x="512641" y="541821"/>
                    <a:pt x="506843" y="546864"/>
                    <a:pt x="502808" y="539804"/>
                  </a:cubicBezTo>
                  <a:cubicBezTo>
                    <a:pt x="498900" y="532745"/>
                    <a:pt x="489067" y="538166"/>
                    <a:pt x="484403" y="546108"/>
                  </a:cubicBezTo>
                  <a:cubicBezTo>
                    <a:pt x="479613" y="553924"/>
                    <a:pt x="473435" y="553545"/>
                    <a:pt x="478100" y="556319"/>
                  </a:cubicBezTo>
                  <a:cubicBezTo>
                    <a:pt x="482764" y="559092"/>
                    <a:pt x="482386" y="569682"/>
                    <a:pt x="475326" y="571573"/>
                  </a:cubicBezTo>
                  <a:cubicBezTo>
                    <a:pt x="468267" y="573590"/>
                    <a:pt x="471040" y="552285"/>
                    <a:pt x="465493" y="554302"/>
                  </a:cubicBezTo>
                  <a:cubicBezTo>
                    <a:pt x="459946" y="556319"/>
                    <a:pt x="463476" y="544091"/>
                    <a:pt x="470914" y="544091"/>
                  </a:cubicBezTo>
                  <a:cubicBezTo>
                    <a:pt x="478352" y="544091"/>
                    <a:pt x="485790" y="533123"/>
                    <a:pt x="485033" y="530349"/>
                  </a:cubicBezTo>
                  <a:cubicBezTo>
                    <a:pt x="483772" y="525811"/>
                    <a:pt x="475578" y="526820"/>
                    <a:pt x="475578" y="532745"/>
                  </a:cubicBezTo>
                  <a:cubicBezTo>
                    <a:pt x="475578" y="538670"/>
                    <a:pt x="463854" y="537409"/>
                    <a:pt x="454021" y="537031"/>
                  </a:cubicBezTo>
                  <a:cubicBezTo>
                    <a:pt x="444188" y="536653"/>
                    <a:pt x="444566" y="548377"/>
                    <a:pt x="455534" y="554680"/>
                  </a:cubicBezTo>
                  <a:cubicBezTo>
                    <a:pt x="466502" y="560983"/>
                    <a:pt x="453517" y="564891"/>
                    <a:pt x="448096" y="560227"/>
                  </a:cubicBezTo>
                  <a:cubicBezTo>
                    <a:pt x="442549" y="555562"/>
                    <a:pt x="433977" y="557832"/>
                    <a:pt x="428052" y="560605"/>
                  </a:cubicBezTo>
                  <a:cubicBezTo>
                    <a:pt x="422127" y="563379"/>
                    <a:pt x="442171" y="570438"/>
                    <a:pt x="442928" y="573968"/>
                  </a:cubicBezTo>
                  <a:cubicBezTo>
                    <a:pt x="443684" y="577498"/>
                    <a:pt x="432716" y="569682"/>
                    <a:pt x="430321" y="572455"/>
                  </a:cubicBezTo>
                  <a:cubicBezTo>
                    <a:pt x="427926" y="575229"/>
                    <a:pt x="416958" y="570438"/>
                    <a:pt x="416202" y="563757"/>
                  </a:cubicBezTo>
                  <a:cubicBezTo>
                    <a:pt x="415445" y="557075"/>
                    <a:pt x="397796" y="566530"/>
                    <a:pt x="407629" y="568799"/>
                  </a:cubicBezTo>
                  <a:cubicBezTo>
                    <a:pt x="417463" y="571195"/>
                    <a:pt x="413933" y="577498"/>
                    <a:pt x="413933" y="586070"/>
                  </a:cubicBezTo>
                  <a:cubicBezTo>
                    <a:pt x="413933" y="594643"/>
                    <a:pt x="402587" y="588087"/>
                    <a:pt x="404856" y="580523"/>
                  </a:cubicBezTo>
                  <a:cubicBezTo>
                    <a:pt x="407251" y="573086"/>
                    <a:pt x="397796" y="574598"/>
                    <a:pt x="389980" y="579389"/>
                  </a:cubicBezTo>
                  <a:cubicBezTo>
                    <a:pt x="382164" y="584053"/>
                    <a:pt x="391115" y="570816"/>
                    <a:pt x="387963" y="564135"/>
                  </a:cubicBezTo>
                  <a:cubicBezTo>
                    <a:pt x="384811" y="557453"/>
                    <a:pt x="377752" y="564135"/>
                    <a:pt x="369558" y="565774"/>
                  </a:cubicBezTo>
                  <a:cubicBezTo>
                    <a:pt x="361363" y="567287"/>
                    <a:pt x="357077" y="567665"/>
                    <a:pt x="362120" y="573212"/>
                  </a:cubicBezTo>
                  <a:cubicBezTo>
                    <a:pt x="367162" y="578758"/>
                    <a:pt x="366406" y="586574"/>
                    <a:pt x="359725" y="585314"/>
                  </a:cubicBezTo>
                  <a:cubicBezTo>
                    <a:pt x="353043" y="584179"/>
                    <a:pt x="350270" y="585314"/>
                    <a:pt x="351152" y="591617"/>
                  </a:cubicBezTo>
                  <a:cubicBezTo>
                    <a:pt x="351909" y="597920"/>
                    <a:pt x="342580" y="598299"/>
                    <a:pt x="341697" y="592752"/>
                  </a:cubicBezTo>
                  <a:cubicBezTo>
                    <a:pt x="340941" y="587205"/>
                    <a:pt x="327578" y="588844"/>
                    <a:pt x="323670" y="595147"/>
                  </a:cubicBezTo>
                  <a:cubicBezTo>
                    <a:pt x="319762" y="601450"/>
                    <a:pt x="308794" y="606115"/>
                    <a:pt x="309929" y="613174"/>
                  </a:cubicBezTo>
                  <a:cubicBezTo>
                    <a:pt x="311064" y="620234"/>
                    <a:pt x="319762" y="609644"/>
                    <a:pt x="326822" y="612040"/>
                  </a:cubicBezTo>
                  <a:cubicBezTo>
                    <a:pt x="333881" y="614435"/>
                    <a:pt x="326444" y="617965"/>
                    <a:pt x="330352" y="621494"/>
                  </a:cubicBezTo>
                  <a:cubicBezTo>
                    <a:pt x="334260" y="625024"/>
                    <a:pt x="333503" y="633723"/>
                    <a:pt x="327956" y="628554"/>
                  </a:cubicBezTo>
                  <a:cubicBezTo>
                    <a:pt x="322409" y="623511"/>
                    <a:pt x="315350" y="621873"/>
                    <a:pt x="314215" y="630067"/>
                  </a:cubicBezTo>
                  <a:cubicBezTo>
                    <a:pt x="313081" y="638261"/>
                    <a:pt x="307156" y="628932"/>
                    <a:pt x="302491" y="623007"/>
                  </a:cubicBezTo>
                  <a:cubicBezTo>
                    <a:pt x="297827" y="617082"/>
                    <a:pt x="293036" y="633975"/>
                    <a:pt x="287994" y="630067"/>
                  </a:cubicBezTo>
                  <a:cubicBezTo>
                    <a:pt x="282951" y="626159"/>
                    <a:pt x="298205" y="614057"/>
                    <a:pt x="294297" y="608132"/>
                  </a:cubicBezTo>
                  <a:cubicBezTo>
                    <a:pt x="290389" y="602207"/>
                    <a:pt x="287615" y="611661"/>
                    <a:pt x="278665" y="620738"/>
                  </a:cubicBezTo>
                  <a:cubicBezTo>
                    <a:pt x="269588" y="629689"/>
                    <a:pt x="257486" y="629437"/>
                    <a:pt x="261772" y="633723"/>
                  </a:cubicBezTo>
                  <a:cubicBezTo>
                    <a:pt x="266058" y="638009"/>
                    <a:pt x="252695" y="640404"/>
                    <a:pt x="250426" y="647842"/>
                  </a:cubicBezTo>
                  <a:cubicBezTo>
                    <a:pt x="248031" y="655280"/>
                    <a:pt x="229625" y="658053"/>
                    <a:pt x="217901" y="665869"/>
                  </a:cubicBezTo>
                  <a:cubicBezTo>
                    <a:pt x="206177" y="673685"/>
                    <a:pt x="220297" y="674064"/>
                    <a:pt x="226978" y="666626"/>
                  </a:cubicBezTo>
                  <a:cubicBezTo>
                    <a:pt x="233660" y="659188"/>
                    <a:pt x="236055" y="663474"/>
                    <a:pt x="246644" y="656793"/>
                  </a:cubicBezTo>
                  <a:cubicBezTo>
                    <a:pt x="257234" y="650111"/>
                    <a:pt x="268579" y="644690"/>
                    <a:pt x="272488" y="647338"/>
                  </a:cubicBezTo>
                  <a:cubicBezTo>
                    <a:pt x="276396" y="650111"/>
                    <a:pt x="283077" y="652128"/>
                    <a:pt x="288120" y="644943"/>
                  </a:cubicBezTo>
                  <a:cubicBezTo>
                    <a:pt x="293162" y="637883"/>
                    <a:pt x="299465" y="639396"/>
                    <a:pt x="304634" y="643808"/>
                  </a:cubicBezTo>
                  <a:cubicBezTo>
                    <a:pt x="309803" y="648094"/>
                    <a:pt x="296062" y="651624"/>
                    <a:pt x="302239" y="657927"/>
                  </a:cubicBezTo>
                  <a:cubicBezTo>
                    <a:pt x="308542" y="664231"/>
                    <a:pt x="294801" y="667760"/>
                    <a:pt x="294801" y="662213"/>
                  </a:cubicBezTo>
                  <a:cubicBezTo>
                    <a:pt x="294801" y="656667"/>
                    <a:pt x="286985" y="652002"/>
                    <a:pt x="284212" y="657045"/>
                  </a:cubicBezTo>
                  <a:cubicBezTo>
                    <a:pt x="281438" y="662213"/>
                    <a:pt x="276774" y="667634"/>
                    <a:pt x="271605" y="668013"/>
                  </a:cubicBezTo>
                  <a:cubicBezTo>
                    <a:pt x="266563" y="668391"/>
                    <a:pt x="261016" y="677846"/>
                    <a:pt x="261016" y="687300"/>
                  </a:cubicBezTo>
                  <a:cubicBezTo>
                    <a:pt x="261016" y="696755"/>
                    <a:pt x="251939" y="687300"/>
                    <a:pt x="251183" y="695495"/>
                  </a:cubicBezTo>
                  <a:cubicBezTo>
                    <a:pt x="250426" y="703689"/>
                    <a:pt x="237820" y="718186"/>
                    <a:pt x="226852" y="728776"/>
                  </a:cubicBezTo>
                  <a:cubicBezTo>
                    <a:pt x="215884" y="739365"/>
                    <a:pt x="226096" y="741761"/>
                    <a:pt x="222566" y="748442"/>
                  </a:cubicBezTo>
                  <a:cubicBezTo>
                    <a:pt x="219036" y="755123"/>
                    <a:pt x="206051" y="749198"/>
                    <a:pt x="201765" y="751972"/>
                  </a:cubicBezTo>
                  <a:cubicBezTo>
                    <a:pt x="197479" y="754745"/>
                    <a:pt x="204160" y="771260"/>
                    <a:pt x="198235" y="776302"/>
                  </a:cubicBezTo>
                  <a:cubicBezTo>
                    <a:pt x="192310" y="781345"/>
                    <a:pt x="198235" y="788405"/>
                    <a:pt x="198235" y="794330"/>
                  </a:cubicBezTo>
                  <a:cubicBezTo>
                    <a:pt x="198235" y="800255"/>
                    <a:pt x="182982" y="790800"/>
                    <a:pt x="181721" y="796725"/>
                  </a:cubicBezTo>
                  <a:cubicBezTo>
                    <a:pt x="180586" y="802650"/>
                    <a:pt x="167223" y="801011"/>
                    <a:pt x="163315" y="802650"/>
                  </a:cubicBezTo>
                  <a:cubicBezTo>
                    <a:pt x="159407" y="804289"/>
                    <a:pt x="171131" y="813618"/>
                    <a:pt x="178191" y="819164"/>
                  </a:cubicBezTo>
                  <a:cubicBezTo>
                    <a:pt x="185251" y="824711"/>
                    <a:pt x="171510" y="828998"/>
                    <a:pt x="169997" y="822694"/>
                  </a:cubicBezTo>
                  <a:cubicBezTo>
                    <a:pt x="168484" y="816391"/>
                    <a:pt x="158651" y="826602"/>
                    <a:pt x="146423" y="832149"/>
                  </a:cubicBezTo>
                  <a:cubicBezTo>
                    <a:pt x="134194" y="837696"/>
                    <a:pt x="139363" y="848664"/>
                    <a:pt x="129908" y="849042"/>
                  </a:cubicBezTo>
                  <a:cubicBezTo>
                    <a:pt x="120453" y="849420"/>
                    <a:pt x="123226" y="864296"/>
                    <a:pt x="116923" y="869086"/>
                  </a:cubicBezTo>
                  <a:cubicBezTo>
                    <a:pt x="110620" y="873877"/>
                    <a:pt x="112259" y="858119"/>
                    <a:pt x="102426" y="857740"/>
                  </a:cubicBezTo>
                  <a:cubicBezTo>
                    <a:pt x="92593" y="857362"/>
                    <a:pt x="93349" y="864422"/>
                    <a:pt x="99274" y="872616"/>
                  </a:cubicBezTo>
                  <a:cubicBezTo>
                    <a:pt x="105199" y="880810"/>
                    <a:pt x="90324" y="874633"/>
                    <a:pt x="84777" y="881693"/>
                  </a:cubicBezTo>
                  <a:cubicBezTo>
                    <a:pt x="79230" y="888752"/>
                    <a:pt x="63598" y="885223"/>
                    <a:pt x="59312" y="891148"/>
                  </a:cubicBezTo>
                  <a:cubicBezTo>
                    <a:pt x="55026" y="897073"/>
                    <a:pt x="71036" y="897073"/>
                    <a:pt x="73431" y="901737"/>
                  </a:cubicBezTo>
                  <a:cubicBezTo>
                    <a:pt x="75826" y="906528"/>
                    <a:pt x="59312" y="904132"/>
                    <a:pt x="50739" y="902115"/>
                  </a:cubicBezTo>
                  <a:cubicBezTo>
                    <a:pt x="42167" y="900224"/>
                    <a:pt x="44436" y="913083"/>
                    <a:pt x="36620" y="911570"/>
                  </a:cubicBezTo>
                  <a:cubicBezTo>
                    <a:pt x="28804" y="909931"/>
                    <a:pt x="18971" y="918252"/>
                    <a:pt x="24518" y="923798"/>
                  </a:cubicBezTo>
                  <a:cubicBezTo>
                    <a:pt x="30065" y="929345"/>
                    <a:pt x="20231" y="930102"/>
                    <a:pt x="14685" y="926572"/>
                  </a:cubicBezTo>
                  <a:cubicBezTo>
                    <a:pt x="9138" y="923042"/>
                    <a:pt x="4473" y="931614"/>
                    <a:pt x="2582" y="938296"/>
                  </a:cubicBezTo>
                  <a:cubicBezTo>
                    <a:pt x="565" y="944977"/>
                    <a:pt x="13172" y="948507"/>
                    <a:pt x="12794" y="951659"/>
                  </a:cubicBezTo>
                  <a:cubicBezTo>
                    <a:pt x="12416" y="954810"/>
                    <a:pt x="2582" y="959853"/>
                    <a:pt x="9642" y="961492"/>
                  </a:cubicBezTo>
                  <a:cubicBezTo>
                    <a:pt x="16702" y="963005"/>
                    <a:pt x="11659" y="969308"/>
                    <a:pt x="6869" y="971325"/>
                  </a:cubicBezTo>
                  <a:cubicBezTo>
                    <a:pt x="2204" y="973342"/>
                    <a:pt x="2204" y="978006"/>
                    <a:pt x="6869" y="983931"/>
                  </a:cubicBezTo>
                  <a:cubicBezTo>
                    <a:pt x="11533" y="989857"/>
                    <a:pt x="-1326" y="990991"/>
                    <a:pt x="4852" y="1000068"/>
                  </a:cubicBezTo>
                  <a:cubicBezTo>
                    <a:pt x="11155" y="1009018"/>
                    <a:pt x="15819" y="997672"/>
                    <a:pt x="18593" y="1004354"/>
                  </a:cubicBezTo>
                  <a:cubicBezTo>
                    <a:pt x="21366" y="1011035"/>
                    <a:pt x="28804" y="1005110"/>
                    <a:pt x="37376" y="997294"/>
                  </a:cubicBezTo>
                  <a:cubicBezTo>
                    <a:pt x="45949" y="989478"/>
                    <a:pt x="49100" y="1005867"/>
                    <a:pt x="42041" y="1005489"/>
                  </a:cubicBezTo>
                  <a:cubicBezTo>
                    <a:pt x="34981" y="1005110"/>
                    <a:pt x="26787" y="1009397"/>
                    <a:pt x="28299" y="1016456"/>
                  </a:cubicBezTo>
                  <a:cubicBezTo>
                    <a:pt x="29938" y="1023516"/>
                    <a:pt x="17332" y="1022381"/>
                    <a:pt x="17710" y="1013683"/>
                  </a:cubicBezTo>
                  <a:cubicBezTo>
                    <a:pt x="18088" y="1005110"/>
                    <a:pt x="3213" y="1015196"/>
                    <a:pt x="8633" y="1021499"/>
                  </a:cubicBezTo>
                  <a:cubicBezTo>
                    <a:pt x="14180" y="1027802"/>
                    <a:pt x="6742" y="1031332"/>
                    <a:pt x="6742" y="1037131"/>
                  </a:cubicBezTo>
                  <a:cubicBezTo>
                    <a:pt x="6742" y="1043056"/>
                    <a:pt x="17332" y="1041795"/>
                    <a:pt x="21618" y="1035114"/>
                  </a:cubicBezTo>
                  <a:cubicBezTo>
                    <a:pt x="25904" y="1028432"/>
                    <a:pt x="32964" y="1030071"/>
                    <a:pt x="35738" y="1036753"/>
                  </a:cubicBezTo>
                  <a:cubicBezTo>
                    <a:pt x="38511" y="1043434"/>
                    <a:pt x="29056" y="1038265"/>
                    <a:pt x="29056" y="1047342"/>
                  </a:cubicBezTo>
                  <a:cubicBezTo>
                    <a:pt x="29056" y="1056419"/>
                    <a:pt x="23131" y="1048477"/>
                    <a:pt x="18088" y="1055536"/>
                  </a:cubicBezTo>
                  <a:cubicBezTo>
                    <a:pt x="13046" y="1062596"/>
                    <a:pt x="38133" y="1075581"/>
                    <a:pt x="45949" y="1077472"/>
                  </a:cubicBezTo>
                  <a:cubicBezTo>
                    <a:pt x="53765" y="1079489"/>
                    <a:pt x="61203" y="1088061"/>
                    <a:pt x="76961" y="1085666"/>
                  </a:cubicBezTo>
                  <a:cubicBezTo>
                    <a:pt x="92719" y="1083271"/>
                    <a:pt x="122470" y="1054276"/>
                    <a:pt x="126378" y="1049233"/>
                  </a:cubicBezTo>
                  <a:cubicBezTo>
                    <a:pt x="130286" y="1044064"/>
                    <a:pt x="138985" y="1049990"/>
                    <a:pt x="144784" y="1045325"/>
                  </a:cubicBezTo>
                  <a:cubicBezTo>
                    <a:pt x="150709" y="1040661"/>
                    <a:pt x="147179" y="1028432"/>
                    <a:pt x="151465" y="1026163"/>
                  </a:cubicBezTo>
                  <a:cubicBezTo>
                    <a:pt x="155751" y="1023768"/>
                    <a:pt x="158147" y="1039148"/>
                    <a:pt x="162055" y="1040661"/>
                  </a:cubicBezTo>
                  <a:cubicBezTo>
                    <a:pt x="165584" y="1042047"/>
                    <a:pt x="168232" y="1044821"/>
                    <a:pt x="168358" y="1052637"/>
                  </a:cubicBezTo>
                  <a:cubicBezTo>
                    <a:pt x="171510" y="1052259"/>
                    <a:pt x="174661" y="1052385"/>
                    <a:pt x="176678" y="1053772"/>
                  </a:cubicBezTo>
                  <a:cubicBezTo>
                    <a:pt x="181721" y="1057553"/>
                    <a:pt x="182982" y="1041165"/>
                    <a:pt x="182982" y="1036122"/>
                  </a:cubicBezTo>
                  <a:cubicBezTo>
                    <a:pt x="182982" y="1031080"/>
                    <a:pt x="188024" y="1020995"/>
                    <a:pt x="186763" y="1014691"/>
                  </a:cubicBezTo>
                  <a:cubicBezTo>
                    <a:pt x="185503" y="1008388"/>
                    <a:pt x="201891" y="1013431"/>
                    <a:pt x="204412" y="1008388"/>
                  </a:cubicBezTo>
                  <a:cubicBezTo>
                    <a:pt x="206934" y="1003345"/>
                    <a:pt x="208195" y="985696"/>
                    <a:pt x="203152" y="983175"/>
                  </a:cubicBezTo>
                  <a:cubicBezTo>
                    <a:pt x="198109" y="980654"/>
                    <a:pt x="196849" y="970569"/>
                    <a:pt x="201891" y="970569"/>
                  </a:cubicBezTo>
                  <a:cubicBezTo>
                    <a:pt x="206934" y="970569"/>
                    <a:pt x="213237" y="966787"/>
                    <a:pt x="211976" y="956701"/>
                  </a:cubicBezTo>
                  <a:cubicBezTo>
                    <a:pt x="210716" y="946616"/>
                    <a:pt x="195588" y="947877"/>
                    <a:pt x="194327" y="937792"/>
                  </a:cubicBezTo>
                  <a:cubicBezTo>
                    <a:pt x="193067" y="927706"/>
                    <a:pt x="201891" y="925185"/>
                    <a:pt x="195588" y="912579"/>
                  </a:cubicBezTo>
                  <a:cubicBezTo>
                    <a:pt x="189285" y="899972"/>
                    <a:pt x="198109" y="892408"/>
                    <a:pt x="195588" y="886105"/>
                  </a:cubicBezTo>
                  <a:cubicBezTo>
                    <a:pt x="193067" y="879802"/>
                    <a:pt x="190545" y="872238"/>
                    <a:pt x="198109" y="859631"/>
                  </a:cubicBezTo>
                  <a:cubicBezTo>
                    <a:pt x="205673" y="847025"/>
                    <a:pt x="219540" y="840722"/>
                    <a:pt x="224583" y="841982"/>
                  </a:cubicBezTo>
                  <a:cubicBezTo>
                    <a:pt x="229625" y="843243"/>
                    <a:pt x="238450" y="848285"/>
                    <a:pt x="242232" y="840722"/>
                  </a:cubicBezTo>
                  <a:cubicBezTo>
                    <a:pt x="246014" y="833158"/>
                    <a:pt x="246014" y="826854"/>
                    <a:pt x="242232" y="825594"/>
                  </a:cubicBezTo>
                  <a:cubicBezTo>
                    <a:pt x="238450" y="824333"/>
                    <a:pt x="228365" y="821812"/>
                    <a:pt x="235929" y="811727"/>
                  </a:cubicBezTo>
                  <a:cubicBezTo>
                    <a:pt x="243493" y="801641"/>
                    <a:pt x="252317" y="789035"/>
                    <a:pt x="253578" y="777689"/>
                  </a:cubicBezTo>
                  <a:cubicBezTo>
                    <a:pt x="254838" y="766343"/>
                    <a:pt x="251057" y="757519"/>
                    <a:pt x="254838" y="753737"/>
                  </a:cubicBezTo>
                  <a:cubicBezTo>
                    <a:pt x="258621" y="749955"/>
                    <a:pt x="267445" y="753737"/>
                    <a:pt x="275009" y="748694"/>
                  </a:cubicBezTo>
                  <a:cubicBezTo>
                    <a:pt x="282573" y="743652"/>
                    <a:pt x="276270" y="737348"/>
                    <a:pt x="280051" y="733566"/>
                  </a:cubicBezTo>
                  <a:cubicBezTo>
                    <a:pt x="283834" y="729784"/>
                    <a:pt x="288876" y="717178"/>
                    <a:pt x="293919" y="713396"/>
                  </a:cubicBezTo>
                  <a:cubicBezTo>
                    <a:pt x="298961" y="709614"/>
                    <a:pt x="304004" y="704571"/>
                    <a:pt x="300222" y="699529"/>
                  </a:cubicBezTo>
                  <a:cubicBezTo>
                    <a:pt x="296440" y="694486"/>
                    <a:pt x="307786" y="689444"/>
                    <a:pt x="307786" y="680619"/>
                  </a:cubicBezTo>
                  <a:cubicBezTo>
                    <a:pt x="307786" y="671794"/>
                    <a:pt x="320392" y="665491"/>
                    <a:pt x="327956" y="665491"/>
                  </a:cubicBezTo>
                  <a:cubicBezTo>
                    <a:pt x="335520" y="665491"/>
                    <a:pt x="348127" y="665491"/>
                    <a:pt x="348127" y="657927"/>
                  </a:cubicBezTo>
                  <a:cubicBezTo>
                    <a:pt x="348127" y="650363"/>
                    <a:pt x="343084" y="633975"/>
                    <a:pt x="354430" y="639018"/>
                  </a:cubicBezTo>
                  <a:cubicBezTo>
                    <a:pt x="365776" y="644060"/>
                    <a:pt x="374600" y="637757"/>
                    <a:pt x="382164" y="644060"/>
                  </a:cubicBezTo>
                  <a:cubicBezTo>
                    <a:pt x="389728" y="650363"/>
                    <a:pt x="399813" y="649103"/>
                    <a:pt x="399813" y="639018"/>
                  </a:cubicBezTo>
                  <a:cubicBezTo>
                    <a:pt x="399813" y="628932"/>
                    <a:pt x="403595" y="612544"/>
                    <a:pt x="414941" y="618847"/>
                  </a:cubicBezTo>
                  <a:cubicBezTo>
                    <a:pt x="415824" y="619351"/>
                    <a:pt x="416706" y="619856"/>
                    <a:pt x="417463" y="620486"/>
                  </a:cubicBezTo>
                  <a:cubicBezTo>
                    <a:pt x="421244" y="612040"/>
                    <a:pt x="428304" y="606745"/>
                    <a:pt x="435112" y="607501"/>
                  </a:cubicBezTo>
                  <a:cubicBezTo>
                    <a:pt x="445197" y="608762"/>
                    <a:pt x="451500" y="626411"/>
                    <a:pt x="464106" y="628932"/>
                  </a:cubicBezTo>
                  <a:cubicBezTo>
                    <a:pt x="476713" y="631454"/>
                    <a:pt x="489319" y="636496"/>
                    <a:pt x="493102" y="630193"/>
                  </a:cubicBezTo>
                  <a:cubicBezTo>
                    <a:pt x="496883" y="623890"/>
                    <a:pt x="505708" y="633975"/>
                    <a:pt x="513272" y="631454"/>
                  </a:cubicBezTo>
                  <a:cubicBezTo>
                    <a:pt x="520836" y="628932"/>
                    <a:pt x="520836" y="645321"/>
                    <a:pt x="528400" y="635236"/>
                  </a:cubicBezTo>
                  <a:cubicBezTo>
                    <a:pt x="535964" y="625150"/>
                    <a:pt x="527139" y="618847"/>
                    <a:pt x="539745" y="620108"/>
                  </a:cubicBezTo>
                  <a:cubicBezTo>
                    <a:pt x="552352" y="621368"/>
                    <a:pt x="544788" y="606241"/>
                    <a:pt x="544788" y="597416"/>
                  </a:cubicBezTo>
                  <a:cubicBezTo>
                    <a:pt x="544788" y="588592"/>
                    <a:pt x="561177" y="587331"/>
                    <a:pt x="561177" y="579767"/>
                  </a:cubicBezTo>
                  <a:cubicBezTo>
                    <a:pt x="561177" y="572203"/>
                    <a:pt x="583868" y="578506"/>
                    <a:pt x="587650" y="573464"/>
                  </a:cubicBezTo>
                  <a:cubicBezTo>
                    <a:pt x="591432" y="568421"/>
                    <a:pt x="604039" y="564639"/>
                    <a:pt x="609081" y="573464"/>
                  </a:cubicBezTo>
                  <a:cubicBezTo>
                    <a:pt x="614124" y="582288"/>
                    <a:pt x="635555" y="584810"/>
                    <a:pt x="636816" y="592373"/>
                  </a:cubicBezTo>
                  <a:cubicBezTo>
                    <a:pt x="637446" y="596029"/>
                    <a:pt x="636816" y="601828"/>
                    <a:pt x="636816" y="607123"/>
                  </a:cubicBezTo>
                  <a:cubicBezTo>
                    <a:pt x="640345" y="603719"/>
                    <a:pt x="644758" y="601072"/>
                    <a:pt x="649044" y="601072"/>
                  </a:cubicBezTo>
                  <a:cubicBezTo>
                    <a:pt x="656860" y="601072"/>
                    <a:pt x="663920" y="589348"/>
                    <a:pt x="670979" y="590861"/>
                  </a:cubicBezTo>
                  <a:cubicBezTo>
                    <a:pt x="676904" y="592121"/>
                    <a:pt x="682703" y="591239"/>
                    <a:pt x="684468" y="581406"/>
                  </a:cubicBezTo>
                  <a:cubicBezTo>
                    <a:pt x="678417" y="577372"/>
                    <a:pt x="666315" y="576867"/>
                    <a:pt x="664928" y="582162"/>
                  </a:cubicBezTo>
                  <a:close/>
                  <a:moveTo>
                    <a:pt x="190419" y="79289"/>
                  </a:moveTo>
                  <a:cubicBezTo>
                    <a:pt x="201639" y="81684"/>
                    <a:pt x="178695" y="94038"/>
                    <a:pt x="175166" y="105132"/>
                  </a:cubicBezTo>
                  <a:cubicBezTo>
                    <a:pt x="171636" y="116352"/>
                    <a:pt x="192815" y="126311"/>
                    <a:pt x="201639" y="134505"/>
                  </a:cubicBezTo>
                  <a:cubicBezTo>
                    <a:pt x="210464" y="142699"/>
                    <a:pt x="231642" y="141565"/>
                    <a:pt x="239333" y="136900"/>
                  </a:cubicBezTo>
                  <a:cubicBezTo>
                    <a:pt x="247022" y="132236"/>
                    <a:pt x="244627" y="115722"/>
                    <a:pt x="254586" y="116352"/>
                  </a:cubicBezTo>
                  <a:cubicBezTo>
                    <a:pt x="264546" y="116982"/>
                    <a:pt x="259251" y="107527"/>
                    <a:pt x="267571" y="104628"/>
                  </a:cubicBezTo>
                  <a:cubicBezTo>
                    <a:pt x="275765" y="101728"/>
                    <a:pt x="277026" y="112318"/>
                    <a:pt x="269966" y="120512"/>
                  </a:cubicBezTo>
                  <a:cubicBezTo>
                    <a:pt x="262907" y="128706"/>
                    <a:pt x="282321" y="128202"/>
                    <a:pt x="292910" y="118117"/>
                  </a:cubicBezTo>
                  <a:cubicBezTo>
                    <a:pt x="303500" y="108158"/>
                    <a:pt x="305895" y="117486"/>
                    <a:pt x="303500" y="126941"/>
                  </a:cubicBezTo>
                  <a:cubicBezTo>
                    <a:pt x="301104" y="136396"/>
                    <a:pt x="279421" y="131101"/>
                    <a:pt x="271731" y="141691"/>
                  </a:cubicBezTo>
                  <a:cubicBezTo>
                    <a:pt x="264041" y="152280"/>
                    <a:pt x="240593" y="144086"/>
                    <a:pt x="230004" y="155810"/>
                  </a:cubicBezTo>
                  <a:cubicBezTo>
                    <a:pt x="219414" y="167534"/>
                    <a:pt x="239458" y="168165"/>
                    <a:pt x="254082" y="165265"/>
                  </a:cubicBezTo>
                  <a:cubicBezTo>
                    <a:pt x="268832" y="162366"/>
                    <a:pt x="296440" y="160601"/>
                    <a:pt x="307029" y="162870"/>
                  </a:cubicBezTo>
                  <a:cubicBezTo>
                    <a:pt x="317619" y="165265"/>
                    <a:pt x="300600" y="168795"/>
                    <a:pt x="282951" y="168795"/>
                  </a:cubicBezTo>
                  <a:cubicBezTo>
                    <a:pt x="265302" y="168795"/>
                    <a:pt x="259377" y="174090"/>
                    <a:pt x="260007" y="178754"/>
                  </a:cubicBezTo>
                  <a:cubicBezTo>
                    <a:pt x="260638" y="183419"/>
                    <a:pt x="235298" y="173459"/>
                    <a:pt x="234164" y="184049"/>
                  </a:cubicBezTo>
                  <a:cubicBezTo>
                    <a:pt x="233029" y="194638"/>
                    <a:pt x="257738" y="198798"/>
                    <a:pt x="260638" y="205228"/>
                  </a:cubicBezTo>
                  <a:cubicBezTo>
                    <a:pt x="263537" y="211657"/>
                    <a:pt x="280051" y="205858"/>
                    <a:pt x="286481" y="208127"/>
                  </a:cubicBezTo>
                  <a:cubicBezTo>
                    <a:pt x="292910" y="210522"/>
                    <a:pt x="275891" y="215187"/>
                    <a:pt x="273496" y="218086"/>
                  </a:cubicBezTo>
                  <a:cubicBezTo>
                    <a:pt x="271101" y="220986"/>
                    <a:pt x="291776" y="225146"/>
                    <a:pt x="295306" y="231071"/>
                  </a:cubicBezTo>
                  <a:cubicBezTo>
                    <a:pt x="298835" y="236996"/>
                    <a:pt x="313585" y="233971"/>
                    <a:pt x="312955" y="225776"/>
                  </a:cubicBezTo>
                  <a:cubicBezTo>
                    <a:pt x="312198" y="215565"/>
                    <a:pt x="325939" y="184553"/>
                    <a:pt x="343588" y="178124"/>
                  </a:cubicBezTo>
                  <a:cubicBezTo>
                    <a:pt x="361237" y="171694"/>
                    <a:pt x="351278" y="165769"/>
                    <a:pt x="353547" y="155810"/>
                  </a:cubicBezTo>
                  <a:cubicBezTo>
                    <a:pt x="355943" y="145851"/>
                    <a:pt x="370062" y="154045"/>
                    <a:pt x="365902" y="145851"/>
                  </a:cubicBezTo>
                  <a:cubicBezTo>
                    <a:pt x="361742" y="137657"/>
                    <a:pt x="364137" y="134127"/>
                    <a:pt x="375356" y="123538"/>
                  </a:cubicBezTo>
                  <a:cubicBezTo>
                    <a:pt x="386576" y="112948"/>
                    <a:pt x="393636" y="120638"/>
                    <a:pt x="407125" y="114083"/>
                  </a:cubicBezTo>
                  <a:cubicBezTo>
                    <a:pt x="420614" y="107653"/>
                    <a:pt x="427169" y="118747"/>
                    <a:pt x="412420" y="120008"/>
                  </a:cubicBezTo>
                  <a:cubicBezTo>
                    <a:pt x="399561" y="121016"/>
                    <a:pt x="405991" y="135892"/>
                    <a:pt x="416580" y="140052"/>
                  </a:cubicBezTo>
                  <a:cubicBezTo>
                    <a:pt x="427169" y="144212"/>
                    <a:pt x="417715" y="147742"/>
                    <a:pt x="426035" y="149507"/>
                  </a:cubicBezTo>
                  <a:cubicBezTo>
                    <a:pt x="434229" y="151272"/>
                    <a:pt x="431960" y="163626"/>
                    <a:pt x="421371" y="174846"/>
                  </a:cubicBezTo>
                  <a:cubicBezTo>
                    <a:pt x="410781" y="186066"/>
                    <a:pt x="424270" y="188335"/>
                    <a:pt x="446709" y="180141"/>
                  </a:cubicBezTo>
                  <a:cubicBezTo>
                    <a:pt x="469023" y="171947"/>
                    <a:pt x="454904" y="187200"/>
                    <a:pt x="461459" y="193630"/>
                  </a:cubicBezTo>
                  <a:cubicBezTo>
                    <a:pt x="467889" y="200059"/>
                    <a:pt x="485538" y="188965"/>
                    <a:pt x="494992" y="177746"/>
                  </a:cubicBezTo>
                  <a:cubicBezTo>
                    <a:pt x="504447" y="166526"/>
                    <a:pt x="518440" y="168417"/>
                    <a:pt x="517936" y="162492"/>
                  </a:cubicBezTo>
                  <a:cubicBezTo>
                    <a:pt x="517306" y="156062"/>
                    <a:pt x="507347" y="154297"/>
                    <a:pt x="499152" y="157827"/>
                  </a:cubicBezTo>
                  <a:cubicBezTo>
                    <a:pt x="490958" y="161357"/>
                    <a:pt x="470283" y="158962"/>
                    <a:pt x="477343" y="152533"/>
                  </a:cubicBezTo>
                  <a:cubicBezTo>
                    <a:pt x="484403" y="146103"/>
                    <a:pt x="483269" y="140809"/>
                    <a:pt x="472679" y="141943"/>
                  </a:cubicBezTo>
                  <a:cubicBezTo>
                    <a:pt x="462089" y="143078"/>
                    <a:pt x="443306" y="137783"/>
                    <a:pt x="452130" y="134253"/>
                  </a:cubicBezTo>
                  <a:cubicBezTo>
                    <a:pt x="460955" y="130723"/>
                    <a:pt x="445701" y="118999"/>
                    <a:pt x="437381" y="119504"/>
                  </a:cubicBezTo>
                  <a:cubicBezTo>
                    <a:pt x="429187" y="120134"/>
                    <a:pt x="431456" y="110679"/>
                    <a:pt x="432086" y="104250"/>
                  </a:cubicBezTo>
                  <a:cubicBezTo>
                    <a:pt x="432716" y="97820"/>
                    <a:pt x="408512" y="94795"/>
                    <a:pt x="413302" y="92526"/>
                  </a:cubicBezTo>
                  <a:cubicBezTo>
                    <a:pt x="417967" y="90130"/>
                    <a:pt x="403343" y="84836"/>
                    <a:pt x="399813" y="89626"/>
                  </a:cubicBezTo>
                  <a:cubicBezTo>
                    <a:pt x="396283" y="94291"/>
                    <a:pt x="389224" y="93156"/>
                    <a:pt x="389224" y="86096"/>
                  </a:cubicBezTo>
                  <a:cubicBezTo>
                    <a:pt x="389224" y="79037"/>
                    <a:pt x="371575" y="80802"/>
                    <a:pt x="364515" y="81432"/>
                  </a:cubicBezTo>
                  <a:cubicBezTo>
                    <a:pt x="357455" y="82062"/>
                    <a:pt x="360985" y="66178"/>
                    <a:pt x="353926" y="60883"/>
                  </a:cubicBezTo>
                  <a:cubicBezTo>
                    <a:pt x="346866" y="55589"/>
                    <a:pt x="337411" y="71473"/>
                    <a:pt x="332116" y="70338"/>
                  </a:cubicBezTo>
                  <a:cubicBezTo>
                    <a:pt x="326822" y="69204"/>
                    <a:pt x="336277" y="58614"/>
                    <a:pt x="339176" y="51554"/>
                  </a:cubicBezTo>
                  <a:cubicBezTo>
                    <a:pt x="342076" y="44495"/>
                    <a:pt x="314467" y="35040"/>
                    <a:pt x="311568" y="42100"/>
                  </a:cubicBezTo>
                  <a:cubicBezTo>
                    <a:pt x="308668" y="49159"/>
                    <a:pt x="303373" y="31510"/>
                    <a:pt x="297448" y="29745"/>
                  </a:cubicBezTo>
                  <a:cubicBezTo>
                    <a:pt x="291523" y="27980"/>
                    <a:pt x="296314" y="41469"/>
                    <a:pt x="291019" y="42730"/>
                  </a:cubicBezTo>
                  <a:cubicBezTo>
                    <a:pt x="285724" y="43864"/>
                    <a:pt x="278665" y="49159"/>
                    <a:pt x="287489" y="55084"/>
                  </a:cubicBezTo>
                  <a:cubicBezTo>
                    <a:pt x="296314" y="61009"/>
                    <a:pt x="305139" y="90382"/>
                    <a:pt x="304004" y="95047"/>
                  </a:cubicBezTo>
                  <a:cubicBezTo>
                    <a:pt x="302869" y="99711"/>
                    <a:pt x="275765" y="73868"/>
                    <a:pt x="274631" y="61514"/>
                  </a:cubicBezTo>
                  <a:cubicBezTo>
                    <a:pt x="273496" y="49159"/>
                    <a:pt x="259881" y="39200"/>
                    <a:pt x="256351" y="48025"/>
                  </a:cubicBezTo>
                  <a:cubicBezTo>
                    <a:pt x="252821" y="56849"/>
                    <a:pt x="242862" y="60379"/>
                    <a:pt x="245762" y="69204"/>
                  </a:cubicBezTo>
                  <a:cubicBezTo>
                    <a:pt x="248661" y="78028"/>
                    <a:pt x="238702" y="80928"/>
                    <a:pt x="238702" y="73868"/>
                  </a:cubicBezTo>
                  <a:cubicBezTo>
                    <a:pt x="238702" y="66808"/>
                    <a:pt x="223953" y="58614"/>
                    <a:pt x="218658" y="57984"/>
                  </a:cubicBezTo>
                  <a:cubicBezTo>
                    <a:pt x="213363" y="57353"/>
                    <a:pt x="232273" y="53824"/>
                    <a:pt x="241097" y="49790"/>
                  </a:cubicBezTo>
                  <a:cubicBezTo>
                    <a:pt x="249922" y="45629"/>
                    <a:pt x="233408" y="39830"/>
                    <a:pt x="225844" y="44495"/>
                  </a:cubicBezTo>
                  <a:cubicBezTo>
                    <a:pt x="218153" y="49159"/>
                    <a:pt x="208195" y="41595"/>
                    <a:pt x="203530" y="48025"/>
                  </a:cubicBezTo>
                  <a:cubicBezTo>
                    <a:pt x="198740" y="54454"/>
                    <a:pt x="192940" y="48025"/>
                    <a:pt x="184746" y="46260"/>
                  </a:cubicBezTo>
                  <a:cubicBezTo>
                    <a:pt x="176552" y="44495"/>
                    <a:pt x="169492" y="57984"/>
                    <a:pt x="163567" y="55715"/>
                  </a:cubicBezTo>
                  <a:cubicBezTo>
                    <a:pt x="157642" y="53319"/>
                    <a:pt x="154113" y="67439"/>
                    <a:pt x="163567" y="82188"/>
                  </a:cubicBezTo>
                  <a:cubicBezTo>
                    <a:pt x="172140" y="96308"/>
                    <a:pt x="179199" y="76894"/>
                    <a:pt x="190419" y="79289"/>
                  </a:cubicBezTo>
                  <a:close/>
                  <a:moveTo>
                    <a:pt x="166341" y="126941"/>
                  </a:moveTo>
                  <a:cubicBezTo>
                    <a:pt x="173400" y="128706"/>
                    <a:pt x="178695" y="140430"/>
                    <a:pt x="185124" y="139926"/>
                  </a:cubicBezTo>
                  <a:cubicBezTo>
                    <a:pt x="188024" y="139674"/>
                    <a:pt x="175166" y="125176"/>
                    <a:pt x="167475" y="116982"/>
                  </a:cubicBezTo>
                  <a:cubicBezTo>
                    <a:pt x="159786" y="108788"/>
                    <a:pt x="160416" y="100468"/>
                    <a:pt x="149826" y="103493"/>
                  </a:cubicBezTo>
                  <a:cubicBezTo>
                    <a:pt x="139237" y="106267"/>
                    <a:pt x="159281" y="125176"/>
                    <a:pt x="166341" y="126941"/>
                  </a:cubicBezTo>
                  <a:close/>
                  <a:moveTo>
                    <a:pt x="353421" y="31510"/>
                  </a:moveTo>
                  <a:cubicBezTo>
                    <a:pt x="358716" y="35670"/>
                    <a:pt x="344723" y="35796"/>
                    <a:pt x="350522" y="41469"/>
                  </a:cubicBezTo>
                  <a:cubicBezTo>
                    <a:pt x="368171" y="59118"/>
                    <a:pt x="437633" y="39074"/>
                    <a:pt x="447088" y="44369"/>
                  </a:cubicBezTo>
                  <a:cubicBezTo>
                    <a:pt x="456542" y="49663"/>
                    <a:pt x="388846" y="56093"/>
                    <a:pt x="391745" y="63152"/>
                  </a:cubicBezTo>
                  <a:cubicBezTo>
                    <a:pt x="394644" y="70212"/>
                    <a:pt x="449987" y="76137"/>
                    <a:pt x="454147" y="71347"/>
                  </a:cubicBezTo>
                  <a:cubicBezTo>
                    <a:pt x="458307" y="66682"/>
                    <a:pt x="467636" y="80802"/>
                    <a:pt x="485916" y="81936"/>
                  </a:cubicBezTo>
                  <a:cubicBezTo>
                    <a:pt x="504195" y="83071"/>
                    <a:pt x="502430" y="74877"/>
                    <a:pt x="515919" y="74246"/>
                  </a:cubicBezTo>
                  <a:cubicBezTo>
                    <a:pt x="529408" y="73616"/>
                    <a:pt x="549453" y="67187"/>
                    <a:pt x="550083" y="59497"/>
                  </a:cubicBezTo>
                  <a:cubicBezTo>
                    <a:pt x="550713" y="51807"/>
                    <a:pt x="590045" y="42478"/>
                    <a:pt x="586515" y="29493"/>
                  </a:cubicBezTo>
                  <a:cubicBezTo>
                    <a:pt x="582986" y="16508"/>
                    <a:pt x="544788" y="25333"/>
                    <a:pt x="534073" y="20038"/>
                  </a:cubicBezTo>
                  <a:cubicBezTo>
                    <a:pt x="523483" y="14743"/>
                    <a:pt x="498774" y="7684"/>
                    <a:pt x="494614" y="15878"/>
                  </a:cubicBezTo>
                  <a:cubicBezTo>
                    <a:pt x="490454" y="24072"/>
                    <a:pt x="483394" y="26468"/>
                    <a:pt x="479865" y="22938"/>
                  </a:cubicBezTo>
                  <a:cubicBezTo>
                    <a:pt x="476335" y="19408"/>
                    <a:pt x="481630" y="624"/>
                    <a:pt x="464611" y="5919"/>
                  </a:cubicBezTo>
                  <a:cubicBezTo>
                    <a:pt x="447592" y="11214"/>
                    <a:pt x="463476" y="29493"/>
                    <a:pt x="459946" y="31762"/>
                  </a:cubicBezTo>
                  <a:cubicBezTo>
                    <a:pt x="456417" y="34158"/>
                    <a:pt x="439902" y="28232"/>
                    <a:pt x="438767" y="20038"/>
                  </a:cubicBezTo>
                  <a:cubicBezTo>
                    <a:pt x="437633" y="11844"/>
                    <a:pt x="419353" y="28863"/>
                    <a:pt x="416958" y="18904"/>
                  </a:cubicBezTo>
                  <a:cubicBezTo>
                    <a:pt x="414563" y="8944"/>
                    <a:pt x="392880" y="1885"/>
                    <a:pt x="388089" y="2389"/>
                  </a:cubicBezTo>
                  <a:cubicBezTo>
                    <a:pt x="383425" y="3019"/>
                    <a:pt x="392754" y="9449"/>
                    <a:pt x="389854" y="14113"/>
                  </a:cubicBezTo>
                  <a:cubicBezTo>
                    <a:pt x="386955" y="18778"/>
                    <a:pt x="375104" y="9449"/>
                    <a:pt x="370440" y="8818"/>
                  </a:cubicBezTo>
                  <a:cubicBezTo>
                    <a:pt x="365776" y="8188"/>
                    <a:pt x="373340" y="18778"/>
                    <a:pt x="371070" y="23568"/>
                  </a:cubicBezTo>
                  <a:cubicBezTo>
                    <a:pt x="368675" y="28232"/>
                    <a:pt x="359346" y="9449"/>
                    <a:pt x="351026" y="9449"/>
                  </a:cubicBezTo>
                  <a:cubicBezTo>
                    <a:pt x="342832" y="9449"/>
                    <a:pt x="345732" y="18904"/>
                    <a:pt x="339806" y="19408"/>
                  </a:cubicBezTo>
                  <a:cubicBezTo>
                    <a:pt x="334007" y="20416"/>
                    <a:pt x="348127" y="27476"/>
                    <a:pt x="353421" y="31510"/>
                  </a:cubicBezTo>
                  <a:close/>
                </a:path>
              </a:pathLst>
            </a:custGeom>
            <a:grpFill/>
            <a:ln w="1270" cap="flat">
              <a:solidFill>
                <a:schemeClr val="bg1"/>
              </a:solidFill>
              <a:prstDash val="solid"/>
              <a:miter/>
            </a:ln>
          </p:spPr>
          <p:txBody>
            <a:bodyPr rtlCol="0" anchor="ctr"/>
            <a:lstStyle/>
            <a:p>
              <a:endParaRPr lang="ko-KR" altLang="en-US"/>
            </a:p>
          </p:txBody>
        </p:sp>
        <p:sp>
          <p:nvSpPr>
            <p:cNvPr id="162" name="자유형: 도형 142">
              <a:extLst>
                <a:ext uri="{FF2B5EF4-FFF2-40B4-BE49-F238E27FC236}">
                  <a16:creationId xmlns:a16="http://schemas.microsoft.com/office/drawing/2014/main" id="{3FE804CE-0436-9949-984A-B0DF1633B7F1}"/>
                </a:ext>
              </a:extLst>
            </p:cNvPr>
            <p:cNvSpPr/>
            <p:nvPr/>
          </p:nvSpPr>
          <p:spPr>
            <a:xfrm>
              <a:off x="10787416" y="2596670"/>
              <a:ext cx="75639" cy="25213"/>
            </a:xfrm>
            <a:custGeom>
              <a:avLst/>
              <a:gdLst>
                <a:gd name="connsiteX0" fmla="*/ 36275 w 75639"/>
                <a:gd name="connsiteY0" fmla="*/ 3037 h 25213"/>
                <a:gd name="connsiteX1" fmla="*/ 3372 w 75639"/>
                <a:gd name="connsiteY1" fmla="*/ 13248 h 25213"/>
                <a:gd name="connsiteX2" fmla="*/ 52790 w 75639"/>
                <a:gd name="connsiteY2" fmla="*/ 24216 h 25213"/>
                <a:gd name="connsiteX3" fmla="*/ 84936 w 75639"/>
                <a:gd name="connsiteY3" fmla="*/ 19551 h 25213"/>
                <a:gd name="connsiteX4" fmla="*/ 36275 w 75639"/>
                <a:gd name="connsiteY4" fmla="*/ 3037 h 25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39" h="25213">
                  <a:moveTo>
                    <a:pt x="36275" y="3037"/>
                  </a:moveTo>
                  <a:cubicBezTo>
                    <a:pt x="30728" y="6945"/>
                    <a:pt x="-3939" y="5054"/>
                    <a:pt x="3372" y="13248"/>
                  </a:cubicBezTo>
                  <a:cubicBezTo>
                    <a:pt x="9675" y="20308"/>
                    <a:pt x="39427" y="16400"/>
                    <a:pt x="52790" y="24216"/>
                  </a:cubicBezTo>
                  <a:cubicBezTo>
                    <a:pt x="66153" y="32032"/>
                    <a:pt x="84936" y="25854"/>
                    <a:pt x="84936" y="19551"/>
                  </a:cubicBezTo>
                  <a:cubicBezTo>
                    <a:pt x="84936" y="13248"/>
                    <a:pt x="41822" y="-871"/>
                    <a:pt x="36275" y="3037"/>
                  </a:cubicBezTo>
                  <a:close/>
                </a:path>
              </a:pathLst>
            </a:custGeom>
            <a:grpFill/>
            <a:ln w="1270" cap="flat">
              <a:solidFill>
                <a:schemeClr val="bg1"/>
              </a:solidFill>
              <a:prstDash val="solid"/>
              <a:miter/>
            </a:ln>
          </p:spPr>
          <p:txBody>
            <a:bodyPr rtlCol="0" anchor="ctr"/>
            <a:lstStyle/>
            <a:p>
              <a:endParaRPr lang="ko-KR" altLang="en-US"/>
            </a:p>
          </p:txBody>
        </p:sp>
        <p:sp>
          <p:nvSpPr>
            <p:cNvPr id="163" name="자유형: 도형 143">
              <a:extLst>
                <a:ext uri="{FF2B5EF4-FFF2-40B4-BE49-F238E27FC236}">
                  <a16:creationId xmlns:a16="http://schemas.microsoft.com/office/drawing/2014/main" id="{A1B374FA-7EB4-2140-BFCC-5979A2929848}"/>
                </a:ext>
              </a:extLst>
            </p:cNvPr>
            <p:cNvSpPr/>
            <p:nvPr/>
          </p:nvSpPr>
          <p:spPr>
            <a:xfrm>
              <a:off x="9211646" y="3271071"/>
              <a:ext cx="453834" cy="441228"/>
            </a:xfrm>
            <a:custGeom>
              <a:avLst/>
              <a:gdLst>
                <a:gd name="connsiteX0" fmla="*/ 428798 w 453834"/>
                <a:gd name="connsiteY0" fmla="*/ 44937 h 441227"/>
                <a:gd name="connsiteX1" fmla="*/ 402072 w 453834"/>
                <a:gd name="connsiteY1" fmla="*/ 51240 h 441227"/>
                <a:gd name="connsiteX2" fmla="*/ 343957 w 453834"/>
                <a:gd name="connsiteY2" fmla="*/ 8882 h 441227"/>
                <a:gd name="connsiteX3" fmla="*/ 326686 w 453834"/>
                <a:gd name="connsiteY3" fmla="*/ 16698 h 441227"/>
                <a:gd name="connsiteX4" fmla="*/ 325047 w 453834"/>
                <a:gd name="connsiteY4" fmla="*/ 44180 h 441227"/>
                <a:gd name="connsiteX5" fmla="*/ 317231 w 453834"/>
                <a:gd name="connsiteY5" fmla="*/ 67754 h 441227"/>
                <a:gd name="connsiteX6" fmla="*/ 295170 w 453834"/>
                <a:gd name="connsiteY6" fmla="*/ 77209 h 441227"/>
                <a:gd name="connsiteX7" fmla="*/ 284958 w 453834"/>
                <a:gd name="connsiteY7" fmla="*/ 92967 h 441227"/>
                <a:gd name="connsiteX8" fmla="*/ 280294 w 453834"/>
                <a:gd name="connsiteY8" fmla="*/ 108600 h 441227"/>
                <a:gd name="connsiteX9" fmla="*/ 280294 w 453834"/>
                <a:gd name="connsiteY9" fmla="*/ 129022 h 441227"/>
                <a:gd name="connsiteX10" fmla="*/ 293657 w 453834"/>
                <a:gd name="connsiteY10" fmla="*/ 123475 h 441227"/>
                <a:gd name="connsiteX11" fmla="*/ 307776 w 453834"/>
                <a:gd name="connsiteY11" fmla="*/ 120323 h 441227"/>
                <a:gd name="connsiteX12" fmla="*/ 292018 w 453834"/>
                <a:gd name="connsiteY12" fmla="*/ 100657 h 441227"/>
                <a:gd name="connsiteX13" fmla="*/ 313953 w 453834"/>
                <a:gd name="connsiteY13" fmla="*/ 98262 h 441227"/>
                <a:gd name="connsiteX14" fmla="*/ 353916 w 453834"/>
                <a:gd name="connsiteY14" fmla="*/ 107717 h 441227"/>
                <a:gd name="connsiteX15" fmla="*/ 371187 w 453834"/>
                <a:gd name="connsiteY15" fmla="*/ 101414 h 441227"/>
                <a:gd name="connsiteX16" fmla="*/ 409637 w 453834"/>
                <a:gd name="connsiteY16" fmla="*/ 83387 h 441227"/>
                <a:gd name="connsiteX17" fmla="*/ 423756 w 453834"/>
                <a:gd name="connsiteY17" fmla="*/ 70780 h 441227"/>
                <a:gd name="connsiteX18" fmla="*/ 452751 w 453834"/>
                <a:gd name="connsiteY18" fmla="*/ 37877 h 441227"/>
                <a:gd name="connsiteX19" fmla="*/ 428798 w 453834"/>
                <a:gd name="connsiteY19" fmla="*/ 44937 h 441227"/>
                <a:gd name="connsiteX20" fmla="*/ 284454 w 453834"/>
                <a:gd name="connsiteY20" fmla="*/ 152470 h 441227"/>
                <a:gd name="connsiteX21" fmla="*/ 279790 w 453834"/>
                <a:gd name="connsiteY21" fmla="*/ 187768 h 441227"/>
                <a:gd name="connsiteX22" fmla="*/ 266427 w 453834"/>
                <a:gd name="connsiteY22" fmla="*/ 223066 h 441227"/>
                <a:gd name="connsiteX23" fmla="*/ 249912 w 453834"/>
                <a:gd name="connsiteY23" fmla="*/ 248910 h 441227"/>
                <a:gd name="connsiteX24" fmla="*/ 225581 w 453834"/>
                <a:gd name="connsiteY24" fmla="*/ 267694 h 441227"/>
                <a:gd name="connsiteX25" fmla="*/ 208311 w 453834"/>
                <a:gd name="connsiteY25" fmla="*/ 259121 h 441227"/>
                <a:gd name="connsiteX26" fmla="*/ 188644 w 453834"/>
                <a:gd name="connsiteY26" fmla="*/ 280300 h 441227"/>
                <a:gd name="connsiteX27" fmla="*/ 172130 w 453834"/>
                <a:gd name="connsiteY27" fmla="*/ 307026 h 441227"/>
                <a:gd name="connsiteX28" fmla="*/ 155615 w 453834"/>
                <a:gd name="connsiteY28" fmla="*/ 312447 h 441227"/>
                <a:gd name="connsiteX29" fmla="*/ 123469 w 453834"/>
                <a:gd name="connsiteY29" fmla="*/ 316355 h 441227"/>
                <a:gd name="connsiteX30" fmla="*/ 84263 w 453834"/>
                <a:gd name="connsiteY30" fmla="*/ 318750 h 441227"/>
                <a:gd name="connsiteX31" fmla="*/ 43418 w 453834"/>
                <a:gd name="connsiteY31" fmla="*/ 349384 h 441227"/>
                <a:gd name="connsiteX32" fmla="*/ 43418 w 453834"/>
                <a:gd name="connsiteY32" fmla="*/ 365016 h 441227"/>
                <a:gd name="connsiteX33" fmla="*/ 72413 w 453834"/>
                <a:gd name="connsiteY33" fmla="*/ 357956 h 441227"/>
                <a:gd name="connsiteX34" fmla="*/ 139101 w 453834"/>
                <a:gd name="connsiteY34" fmla="*/ 341441 h 441227"/>
                <a:gd name="connsiteX35" fmla="*/ 150069 w 453834"/>
                <a:gd name="connsiteY35" fmla="*/ 365016 h 441227"/>
                <a:gd name="connsiteX36" fmla="*/ 181459 w 453834"/>
                <a:gd name="connsiteY36" fmla="*/ 363503 h 441227"/>
                <a:gd name="connsiteX37" fmla="*/ 190914 w 453834"/>
                <a:gd name="connsiteY37" fmla="*/ 345476 h 441227"/>
                <a:gd name="connsiteX38" fmla="*/ 198730 w 453834"/>
                <a:gd name="connsiteY38" fmla="*/ 341568 h 441227"/>
                <a:gd name="connsiteX39" fmla="*/ 232516 w 453834"/>
                <a:gd name="connsiteY39" fmla="*/ 339172 h 441227"/>
                <a:gd name="connsiteX40" fmla="*/ 252056 w 453834"/>
                <a:gd name="connsiteY40" fmla="*/ 340685 h 441227"/>
                <a:gd name="connsiteX41" fmla="*/ 267814 w 453834"/>
                <a:gd name="connsiteY41" fmla="*/ 325053 h 441227"/>
                <a:gd name="connsiteX42" fmla="*/ 292901 w 453834"/>
                <a:gd name="connsiteY42" fmla="*/ 321145 h 441227"/>
                <a:gd name="connsiteX43" fmla="*/ 299960 w 453834"/>
                <a:gd name="connsiteY43" fmla="*/ 283452 h 441227"/>
                <a:gd name="connsiteX44" fmla="*/ 306263 w 453834"/>
                <a:gd name="connsiteY44" fmla="*/ 242607 h 441227"/>
                <a:gd name="connsiteX45" fmla="*/ 330594 w 453834"/>
                <a:gd name="connsiteY45" fmla="*/ 213612 h 441227"/>
                <a:gd name="connsiteX46" fmla="*/ 317987 w 453834"/>
                <a:gd name="connsiteY46" fmla="*/ 143015 h 441227"/>
                <a:gd name="connsiteX47" fmla="*/ 284454 w 453834"/>
                <a:gd name="connsiteY47" fmla="*/ 152470 h 441227"/>
                <a:gd name="connsiteX48" fmla="*/ 111871 w 453834"/>
                <a:gd name="connsiteY48" fmla="*/ 356443 h 441227"/>
                <a:gd name="connsiteX49" fmla="*/ 86784 w 453834"/>
                <a:gd name="connsiteY49" fmla="*/ 363503 h 441227"/>
                <a:gd name="connsiteX50" fmla="*/ 82876 w 453834"/>
                <a:gd name="connsiteY50" fmla="*/ 398801 h 441227"/>
                <a:gd name="connsiteX51" fmla="*/ 97752 w 453834"/>
                <a:gd name="connsiteY51" fmla="*/ 391741 h 441227"/>
                <a:gd name="connsiteX52" fmla="*/ 120570 w 453834"/>
                <a:gd name="connsiteY52" fmla="*/ 383043 h 441227"/>
                <a:gd name="connsiteX53" fmla="*/ 138597 w 453834"/>
                <a:gd name="connsiteY53" fmla="*/ 359469 h 441227"/>
                <a:gd name="connsiteX54" fmla="*/ 111871 w 453834"/>
                <a:gd name="connsiteY54" fmla="*/ 356443 h 441227"/>
                <a:gd name="connsiteX55" fmla="*/ 57663 w 453834"/>
                <a:gd name="connsiteY55" fmla="*/ 387077 h 441227"/>
                <a:gd name="connsiteX56" fmla="*/ 39636 w 453834"/>
                <a:gd name="connsiteY56" fmla="*/ 373714 h 441227"/>
                <a:gd name="connsiteX57" fmla="*/ 15305 w 453834"/>
                <a:gd name="connsiteY57" fmla="*/ 379261 h 441227"/>
                <a:gd name="connsiteX58" fmla="*/ 4337 w 453834"/>
                <a:gd name="connsiteY58" fmla="*/ 398045 h 441227"/>
                <a:gd name="connsiteX59" fmla="*/ 19213 w 453834"/>
                <a:gd name="connsiteY59" fmla="*/ 390229 h 441227"/>
                <a:gd name="connsiteX60" fmla="*/ 23121 w 453834"/>
                <a:gd name="connsiteY60" fmla="*/ 416954 h 441227"/>
                <a:gd name="connsiteX61" fmla="*/ 33332 w 453834"/>
                <a:gd name="connsiteY61" fmla="*/ 449101 h 441227"/>
                <a:gd name="connsiteX62" fmla="*/ 63210 w 453834"/>
                <a:gd name="connsiteY62" fmla="*/ 404348 h 441227"/>
                <a:gd name="connsiteX63" fmla="*/ 57663 w 453834"/>
                <a:gd name="connsiteY63" fmla="*/ 387077 h 441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453834" h="441227">
                  <a:moveTo>
                    <a:pt x="428798" y="44937"/>
                  </a:moveTo>
                  <a:cubicBezTo>
                    <a:pt x="423251" y="37877"/>
                    <a:pt x="413923" y="48845"/>
                    <a:pt x="402072" y="51240"/>
                  </a:cubicBezTo>
                  <a:cubicBezTo>
                    <a:pt x="390349" y="53635"/>
                    <a:pt x="353412" y="23001"/>
                    <a:pt x="343957" y="8882"/>
                  </a:cubicBezTo>
                  <a:cubicBezTo>
                    <a:pt x="334502" y="-5237"/>
                    <a:pt x="318870" y="6487"/>
                    <a:pt x="326686" y="16698"/>
                  </a:cubicBezTo>
                  <a:cubicBezTo>
                    <a:pt x="334502" y="26909"/>
                    <a:pt x="325047" y="30061"/>
                    <a:pt x="325047" y="44180"/>
                  </a:cubicBezTo>
                  <a:cubicBezTo>
                    <a:pt x="325047" y="58300"/>
                    <a:pt x="315592" y="58300"/>
                    <a:pt x="317231" y="67754"/>
                  </a:cubicBezTo>
                  <a:cubicBezTo>
                    <a:pt x="318744" y="77209"/>
                    <a:pt x="304624" y="75570"/>
                    <a:pt x="295170" y="77209"/>
                  </a:cubicBezTo>
                  <a:cubicBezTo>
                    <a:pt x="285715" y="78848"/>
                    <a:pt x="295926" y="88177"/>
                    <a:pt x="284958" y="92967"/>
                  </a:cubicBezTo>
                  <a:cubicBezTo>
                    <a:pt x="273991" y="97632"/>
                    <a:pt x="274747" y="105574"/>
                    <a:pt x="280294" y="108600"/>
                  </a:cubicBezTo>
                  <a:cubicBezTo>
                    <a:pt x="285841" y="111751"/>
                    <a:pt x="281933" y="121962"/>
                    <a:pt x="280294" y="129022"/>
                  </a:cubicBezTo>
                  <a:cubicBezTo>
                    <a:pt x="278655" y="136082"/>
                    <a:pt x="287354" y="130661"/>
                    <a:pt x="293657" y="123475"/>
                  </a:cubicBezTo>
                  <a:cubicBezTo>
                    <a:pt x="299960" y="116415"/>
                    <a:pt x="306516" y="126879"/>
                    <a:pt x="307776" y="120323"/>
                  </a:cubicBezTo>
                  <a:cubicBezTo>
                    <a:pt x="309415" y="112508"/>
                    <a:pt x="291262" y="108600"/>
                    <a:pt x="292018" y="100657"/>
                  </a:cubicBezTo>
                  <a:cubicBezTo>
                    <a:pt x="292774" y="92841"/>
                    <a:pt x="304624" y="103053"/>
                    <a:pt x="313953" y="98262"/>
                  </a:cubicBezTo>
                  <a:cubicBezTo>
                    <a:pt x="323408" y="93598"/>
                    <a:pt x="342192" y="97506"/>
                    <a:pt x="353916" y="107717"/>
                  </a:cubicBezTo>
                  <a:cubicBezTo>
                    <a:pt x="365640" y="117928"/>
                    <a:pt x="368792" y="114020"/>
                    <a:pt x="371187" y="101414"/>
                  </a:cubicBezTo>
                  <a:cubicBezTo>
                    <a:pt x="373582" y="88807"/>
                    <a:pt x="391610" y="83387"/>
                    <a:pt x="409637" y="83387"/>
                  </a:cubicBezTo>
                  <a:cubicBezTo>
                    <a:pt x="427664" y="83387"/>
                    <a:pt x="429303" y="74688"/>
                    <a:pt x="423756" y="70780"/>
                  </a:cubicBezTo>
                  <a:cubicBezTo>
                    <a:pt x="418335" y="66872"/>
                    <a:pt x="453633" y="44054"/>
                    <a:pt x="452751" y="37877"/>
                  </a:cubicBezTo>
                  <a:cubicBezTo>
                    <a:pt x="452373" y="31700"/>
                    <a:pt x="434345" y="51996"/>
                    <a:pt x="428798" y="44937"/>
                  </a:cubicBezTo>
                  <a:close/>
                  <a:moveTo>
                    <a:pt x="284454" y="152470"/>
                  </a:moveTo>
                  <a:cubicBezTo>
                    <a:pt x="276638" y="156378"/>
                    <a:pt x="271092" y="180709"/>
                    <a:pt x="279790" y="187768"/>
                  </a:cubicBezTo>
                  <a:cubicBezTo>
                    <a:pt x="288362" y="194828"/>
                    <a:pt x="265670" y="208191"/>
                    <a:pt x="266427" y="223066"/>
                  </a:cubicBezTo>
                  <a:cubicBezTo>
                    <a:pt x="267184" y="237942"/>
                    <a:pt x="252307" y="237942"/>
                    <a:pt x="249912" y="248910"/>
                  </a:cubicBezTo>
                  <a:cubicBezTo>
                    <a:pt x="247517" y="259878"/>
                    <a:pt x="238944" y="257608"/>
                    <a:pt x="225581" y="267694"/>
                  </a:cubicBezTo>
                  <a:cubicBezTo>
                    <a:pt x="212219" y="277905"/>
                    <a:pt x="205159" y="266055"/>
                    <a:pt x="208311" y="259121"/>
                  </a:cubicBezTo>
                  <a:cubicBezTo>
                    <a:pt x="211462" y="252061"/>
                    <a:pt x="187888" y="263029"/>
                    <a:pt x="188644" y="280300"/>
                  </a:cubicBezTo>
                  <a:cubicBezTo>
                    <a:pt x="189401" y="297571"/>
                    <a:pt x="166709" y="299084"/>
                    <a:pt x="172130" y="307026"/>
                  </a:cubicBezTo>
                  <a:cubicBezTo>
                    <a:pt x="177677" y="314842"/>
                    <a:pt x="154859" y="319632"/>
                    <a:pt x="155615" y="312447"/>
                  </a:cubicBezTo>
                  <a:cubicBezTo>
                    <a:pt x="156372" y="305387"/>
                    <a:pt x="141496" y="309295"/>
                    <a:pt x="123469" y="316355"/>
                  </a:cubicBezTo>
                  <a:cubicBezTo>
                    <a:pt x="105442" y="323414"/>
                    <a:pt x="94474" y="308538"/>
                    <a:pt x="84263" y="318750"/>
                  </a:cubicBezTo>
                  <a:cubicBezTo>
                    <a:pt x="74052" y="328961"/>
                    <a:pt x="56781" y="346988"/>
                    <a:pt x="43418" y="349384"/>
                  </a:cubicBezTo>
                  <a:cubicBezTo>
                    <a:pt x="30055" y="351779"/>
                    <a:pt x="37745" y="367915"/>
                    <a:pt x="43418" y="365016"/>
                  </a:cubicBezTo>
                  <a:cubicBezTo>
                    <a:pt x="52873" y="360225"/>
                    <a:pt x="67749" y="365016"/>
                    <a:pt x="72413" y="357956"/>
                  </a:cubicBezTo>
                  <a:cubicBezTo>
                    <a:pt x="77077" y="350896"/>
                    <a:pt x="115527" y="342324"/>
                    <a:pt x="139101" y="341441"/>
                  </a:cubicBezTo>
                  <a:cubicBezTo>
                    <a:pt x="162675" y="340685"/>
                    <a:pt x="148556" y="352409"/>
                    <a:pt x="150069" y="365016"/>
                  </a:cubicBezTo>
                  <a:cubicBezTo>
                    <a:pt x="151708" y="377622"/>
                    <a:pt x="171247" y="375227"/>
                    <a:pt x="181459" y="363503"/>
                  </a:cubicBezTo>
                  <a:cubicBezTo>
                    <a:pt x="191670" y="351779"/>
                    <a:pt x="199486" y="352535"/>
                    <a:pt x="190914" y="345476"/>
                  </a:cubicBezTo>
                  <a:cubicBezTo>
                    <a:pt x="182341" y="338416"/>
                    <a:pt x="192552" y="332113"/>
                    <a:pt x="198730" y="341568"/>
                  </a:cubicBezTo>
                  <a:cubicBezTo>
                    <a:pt x="205033" y="351023"/>
                    <a:pt x="224573" y="351779"/>
                    <a:pt x="232516" y="339172"/>
                  </a:cubicBezTo>
                  <a:cubicBezTo>
                    <a:pt x="240332" y="326566"/>
                    <a:pt x="242727" y="341568"/>
                    <a:pt x="252056" y="340685"/>
                  </a:cubicBezTo>
                  <a:cubicBezTo>
                    <a:pt x="261510" y="339929"/>
                    <a:pt x="266931" y="316355"/>
                    <a:pt x="267814" y="325053"/>
                  </a:cubicBezTo>
                  <a:cubicBezTo>
                    <a:pt x="268570" y="333625"/>
                    <a:pt x="283572" y="331356"/>
                    <a:pt x="292901" y="321145"/>
                  </a:cubicBezTo>
                  <a:cubicBezTo>
                    <a:pt x="302355" y="310934"/>
                    <a:pt x="293657" y="292907"/>
                    <a:pt x="299960" y="283452"/>
                  </a:cubicBezTo>
                  <a:cubicBezTo>
                    <a:pt x="306263" y="273997"/>
                    <a:pt x="312567" y="254457"/>
                    <a:pt x="306263" y="242607"/>
                  </a:cubicBezTo>
                  <a:cubicBezTo>
                    <a:pt x="299960" y="230883"/>
                    <a:pt x="320383" y="222940"/>
                    <a:pt x="330594" y="213612"/>
                  </a:cubicBezTo>
                  <a:cubicBezTo>
                    <a:pt x="340805" y="204157"/>
                    <a:pt x="318870" y="157134"/>
                    <a:pt x="317987" y="143015"/>
                  </a:cubicBezTo>
                  <a:cubicBezTo>
                    <a:pt x="317483" y="128896"/>
                    <a:pt x="292270" y="148562"/>
                    <a:pt x="284454" y="152470"/>
                  </a:cubicBezTo>
                  <a:close/>
                  <a:moveTo>
                    <a:pt x="111871" y="356443"/>
                  </a:moveTo>
                  <a:cubicBezTo>
                    <a:pt x="108720" y="365142"/>
                    <a:pt x="99265" y="361234"/>
                    <a:pt x="86784" y="363503"/>
                  </a:cubicBezTo>
                  <a:cubicBezTo>
                    <a:pt x="74178" y="365898"/>
                    <a:pt x="73799" y="395776"/>
                    <a:pt x="82876" y="398801"/>
                  </a:cubicBezTo>
                  <a:cubicBezTo>
                    <a:pt x="89936" y="401196"/>
                    <a:pt x="95482" y="401196"/>
                    <a:pt x="97752" y="391741"/>
                  </a:cubicBezTo>
                  <a:cubicBezTo>
                    <a:pt x="100147" y="382287"/>
                    <a:pt x="112628" y="379135"/>
                    <a:pt x="120570" y="383043"/>
                  </a:cubicBezTo>
                  <a:cubicBezTo>
                    <a:pt x="128386" y="386951"/>
                    <a:pt x="138597" y="371319"/>
                    <a:pt x="138597" y="359469"/>
                  </a:cubicBezTo>
                  <a:cubicBezTo>
                    <a:pt x="138597" y="347871"/>
                    <a:pt x="115023" y="347871"/>
                    <a:pt x="111871" y="356443"/>
                  </a:cubicBezTo>
                  <a:close/>
                  <a:moveTo>
                    <a:pt x="57663" y="387077"/>
                  </a:moveTo>
                  <a:cubicBezTo>
                    <a:pt x="57663" y="379261"/>
                    <a:pt x="40392" y="380774"/>
                    <a:pt x="39636" y="373714"/>
                  </a:cubicBezTo>
                  <a:cubicBezTo>
                    <a:pt x="38879" y="366654"/>
                    <a:pt x="27029" y="370563"/>
                    <a:pt x="15305" y="379261"/>
                  </a:cubicBezTo>
                  <a:cubicBezTo>
                    <a:pt x="3581" y="387833"/>
                    <a:pt x="-453" y="389472"/>
                    <a:pt x="4337" y="398045"/>
                  </a:cubicBezTo>
                  <a:cubicBezTo>
                    <a:pt x="9002" y="406617"/>
                    <a:pt x="16061" y="398801"/>
                    <a:pt x="19213" y="390229"/>
                  </a:cubicBezTo>
                  <a:cubicBezTo>
                    <a:pt x="22365" y="381656"/>
                    <a:pt x="30181" y="402835"/>
                    <a:pt x="23121" y="416954"/>
                  </a:cubicBezTo>
                  <a:cubicBezTo>
                    <a:pt x="16061" y="431074"/>
                    <a:pt x="24004" y="450992"/>
                    <a:pt x="33332" y="449101"/>
                  </a:cubicBezTo>
                  <a:cubicBezTo>
                    <a:pt x="41148" y="447588"/>
                    <a:pt x="51359" y="419350"/>
                    <a:pt x="63210" y="404348"/>
                  </a:cubicBezTo>
                  <a:cubicBezTo>
                    <a:pt x="75060" y="389346"/>
                    <a:pt x="57663" y="394893"/>
                    <a:pt x="57663" y="387077"/>
                  </a:cubicBezTo>
                  <a:close/>
                </a:path>
              </a:pathLst>
            </a:custGeom>
            <a:grpFill/>
            <a:ln w="1270" cap="flat">
              <a:solidFill>
                <a:schemeClr val="bg1"/>
              </a:solidFill>
              <a:prstDash val="solid"/>
              <a:miter/>
            </a:ln>
          </p:spPr>
          <p:txBody>
            <a:bodyPr rtlCol="0" anchor="ctr"/>
            <a:lstStyle/>
            <a:p>
              <a:endParaRPr lang="ko-KR" altLang="en-US"/>
            </a:p>
          </p:txBody>
        </p:sp>
        <p:sp>
          <p:nvSpPr>
            <p:cNvPr id="164" name="자유형: 도형 144">
              <a:extLst>
                <a:ext uri="{FF2B5EF4-FFF2-40B4-BE49-F238E27FC236}">
                  <a16:creationId xmlns:a16="http://schemas.microsoft.com/office/drawing/2014/main" id="{B93A94AC-4E21-1F48-B741-5D1CA3AA2066}"/>
                </a:ext>
              </a:extLst>
            </p:cNvPr>
            <p:cNvSpPr/>
            <p:nvPr/>
          </p:nvSpPr>
          <p:spPr>
            <a:xfrm>
              <a:off x="7757190" y="2990413"/>
              <a:ext cx="1588419" cy="1084159"/>
            </a:xfrm>
            <a:custGeom>
              <a:avLst/>
              <a:gdLst>
                <a:gd name="connsiteX0" fmla="*/ 1588262 w 1588419"/>
                <a:gd name="connsiteY0" fmla="*/ 197008 h 1084159"/>
                <a:gd name="connsiteX1" fmla="*/ 1567083 w 1588419"/>
                <a:gd name="connsiteY1" fmla="*/ 191461 h 1084159"/>
                <a:gd name="connsiteX2" fmla="*/ 1541240 w 1588419"/>
                <a:gd name="connsiteY2" fmla="*/ 200916 h 1084159"/>
                <a:gd name="connsiteX3" fmla="*/ 1517665 w 1588419"/>
                <a:gd name="connsiteY3" fmla="*/ 206463 h 1084159"/>
                <a:gd name="connsiteX4" fmla="*/ 1491822 w 1588419"/>
                <a:gd name="connsiteY4" fmla="*/ 196252 h 1084159"/>
                <a:gd name="connsiteX5" fmla="*/ 1486275 w 1588419"/>
                <a:gd name="connsiteY5" fmla="*/ 173560 h 1084159"/>
                <a:gd name="connsiteX6" fmla="*/ 1467492 w 1588419"/>
                <a:gd name="connsiteY6" fmla="*/ 160954 h 1084159"/>
                <a:gd name="connsiteX7" fmla="*/ 1440766 w 1588419"/>
                <a:gd name="connsiteY7" fmla="*/ 149230 h 1084159"/>
                <a:gd name="connsiteX8" fmla="*/ 1414797 w 1588419"/>
                <a:gd name="connsiteY8" fmla="*/ 139775 h 1084159"/>
                <a:gd name="connsiteX9" fmla="*/ 1404585 w 1588419"/>
                <a:gd name="connsiteY9" fmla="*/ 124899 h 1084159"/>
                <a:gd name="connsiteX10" fmla="*/ 1391222 w 1588419"/>
                <a:gd name="connsiteY10" fmla="*/ 92752 h 1084159"/>
                <a:gd name="connsiteX11" fmla="*/ 1375590 w 1588419"/>
                <a:gd name="connsiteY11" fmla="*/ 61362 h 1084159"/>
                <a:gd name="connsiteX12" fmla="*/ 1362984 w 1588419"/>
                <a:gd name="connsiteY12" fmla="*/ 37032 h 1084159"/>
                <a:gd name="connsiteX13" fmla="*/ 1345713 w 1588419"/>
                <a:gd name="connsiteY13" fmla="*/ 17365 h 1084159"/>
                <a:gd name="connsiteX14" fmla="*/ 1313566 w 1588419"/>
                <a:gd name="connsiteY14" fmla="*/ 7911 h 1084159"/>
                <a:gd name="connsiteX15" fmla="*/ 1283815 w 1588419"/>
                <a:gd name="connsiteY15" fmla="*/ 3246 h 1084159"/>
                <a:gd name="connsiteX16" fmla="*/ 1244609 w 1588419"/>
                <a:gd name="connsiteY16" fmla="*/ 6398 h 1084159"/>
                <a:gd name="connsiteX17" fmla="*/ 1210823 w 1588419"/>
                <a:gd name="connsiteY17" fmla="*/ 17365 h 1084159"/>
                <a:gd name="connsiteX18" fmla="*/ 1213219 w 1588419"/>
                <a:gd name="connsiteY18" fmla="*/ 31485 h 1084159"/>
                <a:gd name="connsiteX19" fmla="*/ 1221035 w 1588419"/>
                <a:gd name="connsiteY19" fmla="*/ 50268 h 1084159"/>
                <a:gd name="connsiteX20" fmla="*/ 1209311 w 1588419"/>
                <a:gd name="connsiteY20" fmla="*/ 63631 h 1084159"/>
                <a:gd name="connsiteX21" fmla="*/ 1192796 w 1588419"/>
                <a:gd name="connsiteY21" fmla="*/ 88718 h 1084159"/>
                <a:gd name="connsiteX22" fmla="*/ 1180190 w 1588419"/>
                <a:gd name="connsiteY22" fmla="*/ 116201 h 1084159"/>
                <a:gd name="connsiteX23" fmla="*/ 1168466 w 1588419"/>
                <a:gd name="connsiteY23" fmla="*/ 127924 h 1084159"/>
                <a:gd name="connsiteX24" fmla="*/ 1143378 w 1588419"/>
                <a:gd name="connsiteY24" fmla="*/ 141287 h 1084159"/>
                <a:gd name="connsiteX25" fmla="*/ 1117535 w 1588419"/>
                <a:gd name="connsiteY25" fmla="*/ 134228 h 1084159"/>
                <a:gd name="connsiteX26" fmla="*/ 1111610 w 1588419"/>
                <a:gd name="connsiteY26" fmla="*/ 129815 h 1084159"/>
                <a:gd name="connsiteX27" fmla="*/ 1090431 w 1588419"/>
                <a:gd name="connsiteY27" fmla="*/ 172299 h 1084159"/>
                <a:gd name="connsiteX28" fmla="*/ 1088666 w 1588419"/>
                <a:gd name="connsiteY28" fmla="*/ 185914 h 1084159"/>
                <a:gd name="connsiteX29" fmla="*/ 1085262 w 1588419"/>
                <a:gd name="connsiteY29" fmla="*/ 199656 h 1084159"/>
                <a:gd name="connsiteX30" fmla="*/ 1112619 w 1588419"/>
                <a:gd name="connsiteY30" fmla="*/ 201294 h 1084159"/>
                <a:gd name="connsiteX31" fmla="*/ 1138210 w 1588419"/>
                <a:gd name="connsiteY31" fmla="*/ 204698 h 1084159"/>
                <a:gd name="connsiteX32" fmla="*/ 1163801 w 1588419"/>
                <a:gd name="connsiteY32" fmla="*/ 201294 h 1084159"/>
                <a:gd name="connsiteX33" fmla="*/ 1197965 w 1588419"/>
                <a:gd name="connsiteY33" fmla="*/ 237223 h 1084159"/>
                <a:gd name="connsiteX34" fmla="*/ 1170609 w 1588419"/>
                <a:gd name="connsiteY34" fmla="*/ 240627 h 1084159"/>
                <a:gd name="connsiteX35" fmla="*/ 1136445 w 1588419"/>
                <a:gd name="connsiteY35" fmla="*/ 247434 h 1084159"/>
                <a:gd name="connsiteX36" fmla="*/ 1103920 w 1588419"/>
                <a:gd name="connsiteY36" fmla="*/ 261049 h 1084159"/>
                <a:gd name="connsiteX37" fmla="*/ 1079968 w 1588419"/>
                <a:gd name="connsiteY37" fmla="*/ 283237 h 1084159"/>
                <a:gd name="connsiteX38" fmla="*/ 1040636 w 1588419"/>
                <a:gd name="connsiteY38" fmla="*/ 295213 h 1084159"/>
                <a:gd name="connsiteX39" fmla="*/ 997899 w 1588419"/>
                <a:gd name="connsiteY39" fmla="*/ 298617 h 1084159"/>
                <a:gd name="connsiteX40" fmla="*/ 972182 w 1588419"/>
                <a:gd name="connsiteY40" fmla="*/ 305424 h 1084159"/>
                <a:gd name="connsiteX41" fmla="*/ 978990 w 1588419"/>
                <a:gd name="connsiteY41" fmla="*/ 336184 h 1084159"/>
                <a:gd name="connsiteX42" fmla="*/ 946465 w 1588419"/>
                <a:gd name="connsiteY42" fmla="*/ 361775 h 1084159"/>
                <a:gd name="connsiteX43" fmla="*/ 898560 w 1588419"/>
                <a:gd name="connsiteY43" fmla="*/ 382324 h 1084159"/>
                <a:gd name="connsiteX44" fmla="*/ 838679 w 1588419"/>
                <a:gd name="connsiteY44" fmla="*/ 383963 h 1084159"/>
                <a:gd name="connsiteX45" fmla="*/ 792540 w 1588419"/>
                <a:gd name="connsiteY45" fmla="*/ 407915 h 1084159"/>
                <a:gd name="connsiteX46" fmla="*/ 771991 w 1588419"/>
                <a:gd name="connsiteY46" fmla="*/ 397704 h 1084159"/>
                <a:gd name="connsiteX47" fmla="*/ 744635 w 1588419"/>
                <a:gd name="connsiteY47" fmla="*/ 390896 h 1084159"/>
                <a:gd name="connsiteX48" fmla="*/ 715514 w 1588419"/>
                <a:gd name="connsiteY48" fmla="*/ 384089 h 1084159"/>
                <a:gd name="connsiteX49" fmla="*/ 667609 w 1588419"/>
                <a:gd name="connsiteY49" fmla="*/ 373877 h 1084159"/>
                <a:gd name="connsiteX50" fmla="*/ 604325 w 1588419"/>
                <a:gd name="connsiteY50" fmla="*/ 372113 h 1084159"/>
                <a:gd name="connsiteX51" fmla="*/ 570161 w 1588419"/>
                <a:gd name="connsiteY51" fmla="*/ 368709 h 1084159"/>
                <a:gd name="connsiteX52" fmla="*/ 554781 w 1588419"/>
                <a:gd name="connsiteY52" fmla="*/ 341353 h 1084159"/>
                <a:gd name="connsiteX53" fmla="*/ 534233 w 1588419"/>
                <a:gd name="connsiteY53" fmla="*/ 319165 h 1084159"/>
                <a:gd name="connsiteX54" fmla="*/ 517087 w 1588419"/>
                <a:gd name="connsiteY54" fmla="*/ 307189 h 1084159"/>
                <a:gd name="connsiteX55" fmla="*/ 497169 w 1588419"/>
                <a:gd name="connsiteY55" fmla="*/ 295213 h 1084159"/>
                <a:gd name="connsiteX56" fmla="*/ 437414 w 1588419"/>
                <a:gd name="connsiteY56" fmla="*/ 280589 h 1084159"/>
                <a:gd name="connsiteX57" fmla="*/ 443339 w 1588419"/>
                <a:gd name="connsiteY57" fmla="*/ 258906 h 1084159"/>
                <a:gd name="connsiteX58" fmla="*/ 444978 w 1588419"/>
                <a:gd name="connsiteY58" fmla="*/ 232306 h 1084159"/>
                <a:gd name="connsiteX59" fmla="*/ 430859 w 1588419"/>
                <a:gd name="connsiteY59" fmla="*/ 212262 h 1084159"/>
                <a:gd name="connsiteX60" fmla="*/ 408041 w 1588419"/>
                <a:gd name="connsiteY60" fmla="*/ 193857 h 1084159"/>
                <a:gd name="connsiteX61" fmla="*/ 384215 w 1588419"/>
                <a:gd name="connsiteY61" fmla="*/ 180872 h 1084159"/>
                <a:gd name="connsiteX62" fmla="*/ 365179 w 1588419"/>
                <a:gd name="connsiteY62" fmla="*/ 156415 h 1084159"/>
                <a:gd name="connsiteX63" fmla="*/ 364296 w 1588419"/>
                <a:gd name="connsiteY63" fmla="*/ 153264 h 1084159"/>
                <a:gd name="connsiteX64" fmla="*/ 354211 w 1588419"/>
                <a:gd name="connsiteY64" fmla="*/ 151625 h 1084159"/>
                <a:gd name="connsiteX65" fmla="*/ 347278 w 1588419"/>
                <a:gd name="connsiteY65" fmla="*/ 147465 h 1084159"/>
                <a:gd name="connsiteX66" fmla="*/ 338075 w 1588419"/>
                <a:gd name="connsiteY66" fmla="*/ 164609 h 1084159"/>
                <a:gd name="connsiteX67" fmla="*/ 326729 w 1588419"/>
                <a:gd name="connsiteY67" fmla="*/ 179233 h 1084159"/>
                <a:gd name="connsiteX68" fmla="*/ 309332 w 1588419"/>
                <a:gd name="connsiteY68" fmla="*/ 199277 h 1084159"/>
                <a:gd name="connsiteX69" fmla="*/ 313114 w 1588419"/>
                <a:gd name="connsiteY69" fmla="*/ 220456 h 1084159"/>
                <a:gd name="connsiteX70" fmla="*/ 288153 w 1588419"/>
                <a:gd name="connsiteY70" fmla="*/ 229659 h 1084159"/>
                <a:gd name="connsiteX71" fmla="*/ 263697 w 1588419"/>
                <a:gd name="connsiteY71" fmla="*/ 227516 h 1084159"/>
                <a:gd name="connsiteX72" fmla="*/ 245796 w 1588419"/>
                <a:gd name="connsiteY72" fmla="*/ 227516 h 1084159"/>
                <a:gd name="connsiteX73" fmla="*/ 229533 w 1588419"/>
                <a:gd name="connsiteY73" fmla="*/ 278572 h 1084159"/>
                <a:gd name="connsiteX74" fmla="*/ 229533 w 1588419"/>
                <a:gd name="connsiteY74" fmla="*/ 291053 h 1084159"/>
                <a:gd name="connsiteX75" fmla="*/ 210497 w 1588419"/>
                <a:gd name="connsiteY75" fmla="*/ 286136 h 1084159"/>
                <a:gd name="connsiteX76" fmla="*/ 185536 w 1588419"/>
                <a:gd name="connsiteY76" fmla="*/ 291053 h 1084159"/>
                <a:gd name="connsiteX77" fmla="*/ 170283 w 1588419"/>
                <a:gd name="connsiteY77" fmla="*/ 301390 h 1084159"/>
                <a:gd name="connsiteX78" fmla="*/ 176208 w 1588419"/>
                <a:gd name="connsiteY78" fmla="*/ 324334 h 1084159"/>
                <a:gd name="connsiteX79" fmla="*/ 186797 w 1588419"/>
                <a:gd name="connsiteY79" fmla="*/ 353707 h 1084159"/>
                <a:gd name="connsiteX80" fmla="*/ 172677 w 1588419"/>
                <a:gd name="connsiteY80" fmla="*/ 373751 h 1084159"/>
                <a:gd name="connsiteX81" fmla="*/ 170913 w 1588419"/>
                <a:gd name="connsiteY81" fmla="*/ 390266 h 1084159"/>
                <a:gd name="connsiteX82" fmla="*/ 147339 w 1588419"/>
                <a:gd name="connsiteY82" fmla="*/ 401990 h 1084159"/>
                <a:gd name="connsiteX83" fmla="*/ 126790 w 1588419"/>
                <a:gd name="connsiteY83" fmla="*/ 413714 h 1084159"/>
                <a:gd name="connsiteX84" fmla="*/ 105611 w 1588419"/>
                <a:gd name="connsiteY84" fmla="*/ 425438 h 1084159"/>
                <a:gd name="connsiteX85" fmla="*/ 81406 w 1588419"/>
                <a:gd name="connsiteY85" fmla="*/ 432498 h 1084159"/>
                <a:gd name="connsiteX86" fmla="*/ 65522 w 1588419"/>
                <a:gd name="connsiteY86" fmla="*/ 443087 h 1084159"/>
                <a:gd name="connsiteX87" fmla="*/ 49008 w 1588419"/>
                <a:gd name="connsiteY87" fmla="*/ 437792 h 1084159"/>
                <a:gd name="connsiteX88" fmla="*/ 33124 w 1588419"/>
                <a:gd name="connsiteY88" fmla="*/ 443087 h 1084159"/>
                <a:gd name="connsiteX89" fmla="*/ 18374 w 1588419"/>
                <a:gd name="connsiteY89" fmla="*/ 452542 h 1084159"/>
                <a:gd name="connsiteX90" fmla="*/ 6650 w 1588419"/>
                <a:gd name="connsiteY90" fmla="*/ 459602 h 1084159"/>
                <a:gd name="connsiteX91" fmla="*/ 2364 w 1588419"/>
                <a:gd name="connsiteY91" fmla="*/ 472712 h 1084159"/>
                <a:gd name="connsiteX92" fmla="*/ 2364 w 1588419"/>
                <a:gd name="connsiteY92" fmla="*/ 472712 h 1084159"/>
                <a:gd name="connsiteX93" fmla="*/ 6524 w 1588419"/>
                <a:gd name="connsiteY93" fmla="*/ 495782 h 1084159"/>
                <a:gd name="connsiteX94" fmla="*/ 32745 w 1588419"/>
                <a:gd name="connsiteY94" fmla="*/ 512549 h 1084159"/>
                <a:gd name="connsiteX95" fmla="*/ 38040 w 1588419"/>
                <a:gd name="connsiteY95" fmla="*/ 548225 h 1084159"/>
                <a:gd name="connsiteX96" fmla="*/ 37284 w 1588419"/>
                <a:gd name="connsiteY96" fmla="*/ 548351 h 1084159"/>
                <a:gd name="connsiteX97" fmla="*/ 61489 w 1588419"/>
                <a:gd name="connsiteY97" fmla="*/ 568018 h 1084159"/>
                <a:gd name="connsiteX98" fmla="*/ 74977 w 1588419"/>
                <a:gd name="connsiteY98" fmla="*/ 588062 h 1084159"/>
                <a:gd name="connsiteX99" fmla="*/ 95652 w 1588419"/>
                <a:gd name="connsiteY99" fmla="*/ 599030 h 1084159"/>
                <a:gd name="connsiteX100" fmla="*/ 96661 w 1588419"/>
                <a:gd name="connsiteY100" fmla="*/ 596508 h 1084159"/>
                <a:gd name="connsiteX101" fmla="*/ 107124 w 1588419"/>
                <a:gd name="connsiteY101" fmla="*/ 595500 h 1084159"/>
                <a:gd name="connsiteX102" fmla="*/ 113175 w 1588419"/>
                <a:gd name="connsiteY102" fmla="*/ 600668 h 1084159"/>
                <a:gd name="connsiteX103" fmla="*/ 143305 w 1588419"/>
                <a:gd name="connsiteY103" fmla="*/ 583398 h 1084159"/>
                <a:gd name="connsiteX104" fmla="*/ 173938 w 1588419"/>
                <a:gd name="connsiteY104" fmla="*/ 608737 h 1084159"/>
                <a:gd name="connsiteX105" fmla="*/ 147464 w 1588419"/>
                <a:gd name="connsiteY105" fmla="*/ 640505 h 1084159"/>
                <a:gd name="connsiteX106" fmla="*/ 136119 w 1588419"/>
                <a:gd name="connsiteY106" fmla="*/ 641639 h 1084159"/>
                <a:gd name="connsiteX107" fmla="*/ 134480 w 1588419"/>
                <a:gd name="connsiteY107" fmla="*/ 651094 h 1084159"/>
                <a:gd name="connsiteX108" fmla="*/ 149103 w 1588419"/>
                <a:gd name="connsiteY108" fmla="*/ 674164 h 1084159"/>
                <a:gd name="connsiteX109" fmla="*/ 133345 w 1588419"/>
                <a:gd name="connsiteY109" fmla="*/ 683619 h 1084159"/>
                <a:gd name="connsiteX110" fmla="*/ 127042 w 1588419"/>
                <a:gd name="connsiteY110" fmla="*/ 695091 h 1084159"/>
                <a:gd name="connsiteX111" fmla="*/ 136497 w 1588419"/>
                <a:gd name="connsiteY111" fmla="*/ 716018 h 1084159"/>
                <a:gd name="connsiteX112" fmla="*/ 158558 w 1588419"/>
                <a:gd name="connsiteY112" fmla="*/ 731776 h 1084159"/>
                <a:gd name="connsiteX113" fmla="*/ 174316 w 1588419"/>
                <a:gd name="connsiteY113" fmla="*/ 745391 h 1084159"/>
                <a:gd name="connsiteX114" fmla="*/ 185789 w 1588419"/>
                <a:gd name="connsiteY114" fmla="*/ 756989 h 1084159"/>
                <a:gd name="connsiteX115" fmla="*/ 185284 w 1588419"/>
                <a:gd name="connsiteY115" fmla="*/ 758628 h 1084159"/>
                <a:gd name="connsiteX116" fmla="*/ 201547 w 1588419"/>
                <a:gd name="connsiteY116" fmla="*/ 753585 h 1084159"/>
                <a:gd name="connsiteX117" fmla="*/ 222726 w 1588419"/>
                <a:gd name="connsiteY117" fmla="*/ 757745 h 1084159"/>
                <a:gd name="connsiteX118" fmla="*/ 276807 w 1588419"/>
                <a:gd name="connsiteY118" fmla="*/ 797204 h 1084159"/>
                <a:gd name="connsiteX119" fmla="*/ 327990 w 1588419"/>
                <a:gd name="connsiteY119" fmla="*/ 817752 h 1084159"/>
                <a:gd name="connsiteX120" fmla="*/ 362657 w 1588419"/>
                <a:gd name="connsiteY120" fmla="*/ 824182 h 1084159"/>
                <a:gd name="connsiteX121" fmla="*/ 368709 w 1588419"/>
                <a:gd name="connsiteY121" fmla="*/ 824308 h 1084159"/>
                <a:gd name="connsiteX122" fmla="*/ 377408 w 1588419"/>
                <a:gd name="connsiteY122" fmla="*/ 817752 h 1084159"/>
                <a:gd name="connsiteX123" fmla="*/ 385728 w 1588419"/>
                <a:gd name="connsiteY123" fmla="*/ 831367 h 1084159"/>
                <a:gd name="connsiteX124" fmla="*/ 387240 w 1588419"/>
                <a:gd name="connsiteY124" fmla="*/ 843092 h 1084159"/>
                <a:gd name="connsiteX125" fmla="*/ 393166 w 1588419"/>
                <a:gd name="connsiteY125" fmla="*/ 831872 h 1084159"/>
                <a:gd name="connsiteX126" fmla="*/ 412075 w 1588419"/>
                <a:gd name="connsiteY126" fmla="*/ 815357 h 1084159"/>
                <a:gd name="connsiteX127" fmla="*/ 433884 w 1588419"/>
                <a:gd name="connsiteY127" fmla="*/ 818887 h 1084159"/>
                <a:gd name="connsiteX128" fmla="*/ 464518 w 1588419"/>
                <a:gd name="connsiteY128" fmla="*/ 827207 h 1084159"/>
                <a:gd name="connsiteX129" fmla="*/ 473847 w 1588419"/>
                <a:gd name="connsiteY129" fmla="*/ 824056 h 1084159"/>
                <a:gd name="connsiteX130" fmla="*/ 486453 w 1588419"/>
                <a:gd name="connsiteY130" fmla="*/ 812584 h 1084159"/>
                <a:gd name="connsiteX131" fmla="*/ 496917 w 1588419"/>
                <a:gd name="connsiteY131" fmla="*/ 802120 h 1084159"/>
                <a:gd name="connsiteX132" fmla="*/ 519987 w 1588419"/>
                <a:gd name="connsiteY132" fmla="*/ 787497 h 1084159"/>
                <a:gd name="connsiteX133" fmla="*/ 551377 w 1588419"/>
                <a:gd name="connsiteY133" fmla="*/ 786488 h 1084159"/>
                <a:gd name="connsiteX134" fmla="*/ 564992 w 1588419"/>
                <a:gd name="connsiteY134" fmla="*/ 784345 h 1084159"/>
                <a:gd name="connsiteX135" fmla="*/ 575455 w 1588419"/>
                <a:gd name="connsiteY135" fmla="*/ 802120 h 1084159"/>
                <a:gd name="connsiteX136" fmla="*/ 590709 w 1588419"/>
                <a:gd name="connsiteY136" fmla="*/ 810441 h 1084159"/>
                <a:gd name="connsiteX137" fmla="*/ 595248 w 1588419"/>
                <a:gd name="connsiteY137" fmla="*/ 807793 h 1084159"/>
                <a:gd name="connsiteX138" fmla="*/ 612897 w 1588419"/>
                <a:gd name="connsiteY138" fmla="*/ 815483 h 1084159"/>
                <a:gd name="connsiteX139" fmla="*/ 618822 w 1588419"/>
                <a:gd name="connsiteY139" fmla="*/ 830233 h 1084159"/>
                <a:gd name="connsiteX140" fmla="*/ 629411 w 1588419"/>
                <a:gd name="connsiteY140" fmla="*/ 843218 h 1084159"/>
                <a:gd name="connsiteX141" fmla="*/ 622982 w 1588419"/>
                <a:gd name="connsiteY141" fmla="*/ 882046 h 1084159"/>
                <a:gd name="connsiteX142" fmla="*/ 601173 w 1588419"/>
                <a:gd name="connsiteY142" fmla="*/ 919109 h 1084159"/>
                <a:gd name="connsiteX143" fmla="*/ 605837 w 1588419"/>
                <a:gd name="connsiteY143" fmla="*/ 932093 h 1084159"/>
                <a:gd name="connsiteX144" fmla="*/ 629915 w 1588419"/>
                <a:gd name="connsiteY144" fmla="*/ 936758 h 1084159"/>
                <a:gd name="connsiteX145" fmla="*/ 638110 w 1588419"/>
                <a:gd name="connsiteY145" fmla="*/ 958567 h 1084159"/>
                <a:gd name="connsiteX146" fmla="*/ 648069 w 1588419"/>
                <a:gd name="connsiteY146" fmla="*/ 970291 h 1084159"/>
                <a:gd name="connsiteX147" fmla="*/ 648069 w 1588419"/>
                <a:gd name="connsiteY147" fmla="*/ 987940 h 1084159"/>
                <a:gd name="connsiteX148" fmla="*/ 662818 w 1588419"/>
                <a:gd name="connsiteY148" fmla="*/ 995000 h 1084159"/>
                <a:gd name="connsiteX149" fmla="*/ 679333 w 1588419"/>
                <a:gd name="connsiteY149" fmla="*/ 1003824 h 1084159"/>
                <a:gd name="connsiteX150" fmla="*/ 691309 w 1588419"/>
                <a:gd name="connsiteY150" fmla="*/ 1001303 h 1084159"/>
                <a:gd name="connsiteX151" fmla="*/ 704420 w 1588419"/>
                <a:gd name="connsiteY151" fmla="*/ 1013784 h 1084159"/>
                <a:gd name="connsiteX152" fmla="*/ 705428 w 1588419"/>
                <a:gd name="connsiteY152" fmla="*/ 992857 h 1084159"/>
                <a:gd name="connsiteX153" fmla="*/ 709589 w 1588419"/>
                <a:gd name="connsiteY153" fmla="*/ 979242 h 1084159"/>
                <a:gd name="connsiteX154" fmla="*/ 727363 w 1588419"/>
                <a:gd name="connsiteY154" fmla="*/ 972938 h 1084159"/>
                <a:gd name="connsiteX155" fmla="*/ 747282 w 1588419"/>
                <a:gd name="connsiteY155" fmla="*/ 970795 h 1084159"/>
                <a:gd name="connsiteX156" fmla="*/ 770352 w 1588419"/>
                <a:gd name="connsiteY156" fmla="*/ 970795 h 1084159"/>
                <a:gd name="connsiteX157" fmla="*/ 788127 w 1588419"/>
                <a:gd name="connsiteY157" fmla="*/ 967644 h 1084159"/>
                <a:gd name="connsiteX158" fmla="*/ 809054 w 1588419"/>
                <a:gd name="connsiteY158" fmla="*/ 954029 h 1084159"/>
                <a:gd name="connsiteX159" fmla="*/ 830989 w 1588419"/>
                <a:gd name="connsiteY159" fmla="*/ 965501 h 1084159"/>
                <a:gd name="connsiteX160" fmla="*/ 838301 w 1588419"/>
                <a:gd name="connsiteY160" fmla="*/ 981259 h 1084159"/>
                <a:gd name="connsiteX161" fmla="*/ 864522 w 1588419"/>
                <a:gd name="connsiteY161" fmla="*/ 1001177 h 1084159"/>
                <a:gd name="connsiteX162" fmla="*/ 869944 w 1588419"/>
                <a:gd name="connsiteY162" fmla="*/ 1005589 h 1084159"/>
                <a:gd name="connsiteX163" fmla="*/ 886206 w 1588419"/>
                <a:gd name="connsiteY163" fmla="*/ 1001303 h 1084159"/>
                <a:gd name="connsiteX164" fmla="*/ 900703 w 1588419"/>
                <a:gd name="connsiteY164" fmla="*/ 1002059 h 1084159"/>
                <a:gd name="connsiteX165" fmla="*/ 915957 w 1588419"/>
                <a:gd name="connsiteY165" fmla="*/ 1002059 h 1084159"/>
                <a:gd name="connsiteX166" fmla="*/ 923017 w 1588419"/>
                <a:gd name="connsiteY166" fmla="*/ 1013027 h 1084159"/>
                <a:gd name="connsiteX167" fmla="*/ 928942 w 1588419"/>
                <a:gd name="connsiteY167" fmla="*/ 1036097 h 1084159"/>
                <a:gd name="connsiteX168" fmla="*/ 936002 w 1588419"/>
                <a:gd name="connsiteY168" fmla="*/ 1024751 h 1084159"/>
                <a:gd name="connsiteX169" fmla="*/ 973316 w 1588419"/>
                <a:gd name="connsiteY169" fmla="*/ 1002438 h 1084159"/>
                <a:gd name="connsiteX170" fmla="*/ 1025130 w 1588419"/>
                <a:gd name="connsiteY170" fmla="*/ 972182 h 1084159"/>
                <a:gd name="connsiteX171" fmla="*/ 1050973 w 1588419"/>
                <a:gd name="connsiteY171" fmla="*/ 972938 h 1084159"/>
                <a:gd name="connsiteX172" fmla="*/ 1096861 w 1588419"/>
                <a:gd name="connsiteY172" fmla="*/ 965501 h 1084159"/>
                <a:gd name="connsiteX173" fmla="*/ 1112619 w 1588419"/>
                <a:gd name="connsiteY173" fmla="*/ 951760 h 1084159"/>
                <a:gd name="connsiteX174" fmla="*/ 1128377 w 1588419"/>
                <a:gd name="connsiteY174" fmla="*/ 939153 h 1084159"/>
                <a:gd name="connsiteX175" fmla="*/ 1143631 w 1588419"/>
                <a:gd name="connsiteY175" fmla="*/ 923017 h 1084159"/>
                <a:gd name="connsiteX176" fmla="*/ 1161658 w 1588419"/>
                <a:gd name="connsiteY176" fmla="*/ 911671 h 1084159"/>
                <a:gd name="connsiteX177" fmla="*/ 1175021 w 1588419"/>
                <a:gd name="connsiteY177" fmla="*/ 898686 h 1084159"/>
                <a:gd name="connsiteX178" fmla="*/ 1186367 w 1588419"/>
                <a:gd name="connsiteY178" fmla="*/ 888853 h 1084159"/>
                <a:gd name="connsiteX179" fmla="*/ 1189896 w 1588419"/>
                <a:gd name="connsiteY179" fmla="*/ 868431 h 1084159"/>
                <a:gd name="connsiteX180" fmla="*/ 1186367 w 1588419"/>
                <a:gd name="connsiteY180" fmla="*/ 855446 h 1084159"/>
                <a:gd name="connsiteX181" fmla="*/ 1204773 w 1588419"/>
                <a:gd name="connsiteY181" fmla="*/ 846873 h 1084159"/>
                <a:gd name="connsiteX182" fmla="*/ 1217000 w 1588419"/>
                <a:gd name="connsiteY182" fmla="*/ 828468 h 1084159"/>
                <a:gd name="connsiteX183" fmla="*/ 1234271 w 1588419"/>
                <a:gd name="connsiteY183" fmla="*/ 812332 h 1084159"/>
                <a:gd name="connsiteX184" fmla="*/ 1239818 w 1588419"/>
                <a:gd name="connsiteY184" fmla="*/ 790774 h 1084159"/>
                <a:gd name="connsiteX185" fmla="*/ 1244105 w 1588419"/>
                <a:gd name="connsiteY185" fmla="*/ 780563 h 1084159"/>
                <a:gd name="connsiteX186" fmla="*/ 1255450 w 1588419"/>
                <a:gd name="connsiteY186" fmla="*/ 764553 h 1084159"/>
                <a:gd name="connsiteX187" fmla="*/ 1244483 w 1588419"/>
                <a:gd name="connsiteY187" fmla="*/ 761401 h 1084159"/>
                <a:gd name="connsiteX188" fmla="*/ 1229229 w 1588419"/>
                <a:gd name="connsiteY188" fmla="*/ 755854 h 1084159"/>
                <a:gd name="connsiteX189" fmla="*/ 1219774 w 1588419"/>
                <a:gd name="connsiteY189" fmla="*/ 750434 h 1084159"/>
                <a:gd name="connsiteX190" fmla="*/ 1247634 w 1588419"/>
                <a:gd name="connsiteY190" fmla="*/ 736693 h 1084159"/>
                <a:gd name="connsiteX191" fmla="*/ 1231498 w 1588419"/>
                <a:gd name="connsiteY191" fmla="*/ 722195 h 1084159"/>
                <a:gd name="connsiteX192" fmla="*/ 1207924 w 1588419"/>
                <a:gd name="connsiteY192" fmla="*/ 704924 h 1084159"/>
                <a:gd name="connsiteX193" fmla="*/ 1222800 w 1588419"/>
                <a:gd name="connsiteY193" fmla="*/ 704168 h 1084159"/>
                <a:gd name="connsiteX194" fmla="*/ 1246374 w 1588419"/>
                <a:gd name="connsiteY194" fmla="*/ 708832 h 1084159"/>
                <a:gd name="connsiteX195" fmla="*/ 1224060 w 1588419"/>
                <a:gd name="connsiteY195" fmla="*/ 683745 h 1084159"/>
                <a:gd name="connsiteX196" fmla="*/ 1219396 w 1588419"/>
                <a:gd name="connsiteY196" fmla="*/ 667609 h 1084159"/>
                <a:gd name="connsiteX197" fmla="*/ 1202503 w 1588419"/>
                <a:gd name="connsiteY197" fmla="*/ 635462 h 1084159"/>
                <a:gd name="connsiteX198" fmla="*/ 1178929 w 1588419"/>
                <a:gd name="connsiteY198" fmla="*/ 618948 h 1084159"/>
                <a:gd name="connsiteX199" fmla="*/ 1191535 w 1588419"/>
                <a:gd name="connsiteY199" fmla="*/ 594239 h 1084159"/>
                <a:gd name="connsiteX200" fmla="*/ 1204142 w 1588419"/>
                <a:gd name="connsiteY200" fmla="*/ 580120 h 1084159"/>
                <a:gd name="connsiteX201" fmla="*/ 1218639 w 1588419"/>
                <a:gd name="connsiteY201" fmla="*/ 569908 h 1084159"/>
                <a:gd name="connsiteX202" fmla="*/ 1234775 w 1588419"/>
                <a:gd name="connsiteY202" fmla="*/ 561714 h 1084159"/>
                <a:gd name="connsiteX203" fmla="*/ 1265031 w 1588419"/>
                <a:gd name="connsiteY203" fmla="*/ 552764 h 1084159"/>
                <a:gd name="connsiteX204" fmla="*/ 1249777 w 1588419"/>
                <a:gd name="connsiteY204" fmla="*/ 535871 h 1084159"/>
                <a:gd name="connsiteX205" fmla="*/ 1223934 w 1588419"/>
                <a:gd name="connsiteY205" fmla="*/ 525282 h 1084159"/>
                <a:gd name="connsiteX206" fmla="*/ 1188636 w 1588419"/>
                <a:gd name="connsiteY206" fmla="*/ 548477 h 1084159"/>
                <a:gd name="connsiteX207" fmla="*/ 1172121 w 1588419"/>
                <a:gd name="connsiteY207" fmla="*/ 527299 h 1084159"/>
                <a:gd name="connsiteX208" fmla="*/ 1144639 w 1588419"/>
                <a:gd name="connsiteY208" fmla="*/ 517844 h 1084159"/>
                <a:gd name="connsiteX209" fmla="*/ 1144261 w 1588419"/>
                <a:gd name="connsiteY209" fmla="*/ 484941 h 1084159"/>
                <a:gd name="connsiteX210" fmla="*/ 1177164 w 1588419"/>
                <a:gd name="connsiteY210" fmla="*/ 475108 h 1084159"/>
                <a:gd name="connsiteX211" fmla="*/ 1208176 w 1588419"/>
                <a:gd name="connsiteY211" fmla="*/ 453550 h 1084159"/>
                <a:gd name="connsiteX212" fmla="*/ 1253307 w 1588419"/>
                <a:gd name="connsiteY212" fmla="*/ 435901 h 1084159"/>
                <a:gd name="connsiteX213" fmla="*/ 1235280 w 1588419"/>
                <a:gd name="connsiteY213" fmla="*/ 471956 h 1084159"/>
                <a:gd name="connsiteX214" fmla="*/ 1231372 w 1588419"/>
                <a:gd name="connsiteY214" fmla="*/ 492379 h 1084159"/>
                <a:gd name="connsiteX215" fmla="*/ 1249777 w 1588419"/>
                <a:gd name="connsiteY215" fmla="*/ 492000 h 1084159"/>
                <a:gd name="connsiteX216" fmla="*/ 1298817 w 1588419"/>
                <a:gd name="connsiteY216" fmla="*/ 464518 h 1084159"/>
                <a:gd name="connsiteX217" fmla="*/ 1311549 w 1588419"/>
                <a:gd name="connsiteY217" fmla="*/ 462879 h 1084159"/>
                <a:gd name="connsiteX218" fmla="*/ 1318987 w 1588419"/>
                <a:gd name="connsiteY218" fmla="*/ 451155 h 1084159"/>
                <a:gd name="connsiteX219" fmla="*/ 1368531 w 1588419"/>
                <a:gd name="connsiteY219" fmla="*/ 423799 h 1084159"/>
                <a:gd name="connsiteX220" fmla="*/ 1385676 w 1588419"/>
                <a:gd name="connsiteY220" fmla="*/ 405016 h 1084159"/>
                <a:gd name="connsiteX221" fmla="*/ 1402820 w 1588419"/>
                <a:gd name="connsiteY221" fmla="*/ 411823 h 1084159"/>
                <a:gd name="connsiteX222" fmla="*/ 1419965 w 1588419"/>
                <a:gd name="connsiteY222" fmla="*/ 406654 h 1084159"/>
                <a:gd name="connsiteX223" fmla="*/ 1430176 w 1588419"/>
                <a:gd name="connsiteY223" fmla="*/ 396317 h 1084159"/>
                <a:gd name="connsiteX224" fmla="*/ 1448960 w 1588419"/>
                <a:gd name="connsiteY224" fmla="*/ 382702 h 1084159"/>
                <a:gd name="connsiteX225" fmla="*/ 1464340 w 1588419"/>
                <a:gd name="connsiteY225" fmla="*/ 362153 h 1084159"/>
                <a:gd name="connsiteX226" fmla="*/ 1486528 w 1588419"/>
                <a:gd name="connsiteY226" fmla="*/ 370726 h 1084159"/>
                <a:gd name="connsiteX227" fmla="*/ 1493840 w 1588419"/>
                <a:gd name="connsiteY227" fmla="*/ 371734 h 1084159"/>
                <a:gd name="connsiteX228" fmla="*/ 1500269 w 1588419"/>
                <a:gd name="connsiteY228" fmla="*/ 366818 h 1084159"/>
                <a:gd name="connsiteX229" fmla="*/ 1498378 w 1588419"/>
                <a:gd name="connsiteY229" fmla="*/ 341479 h 1084159"/>
                <a:gd name="connsiteX230" fmla="*/ 1496739 w 1588419"/>
                <a:gd name="connsiteY230" fmla="*/ 319543 h 1084159"/>
                <a:gd name="connsiteX231" fmla="*/ 1500647 w 1588419"/>
                <a:gd name="connsiteY231" fmla="*/ 300760 h 1084159"/>
                <a:gd name="connsiteX232" fmla="*/ 1522582 w 1588419"/>
                <a:gd name="connsiteY232" fmla="*/ 290548 h 1084159"/>
                <a:gd name="connsiteX233" fmla="*/ 1546156 w 1588419"/>
                <a:gd name="connsiteY233" fmla="*/ 290548 h 1084159"/>
                <a:gd name="connsiteX234" fmla="*/ 1558763 w 1588419"/>
                <a:gd name="connsiteY234" fmla="*/ 273277 h 1084159"/>
                <a:gd name="connsiteX235" fmla="*/ 1574521 w 1588419"/>
                <a:gd name="connsiteY235" fmla="*/ 252855 h 1084159"/>
                <a:gd name="connsiteX236" fmla="*/ 1588640 w 1588419"/>
                <a:gd name="connsiteY236" fmla="*/ 219070 h 1084159"/>
                <a:gd name="connsiteX237" fmla="*/ 1588262 w 1588419"/>
                <a:gd name="connsiteY237" fmla="*/ 197008 h 1084159"/>
                <a:gd name="connsiteX238" fmla="*/ 1203764 w 1588419"/>
                <a:gd name="connsiteY238" fmla="*/ 940035 h 1084159"/>
                <a:gd name="connsiteX239" fmla="*/ 1217883 w 1588419"/>
                <a:gd name="connsiteY239" fmla="*/ 985545 h 1084159"/>
                <a:gd name="connsiteX240" fmla="*/ 1250786 w 1588419"/>
                <a:gd name="connsiteY240" fmla="*/ 903098 h 1084159"/>
                <a:gd name="connsiteX241" fmla="*/ 1203764 w 1588419"/>
                <a:gd name="connsiteY241" fmla="*/ 940035 h 1084159"/>
                <a:gd name="connsiteX242" fmla="*/ 923647 w 1588419"/>
                <a:gd name="connsiteY242" fmla="*/ 1046686 h 1084159"/>
                <a:gd name="connsiteX243" fmla="*/ 897804 w 1588419"/>
                <a:gd name="connsiteY243" fmla="*/ 1082741 h 1084159"/>
                <a:gd name="connsiteX244" fmla="*/ 942557 w 1588419"/>
                <a:gd name="connsiteY244" fmla="*/ 1080346 h 1084159"/>
                <a:gd name="connsiteX245" fmla="*/ 956676 w 1588419"/>
                <a:gd name="connsiteY245" fmla="*/ 1048956 h 1084159"/>
                <a:gd name="connsiteX246" fmla="*/ 923647 w 1588419"/>
                <a:gd name="connsiteY246" fmla="*/ 1046686 h 1084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Lst>
              <a:rect l="l" t="t" r="r" b="b"/>
              <a:pathLst>
                <a:path w="1588419" h="1084159">
                  <a:moveTo>
                    <a:pt x="1588262" y="197008"/>
                  </a:moveTo>
                  <a:cubicBezTo>
                    <a:pt x="1589018" y="182889"/>
                    <a:pt x="1572504" y="187553"/>
                    <a:pt x="1567083" y="191461"/>
                  </a:cubicBezTo>
                  <a:cubicBezTo>
                    <a:pt x="1561536" y="195369"/>
                    <a:pt x="1545904" y="191461"/>
                    <a:pt x="1541240" y="200916"/>
                  </a:cubicBezTo>
                  <a:cubicBezTo>
                    <a:pt x="1536575" y="210371"/>
                    <a:pt x="1528634" y="204824"/>
                    <a:pt x="1517665" y="206463"/>
                  </a:cubicBezTo>
                  <a:cubicBezTo>
                    <a:pt x="1506698" y="207976"/>
                    <a:pt x="1490940" y="203312"/>
                    <a:pt x="1491822" y="196252"/>
                  </a:cubicBezTo>
                  <a:cubicBezTo>
                    <a:pt x="1492578" y="189192"/>
                    <a:pt x="1485519" y="182132"/>
                    <a:pt x="1486275" y="173560"/>
                  </a:cubicBezTo>
                  <a:cubicBezTo>
                    <a:pt x="1487032" y="164862"/>
                    <a:pt x="1475308" y="168770"/>
                    <a:pt x="1467492" y="160954"/>
                  </a:cubicBezTo>
                  <a:cubicBezTo>
                    <a:pt x="1459676" y="153137"/>
                    <a:pt x="1443918" y="147591"/>
                    <a:pt x="1440766" y="149230"/>
                  </a:cubicBezTo>
                  <a:cubicBezTo>
                    <a:pt x="1437614" y="150868"/>
                    <a:pt x="1428159" y="140657"/>
                    <a:pt x="1414797" y="139775"/>
                  </a:cubicBezTo>
                  <a:cubicBezTo>
                    <a:pt x="1401434" y="139018"/>
                    <a:pt x="1403073" y="130320"/>
                    <a:pt x="1404585" y="124899"/>
                  </a:cubicBezTo>
                  <a:cubicBezTo>
                    <a:pt x="1406098" y="119478"/>
                    <a:pt x="1393618" y="102207"/>
                    <a:pt x="1391222" y="92752"/>
                  </a:cubicBezTo>
                  <a:cubicBezTo>
                    <a:pt x="1388827" y="83298"/>
                    <a:pt x="1379498" y="81785"/>
                    <a:pt x="1375590" y="61362"/>
                  </a:cubicBezTo>
                  <a:cubicBezTo>
                    <a:pt x="1371682" y="40940"/>
                    <a:pt x="1360715" y="46486"/>
                    <a:pt x="1362984" y="37032"/>
                  </a:cubicBezTo>
                  <a:cubicBezTo>
                    <a:pt x="1365379" y="27577"/>
                    <a:pt x="1349621" y="22912"/>
                    <a:pt x="1345713" y="17365"/>
                  </a:cubicBezTo>
                  <a:cubicBezTo>
                    <a:pt x="1341805" y="11819"/>
                    <a:pt x="1325291" y="14214"/>
                    <a:pt x="1313566" y="7911"/>
                  </a:cubicBezTo>
                  <a:cubicBezTo>
                    <a:pt x="1301842" y="1607"/>
                    <a:pt x="1294782" y="6398"/>
                    <a:pt x="1283815" y="3246"/>
                  </a:cubicBezTo>
                  <a:cubicBezTo>
                    <a:pt x="1272847" y="95"/>
                    <a:pt x="1247760" y="6398"/>
                    <a:pt x="1244609" y="6398"/>
                  </a:cubicBezTo>
                  <a:cubicBezTo>
                    <a:pt x="1241457" y="6398"/>
                    <a:pt x="1221791" y="2490"/>
                    <a:pt x="1210823" y="17365"/>
                  </a:cubicBezTo>
                  <a:cubicBezTo>
                    <a:pt x="1199856" y="32241"/>
                    <a:pt x="1208428" y="31485"/>
                    <a:pt x="1213219" y="31485"/>
                  </a:cubicBezTo>
                  <a:cubicBezTo>
                    <a:pt x="1217883" y="31485"/>
                    <a:pt x="1220278" y="45604"/>
                    <a:pt x="1221035" y="50268"/>
                  </a:cubicBezTo>
                  <a:cubicBezTo>
                    <a:pt x="1221791" y="54933"/>
                    <a:pt x="1213219" y="61993"/>
                    <a:pt x="1209311" y="63631"/>
                  </a:cubicBezTo>
                  <a:cubicBezTo>
                    <a:pt x="1205403" y="65270"/>
                    <a:pt x="1194435" y="82415"/>
                    <a:pt x="1192796" y="88718"/>
                  </a:cubicBezTo>
                  <a:cubicBezTo>
                    <a:pt x="1191283" y="95022"/>
                    <a:pt x="1178677" y="110654"/>
                    <a:pt x="1180190" y="116201"/>
                  </a:cubicBezTo>
                  <a:cubicBezTo>
                    <a:pt x="1181702" y="121747"/>
                    <a:pt x="1173886" y="127168"/>
                    <a:pt x="1168466" y="127924"/>
                  </a:cubicBezTo>
                  <a:cubicBezTo>
                    <a:pt x="1162919" y="128681"/>
                    <a:pt x="1148043" y="139649"/>
                    <a:pt x="1143378" y="141287"/>
                  </a:cubicBezTo>
                  <a:cubicBezTo>
                    <a:pt x="1138588" y="142926"/>
                    <a:pt x="1119804" y="139775"/>
                    <a:pt x="1117535" y="134228"/>
                  </a:cubicBezTo>
                  <a:cubicBezTo>
                    <a:pt x="1116779" y="132463"/>
                    <a:pt x="1114510" y="130950"/>
                    <a:pt x="1111610" y="129815"/>
                  </a:cubicBezTo>
                  <a:lnTo>
                    <a:pt x="1090431" y="172299"/>
                  </a:lnTo>
                  <a:lnTo>
                    <a:pt x="1088666" y="185914"/>
                  </a:lnTo>
                  <a:cubicBezTo>
                    <a:pt x="1088666" y="185914"/>
                    <a:pt x="1075051" y="189318"/>
                    <a:pt x="1085262" y="199656"/>
                  </a:cubicBezTo>
                  <a:cubicBezTo>
                    <a:pt x="1095474" y="209867"/>
                    <a:pt x="1097239" y="201294"/>
                    <a:pt x="1112619" y="201294"/>
                  </a:cubicBezTo>
                  <a:cubicBezTo>
                    <a:pt x="1127999" y="201294"/>
                    <a:pt x="1134806" y="213271"/>
                    <a:pt x="1138210" y="204698"/>
                  </a:cubicBezTo>
                  <a:cubicBezTo>
                    <a:pt x="1141614" y="196126"/>
                    <a:pt x="1155228" y="191083"/>
                    <a:pt x="1163801" y="201294"/>
                  </a:cubicBezTo>
                  <a:cubicBezTo>
                    <a:pt x="1172374" y="211506"/>
                    <a:pt x="1199730" y="228651"/>
                    <a:pt x="1197965" y="237223"/>
                  </a:cubicBezTo>
                  <a:cubicBezTo>
                    <a:pt x="1196199" y="245795"/>
                    <a:pt x="1180820" y="244030"/>
                    <a:pt x="1170609" y="240627"/>
                  </a:cubicBezTo>
                  <a:cubicBezTo>
                    <a:pt x="1160397" y="237223"/>
                    <a:pt x="1146656" y="247434"/>
                    <a:pt x="1136445" y="247434"/>
                  </a:cubicBezTo>
                  <a:cubicBezTo>
                    <a:pt x="1126233" y="247434"/>
                    <a:pt x="1114257" y="250838"/>
                    <a:pt x="1103920" y="261049"/>
                  </a:cubicBezTo>
                  <a:cubicBezTo>
                    <a:pt x="1093709" y="271261"/>
                    <a:pt x="1095347" y="281598"/>
                    <a:pt x="1079968" y="283237"/>
                  </a:cubicBezTo>
                  <a:cubicBezTo>
                    <a:pt x="1064587" y="285002"/>
                    <a:pt x="1057780" y="283237"/>
                    <a:pt x="1040636" y="295213"/>
                  </a:cubicBezTo>
                  <a:cubicBezTo>
                    <a:pt x="1023491" y="307189"/>
                    <a:pt x="1004707" y="302020"/>
                    <a:pt x="997899" y="298617"/>
                  </a:cubicBezTo>
                  <a:cubicBezTo>
                    <a:pt x="991092" y="295213"/>
                    <a:pt x="979116" y="293448"/>
                    <a:pt x="972182" y="305424"/>
                  </a:cubicBezTo>
                  <a:cubicBezTo>
                    <a:pt x="965374" y="317400"/>
                    <a:pt x="980755" y="322569"/>
                    <a:pt x="978990" y="336184"/>
                  </a:cubicBezTo>
                  <a:cubicBezTo>
                    <a:pt x="977224" y="349799"/>
                    <a:pt x="960206" y="346395"/>
                    <a:pt x="946465" y="361775"/>
                  </a:cubicBezTo>
                  <a:cubicBezTo>
                    <a:pt x="932724" y="377155"/>
                    <a:pt x="910536" y="383963"/>
                    <a:pt x="898560" y="382324"/>
                  </a:cubicBezTo>
                  <a:cubicBezTo>
                    <a:pt x="886584" y="380559"/>
                    <a:pt x="860993" y="373751"/>
                    <a:pt x="838679" y="383963"/>
                  </a:cubicBezTo>
                  <a:cubicBezTo>
                    <a:pt x="816492" y="394174"/>
                    <a:pt x="801112" y="409680"/>
                    <a:pt x="792540" y="407915"/>
                  </a:cubicBezTo>
                  <a:cubicBezTo>
                    <a:pt x="783967" y="406150"/>
                    <a:pt x="783967" y="395939"/>
                    <a:pt x="771991" y="397704"/>
                  </a:cubicBezTo>
                  <a:cubicBezTo>
                    <a:pt x="760015" y="399469"/>
                    <a:pt x="753207" y="395939"/>
                    <a:pt x="744635" y="390896"/>
                  </a:cubicBezTo>
                  <a:cubicBezTo>
                    <a:pt x="736062" y="385727"/>
                    <a:pt x="729255" y="394300"/>
                    <a:pt x="715514" y="384089"/>
                  </a:cubicBezTo>
                  <a:cubicBezTo>
                    <a:pt x="701773" y="373877"/>
                    <a:pt x="677946" y="375516"/>
                    <a:pt x="667609" y="373877"/>
                  </a:cubicBezTo>
                  <a:cubicBezTo>
                    <a:pt x="657398" y="372113"/>
                    <a:pt x="618065" y="373877"/>
                    <a:pt x="604325" y="372113"/>
                  </a:cubicBezTo>
                  <a:cubicBezTo>
                    <a:pt x="590709" y="370348"/>
                    <a:pt x="571800" y="375516"/>
                    <a:pt x="570161" y="368709"/>
                  </a:cubicBezTo>
                  <a:cubicBezTo>
                    <a:pt x="568522" y="361901"/>
                    <a:pt x="558184" y="356733"/>
                    <a:pt x="554781" y="341353"/>
                  </a:cubicBezTo>
                  <a:cubicBezTo>
                    <a:pt x="551377" y="325973"/>
                    <a:pt x="542805" y="320804"/>
                    <a:pt x="534233" y="319165"/>
                  </a:cubicBezTo>
                  <a:cubicBezTo>
                    <a:pt x="525659" y="317400"/>
                    <a:pt x="524651" y="308450"/>
                    <a:pt x="517087" y="307189"/>
                  </a:cubicBezTo>
                  <a:cubicBezTo>
                    <a:pt x="513431" y="306559"/>
                    <a:pt x="509145" y="295213"/>
                    <a:pt x="497169" y="295213"/>
                  </a:cubicBezTo>
                  <a:cubicBezTo>
                    <a:pt x="485193" y="295213"/>
                    <a:pt x="443466" y="290296"/>
                    <a:pt x="437414" y="280589"/>
                  </a:cubicBezTo>
                  <a:cubicBezTo>
                    <a:pt x="431489" y="270756"/>
                    <a:pt x="443339" y="268613"/>
                    <a:pt x="443339" y="258906"/>
                  </a:cubicBezTo>
                  <a:cubicBezTo>
                    <a:pt x="443339" y="249073"/>
                    <a:pt x="449895" y="236088"/>
                    <a:pt x="444978" y="232306"/>
                  </a:cubicBezTo>
                  <a:cubicBezTo>
                    <a:pt x="440062" y="228525"/>
                    <a:pt x="431993" y="219826"/>
                    <a:pt x="430859" y="212262"/>
                  </a:cubicBezTo>
                  <a:cubicBezTo>
                    <a:pt x="429724" y="204572"/>
                    <a:pt x="416740" y="194361"/>
                    <a:pt x="408041" y="193857"/>
                  </a:cubicBezTo>
                  <a:cubicBezTo>
                    <a:pt x="399343" y="193352"/>
                    <a:pt x="392283" y="187932"/>
                    <a:pt x="384215" y="180872"/>
                  </a:cubicBezTo>
                  <a:cubicBezTo>
                    <a:pt x="376020" y="173812"/>
                    <a:pt x="368457" y="174317"/>
                    <a:pt x="365179" y="156415"/>
                  </a:cubicBezTo>
                  <a:cubicBezTo>
                    <a:pt x="364927" y="155281"/>
                    <a:pt x="364675" y="154272"/>
                    <a:pt x="364296" y="153264"/>
                  </a:cubicBezTo>
                  <a:cubicBezTo>
                    <a:pt x="361019" y="152885"/>
                    <a:pt x="356859" y="151625"/>
                    <a:pt x="354211" y="151625"/>
                  </a:cubicBezTo>
                  <a:cubicBezTo>
                    <a:pt x="352068" y="151625"/>
                    <a:pt x="349547" y="149860"/>
                    <a:pt x="347278" y="147465"/>
                  </a:cubicBezTo>
                  <a:cubicBezTo>
                    <a:pt x="345135" y="154902"/>
                    <a:pt x="338075" y="158684"/>
                    <a:pt x="338075" y="164609"/>
                  </a:cubicBezTo>
                  <a:cubicBezTo>
                    <a:pt x="338075" y="171165"/>
                    <a:pt x="335428" y="179233"/>
                    <a:pt x="326729" y="179233"/>
                  </a:cubicBezTo>
                  <a:cubicBezTo>
                    <a:pt x="318031" y="179233"/>
                    <a:pt x="309962" y="185788"/>
                    <a:pt x="309332" y="199277"/>
                  </a:cubicBezTo>
                  <a:cubicBezTo>
                    <a:pt x="308828" y="212892"/>
                    <a:pt x="316896" y="214531"/>
                    <a:pt x="313114" y="220456"/>
                  </a:cubicBezTo>
                  <a:cubicBezTo>
                    <a:pt x="309332" y="226381"/>
                    <a:pt x="293574" y="232433"/>
                    <a:pt x="288153" y="229659"/>
                  </a:cubicBezTo>
                  <a:cubicBezTo>
                    <a:pt x="282733" y="226886"/>
                    <a:pt x="272395" y="228525"/>
                    <a:pt x="263697" y="227516"/>
                  </a:cubicBezTo>
                  <a:cubicBezTo>
                    <a:pt x="254998" y="226381"/>
                    <a:pt x="248443" y="215540"/>
                    <a:pt x="245796" y="227516"/>
                  </a:cubicBezTo>
                  <a:cubicBezTo>
                    <a:pt x="243022" y="239492"/>
                    <a:pt x="225121" y="274790"/>
                    <a:pt x="229533" y="278572"/>
                  </a:cubicBezTo>
                  <a:cubicBezTo>
                    <a:pt x="233819" y="282354"/>
                    <a:pt x="237097" y="291053"/>
                    <a:pt x="229533" y="291053"/>
                  </a:cubicBezTo>
                  <a:cubicBezTo>
                    <a:pt x="221969" y="291053"/>
                    <a:pt x="214279" y="289918"/>
                    <a:pt x="210497" y="286136"/>
                  </a:cubicBezTo>
                  <a:cubicBezTo>
                    <a:pt x="206715" y="282354"/>
                    <a:pt x="194235" y="291431"/>
                    <a:pt x="185536" y="291053"/>
                  </a:cubicBezTo>
                  <a:cubicBezTo>
                    <a:pt x="181502" y="290800"/>
                    <a:pt x="164357" y="298490"/>
                    <a:pt x="170283" y="301390"/>
                  </a:cubicBezTo>
                  <a:cubicBezTo>
                    <a:pt x="176208" y="304290"/>
                    <a:pt x="176208" y="318409"/>
                    <a:pt x="176208" y="324334"/>
                  </a:cubicBezTo>
                  <a:cubicBezTo>
                    <a:pt x="176208" y="330259"/>
                    <a:pt x="189193" y="347908"/>
                    <a:pt x="186797" y="353707"/>
                  </a:cubicBezTo>
                  <a:cubicBezTo>
                    <a:pt x="184402" y="359632"/>
                    <a:pt x="172677" y="366061"/>
                    <a:pt x="172677" y="373751"/>
                  </a:cubicBezTo>
                  <a:cubicBezTo>
                    <a:pt x="172677" y="381441"/>
                    <a:pt x="175073" y="388501"/>
                    <a:pt x="170913" y="390266"/>
                  </a:cubicBezTo>
                  <a:cubicBezTo>
                    <a:pt x="166753" y="392031"/>
                    <a:pt x="153894" y="397326"/>
                    <a:pt x="147339" y="401990"/>
                  </a:cubicBezTo>
                  <a:cubicBezTo>
                    <a:pt x="140909" y="406654"/>
                    <a:pt x="130320" y="406654"/>
                    <a:pt x="126790" y="413714"/>
                  </a:cubicBezTo>
                  <a:cubicBezTo>
                    <a:pt x="123260" y="420774"/>
                    <a:pt x="117966" y="426825"/>
                    <a:pt x="105611" y="425438"/>
                  </a:cubicBezTo>
                  <a:cubicBezTo>
                    <a:pt x="95022" y="424303"/>
                    <a:pt x="89727" y="422539"/>
                    <a:pt x="81406" y="432498"/>
                  </a:cubicBezTo>
                  <a:cubicBezTo>
                    <a:pt x="73213" y="442457"/>
                    <a:pt x="71447" y="438423"/>
                    <a:pt x="65522" y="443087"/>
                  </a:cubicBezTo>
                  <a:cubicBezTo>
                    <a:pt x="59597" y="447752"/>
                    <a:pt x="53798" y="439557"/>
                    <a:pt x="49008" y="437792"/>
                  </a:cubicBezTo>
                  <a:cubicBezTo>
                    <a:pt x="44343" y="436027"/>
                    <a:pt x="37788" y="443087"/>
                    <a:pt x="33124" y="443087"/>
                  </a:cubicBezTo>
                  <a:cubicBezTo>
                    <a:pt x="28460" y="443087"/>
                    <a:pt x="24299" y="450777"/>
                    <a:pt x="18374" y="452542"/>
                  </a:cubicBezTo>
                  <a:cubicBezTo>
                    <a:pt x="12449" y="454307"/>
                    <a:pt x="6650" y="452542"/>
                    <a:pt x="6650" y="459602"/>
                  </a:cubicBezTo>
                  <a:cubicBezTo>
                    <a:pt x="6650" y="464014"/>
                    <a:pt x="5515" y="469056"/>
                    <a:pt x="2364" y="472712"/>
                  </a:cubicBezTo>
                  <a:lnTo>
                    <a:pt x="2364" y="472712"/>
                  </a:lnTo>
                  <a:lnTo>
                    <a:pt x="6524" y="495782"/>
                  </a:lnTo>
                  <a:cubicBezTo>
                    <a:pt x="6524" y="495782"/>
                    <a:pt x="31737" y="504102"/>
                    <a:pt x="32745" y="512549"/>
                  </a:cubicBezTo>
                  <a:cubicBezTo>
                    <a:pt x="33754" y="520995"/>
                    <a:pt x="38040" y="548225"/>
                    <a:pt x="38040" y="548225"/>
                  </a:cubicBezTo>
                  <a:cubicBezTo>
                    <a:pt x="38040" y="548225"/>
                    <a:pt x="37662" y="548225"/>
                    <a:pt x="37284" y="548351"/>
                  </a:cubicBezTo>
                  <a:cubicBezTo>
                    <a:pt x="47495" y="556294"/>
                    <a:pt x="61489" y="564866"/>
                    <a:pt x="61489" y="568018"/>
                  </a:cubicBezTo>
                  <a:cubicBezTo>
                    <a:pt x="61489" y="571547"/>
                    <a:pt x="62623" y="582137"/>
                    <a:pt x="74977" y="588062"/>
                  </a:cubicBezTo>
                  <a:cubicBezTo>
                    <a:pt x="82794" y="591844"/>
                    <a:pt x="90861" y="595752"/>
                    <a:pt x="95652" y="599030"/>
                  </a:cubicBezTo>
                  <a:cubicBezTo>
                    <a:pt x="96282" y="597517"/>
                    <a:pt x="96661" y="596508"/>
                    <a:pt x="96661" y="596508"/>
                  </a:cubicBezTo>
                  <a:lnTo>
                    <a:pt x="107124" y="595500"/>
                  </a:lnTo>
                  <a:cubicBezTo>
                    <a:pt x="107124" y="595500"/>
                    <a:pt x="110276" y="597517"/>
                    <a:pt x="113175" y="600668"/>
                  </a:cubicBezTo>
                  <a:cubicBezTo>
                    <a:pt x="115696" y="592222"/>
                    <a:pt x="133850" y="582893"/>
                    <a:pt x="143305" y="583398"/>
                  </a:cubicBezTo>
                  <a:cubicBezTo>
                    <a:pt x="153264" y="584028"/>
                    <a:pt x="176208" y="602181"/>
                    <a:pt x="173938" y="608737"/>
                  </a:cubicBezTo>
                  <a:cubicBezTo>
                    <a:pt x="171543" y="615166"/>
                    <a:pt x="155155" y="638740"/>
                    <a:pt x="147464" y="640505"/>
                  </a:cubicBezTo>
                  <a:cubicBezTo>
                    <a:pt x="144565" y="641135"/>
                    <a:pt x="140279" y="641513"/>
                    <a:pt x="136119" y="641639"/>
                  </a:cubicBezTo>
                  <a:cubicBezTo>
                    <a:pt x="135363" y="645547"/>
                    <a:pt x="134480" y="649077"/>
                    <a:pt x="134480" y="651094"/>
                  </a:cubicBezTo>
                  <a:cubicBezTo>
                    <a:pt x="134480" y="656389"/>
                    <a:pt x="143935" y="664709"/>
                    <a:pt x="149103" y="674164"/>
                  </a:cubicBezTo>
                  <a:cubicBezTo>
                    <a:pt x="154399" y="683619"/>
                    <a:pt x="140657" y="689922"/>
                    <a:pt x="133345" y="683619"/>
                  </a:cubicBezTo>
                  <a:cubicBezTo>
                    <a:pt x="126034" y="677316"/>
                    <a:pt x="122882" y="689922"/>
                    <a:pt x="127042" y="695091"/>
                  </a:cubicBezTo>
                  <a:cubicBezTo>
                    <a:pt x="131202" y="700386"/>
                    <a:pt x="129186" y="715009"/>
                    <a:pt x="136497" y="716018"/>
                  </a:cubicBezTo>
                  <a:cubicBezTo>
                    <a:pt x="143809" y="717027"/>
                    <a:pt x="150112" y="731776"/>
                    <a:pt x="158558" y="731776"/>
                  </a:cubicBezTo>
                  <a:cubicBezTo>
                    <a:pt x="167005" y="731776"/>
                    <a:pt x="174316" y="745391"/>
                    <a:pt x="174316" y="745391"/>
                  </a:cubicBezTo>
                  <a:cubicBezTo>
                    <a:pt x="174316" y="745391"/>
                    <a:pt x="185789" y="752703"/>
                    <a:pt x="185789" y="756989"/>
                  </a:cubicBezTo>
                  <a:cubicBezTo>
                    <a:pt x="185789" y="757493"/>
                    <a:pt x="185662" y="757998"/>
                    <a:pt x="185284" y="758628"/>
                  </a:cubicBezTo>
                  <a:cubicBezTo>
                    <a:pt x="194487" y="757745"/>
                    <a:pt x="200538" y="757367"/>
                    <a:pt x="201547" y="753585"/>
                  </a:cubicBezTo>
                  <a:cubicBezTo>
                    <a:pt x="202681" y="749425"/>
                    <a:pt x="214531" y="749425"/>
                    <a:pt x="222726" y="757745"/>
                  </a:cubicBezTo>
                  <a:cubicBezTo>
                    <a:pt x="230920" y="765940"/>
                    <a:pt x="264453" y="787245"/>
                    <a:pt x="276807" y="797204"/>
                  </a:cubicBezTo>
                  <a:cubicBezTo>
                    <a:pt x="289162" y="807163"/>
                    <a:pt x="318031" y="818383"/>
                    <a:pt x="327990" y="817752"/>
                  </a:cubicBezTo>
                  <a:cubicBezTo>
                    <a:pt x="337949" y="817122"/>
                    <a:pt x="347404" y="824812"/>
                    <a:pt x="362657" y="824182"/>
                  </a:cubicBezTo>
                  <a:cubicBezTo>
                    <a:pt x="364927" y="824182"/>
                    <a:pt x="366944" y="824182"/>
                    <a:pt x="368709" y="824308"/>
                  </a:cubicBezTo>
                  <a:cubicBezTo>
                    <a:pt x="370852" y="822039"/>
                    <a:pt x="374508" y="821913"/>
                    <a:pt x="377408" y="817752"/>
                  </a:cubicBezTo>
                  <a:cubicBezTo>
                    <a:pt x="381567" y="811449"/>
                    <a:pt x="387870" y="823047"/>
                    <a:pt x="385728" y="831367"/>
                  </a:cubicBezTo>
                  <a:cubicBezTo>
                    <a:pt x="384719" y="835275"/>
                    <a:pt x="385601" y="839562"/>
                    <a:pt x="387240" y="843092"/>
                  </a:cubicBezTo>
                  <a:cubicBezTo>
                    <a:pt x="389383" y="840066"/>
                    <a:pt x="391527" y="836158"/>
                    <a:pt x="393166" y="831872"/>
                  </a:cubicBezTo>
                  <a:cubicBezTo>
                    <a:pt x="398460" y="818887"/>
                    <a:pt x="406655" y="819517"/>
                    <a:pt x="412075" y="815357"/>
                  </a:cubicBezTo>
                  <a:cubicBezTo>
                    <a:pt x="417370" y="811197"/>
                    <a:pt x="422665" y="812962"/>
                    <a:pt x="433884" y="818887"/>
                  </a:cubicBezTo>
                  <a:cubicBezTo>
                    <a:pt x="444474" y="824434"/>
                    <a:pt x="448760" y="812710"/>
                    <a:pt x="464518" y="827207"/>
                  </a:cubicBezTo>
                  <a:cubicBezTo>
                    <a:pt x="467796" y="825695"/>
                    <a:pt x="471956" y="824056"/>
                    <a:pt x="473847" y="824056"/>
                  </a:cubicBezTo>
                  <a:cubicBezTo>
                    <a:pt x="476999" y="824056"/>
                    <a:pt x="481159" y="817752"/>
                    <a:pt x="486453" y="812584"/>
                  </a:cubicBezTo>
                  <a:cubicBezTo>
                    <a:pt x="491749" y="807289"/>
                    <a:pt x="490614" y="800986"/>
                    <a:pt x="496917" y="802120"/>
                  </a:cubicBezTo>
                  <a:cubicBezTo>
                    <a:pt x="503220" y="803129"/>
                    <a:pt x="506372" y="794809"/>
                    <a:pt x="519987" y="787497"/>
                  </a:cubicBezTo>
                  <a:cubicBezTo>
                    <a:pt x="533602" y="780185"/>
                    <a:pt x="545074" y="791657"/>
                    <a:pt x="551377" y="786488"/>
                  </a:cubicBezTo>
                  <a:cubicBezTo>
                    <a:pt x="557680" y="781194"/>
                    <a:pt x="564992" y="779176"/>
                    <a:pt x="564992" y="784345"/>
                  </a:cubicBezTo>
                  <a:cubicBezTo>
                    <a:pt x="564992" y="789640"/>
                    <a:pt x="573439" y="795943"/>
                    <a:pt x="575455" y="802120"/>
                  </a:cubicBezTo>
                  <a:cubicBezTo>
                    <a:pt x="577347" y="807793"/>
                    <a:pt x="588314" y="810062"/>
                    <a:pt x="590709" y="810441"/>
                  </a:cubicBezTo>
                  <a:cubicBezTo>
                    <a:pt x="592726" y="809432"/>
                    <a:pt x="594239" y="808424"/>
                    <a:pt x="595248" y="807793"/>
                  </a:cubicBezTo>
                  <a:cubicBezTo>
                    <a:pt x="601677" y="803129"/>
                    <a:pt x="612897" y="808424"/>
                    <a:pt x="612897" y="815483"/>
                  </a:cubicBezTo>
                  <a:cubicBezTo>
                    <a:pt x="612897" y="822543"/>
                    <a:pt x="613527" y="830233"/>
                    <a:pt x="618822" y="830233"/>
                  </a:cubicBezTo>
                  <a:cubicBezTo>
                    <a:pt x="624117" y="830233"/>
                    <a:pt x="629411" y="830233"/>
                    <a:pt x="629411" y="843218"/>
                  </a:cubicBezTo>
                  <a:cubicBezTo>
                    <a:pt x="629411" y="856202"/>
                    <a:pt x="634076" y="870826"/>
                    <a:pt x="622982" y="882046"/>
                  </a:cubicBezTo>
                  <a:cubicBezTo>
                    <a:pt x="611762" y="893265"/>
                    <a:pt x="598778" y="913184"/>
                    <a:pt x="601173" y="919109"/>
                  </a:cubicBezTo>
                  <a:cubicBezTo>
                    <a:pt x="603568" y="925034"/>
                    <a:pt x="597643" y="936127"/>
                    <a:pt x="605837" y="932093"/>
                  </a:cubicBezTo>
                  <a:cubicBezTo>
                    <a:pt x="614031" y="927933"/>
                    <a:pt x="632941" y="932093"/>
                    <a:pt x="629915" y="936758"/>
                  </a:cubicBezTo>
                  <a:cubicBezTo>
                    <a:pt x="627016" y="941422"/>
                    <a:pt x="630546" y="957937"/>
                    <a:pt x="638110" y="958567"/>
                  </a:cubicBezTo>
                  <a:cubicBezTo>
                    <a:pt x="645800" y="959197"/>
                    <a:pt x="650464" y="963357"/>
                    <a:pt x="648069" y="970291"/>
                  </a:cubicBezTo>
                  <a:cubicBezTo>
                    <a:pt x="645674" y="977351"/>
                    <a:pt x="641639" y="987940"/>
                    <a:pt x="648069" y="987940"/>
                  </a:cubicBezTo>
                  <a:cubicBezTo>
                    <a:pt x="654498" y="987940"/>
                    <a:pt x="663953" y="987940"/>
                    <a:pt x="662818" y="995000"/>
                  </a:cubicBezTo>
                  <a:cubicBezTo>
                    <a:pt x="661684" y="1002059"/>
                    <a:pt x="667483" y="1008489"/>
                    <a:pt x="679333" y="1003824"/>
                  </a:cubicBezTo>
                  <a:cubicBezTo>
                    <a:pt x="686267" y="1001051"/>
                    <a:pt x="689670" y="998530"/>
                    <a:pt x="691309" y="1001303"/>
                  </a:cubicBezTo>
                  <a:cubicBezTo>
                    <a:pt x="695973" y="1001177"/>
                    <a:pt x="696352" y="1011766"/>
                    <a:pt x="704420" y="1013784"/>
                  </a:cubicBezTo>
                  <a:cubicBezTo>
                    <a:pt x="712866" y="1015927"/>
                    <a:pt x="708580" y="996008"/>
                    <a:pt x="705428" y="992857"/>
                  </a:cubicBezTo>
                  <a:cubicBezTo>
                    <a:pt x="702277" y="989705"/>
                    <a:pt x="706437" y="976090"/>
                    <a:pt x="709589" y="979242"/>
                  </a:cubicBezTo>
                  <a:cubicBezTo>
                    <a:pt x="712740" y="982393"/>
                    <a:pt x="722195" y="979242"/>
                    <a:pt x="727363" y="972938"/>
                  </a:cubicBezTo>
                  <a:cubicBezTo>
                    <a:pt x="732659" y="966635"/>
                    <a:pt x="743122" y="978233"/>
                    <a:pt x="747282" y="970795"/>
                  </a:cubicBezTo>
                  <a:cubicBezTo>
                    <a:pt x="751442" y="963483"/>
                    <a:pt x="760897" y="976090"/>
                    <a:pt x="770352" y="970795"/>
                  </a:cubicBezTo>
                  <a:cubicBezTo>
                    <a:pt x="779807" y="965501"/>
                    <a:pt x="783967" y="974955"/>
                    <a:pt x="788127" y="967644"/>
                  </a:cubicBezTo>
                  <a:cubicBezTo>
                    <a:pt x="792287" y="960332"/>
                    <a:pt x="805903" y="950877"/>
                    <a:pt x="809054" y="954029"/>
                  </a:cubicBezTo>
                  <a:cubicBezTo>
                    <a:pt x="812206" y="957180"/>
                    <a:pt x="814349" y="963483"/>
                    <a:pt x="830989" y="965501"/>
                  </a:cubicBezTo>
                  <a:cubicBezTo>
                    <a:pt x="847756" y="967644"/>
                    <a:pt x="838301" y="975964"/>
                    <a:pt x="838301" y="981259"/>
                  </a:cubicBezTo>
                  <a:cubicBezTo>
                    <a:pt x="838301" y="986553"/>
                    <a:pt x="857211" y="1000168"/>
                    <a:pt x="864522" y="1001177"/>
                  </a:cubicBezTo>
                  <a:cubicBezTo>
                    <a:pt x="865910" y="1001429"/>
                    <a:pt x="867800" y="1003068"/>
                    <a:pt x="869944" y="1005589"/>
                  </a:cubicBezTo>
                  <a:cubicBezTo>
                    <a:pt x="874986" y="1003068"/>
                    <a:pt x="884188" y="1007228"/>
                    <a:pt x="886206" y="1001303"/>
                  </a:cubicBezTo>
                  <a:cubicBezTo>
                    <a:pt x="888601" y="994243"/>
                    <a:pt x="897173" y="996134"/>
                    <a:pt x="900703" y="1002059"/>
                  </a:cubicBezTo>
                  <a:cubicBezTo>
                    <a:pt x="904233" y="1007984"/>
                    <a:pt x="908141" y="1009119"/>
                    <a:pt x="915957" y="1002059"/>
                  </a:cubicBezTo>
                  <a:cubicBezTo>
                    <a:pt x="923773" y="995000"/>
                    <a:pt x="927681" y="1009119"/>
                    <a:pt x="923017" y="1013027"/>
                  </a:cubicBezTo>
                  <a:cubicBezTo>
                    <a:pt x="918352" y="1016935"/>
                    <a:pt x="921504" y="1029037"/>
                    <a:pt x="928942" y="1036097"/>
                  </a:cubicBezTo>
                  <a:cubicBezTo>
                    <a:pt x="936380" y="1043157"/>
                    <a:pt x="937514" y="1031811"/>
                    <a:pt x="936002" y="1024751"/>
                  </a:cubicBezTo>
                  <a:cubicBezTo>
                    <a:pt x="934489" y="1017691"/>
                    <a:pt x="948608" y="1010632"/>
                    <a:pt x="973316" y="1002438"/>
                  </a:cubicBezTo>
                  <a:cubicBezTo>
                    <a:pt x="998026" y="994243"/>
                    <a:pt x="1024751" y="976090"/>
                    <a:pt x="1025130" y="972182"/>
                  </a:cubicBezTo>
                  <a:cubicBezTo>
                    <a:pt x="1025508" y="968274"/>
                    <a:pt x="1042778" y="979242"/>
                    <a:pt x="1050973" y="972938"/>
                  </a:cubicBezTo>
                  <a:cubicBezTo>
                    <a:pt x="1059167" y="966635"/>
                    <a:pt x="1089044" y="965879"/>
                    <a:pt x="1096861" y="965501"/>
                  </a:cubicBezTo>
                  <a:cubicBezTo>
                    <a:pt x="1104677" y="965122"/>
                    <a:pt x="1104298" y="958441"/>
                    <a:pt x="1112619" y="951760"/>
                  </a:cubicBezTo>
                  <a:cubicBezTo>
                    <a:pt x="1120813" y="945078"/>
                    <a:pt x="1118922" y="941926"/>
                    <a:pt x="1128377" y="939153"/>
                  </a:cubicBezTo>
                  <a:cubicBezTo>
                    <a:pt x="1137832" y="936380"/>
                    <a:pt x="1143631" y="927807"/>
                    <a:pt x="1143631" y="923017"/>
                  </a:cubicBezTo>
                  <a:cubicBezTo>
                    <a:pt x="1143631" y="918352"/>
                    <a:pt x="1161280" y="916713"/>
                    <a:pt x="1161658" y="911671"/>
                  </a:cubicBezTo>
                  <a:cubicBezTo>
                    <a:pt x="1162036" y="906628"/>
                    <a:pt x="1175021" y="904989"/>
                    <a:pt x="1175021" y="898686"/>
                  </a:cubicBezTo>
                  <a:cubicBezTo>
                    <a:pt x="1175021" y="892383"/>
                    <a:pt x="1182837" y="893644"/>
                    <a:pt x="1186367" y="888853"/>
                  </a:cubicBezTo>
                  <a:cubicBezTo>
                    <a:pt x="1189896" y="884189"/>
                    <a:pt x="1183593" y="870448"/>
                    <a:pt x="1189896" y="868431"/>
                  </a:cubicBezTo>
                  <a:cubicBezTo>
                    <a:pt x="1196199" y="866413"/>
                    <a:pt x="1187501" y="858976"/>
                    <a:pt x="1186367" y="855446"/>
                  </a:cubicBezTo>
                  <a:cubicBezTo>
                    <a:pt x="1185232" y="851916"/>
                    <a:pt x="1198091" y="851160"/>
                    <a:pt x="1204773" y="846873"/>
                  </a:cubicBezTo>
                  <a:cubicBezTo>
                    <a:pt x="1211454" y="842587"/>
                    <a:pt x="1215740" y="835906"/>
                    <a:pt x="1217000" y="828468"/>
                  </a:cubicBezTo>
                  <a:cubicBezTo>
                    <a:pt x="1218135" y="821030"/>
                    <a:pt x="1229103" y="814349"/>
                    <a:pt x="1234271" y="812332"/>
                  </a:cubicBezTo>
                  <a:cubicBezTo>
                    <a:pt x="1239440" y="810441"/>
                    <a:pt x="1241331" y="799851"/>
                    <a:pt x="1239818" y="790774"/>
                  </a:cubicBezTo>
                  <a:cubicBezTo>
                    <a:pt x="1238305" y="781698"/>
                    <a:pt x="1248895" y="784093"/>
                    <a:pt x="1244105" y="780563"/>
                  </a:cubicBezTo>
                  <a:cubicBezTo>
                    <a:pt x="1239440" y="777033"/>
                    <a:pt x="1245995" y="767200"/>
                    <a:pt x="1255450" y="764553"/>
                  </a:cubicBezTo>
                  <a:cubicBezTo>
                    <a:pt x="1264905" y="761779"/>
                    <a:pt x="1249525" y="757493"/>
                    <a:pt x="1244483" y="761401"/>
                  </a:cubicBezTo>
                  <a:cubicBezTo>
                    <a:pt x="1239440" y="765309"/>
                    <a:pt x="1233894" y="750055"/>
                    <a:pt x="1229229" y="755854"/>
                  </a:cubicBezTo>
                  <a:cubicBezTo>
                    <a:pt x="1224564" y="761779"/>
                    <a:pt x="1211201" y="752325"/>
                    <a:pt x="1219774" y="750434"/>
                  </a:cubicBezTo>
                  <a:cubicBezTo>
                    <a:pt x="1228347" y="748417"/>
                    <a:pt x="1241709" y="738710"/>
                    <a:pt x="1247634" y="736693"/>
                  </a:cubicBezTo>
                  <a:cubicBezTo>
                    <a:pt x="1253560" y="734676"/>
                    <a:pt x="1238936" y="721817"/>
                    <a:pt x="1231498" y="722195"/>
                  </a:cubicBezTo>
                  <a:cubicBezTo>
                    <a:pt x="1224060" y="722573"/>
                    <a:pt x="1215866" y="704924"/>
                    <a:pt x="1207924" y="704924"/>
                  </a:cubicBezTo>
                  <a:cubicBezTo>
                    <a:pt x="1200107" y="704924"/>
                    <a:pt x="1213849" y="699377"/>
                    <a:pt x="1222800" y="704168"/>
                  </a:cubicBezTo>
                  <a:cubicBezTo>
                    <a:pt x="1231876" y="708832"/>
                    <a:pt x="1242340" y="712866"/>
                    <a:pt x="1246374" y="708832"/>
                  </a:cubicBezTo>
                  <a:cubicBezTo>
                    <a:pt x="1250282" y="704924"/>
                    <a:pt x="1231120" y="689292"/>
                    <a:pt x="1224060" y="683745"/>
                  </a:cubicBezTo>
                  <a:cubicBezTo>
                    <a:pt x="1217000" y="678198"/>
                    <a:pt x="1223682" y="670760"/>
                    <a:pt x="1219396" y="667609"/>
                  </a:cubicBezTo>
                  <a:cubicBezTo>
                    <a:pt x="1215109" y="664457"/>
                    <a:pt x="1205654" y="644539"/>
                    <a:pt x="1202503" y="635462"/>
                  </a:cubicBezTo>
                  <a:cubicBezTo>
                    <a:pt x="1199351" y="626386"/>
                    <a:pt x="1182837" y="624873"/>
                    <a:pt x="1178929" y="618948"/>
                  </a:cubicBezTo>
                  <a:cubicBezTo>
                    <a:pt x="1175021" y="613023"/>
                    <a:pt x="1179307" y="599282"/>
                    <a:pt x="1191535" y="594239"/>
                  </a:cubicBezTo>
                  <a:cubicBezTo>
                    <a:pt x="1203638" y="589196"/>
                    <a:pt x="1198595" y="578985"/>
                    <a:pt x="1204142" y="580120"/>
                  </a:cubicBezTo>
                  <a:cubicBezTo>
                    <a:pt x="1209688" y="581254"/>
                    <a:pt x="1214353" y="578985"/>
                    <a:pt x="1218639" y="569908"/>
                  </a:cubicBezTo>
                  <a:cubicBezTo>
                    <a:pt x="1222926" y="560958"/>
                    <a:pt x="1230363" y="566379"/>
                    <a:pt x="1234775" y="561714"/>
                  </a:cubicBezTo>
                  <a:cubicBezTo>
                    <a:pt x="1239062" y="557050"/>
                    <a:pt x="1258350" y="557428"/>
                    <a:pt x="1265031" y="552764"/>
                  </a:cubicBezTo>
                  <a:cubicBezTo>
                    <a:pt x="1271713" y="548099"/>
                    <a:pt x="1258728" y="533476"/>
                    <a:pt x="1249777" y="535871"/>
                  </a:cubicBezTo>
                  <a:cubicBezTo>
                    <a:pt x="1240827" y="538266"/>
                    <a:pt x="1230237" y="534736"/>
                    <a:pt x="1223934" y="525282"/>
                  </a:cubicBezTo>
                  <a:cubicBezTo>
                    <a:pt x="1217631" y="515827"/>
                    <a:pt x="1201242" y="542552"/>
                    <a:pt x="1188636" y="548477"/>
                  </a:cubicBezTo>
                  <a:cubicBezTo>
                    <a:pt x="1176029" y="554403"/>
                    <a:pt x="1167835" y="537888"/>
                    <a:pt x="1172121" y="527299"/>
                  </a:cubicBezTo>
                  <a:cubicBezTo>
                    <a:pt x="1176408" y="516709"/>
                    <a:pt x="1162288" y="517087"/>
                    <a:pt x="1144639" y="517844"/>
                  </a:cubicBezTo>
                  <a:cubicBezTo>
                    <a:pt x="1126990" y="518600"/>
                    <a:pt x="1133672" y="486453"/>
                    <a:pt x="1144261" y="484941"/>
                  </a:cubicBezTo>
                  <a:cubicBezTo>
                    <a:pt x="1154850" y="483302"/>
                    <a:pt x="1170482" y="494774"/>
                    <a:pt x="1177164" y="475108"/>
                  </a:cubicBezTo>
                  <a:cubicBezTo>
                    <a:pt x="1183845" y="455442"/>
                    <a:pt x="1193174" y="470821"/>
                    <a:pt x="1208176" y="453550"/>
                  </a:cubicBezTo>
                  <a:cubicBezTo>
                    <a:pt x="1223051" y="436280"/>
                    <a:pt x="1240322" y="425690"/>
                    <a:pt x="1253307" y="435901"/>
                  </a:cubicBezTo>
                  <a:cubicBezTo>
                    <a:pt x="1266292" y="446113"/>
                    <a:pt x="1239566" y="462123"/>
                    <a:pt x="1235280" y="471956"/>
                  </a:cubicBezTo>
                  <a:cubicBezTo>
                    <a:pt x="1230993" y="481789"/>
                    <a:pt x="1239188" y="484941"/>
                    <a:pt x="1231372" y="492379"/>
                  </a:cubicBezTo>
                  <a:cubicBezTo>
                    <a:pt x="1223556" y="499816"/>
                    <a:pt x="1234524" y="501833"/>
                    <a:pt x="1249777" y="492000"/>
                  </a:cubicBezTo>
                  <a:cubicBezTo>
                    <a:pt x="1265031" y="482167"/>
                    <a:pt x="1283941" y="470443"/>
                    <a:pt x="1298817" y="464518"/>
                  </a:cubicBezTo>
                  <a:cubicBezTo>
                    <a:pt x="1302725" y="462879"/>
                    <a:pt x="1307137" y="462501"/>
                    <a:pt x="1311549" y="462879"/>
                  </a:cubicBezTo>
                  <a:cubicBezTo>
                    <a:pt x="1313692" y="457206"/>
                    <a:pt x="1316087" y="452668"/>
                    <a:pt x="1318987" y="451155"/>
                  </a:cubicBezTo>
                  <a:cubicBezTo>
                    <a:pt x="1329199" y="445987"/>
                    <a:pt x="1363362" y="430607"/>
                    <a:pt x="1368531" y="423799"/>
                  </a:cubicBezTo>
                  <a:cubicBezTo>
                    <a:pt x="1373699" y="416992"/>
                    <a:pt x="1378742" y="405016"/>
                    <a:pt x="1385676" y="405016"/>
                  </a:cubicBezTo>
                  <a:cubicBezTo>
                    <a:pt x="1392483" y="405016"/>
                    <a:pt x="1392483" y="411823"/>
                    <a:pt x="1402820" y="411823"/>
                  </a:cubicBezTo>
                  <a:cubicBezTo>
                    <a:pt x="1413031" y="411823"/>
                    <a:pt x="1425008" y="415227"/>
                    <a:pt x="1419965" y="406654"/>
                  </a:cubicBezTo>
                  <a:cubicBezTo>
                    <a:pt x="1414797" y="398082"/>
                    <a:pt x="1418327" y="398082"/>
                    <a:pt x="1430176" y="396317"/>
                  </a:cubicBezTo>
                  <a:cubicBezTo>
                    <a:pt x="1442152" y="394678"/>
                    <a:pt x="1440388" y="382702"/>
                    <a:pt x="1448960" y="382702"/>
                  </a:cubicBezTo>
                  <a:cubicBezTo>
                    <a:pt x="1457533" y="382702"/>
                    <a:pt x="1455768" y="362153"/>
                    <a:pt x="1464340" y="362153"/>
                  </a:cubicBezTo>
                  <a:cubicBezTo>
                    <a:pt x="1472912" y="362153"/>
                    <a:pt x="1476316" y="374129"/>
                    <a:pt x="1486528" y="370726"/>
                  </a:cubicBezTo>
                  <a:cubicBezTo>
                    <a:pt x="1488419" y="370095"/>
                    <a:pt x="1491066" y="370600"/>
                    <a:pt x="1493840" y="371734"/>
                  </a:cubicBezTo>
                  <a:cubicBezTo>
                    <a:pt x="1495982" y="370095"/>
                    <a:pt x="1498125" y="368457"/>
                    <a:pt x="1500269" y="366818"/>
                  </a:cubicBezTo>
                  <a:cubicBezTo>
                    <a:pt x="1499260" y="356102"/>
                    <a:pt x="1500521" y="346521"/>
                    <a:pt x="1498378" y="341479"/>
                  </a:cubicBezTo>
                  <a:cubicBezTo>
                    <a:pt x="1494470" y="332024"/>
                    <a:pt x="1498378" y="324964"/>
                    <a:pt x="1496739" y="319543"/>
                  </a:cubicBezTo>
                  <a:cubicBezTo>
                    <a:pt x="1495226" y="313997"/>
                    <a:pt x="1494344" y="300760"/>
                    <a:pt x="1500647" y="300760"/>
                  </a:cubicBezTo>
                  <a:cubicBezTo>
                    <a:pt x="1506950" y="300760"/>
                    <a:pt x="1514766" y="285002"/>
                    <a:pt x="1522582" y="290548"/>
                  </a:cubicBezTo>
                  <a:cubicBezTo>
                    <a:pt x="1530398" y="296095"/>
                    <a:pt x="1546156" y="297608"/>
                    <a:pt x="1546156" y="290548"/>
                  </a:cubicBezTo>
                  <a:cubicBezTo>
                    <a:pt x="1546156" y="283489"/>
                    <a:pt x="1557124" y="282732"/>
                    <a:pt x="1558763" y="273277"/>
                  </a:cubicBezTo>
                  <a:cubicBezTo>
                    <a:pt x="1560275" y="263823"/>
                    <a:pt x="1572125" y="261553"/>
                    <a:pt x="1574521" y="252855"/>
                  </a:cubicBezTo>
                  <a:cubicBezTo>
                    <a:pt x="1576916" y="244283"/>
                    <a:pt x="1580824" y="223860"/>
                    <a:pt x="1588640" y="219070"/>
                  </a:cubicBezTo>
                  <a:cubicBezTo>
                    <a:pt x="1596961" y="214279"/>
                    <a:pt x="1587506" y="211127"/>
                    <a:pt x="1588262" y="197008"/>
                  </a:cubicBezTo>
                  <a:close/>
                  <a:moveTo>
                    <a:pt x="1203764" y="940035"/>
                  </a:moveTo>
                  <a:cubicBezTo>
                    <a:pt x="1195191" y="971426"/>
                    <a:pt x="1215235" y="987436"/>
                    <a:pt x="1217883" y="985545"/>
                  </a:cubicBezTo>
                  <a:cubicBezTo>
                    <a:pt x="1225699" y="979998"/>
                    <a:pt x="1257845" y="912553"/>
                    <a:pt x="1250786" y="903098"/>
                  </a:cubicBezTo>
                  <a:cubicBezTo>
                    <a:pt x="1243852" y="893770"/>
                    <a:pt x="1212462" y="908645"/>
                    <a:pt x="1203764" y="940035"/>
                  </a:cubicBezTo>
                  <a:close/>
                  <a:moveTo>
                    <a:pt x="923647" y="1046686"/>
                  </a:moveTo>
                  <a:cubicBezTo>
                    <a:pt x="913436" y="1046686"/>
                    <a:pt x="887592" y="1061562"/>
                    <a:pt x="897804" y="1082741"/>
                  </a:cubicBezTo>
                  <a:cubicBezTo>
                    <a:pt x="908015" y="1103920"/>
                    <a:pt x="941800" y="1089801"/>
                    <a:pt x="942557" y="1080346"/>
                  </a:cubicBezTo>
                  <a:cubicBezTo>
                    <a:pt x="943313" y="1070891"/>
                    <a:pt x="958693" y="1056141"/>
                    <a:pt x="956676" y="1048956"/>
                  </a:cubicBezTo>
                  <a:cubicBezTo>
                    <a:pt x="955038" y="1043535"/>
                    <a:pt x="933984" y="1046686"/>
                    <a:pt x="923647" y="1046686"/>
                  </a:cubicBezTo>
                  <a:close/>
                </a:path>
              </a:pathLst>
            </a:custGeom>
            <a:grpFill/>
            <a:ln w="1270" cap="flat">
              <a:solidFill>
                <a:schemeClr val="bg1"/>
              </a:solidFill>
              <a:prstDash val="solid"/>
              <a:miter/>
            </a:ln>
          </p:spPr>
          <p:txBody>
            <a:bodyPr rtlCol="0" anchor="ctr"/>
            <a:lstStyle/>
            <a:p>
              <a:endParaRPr lang="ko-KR" altLang="en-US"/>
            </a:p>
          </p:txBody>
        </p:sp>
        <p:sp>
          <p:nvSpPr>
            <p:cNvPr id="165" name="자유형: 도형 145">
              <a:extLst>
                <a:ext uri="{FF2B5EF4-FFF2-40B4-BE49-F238E27FC236}">
                  <a16:creationId xmlns:a16="http://schemas.microsoft.com/office/drawing/2014/main" id="{D684EF02-B7A0-474C-8D6A-F2BA98772265}"/>
                </a:ext>
              </a:extLst>
            </p:cNvPr>
            <p:cNvSpPr/>
            <p:nvPr/>
          </p:nvSpPr>
          <p:spPr>
            <a:xfrm>
              <a:off x="8880632" y="4076816"/>
              <a:ext cx="239524" cy="352982"/>
            </a:xfrm>
            <a:custGeom>
              <a:avLst/>
              <a:gdLst>
                <a:gd name="connsiteX0" fmla="*/ 135287 w 239523"/>
                <a:gd name="connsiteY0" fmla="*/ 136019 h 352982"/>
                <a:gd name="connsiteX1" fmla="*/ 167433 w 239523"/>
                <a:gd name="connsiteY1" fmla="*/ 159593 h 352982"/>
                <a:gd name="connsiteX2" fmla="*/ 175249 w 239523"/>
                <a:gd name="connsiteY2" fmla="*/ 183167 h 352982"/>
                <a:gd name="connsiteX3" fmla="*/ 186217 w 239523"/>
                <a:gd name="connsiteY3" fmla="*/ 194891 h 352982"/>
                <a:gd name="connsiteX4" fmla="*/ 199580 w 239523"/>
                <a:gd name="connsiteY4" fmla="*/ 227920 h 352982"/>
                <a:gd name="connsiteX5" fmla="*/ 208278 w 239523"/>
                <a:gd name="connsiteY5" fmla="*/ 220861 h 352982"/>
                <a:gd name="connsiteX6" fmla="*/ 220003 w 239523"/>
                <a:gd name="connsiteY6" fmla="*/ 205103 h 352982"/>
                <a:gd name="connsiteX7" fmla="*/ 212943 w 239523"/>
                <a:gd name="connsiteY7" fmla="*/ 172956 h 352982"/>
                <a:gd name="connsiteX8" fmla="*/ 183065 w 239523"/>
                <a:gd name="connsiteY8" fmla="*/ 151777 h 352982"/>
                <a:gd name="connsiteX9" fmla="*/ 165038 w 239523"/>
                <a:gd name="connsiteY9" fmla="*/ 128203 h 352982"/>
                <a:gd name="connsiteX10" fmla="*/ 128227 w 239523"/>
                <a:gd name="connsiteY10" fmla="*/ 121900 h 352982"/>
                <a:gd name="connsiteX11" fmla="*/ 114864 w 239523"/>
                <a:gd name="connsiteY11" fmla="*/ 97569 h 352982"/>
                <a:gd name="connsiteX12" fmla="*/ 132891 w 239523"/>
                <a:gd name="connsiteY12" fmla="*/ 59876 h 352982"/>
                <a:gd name="connsiteX13" fmla="*/ 131253 w 239523"/>
                <a:gd name="connsiteY13" fmla="*/ 16761 h 352982"/>
                <a:gd name="connsiteX14" fmla="*/ 126588 w 239523"/>
                <a:gd name="connsiteY14" fmla="*/ 7306 h 352982"/>
                <a:gd name="connsiteX15" fmla="*/ 88139 w 239523"/>
                <a:gd name="connsiteY15" fmla="*/ 4155 h 352982"/>
                <a:gd name="connsiteX16" fmla="*/ 82592 w 239523"/>
                <a:gd name="connsiteY16" fmla="*/ 66179 h 352982"/>
                <a:gd name="connsiteX17" fmla="*/ 69985 w 239523"/>
                <a:gd name="connsiteY17" fmla="*/ 63027 h 352982"/>
                <a:gd name="connsiteX18" fmla="*/ 77045 w 239523"/>
                <a:gd name="connsiteY18" fmla="*/ 99082 h 352982"/>
                <a:gd name="connsiteX19" fmla="*/ 84104 w 239523"/>
                <a:gd name="connsiteY19" fmla="*/ 119504 h 352982"/>
                <a:gd name="connsiteX20" fmla="*/ 110830 w 239523"/>
                <a:gd name="connsiteY20" fmla="*/ 128077 h 352982"/>
                <a:gd name="connsiteX21" fmla="*/ 135287 w 239523"/>
                <a:gd name="connsiteY21" fmla="*/ 136019 h 352982"/>
                <a:gd name="connsiteX22" fmla="*/ 85113 w 239523"/>
                <a:gd name="connsiteY22" fmla="*/ 143079 h 352982"/>
                <a:gd name="connsiteX23" fmla="*/ 110200 w 239523"/>
                <a:gd name="connsiteY23" fmla="*/ 171317 h 352982"/>
                <a:gd name="connsiteX24" fmla="*/ 85113 w 239523"/>
                <a:gd name="connsiteY24" fmla="*/ 143079 h 352982"/>
                <a:gd name="connsiteX25" fmla="*/ 128983 w 239523"/>
                <a:gd name="connsiteY25" fmla="*/ 219222 h 352982"/>
                <a:gd name="connsiteX26" fmla="*/ 143103 w 239523"/>
                <a:gd name="connsiteY26" fmla="*/ 211406 h 352982"/>
                <a:gd name="connsiteX27" fmla="*/ 145498 w 239523"/>
                <a:gd name="connsiteY27" fmla="*/ 232585 h 352982"/>
                <a:gd name="connsiteX28" fmla="*/ 149406 w 239523"/>
                <a:gd name="connsiteY28" fmla="*/ 261580 h 352982"/>
                <a:gd name="connsiteX29" fmla="*/ 177644 w 239523"/>
                <a:gd name="connsiteY29" fmla="*/ 219222 h 352982"/>
                <a:gd name="connsiteX30" fmla="*/ 167433 w 239523"/>
                <a:gd name="connsiteY30" fmla="*/ 214557 h 352982"/>
                <a:gd name="connsiteX31" fmla="*/ 127471 w 239523"/>
                <a:gd name="connsiteY31" fmla="*/ 183167 h 352982"/>
                <a:gd name="connsiteX32" fmla="*/ 128983 w 239523"/>
                <a:gd name="connsiteY32" fmla="*/ 219222 h 352982"/>
                <a:gd name="connsiteX33" fmla="*/ 36452 w 239523"/>
                <a:gd name="connsiteY33" fmla="*/ 234098 h 352982"/>
                <a:gd name="connsiteX34" fmla="*/ 2666 w 239523"/>
                <a:gd name="connsiteY34" fmla="*/ 278094 h 352982"/>
                <a:gd name="connsiteX35" fmla="*/ 50571 w 239523"/>
                <a:gd name="connsiteY35" fmla="*/ 233341 h 352982"/>
                <a:gd name="connsiteX36" fmla="*/ 57631 w 239523"/>
                <a:gd name="connsiteY36" fmla="*/ 205103 h 352982"/>
                <a:gd name="connsiteX37" fmla="*/ 36452 w 239523"/>
                <a:gd name="connsiteY37" fmla="*/ 234098 h 352982"/>
                <a:gd name="connsiteX38" fmla="*/ 176132 w 239523"/>
                <a:gd name="connsiteY38" fmla="*/ 249856 h 352982"/>
                <a:gd name="connsiteX39" fmla="*/ 195798 w 239523"/>
                <a:gd name="connsiteY39" fmla="*/ 237249 h 352982"/>
                <a:gd name="connsiteX40" fmla="*/ 176132 w 239523"/>
                <a:gd name="connsiteY40" fmla="*/ 249856 h 352982"/>
                <a:gd name="connsiteX41" fmla="*/ 246729 w 239523"/>
                <a:gd name="connsiteY41" fmla="*/ 310997 h 352982"/>
                <a:gd name="connsiteX42" fmla="*/ 240425 w 239523"/>
                <a:gd name="connsiteY42" fmla="*/ 252125 h 352982"/>
                <a:gd name="connsiteX43" fmla="*/ 221641 w 239523"/>
                <a:gd name="connsiteY43" fmla="*/ 250486 h 352982"/>
                <a:gd name="connsiteX44" fmla="*/ 206765 w 239523"/>
                <a:gd name="connsiteY44" fmla="*/ 264605 h 352982"/>
                <a:gd name="connsiteX45" fmla="*/ 191133 w 239523"/>
                <a:gd name="connsiteY45" fmla="*/ 276329 h 352982"/>
                <a:gd name="connsiteX46" fmla="*/ 167559 w 239523"/>
                <a:gd name="connsiteY46" fmla="*/ 270909 h 352982"/>
                <a:gd name="connsiteX47" fmla="*/ 136926 w 239523"/>
                <a:gd name="connsiteY47" fmla="*/ 288936 h 352982"/>
                <a:gd name="connsiteX48" fmla="*/ 126714 w 239523"/>
                <a:gd name="connsiteY48" fmla="*/ 316418 h 352982"/>
                <a:gd name="connsiteX49" fmla="*/ 150288 w 239523"/>
                <a:gd name="connsiteY49" fmla="*/ 303811 h 352982"/>
                <a:gd name="connsiteX50" fmla="*/ 169955 w 239523"/>
                <a:gd name="connsiteY50" fmla="*/ 296752 h 352982"/>
                <a:gd name="connsiteX51" fmla="*/ 191890 w 239523"/>
                <a:gd name="connsiteY51" fmla="*/ 342261 h 352982"/>
                <a:gd name="connsiteX52" fmla="*/ 219372 w 239523"/>
                <a:gd name="connsiteY52" fmla="*/ 356381 h 352982"/>
                <a:gd name="connsiteX53" fmla="*/ 218616 w 239523"/>
                <a:gd name="connsiteY53" fmla="*/ 322721 h 352982"/>
                <a:gd name="connsiteX54" fmla="*/ 246729 w 239523"/>
                <a:gd name="connsiteY54" fmla="*/ 310997 h 35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39523" h="352982">
                  <a:moveTo>
                    <a:pt x="135287" y="136019"/>
                  </a:moveTo>
                  <a:cubicBezTo>
                    <a:pt x="150162" y="133624"/>
                    <a:pt x="170585" y="152533"/>
                    <a:pt x="167433" y="159593"/>
                  </a:cubicBezTo>
                  <a:cubicBezTo>
                    <a:pt x="164282" y="166653"/>
                    <a:pt x="168190" y="189344"/>
                    <a:pt x="175249" y="183167"/>
                  </a:cubicBezTo>
                  <a:cubicBezTo>
                    <a:pt x="182309" y="176864"/>
                    <a:pt x="193276" y="184806"/>
                    <a:pt x="186217" y="194891"/>
                  </a:cubicBezTo>
                  <a:cubicBezTo>
                    <a:pt x="179157" y="205103"/>
                    <a:pt x="197185" y="215314"/>
                    <a:pt x="199580" y="227920"/>
                  </a:cubicBezTo>
                  <a:cubicBezTo>
                    <a:pt x="201975" y="240527"/>
                    <a:pt x="209792" y="230316"/>
                    <a:pt x="208278" y="220861"/>
                  </a:cubicBezTo>
                  <a:cubicBezTo>
                    <a:pt x="206765" y="211406"/>
                    <a:pt x="209792" y="212288"/>
                    <a:pt x="220003" y="205103"/>
                  </a:cubicBezTo>
                  <a:cubicBezTo>
                    <a:pt x="230214" y="198043"/>
                    <a:pt x="219246" y="186193"/>
                    <a:pt x="212943" y="172956"/>
                  </a:cubicBezTo>
                  <a:cubicBezTo>
                    <a:pt x="206640" y="159593"/>
                    <a:pt x="183065" y="164257"/>
                    <a:pt x="183065" y="151777"/>
                  </a:cubicBezTo>
                  <a:cubicBezTo>
                    <a:pt x="183065" y="139171"/>
                    <a:pt x="165794" y="135263"/>
                    <a:pt x="165038" y="128203"/>
                  </a:cubicBezTo>
                  <a:cubicBezTo>
                    <a:pt x="164282" y="121143"/>
                    <a:pt x="141464" y="114084"/>
                    <a:pt x="128227" y="121900"/>
                  </a:cubicBezTo>
                  <a:cubicBezTo>
                    <a:pt x="114864" y="129716"/>
                    <a:pt x="124319" y="107780"/>
                    <a:pt x="114864" y="97569"/>
                  </a:cubicBezTo>
                  <a:cubicBezTo>
                    <a:pt x="105409" y="87358"/>
                    <a:pt x="121924" y="72482"/>
                    <a:pt x="132891" y="59876"/>
                  </a:cubicBezTo>
                  <a:cubicBezTo>
                    <a:pt x="143859" y="47269"/>
                    <a:pt x="129740" y="26090"/>
                    <a:pt x="131253" y="16761"/>
                  </a:cubicBezTo>
                  <a:cubicBezTo>
                    <a:pt x="132891" y="7306"/>
                    <a:pt x="132009" y="4155"/>
                    <a:pt x="126588" y="7306"/>
                  </a:cubicBezTo>
                  <a:cubicBezTo>
                    <a:pt x="121167" y="10458"/>
                    <a:pt x="98350" y="-2148"/>
                    <a:pt x="88139" y="4155"/>
                  </a:cubicBezTo>
                  <a:cubicBezTo>
                    <a:pt x="77927" y="10458"/>
                    <a:pt x="87382" y="62145"/>
                    <a:pt x="82592" y="66179"/>
                  </a:cubicBezTo>
                  <a:cubicBezTo>
                    <a:pt x="77927" y="70087"/>
                    <a:pt x="71750" y="57732"/>
                    <a:pt x="69985" y="63027"/>
                  </a:cubicBezTo>
                  <a:cubicBezTo>
                    <a:pt x="67590" y="70087"/>
                    <a:pt x="70741" y="99082"/>
                    <a:pt x="77045" y="99082"/>
                  </a:cubicBezTo>
                  <a:cubicBezTo>
                    <a:pt x="83348" y="99082"/>
                    <a:pt x="88012" y="106898"/>
                    <a:pt x="84104" y="119504"/>
                  </a:cubicBezTo>
                  <a:cubicBezTo>
                    <a:pt x="80196" y="132111"/>
                    <a:pt x="95828" y="133624"/>
                    <a:pt x="110830" y="128077"/>
                  </a:cubicBezTo>
                  <a:cubicBezTo>
                    <a:pt x="125832" y="122782"/>
                    <a:pt x="120411" y="138414"/>
                    <a:pt x="135287" y="136019"/>
                  </a:cubicBezTo>
                  <a:close/>
                  <a:moveTo>
                    <a:pt x="85113" y="143079"/>
                  </a:moveTo>
                  <a:cubicBezTo>
                    <a:pt x="87508" y="154046"/>
                    <a:pt x="92929" y="176864"/>
                    <a:pt x="110200" y="171317"/>
                  </a:cubicBezTo>
                  <a:cubicBezTo>
                    <a:pt x="127471" y="165896"/>
                    <a:pt x="83348" y="135263"/>
                    <a:pt x="85113" y="143079"/>
                  </a:cubicBezTo>
                  <a:close/>
                  <a:moveTo>
                    <a:pt x="128983" y="219222"/>
                  </a:moveTo>
                  <a:cubicBezTo>
                    <a:pt x="132891" y="218465"/>
                    <a:pt x="142346" y="219222"/>
                    <a:pt x="143103" y="211406"/>
                  </a:cubicBezTo>
                  <a:cubicBezTo>
                    <a:pt x="143859" y="203590"/>
                    <a:pt x="152558" y="225525"/>
                    <a:pt x="145498" y="232585"/>
                  </a:cubicBezTo>
                  <a:cubicBezTo>
                    <a:pt x="138438" y="239644"/>
                    <a:pt x="138438" y="259311"/>
                    <a:pt x="149406" y="261580"/>
                  </a:cubicBezTo>
                  <a:cubicBezTo>
                    <a:pt x="160374" y="263975"/>
                    <a:pt x="180796" y="226282"/>
                    <a:pt x="177644" y="219222"/>
                  </a:cubicBezTo>
                  <a:cubicBezTo>
                    <a:pt x="174493" y="212162"/>
                    <a:pt x="165038" y="223886"/>
                    <a:pt x="167433" y="214557"/>
                  </a:cubicBezTo>
                  <a:cubicBezTo>
                    <a:pt x="169828" y="205103"/>
                    <a:pt x="139195" y="180772"/>
                    <a:pt x="127471" y="183167"/>
                  </a:cubicBezTo>
                  <a:cubicBezTo>
                    <a:pt x="115621" y="185436"/>
                    <a:pt x="119781" y="221113"/>
                    <a:pt x="128983" y="219222"/>
                  </a:cubicBezTo>
                  <a:close/>
                  <a:moveTo>
                    <a:pt x="36452" y="234098"/>
                  </a:moveTo>
                  <a:cubicBezTo>
                    <a:pt x="25484" y="248217"/>
                    <a:pt x="-737" y="271665"/>
                    <a:pt x="2666" y="278094"/>
                  </a:cubicBezTo>
                  <a:cubicBezTo>
                    <a:pt x="7330" y="286667"/>
                    <a:pt x="36452" y="243552"/>
                    <a:pt x="50571" y="233341"/>
                  </a:cubicBezTo>
                  <a:cubicBezTo>
                    <a:pt x="64691" y="223130"/>
                    <a:pt x="62295" y="214557"/>
                    <a:pt x="57631" y="205103"/>
                  </a:cubicBezTo>
                  <a:cubicBezTo>
                    <a:pt x="52967" y="195648"/>
                    <a:pt x="47420" y="219978"/>
                    <a:pt x="36452" y="234098"/>
                  </a:cubicBezTo>
                  <a:close/>
                  <a:moveTo>
                    <a:pt x="176132" y="249856"/>
                  </a:moveTo>
                  <a:cubicBezTo>
                    <a:pt x="179283" y="257672"/>
                    <a:pt x="201975" y="245191"/>
                    <a:pt x="195798" y="237249"/>
                  </a:cubicBezTo>
                  <a:cubicBezTo>
                    <a:pt x="189495" y="229433"/>
                    <a:pt x="173736" y="243931"/>
                    <a:pt x="176132" y="249856"/>
                  </a:cubicBezTo>
                  <a:close/>
                  <a:moveTo>
                    <a:pt x="246729" y="310997"/>
                  </a:moveTo>
                  <a:cubicBezTo>
                    <a:pt x="256183" y="300029"/>
                    <a:pt x="240425" y="271034"/>
                    <a:pt x="240425" y="252125"/>
                  </a:cubicBezTo>
                  <a:cubicBezTo>
                    <a:pt x="240425" y="233215"/>
                    <a:pt x="214581" y="238762"/>
                    <a:pt x="221641" y="250486"/>
                  </a:cubicBezTo>
                  <a:cubicBezTo>
                    <a:pt x="228701" y="262210"/>
                    <a:pt x="208278" y="252881"/>
                    <a:pt x="206765" y="264605"/>
                  </a:cubicBezTo>
                  <a:cubicBezTo>
                    <a:pt x="205253" y="276329"/>
                    <a:pt x="190251" y="267001"/>
                    <a:pt x="191133" y="276329"/>
                  </a:cubicBezTo>
                  <a:cubicBezTo>
                    <a:pt x="191890" y="285784"/>
                    <a:pt x="175502" y="276329"/>
                    <a:pt x="167559" y="270909"/>
                  </a:cubicBezTo>
                  <a:cubicBezTo>
                    <a:pt x="159743" y="265362"/>
                    <a:pt x="148776" y="285784"/>
                    <a:pt x="136926" y="288936"/>
                  </a:cubicBezTo>
                  <a:cubicBezTo>
                    <a:pt x="125202" y="292087"/>
                    <a:pt x="118898" y="317048"/>
                    <a:pt x="126714" y="316418"/>
                  </a:cubicBezTo>
                  <a:cubicBezTo>
                    <a:pt x="136169" y="315662"/>
                    <a:pt x="140834" y="303055"/>
                    <a:pt x="150288" y="303811"/>
                  </a:cubicBezTo>
                  <a:cubicBezTo>
                    <a:pt x="159743" y="304568"/>
                    <a:pt x="156592" y="294357"/>
                    <a:pt x="169955" y="296752"/>
                  </a:cubicBezTo>
                  <a:cubicBezTo>
                    <a:pt x="183317" y="299147"/>
                    <a:pt x="173863" y="339110"/>
                    <a:pt x="191890" y="342261"/>
                  </a:cubicBezTo>
                  <a:cubicBezTo>
                    <a:pt x="209917" y="345413"/>
                    <a:pt x="210673" y="356381"/>
                    <a:pt x="219372" y="356381"/>
                  </a:cubicBezTo>
                  <a:cubicBezTo>
                    <a:pt x="227944" y="356381"/>
                    <a:pt x="217859" y="331294"/>
                    <a:pt x="218616" y="322721"/>
                  </a:cubicBezTo>
                  <a:cubicBezTo>
                    <a:pt x="219246" y="314149"/>
                    <a:pt x="237274" y="321965"/>
                    <a:pt x="246729" y="310997"/>
                  </a:cubicBezTo>
                  <a:close/>
                </a:path>
              </a:pathLst>
            </a:custGeom>
            <a:grpFill/>
            <a:ln w="1270" cap="flat">
              <a:solidFill>
                <a:schemeClr val="bg1"/>
              </a:solidFill>
              <a:prstDash val="solid"/>
              <a:miter/>
            </a:ln>
          </p:spPr>
          <p:txBody>
            <a:bodyPr rtlCol="0" anchor="ctr"/>
            <a:lstStyle/>
            <a:p>
              <a:endParaRPr lang="ko-KR" altLang="en-US"/>
            </a:p>
          </p:txBody>
        </p:sp>
        <p:sp>
          <p:nvSpPr>
            <p:cNvPr id="166" name="자유형: 도형 146">
              <a:extLst>
                <a:ext uri="{FF2B5EF4-FFF2-40B4-BE49-F238E27FC236}">
                  <a16:creationId xmlns:a16="http://schemas.microsoft.com/office/drawing/2014/main" id="{7DF10FD8-0B6A-0C4C-BF23-A0E8766C27F4}"/>
                </a:ext>
              </a:extLst>
            </p:cNvPr>
            <p:cNvSpPr/>
            <p:nvPr/>
          </p:nvSpPr>
          <p:spPr>
            <a:xfrm>
              <a:off x="9511764" y="4651194"/>
              <a:ext cx="327769" cy="214311"/>
            </a:xfrm>
            <a:custGeom>
              <a:avLst/>
              <a:gdLst>
                <a:gd name="connsiteX0" fmla="*/ 244030 w 327769"/>
                <a:gd name="connsiteY0" fmla="*/ 199530 h 214310"/>
                <a:gd name="connsiteX1" fmla="*/ 225247 w 327769"/>
                <a:gd name="connsiteY1" fmla="*/ 181502 h 214310"/>
                <a:gd name="connsiteX2" fmla="*/ 198521 w 327769"/>
                <a:gd name="connsiteY2" fmla="*/ 168896 h 214310"/>
                <a:gd name="connsiteX3" fmla="*/ 179737 w 327769"/>
                <a:gd name="connsiteY3" fmla="*/ 133597 h 214310"/>
                <a:gd name="connsiteX4" fmla="*/ 173434 w 327769"/>
                <a:gd name="connsiteY4" fmla="*/ 111662 h 214310"/>
                <a:gd name="connsiteX5" fmla="*/ 178981 w 327769"/>
                <a:gd name="connsiteY5" fmla="*/ 94391 h 214310"/>
                <a:gd name="connsiteX6" fmla="*/ 126411 w 327769"/>
                <a:gd name="connsiteY6" fmla="*/ 65396 h 214310"/>
                <a:gd name="connsiteX7" fmla="*/ 22030 w 327769"/>
                <a:gd name="connsiteY7" fmla="*/ 8163 h 214310"/>
                <a:gd name="connsiteX8" fmla="*/ 2364 w 327769"/>
                <a:gd name="connsiteY8" fmla="*/ 2364 h 214310"/>
                <a:gd name="connsiteX9" fmla="*/ 2364 w 327769"/>
                <a:gd name="connsiteY9" fmla="*/ 169778 h 214310"/>
                <a:gd name="connsiteX10" fmla="*/ 30602 w 327769"/>
                <a:gd name="connsiteY10" fmla="*/ 179107 h 214310"/>
                <a:gd name="connsiteX11" fmla="*/ 62749 w 327769"/>
                <a:gd name="connsiteY11" fmla="*/ 161080 h 214310"/>
                <a:gd name="connsiteX12" fmla="*/ 78507 w 327769"/>
                <a:gd name="connsiteY12" fmla="*/ 141413 h 214310"/>
                <a:gd name="connsiteX13" fmla="*/ 134227 w 327769"/>
                <a:gd name="connsiteY13" fmla="*/ 153894 h 214310"/>
                <a:gd name="connsiteX14" fmla="*/ 192344 w 327769"/>
                <a:gd name="connsiteY14" fmla="*/ 205707 h 214310"/>
                <a:gd name="connsiteX15" fmla="*/ 248064 w 327769"/>
                <a:gd name="connsiteY15" fmla="*/ 215918 h 214310"/>
                <a:gd name="connsiteX16" fmla="*/ 244030 w 327769"/>
                <a:gd name="connsiteY16" fmla="*/ 199530 h 214310"/>
                <a:gd name="connsiteX17" fmla="*/ 288783 w 327769"/>
                <a:gd name="connsiteY17" fmla="*/ 59849 h 214310"/>
                <a:gd name="connsiteX18" fmla="*/ 256637 w 327769"/>
                <a:gd name="connsiteY18" fmla="*/ 78633 h 214310"/>
                <a:gd name="connsiteX19" fmla="*/ 200160 w 327769"/>
                <a:gd name="connsiteY19" fmla="*/ 81028 h 214310"/>
                <a:gd name="connsiteX20" fmla="*/ 243274 w 327769"/>
                <a:gd name="connsiteY20" fmla="*/ 100694 h 214310"/>
                <a:gd name="connsiteX21" fmla="*/ 298238 w 327769"/>
                <a:gd name="connsiteY21" fmla="*/ 73212 h 214310"/>
                <a:gd name="connsiteX22" fmla="*/ 306054 w 327769"/>
                <a:gd name="connsiteY22" fmla="*/ 49638 h 214310"/>
                <a:gd name="connsiteX23" fmla="*/ 288783 w 327769"/>
                <a:gd name="connsiteY23" fmla="*/ 59849 h 214310"/>
                <a:gd name="connsiteX24" fmla="*/ 315509 w 327769"/>
                <a:gd name="connsiteY24" fmla="*/ 30098 h 214310"/>
                <a:gd name="connsiteX25" fmla="*/ 307693 w 327769"/>
                <a:gd name="connsiteY25" fmla="*/ 31611 h 214310"/>
                <a:gd name="connsiteX26" fmla="*/ 324207 w 327769"/>
                <a:gd name="connsiteY26" fmla="*/ 56698 h 214310"/>
                <a:gd name="connsiteX27" fmla="*/ 315509 w 327769"/>
                <a:gd name="connsiteY27" fmla="*/ 30098 h 21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27769" h="214310">
                  <a:moveTo>
                    <a:pt x="244030" y="199530"/>
                  </a:moveTo>
                  <a:cubicBezTo>
                    <a:pt x="238609" y="197134"/>
                    <a:pt x="224490" y="187805"/>
                    <a:pt x="225247" y="181502"/>
                  </a:cubicBezTo>
                  <a:cubicBezTo>
                    <a:pt x="226003" y="175199"/>
                    <a:pt x="209615" y="175956"/>
                    <a:pt x="198521" y="168896"/>
                  </a:cubicBezTo>
                  <a:cubicBezTo>
                    <a:pt x="187553" y="161836"/>
                    <a:pt x="191461" y="139144"/>
                    <a:pt x="179737" y="133597"/>
                  </a:cubicBezTo>
                  <a:cubicBezTo>
                    <a:pt x="168013" y="128051"/>
                    <a:pt x="159315" y="110906"/>
                    <a:pt x="173434" y="111662"/>
                  </a:cubicBezTo>
                  <a:cubicBezTo>
                    <a:pt x="187553" y="112419"/>
                    <a:pt x="189949" y="104602"/>
                    <a:pt x="178981" y="94391"/>
                  </a:cubicBezTo>
                  <a:cubicBezTo>
                    <a:pt x="168013" y="84180"/>
                    <a:pt x="128050" y="80272"/>
                    <a:pt x="126411" y="65396"/>
                  </a:cubicBezTo>
                  <a:cubicBezTo>
                    <a:pt x="124899" y="50521"/>
                    <a:pt x="53420" y="15096"/>
                    <a:pt x="22030" y="8163"/>
                  </a:cubicBezTo>
                  <a:cubicBezTo>
                    <a:pt x="16483" y="6902"/>
                    <a:pt x="9675" y="4885"/>
                    <a:pt x="2364" y="2364"/>
                  </a:cubicBezTo>
                  <a:lnTo>
                    <a:pt x="2364" y="169778"/>
                  </a:lnTo>
                  <a:cubicBezTo>
                    <a:pt x="9675" y="174695"/>
                    <a:pt x="18752" y="178603"/>
                    <a:pt x="30602" y="179107"/>
                  </a:cubicBezTo>
                  <a:cubicBezTo>
                    <a:pt x="65144" y="180620"/>
                    <a:pt x="56445" y="161080"/>
                    <a:pt x="62749" y="161080"/>
                  </a:cubicBezTo>
                  <a:cubicBezTo>
                    <a:pt x="69052" y="161080"/>
                    <a:pt x="71447" y="150112"/>
                    <a:pt x="78507" y="141413"/>
                  </a:cubicBezTo>
                  <a:cubicBezTo>
                    <a:pt x="85566" y="132841"/>
                    <a:pt x="116200" y="139775"/>
                    <a:pt x="134227" y="153894"/>
                  </a:cubicBezTo>
                  <a:cubicBezTo>
                    <a:pt x="152255" y="168013"/>
                    <a:pt x="173434" y="209615"/>
                    <a:pt x="192344" y="205707"/>
                  </a:cubicBezTo>
                  <a:cubicBezTo>
                    <a:pt x="211127" y="201799"/>
                    <a:pt x="230794" y="216674"/>
                    <a:pt x="248064" y="215918"/>
                  </a:cubicBezTo>
                  <a:cubicBezTo>
                    <a:pt x="265209" y="215288"/>
                    <a:pt x="249577" y="201925"/>
                    <a:pt x="244030" y="199530"/>
                  </a:cubicBezTo>
                  <a:close/>
                  <a:moveTo>
                    <a:pt x="288783" y="59849"/>
                  </a:moveTo>
                  <a:cubicBezTo>
                    <a:pt x="288783" y="66909"/>
                    <a:pt x="276303" y="70817"/>
                    <a:pt x="256637" y="78633"/>
                  </a:cubicBezTo>
                  <a:cubicBezTo>
                    <a:pt x="237097" y="86449"/>
                    <a:pt x="201420" y="69683"/>
                    <a:pt x="200160" y="81028"/>
                  </a:cubicBezTo>
                  <a:cubicBezTo>
                    <a:pt x="199403" y="88088"/>
                    <a:pt x="222095" y="100694"/>
                    <a:pt x="243274" y="100694"/>
                  </a:cubicBezTo>
                  <a:cubicBezTo>
                    <a:pt x="264453" y="100694"/>
                    <a:pt x="298238" y="79516"/>
                    <a:pt x="298238" y="73212"/>
                  </a:cubicBezTo>
                  <a:cubicBezTo>
                    <a:pt x="298238" y="66909"/>
                    <a:pt x="311601" y="55941"/>
                    <a:pt x="306054" y="49638"/>
                  </a:cubicBezTo>
                  <a:cubicBezTo>
                    <a:pt x="300633" y="43461"/>
                    <a:pt x="288783" y="52790"/>
                    <a:pt x="288783" y="59849"/>
                  </a:cubicBezTo>
                  <a:close/>
                  <a:moveTo>
                    <a:pt x="315509" y="30098"/>
                  </a:moveTo>
                  <a:cubicBezTo>
                    <a:pt x="302902" y="22282"/>
                    <a:pt x="291935" y="16735"/>
                    <a:pt x="307693" y="31611"/>
                  </a:cubicBezTo>
                  <a:cubicBezTo>
                    <a:pt x="323451" y="46486"/>
                    <a:pt x="315005" y="59219"/>
                    <a:pt x="324207" y="56698"/>
                  </a:cubicBezTo>
                  <a:cubicBezTo>
                    <a:pt x="338958" y="52916"/>
                    <a:pt x="327989" y="37914"/>
                    <a:pt x="315509" y="30098"/>
                  </a:cubicBezTo>
                  <a:close/>
                </a:path>
              </a:pathLst>
            </a:custGeom>
            <a:grpFill/>
            <a:ln w="1270" cap="flat">
              <a:solidFill>
                <a:schemeClr val="bg1"/>
              </a:solidFill>
              <a:prstDash val="solid"/>
              <a:miter/>
            </a:ln>
          </p:spPr>
          <p:txBody>
            <a:bodyPr rtlCol="0" anchor="ctr"/>
            <a:lstStyle/>
            <a:p>
              <a:endParaRPr lang="ko-KR" altLang="en-US"/>
            </a:p>
          </p:txBody>
        </p:sp>
        <p:sp>
          <p:nvSpPr>
            <p:cNvPr id="167" name="자유형: 도형 147">
              <a:extLst>
                <a:ext uri="{FF2B5EF4-FFF2-40B4-BE49-F238E27FC236}">
                  <a16:creationId xmlns:a16="http://schemas.microsoft.com/office/drawing/2014/main" id="{35A2FE07-0F10-3B45-BD7E-522E8CC02126}"/>
                </a:ext>
              </a:extLst>
            </p:cNvPr>
            <p:cNvSpPr/>
            <p:nvPr/>
          </p:nvSpPr>
          <p:spPr>
            <a:xfrm>
              <a:off x="7909908" y="4317241"/>
              <a:ext cx="50426" cy="100852"/>
            </a:xfrm>
            <a:custGeom>
              <a:avLst/>
              <a:gdLst>
                <a:gd name="connsiteX0" fmla="*/ 14665 w 50426"/>
                <a:gd name="connsiteY0" fmla="*/ 2371 h 100852"/>
                <a:gd name="connsiteX1" fmla="*/ 5210 w 50426"/>
                <a:gd name="connsiteY1" fmla="*/ 27458 h 100852"/>
                <a:gd name="connsiteX2" fmla="*/ 3697 w 50426"/>
                <a:gd name="connsiteY2" fmla="*/ 62756 h 100852"/>
                <a:gd name="connsiteX3" fmla="*/ 17060 w 50426"/>
                <a:gd name="connsiteY3" fmla="*/ 101962 h 100852"/>
                <a:gd name="connsiteX4" fmla="*/ 57905 w 50426"/>
                <a:gd name="connsiteY4" fmla="*/ 64269 h 100852"/>
                <a:gd name="connsiteX5" fmla="*/ 14665 w 50426"/>
                <a:gd name="connsiteY5" fmla="*/ 2371 h 10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26" h="100852">
                  <a:moveTo>
                    <a:pt x="14665" y="2371"/>
                  </a:moveTo>
                  <a:cubicBezTo>
                    <a:pt x="7605" y="3127"/>
                    <a:pt x="9118" y="17247"/>
                    <a:pt x="5210" y="27458"/>
                  </a:cubicBezTo>
                  <a:cubicBezTo>
                    <a:pt x="1302" y="37669"/>
                    <a:pt x="2058" y="47880"/>
                    <a:pt x="3697" y="62756"/>
                  </a:cubicBezTo>
                  <a:cubicBezTo>
                    <a:pt x="5210" y="77632"/>
                    <a:pt x="3697" y="93390"/>
                    <a:pt x="17060" y="101962"/>
                  </a:cubicBezTo>
                  <a:cubicBezTo>
                    <a:pt x="32314" y="111922"/>
                    <a:pt x="57023" y="86330"/>
                    <a:pt x="57905" y="64269"/>
                  </a:cubicBezTo>
                  <a:cubicBezTo>
                    <a:pt x="58536" y="42334"/>
                    <a:pt x="20590" y="1741"/>
                    <a:pt x="14665" y="2371"/>
                  </a:cubicBezTo>
                  <a:close/>
                </a:path>
              </a:pathLst>
            </a:custGeom>
            <a:grpFill/>
            <a:ln w="1270" cap="flat">
              <a:solidFill>
                <a:schemeClr val="bg1"/>
              </a:solidFill>
              <a:prstDash val="solid"/>
              <a:miter/>
            </a:ln>
          </p:spPr>
          <p:txBody>
            <a:bodyPr rtlCol="0" anchor="ctr"/>
            <a:lstStyle/>
            <a:p>
              <a:endParaRPr lang="ko-KR" altLang="en-US"/>
            </a:p>
          </p:txBody>
        </p:sp>
        <p:sp>
          <p:nvSpPr>
            <p:cNvPr id="168" name="자유형: 도형 148">
              <a:extLst>
                <a:ext uri="{FF2B5EF4-FFF2-40B4-BE49-F238E27FC236}">
                  <a16:creationId xmlns:a16="http://schemas.microsoft.com/office/drawing/2014/main" id="{637E6BCD-4C7A-9C42-A81E-3A54A68B6B87}"/>
                </a:ext>
              </a:extLst>
            </p:cNvPr>
            <p:cNvSpPr/>
            <p:nvPr/>
          </p:nvSpPr>
          <p:spPr>
            <a:xfrm>
              <a:off x="6925586" y="4891628"/>
              <a:ext cx="189098" cy="378195"/>
            </a:xfrm>
            <a:custGeom>
              <a:avLst/>
              <a:gdLst>
                <a:gd name="connsiteX0" fmla="*/ 164941 w 189097"/>
                <a:gd name="connsiteY0" fmla="*/ 7000 h 378195"/>
                <a:gd name="connsiteX1" fmla="*/ 155486 w 189097"/>
                <a:gd name="connsiteY1" fmla="*/ 14816 h 378195"/>
                <a:gd name="connsiteX2" fmla="*/ 151578 w 189097"/>
                <a:gd name="connsiteY2" fmla="*/ 33725 h 378195"/>
                <a:gd name="connsiteX3" fmla="*/ 135946 w 189097"/>
                <a:gd name="connsiteY3" fmla="*/ 45449 h 378195"/>
                <a:gd name="connsiteX4" fmla="*/ 122583 w 189097"/>
                <a:gd name="connsiteY4" fmla="*/ 57174 h 378195"/>
                <a:gd name="connsiteX5" fmla="*/ 121826 w 189097"/>
                <a:gd name="connsiteY5" fmla="*/ 71293 h 378195"/>
                <a:gd name="connsiteX6" fmla="*/ 102160 w 189097"/>
                <a:gd name="connsiteY6" fmla="*/ 87807 h 378195"/>
                <a:gd name="connsiteX7" fmla="*/ 65349 w 189097"/>
                <a:gd name="connsiteY7" fmla="*/ 106591 h 378195"/>
                <a:gd name="connsiteX8" fmla="*/ 31564 w 189097"/>
                <a:gd name="connsiteY8" fmla="*/ 112894 h 378195"/>
                <a:gd name="connsiteX9" fmla="*/ 20596 w 189097"/>
                <a:gd name="connsiteY9" fmla="*/ 148193 h 378195"/>
                <a:gd name="connsiteX10" fmla="*/ 23748 w 189097"/>
                <a:gd name="connsiteY10" fmla="*/ 195971 h 378195"/>
                <a:gd name="connsiteX11" fmla="*/ 17445 w 189097"/>
                <a:gd name="connsiteY11" fmla="*/ 250053 h 378195"/>
                <a:gd name="connsiteX12" fmla="*/ 7233 w 189097"/>
                <a:gd name="connsiteY12" fmla="*/ 313590 h 378195"/>
                <a:gd name="connsiteX13" fmla="*/ 24504 w 189097"/>
                <a:gd name="connsiteY13" fmla="*/ 363764 h 378195"/>
                <a:gd name="connsiteX14" fmla="*/ 71527 w 189097"/>
                <a:gd name="connsiteY14" fmla="*/ 375488 h 378195"/>
                <a:gd name="connsiteX15" fmla="*/ 99009 w 189097"/>
                <a:gd name="connsiteY15" fmla="*/ 365277 h 378195"/>
                <a:gd name="connsiteX16" fmla="*/ 137458 w 189097"/>
                <a:gd name="connsiteY16" fmla="*/ 253835 h 378195"/>
                <a:gd name="connsiteX17" fmla="*/ 166453 w 189097"/>
                <a:gd name="connsiteY17" fmla="*/ 150210 h 378195"/>
                <a:gd name="connsiteX18" fmla="*/ 171118 w 189097"/>
                <a:gd name="connsiteY18" fmla="*/ 120332 h 378195"/>
                <a:gd name="connsiteX19" fmla="*/ 178177 w 189097"/>
                <a:gd name="connsiteY19" fmla="*/ 103818 h 378195"/>
                <a:gd name="connsiteX20" fmla="*/ 193936 w 189097"/>
                <a:gd name="connsiteY20" fmla="*/ 100666 h 378195"/>
                <a:gd name="connsiteX21" fmla="*/ 183724 w 189097"/>
                <a:gd name="connsiteY21" fmla="*/ 50366 h 378195"/>
                <a:gd name="connsiteX22" fmla="*/ 164941 w 189097"/>
                <a:gd name="connsiteY22" fmla="*/ 7000 h 378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9097" h="378195">
                  <a:moveTo>
                    <a:pt x="164941" y="7000"/>
                  </a:moveTo>
                  <a:cubicBezTo>
                    <a:pt x="161411" y="-5859"/>
                    <a:pt x="158638" y="11790"/>
                    <a:pt x="155486" y="14816"/>
                  </a:cubicBezTo>
                  <a:cubicBezTo>
                    <a:pt x="152334" y="17967"/>
                    <a:pt x="150821" y="27422"/>
                    <a:pt x="151578" y="33725"/>
                  </a:cubicBezTo>
                  <a:cubicBezTo>
                    <a:pt x="152334" y="40029"/>
                    <a:pt x="142123" y="46332"/>
                    <a:pt x="135946" y="45449"/>
                  </a:cubicBezTo>
                  <a:cubicBezTo>
                    <a:pt x="129642" y="44693"/>
                    <a:pt x="119431" y="48601"/>
                    <a:pt x="122583" y="57174"/>
                  </a:cubicBezTo>
                  <a:cubicBezTo>
                    <a:pt x="125734" y="65872"/>
                    <a:pt x="117918" y="64233"/>
                    <a:pt x="121826" y="71293"/>
                  </a:cubicBezTo>
                  <a:cubicBezTo>
                    <a:pt x="125734" y="78353"/>
                    <a:pt x="113254" y="87051"/>
                    <a:pt x="102160" y="87807"/>
                  </a:cubicBezTo>
                  <a:cubicBezTo>
                    <a:pt x="91193" y="88564"/>
                    <a:pt x="77073" y="108230"/>
                    <a:pt x="65349" y="106591"/>
                  </a:cubicBezTo>
                  <a:cubicBezTo>
                    <a:pt x="53625" y="105078"/>
                    <a:pt x="41775" y="114407"/>
                    <a:pt x="31564" y="112894"/>
                  </a:cubicBezTo>
                  <a:cubicBezTo>
                    <a:pt x="21352" y="111255"/>
                    <a:pt x="28412" y="134073"/>
                    <a:pt x="20596" y="148193"/>
                  </a:cubicBezTo>
                  <a:cubicBezTo>
                    <a:pt x="12780" y="162312"/>
                    <a:pt x="16688" y="178826"/>
                    <a:pt x="23748" y="195971"/>
                  </a:cubicBezTo>
                  <a:cubicBezTo>
                    <a:pt x="30807" y="213242"/>
                    <a:pt x="36354" y="227362"/>
                    <a:pt x="17445" y="250053"/>
                  </a:cubicBezTo>
                  <a:cubicBezTo>
                    <a:pt x="-1339" y="272871"/>
                    <a:pt x="174" y="297958"/>
                    <a:pt x="7233" y="313590"/>
                  </a:cubicBezTo>
                  <a:cubicBezTo>
                    <a:pt x="14293" y="329348"/>
                    <a:pt x="14293" y="352796"/>
                    <a:pt x="24504" y="363764"/>
                  </a:cubicBezTo>
                  <a:cubicBezTo>
                    <a:pt x="34715" y="374732"/>
                    <a:pt x="62954" y="384186"/>
                    <a:pt x="71527" y="375488"/>
                  </a:cubicBezTo>
                  <a:cubicBezTo>
                    <a:pt x="80099" y="366789"/>
                    <a:pt x="89302" y="376622"/>
                    <a:pt x="99009" y="365277"/>
                  </a:cubicBezTo>
                  <a:cubicBezTo>
                    <a:pt x="108463" y="354309"/>
                    <a:pt x="124095" y="293924"/>
                    <a:pt x="137458" y="253835"/>
                  </a:cubicBezTo>
                  <a:cubicBezTo>
                    <a:pt x="150821" y="213872"/>
                    <a:pt x="168092" y="161177"/>
                    <a:pt x="166453" y="150210"/>
                  </a:cubicBezTo>
                  <a:cubicBezTo>
                    <a:pt x="164941" y="139242"/>
                    <a:pt x="175908" y="132182"/>
                    <a:pt x="171118" y="120332"/>
                  </a:cubicBezTo>
                  <a:cubicBezTo>
                    <a:pt x="166453" y="108608"/>
                    <a:pt x="172631" y="94489"/>
                    <a:pt x="178177" y="103818"/>
                  </a:cubicBezTo>
                  <a:cubicBezTo>
                    <a:pt x="183724" y="113272"/>
                    <a:pt x="191540" y="113272"/>
                    <a:pt x="193936" y="100666"/>
                  </a:cubicBezTo>
                  <a:cubicBezTo>
                    <a:pt x="196331" y="88059"/>
                    <a:pt x="184481" y="68520"/>
                    <a:pt x="183724" y="50366"/>
                  </a:cubicBezTo>
                  <a:cubicBezTo>
                    <a:pt x="182968" y="32843"/>
                    <a:pt x="167210" y="15698"/>
                    <a:pt x="164941" y="7000"/>
                  </a:cubicBezTo>
                  <a:close/>
                </a:path>
              </a:pathLst>
            </a:custGeom>
            <a:grpFill/>
            <a:ln w="1270" cap="flat">
              <a:solidFill>
                <a:schemeClr val="bg1"/>
              </a:solidFill>
              <a:prstDash val="solid"/>
              <a:miter/>
            </a:ln>
          </p:spPr>
          <p:txBody>
            <a:bodyPr rtlCol="0" anchor="ctr"/>
            <a:lstStyle/>
            <a:p>
              <a:endParaRPr lang="ko-KR" altLang="en-US"/>
            </a:p>
          </p:txBody>
        </p:sp>
        <p:sp>
          <p:nvSpPr>
            <p:cNvPr id="169" name="자유형: 도형 149">
              <a:extLst>
                <a:ext uri="{FF2B5EF4-FFF2-40B4-BE49-F238E27FC236}">
                  <a16:creationId xmlns:a16="http://schemas.microsoft.com/office/drawing/2014/main" id="{74D4FB3C-C477-D34E-8BFA-92203924A455}"/>
                </a:ext>
              </a:extLst>
            </p:cNvPr>
            <p:cNvSpPr/>
            <p:nvPr/>
          </p:nvSpPr>
          <p:spPr>
            <a:xfrm>
              <a:off x="6914824" y="4057680"/>
              <a:ext cx="315163" cy="189098"/>
            </a:xfrm>
            <a:custGeom>
              <a:avLst/>
              <a:gdLst>
                <a:gd name="connsiteX0" fmla="*/ 226129 w 315162"/>
                <a:gd name="connsiteY0" fmla="*/ 9802 h 189097"/>
                <a:gd name="connsiteX1" fmla="*/ 173812 w 315162"/>
                <a:gd name="connsiteY1" fmla="*/ 12827 h 189097"/>
                <a:gd name="connsiteX2" fmla="*/ 132841 w 315162"/>
                <a:gd name="connsiteY2" fmla="*/ 48504 h 189097"/>
                <a:gd name="connsiteX3" fmla="*/ 114687 w 315162"/>
                <a:gd name="connsiteY3" fmla="*/ 55311 h 189097"/>
                <a:gd name="connsiteX4" fmla="*/ 77498 w 315162"/>
                <a:gd name="connsiteY4" fmla="*/ 49260 h 189097"/>
                <a:gd name="connsiteX5" fmla="*/ 44848 w 315162"/>
                <a:gd name="connsiteY5" fmla="*/ 46234 h 189097"/>
                <a:gd name="connsiteX6" fmla="*/ 25181 w 315162"/>
                <a:gd name="connsiteY6" fmla="*/ 43209 h 189097"/>
                <a:gd name="connsiteX7" fmla="*/ 13835 w 315162"/>
                <a:gd name="connsiteY7" fmla="*/ 53042 h 189097"/>
                <a:gd name="connsiteX8" fmla="*/ 14592 w 315162"/>
                <a:gd name="connsiteY8" fmla="*/ 67540 h 189097"/>
                <a:gd name="connsiteX9" fmla="*/ 2364 w 315162"/>
                <a:gd name="connsiteY9" fmla="*/ 74221 h 189097"/>
                <a:gd name="connsiteX10" fmla="*/ 4633 w 315162"/>
                <a:gd name="connsiteY10" fmla="*/ 90609 h 189097"/>
                <a:gd name="connsiteX11" fmla="*/ 12449 w 315162"/>
                <a:gd name="connsiteY11" fmla="*/ 132967 h 189097"/>
                <a:gd name="connsiteX12" fmla="*/ 21399 w 315162"/>
                <a:gd name="connsiteY12" fmla="*/ 171795 h 189097"/>
                <a:gd name="connsiteX13" fmla="*/ 69682 w 315162"/>
                <a:gd name="connsiteY13" fmla="*/ 166248 h 189097"/>
                <a:gd name="connsiteX14" fmla="*/ 103846 w 315162"/>
                <a:gd name="connsiteY14" fmla="*/ 155659 h 189097"/>
                <a:gd name="connsiteX15" fmla="*/ 132841 w 315162"/>
                <a:gd name="connsiteY15" fmla="*/ 141540 h 189097"/>
                <a:gd name="connsiteX16" fmla="*/ 159188 w 315162"/>
                <a:gd name="connsiteY16" fmla="*/ 137253 h 189097"/>
                <a:gd name="connsiteX17" fmla="*/ 179989 w 315162"/>
                <a:gd name="connsiteY17" fmla="*/ 123134 h 189097"/>
                <a:gd name="connsiteX18" fmla="*/ 236088 w 315162"/>
                <a:gd name="connsiteY18" fmla="*/ 104729 h 189097"/>
                <a:gd name="connsiteX19" fmla="*/ 261553 w 315162"/>
                <a:gd name="connsiteY19" fmla="*/ 78003 h 189097"/>
                <a:gd name="connsiteX20" fmla="*/ 284245 w 315162"/>
                <a:gd name="connsiteY20" fmla="*/ 69430 h 189097"/>
                <a:gd name="connsiteX21" fmla="*/ 251720 w 315162"/>
                <a:gd name="connsiteY21" fmla="*/ 2364 h 189097"/>
                <a:gd name="connsiteX22" fmla="*/ 226129 w 315162"/>
                <a:gd name="connsiteY22" fmla="*/ 9802 h 189097"/>
                <a:gd name="connsiteX23" fmla="*/ 290800 w 315162"/>
                <a:gd name="connsiteY23" fmla="*/ 185536 h 189097"/>
                <a:gd name="connsiteX24" fmla="*/ 317778 w 315162"/>
                <a:gd name="connsiteY24" fmla="*/ 180368 h 189097"/>
                <a:gd name="connsiteX25" fmla="*/ 290800 w 315162"/>
                <a:gd name="connsiteY25" fmla="*/ 185536 h 18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15162" h="189097">
                  <a:moveTo>
                    <a:pt x="226129" y="9802"/>
                  </a:moveTo>
                  <a:cubicBezTo>
                    <a:pt x="212514" y="12827"/>
                    <a:pt x="178350" y="10558"/>
                    <a:pt x="173812" y="12827"/>
                  </a:cubicBezTo>
                  <a:cubicBezTo>
                    <a:pt x="169274" y="15096"/>
                    <a:pt x="137379" y="37914"/>
                    <a:pt x="132841" y="48504"/>
                  </a:cubicBezTo>
                  <a:cubicBezTo>
                    <a:pt x="128303" y="59093"/>
                    <a:pt x="121495" y="60606"/>
                    <a:pt x="114687" y="55311"/>
                  </a:cubicBezTo>
                  <a:cubicBezTo>
                    <a:pt x="107880" y="50016"/>
                    <a:pt x="79767" y="51529"/>
                    <a:pt x="77498" y="49260"/>
                  </a:cubicBezTo>
                  <a:cubicBezTo>
                    <a:pt x="75229" y="46991"/>
                    <a:pt x="54806" y="44722"/>
                    <a:pt x="44848" y="46234"/>
                  </a:cubicBezTo>
                  <a:cubicBezTo>
                    <a:pt x="35015" y="47747"/>
                    <a:pt x="29720" y="41696"/>
                    <a:pt x="25181" y="43209"/>
                  </a:cubicBezTo>
                  <a:cubicBezTo>
                    <a:pt x="20643" y="44722"/>
                    <a:pt x="16105" y="50016"/>
                    <a:pt x="13835" y="53042"/>
                  </a:cubicBezTo>
                  <a:cubicBezTo>
                    <a:pt x="11566" y="56068"/>
                    <a:pt x="16105" y="64388"/>
                    <a:pt x="14592" y="67540"/>
                  </a:cubicBezTo>
                  <a:cubicBezTo>
                    <a:pt x="14213" y="68296"/>
                    <a:pt x="9297" y="70943"/>
                    <a:pt x="2364" y="74221"/>
                  </a:cubicBezTo>
                  <a:cubicBezTo>
                    <a:pt x="4759" y="80146"/>
                    <a:pt x="6146" y="86197"/>
                    <a:pt x="4633" y="90609"/>
                  </a:cubicBezTo>
                  <a:cubicBezTo>
                    <a:pt x="1481" y="99686"/>
                    <a:pt x="4255" y="120865"/>
                    <a:pt x="12449" y="132967"/>
                  </a:cubicBezTo>
                  <a:cubicBezTo>
                    <a:pt x="20643" y="145069"/>
                    <a:pt x="17491" y="167509"/>
                    <a:pt x="21399" y="171795"/>
                  </a:cubicBezTo>
                  <a:cubicBezTo>
                    <a:pt x="25307" y="176082"/>
                    <a:pt x="55941" y="175325"/>
                    <a:pt x="69682" y="166248"/>
                  </a:cubicBezTo>
                  <a:cubicBezTo>
                    <a:pt x="83423" y="157298"/>
                    <a:pt x="92878" y="155659"/>
                    <a:pt x="103846" y="155659"/>
                  </a:cubicBezTo>
                  <a:cubicBezTo>
                    <a:pt x="114814" y="155659"/>
                    <a:pt x="129311" y="146204"/>
                    <a:pt x="132841" y="141540"/>
                  </a:cubicBezTo>
                  <a:cubicBezTo>
                    <a:pt x="136371" y="136875"/>
                    <a:pt x="152507" y="136497"/>
                    <a:pt x="159188" y="137253"/>
                  </a:cubicBezTo>
                  <a:cubicBezTo>
                    <a:pt x="165870" y="138010"/>
                    <a:pt x="172552" y="130572"/>
                    <a:pt x="179989" y="123134"/>
                  </a:cubicBezTo>
                  <a:cubicBezTo>
                    <a:pt x="187427" y="115696"/>
                    <a:pt x="211001" y="112545"/>
                    <a:pt x="236088" y="104729"/>
                  </a:cubicBezTo>
                  <a:cubicBezTo>
                    <a:pt x="261175" y="96912"/>
                    <a:pt x="255628" y="85063"/>
                    <a:pt x="261553" y="78003"/>
                  </a:cubicBezTo>
                  <a:cubicBezTo>
                    <a:pt x="266470" y="72078"/>
                    <a:pt x="273404" y="73843"/>
                    <a:pt x="284245" y="69430"/>
                  </a:cubicBezTo>
                  <a:cubicBezTo>
                    <a:pt x="272017" y="44470"/>
                    <a:pt x="258528" y="16483"/>
                    <a:pt x="251720" y="2364"/>
                  </a:cubicBezTo>
                  <a:cubicBezTo>
                    <a:pt x="239618" y="6020"/>
                    <a:pt x="229911" y="8919"/>
                    <a:pt x="226129" y="9802"/>
                  </a:cubicBezTo>
                  <a:close/>
                  <a:moveTo>
                    <a:pt x="290800" y="185536"/>
                  </a:moveTo>
                  <a:cubicBezTo>
                    <a:pt x="299625" y="194613"/>
                    <a:pt x="316896" y="184023"/>
                    <a:pt x="317778" y="180368"/>
                  </a:cubicBezTo>
                  <a:cubicBezTo>
                    <a:pt x="318661" y="176712"/>
                    <a:pt x="280841" y="175325"/>
                    <a:pt x="290800" y="185536"/>
                  </a:cubicBezTo>
                  <a:close/>
                </a:path>
              </a:pathLst>
            </a:custGeom>
            <a:grpFill/>
            <a:ln w="1270" cap="flat">
              <a:solidFill>
                <a:schemeClr val="bg1"/>
              </a:solidFill>
              <a:prstDash val="solid"/>
              <a:miter/>
            </a:ln>
          </p:spPr>
          <p:txBody>
            <a:bodyPr rtlCol="0" anchor="ctr"/>
            <a:lstStyle/>
            <a:p>
              <a:endParaRPr lang="ko-KR" altLang="en-US"/>
            </a:p>
          </p:txBody>
        </p:sp>
        <p:sp>
          <p:nvSpPr>
            <p:cNvPr id="171" name="자유형: 도형 151">
              <a:extLst>
                <a:ext uri="{FF2B5EF4-FFF2-40B4-BE49-F238E27FC236}">
                  <a16:creationId xmlns:a16="http://schemas.microsoft.com/office/drawing/2014/main" id="{B78AA7B9-62A1-D94A-BC93-5132E5B355BD}"/>
                </a:ext>
              </a:extLst>
            </p:cNvPr>
            <p:cNvSpPr/>
            <p:nvPr/>
          </p:nvSpPr>
          <p:spPr>
            <a:xfrm>
              <a:off x="9879671" y="4726647"/>
              <a:ext cx="201704" cy="138672"/>
            </a:xfrm>
            <a:custGeom>
              <a:avLst/>
              <a:gdLst>
                <a:gd name="connsiteX0" fmla="*/ 2440 w 201704"/>
                <a:gd name="connsiteY0" fmla="*/ 3307 h 138671"/>
                <a:gd name="connsiteX1" fmla="*/ 35343 w 201704"/>
                <a:gd name="connsiteY1" fmla="*/ 41757 h 138671"/>
                <a:gd name="connsiteX2" fmla="*/ 2440 w 201704"/>
                <a:gd name="connsiteY2" fmla="*/ 3307 h 138671"/>
                <a:gd name="connsiteX3" fmla="*/ 52740 w 201704"/>
                <a:gd name="connsiteY3" fmla="*/ 36210 h 138671"/>
                <a:gd name="connsiteX4" fmla="*/ 75054 w 201704"/>
                <a:gd name="connsiteY4" fmla="*/ 54489 h 138671"/>
                <a:gd name="connsiteX5" fmla="*/ 52740 w 201704"/>
                <a:gd name="connsiteY5" fmla="*/ 36210 h 138671"/>
                <a:gd name="connsiteX6" fmla="*/ 140985 w 201704"/>
                <a:gd name="connsiteY6" fmla="*/ 83358 h 138671"/>
                <a:gd name="connsiteX7" fmla="*/ 103922 w 201704"/>
                <a:gd name="connsiteY7" fmla="*/ 63314 h 138671"/>
                <a:gd name="connsiteX8" fmla="*/ 140985 w 201704"/>
                <a:gd name="connsiteY8" fmla="*/ 83358 h 138671"/>
                <a:gd name="connsiteX9" fmla="*/ 136195 w 201704"/>
                <a:gd name="connsiteY9" fmla="*/ 108697 h 138671"/>
                <a:gd name="connsiteX10" fmla="*/ 163299 w 201704"/>
                <a:gd name="connsiteY10" fmla="*/ 123447 h 138671"/>
                <a:gd name="connsiteX11" fmla="*/ 136195 w 201704"/>
                <a:gd name="connsiteY11" fmla="*/ 108697 h 138671"/>
                <a:gd name="connsiteX12" fmla="*/ 184478 w 201704"/>
                <a:gd name="connsiteY12" fmla="*/ 134540 h 138671"/>
                <a:gd name="connsiteX13" fmla="*/ 208556 w 201704"/>
                <a:gd name="connsiteY13" fmla="*/ 146264 h 138671"/>
                <a:gd name="connsiteX14" fmla="*/ 184478 w 201704"/>
                <a:gd name="connsiteY14" fmla="*/ 134540 h 138671"/>
                <a:gd name="connsiteX15" fmla="*/ 163929 w 201704"/>
                <a:gd name="connsiteY15" fmla="*/ 82097 h 138671"/>
                <a:gd name="connsiteX16" fmla="*/ 185108 w 201704"/>
                <a:gd name="connsiteY16" fmla="*/ 118026 h 138671"/>
                <a:gd name="connsiteX17" fmla="*/ 163929 w 201704"/>
                <a:gd name="connsiteY17" fmla="*/ 82097 h 13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1704" h="138671">
                  <a:moveTo>
                    <a:pt x="2440" y="3307"/>
                  </a:moveTo>
                  <a:cubicBezTo>
                    <a:pt x="801" y="10366"/>
                    <a:pt x="26014" y="47682"/>
                    <a:pt x="35343" y="41757"/>
                  </a:cubicBezTo>
                  <a:cubicBezTo>
                    <a:pt x="52740" y="30789"/>
                    <a:pt x="4079" y="-3753"/>
                    <a:pt x="2440" y="3307"/>
                  </a:cubicBezTo>
                  <a:close/>
                  <a:moveTo>
                    <a:pt x="52740" y="36210"/>
                  </a:moveTo>
                  <a:cubicBezTo>
                    <a:pt x="52110" y="39109"/>
                    <a:pt x="71019" y="57389"/>
                    <a:pt x="75054" y="54489"/>
                  </a:cubicBezTo>
                  <a:cubicBezTo>
                    <a:pt x="79213" y="51590"/>
                    <a:pt x="53749" y="30915"/>
                    <a:pt x="52740" y="36210"/>
                  </a:cubicBezTo>
                  <a:close/>
                  <a:moveTo>
                    <a:pt x="140985" y="83358"/>
                  </a:moveTo>
                  <a:cubicBezTo>
                    <a:pt x="147415" y="79198"/>
                    <a:pt x="104552" y="55750"/>
                    <a:pt x="103922" y="63314"/>
                  </a:cubicBezTo>
                  <a:cubicBezTo>
                    <a:pt x="103292" y="70373"/>
                    <a:pt x="134430" y="87392"/>
                    <a:pt x="140985" y="83358"/>
                  </a:cubicBezTo>
                  <a:close/>
                  <a:moveTo>
                    <a:pt x="136195" y="108697"/>
                  </a:moveTo>
                  <a:cubicBezTo>
                    <a:pt x="138590" y="120421"/>
                    <a:pt x="156240" y="127481"/>
                    <a:pt x="163299" y="123447"/>
                  </a:cubicBezTo>
                  <a:cubicBezTo>
                    <a:pt x="170359" y="119160"/>
                    <a:pt x="133800" y="96469"/>
                    <a:pt x="136195" y="108697"/>
                  </a:cubicBezTo>
                  <a:close/>
                  <a:moveTo>
                    <a:pt x="184478" y="134540"/>
                  </a:moveTo>
                  <a:cubicBezTo>
                    <a:pt x="185612" y="137440"/>
                    <a:pt x="200992" y="151559"/>
                    <a:pt x="208556" y="146264"/>
                  </a:cubicBezTo>
                  <a:cubicBezTo>
                    <a:pt x="216246" y="140970"/>
                    <a:pt x="182460" y="129498"/>
                    <a:pt x="184478" y="134540"/>
                  </a:cubicBezTo>
                  <a:close/>
                  <a:moveTo>
                    <a:pt x="163929" y="82097"/>
                  </a:moveTo>
                  <a:cubicBezTo>
                    <a:pt x="158004" y="95082"/>
                    <a:pt x="181578" y="117396"/>
                    <a:pt x="185108" y="118026"/>
                  </a:cubicBezTo>
                  <a:cubicBezTo>
                    <a:pt x="188638" y="118656"/>
                    <a:pt x="168467" y="72138"/>
                    <a:pt x="163929" y="82097"/>
                  </a:cubicBezTo>
                  <a:close/>
                </a:path>
              </a:pathLst>
            </a:custGeom>
            <a:grpFill/>
            <a:ln w="1270" cap="flat">
              <a:solidFill>
                <a:schemeClr val="bg1"/>
              </a:solidFill>
              <a:prstDash val="solid"/>
              <a:miter/>
            </a:ln>
          </p:spPr>
          <p:txBody>
            <a:bodyPr rtlCol="0" anchor="ctr"/>
            <a:lstStyle/>
            <a:p>
              <a:endParaRPr lang="ko-KR" altLang="en-US"/>
            </a:p>
          </p:txBody>
        </p:sp>
        <p:sp>
          <p:nvSpPr>
            <p:cNvPr id="172" name="자유형: 도형 152">
              <a:extLst>
                <a:ext uri="{FF2B5EF4-FFF2-40B4-BE49-F238E27FC236}">
                  <a16:creationId xmlns:a16="http://schemas.microsoft.com/office/drawing/2014/main" id="{1733F1A0-C7CC-A54C-93F8-1900AB414CD3}"/>
                </a:ext>
              </a:extLst>
            </p:cNvPr>
            <p:cNvSpPr/>
            <p:nvPr/>
          </p:nvSpPr>
          <p:spPr>
            <a:xfrm>
              <a:off x="9879671" y="4726647"/>
              <a:ext cx="201704" cy="138672"/>
            </a:xfrm>
            <a:custGeom>
              <a:avLst/>
              <a:gdLst>
                <a:gd name="connsiteX0" fmla="*/ 2440 w 201704"/>
                <a:gd name="connsiteY0" fmla="*/ 3307 h 138671"/>
                <a:gd name="connsiteX1" fmla="*/ 35343 w 201704"/>
                <a:gd name="connsiteY1" fmla="*/ 41757 h 138671"/>
                <a:gd name="connsiteX2" fmla="*/ 2440 w 201704"/>
                <a:gd name="connsiteY2" fmla="*/ 3307 h 138671"/>
                <a:gd name="connsiteX3" fmla="*/ 52740 w 201704"/>
                <a:gd name="connsiteY3" fmla="*/ 36210 h 138671"/>
                <a:gd name="connsiteX4" fmla="*/ 75054 w 201704"/>
                <a:gd name="connsiteY4" fmla="*/ 54489 h 138671"/>
                <a:gd name="connsiteX5" fmla="*/ 52740 w 201704"/>
                <a:gd name="connsiteY5" fmla="*/ 36210 h 138671"/>
                <a:gd name="connsiteX6" fmla="*/ 140985 w 201704"/>
                <a:gd name="connsiteY6" fmla="*/ 83358 h 138671"/>
                <a:gd name="connsiteX7" fmla="*/ 103922 w 201704"/>
                <a:gd name="connsiteY7" fmla="*/ 63314 h 138671"/>
                <a:gd name="connsiteX8" fmla="*/ 140985 w 201704"/>
                <a:gd name="connsiteY8" fmla="*/ 83358 h 138671"/>
                <a:gd name="connsiteX9" fmla="*/ 136195 w 201704"/>
                <a:gd name="connsiteY9" fmla="*/ 108697 h 138671"/>
                <a:gd name="connsiteX10" fmla="*/ 163299 w 201704"/>
                <a:gd name="connsiteY10" fmla="*/ 123447 h 138671"/>
                <a:gd name="connsiteX11" fmla="*/ 136195 w 201704"/>
                <a:gd name="connsiteY11" fmla="*/ 108697 h 138671"/>
                <a:gd name="connsiteX12" fmla="*/ 184478 w 201704"/>
                <a:gd name="connsiteY12" fmla="*/ 134540 h 138671"/>
                <a:gd name="connsiteX13" fmla="*/ 208556 w 201704"/>
                <a:gd name="connsiteY13" fmla="*/ 146264 h 138671"/>
                <a:gd name="connsiteX14" fmla="*/ 184478 w 201704"/>
                <a:gd name="connsiteY14" fmla="*/ 134540 h 138671"/>
                <a:gd name="connsiteX15" fmla="*/ 163929 w 201704"/>
                <a:gd name="connsiteY15" fmla="*/ 82097 h 138671"/>
                <a:gd name="connsiteX16" fmla="*/ 185108 w 201704"/>
                <a:gd name="connsiteY16" fmla="*/ 118026 h 138671"/>
                <a:gd name="connsiteX17" fmla="*/ 163929 w 201704"/>
                <a:gd name="connsiteY17" fmla="*/ 82097 h 13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1704" h="138671">
                  <a:moveTo>
                    <a:pt x="2440" y="3307"/>
                  </a:moveTo>
                  <a:cubicBezTo>
                    <a:pt x="801" y="10366"/>
                    <a:pt x="26014" y="47682"/>
                    <a:pt x="35343" y="41757"/>
                  </a:cubicBezTo>
                  <a:cubicBezTo>
                    <a:pt x="52740" y="30789"/>
                    <a:pt x="4079" y="-3753"/>
                    <a:pt x="2440" y="3307"/>
                  </a:cubicBezTo>
                  <a:close/>
                  <a:moveTo>
                    <a:pt x="52740" y="36210"/>
                  </a:moveTo>
                  <a:cubicBezTo>
                    <a:pt x="52110" y="39109"/>
                    <a:pt x="71019" y="57389"/>
                    <a:pt x="75054" y="54489"/>
                  </a:cubicBezTo>
                  <a:cubicBezTo>
                    <a:pt x="79213" y="51590"/>
                    <a:pt x="53749" y="30915"/>
                    <a:pt x="52740" y="36210"/>
                  </a:cubicBezTo>
                  <a:close/>
                  <a:moveTo>
                    <a:pt x="140985" y="83358"/>
                  </a:moveTo>
                  <a:cubicBezTo>
                    <a:pt x="147415" y="79198"/>
                    <a:pt x="104552" y="55750"/>
                    <a:pt x="103922" y="63314"/>
                  </a:cubicBezTo>
                  <a:cubicBezTo>
                    <a:pt x="103292" y="70373"/>
                    <a:pt x="134430" y="87392"/>
                    <a:pt x="140985" y="83358"/>
                  </a:cubicBezTo>
                  <a:close/>
                  <a:moveTo>
                    <a:pt x="136195" y="108697"/>
                  </a:moveTo>
                  <a:cubicBezTo>
                    <a:pt x="138590" y="120421"/>
                    <a:pt x="156240" y="127481"/>
                    <a:pt x="163299" y="123447"/>
                  </a:cubicBezTo>
                  <a:cubicBezTo>
                    <a:pt x="170359" y="119160"/>
                    <a:pt x="133800" y="96469"/>
                    <a:pt x="136195" y="108697"/>
                  </a:cubicBezTo>
                  <a:close/>
                  <a:moveTo>
                    <a:pt x="184478" y="134540"/>
                  </a:moveTo>
                  <a:cubicBezTo>
                    <a:pt x="185612" y="137440"/>
                    <a:pt x="200992" y="151559"/>
                    <a:pt x="208556" y="146264"/>
                  </a:cubicBezTo>
                  <a:cubicBezTo>
                    <a:pt x="216246" y="140970"/>
                    <a:pt x="182460" y="129498"/>
                    <a:pt x="184478" y="134540"/>
                  </a:cubicBezTo>
                  <a:close/>
                  <a:moveTo>
                    <a:pt x="163929" y="82097"/>
                  </a:moveTo>
                  <a:cubicBezTo>
                    <a:pt x="158004" y="95082"/>
                    <a:pt x="181578" y="117396"/>
                    <a:pt x="185108" y="118026"/>
                  </a:cubicBezTo>
                  <a:cubicBezTo>
                    <a:pt x="188638" y="118656"/>
                    <a:pt x="168467" y="72138"/>
                    <a:pt x="163929" y="82097"/>
                  </a:cubicBezTo>
                  <a:close/>
                </a:path>
              </a:pathLst>
            </a:custGeom>
            <a:grpFill/>
            <a:ln w="1270" cap="flat">
              <a:solidFill>
                <a:schemeClr val="bg1"/>
              </a:solidFill>
              <a:prstDash val="solid"/>
              <a:miter/>
            </a:ln>
          </p:spPr>
          <p:txBody>
            <a:bodyPr rtlCol="0" anchor="ctr"/>
            <a:lstStyle/>
            <a:p>
              <a:endParaRPr lang="ko-KR" altLang="en-US"/>
            </a:p>
          </p:txBody>
        </p:sp>
        <p:sp>
          <p:nvSpPr>
            <p:cNvPr id="173" name="자유형: 도형 153">
              <a:extLst>
                <a:ext uri="{FF2B5EF4-FFF2-40B4-BE49-F238E27FC236}">
                  <a16:creationId xmlns:a16="http://schemas.microsoft.com/office/drawing/2014/main" id="{DD8DCE96-8BC5-2841-81CF-93DF7D507032}"/>
                </a:ext>
              </a:extLst>
            </p:cNvPr>
            <p:cNvSpPr/>
            <p:nvPr/>
          </p:nvSpPr>
          <p:spPr>
            <a:xfrm>
              <a:off x="8763805" y="4865865"/>
              <a:ext cx="1084159" cy="958094"/>
            </a:xfrm>
            <a:custGeom>
              <a:avLst/>
              <a:gdLst>
                <a:gd name="connsiteX0" fmla="*/ 1083260 w 1084159"/>
                <a:gd name="connsiteY0" fmla="*/ 485462 h 958094"/>
                <a:gd name="connsiteX1" fmla="*/ 1076831 w 1084159"/>
                <a:gd name="connsiteY1" fmla="*/ 466048 h 958094"/>
                <a:gd name="connsiteX2" fmla="*/ 1075697 w 1084159"/>
                <a:gd name="connsiteY2" fmla="*/ 421926 h 958094"/>
                <a:gd name="connsiteX3" fmla="*/ 1069267 w 1084159"/>
                <a:gd name="connsiteY3" fmla="*/ 416631 h 958094"/>
                <a:gd name="connsiteX4" fmla="*/ 1051618 w 1084159"/>
                <a:gd name="connsiteY4" fmla="*/ 396082 h 958094"/>
                <a:gd name="connsiteX5" fmla="*/ 1031069 w 1084159"/>
                <a:gd name="connsiteY5" fmla="*/ 376038 h 958094"/>
                <a:gd name="connsiteX6" fmla="*/ 1018085 w 1084159"/>
                <a:gd name="connsiteY6" fmla="*/ 363684 h 958094"/>
                <a:gd name="connsiteX7" fmla="*/ 1008630 w 1084159"/>
                <a:gd name="connsiteY7" fmla="*/ 336075 h 958094"/>
                <a:gd name="connsiteX8" fmla="*/ 998040 w 1084159"/>
                <a:gd name="connsiteY8" fmla="*/ 327251 h 958094"/>
                <a:gd name="connsiteX9" fmla="*/ 982787 w 1084159"/>
                <a:gd name="connsiteY9" fmla="*/ 328386 h 958094"/>
                <a:gd name="connsiteX10" fmla="*/ 976357 w 1084159"/>
                <a:gd name="connsiteY10" fmla="*/ 310106 h 958094"/>
                <a:gd name="connsiteX11" fmla="*/ 966398 w 1084159"/>
                <a:gd name="connsiteY11" fmla="*/ 290692 h 958094"/>
                <a:gd name="connsiteX12" fmla="*/ 957574 w 1084159"/>
                <a:gd name="connsiteY12" fmla="*/ 271278 h 958094"/>
                <a:gd name="connsiteX13" fmla="*/ 896432 w 1084159"/>
                <a:gd name="connsiteY13" fmla="*/ 235350 h 958094"/>
                <a:gd name="connsiteX14" fmla="*/ 890002 w 1084159"/>
                <a:gd name="connsiteY14" fmla="*/ 217070 h 958094"/>
                <a:gd name="connsiteX15" fmla="*/ 883574 w 1084159"/>
                <a:gd name="connsiteY15" fmla="*/ 184671 h 958094"/>
                <a:gd name="connsiteX16" fmla="*/ 867689 w 1084159"/>
                <a:gd name="connsiteY16" fmla="*/ 157063 h 958094"/>
                <a:gd name="connsiteX17" fmla="*/ 864159 w 1084159"/>
                <a:gd name="connsiteY17" fmla="*/ 124664 h 958094"/>
                <a:gd name="connsiteX18" fmla="*/ 846510 w 1084159"/>
                <a:gd name="connsiteY18" fmla="*/ 103486 h 958094"/>
                <a:gd name="connsiteX19" fmla="*/ 825962 w 1084159"/>
                <a:gd name="connsiteY19" fmla="*/ 104116 h 958094"/>
                <a:gd name="connsiteX20" fmla="*/ 817767 w 1084159"/>
                <a:gd name="connsiteY20" fmla="*/ 77642 h 958094"/>
                <a:gd name="connsiteX21" fmla="*/ 805413 w 1084159"/>
                <a:gd name="connsiteY21" fmla="*/ 35284 h 958094"/>
                <a:gd name="connsiteX22" fmla="*/ 792428 w 1084159"/>
                <a:gd name="connsiteY22" fmla="*/ 2886 h 958094"/>
                <a:gd name="connsiteX23" fmla="*/ 775283 w 1084159"/>
                <a:gd name="connsiteY23" fmla="*/ 22300 h 958094"/>
                <a:gd name="connsiteX24" fmla="*/ 768854 w 1084159"/>
                <a:gd name="connsiteY24" fmla="*/ 43479 h 958094"/>
                <a:gd name="connsiteX25" fmla="*/ 765325 w 1084159"/>
                <a:gd name="connsiteY25" fmla="*/ 72852 h 958094"/>
                <a:gd name="connsiteX26" fmla="*/ 762929 w 1084159"/>
                <a:gd name="connsiteY26" fmla="*/ 119874 h 958094"/>
                <a:gd name="connsiteX27" fmla="*/ 754735 w 1084159"/>
                <a:gd name="connsiteY27" fmla="*/ 160467 h 958094"/>
                <a:gd name="connsiteX28" fmla="*/ 732421 w 1084159"/>
                <a:gd name="connsiteY28" fmla="*/ 191605 h 958094"/>
                <a:gd name="connsiteX29" fmla="*/ 700023 w 1084159"/>
                <a:gd name="connsiteY29" fmla="*/ 178116 h 958094"/>
                <a:gd name="connsiteX30" fmla="*/ 676449 w 1084159"/>
                <a:gd name="connsiteY30" fmla="*/ 166896 h 958094"/>
                <a:gd name="connsiteX31" fmla="*/ 650605 w 1084159"/>
                <a:gd name="connsiteY31" fmla="*/ 146348 h 958094"/>
                <a:gd name="connsiteX32" fmla="*/ 623501 w 1084159"/>
                <a:gd name="connsiteY32" fmla="*/ 136893 h 958094"/>
                <a:gd name="connsiteX33" fmla="*/ 605852 w 1084159"/>
                <a:gd name="connsiteY33" fmla="*/ 116848 h 958094"/>
                <a:gd name="connsiteX34" fmla="*/ 608247 w 1084159"/>
                <a:gd name="connsiteY34" fmla="*/ 103864 h 958094"/>
                <a:gd name="connsiteX35" fmla="*/ 610643 w 1084159"/>
                <a:gd name="connsiteY35" fmla="*/ 81550 h 958094"/>
                <a:gd name="connsiteX36" fmla="*/ 627661 w 1084159"/>
                <a:gd name="connsiteY36" fmla="*/ 69196 h 958094"/>
                <a:gd name="connsiteX37" fmla="*/ 636486 w 1084159"/>
                <a:gd name="connsiteY37" fmla="*/ 51546 h 958094"/>
                <a:gd name="connsiteX38" fmla="*/ 630561 w 1084159"/>
                <a:gd name="connsiteY38" fmla="*/ 38562 h 958094"/>
                <a:gd name="connsiteX39" fmla="*/ 620601 w 1084159"/>
                <a:gd name="connsiteY39" fmla="*/ 49151 h 958094"/>
                <a:gd name="connsiteX40" fmla="*/ 610643 w 1084159"/>
                <a:gd name="connsiteY40" fmla="*/ 35032 h 958094"/>
                <a:gd name="connsiteX41" fmla="*/ 590598 w 1084159"/>
                <a:gd name="connsiteY41" fmla="*/ 43227 h 958094"/>
                <a:gd name="connsiteX42" fmla="*/ 538785 w 1084159"/>
                <a:gd name="connsiteY42" fmla="*/ 27342 h 958094"/>
                <a:gd name="connsiteX43" fmla="*/ 514077 w 1084159"/>
                <a:gd name="connsiteY43" fmla="*/ 12088 h 958094"/>
                <a:gd name="connsiteX44" fmla="*/ 524036 w 1084159"/>
                <a:gd name="connsiteY44" fmla="*/ 29737 h 958094"/>
                <a:gd name="connsiteX45" fmla="*/ 483443 w 1084159"/>
                <a:gd name="connsiteY45" fmla="*/ 42092 h 958094"/>
                <a:gd name="connsiteX46" fmla="*/ 475753 w 1084159"/>
                <a:gd name="connsiteY46" fmla="*/ 49782 h 958094"/>
                <a:gd name="connsiteX47" fmla="*/ 456969 w 1084159"/>
                <a:gd name="connsiteY47" fmla="*/ 73860 h 958094"/>
                <a:gd name="connsiteX48" fmla="*/ 446380 w 1084159"/>
                <a:gd name="connsiteY48" fmla="*/ 93274 h 958094"/>
                <a:gd name="connsiteX49" fmla="*/ 447514 w 1084159"/>
                <a:gd name="connsiteY49" fmla="*/ 115588 h 958094"/>
                <a:gd name="connsiteX50" fmla="*/ 433899 w 1084159"/>
                <a:gd name="connsiteY50" fmla="*/ 118487 h 958094"/>
                <a:gd name="connsiteX51" fmla="*/ 416881 w 1084159"/>
                <a:gd name="connsiteY51" fmla="*/ 119622 h 958094"/>
                <a:gd name="connsiteX52" fmla="*/ 408056 w 1084159"/>
                <a:gd name="connsiteY52" fmla="*/ 113697 h 958094"/>
                <a:gd name="connsiteX53" fmla="*/ 393307 w 1084159"/>
                <a:gd name="connsiteY53" fmla="*/ 101342 h 958094"/>
                <a:gd name="connsiteX54" fmla="*/ 370867 w 1084159"/>
                <a:gd name="connsiteY54" fmla="*/ 84828 h 958094"/>
                <a:gd name="connsiteX55" fmla="*/ 355613 w 1084159"/>
                <a:gd name="connsiteY55" fmla="*/ 93653 h 958094"/>
                <a:gd name="connsiteX56" fmla="*/ 347419 w 1084159"/>
                <a:gd name="connsiteY56" fmla="*/ 106007 h 958094"/>
                <a:gd name="connsiteX57" fmla="*/ 326870 w 1084159"/>
                <a:gd name="connsiteY57" fmla="*/ 106637 h 958094"/>
                <a:gd name="connsiteX58" fmla="*/ 322206 w 1084159"/>
                <a:gd name="connsiteY58" fmla="*/ 118361 h 958094"/>
                <a:gd name="connsiteX59" fmla="*/ 309852 w 1084159"/>
                <a:gd name="connsiteY59" fmla="*/ 127185 h 958094"/>
                <a:gd name="connsiteX60" fmla="*/ 304557 w 1084159"/>
                <a:gd name="connsiteY60" fmla="*/ 153029 h 958094"/>
                <a:gd name="connsiteX61" fmla="*/ 285142 w 1084159"/>
                <a:gd name="connsiteY61" fmla="*/ 151264 h 958094"/>
                <a:gd name="connsiteX62" fmla="*/ 289303 w 1084159"/>
                <a:gd name="connsiteY62" fmla="*/ 171308 h 958094"/>
                <a:gd name="connsiteX63" fmla="*/ 281108 w 1084159"/>
                <a:gd name="connsiteY63" fmla="*/ 184797 h 958094"/>
                <a:gd name="connsiteX64" fmla="*/ 270519 w 1084159"/>
                <a:gd name="connsiteY64" fmla="*/ 164753 h 958094"/>
                <a:gd name="connsiteX65" fmla="*/ 249971 w 1084159"/>
                <a:gd name="connsiteY65" fmla="*/ 175342 h 958094"/>
                <a:gd name="connsiteX66" fmla="*/ 248836 w 1084159"/>
                <a:gd name="connsiteY66" fmla="*/ 206481 h 958094"/>
                <a:gd name="connsiteX67" fmla="*/ 210638 w 1084159"/>
                <a:gd name="connsiteY67" fmla="*/ 244174 h 958094"/>
                <a:gd name="connsiteX68" fmla="*/ 163616 w 1084159"/>
                <a:gd name="connsiteY68" fmla="*/ 257159 h 958094"/>
                <a:gd name="connsiteX69" fmla="*/ 138277 w 1084159"/>
                <a:gd name="connsiteY69" fmla="*/ 265353 h 958094"/>
                <a:gd name="connsiteX70" fmla="*/ 112938 w 1084159"/>
                <a:gd name="connsiteY70" fmla="*/ 276573 h 958094"/>
                <a:gd name="connsiteX71" fmla="*/ 81169 w 1084159"/>
                <a:gd name="connsiteY71" fmla="*/ 284263 h 958094"/>
                <a:gd name="connsiteX72" fmla="*/ 48267 w 1084159"/>
                <a:gd name="connsiteY72" fmla="*/ 302542 h 958094"/>
                <a:gd name="connsiteX73" fmla="*/ 34147 w 1084159"/>
                <a:gd name="connsiteY73" fmla="*/ 321956 h 958094"/>
                <a:gd name="connsiteX74" fmla="*/ 31247 w 1084159"/>
                <a:gd name="connsiteY74" fmla="*/ 305442 h 958094"/>
                <a:gd name="connsiteX75" fmla="*/ 17759 w 1084159"/>
                <a:gd name="connsiteY75" fmla="*/ 324856 h 958094"/>
                <a:gd name="connsiteX76" fmla="*/ 18893 w 1084159"/>
                <a:gd name="connsiteY76" fmla="*/ 354859 h 958094"/>
                <a:gd name="connsiteX77" fmla="*/ 14229 w 1084159"/>
                <a:gd name="connsiteY77" fmla="*/ 397217 h 958094"/>
                <a:gd name="connsiteX78" fmla="*/ 29483 w 1084159"/>
                <a:gd name="connsiteY78" fmla="*/ 432515 h 958094"/>
                <a:gd name="connsiteX79" fmla="*/ 13599 w 1084159"/>
                <a:gd name="connsiteY79" fmla="*/ 419026 h 958094"/>
                <a:gd name="connsiteX80" fmla="*/ 21288 w 1084159"/>
                <a:gd name="connsiteY80" fmla="*/ 437810 h 958094"/>
                <a:gd name="connsiteX81" fmla="*/ 2505 w 1084159"/>
                <a:gd name="connsiteY81" fmla="*/ 423691 h 958094"/>
                <a:gd name="connsiteX82" fmla="*/ 29608 w 1084159"/>
                <a:gd name="connsiteY82" fmla="*/ 483697 h 958094"/>
                <a:gd name="connsiteX83" fmla="*/ 51922 w 1084159"/>
                <a:gd name="connsiteY83" fmla="*/ 533745 h 958094"/>
                <a:gd name="connsiteX84" fmla="*/ 75496 w 1084159"/>
                <a:gd name="connsiteY84" fmla="*/ 594382 h 958094"/>
                <a:gd name="connsiteX85" fmla="*/ 69572 w 1084159"/>
                <a:gd name="connsiteY85" fmla="*/ 629681 h 958094"/>
                <a:gd name="connsiteX86" fmla="*/ 54317 w 1084159"/>
                <a:gd name="connsiteY86" fmla="*/ 651490 h 958094"/>
                <a:gd name="connsiteX87" fmla="*/ 61377 w 1084159"/>
                <a:gd name="connsiteY87" fmla="*/ 669139 h 958094"/>
                <a:gd name="connsiteX88" fmla="*/ 80792 w 1084159"/>
                <a:gd name="connsiteY88" fmla="*/ 686284 h 958094"/>
                <a:gd name="connsiteX89" fmla="*/ 132604 w 1084159"/>
                <a:gd name="connsiteY89" fmla="*/ 691579 h 958094"/>
                <a:gd name="connsiteX90" fmla="*/ 159077 w 1084159"/>
                <a:gd name="connsiteY90" fmla="*/ 675695 h 958094"/>
                <a:gd name="connsiteX91" fmla="*/ 177861 w 1084159"/>
                <a:gd name="connsiteY91" fmla="*/ 662710 h 958094"/>
                <a:gd name="connsiteX92" fmla="*/ 246189 w 1084159"/>
                <a:gd name="connsiteY92" fmla="*/ 658676 h 958094"/>
                <a:gd name="connsiteX93" fmla="*/ 295606 w 1084159"/>
                <a:gd name="connsiteY93" fmla="*/ 638001 h 958094"/>
                <a:gd name="connsiteX94" fmla="*/ 330904 w 1084159"/>
                <a:gd name="connsiteY94" fmla="*/ 617957 h 958094"/>
                <a:gd name="connsiteX95" fmla="*/ 370363 w 1084159"/>
                <a:gd name="connsiteY95" fmla="*/ 610267 h 958094"/>
                <a:gd name="connsiteX96" fmla="*/ 429235 w 1084159"/>
                <a:gd name="connsiteY96" fmla="*/ 593248 h 958094"/>
                <a:gd name="connsiteX97" fmla="*/ 485081 w 1084159"/>
                <a:gd name="connsiteY97" fmla="*/ 586188 h 958094"/>
                <a:gd name="connsiteX98" fmla="*/ 517480 w 1084159"/>
                <a:gd name="connsiteY98" fmla="*/ 602073 h 958094"/>
                <a:gd name="connsiteX99" fmla="*/ 548619 w 1084159"/>
                <a:gd name="connsiteY99" fmla="*/ 606233 h 958094"/>
                <a:gd name="connsiteX100" fmla="*/ 563872 w 1084159"/>
                <a:gd name="connsiteY100" fmla="*/ 613923 h 958094"/>
                <a:gd name="connsiteX101" fmla="*/ 565637 w 1084159"/>
                <a:gd name="connsiteY101" fmla="*/ 630437 h 958094"/>
                <a:gd name="connsiteX102" fmla="*/ 589211 w 1084159"/>
                <a:gd name="connsiteY102" fmla="*/ 652751 h 958094"/>
                <a:gd name="connsiteX103" fmla="*/ 595641 w 1084159"/>
                <a:gd name="connsiteY103" fmla="*/ 682124 h 958094"/>
                <a:gd name="connsiteX104" fmla="*/ 617450 w 1084159"/>
                <a:gd name="connsiteY104" fmla="*/ 674434 h 958094"/>
                <a:gd name="connsiteX105" fmla="*/ 643924 w 1084159"/>
                <a:gd name="connsiteY105" fmla="*/ 654390 h 958094"/>
                <a:gd name="connsiteX106" fmla="*/ 666363 w 1084159"/>
                <a:gd name="connsiteY106" fmla="*/ 630815 h 958094"/>
                <a:gd name="connsiteX107" fmla="*/ 655144 w 1084159"/>
                <a:gd name="connsiteY107" fmla="*/ 668509 h 958094"/>
                <a:gd name="connsiteX108" fmla="*/ 638629 w 1084159"/>
                <a:gd name="connsiteY108" fmla="*/ 689057 h 958094"/>
                <a:gd name="connsiteX109" fmla="*/ 663338 w 1084159"/>
                <a:gd name="connsiteY109" fmla="*/ 686662 h 958094"/>
                <a:gd name="connsiteX110" fmla="*/ 678087 w 1084159"/>
                <a:gd name="connsiteY110" fmla="*/ 678972 h 958094"/>
                <a:gd name="connsiteX111" fmla="*/ 674558 w 1084159"/>
                <a:gd name="connsiteY111" fmla="*/ 708472 h 958094"/>
                <a:gd name="connsiteX112" fmla="*/ 693971 w 1084159"/>
                <a:gd name="connsiteY112" fmla="*/ 707337 h 958094"/>
                <a:gd name="connsiteX113" fmla="*/ 716285 w 1084159"/>
                <a:gd name="connsiteY113" fmla="*/ 743896 h 958094"/>
                <a:gd name="connsiteX114" fmla="*/ 730404 w 1084159"/>
                <a:gd name="connsiteY114" fmla="*/ 778059 h 958094"/>
                <a:gd name="connsiteX115" fmla="*/ 757509 w 1084159"/>
                <a:gd name="connsiteY115" fmla="*/ 789783 h 958094"/>
                <a:gd name="connsiteX116" fmla="*/ 811086 w 1084159"/>
                <a:gd name="connsiteY116" fmla="*/ 808693 h 958094"/>
                <a:gd name="connsiteX117" fmla="*/ 844619 w 1084159"/>
                <a:gd name="connsiteY117" fmla="*/ 789279 h 958094"/>
                <a:gd name="connsiteX118" fmla="*/ 855839 w 1084159"/>
                <a:gd name="connsiteY118" fmla="*/ 793439 h 958094"/>
                <a:gd name="connsiteX119" fmla="*/ 860504 w 1084159"/>
                <a:gd name="connsiteY119" fmla="*/ 801633 h 958094"/>
                <a:gd name="connsiteX120" fmla="*/ 867563 w 1084159"/>
                <a:gd name="connsiteY120" fmla="*/ 796339 h 958094"/>
                <a:gd name="connsiteX121" fmla="*/ 885213 w 1084159"/>
                <a:gd name="connsiteY121" fmla="*/ 812223 h 958094"/>
                <a:gd name="connsiteX122" fmla="*/ 894036 w 1084159"/>
                <a:gd name="connsiteY122" fmla="*/ 818652 h 958094"/>
                <a:gd name="connsiteX123" fmla="*/ 905760 w 1084159"/>
                <a:gd name="connsiteY123" fmla="*/ 803903 h 958094"/>
                <a:gd name="connsiteX124" fmla="*/ 931100 w 1084159"/>
                <a:gd name="connsiteY124" fmla="*/ 785623 h 958094"/>
                <a:gd name="connsiteX125" fmla="*/ 986442 w 1084159"/>
                <a:gd name="connsiteY125" fmla="*/ 775664 h 958094"/>
                <a:gd name="connsiteX126" fmla="*/ 995267 w 1084159"/>
                <a:gd name="connsiteY126" fmla="*/ 722086 h 958094"/>
                <a:gd name="connsiteX127" fmla="*/ 1015311 w 1084159"/>
                <a:gd name="connsiteY127" fmla="*/ 681493 h 958094"/>
                <a:gd name="connsiteX128" fmla="*/ 1043550 w 1084159"/>
                <a:gd name="connsiteY128" fmla="*/ 624386 h 958094"/>
                <a:gd name="connsiteX129" fmla="*/ 1059434 w 1084159"/>
                <a:gd name="connsiteY129" fmla="*/ 606107 h 958094"/>
                <a:gd name="connsiteX130" fmla="*/ 1073554 w 1084159"/>
                <a:gd name="connsiteY130" fmla="*/ 569044 h 958094"/>
                <a:gd name="connsiteX131" fmla="*/ 1079982 w 1084159"/>
                <a:gd name="connsiteY131" fmla="*/ 535510 h 958094"/>
                <a:gd name="connsiteX132" fmla="*/ 1082882 w 1084159"/>
                <a:gd name="connsiteY132" fmla="*/ 509037 h 958094"/>
                <a:gd name="connsiteX133" fmla="*/ 1083260 w 1084159"/>
                <a:gd name="connsiteY133" fmla="*/ 485462 h 958094"/>
                <a:gd name="connsiteX134" fmla="*/ 493528 w 1084159"/>
                <a:gd name="connsiteY134" fmla="*/ 24695 h 958094"/>
                <a:gd name="connsiteX135" fmla="*/ 459364 w 1084159"/>
                <a:gd name="connsiteY135" fmla="*/ 32889 h 958094"/>
                <a:gd name="connsiteX136" fmla="*/ 493528 w 1084159"/>
                <a:gd name="connsiteY136" fmla="*/ 24695 h 958094"/>
                <a:gd name="connsiteX137" fmla="*/ 626023 w 1084159"/>
                <a:gd name="connsiteY137" fmla="*/ 721456 h 958094"/>
                <a:gd name="connsiteX138" fmla="*/ 657791 w 1084159"/>
                <a:gd name="connsiteY138" fmla="*/ 717296 h 958094"/>
                <a:gd name="connsiteX139" fmla="*/ 626023 w 1084159"/>
                <a:gd name="connsiteY139" fmla="*/ 721456 h 958094"/>
                <a:gd name="connsiteX140" fmla="*/ 892020 w 1084159"/>
                <a:gd name="connsiteY140" fmla="*/ 885089 h 958094"/>
                <a:gd name="connsiteX141" fmla="*/ 846762 w 1084159"/>
                <a:gd name="connsiteY141" fmla="*/ 872230 h 958094"/>
                <a:gd name="connsiteX142" fmla="*/ 859117 w 1084159"/>
                <a:gd name="connsiteY142" fmla="*/ 925177 h 958094"/>
                <a:gd name="connsiteX143" fmla="*/ 894415 w 1084159"/>
                <a:gd name="connsiteY143" fmla="*/ 966401 h 958094"/>
                <a:gd name="connsiteX144" fmla="*/ 909164 w 1084159"/>
                <a:gd name="connsiteY144" fmla="*/ 955811 h 958094"/>
                <a:gd name="connsiteX145" fmla="*/ 915090 w 1084159"/>
                <a:gd name="connsiteY145" fmla="*/ 942322 h 958094"/>
                <a:gd name="connsiteX146" fmla="*/ 930343 w 1084159"/>
                <a:gd name="connsiteY146" fmla="*/ 945222 h 958094"/>
                <a:gd name="connsiteX147" fmla="*/ 938034 w 1084159"/>
                <a:gd name="connsiteY147" fmla="*/ 916353 h 958094"/>
                <a:gd name="connsiteX148" fmla="*/ 936899 w 1084159"/>
                <a:gd name="connsiteY148" fmla="*/ 875760 h 958094"/>
                <a:gd name="connsiteX149" fmla="*/ 892020 w 1084159"/>
                <a:gd name="connsiteY149" fmla="*/ 885089 h 958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084159" h="958094">
                  <a:moveTo>
                    <a:pt x="1083260" y="485462"/>
                  </a:moveTo>
                  <a:cubicBezTo>
                    <a:pt x="1087925" y="481933"/>
                    <a:pt x="1080865" y="463149"/>
                    <a:pt x="1076831" y="466048"/>
                  </a:cubicBezTo>
                  <a:cubicBezTo>
                    <a:pt x="1072671" y="468948"/>
                    <a:pt x="1072671" y="436675"/>
                    <a:pt x="1075697" y="421926"/>
                  </a:cubicBezTo>
                  <a:cubicBezTo>
                    <a:pt x="1078596" y="407176"/>
                    <a:pt x="1076831" y="408941"/>
                    <a:pt x="1069267" y="416631"/>
                  </a:cubicBezTo>
                  <a:cubicBezTo>
                    <a:pt x="1061577" y="424321"/>
                    <a:pt x="1053383" y="401881"/>
                    <a:pt x="1051618" y="396082"/>
                  </a:cubicBezTo>
                  <a:cubicBezTo>
                    <a:pt x="1049853" y="390157"/>
                    <a:pt x="1041029" y="373769"/>
                    <a:pt x="1031069" y="376038"/>
                  </a:cubicBezTo>
                  <a:cubicBezTo>
                    <a:pt x="1021110" y="378433"/>
                    <a:pt x="1027540" y="361919"/>
                    <a:pt x="1018085" y="363684"/>
                  </a:cubicBezTo>
                  <a:cubicBezTo>
                    <a:pt x="1008630" y="365449"/>
                    <a:pt x="1006865" y="350069"/>
                    <a:pt x="1008630" y="336075"/>
                  </a:cubicBezTo>
                  <a:cubicBezTo>
                    <a:pt x="1010395" y="321956"/>
                    <a:pt x="1002200" y="333176"/>
                    <a:pt x="998040" y="327251"/>
                  </a:cubicBezTo>
                  <a:cubicBezTo>
                    <a:pt x="993881" y="321326"/>
                    <a:pt x="989216" y="326116"/>
                    <a:pt x="982787" y="328386"/>
                  </a:cubicBezTo>
                  <a:cubicBezTo>
                    <a:pt x="976357" y="330781"/>
                    <a:pt x="974592" y="316031"/>
                    <a:pt x="976357" y="310106"/>
                  </a:cubicBezTo>
                  <a:cubicBezTo>
                    <a:pt x="978122" y="304181"/>
                    <a:pt x="975222" y="297121"/>
                    <a:pt x="966398" y="290692"/>
                  </a:cubicBezTo>
                  <a:cubicBezTo>
                    <a:pt x="957574" y="284263"/>
                    <a:pt x="956944" y="278968"/>
                    <a:pt x="957574" y="271278"/>
                  </a:cubicBezTo>
                  <a:cubicBezTo>
                    <a:pt x="958204" y="263588"/>
                    <a:pt x="907526" y="237745"/>
                    <a:pt x="896432" y="235350"/>
                  </a:cubicBezTo>
                  <a:cubicBezTo>
                    <a:pt x="885213" y="232954"/>
                    <a:pt x="894667" y="221230"/>
                    <a:pt x="890002" y="217070"/>
                  </a:cubicBezTo>
                  <a:cubicBezTo>
                    <a:pt x="885338" y="212910"/>
                    <a:pt x="883574" y="197656"/>
                    <a:pt x="883574" y="184671"/>
                  </a:cubicBezTo>
                  <a:cubicBezTo>
                    <a:pt x="883574" y="171686"/>
                    <a:pt x="867059" y="167653"/>
                    <a:pt x="867689" y="157063"/>
                  </a:cubicBezTo>
                  <a:cubicBezTo>
                    <a:pt x="868319" y="146473"/>
                    <a:pt x="863025" y="136515"/>
                    <a:pt x="864159" y="124664"/>
                  </a:cubicBezTo>
                  <a:cubicBezTo>
                    <a:pt x="865294" y="112940"/>
                    <a:pt x="847141" y="109915"/>
                    <a:pt x="846510" y="103486"/>
                  </a:cubicBezTo>
                  <a:cubicBezTo>
                    <a:pt x="845880" y="97056"/>
                    <a:pt x="835921" y="102855"/>
                    <a:pt x="825962" y="104116"/>
                  </a:cubicBezTo>
                  <a:cubicBezTo>
                    <a:pt x="816002" y="105250"/>
                    <a:pt x="816507" y="91131"/>
                    <a:pt x="817767" y="77642"/>
                  </a:cubicBezTo>
                  <a:cubicBezTo>
                    <a:pt x="818902" y="64153"/>
                    <a:pt x="813607" y="41713"/>
                    <a:pt x="805413" y="35284"/>
                  </a:cubicBezTo>
                  <a:cubicBezTo>
                    <a:pt x="797219" y="28855"/>
                    <a:pt x="796588" y="6415"/>
                    <a:pt x="792428" y="2886"/>
                  </a:cubicBezTo>
                  <a:cubicBezTo>
                    <a:pt x="788268" y="-644"/>
                    <a:pt x="774779" y="14610"/>
                    <a:pt x="775283" y="22300"/>
                  </a:cubicBezTo>
                  <a:cubicBezTo>
                    <a:pt x="775914" y="29989"/>
                    <a:pt x="774149" y="38814"/>
                    <a:pt x="768854" y="43479"/>
                  </a:cubicBezTo>
                  <a:cubicBezTo>
                    <a:pt x="763559" y="48143"/>
                    <a:pt x="772384" y="66422"/>
                    <a:pt x="765325" y="72852"/>
                  </a:cubicBezTo>
                  <a:cubicBezTo>
                    <a:pt x="758265" y="79281"/>
                    <a:pt x="764694" y="105250"/>
                    <a:pt x="762929" y="119874"/>
                  </a:cubicBezTo>
                  <a:cubicBezTo>
                    <a:pt x="761164" y="134624"/>
                    <a:pt x="761794" y="150508"/>
                    <a:pt x="754735" y="160467"/>
                  </a:cubicBezTo>
                  <a:cubicBezTo>
                    <a:pt x="747675" y="170426"/>
                    <a:pt x="746541" y="186310"/>
                    <a:pt x="732421" y="191605"/>
                  </a:cubicBezTo>
                  <a:cubicBezTo>
                    <a:pt x="718302" y="196899"/>
                    <a:pt x="699518" y="185680"/>
                    <a:pt x="700023" y="178116"/>
                  </a:cubicBezTo>
                  <a:cubicBezTo>
                    <a:pt x="700653" y="170426"/>
                    <a:pt x="684769" y="165761"/>
                    <a:pt x="676449" y="166896"/>
                  </a:cubicBezTo>
                  <a:cubicBezTo>
                    <a:pt x="668254" y="168031"/>
                    <a:pt x="663464" y="156306"/>
                    <a:pt x="650605" y="146348"/>
                  </a:cubicBezTo>
                  <a:cubicBezTo>
                    <a:pt x="637621" y="136388"/>
                    <a:pt x="627661" y="148743"/>
                    <a:pt x="623501" y="136893"/>
                  </a:cubicBezTo>
                  <a:cubicBezTo>
                    <a:pt x="619341" y="125169"/>
                    <a:pt x="615307" y="123404"/>
                    <a:pt x="605852" y="116848"/>
                  </a:cubicBezTo>
                  <a:cubicBezTo>
                    <a:pt x="596397" y="110419"/>
                    <a:pt x="599423" y="110419"/>
                    <a:pt x="608247" y="103864"/>
                  </a:cubicBezTo>
                  <a:cubicBezTo>
                    <a:pt x="617072" y="97434"/>
                    <a:pt x="615307" y="89114"/>
                    <a:pt x="610643" y="81550"/>
                  </a:cubicBezTo>
                  <a:cubicBezTo>
                    <a:pt x="605978" y="73860"/>
                    <a:pt x="615937" y="75625"/>
                    <a:pt x="627661" y="69196"/>
                  </a:cubicBezTo>
                  <a:cubicBezTo>
                    <a:pt x="639386" y="62766"/>
                    <a:pt x="627661" y="55076"/>
                    <a:pt x="636486" y="51546"/>
                  </a:cubicBezTo>
                  <a:cubicBezTo>
                    <a:pt x="645310" y="48017"/>
                    <a:pt x="640016" y="40327"/>
                    <a:pt x="630561" y="38562"/>
                  </a:cubicBezTo>
                  <a:cubicBezTo>
                    <a:pt x="621106" y="36797"/>
                    <a:pt x="624132" y="48017"/>
                    <a:pt x="620601" y="49151"/>
                  </a:cubicBezTo>
                  <a:cubicBezTo>
                    <a:pt x="617072" y="50286"/>
                    <a:pt x="613542" y="34402"/>
                    <a:pt x="610643" y="35032"/>
                  </a:cubicBezTo>
                  <a:cubicBezTo>
                    <a:pt x="607743" y="35536"/>
                    <a:pt x="596523" y="50916"/>
                    <a:pt x="590598" y="43227"/>
                  </a:cubicBezTo>
                  <a:cubicBezTo>
                    <a:pt x="584673" y="35536"/>
                    <a:pt x="551770" y="29107"/>
                    <a:pt x="538785" y="27342"/>
                  </a:cubicBezTo>
                  <a:cubicBezTo>
                    <a:pt x="525801" y="25577"/>
                    <a:pt x="521767" y="9063"/>
                    <a:pt x="514077" y="12088"/>
                  </a:cubicBezTo>
                  <a:cubicBezTo>
                    <a:pt x="506386" y="15114"/>
                    <a:pt x="515211" y="20283"/>
                    <a:pt x="524036" y="29737"/>
                  </a:cubicBezTo>
                  <a:cubicBezTo>
                    <a:pt x="532861" y="39192"/>
                    <a:pt x="494663" y="45621"/>
                    <a:pt x="483443" y="42092"/>
                  </a:cubicBezTo>
                  <a:cubicBezTo>
                    <a:pt x="472223" y="38562"/>
                    <a:pt x="485208" y="50286"/>
                    <a:pt x="475753" y="49782"/>
                  </a:cubicBezTo>
                  <a:cubicBezTo>
                    <a:pt x="466298" y="49151"/>
                    <a:pt x="464533" y="65666"/>
                    <a:pt x="456969" y="73860"/>
                  </a:cubicBezTo>
                  <a:cubicBezTo>
                    <a:pt x="449279" y="82054"/>
                    <a:pt x="454574" y="87979"/>
                    <a:pt x="446380" y="93274"/>
                  </a:cubicBezTo>
                  <a:cubicBezTo>
                    <a:pt x="438186" y="98569"/>
                    <a:pt x="437555" y="104494"/>
                    <a:pt x="447514" y="115588"/>
                  </a:cubicBezTo>
                  <a:cubicBezTo>
                    <a:pt x="457473" y="126807"/>
                    <a:pt x="442850" y="127312"/>
                    <a:pt x="433899" y="118487"/>
                  </a:cubicBezTo>
                  <a:cubicBezTo>
                    <a:pt x="425075" y="109663"/>
                    <a:pt x="416250" y="109663"/>
                    <a:pt x="416881" y="119622"/>
                  </a:cubicBezTo>
                  <a:cubicBezTo>
                    <a:pt x="417511" y="129581"/>
                    <a:pt x="406291" y="124916"/>
                    <a:pt x="408056" y="113697"/>
                  </a:cubicBezTo>
                  <a:cubicBezTo>
                    <a:pt x="409821" y="102477"/>
                    <a:pt x="395702" y="107772"/>
                    <a:pt x="393307" y="101342"/>
                  </a:cubicBezTo>
                  <a:cubicBezTo>
                    <a:pt x="390911" y="94913"/>
                    <a:pt x="378557" y="84323"/>
                    <a:pt x="370867" y="84828"/>
                  </a:cubicBezTo>
                  <a:cubicBezTo>
                    <a:pt x="363177" y="85458"/>
                    <a:pt x="363177" y="93653"/>
                    <a:pt x="355613" y="93653"/>
                  </a:cubicBezTo>
                  <a:cubicBezTo>
                    <a:pt x="347923" y="93653"/>
                    <a:pt x="346158" y="97813"/>
                    <a:pt x="347419" y="106007"/>
                  </a:cubicBezTo>
                  <a:cubicBezTo>
                    <a:pt x="348554" y="114201"/>
                    <a:pt x="335695" y="105376"/>
                    <a:pt x="326870" y="106637"/>
                  </a:cubicBezTo>
                  <a:cubicBezTo>
                    <a:pt x="318045" y="107772"/>
                    <a:pt x="326870" y="117857"/>
                    <a:pt x="322206" y="118361"/>
                  </a:cubicBezTo>
                  <a:cubicBezTo>
                    <a:pt x="317541" y="118991"/>
                    <a:pt x="317541" y="127185"/>
                    <a:pt x="309852" y="127185"/>
                  </a:cubicBezTo>
                  <a:cubicBezTo>
                    <a:pt x="302162" y="127185"/>
                    <a:pt x="303422" y="144204"/>
                    <a:pt x="304557" y="153029"/>
                  </a:cubicBezTo>
                  <a:cubicBezTo>
                    <a:pt x="305691" y="161853"/>
                    <a:pt x="292832" y="148869"/>
                    <a:pt x="285142" y="151264"/>
                  </a:cubicBezTo>
                  <a:cubicBezTo>
                    <a:pt x="277453" y="153659"/>
                    <a:pt x="286908" y="161223"/>
                    <a:pt x="289303" y="171308"/>
                  </a:cubicBezTo>
                  <a:cubicBezTo>
                    <a:pt x="291698" y="181268"/>
                    <a:pt x="285142" y="180763"/>
                    <a:pt x="281108" y="184797"/>
                  </a:cubicBezTo>
                  <a:cubicBezTo>
                    <a:pt x="276949" y="188958"/>
                    <a:pt x="270519" y="173578"/>
                    <a:pt x="270519" y="164753"/>
                  </a:cubicBezTo>
                  <a:cubicBezTo>
                    <a:pt x="270519" y="155928"/>
                    <a:pt x="260560" y="164123"/>
                    <a:pt x="249971" y="175342"/>
                  </a:cubicBezTo>
                  <a:cubicBezTo>
                    <a:pt x="239381" y="186562"/>
                    <a:pt x="253500" y="203581"/>
                    <a:pt x="248836" y="206481"/>
                  </a:cubicBezTo>
                  <a:cubicBezTo>
                    <a:pt x="244171" y="209380"/>
                    <a:pt x="222993" y="229424"/>
                    <a:pt x="210638" y="244174"/>
                  </a:cubicBezTo>
                  <a:cubicBezTo>
                    <a:pt x="198283" y="258924"/>
                    <a:pt x="171810" y="250099"/>
                    <a:pt x="163616" y="257159"/>
                  </a:cubicBezTo>
                  <a:cubicBezTo>
                    <a:pt x="155422" y="264219"/>
                    <a:pt x="146597" y="258924"/>
                    <a:pt x="138277" y="265353"/>
                  </a:cubicBezTo>
                  <a:cubicBezTo>
                    <a:pt x="130083" y="271782"/>
                    <a:pt x="114702" y="284137"/>
                    <a:pt x="112938" y="276573"/>
                  </a:cubicBezTo>
                  <a:cubicBezTo>
                    <a:pt x="111173" y="268883"/>
                    <a:pt x="89994" y="274808"/>
                    <a:pt x="81169" y="284263"/>
                  </a:cubicBezTo>
                  <a:cubicBezTo>
                    <a:pt x="72345" y="293718"/>
                    <a:pt x="58225" y="301912"/>
                    <a:pt x="48267" y="302542"/>
                  </a:cubicBezTo>
                  <a:cubicBezTo>
                    <a:pt x="38307" y="303046"/>
                    <a:pt x="38307" y="318426"/>
                    <a:pt x="34147" y="321956"/>
                  </a:cubicBezTo>
                  <a:cubicBezTo>
                    <a:pt x="29987" y="325486"/>
                    <a:pt x="31247" y="309602"/>
                    <a:pt x="31247" y="305442"/>
                  </a:cubicBezTo>
                  <a:cubicBezTo>
                    <a:pt x="31247" y="301281"/>
                    <a:pt x="21792" y="312501"/>
                    <a:pt x="17759" y="324856"/>
                  </a:cubicBezTo>
                  <a:cubicBezTo>
                    <a:pt x="13599" y="337210"/>
                    <a:pt x="27718" y="341874"/>
                    <a:pt x="18893" y="354859"/>
                  </a:cubicBezTo>
                  <a:cubicBezTo>
                    <a:pt x="10068" y="367844"/>
                    <a:pt x="1875" y="380702"/>
                    <a:pt x="14229" y="397217"/>
                  </a:cubicBezTo>
                  <a:cubicBezTo>
                    <a:pt x="26583" y="413731"/>
                    <a:pt x="33643" y="424321"/>
                    <a:pt x="29483" y="432515"/>
                  </a:cubicBezTo>
                  <a:cubicBezTo>
                    <a:pt x="25323" y="440710"/>
                    <a:pt x="16498" y="416001"/>
                    <a:pt x="13599" y="419026"/>
                  </a:cubicBezTo>
                  <a:cubicBezTo>
                    <a:pt x="10699" y="421926"/>
                    <a:pt x="24819" y="432515"/>
                    <a:pt x="21288" y="437810"/>
                  </a:cubicBezTo>
                  <a:cubicBezTo>
                    <a:pt x="17759" y="443104"/>
                    <a:pt x="5026" y="417766"/>
                    <a:pt x="2505" y="423691"/>
                  </a:cubicBezTo>
                  <a:cubicBezTo>
                    <a:pt x="110" y="428985"/>
                    <a:pt x="28978" y="468948"/>
                    <a:pt x="29608" y="483697"/>
                  </a:cubicBezTo>
                  <a:cubicBezTo>
                    <a:pt x="30239" y="498447"/>
                    <a:pt x="53183" y="512566"/>
                    <a:pt x="51922" y="533745"/>
                  </a:cubicBezTo>
                  <a:cubicBezTo>
                    <a:pt x="50788" y="554924"/>
                    <a:pt x="71967" y="589088"/>
                    <a:pt x="75496" y="594382"/>
                  </a:cubicBezTo>
                  <a:cubicBezTo>
                    <a:pt x="79026" y="599677"/>
                    <a:pt x="67303" y="613797"/>
                    <a:pt x="69572" y="629681"/>
                  </a:cubicBezTo>
                  <a:cubicBezTo>
                    <a:pt x="71967" y="645565"/>
                    <a:pt x="64276" y="651490"/>
                    <a:pt x="54317" y="651490"/>
                  </a:cubicBezTo>
                  <a:cubicBezTo>
                    <a:pt x="44359" y="651490"/>
                    <a:pt x="50157" y="668005"/>
                    <a:pt x="61377" y="669139"/>
                  </a:cubicBezTo>
                  <a:cubicBezTo>
                    <a:pt x="72597" y="670274"/>
                    <a:pt x="68437" y="677964"/>
                    <a:pt x="80792" y="686284"/>
                  </a:cubicBezTo>
                  <a:cubicBezTo>
                    <a:pt x="93146" y="694478"/>
                    <a:pt x="122519" y="691579"/>
                    <a:pt x="132604" y="691579"/>
                  </a:cubicBezTo>
                  <a:cubicBezTo>
                    <a:pt x="142563" y="691579"/>
                    <a:pt x="145588" y="676325"/>
                    <a:pt x="159077" y="675695"/>
                  </a:cubicBezTo>
                  <a:cubicBezTo>
                    <a:pt x="172567" y="675064"/>
                    <a:pt x="171432" y="671030"/>
                    <a:pt x="177861" y="662710"/>
                  </a:cubicBezTo>
                  <a:cubicBezTo>
                    <a:pt x="184290" y="654516"/>
                    <a:pt x="214924" y="656785"/>
                    <a:pt x="246189" y="658676"/>
                  </a:cubicBezTo>
                  <a:cubicBezTo>
                    <a:pt x="277327" y="660441"/>
                    <a:pt x="290942" y="650986"/>
                    <a:pt x="295606" y="638001"/>
                  </a:cubicBezTo>
                  <a:cubicBezTo>
                    <a:pt x="299640" y="626907"/>
                    <a:pt x="322079" y="626277"/>
                    <a:pt x="330904" y="617957"/>
                  </a:cubicBezTo>
                  <a:cubicBezTo>
                    <a:pt x="339729" y="609762"/>
                    <a:pt x="347419" y="609132"/>
                    <a:pt x="370363" y="610267"/>
                  </a:cubicBezTo>
                  <a:cubicBezTo>
                    <a:pt x="393307" y="611401"/>
                    <a:pt x="414485" y="599047"/>
                    <a:pt x="429235" y="593248"/>
                  </a:cubicBezTo>
                  <a:cubicBezTo>
                    <a:pt x="443985" y="587323"/>
                    <a:pt x="470962" y="589718"/>
                    <a:pt x="485081" y="586188"/>
                  </a:cubicBezTo>
                  <a:cubicBezTo>
                    <a:pt x="499201" y="582659"/>
                    <a:pt x="501596" y="603837"/>
                    <a:pt x="517480" y="602073"/>
                  </a:cubicBezTo>
                  <a:cubicBezTo>
                    <a:pt x="533365" y="600308"/>
                    <a:pt x="540424" y="606737"/>
                    <a:pt x="548619" y="606233"/>
                  </a:cubicBezTo>
                  <a:cubicBezTo>
                    <a:pt x="556813" y="605602"/>
                    <a:pt x="555678" y="612158"/>
                    <a:pt x="563872" y="613923"/>
                  </a:cubicBezTo>
                  <a:cubicBezTo>
                    <a:pt x="572067" y="615688"/>
                    <a:pt x="570932" y="622747"/>
                    <a:pt x="565637" y="630437"/>
                  </a:cubicBezTo>
                  <a:cubicBezTo>
                    <a:pt x="560343" y="638001"/>
                    <a:pt x="577991" y="637497"/>
                    <a:pt x="589211" y="652751"/>
                  </a:cubicBezTo>
                  <a:cubicBezTo>
                    <a:pt x="600431" y="668005"/>
                    <a:pt x="589841" y="670400"/>
                    <a:pt x="595641" y="682124"/>
                  </a:cubicBezTo>
                  <a:cubicBezTo>
                    <a:pt x="601566" y="693848"/>
                    <a:pt x="605600" y="690948"/>
                    <a:pt x="617450" y="674434"/>
                  </a:cubicBezTo>
                  <a:cubicBezTo>
                    <a:pt x="629174" y="657919"/>
                    <a:pt x="642159" y="668509"/>
                    <a:pt x="643924" y="654390"/>
                  </a:cubicBezTo>
                  <a:cubicBezTo>
                    <a:pt x="645689" y="640270"/>
                    <a:pt x="658043" y="623756"/>
                    <a:pt x="666363" y="630815"/>
                  </a:cubicBezTo>
                  <a:cubicBezTo>
                    <a:pt x="674558" y="637875"/>
                    <a:pt x="660438" y="641405"/>
                    <a:pt x="655144" y="668509"/>
                  </a:cubicBezTo>
                  <a:cubicBezTo>
                    <a:pt x="649849" y="695613"/>
                    <a:pt x="640394" y="681493"/>
                    <a:pt x="638629" y="689057"/>
                  </a:cubicBezTo>
                  <a:cubicBezTo>
                    <a:pt x="636864" y="696748"/>
                    <a:pt x="663338" y="700781"/>
                    <a:pt x="663338" y="686662"/>
                  </a:cubicBezTo>
                  <a:cubicBezTo>
                    <a:pt x="663338" y="672543"/>
                    <a:pt x="668002" y="666114"/>
                    <a:pt x="678087" y="678972"/>
                  </a:cubicBezTo>
                  <a:cubicBezTo>
                    <a:pt x="688047" y="691957"/>
                    <a:pt x="672162" y="702546"/>
                    <a:pt x="674558" y="708472"/>
                  </a:cubicBezTo>
                  <a:cubicBezTo>
                    <a:pt x="676953" y="714397"/>
                    <a:pt x="688047" y="706706"/>
                    <a:pt x="693971" y="707337"/>
                  </a:cubicBezTo>
                  <a:cubicBezTo>
                    <a:pt x="704435" y="708345"/>
                    <a:pt x="718680" y="731415"/>
                    <a:pt x="716285" y="743896"/>
                  </a:cubicBezTo>
                  <a:cubicBezTo>
                    <a:pt x="713890" y="756250"/>
                    <a:pt x="710360" y="767974"/>
                    <a:pt x="730404" y="778059"/>
                  </a:cubicBezTo>
                  <a:cubicBezTo>
                    <a:pt x="750449" y="788019"/>
                    <a:pt x="742758" y="789783"/>
                    <a:pt x="757509" y="789783"/>
                  </a:cubicBezTo>
                  <a:cubicBezTo>
                    <a:pt x="772258" y="789783"/>
                    <a:pt x="802766" y="801508"/>
                    <a:pt x="811086" y="808693"/>
                  </a:cubicBezTo>
                  <a:cubicBezTo>
                    <a:pt x="819280" y="815753"/>
                    <a:pt x="840459" y="803399"/>
                    <a:pt x="844619" y="789279"/>
                  </a:cubicBezTo>
                  <a:cubicBezTo>
                    <a:pt x="848780" y="775160"/>
                    <a:pt x="864033" y="788775"/>
                    <a:pt x="855839" y="793439"/>
                  </a:cubicBezTo>
                  <a:cubicBezTo>
                    <a:pt x="847645" y="798230"/>
                    <a:pt x="860000" y="809324"/>
                    <a:pt x="860504" y="801633"/>
                  </a:cubicBezTo>
                  <a:cubicBezTo>
                    <a:pt x="861134" y="793944"/>
                    <a:pt x="864664" y="787514"/>
                    <a:pt x="867563" y="796339"/>
                  </a:cubicBezTo>
                  <a:cubicBezTo>
                    <a:pt x="870462" y="805163"/>
                    <a:pt x="881052" y="805163"/>
                    <a:pt x="885213" y="812223"/>
                  </a:cubicBezTo>
                  <a:cubicBezTo>
                    <a:pt x="889372" y="819283"/>
                    <a:pt x="894036" y="824577"/>
                    <a:pt x="894036" y="818652"/>
                  </a:cubicBezTo>
                  <a:cubicBezTo>
                    <a:pt x="894036" y="812727"/>
                    <a:pt x="896432" y="807433"/>
                    <a:pt x="905760" y="803903"/>
                  </a:cubicBezTo>
                  <a:cubicBezTo>
                    <a:pt x="915215" y="800373"/>
                    <a:pt x="921015" y="793944"/>
                    <a:pt x="931100" y="785623"/>
                  </a:cubicBezTo>
                  <a:cubicBezTo>
                    <a:pt x="941059" y="777429"/>
                    <a:pt x="982282" y="775664"/>
                    <a:pt x="986442" y="775664"/>
                  </a:cubicBezTo>
                  <a:cubicBezTo>
                    <a:pt x="990603" y="775664"/>
                    <a:pt x="992872" y="740366"/>
                    <a:pt x="995267" y="722086"/>
                  </a:cubicBezTo>
                  <a:cubicBezTo>
                    <a:pt x="997662" y="703807"/>
                    <a:pt x="1012916" y="700908"/>
                    <a:pt x="1015311" y="681493"/>
                  </a:cubicBezTo>
                  <a:cubicBezTo>
                    <a:pt x="1017706" y="662080"/>
                    <a:pt x="1038255" y="626151"/>
                    <a:pt x="1043550" y="624386"/>
                  </a:cubicBezTo>
                  <a:cubicBezTo>
                    <a:pt x="1048845" y="622621"/>
                    <a:pt x="1058804" y="617326"/>
                    <a:pt x="1059434" y="606107"/>
                  </a:cubicBezTo>
                  <a:cubicBezTo>
                    <a:pt x="1060065" y="594887"/>
                    <a:pt x="1073554" y="582533"/>
                    <a:pt x="1073554" y="569044"/>
                  </a:cubicBezTo>
                  <a:cubicBezTo>
                    <a:pt x="1073554" y="555555"/>
                    <a:pt x="1081244" y="539670"/>
                    <a:pt x="1079982" y="535510"/>
                  </a:cubicBezTo>
                  <a:cubicBezTo>
                    <a:pt x="1078848" y="531350"/>
                    <a:pt x="1074058" y="518365"/>
                    <a:pt x="1082882" y="509037"/>
                  </a:cubicBezTo>
                  <a:cubicBezTo>
                    <a:pt x="1090825" y="500212"/>
                    <a:pt x="1078470" y="488992"/>
                    <a:pt x="1083260" y="485462"/>
                  </a:cubicBezTo>
                  <a:close/>
                  <a:moveTo>
                    <a:pt x="493528" y="24695"/>
                  </a:moveTo>
                  <a:cubicBezTo>
                    <a:pt x="492393" y="17635"/>
                    <a:pt x="450414" y="25829"/>
                    <a:pt x="459364" y="32889"/>
                  </a:cubicBezTo>
                  <a:cubicBezTo>
                    <a:pt x="465290" y="37680"/>
                    <a:pt x="494789" y="31755"/>
                    <a:pt x="493528" y="24695"/>
                  </a:cubicBezTo>
                  <a:close/>
                  <a:moveTo>
                    <a:pt x="626023" y="721456"/>
                  </a:moveTo>
                  <a:cubicBezTo>
                    <a:pt x="632452" y="727381"/>
                    <a:pt x="654261" y="725616"/>
                    <a:pt x="657791" y="717296"/>
                  </a:cubicBezTo>
                  <a:cubicBezTo>
                    <a:pt x="661321" y="709102"/>
                    <a:pt x="620224" y="716161"/>
                    <a:pt x="626023" y="721456"/>
                  </a:cubicBezTo>
                  <a:close/>
                  <a:moveTo>
                    <a:pt x="892020" y="885089"/>
                  </a:moveTo>
                  <a:cubicBezTo>
                    <a:pt x="876135" y="886854"/>
                    <a:pt x="852309" y="870591"/>
                    <a:pt x="846762" y="872230"/>
                  </a:cubicBezTo>
                  <a:cubicBezTo>
                    <a:pt x="840333" y="873995"/>
                    <a:pt x="867311" y="914588"/>
                    <a:pt x="859117" y="925177"/>
                  </a:cubicBezTo>
                  <a:cubicBezTo>
                    <a:pt x="850922" y="935767"/>
                    <a:pt x="883195" y="964636"/>
                    <a:pt x="894415" y="966401"/>
                  </a:cubicBezTo>
                  <a:cubicBezTo>
                    <a:pt x="905635" y="968166"/>
                    <a:pt x="901475" y="955181"/>
                    <a:pt x="909164" y="955811"/>
                  </a:cubicBezTo>
                  <a:cubicBezTo>
                    <a:pt x="916854" y="956441"/>
                    <a:pt x="913829" y="948121"/>
                    <a:pt x="915090" y="942322"/>
                  </a:cubicBezTo>
                  <a:cubicBezTo>
                    <a:pt x="916224" y="936397"/>
                    <a:pt x="923914" y="948751"/>
                    <a:pt x="930343" y="945222"/>
                  </a:cubicBezTo>
                  <a:cubicBezTo>
                    <a:pt x="936773" y="941692"/>
                    <a:pt x="928579" y="916353"/>
                    <a:pt x="938034" y="916353"/>
                  </a:cubicBezTo>
                  <a:cubicBezTo>
                    <a:pt x="947489" y="916353"/>
                    <a:pt x="939798" y="885845"/>
                    <a:pt x="936899" y="875760"/>
                  </a:cubicBezTo>
                  <a:cubicBezTo>
                    <a:pt x="933747" y="865675"/>
                    <a:pt x="907904" y="883324"/>
                    <a:pt x="892020" y="885089"/>
                  </a:cubicBezTo>
                  <a:close/>
                </a:path>
              </a:pathLst>
            </a:custGeom>
            <a:solidFill>
              <a:schemeClr val="tx1">
                <a:lumMod val="50000"/>
                <a:lumOff val="50000"/>
              </a:schemeClr>
            </a:solidFill>
            <a:ln w="1270" cap="flat">
              <a:solidFill>
                <a:schemeClr val="bg1"/>
              </a:solidFill>
              <a:prstDash val="solid"/>
              <a:miter/>
            </a:ln>
          </p:spPr>
          <p:txBody>
            <a:bodyPr rtlCol="0" anchor="ctr"/>
            <a:lstStyle/>
            <a:p>
              <a:endParaRPr lang="ko-KR" altLang="en-US"/>
            </a:p>
          </p:txBody>
        </p:sp>
        <p:sp>
          <p:nvSpPr>
            <p:cNvPr id="174" name="자유형: 도형 154">
              <a:extLst>
                <a:ext uri="{FF2B5EF4-FFF2-40B4-BE49-F238E27FC236}">
                  <a16:creationId xmlns:a16="http://schemas.microsoft.com/office/drawing/2014/main" id="{7415DF67-0797-8542-B814-6680C6F60CA9}"/>
                </a:ext>
              </a:extLst>
            </p:cNvPr>
            <p:cNvSpPr/>
            <p:nvPr/>
          </p:nvSpPr>
          <p:spPr>
            <a:xfrm>
              <a:off x="10194388" y="5552055"/>
              <a:ext cx="315163" cy="390802"/>
            </a:xfrm>
            <a:custGeom>
              <a:avLst/>
              <a:gdLst>
                <a:gd name="connsiteX0" fmla="*/ 201060 w 315162"/>
                <a:gd name="connsiteY0" fmla="*/ 193605 h 390801"/>
                <a:gd name="connsiteX1" fmla="*/ 179881 w 315162"/>
                <a:gd name="connsiteY1" fmla="*/ 200034 h 390801"/>
                <a:gd name="connsiteX2" fmla="*/ 154038 w 315162"/>
                <a:gd name="connsiteY2" fmla="*/ 189445 h 390801"/>
                <a:gd name="connsiteX3" fmla="*/ 140549 w 315162"/>
                <a:gd name="connsiteY3" fmla="*/ 212388 h 390801"/>
                <a:gd name="connsiteX4" fmla="*/ 118740 w 315162"/>
                <a:gd name="connsiteY4" fmla="*/ 249451 h 390801"/>
                <a:gd name="connsiteX5" fmla="*/ 45748 w 315162"/>
                <a:gd name="connsiteY5" fmla="*/ 297734 h 390801"/>
                <a:gd name="connsiteX6" fmla="*/ 12215 w 315162"/>
                <a:gd name="connsiteY6" fmla="*/ 329503 h 390801"/>
                <a:gd name="connsiteX7" fmla="*/ 5155 w 315162"/>
                <a:gd name="connsiteY7" fmla="*/ 358372 h 390801"/>
                <a:gd name="connsiteX8" fmla="*/ 29234 w 315162"/>
                <a:gd name="connsiteY8" fmla="*/ 368961 h 390801"/>
                <a:gd name="connsiteX9" fmla="*/ 48017 w 315162"/>
                <a:gd name="connsiteY9" fmla="*/ 376651 h 390801"/>
                <a:gd name="connsiteX10" fmla="*/ 96805 w 315162"/>
                <a:gd name="connsiteY10" fmla="*/ 365431 h 390801"/>
                <a:gd name="connsiteX11" fmla="*/ 114454 w 315162"/>
                <a:gd name="connsiteY11" fmla="*/ 334798 h 390801"/>
                <a:gd name="connsiteX12" fmla="*/ 127943 w 315162"/>
                <a:gd name="connsiteY12" fmla="*/ 307189 h 390801"/>
                <a:gd name="connsiteX13" fmla="*/ 157316 w 315162"/>
                <a:gd name="connsiteY13" fmla="*/ 288910 h 390801"/>
                <a:gd name="connsiteX14" fmla="*/ 166141 w 315162"/>
                <a:gd name="connsiteY14" fmla="*/ 274790 h 390801"/>
                <a:gd name="connsiteX15" fmla="*/ 183789 w 315162"/>
                <a:gd name="connsiteY15" fmla="*/ 250082 h 390801"/>
                <a:gd name="connsiteX16" fmla="*/ 204338 w 315162"/>
                <a:gd name="connsiteY16" fmla="*/ 215414 h 390801"/>
                <a:gd name="connsiteX17" fmla="*/ 201060 w 315162"/>
                <a:gd name="connsiteY17" fmla="*/ 193605 h 390801"/>
                <a:gd name="connsiteX18" fmla="*/ 30999 w 315162"/>
                <a:gd name="connsiteY18" fmla="*/ 396569 h 390801"/>
                <a:gd name="connsiteX19" fmla="*/ 40957 w 315162"/>
                <a:gd name="connsiteY19" fmla="*/ 384845 h 390801"/>
                <a:gd name="connsiteX20" fmla="*/ 30999 w 315162"/>
                <a:gd name="connsiteY20" fmla="*/ 396569 h 390801"/>
                <a:gd name="connsiteX21" fmla="*/ 296996 w 315162"/>
                <a:gd name="connsiteY21" fmla="*/ 98804 h 390801"/>
                <a:gd name="connsiteX22" fmla="*/ 271152 w 315162"/>
                <a:gd name="connsiteY22" fmla="*/ 96409 h 390801"/>
                <a:gd name="connsiteX23" fmla="*/ 255268 w 315162"/>
                <a:gd name="connsiteY23" fmla="*/ 80524 h 390801"/>
                <a:gd name="connsiteX24" fmla="*/ 243544 w 315162"/>
                <a:gd name="connsiteY24" fmla="*/ 59345 h 390801"/>
                <a:gd name="connsiteX25" fmla="*/ 242914 w 315162"/>
                <a:gd name="connsiteY25" fmla="*/ 74095 h 390801"/>
                <a:gd name="connsiteX26" fmla="*/ 232325 w 315162"/>
                <a:gd name="connsiteY26" fmla="*/ 68800 h 390801"/>
                <a:gd name="connsiteX27" fmla="*/ 222365 w 315162"/>
                <a:gd name="connsiteY27" fmla="*/ 50521 h 390801"/>
                <a:gd name="connsiteX28" fmla="*/ 212406 w 315162"/>
                <a:gd name="connsiteY28" fmla="*/ 26442 h 390801"/>
                <a:gd name="connsiteX29" fmla="*/ 179504 w 315162"/>
                <a:gd name="connsiteY29" fmla="*/ 2364 h 390801"/>
                <a:gd name="connsiteX30" fmla="*/ 187697 w 315162"/>
                <a:gd name="connsiteY30" fmla="*/ 30603 h 390801"/>
                <a:gd name="connsiteX31" fmla="*/ 205977 w 315162"/>
                <a:gd name="connsiteY31" fmla="*/ 49386 h 390801"/>
                <a:gd name="connsiteX32" fmla="*/ 221861 w 315162"/>
                <a:gd name="connsiteY32" fmla="*/ 70565 h 390801"/>
                <a:gd name="connsiteX33" fmla="*/ 217701 w 315162"/>
                <a:gd name="connsiteY33" fmla="*/ 110023 h 390801"/>
                <a:gd name="connsiteX34" fmla="*/ 195892 w 315162"/>
                <a:gd name="connsiteY34" fmla="*/ 134228 h 390801"/>
                <a:gd name="connsiteX35" fmla="*/ 231190 w 315162"/>
                <a:gd name="connsiteY35" fmla="*/ 165996 h 390801"/>
                <a:gd name="connsiteX36" fmla="*/ 223500 w 315162"/>
                <a:gd name="connsiteY36" fmla="*/ 208354 h 390801"/>
                <a:gd name="connsiteX37" fmla="*/ 247578 w 315162"/>
                <a:gd name="connsiteY37" fmla="*/ 211884 h 390801"/>
                <a:gd name="connsiteX38" fmla="*/ 276952 w 315162"/>
                <a:gd name="connsiteY38" fmla="*/ 170661 h 390801"/>
                <a:gd name="connsiteX39" fmla="*/ 285145 w 315162"/>
                <a:gd name="connsiteY39" fmla="*/ 143052 h 390801"/>
                <a:gd name="connsiteX40" fmla="*/ 302795 w 315162"/>
                <a:gd name="connsiteY40" fmla="*/ 137127 h 390801"/>
                <a:gd name="connsiteX41" fmla="*/ 314015 w 315162"/>
                <a:gd name="connsiteY41" fmla="*/ 121243 h 390801"/>
                <a:gd name="connsiteX42" fmla="*/ 322840 w 315162"/>
                <a:gd name="connsiteY42" fmla="*/ 97669 h 390801"/>
                <a:gd name="connsiteX43" fmla="*/ 296996 w 315162"/>
                <a:gd name="connsiteY43" fmla="*/ 98804 h 390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15162" h="390801">
                  <a:moveTo>
                    <a:pt x="201060" y="193605"/>
                  </a:moveTo>
                  <a:cubicBezTo>
                    <a:pt x="192866" y="187679"/>
                    <a:pt x="188706" y="196000"/>
                    <a:pt x="179881" y="200034"/>
                  </a:cubicBezTo>
                  <a:cubicBezTo>
                    <a:pt x="171057" y="204194"/>
                    <a:pt x="165132" y="180620"/>
                    <a:pt x="154038" y="189445"/>
                  </a:cubicBezTo>
                  <a:cubicBezTo>
                    <a:pt x="142818" y="198269"/>
                    <a:pt x="152903" y="201799"/>
                    <a:pt x="140549" y="212388"/>
                  </a:cubicBezTo>
                  <a:cubicBezTo>
                    <a:pt x="128195" y="222978"/>
                    <a:pt x="133490" y="226507"/>
                    <a:pt x="118740" y="249451"/>
                  </a:cubicBezTo>
                  <a:cubicBezTo>
                    <a:pt x="103990" y="272395"/>
                    <a:pt x="53439" y="285380"/>
                    <a:pt x="45748" y="297734"/>
                  </a:cubicBezTo>
                  <a:cubicBezTo>
                    <a:pt x="38058" y="310089"/>
                    <a:pt x="12845" y="320048"/>
                    <a:pt x="12215" y="329503"/>
                  </a:cubicBezTo>
                  <a:cubicBezTo>
                    <a:pt x="11585" y="338958"/>
                    <a:pt x="-3795" y="345639"/>
                    <a:pt x="5155" y="358372"/>
                  </a:cubicBezTo>
                  <a:cubicBezTo>
                    <a:pt x="12215" y="368330"/>
                    <a:pt x="21670" y="361271"/>
                    <a:pt x="29234" y="368961"/>
                  </a:cubicBezTo>
                  <a:cubicBezTo>
                    <a:pt x="36924" y="376651"/>
                    <a:pt x="44488" y="370096"/>
                    <a:pt x="48017" y="376651"/>
                  </a:cubicBezTo>
                  <a:cubicBezTo>
                    <a:pt x="51547" y="383080"/>
                    <a:pt x="77390" y="383080"/>
                    <a:pt x="96805" y="365431"/>
                  </a:cubicBezTo>
                  <a:cubicBezTo>
                    <a:pt x="116219" y="347782"/>
                    <a:pt x="106764" y="339588"/>
                    <a:pt x="114454" y="334798"/>
                  </a:cubicBezTo>
                  <a:cubicBezTo>
                    <a:pt x="122143" y="330007"/>
                    <a:pt x="123278" y="316014"/>
                    <a:pt x="127943" y="307189"/>
                  </a:cubicBezTo>
                  <a:cubicBezTo>
                    <a:pt x="132607" y="298365"/>
                    <a:pt x="136137" y="288910"/>
                    <a:pt x="157316" y="288910"/>
                  </a:cubicBezTo>
                  <a:cubicBezTo>
                    <a:pt x="178495" y="288910"/>
                    <a:pt x="167275" y="284876"/>
                    <a:pt x="166141" y="274790"/>
                  </a:cubicBezTo>
                  <a:cubicBezTo>
                    <a:pt x="165006" y="264831"/>
                    <a:pt x="183789" y="263067"/>
                    <a:pt x="183789" y="250082"/>
                  </a:cubicBezTo>
                  <a:cubicBezTo>
                    <a:pt x="183789" y="237097"/>
                    <a:pt x="209633" y="225373"/>
                    <a:pt x="204338" y="215414"/>
                  </a:cubicBezTo>
                  <a:cubicBezTo>
                    <a:pt x="199295" y="205328"/>
                    <a:pt x="209381" y="199530"/>
                    <a:pt x="201060" y="193605"/>
                  </a:cubicBezTo>
                  <a:close/>
                  <a:moveTo>
                    <a:pt x="30999" y="396569"/>
                  </a:moveTo>
                  <a:cubicBezTo>
                    <a:pt x="35159" y="397704"/>
                    <a:pt x="48648" y="394174"/>
                    <a:pt x="40957" y="384845"/>
                  </a:cubicBezTo>
                  <a:cubicBezTo>
                    <a:pt x="33394" y="375390"/>
                    <a:pt x="21291" y="393796"/>
                    <a:pt x="30999" y="396569"/>
                  </a:cubicBezTo>
                  <a:close/>
                  <a:moveTo>
                    <a:pt x="296996" y="98804"/>
                  </a:moveTo>
                  <a:cubicBezTo>
                    <a:pt x="291701" y="107628"/>
                    <a:pt x="281112" y="96409"/>
                    <a:pt x="271152" y="96409"/>
                  </a:cubicBezTo>
                  <a:cubicBezTo>
                    <a:pt x="261194" y="96409"/>
                    <a:pt x="255268" y="89349"/>
                    <a:pt x="255268" y="80524"/>
                  </a:cubicBezTo>
                  <a:cubicBezTo>
                    <a:pt x="255268" y="71699"/>
                    <a:pt x="252873" y="58715"/>
                    <a:pt x="243544" y="59345"/>
                  </a:cubicBezTo>
                  <a:cubicBezTo>
                    <a:pt x="234089" y="59976"/>
                    <a:pt x="246444" y="69305"/>
                    <a:pt x="242914" y="74095"/>
                  </a:cubicBezTo>
                  <a:cubicBezTo>
                    <a:pt x="239385" y="78759"/>
                    <a:pt x="236989" y="68800"/>
                    <a:pt x="232325" y="68800"/>
                  </a:cubicBezTo>
                  <a:cubicBezTo>
                    <a:pt x="227660" y="68800"/>
                    <a:pt x="222365" y="62371"/>
                    <a:pt x="222365" y="50521"/>
                  </a:cubicBezTo>
                  <a:cubicBezTo>
                    <a:pt x="222365" y="38797"/>
                    <a:pt x="212406" y="39931"/>
                    <a:pt x="212406" y="26442"/>
                  </a:cubicBezTo>
                  <a:cubicBezTo>
                    <a:pt x="212406" y="12954"/>
                    <a:pt x="191228" y="2364"/>
                    <a:pt x="179504" y="2364"/>
                  </a:cubicBezTo>
                  <a:cubicBezTo>
                    <a:pt x="167779" y="2364"/>
                    <a:pt x="181899" y="23543"/>
                    <a:pt x="187697" y="30603"/>
                  </a:cubicBezTo>
                  <a:cubicBezTo>
                    <a:pt x="193623" y="37662"/>
                    <a:pt x="206481" y="44092"/>
                    <a:pt x="205977" y="49386"/>
                  </a:cubicBezTo>
                  <a:cubicBezTo>
                    <a:pt x="205347" y="54681"/>
                    <a:pt x="214802" y="68296"/>
                    <a:pt x="221861" y="70565"/>
                  </a:cubicBezTo>
                  <a:cubicBezTo>
                    <a:pt x="228921" y="72960"/>
                    <a:pt x="217701" y="93509"/>
                    <a:pt x="217701" y="110023"/>
                  </a:cubicBezTo>
                  <a:cubicBezTo>
                    <a:pt x="217701" y="126538"/>
                    <a:pt x="204717" y="123639"/>
                    <a:pt x="195892" y="134228"/>
                  </a:cubicBezTo>
                  <a:cubicBezTo>
                    <a:pt x="187067" y="144817"/>
                    <a:pt x="218205" y="155407"/>
                    <a:pt x="231190" y="165996"/>
                  </a:cubicBezTo>
                  <a:cubicBezTo>
                    <a:pt x="244174" y="176586"/>
                    <a:pt x="220096" y="202681"/>
                    <a:pt x="223500" y="208354"/>
                  </a:cubicBezTo>
                  <a:cubicBezTo>
                    <a:pt x="225265" y="211254"/>
                    <a:pt x="234089" y="215414"/>
                    <a:pt x="247578" y="211884"/>
                  </a:cubicBezTo>
                  <a:cubicBezTo>
                    <a:pt x="261067" y="208354"/>
                    <a:pt x="267623" y="178855"/>
                    <a:pt x="276952" y="170661"/>
                  </a:cubicBezTo>
                  <a:cubicBezTo>
                    <a:pt x="286407" y="162466"/>
                    <a:pt x="280481" y="149482"/>
                    <a:pt x="285145" y="143052"/>
                  </a:cubicBezTo>
                  <a:cubicBezTo>
                    <a:pt x="289811" y="136623"/>
                    <a:pt x="296239" y="137127"/>
                    <a:pt x="302795" y="137127"/>
                  </a:cubicBezTo>
                  <a:cubicBezTo>
                    <a:pt x="309224" y="137127"/>
                    <a:pt x="305694" y="121243"/>
                    <a:pt x="314015" y="121243"/>
                  </a:cubicBezTo>
                  <a:cubicBezTo>
                    <a:pt x="322209" y="121243"/>
                    <a:pt x="318175" y="110023"/>
                    <a:pt x="322840" y="97669"/>
                  </a:cubicBezTo>
                  <a:cubicBezTo>
                    <a:pt x="327630" y="85315"/>
                    <a:pt x="302291" y="89979"/>
                    <a:pt x="296996" y="98804"/>
                  </a:cubicBezTo>
                  <a:close/>
                </a:path>
              </a:pathLst>
            </a:custGeom>
            <a:grpFill/>
            <a:ln w="1270" cap="flat">
              <a:solidFill>
                <a:schemeClr val="bg1"/>
              </a:solidFill>
              <a:prstDash val="solid"/>
              <a:miter/>
            </a:ln>
          </p:spPr>
          <p:txBody>
            <a:bodyPr rtlCol="0" anchor="ctr"/>
            <a:lstStyle/>
            <a:p>
              <a:endParaRPr lang="ko-KR" altLang="en-US"/>
            </a:p>
          </p:txBody>
        </p:sp>
        <p:sp>
          <p:nvSpPr>
            <p:cNvPr id="175" name="자유형: 도형 155">
              <a:extLst>
                <a:ext uri="{FF2B5EF4-FFF2-40B4-BE49-F238E27FC236}">
                  <a16:creationId xmlns:a16="http://schemas.microsoft.com/office/drawing/2014/main" id="{89A85C2E-079D-BB42-B782-EF842A3DCBCF}"/>
                </a:ext>
              </a:extLst>
            </p:cNvPr>
            <p:cNvSpPr/>
            <p:nvPr/>
          </p:nvSpPr>
          <p:spPr>
            <a:xfrm>
              <a:off x="10485955" y="5022636"/>
              <a:ext cx="63033" cy="50426"/>
            </a:xfrm>
            <a:custGeom>
              <a:avLst/>
              <a:gdLst>
                <a:gd name="connsiteX0" fmla="*/ 3664 w 63032"/>
                <a:gd name="connsiteY0" fmla="*/ 50970 h 50426"/>
                <a:gd name="connsiteX1" fmla="*/ 34298 w 63032"/>
                <a:gd name="connsiteY1" fmla="*/ 42776 h 50426"/>
                <a:gd name="connsiteX2" fmla="*/ 3664 w 63032"/>
                <a:gd name="connsiteY2" fmla="*/ 50970 h 50426"/>
                <a:gd name="connsiteX3" fmla="*/ 40222 w 63032"/>
                <a:gd name="connsiteY3" fmla="*/ 19706 h 50426"/>
                <a:gd name="connsiteX4" fmla="*/ 67831 w 63032"/>
                <a:gd name="connsiteY4" fmla="*/ 4957 h 50426"/>
                <a:gd name="connsiteX5" fmla="*/ 40222 w 63032"/>
                <a:gd name="connsiteY5" fmla="*/ 19706 h 50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032" h="50426">
                  <a:moveTo>
                    <a:pt x="3664" y="50970"/>
                  </a:moveTo>
                  <a:cubicBezTo>
                    <a:pt x="13623" y="60425"/>
                    <a:pt x="33668" y="59795"/>
                    <a:pt x="34298" y="42776"/>
                  </a:cubicBezTo>
                  <a:cubicBezTo>
                    <a:pt x="34928" y="25631"/>
                    <a:pt x="-5287" y="42524"/>
                    <a:pt x="3664" y="50970"/>
                  </a:cubicBezTo>
                  <a:close/>
                  <a:moveTo>
                    <a:pt x="40222" y="19706"/>
                  </a:moveTo>
                  <a:cubicBezTo>
                    <a:pt x="46652" y="22101"/>
                    <a:pt x="67831" y="15042"/>
                    <a:pt x="67831" y="4957"/>
                  </a:cubicBezTo>
                  <a:cubicBezTo>
                    <a:pt x="67831" y="-4877"/>
                    <a:pt x="30390" y="16176"/>
                    <a:pt x="40222" y="19706"/>
                  </a:cubicBezTo>
                  <a:close/>
                </a:path>
              </a:pathLst>
            </a:custGeom>
            <a:grpFill/>
            <a:ln w="1270" cap="flat">
              <a:solidFill>
                <a:schemeClr val="bg1"/>
              </a:solidFill>
              <a:prstDash val="solid"/>
              <a:miter/>
            </a:ln>
          </p:spPr>
          <p:txBody>
            <a:bodyPr rtlCol="0" anchor="ctr"/>
            <a:lstStyle/>
            <a:p>
              <a:endParaRPr lang="ko-KR" altLang="en-US"/>
            </a:p>
          </p:txBody>
        </p:sp>
        <p:sp>
          <p:nvSpPr>
            <p:cNvPr id="176" name="자유형: 도형 156">
              <a:extLst>
                <a:ext uri="{FF2B5EF4-FFF2-40B4-BE49-F238E27FC236}">
                  <a16:creationId xmlns:a16="http://schemas.microsoft.com/office/drawing/2014/main" id="{EF58773E-07B2-3642-AD38-31322AA8CCE4}"/>
                </a:ext>
              </a:extLst>
            </p:cNvPr>
            <p:cNvSpPr/>
            <p:nvPr/>
          </p:nvSpPr>
          <p:spPr>
            <a:xfrm>
              <a:off x="7189015" y="3357751"/>
              <a:ext cx="378195" cy="226917"/>
            </a:xfrm>
            <a:custGeom>
              <a:avLst/>
              <a:gdLst>
                <a:gd name="connsiteX0" fmla="*/ 376147 w 378195"/>
                <a:gd name="connsiteY0" fmla="*/ 151263 h 226917"/>
                <a:gd name="connsiteX1" fmla="*/ 352573 w 378195"/>
                <a:gd name="connsiteY1" fmla="*/ 143447 h 226917"/>
                <a:gd name="connsiteX2" fmla="*/ 325091 w 378195"/>
                <a:gd name="connsiteY2" fmla="*/ 125419 h 226917"/>
                <a:gd name="connsiteX3" fmla="*/ 294457 w 378195"/>
                <a:gd name="connsiteY3" fmla="*/ 107392 h 226917"/>
                <a:gd name="connsiteX4" fmla="*/ 267731 w 378195"/>
                <a:gd name="connsiteY4" fmla="*/ 87726 h 226917"/>
                <a:gd name="connsiteX5" fmla="*/ 256007 w 378195"/>
                <a:gd name="connsiteY5" fmla="*/ 65790 h 226917"/>
                <a:gd name="connsiteX6" fmla="*/ 245040 w 378195"/>
                <a:gd name="connsiteY6" fmla="*/ 48519 h 226917"/>
                <a:gd name="connsiteX7" fmla="*/ 205833 w 378195"/>
                <a:gd name="connsiteY7" fmla="*/ 43855 h 226917"/>
                <a:gd name="connsiteX8" fmla="*/ 196378 w 378195"/>
                <a:gd name="connsiteY8" fmla="*/ 15617 h 226917"/>
                <a:gd name="connsiteX9" fmla="*/ 175956 w 378195"/>
                <a:gd name="connsiteY9" fmla="*/ 8557 h 226917"/>
                <a:gd name="connsiteX10" fmla="*/ 157046 w 378195"/>
                <a:gd name="connsiteY10" fmla="*/ 3892 h 226917"/>
                <a:gd name="connsiteX11" fmla="*/ 146078 w 378195"/>
                <a:gd name="connsiteY11" fmla="*/ 9313 h 226917"/>
                <a:gd name="connsiteX12" fmla="*/ 136624 w 378195"/>
                <a:gd name="connsiteY12" fmla="*/ 19525 h 226917"/>
                <a:gd name="connsiteX13" fmla="*/ 117714 w 378195"/>
                <a:gd name="connsiteY13" fmla="*/ 33644 h 226917"/>
                <a:gd name="connsiteX14" fmla="*/ 108259 w 378195"/>
                <a:gd name="connsiteY14" fmla="*/ 46250 h 226917"/>
                <a:gd name="connsiteX15" fmla="*/ 89601 w 378195"/>
                <a:gd name="connsiteY15" fmla="*/ 41838 h 226917"/>
                <a:gd name="connsiteX16" fmla="*/ 71070 w 378195"/>
                <a:gd name="connsiteY16" fmla="*/ 37426 h 226917"/>
                <a:gd name="connsiteX17" fmla="*/ 38545 w 378195"/>
                <a:gd name="connsiteY17" fmla="*/ 12213 h 226917"/>
                <a:gd name="connsiteX18" fmla="*/ 11189 w 378195"/>
                <a:gd name="connsiteY18" fmla="*/ 26710 h 226917"/>
                <a:gd name="connsiteX19" fmla="*/ 23543 w 378195"/>
                <a:gd name="connsiteY19" fmla="*/ 21920 h 226917"/>
                <a:gd name="connsiteX20" fmla="*/ 43966 w 378195"/>
                <a:gd name="connsiteY20" fmla="*/ 46250 h 226917"/>
                <a:gd name="connsiteX21" fmla="*/ 56572 w 378195"/>
                <a:gd name="connsiteY21" fmla="*/ 61882 h 226917"/>
                <a:gd name="connsiteX22" fmla="*/ 29847 w 378195"/>
                <a:gd name="connsiteY22" fmla="*/ 67429 h 226917"/>
                <a:gd name="connsiteX23" fmla="*/ 5516 w 378195"/>
                <a:gd name="connsiteY23" fmla="*/ 67429 h 226917"/>
                <a:gd name="connsiteX24" fmla="*/ 11063 w 378195"/>
                <a:gd name="connsiteY24" fmla="*/ 89365 h 226917"/>
                <a:gd name="connsiteX25" fmla="*/ 12576 w 378195"/>
                <a:gd name="connsiteY25" fmla="*/ 105879 h 226917"/>
                <a:gd name="connsiteX26" fmla="*/ 27451 w 378195"/>
                <a:gd name="connsiteY26" fmla="*/ 112182 h 226917"/>
                <a:gd name="connsiteX27" fmla="*/ 32998 w 378195"/>
                <a:gd name="connsiteY27" fmla="*/ 133361 h 226917"/>
                <a:gd name="connsiteX28" fmla="*/ 32998 w 378195"/>
                <a:gd name="connsiteY28" fmla="*/ 168912 h 226917"/>
                <a:gd name="connsiteX29" fmla="*/ 54933 w 378195"/>
                <a:gd name="connsiteY29" fmla="*/ 164751 h 226917"/>
                <a:gd name="connsiteX30" fmla="*/ 78507 w 378195"/>
                <a:gd name="connsiteY30" fmla="*/ 148237 h 226917"/>
                <a:gd name="connsiteX31" fmla="*/ 97417 w 378195"/>
                <a:gd name="connsiteY31" fmla="*/ 145842 h 226917"/>
                <a:gd name="connsiteX32" fmla="*/ 128051 w 378195"/>
                <a:gd name="connsiteY32" fmla="*/ 146598 h 226917"/>
                <a:gd name="connsiteX33" fmla="*/ 147717 w 378195"/>
                <a:gd name="connsiteY33" fmla="*/ 155171 h 226917"/>
                <a:gd name="connsiteX34" fmla="*/ 160324 w 378195"/>
                <a:gd name="connsiteY34" fmla="*/ 161474 h 226917"/>
                <a:gd name="connsiteX35" fmla="*/ 183015 w 378195"/>
                <a:gd name="connsiteY35" fmla="*/ 168533 h 226917"/>
                <a:gd name="connsiteX36" fmla="*/ 194739 w 378195"/>
                <a:gd name="connsiteY36" fmla="*/ 177988 h 226917"/>
                <a:gd name="connsiteX37" fmla="*/ 212767 w 378195"/>
                <a:gd name="connsiteY37" fmla="*/ 192864 h 226917"/>
                <a:gd name="connsiteX38" fmla="*/ 231551 w 378195"/>
                <a:gd name="connsiteY38" fmla="*/ 196016 h 226917"/>
                <a:gd name="connsiteX39" fmla="*/ 236341 w 378195"/>
                <a:gd name="connsiteY39" fmla="*/ 228540 h 226917"/>
                <a:gd name="connsiteX40" fmla="*/ 242014 w 378195"/>
                <a:gd name="connsiteY40" fmla="*/ 228036 h 226917"/>
                <a:gd name="connsiteX41" fmla="*/ 260924 w 378195"/>
                <a:gd name="connsiteY41" fmla="*/ 233331 h 226917"/>
                <a:gd name="connsiteX42" fmla="*/ 283994 w 378195"/>
                <a:gd name="connsiteY42" fmla="*/ 225010 h 226917"/>
                <a:gd name="connsiteX43" fmla="*/ 321687 w 378195"/>
                <a:gd name="connsiteY43" fmla="*/ 203075 h 226917"/>
                <a:gd name="connsiteX44" fmla="*/ 337445 w 378195"/>
                <a:gd name="connsiteY44" fmla="*/ 176854 h 226917"/>
                <a:gd name="connsiteX45" fmla="*/ 358372 w 378195"/>
                <a:gd name="connsiteY45" fmla="*/ 164247 h 226917"/>
                <a:gd name="connsiteX46" fmla="*/ 378038 w 378195"/>
                <a:gd name="connsiteY46" fmla="*/ 168912 h 226917"/>
                <a:gd name="connsiteX47" fmla="*/ 376147 w 378195"/>
                <a:gd name="connsiteY47" fmla="*/ 151263 h 226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78195" h="226917">
                  <a:moveTo>
                    <a:pt x="376147" y="151263"/>
                  </a:moveTo>
                  <a:cubicBezTo>
                    <a:pt x="376147" y="151263"/>
                    <a:pt x="358876" y="142690"/>
                    <a:pt x="352573" y="143447"/>
                  </a:cubicBezTo>
                  <a:cubicBezTo>
                    <a:pt x="346270" y="144203"/>
                    <a:pt x="336058" y="129327"/>
                    <a:pt x="325091" y="125419"/>
                  </a:cubicBezTo>
                  <a:cubicBezTo>
                    <a:pt x="314123" y="121511"/>
                    <a:pt x="299247" y="114452"/>
                    <a:pt x="294457" y="107392"/>
                  </a:cubicBezTo>
                  <a:cubicBezTo>
                    <a:pt x="289793" y="100332"/>
                    <a:pt x="270126" y="93273"/>
                    <a:pt x="267731" y="87726"/>
                  </a:cubicBezTo>
                  <a:cubicBezTo>
                    <a:pt x="265336" y="82179"/>
                    <a:pt x="261428" y="72850"/>
                    <a:pt x="256007" y="65790"/>
                  </a:cubicBezTo>
                  <a:cubicBezTo>
                    <a:pt x="250460" y="58731"/>
                    <a:pt x="250586" y="49276"/>
                    <a:pt x="245040" y="48519"/>
                  </a:cubicBezTo>
                  <a:cubicBezTo>
                    <a:pt x="239493" y="47763"/>
                    <a:pt x="205833" y="48519"/>
                    <a:pt x="205833" y="43855"/>
                  </a:cubicBezTo>
                  <a:cubicBezTo>
                    <a:pt x="205833" y="39191"/>
                    <a:pt x="203438" y="17129"/>
                    <a:pt x="196378" y="15617"/>
                  </a:cubicBezTo>
                  <a:cubicBezTo>
                    <a:pt x="189319" y="13978"/>
                    <a:pt x="179864" y="12465"/>
                    <a:pt x="175956" y="8557"/>
                  </a:cubicBezTo>
                  <a:cubicBezTo>
                    <a:pt x="172048" y="4649"/>
                    <a:pt x="159441" y="-141"/>
                    <a:pt x="157046" y="3892"/>
                  </a:cubicBezTo>
                  <a:cubicBezTo>
                    <a:pt x="154651" y="7800"/>
                    <a:pt x="148474" y="9313"/>
                    <a:pt x="146078" y="9313"/>
                  </a:cubicBezTo>
                  <a:cubicBezTo>
                    <a:pt x="143683" y="9313"/>
                    <a:pt x="144440" y="20281"/>
                    <a:pt x="136624" y="19525"/>
                  </a:cubicBezTo>
                  <a:cubicBezTo>
                    <a:pt x="128808" y="18768"/>
                    <a:pt x="117714" y="28097"/>
                    <a:pt x="117714" y="33644"/>
                  </a:cubicBezTo>
                  <a:cubicBezTo>
                    <a:pt x="117714" y="39191"/>
                    <a:pt x="118470" y="47007"/>
                    <a:pt x="108259" y="46250"/>
                  </a:cubicBezTo>
                  <a:cubicBezTo>
                    <a:pt x="103090" y="45872"/>
                    <a:pt x="95904" y="44864"/>
                    <a:pt x="89601" y="41838"/>
                  </a:cubicBezTo>
                  <a:cubicBezTo>
                    <a:pt x="88088" y="42973"/>
                    <a:pt x="79642" y="48898"/>
                    <a:pt x="71070" y="37426"/>
                  </a:cubicBezTo>
                  <a:cubicBezTo>
                    <a:pt x="61615" y="24819"/>
                    <a:pt x="46991" y="12213"/>
                    <a:pt x="38545" y="12213"/>
                  </a:cubicBezTo>
                  <a:cubicBezTo>
                    <a:pt x="30981" y="12213"/>
                    <a:pt x="5012" y="12213"/>
                    <a:pt x="11189" y="26710"/>
                  </a:cubicBezTo>
                  <a:cubicBezTo>
                    <a:pt x="13080" y="23433"/>
                    <a:pt x="16609" y="21290"/>
                    <a:pt x="23543" y="21920"/>
                  </a:cubicBezTo>
                  <a:cubicBezTo>
                    <a:pt x="42327" y="23433"/>
                    <a:pt x="33754" y="45494"/>
                    <a:pt x="43966" y="46250"/>
                  </a:cubicBezTo>
                  <a:cubicBezTo>
                    <a:pt x="54177" y="47007"/>
                    <a:pt x="65901" y="62765"/>
                    <a:pt x="56572" y="61882"/>
                  </a:cubicBezTo>
                  <a:cubicBezTo>
                    <a:pt x="47117" y="61126"/>
                    <a:pt x="39301" y="70455"/>
                    <a:pt x="29847" y="67429"/>
                  </a:cubicBezTo>
                  <a:cubicBezTo>
                    <a:pt x="20392" y="64278"/>
                    <a:pt x="8668" y="56462"/>
                    <a:pt x="5516" y="67429"/>
                  </a:cubicBezTo>
                  <a:cubicBezTo>
                    <a:pt x="2364" y="78397"/>
                    <a:pt x="-1544" y="90121"/>
                    <a:pt x="11063" y="89365"/>
                  </a:cubicBezTo>
                  <a:cubicBezTo>
                    <a:pt x="23669" y="88608"/>
                    <a:pt x="21274" y="97181"/>
                    <a:pt x="12576" y="105879"/>
                  </a:cubicBezTo>
                  <a:cubicBezTo>
                    <a:pt x="4003" y="114578"/>
                    <a:pt x="25939" y="104240"/>
                    <a:pt x="27451" y="112182"/>
                  </a:cubicBezTo>
                  <a:cubicBezTo>
                    <a:pt x="28964" y="119998"/>
                    <a:pt x="36024" y="120755"/>
                    <a:pt x="32998" y="133361"/>
                  </a:cubicBezTo>
                  <a:cubicBezTo>
                    <a:pt x="30981" y="141303"/>
                    <a:pt x="32494" y="157188"/>
                    <a:pt x="32998" y="168912"/>
                  </a:cubicBezTo>
                  <a:cubicBezTo>
                    <a:pt x="41318" y="168912"/>
                    <a:pt x="52538" y="168155"/>
                    <a:pt x="54933" y="164751"/>
                  </a:cubicBezTo>
                  <a:cubicBezTo>
                    <a:pt x="58841" y="159331"/>
                    <a:pt x="71448" y="148237"/>
                    <a:pt x="78507" y="148237"/>
                  </a:cubicBezTo>
                  <a:cubicBezTo>
                    <a:pt x="85567" y="148237"/>
                    <a:pt x="93383" y="151389"/>
                    <a:pt x="97417" y="145842"/>
                  </a:cubicBezTo>
                  <a:cubicBezTo>
                    <a:pt x="101325" y="140295"/>
                    <a:pt x="124143" y="141934"/>
                    <a:pt x="128051" y="146598"/>
                  </a:cubicBezTo>
                  <a:cubicBezTo>
                    <a:pt x="131959" y="151263"/>
                    <a:pt x="144566" y="155171"/>
                    <a:pt x="147717" y="155171"/>
                  </a:cubicBezTo>
                  <a:cubicBezTo>
                    <a:pt x="150869" y="155171"/>
                    <a:pt x="152382" y="162230"/>
                    <a:pt x="160324" y="161474"/>
                  </a:cubicBezTo>
                  <a:cubicBezTo>
                    <a:pt x="168140" y="160717"/>
                    <a:pt x="183015" y="163869"/>
                    <a:pt x="183015" y="168533"/>
                  </a:cubicBezTo>
                  <a:cubicBezTo>
                    <a:pt x="183015" y="173198"/>
                    <a:pt x="188562" y="177988"/>
                    <a:pt x="194739" y="177988"/>
                  </a:cubicBezTo>
                  <a:cubicBezTo>
                    <a:pt x="201043" y="177988"/>
                    <a:pt x="206463" y="193746"/>
                    <a:pt x="212767" y="192864"/>
                  </a:cubicBezTo>
                  <a:cubicBezTo>
                    <a:pt x="219070" y="192108"/>
                    <a:pt x="231551" y="192108"/>
                    <a:pt x="231551" y="196016"/>
                  </a:cubicBezTo>
                  <a:cubicBezTo>
                    <a:pt x="231551" y="199293"/>
                    <a:pt x="232685" y="217825"/>
                    <a:pt x="236341" y="228540"/>
                  </a:cubicBezTo>
                  <a:cubicBezTo>
                    <a:pt x="238484" y="227406"/>
                    <a:pt x="240753" y="227154"/>
                    <a:pt x="242014" y="228036"/>
                  </a:cubicBezTo>
                  <a:cubicBezTo>
                    <a:pt x="245165" y="230179"/>
                    <a:pt x="258781" y="225893"/>
                    <a:pt x="260924" y="233331"/>
                  </a:cubicBezTo>
                  <a:cubicBezTo>
                    <a:pt x="263067" y="240643"/>
                    <a:pt x="285002" y="236482"/>
                    <a:pt x="283994" y="225010"/>
                  </a:cubicBezTo>
                  <a:cubicBezTo>
                    <a:pt x="282985" y="213539"/>
                    <a:pt x="318535" y="213539"/>
                    <a:pt x="321687" y="203075"/>
                  </a:cubicBezTo>
                  <a:cubicBezTo>
                    <a:pt x="324839" y="192612"/>
                    <a:pt x="328999" y="173702"/>
                    <a:pt x="337445" y="176854"/>
                  </a:cubicBezTo>
                  <a:cubicBezTo>
                    <a:pt x="345765" y="180005"/>
                    <a:pt x="351060" y="163239"/>
                    <a:pt x="358372" y="164247"/>
                  </a:cubicBezTo>
                  <a:cubicBezTo>
                    <a:pt x="365053" y="165256"/>
                    <a:pt x="370096" y="170424"/>
                    <a:pt x="378038" y="168912"/>
                  </a:cubicBezTo>
                  <a:lnTo>
                    <a:pt x="376147" y="151263"/>
                  </a:lnTo>
                  <a:close/>
                </a:path>
              </a:pathLst>
            </a:custGeom>
            <a:grpFill/>
            <a:ln w="1270" cap="flat">
              <a:solidFill>
                <a:schemeClr val="bg1"/>
              </a:solidFill>
              <a:prstDash val="solid"/>
              <a:miter/>
            </a:ln>
          </p:spPr>
          <p:txBody>
            <a:bodyPr rtlCol="0" anchor="ctr"/>
            <a:lstStyle/>
            <a:p>
              <a:endParaRPr lang="ko-KR" altLang="en-US"/>
            </a:p>
          </p:txBody>
        </p:sp>
        <p:sp>
          <p:nvSpPr>
            <p:cNvPr id="177" name="자유형: 도형 157">
              <a:extLst>
                <a:ext uri="{FF2B5EF4-FFF2-40B4-BE49-F238E27FC236}">
                  <a16:creationId xmlns:a16="http://schemas.microsoft.com/office/drawing/2014/main" id="{891C0615-1600-CA43-8CFD-EF11A8783B1A}"/>
                </a:ext>
              </a:extLst>
            </p:cNvPr>
            <p:cNvSpPr/>
            <p:nvPr/>
          </p:nvSpPr>
          <p:spPr>
            <a:xfrm>
              <a:off x="6957213" y="3445056"/>
              <a:ext cx="516867" cy="441228"/>
            </a:xfrm>
            <a:custGeom>
              <a:avLst/>
              <a:gdLst>
                <a:gd name="connsiteX0" fmla="*/ 509618 w 516866"/>
                <a:gd name="connsiteY0" fmla="*/ 382776 h 441227"/>
                <a:gd name="connsiteX1" fmla="*/ 497011 w 516866"/>
                <a:gd name="connsiteY1" fmla="*/ 353403 h 441227"/>
                <a:gd name="connsiteX2" fmla="*/ 469781 w 516866"/>
                <a:gd name="connsiteY2" fmla="*/ 330333 h 441227"/>
                <a:gd name="connsiteX3" fmla="*/ 452006 w 516866"/>
                <a:gd name="connsiteY3" fmla="*/ 307263 h 441227"/>
                <a:gd name="connsiteX4" fmla="*/ 479236 w 516866"/>
                <a:gd name="connsiteY4" fmla="*/ 269570 h 441227"/>
                <a:gd name="connsiteX5" fmla="*/ 453015 w 516866"/>
                <a:gd name="connsiteY5" fmla="*/ 255955 h 441227"/>
                <a:gd name="connsiteX6" fmla="*/ 448855 w 516866"/>
                <a:gd name="connsiteY6" fmla="*/ 225573 h 441227"/>
                <a:gd name="connsiteX7" fmla="*/ 448855 w 516866"/>
                <a:gd name="connsiteY7" fmla="*/ 197335 h 441227"/>
                <a:gd name="connsiteX8" fmla="*/ 452006 w 516866"/>
                <a:gd name="connsiteY8" fmla="*/ 174265 h 441227"/>
                <a:gd name="connsiteX9" fmla="*/ 462470 w 516866"/>
                <a:gd name="connsiteY9" fmla="*/ 153338 h 441227"/>
                <a:gd name="connsiteX10" fmla="*/ 468395 w 516866"/>
                <a:gd name="connsiteY10" fmla="*/ 141236 h 441227"/>
                <a:gd name="connsiteX11" fmla="*/ 463604 w 516866"/>
                <a:gd name="connsiteY11" fmla="*/ 108711 h 441227"/>
                <a:gd name="connsiteX12" fmla="*/ 444821 w 516866"/>
                <a:gd name="connsiteY12" fmla="*/ 105559 h 441227"/>
                <a:gd name="connsiteX13" fmla="*/ 426793 w 516866"/>
                <a:gd name="connsiteY13" fmla="*/ 90683 h 441227"/>
                <a:gd name="connsiteX14" fmla="*/ 415069 w 516866"/>
                <a:gd name="connsiteY14" fmla="*/ 81229 h 441227"/>
                <a:gd name="connsiteX15" fmla="*/ 392377 w 516866"/>
                <a:gd name="connsiteY15" fmla="*/ 74169 h 441227"/>
                <a:gd name="connsiteX16" fmla="*/ 379771 w 516866"/>
                <a:gd name="connsiteY16" fmla="*/ 67866 h 441227"/>
                <a:gd name="connsiteX17" fmla="*/ 360105 w 516866"/>
                <a:gd name="connsiteY17" fmla="*/ 59293 h 441227"/>
                <a:gd name="connsiteX18" fmla="*/ 329471 w 516866"/>
                <a:gd name="connsiteY18" fmla="*/ 58537 h 441227"/>
                <a:gd name="connsiteX19" fmla="*/ 310561 w 516866"/>
                <a:gd name="connsiteY19" fmla="*/ 60932 h 441227"/>
                <a:gd name="connsiteX20" fmla="*/ 286987 w 516866"/>
                <a:gd name="connsiteY20" fmla="*/ 77447 h 441227"/>
                <a:gd name="connsiteX21" fmla="*/ 265052 w 516866"/>
                <a:gd name="connsiteY21" fmla="*/ 81607 h 441227"/>
                <a:gd name="connsiteX22" fmla="*/ 264169 w 516866"/>
                <a:gd name="connsiteY22" fmla="*/ 95474 h 441227"/>
                <a:gd name="connsiteX23" fmla="*/ 206936 w 516866"/>
                <a:gd name="connsiteY23" fmla="*/ 108080 h 441227"/>
                <a:gd name="connsiteX24" fmla="*/ 158275 w 516866"/>
                <a:gd name="connsiteY24" fmla="*/ 79085 h 441227"/>
                <a:gd name="connsiteX25" fmla="*/ 126128 w 516866"/>
                <a:gd name="connsiteY25" fmla="*/ 47695 h 441227"/>
                <a:gd name="connsiteX26" fmla="*/ 107092 w 516866"/>
                <a:gd name="connsiteY26" fmla="*/ 33954 h 441227"/>
                <a:gd name="connsiteX27" fmla="*/ 101798 w 516866"/>
                <a:gd name="connsiteY27" fmla="*/ 9876 h 441227"/>
                <a:gd name="connsiteX28" fmla="*/ 48346 w 516866"/>
                <a:gd name="connsiteY28" fmla="*/ 32946 h 441227"/>
                <a:gd name="connsiteX29" fmla="*/ 30571 w 516866"/>
                <a:gd name="connsiteY29" fmla="*/ 22482 h 441227"/>
                <a:gd name="connsiteX30" fmla="*/ 14813 w 516866"/>
                <a:gd name="connsiteY30" fmla="*/ 2564 h 441227"/>
                <a:gd name="connsiteX31" fmla="*/ 5358 w 516866"/>
                <a:gd name="connsiteY31" fmla="*/ 16179 h 441227"/>
                <a:gd name="connsiteX32" fmla="*/ 6366 w 516866"/>
                <a:gd name="connsiteY32" fmla="*/ 38114 h 441227"/>
                <a:gd name="connsiteX33" fmla="*/ 6366 w 516866"/>
                <a:gd name="connsiteY33" fmla="*/ 66353 h 441227"/>
                <a:gd name="connsiteX34" fmla="*/ 18973 w 516866"/>
                <a:gd name="connsiteY34" fmla="*/ 87406 h 441227"/>
                <a:gd name="connsiteX35" fmla="*/ 28428 w 516866"/>
                <a:gd name="connsiteY35" fmla="*/ 108333 h 441227"/>
                <a:gd name="connsiteX36" fmla="*/ 43051 w 516866"/>
                <a:gd name="connsiteY36" fmla="*/ 124091 h 441227"/>
                <a:gd name="connsiteX37" fmla="*/ 53515 w 516866"/>
                <a:gd name="connsiteY37" fmla="*/ 133546 h 441227"/>
                <a:gd name="connsiteX38" fmla="*/ 50363 w 516866"/>
                <a:gd name="connsiteY38" fmla="*/ 149304 h 441227"/>
                <a:gd name="connsiteX39" fmla="*/ 39900 w 516866"/>
                <a:gd name="connsiteY39" fmla="*/ 170230 h 441227"/>
                <a:gd name="connsiteX40" fmla="*/ 43051 w 516866"/>
                <a:gd name="connsiteY40" fmla="*/ 194309 h 441227"/>
                <a:gd name="connsiteX41" fmla="*/ 55658 w 516866"/>
                <a:gd name="connsiteY41" fmla="*/ 208932 h 441227"/>
                <a:gd name="connsiteX42" fmla="*/ 85031 w 516866"/>
                <a:gd name="connsiteY42" fmla="*/ 228851 h 441227"/>
                <a:gd name="connsiteX43" fmla="*/ 97637 w 516866"/>
                <a:gd name="connsiteY43" fmla="*/ 244609 h 441227"/>
                <a:gd name="connsiteX44" fmla="*/ 95494 w 516866"/>
                <a:gd name="connsiteY44" fmla="*/ 262384 h 441227"/>
                <a:gd name="connsiteX45" fmla="*/ 104949 w 516866"/>
                <a:gd name="connsiteY45" fmla="*/ 280159 h 441227"/>
                <a:gd name="connsiteX46" fmla="*/ 119951 w 516866"/>
                <a:gd name="connsiteY46" fmla="*/ 301086 h 441227"/>
                <a:gd name="connsiteX47" fmla="*/ 126380 w 516866"/>
                <a:gd name="connsiteY47" fmla="*/ 299951 h 441227"/>
                <a:gd name="connsiteX48" fmla="*/ 138482 w 516866"/>
                <a:gd name="connsiteY48" fmla="*/ 296800 h 441227"/>
                <a:gd name="connsiteX49" fmla="*/ 156888 w 516866"/>
                <a:gd name="connsiteY49" fmla="*/ 296043 h 441227"/>
                <a:gd name="connsiteX50" fmla="*/ 183992 w 516866"/>
                <a:gd name="connsiteY50" fmla="*/ 337645 h 441227"/>
                <a:gd name="connsiteX51" fmla="*/ 199246 w 516866"/>
                <a:gd name="connsiteY51" fmla="*/ 361975 h 441227"/>
                <a:gd name="connsiteX52" fmla="*/ 231393 w 516866"/>
                <a:gd name="connsiteY52" fmla="*/ 378112 h 441227"/>
                <a:gd name="connsiteX53" fmla="*/ 291777 w 516866"/>
                <a:gd name="connsiteY53" fmla="*/ 401182 h 441227"/>
                <a:gd name="connsiteX54" fmla="*/ 334514 w 516866"/>
                <a:gd name="connsiteY54" fmla="*/ 389458 h 441227"/>
                <a:gd name="connsiteX55" fmla="*/ 354936 w 516866"/>
                <a:gd name="connsiteY55" fmla="*/ 424378 h 441227"/>
                <a:gd name="connsiteX56" fmla="*/ 447468 w 516866"/>
                <a:gd name="connsiteY56" fmla="*/ 441648 h 441227"/>
                <a:gd name="connsiteX57" fmla="*/ 475202 w 516866"/>
                <a:gd name="connsiteY57" fmla="*/ 444044 h 441227"/>
                <a:gd name="connsiteX58" fmla="*/ 474572 w 516866"/>
                <a:gd name="connsiteY58" fmla="*/ 437488 h 441227"/>
                <a:gd name="connsiteX59" fmla="*/ 491339 w 516866"/>
                <a:gd name="connsiteY59" fmla="*/ 410258 h 441227"/>
                <a:gd name="connsiteX60" fmla="*/ 515417 w 516866"/>
                <a:gd name="connsiteY60" fmla="*/ 402947 h 441227"/>
                <a:gd name="connsiteX61" fmla="*/ 509618 w 516866"/>
                <a:gd name="connsiteY61" fmla="*/ 382776 h 441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516866" h="441227">
                  <a:moveTo>
                    <a:pt x="509618" y="382776"/>
                  </a:moveTo>
                  <a:cubicBezTo>
                    <a:pt x="503315" y="380633"/>
                    <a:pt x="509618" y="358698"/>
                    <a:pt x="497011" y="353403"/>
                  </a:cubicBezTo>
                  <a:cubicBezTo>
                    <a:pt x="484405" y="348108"/>
                    <a:pt x="473311" y="339662"/>
                    <a:pt x="469781" y="330333"/>
                  </a:cubicBezTo>
                  <a:cubicBezTo>
                    <a:pt x="466630" y="321887"/>
                    <a:pt x="450871" y="313566"/>
                    <a:pt x="452006" y="307263"/>
                  </a:cubicBezTo>
                  <a:cubicBezTo>
                    <a:pt x="453015" y="300960"/>
                    <a:pt x="483396" y="281042"/>
                    <a:pt x="479236" y="269570"/>
                  </a:cubicBezTo>
                  <a:cubicBezTo>
                    <a:pt x="475076" y="258098"/>
                    <a:pt x="455158" y="260115"/>
                    <a:pt x="453015" y="255955"/>
                  </a:cubicBezTo>
                  <a:cubicBezTo>
                    <a:pt x="450871" y="251795"/>
                    <a:pt x="454023" y="237045"/>
                    <a:pt x="448855" y="225573"/>
                  </a:cubicBezTo>
                  <a:cubicBezTo>
                    <a:pt x="443560" y="214101"/>
                    <a:pt x="453015" y="203512"/>
                    <a:pt x="448855" y="197335"/>
                  </a:cubicBezTo>
                  <a:cubicBezTo>
                    <a:pt x="444694" y="191031"/>
                    <a:pt x="450998" y="178425"/>
                    <a:pt x="452006" y="174265"/>
                  </a:cubicBezTo>
                  <a:cubicBezTo>
                    <a:pt x="453015" y="170104"/>
                    <a:pt x="463478" y="163801"/>
                    <a:pt x="462470" y="153338"/>
                  </a:cubicBezTo>
                  <a:cubicBezTo>
                    <a:pt x="461839" y="147035"/>
                    <a:pt x="464991" y="143001"/>
                    <a:pt x="468395" y="141236"/>
                  </a:cubicBezTo>
                  <a:cubicBezTo>
                    <a:pt x="464739" y="130646"/>
                    <a:pt x="463604" y="111988"/>
                    <a:pt x="463604" y="108711"/>
                  </a:cubicBezTo>
                  <a:cubicBezTo>
                    <a:pt x="463604" y="104803"/>
                    <a:pt x="451124" y="104803"/>
                    <a:pt x="444821" y="105559"/>
                  </a:cubicBezTo>
                  <a:cubicBezTo>
                    <a:pt x="438517" y="106316"/>
                    <a:pt x="433097" y="90683"/>
                    <a:pt x="426793" y="90683"/>
                  </a:cubicBezTo>
                  <a:cubicBezTo>
                    <a:pt x="420490" y="90683"/>
                    <a:pt x="415069" y="86019"/>
                    <a:pt x="415069" y="81229"/>
                  </a:cubicBezTo>
                  <a:cubicBezTo>
                    <a:pt x="415069" y="76564"/>
                    <a:pt x="400193" y="73413"/>
                    <a:pt x="392377" y="74169"/>
                  </a:cubicBezTo>
                  <a:cubicBezTo>
                    <a:pt x="384561" y="74925"/>
                    <a:pt x="382923" y="67866"/>
                    <a:pt x="379771" y="67866"/>
                  </a:cubicBezTo>
                  <a:cubicBezTo>
                    <a:pt x="376619" y="67866"/>
                    <a:pt x="364139" y="63958"/>
                    <a:pt x="360105" y="59293"/>
                  </a:cubicBezTo>
                  <a:cubicBezTo>
                    <a:pt x="356197" y="54629"/>
                    <a:pt x="333379" y="52990"/>
                    <a:pt x="329471" y="58537"/>
                  </a:cubicBezTo>
                  <a:cubicBezTo>
                    <a:pt x="325563" y="64084"/>
                    <a:pt x="317747" y="60932"/>
                    <a:pt x="310561" y="60932"/>
                  </a:cubicBezTo>
                  <a:cubicBezTo>
                    <a:pt x="303502" y="60932"/>
                    <a:pt x="291021" y="71900"/>
                    <a:pt x="286987" y="77447"/>
                  </a:cubicBezTo>
                  <a:cubicBezTo>
                    <a:pt x="284592" y="80850"/>
                    <a:pt x="273372" y="81481"/>
                    <a:pt x="265052" y="81607"/>
                  </a:cubicBezTo>
                  <a:cubicBezTo>
                    <a:pt x="265430" y="88414"/>
                    <a:pt x="265430" y="93835"/>
                    <a:pt x="264169" y="95474"/>
                  </a:cubicBezTo>
                  <a:cubicBezTo>
                    <a:pt x="260009" y="101651"/>
                    <a:pt x="229627" y="107198"/>
                    <a:pt x="206936" y="108080"/>
                  </a:cubicBezTo>
                  <a:cubicBezTo>
                    <a:pt x="184244" y="108837"/>
                    <a:pt x="182605" y="79085"/>
                    <a:pt x="158275" y="79085"/>
                  </a:cubicBezTo>
                  <a:cubicBezTo>
                    <a:pt x="140626" y="79085"/>
                    <a:pt x="127136" y="62949"/>
                    <a:pt x="126128" y="47695"/>
                  </a:cubicBezTo>
                  <a:cubicBezTo>
                    <a:pt x="115665" y="43661"/>
                    <a:pt x="105706" y="36854"/>
                    <a:pt x="107092" y="33954"/>
                  </a:cubicBezTo>
                  <a:cubicBezTo>
                    <a:pt x="109109" y="29794"/>
                    <a:pt x="114404" y="3572"/>
                    <a:pt x="101798" y="9876"/>
                  </a:cubicBezTo>
                  <a:cubicBezTo>
                    <a:pt x="89191" y="16179"/>
                    <a:pt x="71416" y="36097"/>
                    <a:pt x="48346" y="32946"/>
                  </a:cubicBezTo>
                  <a:cubicBezTo>
                    <a:pt x="25276" y="29794"/>
                    <a:pt x="42043" y="27777"/>
                    <a:pt x="30571" y="22482"/>
                  </a:cubicBezTo>
                  <a:cubicBezTo>
                    <a:pt x="19099" y="17187"/>
                    <a:pt x="26411" y="4707"/>
                    <a:pt x="14813" y="2564"/>
                  </a:cubicBezTo>
                  <a:cubicBezTo>
                    <a:pt x="3341" y="421"/>
                    <a:pt x="11661" y="16179"/>
                    <a:pt x="5358" y="16179"/>
                  </a:cubicBezTo>
                  <a:cubicBezTo>
                    <a:pt x="-946" y="16179"/>
                    <a:pt x="4349" y="33954"/>
                    <a:pt x="6366" y="38114"/>
                  </a:cubicBezTo>
                  <a:cubicBezTo>
                    <a:pt x="8509" y="42274"/>
                    <a:pt x="2206" y="65344"/>
                    <a:pt x="6366" y="66353"/>
                  </a:cubicBezTo>
                  <a:cubicBezTo>
                    <a:pt x="10526" y="67362"/>
                    <a:pt x="19981" y="84254"/>
                    <a:pt x="18973" y="87406"/>
                  </a:cubicBezTo>
                  <a:cubicBezTo>
                    <a:pt x="17964" y="90557"/>
                    <a:pt x="28428" y="101021"/>
                    <a:pt x="28428" y="108333"/>
                  </a:cubicBezTo>
                  <a:cubicBezTo>
                    <a:pt x="28428" y="115644"/>
                    <a:pt x="37883" y="124091"/>
                    <a:pt x="43051" y="124091"/>
                  </a:cubicBezTo>
                  <a:cubicBezTo>
                    <a:pt x="48346" y="124091"/>
                    <a:pt x="55658" y="127242"/>
                    <a:pt x="53515" y="133546"/>
                  </a:cubicBezTo>
                  <a:cubicBezTo>
                    <a:pt x="51372" y="139849"/>
                    <a:pt x="56666" y="149304"/>
                    <a:pt x="50363" y="149304"/>
                  </a:cubicBezTo>
                  <a:cubicBezTo>
                    <a:pt x="44060" y="149304"/>
                    <a:pt x="45068" y="167079"/>
                    <a:pt x="39900" y="170230"/>
                  </a:cubicBezTo>
                  <a:cubicBezTo>
                    <a:pt x="34605" y="173382"/>
                    <a:pt x="38891" y="192292"/>
                    <a:pt x="43051" y="194309"/>
                  </a:cubicBezTo>
                  <a:cubicBezTo>
                    <a:pt x="47211" y="196452"/>
                    <a:pt x="56666" y="201621"/>
                    <a:pt x="55658" y="208932"/>
                  </a:cubicBezTo>
                  <a:cubicBezTo>
                    <a:pt x="54649" y="216244"/>
                    <a:pt x="77719" y="227842"/>
                    <a:pt x="85031" y="228851"/>
                  </a:cubicBezTo>
                  <a:cubicBezTo>
                    <a:pt x="92343" y="229859"/>
                    <a:pt x="93351" y="240323"/>
                    <a:pt x="97637" y="244609"/>
                  </a:cubicBezTo>
                  <a:cubicBezTo>
                    <a:pt x="101798" y="248769"/>
                    <a:pt x="94486" y="257215"/>
                    <a:pt x="95494" y="262384"/>
                  </a:cubicBezTo>
                  <a:cubicBezTo>
                    <a:pt x="96503" y="267679"/>
                    <a:pt x="105958" y="271839"/>
                    <a:pt x="104949" y="280159"/>
                  </a:cubicBezTo>
                  <a:cubicBezTo>
                    <a:pt x="104319" y="285202"/>
                    <a:pt x="112891" y="293648"/>
                    <a:pt x="119951" y="301086"/>
                  </a:cubicBezTo>
                  <a:cubicBezTo>
                    <a:pt x="122346" y="300330"/>
                    <a:pt x="124489" y="299951"/>
                    <a:pt x="126380" y="299951"/>
                  </a:cubicBezTo>
                  <a:cubicBezTo>
                    <a:pt x="133440" y="299951"/>
                    <a:pt x="133062" y="292135"/>
                    <a:pt x="138482" y="296800"/>
                  </a:cubicBezTo>
                  <a:cubicBezTo>
                    <a:pt x="144029" y="301464"/>
                    <a:pt x="151467" y="296422"/>
                    <a:pt x="156888" y="296043"/>
                  </a:cubicBezTo>
                  <a:cubicBezTo>
                    <a:pt x="162435" y="295665"/>
                    <a:pt x="177311" y="323904"/>
                    <a:pt x="183992" y="337645"/>
                  </a:cubicBezTo>
                  <a:cubicBezTo>
                    <a:pt x="190673" y="351386"/>
                    <a:pt x="190295" y="356050"/>
                    <a:pt x="199246" y="361975"/>
                  </a:cubicBezTo>
                  <a:cubicBezTo>
                    <a:pt x="208322" y="367900"/>
                    <a:pt x="218408" y="364749"/>
                    <a:pt x="231393" y="378112"/>
                  </a:cubicBezTo>
                  <a:cubicBezTo>
                    <a:pt x="244377" y="391475"/>
                    <a:pt x="277658" y="400551"/>
                    <a:pt x="291777" y="401182"/>
                  </a:cubicBezTo>
                  <a:cubicBezTo>
                    <a:pt x="305897" y="401938"/>
                    <a:pt x="316486" y="385928"/>
                    <a:pt x="334514" y="389458"/>
                  </a:cubicBezTo>
                  <a:cubicBezTo>
                    <a:pt x="352541" y="392987"/>
                    <a:pt x="348255" y="416183"/>
                    <a:pt x="354936" y="424378"/>
                  </a:cubicBezTo>
                  <a:cubicBezTo>
                    <a:pt x="361618" y="432572"/>
                    <a:pt x="434987" y="438119"/>
                    <a:pt x="447468" y="441648"/>
                  </a:cubicBezTo>
                  <a:cubicBezTo>
                    <a:pt x="452006" y="442909"/>
                    <a:pt x="462974" y="443792"/>
                    <a:pt x="475202" y="444044"/>
                  </a:cubicBezTo>
                  <a:cubicBezTo>
                    <a:pt x="474950" y="441396"/>
                    <a:pt x="474698" y="439127"/>
                    <a:pt x="474572" y="437488"/>
                  </a:cubicBezTo>
                  <a:cubicBezTo>
                    <a:pt x="473563" y="424882"/>
                    <a:pt x="483018" y="414419"/>
                    <a:pt x="491339" y="410258"/>
                  </a:cubicBezTo>
                  <a:cubicBezTo>
                    <a:pt x="499659" y="406098"/>
                    <a:pt x="507097" y="403955"/>
                    <a:pt x="515417" y="402947"/>
                  </a:cubicBezTo>
                  <a:cubicBezTo>
                    <a:pt x="524241" y="401560"/>
                    <a:pt x="515795" y="384793"/>
                    <a:pt x="509618" y="382776"/>
                  </a:cubicBezTo>
                  <a:close/>
                </a:path>
              </a:pathLst>
            </a:custGeom>
            <a:grpFill/>
            <a:ln w="1270" cap="flat">
              <a:solidFill>
                <a:schemeClr val="bg1"/>
              </a:solidFill>
              <a:prstDash val="solid"/>
              <a:miter/>
            </a:ln>
          </p:spPr>
          <p:txBody>
            <a:bodyPr rtlCol="0" anchor="ctr"/>
            <a:lstStyle/>
            <a:p>
              <a:endParaRPr lang="ko-KR" altLang="en-US"/>
            </a:p>
          </p:txBody>
        </p:sp>
        <p:sp>
          <p:nvSpPr>
            <p:cNvPr id="178" name="자유형: 도형 158">
              <a:extLst>
                <a:ext uri="{FF2B5EF4-FFF2-40B4-BE49-F238E27FC236}">
                  <a16:creationId xmlns:a16="http://schemas.microsoft.com/office/drawing/2014/main" id="{C5996F86-F5E3-314D-A508-5E681DD52F73}"/>
                </a:ext>
              </a:extLst>
            </p:cNvPr>
            <p:cNvSpPr/>
            <p:nvPr/>
          </p:nvSpPr>
          <p:spPr>
            <a:xfrm>
              <a:off x="7023984" y="2919563"/>
              <a:ext cx="1071553" cy="504260"/>
            </a:xfrm>
            <a:custGeom>
              <a:avLst/>
              <a:gdLst>
                <a:gd name="connsiteX0" fmla="*/ 1075568 w 1071552"/>
                <a:gd name="connsiteY0" fmla="*/ 208230 h 504260"/>
                <a:gd name="connsiteX1" fmla="*/ 1066113 w 1071552"/>
                <a:gd name="connsiteY1" fmla="*/ 207473 h 504260"/>
                <a:gd name="connsiteX2" fmla="*/ 1044934 w 1071552"/>
                <a:gd name="connsiteY2" fmla="*/ 211381 h 504260"/>
                <a:gd name="connsiteX3" fmla="*/ 1031571 w 1071552"/>
                <a:gd name="connsiteY3" fmla="*/ 200414 h 504260"/>
                <a:gd name="connsiteX4" fmla="*/ 1025898 w 1071552"/>
                <a:gd name="connsiteY4" fmla="*/ 190455 h 504260"/>
                <a:gd name="connsiteX5" fmla="*/ 1009383 w 1071552"/>
                <a:gd name="connsiteY5" fmla="*/ 176840 h 504260"/>
                <a:gd name="connsiteX6" fmla="*/ 992365 w 1071552"/>
                <a:gd name="connsiteY6" fmla="*/ 162720 h 504260"/>
                <a:gd name="connsiteX7" fmla="*/ 965891 w 1071552"/>
                <a:gd name="connsiteY7" fmla="*/ 170410 h 504260"/>
                <a:gd name="connsiteX8" fmla="*/ 940048 w 1071552"/>
                <a:gd name="connsiteY8" fmla="*/ 166250 h 504260"/>
                <a:gd name="connsiteX9" fmla="*/ 919499 w 1071552"/>
                <a:gd name="connsiteY9" fmla="*/ 151500 h 504260"/>
                <a:gd name="connsiteX10" fmla="*/ 904246 w 1071552"/>
                <a:gd name="connsiteY10" fmla="*/ 168519 h 504260"/>
                <a:gd name="connsiteX11" fmla="*/ 876637 w 1071552"/>
                <a:gd name="connsiteY11" fmla="*/ 120867 h 504260"/>
                <a:gd name="connsiteX12" fmla="*/ 827850 w 1071552"/>
                <a:gd name="connsiteY12" fmla="*/ 63255 h 504260"/>
                <a:gd name="connsiteX13" fmla="*/ 820160 w 1071552"/>
                <a:gd name="connsiteY13" fmla="*/ 43211 h 504260"/>
                <a:gd name="connsiteX14" fmla="*/ 802511 w 1071552"/>
                <a:gd name="connsiteY14" fmla="*/ 41446 h 504260"/>
                <a:gd name="connsiteX15" fmla="*/ 778432 w 1071552"/>
                <a:gd name="connsiteY15" fmla="*/ 54935 h 504260"/>
                <a:gd name="connsiteX16" fmla="*/ 749564 w 1071552"/>
                <a:gd name="connsiteY16" fmla="*/ 66659 h 504260"/>
                <a:gd name="connsiteX17" fmla="*/ 729519 w 1071552"/>
                <a:gd name="connsiteY17" fmla="*/ 71323 h 504260"/>
                <a:gd name="connsiteX18" fmla="*/ 738974 w 1071552"/>
                <a:gd name="connsiteY18" fmla="*/ 54304 h 504260"/>
                <a:gd name="connsiteX19" fmla="*/ 724855 w 1071552"/>
                <a:gd name="connsiteY19" fmla="*/ 52539 h 504260"/>
                <a:gd name="connsiteX20" fmla="*/ 712500 w 1071552"/>
                <a:gd name="connsiteY20" fmla="*/ 50775 h 504260"/>
                <a:gd name="connsiteX21" fmla="*/ 704810 w 1071552"/>
                <a:gd name="connsiteY21" fmla="*/ 49010 h 504260"/>
                <a:gd name="connsiteX22" fmla="*/ 694851 w 1071552"/>
                <a:gd name="connsiteY22" fmla="*/ 42580 h 504260"/>
                <a:gd name="connsiteX23" fmla="*/ 670773 w 1071552"/>
                <a:gd name="connsiteY23" fmla="*/ 46740 h 504260"/>
                <a:gd name="connsiteX24" fmla="*/ 673672 w 1071552"/>
                <a:gd name="connsiteY24" fmla="*/ 35521 h 504260"/>
                <a:gd name="connsiteX25" fmla="*/ 669008 w 1071552"/>
                <a:gd name="connsiteY25" fmla="*/ 16737 h 504260"/>
                <a:gd name="connsiteX26" fmla="*/ 651989 w 1071552"/>
                <a:gd name="connsiteY26" fmla="*/ 6148 h 504260"/>
                <a:gd name="connsiteX27" fmla="*/ 631441 w 1071552"/>
                <a:gd name="connsiteY27" fmla="*/ 3248 h 504260"/>
                <a:gd name="connsiteX28" fmla="*/ 598538 w 1071552"/>
                <a:gd name="connsiteY28" fmla="*/ 10938 h 504260"/>
                <a:gd name="connsiteX29" fmla="*/ 559710 w 1071552"/>
                <a:gd name="connsiteY29" fmla="*/ 23923 h 504260"/>
                <a:gd name="connsiteX30" fmla="*/ 522016 w 1071552"/>
                <a:gd name="connsiteY30" fmla="*/ 30982 h 504260"/>
                <a:gd name="connsiteX31" fmla="*/ 494912 w 1071552"/>
                <a:gd name="connsiteY31" fmla="*/ 39177 h 504260"/>
                <a:gd name="connsiteX32" fmla="*/ 454950 w 1071552"/>
                <a:gd name="connsiteY32" fmla="*/ 47371 h 504260"/>
                <a:gd name="connsiteX33" fmla="*/ 423181 w 1071552"/>
                <a:gd name="connsiteY33" fmla="*/ 50901 h 504260"/>
                <a:gd name="connsiteX34" fmla="*/ 400742 w 1071552"/>
                <a:gd name="connsiteY34" fmla="*/ 52035 h 504260"/>
                <a:gd name="connsiteX35" fmla="*/ 401876 w 1071552"/>
                <a:gd name="connsiteY35" fmla="*/ 74349 h 504260"/>
                <a:gd name="connsiteX36" fmla="*/ 425450 w 1071552"/>
                <a:gd name="connsiteY36" fmla="*/ 86073 h 504260"/>
                <a:gd name="connsiteX37" fmla="*/ 397212 w 1071552"/>
                <a:gd name="connsiteY37" fmla="*/ 90737 h 504260"/>
                <a:gd name="connsiteX38" fmla="*/ 392547 w 1071552"/>
                <a:gd name="connsiteY38" fmla="*/ 109521 h 504260"/>
                <a:gd name="connsiteX39" fmla="*/ 376033 w 1071552"/>
                <a:gd name="connsiteY39" fmla="*/ 123640 h 504260"/>
                <a:gd name="connsiteX40" fmla="*/ 383092 w 1071552"/>
                <a:gd name="connsiteY40" fmla="*/ 137759 h 504260"/>
                <a:gd name="connsiteX41" fmla="*/ 401876 w 1071552"/>
                <a:gd name="connsiteY41" fmla="*/ 143685 h 504260"/>
                <a:gd name="connsiteX42" fmla="*/ 408936 w 1071552"/>
                <a:gd name="connsiteY42" fmla="*/ 162468 h 504260"/>
                <a:gd name="connsiteX43" fmla="*/ 392421 w 1071552"/>
                <a:gd name="connsiteY43" fmla="*/ 171923 h 504260"/>
                <a:gd name="connsiteX44" fmla="*/ 372377 w 1071552"/>
                <a:gd name="connsiteY44" fmla="*/ 163729 h 504260"/>
                <a:gd name="connsiteX45" fmla="*/ 362922 w 1071552"/>
                <a:gd name="connsiteY45" fmla="*/ 176714 h 504260"/>
                <a:gd name="connsiteX46" fmla="*/ 349937 w 1071552"/>
                <a:gd name="connsiteY46" fmla="*/ 168519 h 504260"/>
                <a:gd name="connsiteX47" fmla="*/ 332288 w 1071552"/>
                <a:gd name="connsiteY47" fmla="*/ 160325 h 504260"/>
                <a:gd name="connsiteX48" fmla="*/ 306445 w 1071552"/>
                <a:gd name="connsiteY48" fmla="*/ 159190 h 504260"/>
                <a:gd name="connsiteX49" fmla="*/ 291191 w 1071552"/>
                <a:gd name="connsiteY49" fmla="*/ 158056 h 504260"/>
                <a:gd name="connsiteX50" fmla="*/ 265348 w 1071552"/>
                <a:gd name="connsiteY50" fmla="*/ 166250 h 504260"/>
                <a:gd name="connsiteX51" fmla="*/ 240639 w 1071552"/>
                <a:gd name="connsiteY51" fmla="*/ 168645 h 504260"/>
                <a:gd name="connsiteX52" fmla="*/ 225385 w 1071552"/>
                <a:gd name="connsiteY52" fmla="*/ 168645 h 504260"/>
                <a:gd name="connsiteX53" fmla="*/ 218325 w 1071552"/>
                <a:gd name="connsiteY53" fmla="*/ 165116 h 504260"/>
                <a:gd name="connsiteX54" fmla="*/ 196012 w 1071552"/>
                <a:gd name="connsiteY54" fmla="*/ 146332 h 504260"/>
                <a:gd name="connsiteX55" fmla="*/ 165378 w 1071552"/>
                <a:gd name="connsiteY55" fmla="*/ 136877 h 504260"/>
                <a:gd name="connsiteX56" fmla="*/ 146594 w 1071552"/>
                <a:gd name="connsiteY56" fmla="*/ 136877 h 504260"/>
                <a:gd name="connsiteX57" fmla="*/ 132475 w 1071552"/>
                <a:gd name="connsiteY57" fmla="*/ 136877 h 504260"/>
                <a:gd name="connsiteX58" fmla="*/ 112431 w 1071552"/>
                <a:gd name="connsiteY58" fmla="*/ 142802 h 504260"/>
                <a:gd name="connsiteX59" fmla="*/ 84192 w 1071552"/>
                <a:gd name="connsiteY59" fmla="*/ 155787 h 504260"/>
                <a:gd name="connsiteX60" fmla="*/ 70073 w 1071552"/>
                <a:gd name="connsiteY60" fmla="*/ 168771 h 504260"/>
                <a:gd name="connsiteX61" fmla="*/ 63013 w 1071552"/>
                <a:gd name="connsiteY61" fmla="*/ 182891 h 504260"/>
                <a:gd name="connsiteX62" fmla="*/ 60618 w 1071552"/>
                <a:gd name="connsiteY62" fmla="*/ 199405 h 504260"/>
                <a:gd name="connsiteX63" fmla="*/ 39439 w 1071552"/>
                <a:gd name="connsiteY63" fmla="*/ 181756 h 504260"/>
                <a:gd name="connsiteX64" fmla="*/ 24185 w 1071552"/>
                <a:gd name="connsiteY64" fmla="*/ 191211 h 504260"/>
                <a:gd name="connsiteX65" fmla="*/ 10066 w 1071552"/>
                <a:gd name="connsiteY65" fmla="*/ 207726 h 504260"/>
                <a:gd name="connsiteX66" fmla="*/ 18260 w 1071552"/>
                <a:gd name="connsiteY66" fmla="*/ 220710 h 504260"/>
                <a:gd name="connsiteX67" fmla="*/ 8805 w 1071552"/>
                <a:gd name="connsiteY67" fmla="*/ 228904 h 504260"/>
                <a:gd name="connsiteX68" fmla="*/ 2880 w 1071552"/>
                <a:gd name="connsiteY68" fmla="*/ 245419 h 504260"/>
                <a:gd name="connsiteX69" fmla="*/ 18134 w 1071552"/>
                <a:gd name="connsiteY69" fmla="*/ 256009 h 504260"/>
                <a:gd name="connsiteX70" fmla="*/ 22799 w 1071552"/>
                <a:gd name="connsiteY70" fmla="*/ 270128 h 504260"/>
                <a:gd name="connsiteX71" fmla="*/ 41582 w 1071552"/>
                <a:gd name="connsiteY71" fmla="*/ 268993 h 504260"/>
                <a:gd name="connsiteX72" fmla="*/ 58097 w 1071552"/>
                <a:gd name="connsiteY72" fmla="*/ 287903 h 504260"/>
                <a:gd name="connsiteX73" fmla="*/ 61627 w 1071552"/>
                <a:gd name="connsiteY73" fmla="*/ 304417 h 504260"/>
                <a:gd name="connsiteX74" fmla="*/ 67552 w 1071552"/>
                <a:gd name="connsiteY74" fmla="*/ 316141 h 504260"/>
                <a:gd name="connsiteX75" fmla="*/ 76124 w 1071552"/>
                <a:gd name="connsiteY75" fmla="*/ 321310 h 504260"/>
                <a:gd name="connsiteX76" fmla="*/ 80915 w 1071552"/>
                <a:gd name="connsiteY76" fmla="*/ 317780 h 504260"/>
                <a:gd name="connsiteX77" fmla="*/ 136635 w 1071552"/>
                <a:gd name="connsiteY77" fmla="*/ 299753 h 504260"/>
                <a:gd name="connsiteX78" fmla="*/ 177480 w 1071552"/>
                <a:gd name="connsiteY78" fmla="*/ 307569 h 504260"/>
                <a:gd name="connsiteX79" fmla="*/ 180632 w 1071552"/>
                <a:gd name="connsiteY79" fmla="*/ 346775 h 504260"/>
                <a:gd name="connsiteX80" fmla="*/ 154789 w 1071552"/>
                <a:gd name="connsiteY80" fmla="*/ 353835 h 504260"/>
                <a:gd name="connsiteX81" fmla="*/ 121886 w 1071552"/>
                <a:gd name="connsiteY81" fmla="*/ 365559 h 504260"/>
                <a:gd name="connsiteX82" fmla="*/ 117978 w 1071552"/>
                <a:gd name="connsiteY82" fmla="*/ 380435 h 504260"/>
                <a:gd name="connsiteX83" fmla="*/ 104615 w 1071552"/>
                <a:gd name="connsiteY83" fmla="*/ 389007 h 504260"/>
                <a:gd name="connsiteX84" fmla="*/ 125037 w 1071552"/>
                <a:gd name="connsiteY84" fmla="*/ 406278 h 504260"/>
                <a:gd name="connsiteX85" fmla="*/ 133610 w 1071552"/>
                <a:gd name="connsiteY85" fmla="*/ 426700 h 504260"/>
                <a:gd name="connsiteX86" fmla="*/ 152394 w 1071552"/>
                <a:gd name="connsiteY86" fmla="*/ 437668 h 504260"/>
                <a:gd name="connsiteX87" fmla="*/ 165000 w 1071552"/>
                <a:gd name="connsiteY87" fmla="*/ 451031 h 504260"/>
                <a:gd name="connsiteX88" fmla="*/ 173572 w 1071552"/>
                <a:gd name="connsiteY88" fmla="*/ 483178 h 504260"/>
                <a:gd name="connsiteX89" fmla="*/ 176850 w 1071552"/>
                <a:gd name="connsiteY89" fmla="*/ 465276 h 504260"/>
                <a:gd name="connsiteX90" fmla="*/ 204206 w 1071552"/>
                <a:gd name="connsiteY90" fmla="*/ 450779 h 504260"/>
                <a:gd name="connsiteX91" fmla="*/ 236731 w 1071552"/>
                <a:gd name="connsiteY91" fmla="*/ 475992 h 504260"/>
                <a:gd name="connsiteX92" fmla="*/ 255641 w 1071552"/>
                <a:gd name="connsiteY92" fmla="*/ 480152 h 504260"/>
                <a:gd name="connsiteX93" fmla="*/ 258793 w 1071552"/>
                <a:gd name="connsiteY93" fmla="*/ 362786 h 504260"/>
                <a:gd name="connsiteX94" fmla="*/ 325859 w 1071552"/>
                <a:gd name="connsiteY94" fmla="*/ 344884 h 504260"/>
                <a:gd name="connsiteX95" fmla="*/ 328128 w 1071552"/>
                <a:gd name="connsiteY95" fmla="*/ 340472 h 504260"/>
                <a:gd name="connsiteX96" fmla="*/ 352459 w 1071552"/>
                <a:gd name="connsiteY96" fmla="*/ 341228 h 504260"/>
                <a:gd name="connsiteX97" fmla="*/ 363426 w 1071552"/>
                <a:gd name="connsiteY97" fmla="*/ 328622 h 504260"/>
                <a:gd name="connsiteX98" fmla="*/ 369730 w 1071552"/>
                <a:gd name="connsiteY98" fmla="*/ 344254 h 504260"/>
                <a:gd name="connsiteX99" fmla="*/ 383849 w 1071552"/>
                <a:gd name="connsiteY99" fmla="*/ 379048 h 504260"/>
                <a:gd name="connsiteX100" fmla="*/ 414861 w 1071552"/>
                <a:gd name="connsiteY100" fmla="*/ 412959 h 504260"/>
                <a:gd name="connsiteX101" fmla="*/ 449403 w 1071552"/>
                <a:gd name="connsiteY101" fmla="*/ 410816 h 504260"/>
                <a:gd name="connsiteX102" fmla="*/ 502854 w 1071552"/>
                <a:gd name="connsiteY102" fmla="*/ 412959 h 504260"/>
                <a:gd name="connsiteX103" fmla="*/ 523781 w 1071552"/>
                <a:gd name="connsiteY103" fmla="*/ 428718 h 504260"/>
                <a:gd name="connsiteX104" fmla="*/ 530084 w 1071552"/>
                <a:gd name="connsiteY104" fmla="*/ 453805 h 504260"/>
                <a:gd name="connsiteX105" fmla="*/ 544708 w 1071552"/>
                <a:gd name="connsiteY105" fmla="*/ 481034 h 504260"/>
                <a:gd name="connsiteX106" fmla="*/ 567778 w 1071552"/>
                <a:gd name="connsiteY106" fmla="*/ 487338 h 504260"/>
                <a:gd name="connsiteX107" fmla="*/ 589713 w 1071552"/>
                <a:gd name="connsiteY107" fmla="*/ 500953 h 504260"/>
                <a:gd name="connsiteX108" fmla="*/ 602320 w 1071552"/>
                <a:gd name="connsiteY108" fmla="*/ 496793 h 504260"/>
                <a:gd name="connsiteX109" fmla="*/ 629549 w 1071552"/>
                <a:gd name="connsiteY109" fmla="*/ 475866 h 504260"/>
                <a:gd name="connsiteX110" fmla="*/ 644804 w 1071552"/>
                <a:gd name="connsiteY110" fmla="*/ 474353 h 504260"/>
                <a:gd name="connsiteX111" fmla="*/ 652872 w 1071552"/>
                <a:gd name="connsiteY111" fmla="*/ 459603 h 504260"/>
                <a:gd name="connsiteX112" fmla="*/ 669386 w 1071552"/>
                <a:gd name="connsiteY112" fmla="*/ 441576 h 504260"/>
                <a:gd name="connsiteX113" fmla="*/ 705441 w 1071552"/>
                <a:gd name="connsiteY113" fmla="*/ 440820 h 504260"/>
                <a:gd name="connsiteX114" fmla="*/ 729015 w 1071552"/>
                <a:gd name="connsiteY114" fmla="*/ 436912 h 504260"/>
                <a:gd name="connsiteX115" fmla="*/ 756497 w 1071552"/>
                <a:gd name="connsiteY115" fmla="*/ 425944 h 504260"/>
                <a:gd name="connsiteX116" fmla="*/ 791795 w 1071552"/>
                <a:gd name="connsiteY116" fmla="*/ 436155 h 504260"/>
                <a:gd name="connsiteX117" fmla="*/ 860123 w 1071552"/>
                <a:gd name="connsiteY117" fmla="*/ 440063 h 504260"/>
                <a:gd name="connsiteX118" fmla="*/ 885210 w 1071552"/>
                <a:gd name="connsiteY118" fmla="*/ 447123 h 504260"/>
                <a:gd name="connsiteX119" fmla="*/ 907397 w 1071552"/>
                <a:gd name="connsiteY119" fmla="*/ 455695 h 504260"/>
                <a:gd name="connsiteX120" fmla="*/ 906766 w 1071552"/>
                <a:gd name="connsiteY120" fmla="*/ 444854 h 504260"/>
                <a:gd name="connsiteX121" fmla="*/ 920886 w 1071552"/>
                <a:gd name="connsiteY121" fmla="*/ 424810 h 504260"/>
                <a:gd name="connsiteX122" fmla="*/ 910297 w 1071552"/>
                <a:gd name="connsiteY122" fmla="*/ 395436 h 504260"/>
                <a:gd name="connsiteX123" fmla="*/ 904371 w 1071552"/>
                <a:gd name="connsiteY123" fmla="*/ 372492 h 504260"/>
                <a:gd name="connsiteX124" fmla="*/ 919625 w 1071552"/>
                <a:gd name="connsiteY124" fmla="*/ 362155 h 504260"/>
                <a:gd name="connsiteX125" fmla="*/ 944586 w 1071552"/>
                <a:gd name="connsiteY125" fmla="*/ 357239 h 504260"/>
                <a:gd name="connsiteX126" fmla="*/ 963622 w 1071552"/>
                <a:gd name="connsiteY126" fmla="*/ 362155 h 504260"/>
                <a:gd name="connsiteX127" fmla="*/ 963622 w 1071552"/>
                <a:gd name="connsiteY127" fmla="*/ 349675 h 504260"/>
                <a:gd name="connsiteX128" fmla="*/ 979885 w 1071552"/>
                <a:gd name="connsiteY128" fmla="*/ 298618 h 504260"/>
                <a:gd name="connsiteX129" fmla="*/ 997786 w 1071552"/>
                <a:gd name="connsiteY129" fmla="*/ 298618 h 504260"/>
                <a:gd name="connsiteX130" fmla="*/ 1022242 w 1071552"/>
                <a:gd name="connsiteY130" fmla="*/ 300761 h 504260"/>
                <a:gd name="connsiteX131" fmla="*/ 1047203 w 1071552"/>
                <a:gd name="connsiteY131" fmla="*/ 291559 h 504260"/>
                <a:gd name="connsiteX132" fmla="*/ 1043421 w 1071552"/>
                <a:gd name="connsiteY132" fmla="*/ 270380 h 504260"/>
                <a:gd name="connsiteX133" fmla="*/ 1060818 w 1071552"/>
                <a:gd name="connsiteY133" fmla="*/ 250335 h 504260"/>
                <a:gd name="connsiteX134" fmla="*/ 1072164 w 1071552"/>
                <a:gd name="connsiteY134" fmla="*/ 235712 h 504260"/>
                <a:gd name="connsiteX135" fmla="*/ 1081367 w 1071552"/>
                <a:gd name="connsiteY135" fmla="*/ 218567 h 504260"/>
                <a:gd name="connsiteX136" fmla="*/ 1075568 w 1071552"/>
                <a:gd name="connsiteY136" fmla="*/ 208230 h 504260"/>
                <a:gd name="connsiteX137" fmla="*/ 404019 w 1071552"/>
                <a:gd name="connsiteY137" fmla="*/ 323201 h 504260"/>
                <a:gd name="connsiteX138" fmla="*/ 367208 w 1071552"/>
                <a:gd name="connsiteY138" fmla="*/ 313116 h 504260"/>
                <a:gd name="connsiteX139" fmla="*/ 404019 w 1071552"/>
                <a:gd name="connsiteY139" fmla="*/ 323201 h 504260"/>
                <a:gd name="connsiteX140" fmla="*/ 849533 w 1071552"/>
                <a:gd name="connsiteY140" fmla="*/ 320428 h 504260"/>
                <a:gd name="connsiteX141" fmla="*/ 759271 w 1071552"/>
                <a:gd name="connsiteY141" fmla="*/ 330639 h 504260"/>
                <a:gd name="connsiteX142" fmla="*/ 745151 w 1071552"/>
                <a:gd name="connsiteY142" fmla="*/ 364424 h 504260"/>
                <a:gd name="connsiteX143" fmla="*/ 742000 w 1071552"/>
                <a:gd name="connsiteY143" fmla="*/ 321310 h 504260"/>
                <a:gd name="connsiteX144" fmla="*/ 810327 w 1071552"/>
                <a:gd name="connsiteY144" fmla="*/ 311099 h 504260"/>
                <a:gd name="connsiteX145" fmla="*/ 877015 w 1071552"/>
                <a:gd name="connsiteY145" fmla="*/ 307947 h 504260"/>
                <a:gd name="connsiteX146" fmla="*/ 849533 w 1071552"/>
                <a:gd name="connsiteY146" fmla="*/ 320428 h 504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071552" h="504260">
                  <a:moveTo>
                    <a:pt x="1075568" y="208230"/>
                  </a:moveTo>
                  <a:cubicBezTo>
                    <a:pt x="1074811" y="202809"/>
                    <a:pt x="1070021" y="205078"/>
                    <a:pt x="1066113" y="207473"/>
                  </a:cubicBezTo>
                  <a:cubicBezTo>
                    <a:pt x="1062205" y="209869"/>
                    <a:pt x="1049598" y="211381"/>
                    <a:pt x="1044934" y="211381"/>
                  </a:cubicBezTo>
                  <a:cubicBezTo>
                    <a:pt x="1040270" y="211381"/>
                    <a:pt x="1031571" y="205078"/>
                    <a:pt x="1031571" y="200414"/>
                  </a:cubicBezTo>
                  <a:cubicBezTo>
                    <a:pt x="1031571" y="195749"/>
                    <a:pt x="1030562" y="190455"/>
                    <a:pt x="1025898" y="190455"/>
                  </a:cubicBezTo>
                  <a:cubicBezTo>
                    <a:pt x="1021234" y="190455"/>
                    <a:pt x="1014174" y="188059"/>
                    <a:pt x="1009383" y="176840"/>
                  </a:cubicBezTo>
                  <a:cubicBezTo>
                    <a:pt x="1004719" y="165620"/>
                    <a:pt x="997660" y="165620"/>
                    <a:pt x="992365" y="162720"/>
                  </a:cubicBezTo>
                  <a:cubicBezTo>
                    <a:pt x="987070" y="159821"/>
                    <a:pt x="972320" y="168015"/>
                    <a:pt x="965891" y="170410"/>
                  </a:cubicBezTo>
                  <a:cubicBezTo>
                    <a:pt x="959461" y="172806"/>
                    <a:pt x="948242" y="168015"/>
                    <a:pt x="940048" y="166250"/>
                  </a:cubicBezTo>
                  <a:cubicBezTo>
                    <a:pt x="931854" y="164485"/>
                    <a:pt x="927063" y="149736"/>
                    <a:pt x="919499" y="151500"/>
                  </a:cubicBezTo>
                  <a:cubicBezTo>
                    <a:pt x="911809" y="153265"/>
                    <a:pt x="910044" y="168519"/>
                    <a:pt x="904246" y="168519"/>
                  </a:cubicBezTo>
                  <a:cubicBezTo>
                    <a:pt x="898320" y="168519"/>
                    <a:pt x="887731" y="137886"/>
                    <a:pt x="876637" y="120867"/>
                  </a:cubicBezTo>
                  <a:cubicBezTo>
                    <a:pt x="865544" y="103848"/>
                    <a:pt x="845499" y="69684"/>
                    <a:pt x="827850" y="63255"/>
                  </a:cubicBezTo>
                  <a:cubicBezTo>
                    <a:pt x="810201" y="56826"/>
                    <a:pt x="815495" y="48001"/>
                    <a:pt x="820160" y="43211"/>
                  </a:cubicBezTo>
                  <a:cubicBezTo>
                    <a:pt x="824824" y="38546"/>
                    <a:pt x="809571" y="37286"/>
                    <a:pt x="802511" y="41446"/>
                  </a:cubicBezTo>
                  <a:cubicBezTo>
                    <a:pt x="795452" y="45606"/>
                    <a:pt x="786627" y="53170"/>
                    <a:pt x="778432" y="54935"/>
                  </a:cubicBezTo>
                  <a:cubicBezTo>
                    <a:pt x="770238" y="56700"/>
                    <a:pt x="758388" y="69684"/>
                    <a:pt x="749564" y="66659"/>
                  </a:cubicBezTo>
                  <a:cubicBezTo>
                    <a:pt x="740739" y="63759"/>
                    <a:pt x="736579" y="77879"/>
                    <a:pt x="729519" y="71323"/>
                  </a:cubicBezTo>
                  <a:cubicBezTo>
                    <a:pt x="722460" y="64894"/>
                    <a:pt x="738974" y="60103"/>
                    <a:pt x="738974" y="54304"/>
                  </a:cubicBezTo>
                  <a:cubicBezTo>
                    <a:pt x="738974" y="48379"/>
                    <a:pt x="727754" y="56069"/>
                    <a:pt x="724855" y="52539"/>
                  </a:cubicBezTo>
                  <a:cubicBezTo>
                    <a:pt x="721955" y="49010"/>
                    <a:pt x="712500" y="45480"/>
                    <a:pt x="712500" y="50775"/>
                  </a:cubicBezTo>
                  <a:cubicBezTo>
                    <a:pt x="712500" y="56069"/>
                    <a:pt x="704810" y="53170"/>
                    <a:pt x="704810" y="49010"/>
                  </a:cubicBezTo>
                  <a:cubicBezTo>
                    <a:pt x="704810" y="44849"/>
                    <a:pt x="699516" y="37286"/>
                    <a:pt x="694851" y="42580"/>
                  </a:cubicBezTo>
                  <a:cubicBezTo>
                    <a:pt x="690187" y="47875"/>
                    <a:pt x="674303" y="50775"/>
                    <a:pt x="670773" y="46740"/>
                  </a:cubicBezTo>
                  <a:cubicBezTo>
                    <a:pt x="667243" y="42580"/>
                    <a:pt x="673168" y="40815"/>
                    <a:pt x="673672" y="35521"/>
                  </a:cubicBezTo>
                  <a:cubicBezTo>
                    <a:pt x="674303" y="30226"/>
                    <a:pt x="667747" y="23166"/>
                    <a:pt x="669008" y="16737"/>
                  </a:cubicBezTo>
                  <a:cubicBezTo>
                    <a:pt x="670142" y="10308"/>
                    <a:pt x="657788" y="3752"/>
                    <a:pt x="651989" y="6148"/>
                  </a:cubicBezTo>
                  <a:cubicBezTo>
                    <a:pt x="646064" y="8543"/>
                    <a:pt x="637870" y="6148"/>
                    <a:pt x="631441" y="3248"/>
                  </a:cubicBezTo>
                  <a:cubicBezTo>
                    <a:pt x="625011" y="349"/>
                    <a:pt x="599672" y="5013"/>
                    <a:pt x="598538" y="10938"/>
                  </a:cubicBezTo>
                  <a:cubicBezTo>
                    <a:pt x="597403" y="16863"/>
                    <a:pt x="565635" y="21527"/>
                    <a:pt x="559710" y="23923"/>
                  </a:cubicBezTo>
                  <a:cubicBezTo>
                    <a:pt x="553785" y="26318"/>
                    <a:pt x="530336" y="29848"/>
                    <a:pt x="522016" y="30982"/>
                  </a:cubicBezTo>
                  <a:cubicBezTo>
                    <a:pt x="513822" y="32117"/>
                    <a:pt x="505502" y="39177"/>
                    <a:pt x="494912" y="39177"/>
                  </a:cubicBezTo>
                  <a:cubicBezTo>
                    <a:pt x="484323" y="39177"/>
                    <a:pt x="464278" y="40311"/>
                    <a:pt x="454950" y="47371"/>
                  </a:cubicBezTo>
                  <a:cubicBezTo>
                    <a:pt x="445495" y="54430"/>
                    <a:pt x="430241" y="48505"/>
                    <a:pt x="423181" y="50901"/>
                  </a:cubicBezTo>
                  <a:cubicBezTo>
                    <a:pt x="416121" y="53296"/>
                    <a:pt x="404398" y="49766"/>
                    <a:pt x="400742" y="52035"/>
                  </a:cubicBezTo>
                  <a:cubicBezTo>
                    <a:pt x="397212" y="54430"/>
                    <a:pt x="398346" y="68550"/>
                    <a:pt x="401876" y="74349"/>
                  </a:cubicBezTo>
                  <a:cubicBezTo>
                    <a:pt x="405406" y="80274"/>
                    <a:pt x="424190" y="82543"/>
                    <a:pt x="425450" y="86073"/>
                  </a:cubicBezTo>
                  <a:cubicBezTo>
                    <a:pt x="426585" y="89603"/>
                    <a:pt x="406667" y="89603"/>
                    <a:pt x="397212" y="90737"/>
                  </a:cubicBezTo>
                  <a:cubicBezTo>
                    <a:pt x="387757" y="91872"/>
                    <a:pt x="390152" y="103722"/>
                    <a:pt x="392547" y="109521"/>
                  </a:cubicBezTo>
                  <a:cubicBezTo>
                    <a:pt x="394943" y="115446"/>
                    <a:pt x="383092" y="121245"/>
                    <a:pt x="376033" y="123640"/>
                  </a:cubicBezTo>
                  <a:cubicBezTo>
                    <a:pt x="368973" y="126035"/>
                    <a:pt x="376033" y="137759"/>
                    <a:pt x="383092" y="137759"/>
                  </a:cubicBezTo>
                  <a:cubicBezTo>
                    <a:pt x="390152" y="137759"/>
                    <a:pt x="396077" y="143685"/>
                    <a:pt x="401876" y="143685"/>
                  </a:cubicBezTo>
                  <a:cubicBezTo>
                    <a:pt x="407675" y="143685"/>
                    <a:pt x="408936" y="155409"/>
                    <a:pt x="408936" y="162468"/>
                  </a:cubicBezTo>
                  <a:cubicBezTo>
                    <a:pt x="408936" y="169528"/>
                    <a:pt x="401876" y="171923"/>
                    <a:pt x="392421" y="171923"/>
                  </a:cubicBezTo>
                  <a:cubicBezTo>
                    <a:pt x="382966" y="171923"/>
                    <a:pt x="378302" y="164863"/>
                    <a:pt x="372377" y="163729"/>
                  </a:cubicBezTo>
                  <a:cubicBezTo>
                    <a:pt x="366452" y="162594"/>
                    <a:pt x="367713" y="174318"/>
                    <a:pt x="362922" y="176714"/>
                  </a:cubicBezTo>
                  <a:cubicBezTo>
                    <a:pt x="358258" y="179109"/>
                    <a:pt x="356997" y="168519"/>
                    <a:pt x="349937" y="168519"/>
                  </a:cubicBezTo>
                  <a:cubicBezTo>
                    <a:pt x="342878" y="168519"/>
                    <a:pt x="334684" y="167385"/>
                    <a:pt x="332288" y="160325"/>
                  </a:cubicBezTo>
                  <a:cubicBezTo>
                    <a:pt x="329893" y="153265"/>
                    <a:pt x="313379" y="152131"/>
                    <a:pt x="306445" y="159190"/>
                  </a:cubicBezTo>
                  <a:cubicBezTo>
                    <a:pt x="299385" y="166250"/>
                    <a:pt x="296990" y="162720"/>
                    <a:pt x="291191" y="158056"/>
                  </a:cubicBezTo>
                  <a:cubicBezTo>
                    <a:pt x="285266" y="153391"/>
                    <a:pt x="267617" y="160451"/>
                    <a:pt x="265348" y="166250"/>
                  </a:cubicBezTo>
                  <a:cubicBezTo>
                    <a:pt x="262953" y="172175"/>
                    <a:pt x="250094" y="174444"/>
                    <a:pt x="240639" y="168645"/>
                  </a:cubicBezTo>
                  <a:cubicBezTo>
                    <a:pt x="231184" y="162720"/>
                    <a:pt x="225385" y="160451"/>
                    <a:pt x="225385" y="168645"/>
                  </a:cubicBezTo>
                  <a:cubicBezTo>
                    <a:pt x="225385" y="176840"/>
                    <a:pt x="218325" y="169780"/>
                    <a:pt x="218325" y="165116"/>
                  </a:cubicBezTo>
                  <a:cubicBezTo>
                    <a:pt x="218325" y="160451"/>
                    <a:pt x="203072" y="150996"/>
                    <a:pt x="196012" y="146332"/>
                  </a:cubicBezTo>
                  <a:cubicBezTo>
                    <a:pt x="188952" y="141667"/>
                    <a:pt x="166639" y="141667"/>
                    <a:pt x="165378" y="136877"/>
                  </a:cubicBezTo>
                  <a:cubicBezTo>
                    <a:pt x="164244" y="132213"/>
                    <a:pt x="150124" y="128683"/>
                    <a:pt x="146594" y="136877"/>
                  </a:cubicBezTo>
                  <a:cubicBezTo>
                    <a:pt x="143065" y="145071"/>
                    <a:pt x="137139" y="139272"/>
                    <a:pt x="132475" y="136877"/>
                  </a:cubicBezTo>
                  <a:cubicBezTo>
                    <a:pt x="127811" y="134482"/>
                    <a:pt x="117221" y="140407"/>
                    <a:pt x="112431" y="142802"/>
                  </a:cubicBezTo>
                  <a:cubicBezTo>
                    <a:pt x="107766" y="145197"/>
                    <a:pt x="92387" y="155787"/>
                    <a:pt x="84192" y="155787"/>
                  </a:cubicBezTo>
                  <a:cubicBezTo>
                    <a:pt x="75998" y="155787"/>
                    <a:pt x="80663" y="166376"/>
                    <a:pt x="70073" y="168771"/>
                  </a:cubicBezTo>
                  <a:cubicBezTo>
                    <a:pt x="59483" y="171167"/>
                    <a:pt x="61879" y="178226"/>
                    <a:pt x="63013" y="182891"/>
                  </a:cubicBezTo>
                  <a:cubicBezTo>
                    <a:pt x="64148" y="187555"/>
                    <a:pt x="70073" y="195875"/>
                    <a:pt x="60618" y="199405"/>
                  </a:cubicBezTo>
                  <a:cubicBezTo>
                    <a:pt x="51163" y="202935"/>
                    <a:pt x="47634" y="187681"/>
                    <a:pt x="39439" y="181756"/>
                  </a:cubicBezTo>
                  <a:cubicBezTo>
                    <a:pt x="31245" y="175831"/>
                    <a:pt x="24185" y="182891"/>
                    <a:pt x="24185" y="191211"/>
                  </a:cubicBezTo>
                  <a:cubicBezTo>
                    <a:pt x="24185" y="199405"/>
                    <a:pt x="14730" y="199405"/>
                    <a:pt x="10066" y="207726"/>
                  </a:cubicBezTo>
                  <a:cubicBezTo>
                    <a:pt x="5402" y="215920"/>
                    <a:pt x="18260" y="217180"/>
                    <a:pt x="18260" y="220710"/>
                  </a:cubicBezTo>
                  <a:cubicBezTo>
                    <a:pt x="18260" y="224240"/>
                    <a:pt x="11201" y="227770"/>
                    <a:pt x="8805" y="228904"/>
                  </a:cubicBezTo>
                  <a:cubicBezTo>
                    <a:pt x="6410" y="230039"/>
                    <a:pt x="611" y="241889"/>
                    <a:pt x="2880" y="245419"/>
                  </a:cubicBezTo>
                  <a:cubicBezTo>
                    <a:pt x="5276" y="248949"/>
                    <a:pt x="19395" y="247814"/>
                    <a:pt x="18134" y="256009"/>
                  </a:cubicBezTo>
                  <a:cubicBezTo>
                    <a:pt x="17000" y="264203"/>
                    <a:pt x="15739" y="272523"/>
                    <a:pt x="22799" y="270128"/>
                  </a:cubicBezTo>
                  <a:cubicBezTo>
                    <a:pt x="29858" y="267732"/>
                    <a:pt x="36918" y="268993"/>
                    <a:pt x="41582" y="268993"/>
                  </a:cubicBezTo>
                  <a:cubicBezTo>
                    <a:pt x="46247" y="268993"/>
                    <a:pt x="49776" y="278448"/>
                    <a:pt x="58097" y="287903"/>
                  </a:cubicBezTo>
                  <a:cubicBezTo>
                    <a:pt x="66291" y="297358"/>
                    <a:pt x="69821" y="302022"/>
                    <a:pt x="61627" y="304417"/>
                  </a:cubicBezTo>
                  <a:cubicBezTo>
                    <a:pt x="53432" y="306813"/>
                    <a:pt x="56962" y="311477"/>
                    <a:pt x="67552" y="316141"/>
                  </a:cubicBezTo>
                  <a:cubicBezTo>
                    <a:pt x="70325" y="317402"/>
                    <a:pt x="73225" y="319293"/>
                    <a:pt x="76124" y="321310"/>
                  </a:cubicBezTo>
                  <a:cubicBezTo>
                    <a:pt x="77889" y="320176"/>
                    <a:pt x="79528" y="319041"/>
                    <a:pt x="80915" y="317780"/>
                  </a:cubicBezTo>
                  <a:cubicBezTo>
                    <a:pt x="94277" y="306056"/>
                    <a:pt x="118608" y="294963"/>
                    <a:pt x="136635" y="299753"/>
                  </a:cubicBezTo>
                  <a:cubicBezTo>
                    <a:pt x="154663" y="304417"/>
                    <a:pt x="169538" y="296601"/>
                    <a:pt x="177480" y="307569"/>
                  </a:cubicBezTo>
                  <a:cubicBezTo>
                    <a:pt x="185296" y="318537"/>
                    <a:pt x="177480" y="338959"/>
                    <a:pt x="180632" y="346775"/>
                  </a:cubicBezTo>
                  <a:cubicBezTo>
                    <a:pt x="183784" y="354591"/>
                    <a:pt x="166513" y="355348"/>
                    <a:pt x="154789" y="353835"/>
                  </a:cubicBezTo>
                  <a:cubicBezTo>
                    <a:pt x="143065" y="352322"/>
                    <a:pt x="118608" y="358625"/>
                    <a:pt x="121886" y="365559"/>
                  </a:cubicBezTo>
                  <a:cubicBezTo>
                    <a:pt x="125037" y="372619"/>
                    <a:pt x="133610" y="389133"/>
                    <a:pt x="117978" y="380435"/>
                  </a:cubicBezTo>
                  <a:cubicBezTo>
                    <a:pt x="102346" y="371862"/>
                    <a:pt x="96043" y="389007"/>
                    <a:pt x="104615" y="389007"/>
                  </a:cubicBezTo>
                  <a:cubicBezTo>
                    <a:pt x="113187" y="389007"/>
                    <a:pt x="125037" y="399218"/>
                    <a:pt x="125037" y="406278"/>
                  </a:cubicBezTo>
                  <a:cubicBezTo>
                    <a:pt x="125037" y="413338"/>
                    <a:pt x="125794" y="428970"/>
                    <a:pt x="133610" y="426700"/>
                  </a:cubicBezTo>
                  <a:cubicBezTo>
                    <a:pt x="141426" y="424305"/>
                    <a:pt x="141426" y="438425"/>
                    <a:pt x="152394" y="437668"/>
                  </a:cubicBezTo>
                  <a:cubicBezTo>
                    <a:pt x="163361" y="436912"/>
                    <a:pt x="173572" y="440820"/>
                    <a:pt x="165000" y="451031"/>
                  </a:cubicBezTo>
                  <a:cubicBezTo>
                    <a:pt x="156427" y="461242"/>
                    <a:pt x="170421" y="489481"/>
                    <a:pt x="173572" y="483178"/>
                  </a:cubicBezTo>
                  <a:cubicBezTo>
                    <a:pt x="175590" y="479270"/>
                    <a:pt x="173824" y="470697"/>
                    <a:pt x="176850" y="465276"/>
                  </a:cubicBezTo>
                  <a:cubicBezTo>
                    <a:pt x="170673" y="450905"/>
                    <a:pt x="196768" y="450779"/>
                    <a:pt x="204206" y="450779"/>
                  </a:cubicBezTo>
                  <a:cubicBezTo>
                    <a:pt x="212527" y="450779"/>
                    <a:pt x="227276" y="463385"/>
                    <a:pt x="236731" y="475992"/>
                  </a:cubicBezTo>
                  <a:cubicBezTo>
                    <a:pt x="246186" y="488598"/>
                    <a:pt x="255641" y="480152"/>
                    <a:pt x="255641" y="480152"/>
                  </a:cubicBezTo>
                  <a:lnTo>
                    <a:pt x="258793" y="362786"/>
                  </a:lnTo>
                  <a:lnTo>
                    <a:pt x="325859" y="344884"/>
                  </a:lnTo>
                  <a:cubicBezTo>
                    <a:pt x="326489" y="343245"/>
                    <a:pt x="327246" y="341733"/>
                    <a:pt x="328128" y="340472"/>
                  </a:cubicBezTo>
                  <a:cubicBezTo>
                    <a:pt x="336826" y="327866"/>
                    <a:pt x="348425" y="338329"/>
                    <a:pt x="352459" y="341228"/>
                  </a:cubicBezTo>
                  <a:cubicBezTo>
                    <a:pt x="355862" y="343750"/>
                    <a:pt x="353971" y="327866"/>
                    <a:pt x="363426" y="328622"/>
                  </a:cubicBezTo>
                  <a:cubicBezTo>
                    <a:pt x="372881" y="329378"/>
                    <a:pt x="362670" y="344254"/>
                    <a:pt x="369730" y="344254"/>
                  </a:cubicBezTo>
                  <a:cubicBezTo>
                    <a:pt x="375277" y="344254"/>
                    <a:pt x="387757" y="363794"/>
                    <a:pt x="383849" y="379048"/>
                  </a:cubicBezTo>
                  <a:cubicBezTo>
                    <a:pt x="394312" y="387620"/>
                    <a:pt x="413222" y="407917"/>
                    <a:pt x="414861" y="412959"/>
                  </a:cubicBezTo>
                  <a:cubicBezTo>
                    <a:pt x="417004" y="419263"/>
                    <a:pt x="444234" y="408799"/>
                    <a:pt x="449403" y="410816"/>
                  </a:cubicBezTo>
                  <a:cubicBezTo>
                    <a:pt x="454697" y="412959"/>
                    <a:pt x="495543" y="412959"/>
                    <a:pt x="502854" y="412959"/>
                  </a:cubicBezTo>
                  <a:cubicBezTo>
                    <a:pt x="510166" y="412959"/>
                    <a:pt x="515335" y="426574"/>
                    <a:pt x="523781" y="428718"/>
                  </a:cubicBezTo>
                  <a:cubicBezTo>
                    <a:pt x="532227" y="430861"/>
                    <a:pt x="529076" y="444476"/>
                    <a:pt x="530084" y="453805"/>
                  </a:cubicBezTo>
                  <a:cubicBezTo>
                    <a:pt x="531093" y="463259"/>
                    <a:pt x="543699" y="472714"/>
                    <a:pt x="544708" y="481034"/>
                  </a:cubicBezTo>
                  <a:cubicBezTo>
                    <a:pt x="545716" y="489355"/>
                    <a:pt x="559332" y="485195"/>
                    <a:pt x="567778" y="487338"/>
                  </a:cubicBezTo>
                  <a:cubicBezTo>
                    <a:pt x="576224" y="489481"/>
                    <a:pt x="588705" y="492506"/>
                    <a:pt x="589713" y="500953"/>
                  </a:cubicBezTo>
                  <a:cubicBezTo>
                    <a:pt x="590722" y="509399"/>
                    <a:pt x="601185" y="503096"/>
                    <a:pt x="602320" y="496793"/>
                  </a:cubicBezTo>
                  <a:cubicBezTo>
                    <a:pt x="603328" y="490489"/>
                    <a:pt x="613918" y="482169"/>
                    <a:pt x="629549" y="475866"/>
                  </a:cubicBezTo>
                  <a:cubicBezTo>
                    <a:pt x="636609" y="472966"/>
                    <a:pt x="641274" y="473093"/>
                    <a:pt x="644804" y="474353"/>
                  </a:cubicBezTo>
                  <a:cubicBezTo>
                    <a:pt x="647703" y="466789"/>
                    <a:pt x="650729" y="460486"/>
                    <a:pt x="652872" y="459603"/>
                  </a:cubicBezTo>
                  <a:cubicBezTo>
                    <a:pt x="658292" y="457208"/>
                    <a:pt x="668504" y="449392"/>
                    <a:pt x="669386" y="441576"/>
                  </a:cubicBezTo>
                  <a:cubicBezTo>
                    <a:pt x="670142" y="433760"/>
                    <a:pt x="691322" y="433760"/>
                    <a:pt x="705441" y="440820"/>
                  </a:cubicBezTo>
                  <a:cubicBezTo>
                    <a:pt x="719560" y="447880"/>
                    <a:pt x="728259" y="447880"/>
                    <a:pt x="729015" y="436912"/>
                  </a:cubicBezTo>
                  <a:cubicBezTo>
                    <a:pt x="729771" y="425944"/>
                    <a:pt x="750194" y="422792"/>
                    <a:pt x="756497" y="425944"/>
                  </a:cubicBezTo>
                  <a:cubicBezTo>
                    <a:pt x="762800" y="429096"/>
                    <a:pt x="782340" y="440063"/>
                    <a:pt x="791795" y="436155"/>
                  </a:cubicBezTo>
                  <a:cubicBezTo>
                    <a:pt x="801250" y="432247"/>
                    <a:pt x="848273" y="436912"/>
                    <a:pt x="860123" y="440063"/>
                  </a:cubicBezTo>
                  <a:cubicBezTo>
                    <a:pt x="871847" y="443215"/>
                    <a:pt x="874999" y="435399"/>
                    <a:pt x="885210" y="447123"/>
                  </a:cubicBezTo>
                  <a:cubicBezTo>
                    <a:pt x="893782" y="456956"/>
                    <a:pt x="897942" y="448131"/>
                    <a:pt x="907397" y="455695"/>
                  </a:cubicBezTo>
                  <a:cubicBezTo>
                    <a:pt x="907397" y="452670"/>
                    <a:pt x="906766" y="448888"/>
                    <a:pt x="906766" y="444854"/>
                  </a:cubicBezTo>
                  <a:cubicBezTo>
                    <a:pt x="906766" y="437164"/>
                    <a:pt x="918490" y="430735"/>
                    <a:pt x="920886" y="424810"/>
                  </a:cubicBezTo>
                  <a:cubicBezTo>
                    <a:pt x="923281" y="418885"/>
                    <a:pt x="910297" y="401235"/>
                    <a:pt x="910297" y="395436"/>
                  </a:cubicBezTo>
                  <a:cubicBezTo>
                    <a:pt x="910297" y="389511"/>
                    <a:pt x="910297" y="375392"/>
                    <a:pt x="904371" y="372492"/>
                  </a:cubicBezTo>
                  <a:cubicBezTo>
                    <a:pt x="898446" y="369593"/>
                    <a:pt x="915591" y="361903"/>
                    <a:pt x="919625" y="362155"/>
                  </a:cubicBezTo>
                  <a:cubicBezTo>
                    <a:pt x="928324" y="362533"/>
                    <a:pt x="940804" y="353457"/>
                    <a:pt x="944586" y="357239"/>
                  </a:cubicBezTo>
                  <a:cubicBezTo>
                    <a:pt x="948368" y="361021"/>
                    <a:pt x="955932" y="362155"/>
                    <a:pt x="963622" y="362155"/>
                  </a:cubicBezTo>
                  <a:cubicBezTo>
                    <a:pt x="971186" y="362155"/>
                    <a:pt x="967908" y="353457"/>
                    <a:pt x="963622" y="349675"/>
                  </a:cubicBezTo>
                  <a:cubicBezTo>
                    <a:pt x="959210" y="345893"/>
                    <a:pt x="977237" y="310595"/>
                    <a:pt x="979885" y="298618"/>
                  </a:cubicBezTo>
                  <a:cubicBezTo>
                    <a:pt x="982532" y="286642"/>
                    <a:pt x="989087" y="297484"/>
                    <a:pt x="997786" y="298618"/>
                  </a:cubicBezTo>
                  <a:cubicBezTo>
                    <a:pt x="1006484" y="299627"/>
                    <a:pt x="1016822" y="298114"/>
                    <a:pt x="1022242" y="300761"/>
                  </a:cubicBezTo>
                  <a:cubicBezTo>
                    <a:pt x="1027663" y="303409"/>
                    <a:pt x="1043421" y="297484"/>
                    <a:pt x="1047203" y="291559"/>
                  </a:cubicBezTo>
                  <a:cubicBezTo>
                    <a:pt x="1050985" y="285634"/>
                    <a:pt x="1042791" y="283995"/>
                    <a:pt x="1043421" y="270380"/>
                  </a:cubicBezTo>
                  <a:cubicBezTo>
                    <a:pt x="1043925" y="256765"/>
                    <a:pt x="1052120" y="250335"/>
                    <a:pt x="1060818" y="250335"/>
                  </a:cubicBezTo>
                  <a:cubicBezTo>
                    <a:pt x="1069517" y="250335"/>
                    <a:pt x="1072164" y="242141"/>
                    <a:pt x="1072164" y="235712"/>
                  </a:cubicBezTo>
                  <a:cubicBezTo>
                    <a:pt x="1072164" y="229787"/>
                    <a:pt x="1079223" y="226131"/>
                    <a:pt x="1081367" y="218567"/>
                  </a:cubicBezTo>
                  <a:cubicBezTo>
                    <a:pt x="1078342" y="215163"/>
                    <a:pt x="1075946" y="211255"/>
                    <a:pt x="1075568" y="208230"/>
                  </a:cubicBezTo>
                  <a:close/>
                  <a:moveTo>
                    <a:pt x="404019" y="323201"/>
                  </a:moveTo>
                  <a:cubicBezTo>
                    <a:pt x="400868" y="327487"/>
                    <a:pt x="369856" y="319419"/>
                    <a:pt x="367208" y="313116"/>
                  </a:cubicBezTo>
                  <a:cubicBezTo>
                    <a:pt x="364435" y="306308"/>
                    <a:pt x="410701" y="313998"/>
                    <a:pt x="404019" y="323201"/>
                  </a:cubicBezTo>
                  <a:close/>
                  <a:moveTo>
                    <a:pt x="849533" y="320428"/>
                  </a:moveTo>
                  <a:cubicBezTo>
                    <a:pt x="827598" y="320428"/>
                    <a:pt x="778937" y="309460"/>
                    <a:pt x="759271" y="330639"/>
                  </a:cubicBezTo>
                  <a:cubicBezTo>
                    <a:pt x="739604" y="351818"/>
                    <a:pt x="753724" y="362786"/>
                    <a:pt x="745151" y="364424"/>
                  </a:cubicBezTo>
                  <a:cubicBezTo>
                    <a:pt x="735823" y="366063"/>
                    <a:pt x="731032" y="332278"/>
                    <a:pt x="742000" y="321310"/>
                  </a:cubicBezTo>
                  <a:cubicBezTo>
                    <a:pt x="752968" y="310343"/>
                    <a:pt x="788266" y="305678"/>
                    <a:pt x="810327" y="311099"/>
                  </a:cubicBezTo>
                  <a:cubicBezTo>
                    <a:pt x="832262" y="316646"/>
                    <a:pt x="871468" y="306435"/>
                    <a:pt x="877015" y="307947"/>
                  </a:cubicBezTo>
                  <a:cubicBezTo>
                    <a:pt x="882436" y="309460"/>
                    <a:pt x="871468" y="320428"/>
                    <a:pt x="849533" y="320428"/>
                  </a:cubicBezTo>
                  <a:close/>
                </a:path>
              </a:pathLst>
            </a:custGeom>
            <a:grpFill/>
            <a:ln w="1270" cap="flat">
              <a:solidFill>
                <a:schemeClr val="bg1"/>
              </a:solidFill>
              <a:prstDash val="solid"/>
              <a:miter/>
            </a:ln>
          </p:spPr>
          <p:txBody>
            <a:bodyPr rtlCol="0" anchor="ctr"/>
            <a:lstStyle/>
            <a:p>
              <a:endParaRPr lang="ko-KR" altLang="en-US"/>
            </a:p>
          </p:txBody>
        </p:sp>
        <p:sp>
          <p:nvSpPr>
            <p:cNvPr id="179" name="자유형: 도형 159">
              <a:extLst>
                <a:ext uri="{FF2B5EF4-FFF2-40B4-BE49-F238E27FC236}">
                  <a16:creationId xmlns:a16="http://schemas.microsoft.com/office/drawing/2014/main" id="{380F6B53-F7A5-5447-B234-1B2050B3A474}"/>
                </a:ext>
              </a:extLst>
            </p:cNvPr>
            <p:cNvSpPr/>
            <p:nvPr/>
          </p:nvSpPr>
          <p:spPr>
            <a:xfrm>
              <a:off x="6311729" y="1670050"/>
              <a:ext cx="4525735" cy="1727091"/>
            </a:xfrm>
            <a:custGeom>
              <a:avLst/>
              <a:gdLst>
                <a:gd name="connsiteX0" fmla="*/ 71069 w 4525734"/>
                <a:gd name="connsiteY0" fmla="*/ 1256291 h 1727090"/>
                <a:gd name="connsiteX1" fmla="*/ 55185 w 4525734"/>
                <a:gd name="connsiteY1" fmla="*/ 1250366 h 1727090"/>
                <a:gd name="connsiteX2" fmla="*/ 39049 w 4525734"/>
                <a:gd name="connsiteY2" fmla="*/ 1248854 h 1727090"/>
                <a:gd name="connsiteX3" fmla="*/ 43209 w 4525734"/>
                <a:gd name="connsiteY3" fmla="*/ 1252888 h 1727090"/>
                <a:gd name="connsiteX4" fmla="*/ 34636 w 4525734"/>
                <a:gd name="connsiteY4" fmla="*/ 1267385 h 1727090"/>
                <a:gd name="connsiteX5" fmla="*/ 22030 w 4525734"/>
                <a:gd name="connsiteY5" fmla="*/ 1267385 h 1727090"/>
                <a:gd name="connsiteX6" fmla="*/ 4003 w 4525734"/>
                <a:gd name="connsiteY6" fmla="*/ 1268520 h 1727090"/>
                <a:gd name="connsiteX7" fmla="*/ 2364 w 4525734"/>
                <a:gd name="connsiteY7" fmla="*/ 1274823 h 1727090"/>
                <a:gd name="connsiteX8" fmla="*/ 15727 w 4525734"/>
                <a:gd name="connsiteY8" fmla="*/ 1279740 h 1727090"/>
                <a:gd name="connsiteX9" fmla="*/ 84684 w 4525734"/>
                <a:gd name="connsiteY9" fmla="*/ 1282639 h 1727090"/>
                <a:gd name="connsiteX10" fmla="*/ 85693 w 4525734"/>
                <a:gd name="connsiteY10" fmla="*/ 1264990 h 1727090"/>
                <a:gd name="connsiteX11" fmla="*/ 71069 w 4525734"/>
                <a:gd name="connsiteY11" fmla="*/ 1256291 h 1727090"/>
                <a:gd name="connsiteX12" fmla="*/ 1206411 w 4525734"/>
                <a:gd name="connsiteY12" fmla="*/ 47706 h 1727090"/>
                <a:gd name="connsiteX13" fmla="*/ 1219774 w 4525734"/>
                <a:gd name="connsiteY13" fmla="*/ 25014 h 1727090"/>
                <a:gd name="connsiteX14" fmla="*/ 1193931 w 4525734"/>
                <a:gd name="connsiteY14" fmla="*/ 33587 h 1727090"/>
                <a:gd name="connsiteX15" fmla="*/ 1162540 w 4525734"/>
                <a:gd name="connsiteY15" fmla="*/ 45311 h 1727090"/>
                <a:gd name="connsiteX16" fmla="*/ 1206411 w 4525734"/>
                <a:gd name="connsiteY16" fmla="*/ 47706 h 1727090"/>
                <a:gd name="connsiteX17" fmla="*/ 1357815 w 4525734"/>
                <a:gd name="connsiteY17" fmla="*/ 484017 h 1727090"/>
                <a:gd name="connsiteX18" fmla="*/ 1398660 w 4525734"/>
                <a:gd name="connsiteY18" fmla="*/ 474562 h 1727090"/>
                <a:gd name="connsiteX19" fmla="*/ 1369665 w 4525734"/>
                <a:gd name="connsiteY19" fmla="*/ 462838 h 1727090"/>
                <a:gd name="connsiteX20" fmla="*/ 1357815 w 4525734"/>
                <a:gd name="connsiteY20" fmla="*/ 484017 h 1727090"/>
                <a:gd name="connsiteX21" fmla="*/ 1937588 w 4525734"/>
                <a:gd name="connsiteY21" fmla="*/ 83004 h 1727090"/>
                <a:gd name="connsiteX22" fmla="*/ 1931285 w 4525734"/>
                <a:gd name="connsiteY22" fmla="*/ 93215 h 1727090"/>
                <a:gd name="connsiteX23" fmla="*/ 1912501 w 4525734"/>
                <a:gd name="connsiteY23" fmla="*/ 102670 h 1727090"/>
                <a:gd name="connsiteX24" fmla="*/ 1936076 w 4525734"/>
                <a:gd name="connsiteY24" fmla="*/ 118302 h 1727090"/>
                <a:gd name="connsiteX25" fmla="*/ 1967466 w 4525734"/>
                <a:gd name="connsiteY25" fmla="*/ 99519 h 1727090"/>
                <a:gd name="connsiteX26" fmla="*/ 2040457 w 4525734"/>
                <a:gd name="connsiteY26" fmla="*/ 77583 h 1727090"/>
                <a:gd name="connsiteX27" fmla="*/ 2047517 w 4525734"/>
                <a:gd name="connsiteY27" fmla="*/ 55648 h 1727090"/>
                <a:gd name="connsiteX28" fmla="*/ 2036549 w 4525734"/>
                <a:gd name="connsiteY28" fmla="*/ 43042 h 1727090"/>
                <a:gd name="connsiteX29" fmla="*/ 2017009 w 4525734"/>
                <a:gd name="connsiteY29" fmla="*/ 15559 h 1727090"/>
                <a:gd name="connsiteX30" fmla="*/ 1978559 w 4525734"/>
                <a:gd name="connsiteY30" fmla="*/ 28922 h 1727090"/>
                <a:gd name="connsiteX31" fmla="*/ 1948682 w 4525734"/>
                <a:gd name="connsiteY31" fmla="*/ 46950 h 1727090"/>
                <a:gd name="connsiteX32" fmla="*/ 1936958 w 4525734"/>
                <a:gd name="connsiteY32" fmla="*/ 64977 h 1727090"/>
                <a:gd name="connsiteX33" fmla="*/ 1937588 w 4525734"/>
                <a:gd name="connsiteY33" fmla="*/ 83004 h 1727090"/>
                <a:gd name="connsiteX34" fmla="*/ 1979190 w 4525734"/>
                <a:gd name="connsiteY34" fmla="*/ 105066 h 1727090"/>
                <a:gd name="connsiteX35" fmla="*/ 1961162 w 4525734"/>
                <a:gd name="connsiteY35" fmla="*/ 128640 h 1727090"/>
                <a:gd name="connsiteX36" fmla="*/ 1980828 w 4525734"/>
                <a:gd name="connsiteY36" fmla="*/ 134060 h 1727090"/>
                <a:gd name="connsiteX37" fmla="*/ 2006672 w 4525734"/>
                <a:gd name="connsiteY37" fmla="*/ 152088 h 1727090"/>
                <a:gd name="connsiteX38" fmla="*/ 2082059 w 4525734"/>
                <a:gd name="connsiteY38" fmla="*/ 167720 h 1727090"/>
                <a:gd name="connsiteX39" fmla="*/ 2100086 w 4525734"/>
                <a:gd name="connsiteY39" fmla="*/ 148054 h 1727090"/>
                <a:gd name="connsiteX40" fmla="*/ 2111810 w 4525734"/>
                <a:gd name="connsiteY40" fmla="*/ 118302 h 1727090"/>
                <a:gd name="connsiteX41" fmla="*/ 2072604 w 4525734"/>
                <a:gd name="connsiteY41" fmla="*/ 101031 h 1727090"/>
                <a:gd name="connsiteX42" fmla="*/ 2052938 w 4525734"/>
                <a:gd name="connsiteY42" fmla="*/ 89307 h 1727090"/>
                <a:gd name="connsiteX43" fmla="*/ 1979190 w 4525734"/>
                <a:gd name="connsiteY43" fmla="*/ 105066 h 1727090"/>
                <a:gd name="connsiteX44" fmla="*/ 1586875 w 4525734"/>
                <a:gd name="connsiteY44" fmla="*/ 495741 h 1727090"/>
                <a:gd name="connsiteX45" fmla="*/ 1607298 w 4525734"/>
                <a:gd name="connsiteY45" fmla="*/ 487043 h 1727090"/>
                <a:gd name="connsiteX46" fmla="*/ 1586875 w 4525734"/>
                <a:gd name="connsiteY46" fmla="*/ 495741 h 1727090"/>
                <a:gd name="connsiteX47" fmla="*/ 1917166 w 4525734"/>
                <a:gd name="connsiteY47" fmla="*/ 27283 h 1727090"/>
                <a:gd name="connsiteX48" fmla="*/ 1881868 w 4525734"/>
                <a:gd name="connsiteY48" fmla="*/ 31948 h 1727090"/>
                <a:gd name="connsiteX49" fmla="*/ 1917166 w 4525734"/>
                <a:gd name="connsiteY49" fmla="*/ 27283 h 1727090"/>
                <a:gd name="connsiteX50" fmla="*/ 4226425 w 4525734"/>
                <a:gd name="connsiteY50" fmla="*/ 596215 h 1727090"/>
                <a:gd name="connsiteX51" fmla="*/ 4264118 w 4525734"/>
                <a:gd name="connsiteY51" fmla="*/ 595458 h 1727090"/>
                <a:gd name="connsiteX52" fmla="*/ 4319840 w 4525734"/>
                <a:gd name="connsiteY52" fmla="*/ 589155 h 1727090"/>
                <a:gd name="connsiteX53" fmla="*/ 4290844 w 4525734"/>
                <a:gd name="connsiteY53" fmla="*/ 566464 h 1727090"/>
                <a:gd name="connsiteX54" fmla="*/ 4226425 w 4525734"/>
                <a:gd name="connsiteY54" fmla="*/ 596215 h 1727090"/>
                <a:gd name="connsiteX55" fmla="*/ 2100843 w 4525734"/>
                <a:gd name="connsiteY55" fmla="*/ 215625 h 1727090"/>
                <a:gd name="connsiteX56" fmla="*/ 2170682 w 4525734"/>
                <a:gd name="connsiteY56" fmla="*/ 208565 h 1727090"/>
                <a:gd name="connsiteX57" fmla="*/ 2262458 w 4525734"/>
                <a:gd name="connsiteY57" fmla="*/ 177931 h 1727090"/>
                <a:gd name="connsiteX58" fmla="*/ 2227916 w 4525734"/>
                <a:gd name="connsiteY58" fmla="*/ 155113 h 1727090"/>
                <a:gd name="connsiteX59" fmla="*/ 2189466 w 4525734"/>
                <a:gd name="connsiteY59" fmla="*/ 162929 h 1727090"/>
                <a:gd name="connsiteX60" fmla="*/ 2192618 w 4525734"/>
                <a:gd name="connsiteY60" fmla="*/ 148810 h 1727090"/>
                <a:gd name="connsiteX61" fmla="*/ 2176986 w 4525734"/>
                <a:gd name="connsiteY61" fmla="*/ 131539 h 1727090"/>
                <a:gd name="connsiteX62" fmla="*/ 2148747 w 4525734"/>
                <a:gd name="connsiteY62" fmla="*/ 141750 h 1727090"/>
                <a:gd name="connsiteX63" fmla="*/ 2139292 w 4525734"/>
                <a:gd name="connsiteY63" fmla="*/ 162929 h 1727090"/>
                <a:gd name="connsiteX64" fmla="*/ 2119626 w 4525734"/>
                <a:gd name="connsiteY64" fmla="*/ 177805 h 1727090"/>
                <a:gd name="connsiteX65" fmla="*/ 2100843 w 4525734"/>
                <a:gd name="connsiteY65" fmla="*/ 215625 h 1727090"/>
                <a:gd name="connsiteX66" fmla="*/ 3113019 w 4525734"/>
                <a:gd name="connsiteY66" fmla="*/ 377240 h 1727090"/>
                <a:gd name="connsiteX67" fmla="*/ 3134197 w 4525734"/>
                <a:gd name="connsiteY67" fmla="*/ 394511 h 1727090"/>
                <a:gd name="connsiteX68" fmla="*/ 3173404 w 4525734"/>
                <a:gd name="connsiteY68" fmla="*/ 388208 h 1727090"/>
                <a:gd name="connsiteX69" fmla="*/ 3198491 w 4525734"/>
                <a:gd name="connsiteY69" fmla="*/ 392872 h 1727090"/>
                <a:gd name="connsiteX70" fmla="*/ 3245513 w 4525734"/>
                <a:gd name="connsiteY70" fmla="*/ 388208 h 1727090"/>
                <a:gd name="connsiteX71" fmla="*/ 3243118 w 4525734"/>
                <a:gd name="connsiteY71" fmla="*/ 357574 h 1727090"/>
                <a:gd name="connsiteX72" fmla="*/ 3257237 w 4525734"/>
                <a:gd name="connsiteY72" fmla="*/ 362238 h 1727090"/>
                <a:gd name="connsiteX73" fmla="*/ 3291779 w 4525734"/>
                <a:gd name="connsiteY73" fmla="*/ 386569 h 1727090"/>
                <a:gd name="connsiteX74" fmla="*/ 3310688 w 4525734"/>
                <a:gd name="connsiteY74" fmla="*/ 363877 h 1727090"/>
                <a:gd name="connsiteX75" fmla="*/ 3303629 w 4525734"/>
                <a:gd name="connsiteY75" fmla="*/ 341059 h 1727090"/>
                <a:gd name="connsiteX76" fmla="*/ 3246396 w 4525734"/>
                <a:gd name="connsiteY76" fmla="*/ 330092 h 1727090"/>
                <a:gd name="connsiteX77" fmla="*/ 3208702 w 4525734"/>
                <a:gd name="connsiteY77" fmla="*/ 339546 h 1727090"/>
                <a:gd name="connsiteX78" fmla="*/ 3157646 w 4525734"/>
                <a:gd name="connsiteY78" fmla="*/ 315216 h 1727090"/>
                <a:gd name="connsiteX79" fmla="*/ 3113019 w 4525734"/>
                <a:gd name="connsiteY79" fmla="*/ 377240 h 1727090"/>
                <a:gd name="connsiteX80" fmla="*/ 3277029 w 4525734"/>
                <a:gd name="connsiteY80" fmla="*/ 477714 h 1727090"/>
                <a:gd name="connsiteX81" fmla="*/ 3242488 w 4525734"/>
                <a:gd name="connsiteY81" fmla="*/ 444811 h 1727090"/>
                <a:gd name="connsiteX82" fmla="*/ 3198491 w 4525734"/>
                <a:gd name="connsiteY82" fmla="*/ 465233 h 1727090"/>
                <a:gd name="connsiteX83" fmla="*/ 3277029 w 4525734"/>
                <a:gd name="connsiteY83" fmla="*/ 477714 h 1727090"/>
                <a:gd name="connsiteX84" fmla="*/ 3214249 w 4525734"/>
                <a:gd name="connsiteY84" fmla="*/ 425901 h 1727090"/>
                <a:gd name="connsiteX85" fmla="*/ 3189162 w 4525734"/>
                <a:gd name="connsiteY85" fmla="*/ 436112 h 1727090"/>
                <a:gd name="connsiteX86" fmla="*/ 3214249 w 4525734"/>
                <a:gd name="connsiteY86" fmla="*/ 425901 h 1727090"/>
                <a:gd name="connsiteX87" fmla="*/ 3350777 w 4525734"/>
                <a:gd name="connsiteY87" fmla="*/ 376484 h 1727090"/>
                <a:gd name="connsiteX88" fmla="*/ 3415071 w 4525734"/>
                <a:gd name="connsiteY88" fmla="*/ 398419 h 1727090"/>
                <a:gd name="connsiteX89" fmla="*/ 3478607 w 4525734"/>
                <a:gd name="connsiteY89" fmla="*/ 385812 h 1727090"/>
                <a:gd name="connsiteX90" fmla="*/ 3435493 w 4525734"/>
                <a:gd name="connsiteY90" fmla="*/ 372449 h 1727090"/>
                <a:gd name="connsiteX91" fmla="*/ 3404859 w 4525734"/>
                <a:gd name="connsiteY91" fmla="*/ 366146 h 1727090"/>
                <a:gd name="connsiteX92" fmla="*/ 3368805 w 4525734"/>
                <a:gd name="connsiteY92" fmla="*/ 358330 h 1727090"/>
                <a:gd name="connsiteX93" fmla="*/ 3350777 w 4525734"/>
                <a:gd name="connsiteY93" fmla="*/ 376484 h 1727090"/>
                <a:gd name="connsiteX94" fmla="*/ 729255 w 4525734"/>
                <a:gd name="connsiteY94" fmla="*/ 57917 h 1727090"/>
                <a:gd name="connsiteX95" fmla="*/ 774008 w 4525734"/>
                <a:gd name="connsiteY95" fmla="*/ 49219 h 1727090"/>
                <a:gd name="connsiteX96" fmla="*/ 726986 w 4525734"/>
                <a:gd name="connsiteY96" fmla="*/ 46067 h 1727090"/>
                <a:gd name="connsiteX97" fmla="*/ 686141 w 4525734"/>
                <a:gd name="connsiteY97" fmla="*/ 56278 h 1727090"/>
                <a:gd name="connsiteX98" fmla="*/ 729255 w 4525734"/>
                <a:gd name="connsiteY98" fmla="*/ 57917 h 1727090"/>
                <a:gd name="connsiteX99" fmla="*/ 3270726 w 4525734"/>
                <a:gd name="connsiteY99" fmla="*/ 1383995 h 1727090"/>
                <a:gd name="connsiteX100" fmla="*/ 3267574 w 4525734"/>
                <a:gd name="connsiteY100" fmla="*/ 1327518 h 1727090"/>
                <a:gd name="connsiteX101" fmla="*/ 3250304 w 4525734"/>
                <a:gd name="connsiteY101" fmla="*/ 1296128 h 1727090"/>
                <a:gd name="connsiteX102" fmla="*/ 3237697 w 4525734"/>
                <a:gd name="connsiteY102" fmla="*/ 1323610 h 1727090"/>
                <a:gd name="connsiteX103" fmla="*/ 3232150 w 4525734"/>
                <a:gd name="connsiteY103" fmla="*/ 1352605 h 1727090"/>
                <a:gd name="connsiteX104" fmla="*/ 3240722 w 4525734"/>
                <a:gd name="connsiteY104" fmla="*/ 1405174 h 1727090"/>
                <a:gd name="connsiteX105" fmla="*/ 3238327 w 4525734"/>
                <a:gd name="connsiteY105" fmla="*/ 1507161 h 1727090"/>
                <a:gd name="connsiteX106" fmla="*/ 3233663 w 4525734"/>
                <a:gd name="connsiteY106" fmla="*/ 1581665 h 1727090"/>
                <a:gd name="connsiteX107" fmla="*/ 3250934 w 4525734"/>
                <a:gd name="connsiteY107" fmla="*/ 1564394 h 1727090"/>
                <a:gd name="connsiteX108" fmla="*/ 3273751 w 4525734"/>
                <a:gd name="connsiteY108" fmla="*/ 1584060 h 1727090"/>
                <a:gd name="connsiteX109" fmla="*/ 3269087 w 4525734"/>
                <a:gd name="connsiteY109" fmla="*/ 1560486 h 1727090"/>
                <a:gd name="connsiteX110" fmla="*/ 3251060 w 4525734"/>
                <a:gd name="connsiteY110" fmla="*/ 1529096 h 1727090"/>
                <a:gd name="connsiteX111" fmla="*/ 3258876 w 4525734"/>
                <a:gd name="connsiteY111" fmla="*/ 1485982 h 1727090"/>
                <a:gd name="connsiteX112" fmla="*/ 3290266 w 4525734"/>
                <a:gd name="connsiteY112" fmla="*/ 1482830 h 1727090"/>
                <a:gd name="connsiteX113" fmla="*/ 3298838 w 4525734"/>
                <a:gd name="connsiteY113" fmla="*/ 1478166 h 1727090"/>
                <a:gd name="connsiteX114" fmla="*/ 3270726 w 4525734"/>
                <a:gd name="connsiteY114" fmla="*/ 1383995 h 1727090"/>
                <a:gd name="connsiteX115" fmla="*/ 803003 w 4525734"/>
                <a:gd name="connsiteY115" fmla="*/ 50858 h 1727090"/>
                <a:gd name="connsiteX116" fmla="*/ 766948 w 4525734"/>
                <a:gd name="connsiteY116" fmla="*/ 64220 h 1727090"/>
                <a:gd name="connsiteX117" fmla="*/ 741861 w 4525734"/>
                <a:gd name="connsiteY117" fmla="*/ 78340 h 1727090"/>
                <a:gd name="connsiteX118" fmla="*/ 785732 w 4525734"/>
                <a:gd name="connsiteY118" fmla="*/ 80735 h 1727090"/>
                <a:gd name="connsiteX119" fmla="*/ 806911 w 4525734"/>
                <a:gd name="connsiteY119" fmla="*/ 72919 h 1727090"/>
                <a:gd name="connsiteX120" fmla="*/ 838301 w 4525734"/>
                <a:gd name="connsiteY120" fmla="*/ 56404 h 1727090"/>
                <a:gd name="connsiteX121" fmla="*/ 839814 w 4525734"/>
                <a:gd name="connsiteY121" fmla="*/ 37621 h 1727090"/>
                <a:gd name="connsiteX122" fmla="*/ 803003 w 4525734"/>
                <a:gd name="connsiteY122" fmla="*/ 50858 h 1727090"/>
                <a:gd name="connsiteX123" fmla="*/ 769344 w 4525734"/>
                <a:gd name="connsiteY123" fmla="*/ 684839 h 1727090"/>
                <a:gd name="connsiteX124" fmla="*/ 818761 w 4525734"/>
                <a:gd name="connsiteY124" fmla="*/ 674627 h 1727090"/>
                <a:gd name="connsiteX125" fmla="*/ 795187 w 4525734"/>
                <a:gd name="connsiteY125" fmla="*/ 657356 h 1727090"/>
                <a:gd name="connsiteX126" fmla="*/ 769344 w 4525734"/>
                <a:gd name="connsiteY126" fmla="*/ 684839 h 1727090"/>
                <a:gd name="connsiteX127" fmla="*/ 4528099 w 4525734"/>
                <a:gd name="connsiteY127" fmla="*/ 818594 h 1727090"/>
                <a:gd name="connsiteX128" fmla="*/ 4488893 w 4525734"/>
                <a:gd name="connsiteY128" fmla="*/ 790733 h 1727090"/>
                <a:gd name="connsiteX129" fmla="*/ 4452460 w 4525734"/>
                <a:gd name="connsiteY129" fmla="*/ 782035 h 1727090"/>
                <a:gd name="connsiteX130" fmla="*/ 4440358 w 4525734"/>
                <a:gd name="connsiteY130" fmla="*/ 775731 h 1727090"/>
                <a:gd name="connsiteX131" fmla="*/ 4405815 w 4525734"/>
                <a:gd name="connsiteY131" fmla="*/ 775353 h 1727090"/>
                <a:gd name="connsiteX132" fmla="*/ 4417918 w 4525734"/>
                <a:gd name="connsiteY132" fmla="*/ 787582 h 1727090"/>
                <a:gd name="connsiteX133" fmla="*/ 4414010 w 4525734"/>
                <a:gd name="connsiteY133" fmla="*/ 804474 h 1727090"/>
                <a:gd name="connsiteX134" fmla="*/ 4397117 w 4525734"/>
                <a:gd name="connsiteY134" fmla="*/ 797036 h 1727090"/>
                <a:gd name="connsiteX135" fmla="*/ 4395983 w 4525734"/>
                <a:gd name="connsiteY135" fmla="*/ 769932 h 1727090"/>
                <a:gd name="connsiteX136" fmla="*/ 4385772 w 4525734"/>
                <a:gd name="connsiteY136" fmla="*/ 755813 h 1727090"/>
                <a:gd name="connsiteX137" fmla="*/ 4334337 w 4525734"/>
                <a:gd name="connsiteY137" fmla="*/ 725558 h 1727090"/>
                <a:gd name="connsiteX138" fmla="*/ 4295131 w 4525734"/>
                <a:gd name="connsiteY138" fmla="*/ 705891 h 1727090"/>
                <a:gd name="connsiteX139" fmla="*/ 4253151 w 4525734"/>
                <a:gd name="connsiteY139" fmla="*/ 686604 h 1727090"/>
                <a:gd name="connsiteX140" fmla="*/ 4179024 w 4525734"/>
                <a:gd name="connsiteY140" fmla="*/ 655970 h 1727090"/>
                <a:gd name="connsiteX141" fmla="*/ 4154694 w 4525734"/>
                <a:gd name="connsiteY141" fmla="*/ 645758 h 1727090"/>
                <a:gd name="connsiteX142" fmla="*/ 4092292 w 4525734"/>
                <a:gd name="connsiteY142" fmla="*/ 643363 h 1727090"/>
                <a:gd name="connsiteX143" fmla="*/ 4067961 w 4525734"/>
                <a:gd name="connsiteY143" fmla="*/ 647271 h 1727090"/>
                <a:gd name="connsiteX144" fmla="*/ 4006694 w 4525734"/>
                <a:gd name="connsiteY144" fmla="*/ 633152 h 1727090"/>
                <a:gd name="connsiteX145" fmla="*/ 3998121 w 4525734"/>
                <a:gd name="connsiteY145" fmla="*/ 650045 h 1727090"/>
                <a:gd name="connsiteX146" fmla="*/ 4011106 w 4525734"/>
                <a:gd name="connsiteY146" fmla="*/ 671224 h 1727090"/>
                <a:gd name="connsiteX147" fmla="*/ 4004425 w 4525734"/>
                <a:gd name="connsiteY147" fmla="*/ 697067 h 1727090"/>
                <a:gd name="connsiteX148" fmla="*/ 3967992 w 4525734"/>
                <a:gd name="connsiteY148" fmla="*/ 683326 h 1727090"/>
                <a:gd name="connsiteX149" fmla="*/ 3942148 w 4525734"/>
                <a:gd name="connsiteY149" fmla="*/ 666433 h 1727090"/>
                <a:gd name="connsiteX150" fmla="*/ 3954755 w 4525734"/>
                <a:gd name="connsiteY150" fmla="*/ 659373 h 1727090"/>
                <a:gd name="connsiteX151" fmla="*/ 3974421 w 4525734"/>
                <a:gd name="connsiteY151" fmla="*/ 651936 h 1727090"/>
                <a:gd name="connsiteX152" fmla="*/ 3941014 w 4525734"/>
                <a:gd name="connsiteY152" fmla="*/ 638195 h 1727090"/>
                <a:gd name="connsiteX153" fmla="*/ 3909624 w 4525734"/>
                <a:gd name="connsiteY153" fmla="*/ 662903 h 1727090"/>
                <a:gd name="connsiteX154" fmla="*/ 3843313 w 4525734"/>
                <a:gd name="connsiteY154" fmla="*/ 655465 h 1727090"/>
                <a:gd name="connsiteX155" fmla="*/ 3763262 w 4525734"/>
                <a:gd name="connsiteY155" fmla="*/ 660130 h 1727090"/>
                <a:gd name="connsiteX156" fmla="*/ 3757715 w 4525734"/>
                <a:gd name="connsiteY156" fmla="*/ 684839 h 1727090"/>
                <a:gd name="connsiteX157" fmla="*/ 3750656 w 4525734"/>
                <a:gd name="connsiteY157" fmla="*/ 659373 h 1727090"/>
                <a:gd name="connsiteX158" fmla="*/ 3730233 w 4525734"/>
                <a:gd name="connsiteY158" fmla="*/ 651936 h 1727090"/>
                <a:gd name="connsiteX159" fmla="*/ 3716114 w 4525734"/>
                <a:gd name="connsiteY159" fmla="*/ 646389 h 1727090"/>
                <a:gd name="connsiteX160" fmla="*/ 3720778 w 4525734"/>
                <a:gd name="connsiteY160" fmla="*/ 629496 h 1727090"/>
                <a:gd name="connsiteX161" fmla="*/ 3677664 w 4525734"/>
                <a:gd name="connsiteY161" fmla="*/ 591803 h 1727090"/>
                <a:gd name="connsiteX162" fmla="*/ 3577190 w 4525734"/>
                <a:gd name="connsiteY162" fmla="*/ 592181 h 1727090"/>
                <a:gd name="connsiteX163" fmla="*/ 3515166 w 4525734"/>
                <a:gd name="connsiteY163" fmla="*/ 595711 h 1727090"/>
                <a:gd name="connsiteX164" fmla="*/ 3508107 w 4525734"/>
                <a:gd name="connsiteY164" fmla="*/ 582726 h 1727090"/>
                <a:gd name="connsiteX165" fmla="*/ 3474699 w 4525734"/>
                <a:gd name="connsiteY165" fmla="*/ 572893 h 1727090"/>
                <a:gd name="connsiteX166" fmla="*/ 3464488 w 4525734"/>
                <a:gd name="connsiteY166" fmla="*/ 568607 h 1727090"/>
                <a:gd name="connsiteX167" fmla="*/ 3431081 w 4525734"/>
                <a:gd name="connsiteY167" fmla="*/ 557639 h 1727090"/>
                <a:gd name="connsiteX168" fmla="*/ 3428307 w 4525734"/>
                <a:gd name="connsiteY168" fmla="*/ 548941 h 1727090"/>
                <a:gd name="connsiteX169" fmla="*/ 3449865 w 4525734"/>
                <a:gd name="connsiteY169" fmla="*/ 538729 h 1727090"/>
                <a:gd name="connsiteX170" fmla="*/ 3364392 w 4525734"/>
                <a:gd name="connsiteY170" fmla="*/ 524610 h 1727090"/>
                <a:gd name="connsiteX171" fmla="*/ 3348634 w 4525734"/>
                <a:gd name="connsiteY171" fmla="*/ 550453 h 1727090"/>
                <a:gd name="connsiteX172" fmla="*/ 3320396 w 4525734"/>
                <a:gd name="connsiteY172" fmla="*/ 548058 h 1727090"/>
                <a:gd name="connsiteX173" fmla="*/ 3341197 w 4525734"/>
                <a:gd name="connsiteY173" fmla="*/ 535073 h 1727090"/>
                <a:gd name="connsiteX174" fmla="*/ 3311445 w 4525734"/>
                <a:gd name="connsiteY174" fmla="*/ 525997 h 1727090"/>
                <a:gd name="connsiteX175" fmla="*/ 3326320 w 4525734"/>
                <a:gd name="connsiteY175" fmla="*/ 518937 h 1727090"/>
                <a:gd name="connsiteX176" fmla="*/ 3353047 w 4525734"/>
                <a:gd name="connsiteY176" fmla="*/ 518937 h 1727090"/>
                <a:gd name="connsiteX177" fmla="*/ 3327581 w 4525734"/>
                <a:gd name="connsiteY177" fmla="*/ 511121 h 1727090"/>
                <a:gd name="connsiteX178" fmla="*/ 3253833 w 4525734"/>
                <a:gd name="connsiteY178" fmla="*/ 501288 h 1727090"/>
                <a:gd name="connsiteX179" fmla="*/ 3213871 w 4525734"/>
                <a:gd name="connsiteY179" fmla="*/ 493094 h 1727090"/>
                <a:gd name="connsiteX180" fmla="*/ 3207946 w 4525734"/>
                <a:gd name="connsiteY180" fmla="*/ 505196 h 1727090"/>
                <a:gd name="connsiteX181" fmla="*/ 3184372 w 4525734"/>
                <a:gd name="connsiteY181" fmla="*/ 513390 h 1727090"/>
                <a:gd name="connsiteX182" fmla="*/ 3160041 w 4525734"/>
                <a:gd name="connsiteY182" fmla="*/ 529905 h 1727090"/>
                <a:gd name="connsiteX183" fmla="*/ 3181220 w 4525734"/>
                <a:gd name="connsiteY183" fmla="*/ 530283 h 1727090"/>
                <a:gd name="connsiteX184" fmla="*/ 3174161 w 4525734"/>
                <a:gd name="connsiteY184" fmla="*/ 544402 h 1727090"/>
                <a:gd name="connsiteX185" fmla="*/ 3182354 w 4525734"/>
                <a:gd name="connsiteY185" fmla="*/ 562429 h 1727090"/>
                <a:gd name="connsiteX186" fmla="*/ 3160798 w 4525734"/>
                <a:gd name="connsiteY186" fmla="*/ 562429 h 1727090"/>
                <a:gd name="connsiteX187" fmla="*/ 3135710 w 4525734"/>
                <a:gd name="connsiteY187" fmla="*/ 560917 h 1727090"/>
                <a:gd name="connsiteX188" fmla="*/ 3128273 w 4525734"/>
                <a:gd name="connsiteY188" fmla="*/ 566842 h 1727090"/>
                <a:gd name="connsiteX189" fmla="*/ 3128273 w 4525734"/>
                <a:gd name="connsiteY189" fmla="*/ 577431 h 1727090"/>
                <a:gd name="connsiteX190" fmla="*/ 3107094 w 4525734"/>
                <a:gd name="connsiteY190" fmla="*/ 564825 h 1727090"/>
                <a:gd name="connsiteX191" fmla="*/ 3066249 w 4525734"/>
                <a:gd name="connsiteY191" fmla="*/ 557765 h 1727090"/>
                <a:gd name="connsiteX192" fmla="*/ 3035614 w 4525734"/>
                <a:gd name="connsiteY192" fmla="*/ 567976 h 1727090"/>
                <a:gd name="connsiteX193" fmla="*/ 2995652 w 4525734"/>
                <a:gd name="connsiteY193" fmla="*/ 552722 h 1727090"/>
                <a:gd name="connsiteX194" fmla="*/ 2980776 w 4525734"/>
                <a:gd name="connsiteY194" fmla="*/ 551588 h 1727090"/>
                <a:gd name="connsiteX195" fmla="*/ 2966279 w 4525734"/>
                <a:gd name="connsiteY195" fmla="*/ 579070 h 1727090"/>
                <a:gd name="connsiteX196" fmla="*/ 2949386 w 4525734"/>
                <a:gd name="connsiteY196" fmla="*/ 599493 h 1727090"/>
                <a:gd name="connsiteX197" fmla="*/ 2932872 w 4525734"/>
                <a:gd name="connsiteY197" fmla="*/ 594450 h 1727090"/>
                <a:gd name="connsiteX198" fmla="*/ 2893287 w 4525734"/>
                <a:gd name="connsiteY198" fmla="*/ 558774 h 1727090"/>
                <a:gd name="connsiteX199" fmla="*/ 2868957 w 4525734"/>
                <a:gd name="connsiteY199" fmla="*/ 531670 h 1727090"/>
                <a:gd name="connsiteX200" fmla="*/ 2879547 w 4525734"/>
                <a:gd name="connsiteY200" fmla="*/ 532048 h 1727090"/>
                <a:gd name="connsiteX201" fmla="*/ 2898708 w 4525734"/>
                <a:gd name="connsiteY201" fmla="*/ 534065 h 1727090"/>
                <a:gd name="connsiteX202" fmla="*/ 2893666 w 4525734"/>
                <a:gd name="connsiteY202" fmla="*/ 516038 h 1727090"/>
                <a:gd name="connsiteX203" fmla="*/ 2892531 w 4525734"/>
                <a:gd name="connsiteY203" fmla="*/ 505448 h 1727090"/>
                <a:gd name="connsiteX204" fmla="*/ 2886984 w 4525734"/>
                <a:gd name="connsiteY204" fmla="*/ 487043 h 1727090"/>
                <a:gd name="connsiteX205" fmla="*/ 2881941 w 4525734"/>
                <a:gd name="connsiteY205" fmla="*/ 477588 h 1727090"/>
                <a:gd name="connsiteX206" fmla="*/ 2863914 w 4525734"/>
                <a:gd name="connsiteY206" fmla="*/ 464981 h 1727090"/>
                <a:gd name="connsiteX207" fmla="*/ 2828616 w 4525734"/>
                <a:gd name="connsiteY207" fmla="*/ 465359 h 1727090"/>
                <a:gd name="connsiteX208" fmla="*/ 2818783 w 4525734"/>
                <a:gd name="connsiteY208" fmla="*/ 464603 h 1727090"/>
                <a:gd name="connsiteX209" fmla="*/ 2788527 w 4525734"/>
                <a:gd name="connsiteY209" fmla="*/ 456409 h 1727090"/>
                <a:gd name="connsiteX210" fmla="*/ 2764953 w 4525734"/>
                <a:gd name="connsiteY210" fmla="*/ 438760 h 1727090"/>
                <a:gd name="connsiteX211" fmla="*/ 2752473 w 4525734"/>
                <a:gd name="connsiteY211" fmla="*/ 451744 h 1727090"/>
                <a:gd name="connsiteX212" fmla="*/ 2739110 w 4525734"/>
                <a:gd name="connsiteY212" fmla="*/ 465485 h 1727090"/>
                <a:gd name="connsiteX213" fmla="*/ 2738731 w 4525734"/>
                <a:gd name="connsiteY213" fmla="*/ 485530 h 1727090"/>
                <a:gd name="connsiteX214" fmla="*/ 2723099 w 4525734"/>
                <a:gd name="connsiteY214" fmla="*/ 486664 h 1727090"/>
                <a:gd name="connsiteX215" fmla="*/ 2690953 w 4525734"/>
                <a:gd name="connsiteY215" fmla="*/ 489816 h 1727090"/>
                <a:gd name="connsiteX216" fmla="*/ 2655276 w 4525734"/>
                <a:gd name="connsiteY216" fmla="*/ 483135 h 1727090"/>
                <a:gd name="connsiteX217" fmla="*/ 2643931 w 4525734"/>
                <a:gd name="connsiteY217" fmla="*/ 481118 h 1727090"/>
                <a:gd name="connsiteX218" fmla="*/ 2606616 w 4525734"/>
                <a:gd name="connsiteY218" fmla="*/ 475949 h 1727090"/>
                <a:gd name="connsiteX219" fmla="*/ 2617583 w 4525734"/>
                <a:gd name="connsiteY219" fmla="*/ 463468 h 1727090"/>
                <a:gd name="connsiteX220" fmla="*/ 2593630 w 4525734"/>
                <a:gd name="connsiteY220" fmla="*/ 458804 h 1727090"/>
                <a:gd name="connsiteX221" fmla="*/ 2544592 w 4525734"/>
                <a:gd name="connsiteY221" fmla="*/ 451366 h 1727090"/>
                <a:gd name="connsiteX222" fmla="*/ 2477903 w 4525734"/>
                <a:gd name="connsiteY222" fmla="*/ 460065 h 1727090"/>
                <a:gd name="connsiteX223" fmla="*/ 2474373 w 4525734"/>
                <a:gd name="connsiteY223" fmla="*/ 474184 h 1727090"/>
                <a:gd name="connsiteX224" fmla="*/ 2470087 w 4525734"/>
                <a:gd name="connsiteY224" fmla="*/ 448341 h 1727090"/>
                <a:gd name="connsiteX225" fmla="*/ 2456724 w 4525734"/>
                <a:gd name="connsiteY225" fmla="*/ 445189 h 1727090"/>
                <a:gd name="connsiteX226" fmla="*/ 2429242 w 4525734"/>
                <a:gd name="connsiteY226" fmla="*/ 449097 h 1727090"/>
                <a:gd name="connsiteX227" fmla="*/ 2398608 w 4525734"/>
                <a:gd name="connsiteY227" fmla="*/ 433465 h 1727090"/>
                <a:gd name="connsiteX228" fmla="*/ 2368857 w 4525734"/>
                <a:gd name="connsiteY228" fmla="*/ 450736 h 1727090"/>
                <a:gd name="connsiteX229" fmla="*/ 2384867 w 4525734"/>
                <a:gd name="connsiteY229" fmla="*/ 455022 h 1727090"/>
                <a:gd name="connsiteX230" fmla="*/ 2352343 w 4525734"/>
                <a:gd name="connsiteY230" fmla="*/ 464477 h 1727090"/>
                <a:gd name="connsiteX231" fmla="*/ 2311875 w 4525734"/>
                <a:gd name="connsiteY231" fmla="*/ 478596 h 1727090"/>
                <a:gd name="connsiteX232" fmla="*/ 2268383 w 4525734"/>
                <a:gd name="connsiteY232" fmla="*/ 491959 h 1727090"/>
                <a:gd name="connsiteX233" fmla="*/ 2275065 w 4525734"/>
                <a:gd name="connsiteY233" fmla="*/ 473554 h 1727090"/>
                <a:gd name="connsiteX234" fmla="*/ 2299773 w 4525734"/>
                <a:gd name="connsiteY234" fmla="*/ 460569 h 1727090"/>
                <a:gd name="connsiteX235" fmla="*/ 2328768 w 4525734"/>
                <a:gd name="connsiteY235" fmla="*/ 451492 h 1727090"/>
                <a:gd name="connsiteX236" fmla="*/ 2349947 w 4525734"/>
                <a:gd name="connsiteY236" fmla="*/ 437373 h 1727090"/>
                <a:gd name="connsiteX237" fmla="*/ 2377429 w 4525734"/>
                <a:gd name="connsiteY237" fmla="*/ 420480 h 1727090"/>
                <a:gd name="connsiteX238" fmla="*/ 2422939 w 4525734"/>
                <a:gd name="connsiteY238" fmla="*/ 402075 h 1727090"/>
                <a:gd name="connsiteX239" fmla="*/ 2435419 w 4525734"/>
                <a:gd name="connsiteY239" fmla="*/ 387955 h 1727090"/>
                <a:gd name="connsiteX240" fmla="*/ 2467565 w 4525734"/>
                <a:gd name="connsiteY240" fmla="*/ 375349 h 1727090"/>
                <a:gd name="connsiteX241" fmla="*/ 2479668 w 4525734"/>
                <a:gd name="connsiteY241" fmla="*/ 359213 h 1727090"/>
                <a:gd name="connsiteX242" fmla="*/ 2467944 w 4525734"/>
                <a:gd name="connsiteY242" fmla="*/ 350136 h 1727090"/>
                <a:gd name="connsiteX243" fmla="*/ 2481307 w 4525734"/>
                <a:gd name="connsiteY243" fmla="*/ 345472 h 1727090"/>
                <a:gd name="connsiteX244" fmla="*/ 2474625 w 4525734"/>
                <a:gd name="connsiteY244" fmla="*/ 333369 h 1727090"/>
                <a:gd name="connsiteX245" fmla="*/ 2472230 w 4525734"/>
                <a:gd name="connsiteY245" fmla="*/ 320385 h 1727090"/>
                <a:gd name="connsiteX246" fmla="*/ 2454959 w 4525734"/>
                <a:gd name="connsiteY246" fmla="*/ 317233 h 1727090"/>
                <a:gd name="connsiteX247" fmla="*/ 2449412 w 4525734"/>
                <a:gd name="connsiteY247" fmla="*/ 295676 h 1727090"/>
                <a:gd name="connsiteX248" fmla="*/ 2426343 w 4525734"/>
                <a:gd name="connsiteY248" fmla="*/ 296432 h 1727090"/>
                <a:gd name="connsiteX249" fmla="*/ 2387893 w 4525734"/>
                <a:gd name="connsiteY249" fmla="*/ 287356 h 1727090"/>
                <a:gd name="connsiteX250" fmla="*/ 2371378 w 4525734"/>
                <a:gd name="connsiteY250" fmla="*/ 285843 h 1727090"/>
                <a:gd name="connsiteX251" fmla="*/ 2338854 w 4525734"/>
                <a:gd name="connsiteY251" fmla="*/ 286599 h 1727090"/>
                <a:gd name="connsiteX252" fmla="*/ 2321583 w 4525734"/>
                <a:gd name="connsiteY252" fmla="*/ 296432 h 1727090"/>
                <a:gd name="connsiteX253" fmla="*/ 2288301 w 4525734"/>
                <a:gd name="connsiteY253" fmla="*/ 299584 h 1727090"/>
                <a:gd name="connsiteX254" fmla="*/ 2307589 w 4525734"/>
                <a:gd name="connsiteY254" fmla="*/ 274875 h 1727090"/>
                <a:gd name="connsiteX255" fmla="*/ 2263971 w 4525734"/>
                <a:gd name="connsiteY255" fmla="*/ 271723 h 1727090"/>
                <a:gd name="connsiteX256" fmla="*/ 2232581 w 4525734"/>
                <a:gd name="connsiteY256" fmla="*/ 267059 h 1727090"/>
                <a:gd name="connsiteX257" fmla="*/ 2240397 w 4525734"/>
                <a:gd name="connsiteY257" fmla="*/ 263907 h 1727090"/>
                <a:gd name="connsiteX258" fmla="*/ 2265105 w 4525734"/>
                <a:gd name="connsiteY258" fmla="*/ 254453 h 1727090"/>
                <a:gd name="connsiteX259" fmla="*/ 2268257 w 4525734"/>
                <a:gd name="connsiteY259" fmla="*/ 244241 h 1727090"/>
                <a:gd name="connsiteX260" fmla="*/ 2245817 w 4525734"/>
                <a:gd name="connsiteY260" fmla="*/ 238821 h 1727090"/>
                <a:gd name="connsiteX261" fmla="*/ 2217957 w 4525734"/>
                <a:gd name="connsiteY261" fmla="*/ 231761 h 1727090"/>
                <a:gd name="connsiteX262" fmla="*/ 2183037 w 4525734"/>
                <a:gd name="connsiteY262" fmla="*/ 239199 h 1727090"/>
                <a:gd name="connsiteX263" fmla="*/ 2153664 w 4525734"/>
                <a:gd name="connsiteY263" fmla="*/ 261134 h 1727090"/>
                <a:gd name="connsiteX264" fmla="*/ 2135637 w 4525734"/>
                <a:gd name="connsiteY264" fmla="*/ 284330 h 1727090"/>
                <a:gd name="connsiteX265" fmla="*/ 2140679 w 4525734"/>
                <a:gd name="connsiteY265" fmla="*/ 295676 h 1727090"/>
                <a:gd name="connsiteX266" fmla="*/ 2125803 w 4525734"/>
                <a:gd name="connsiteY266" fmla="*/ 300340 h 1727090"/>
                <a:gd name="connsiteX267" fmla="*/ 2085337 w 4525734"/>
                <a:gd name="connsiteY267" fmla="*/ 305887 h 1727090"/>
                <a:gd name="connsiteX268" fmla="*/ 2102608 w 4525734"/>
                <a:gd name="connsiteY268" fmla="*/ 319250 h 1727090"/>
                <a:gd name="connsiteX269" fmla="*/ 2082563 w 4525734"/>
                <a:gd name="connsiteY269" fmla="*/ 315342 h 1727090"/>
                <a:gd name="connsiteX270" fmla="*/ 2059367 w 4525734"/>
                <a:gd name="connsiteY270" fmla="*/ 320385 h 1727090"/>
                <a:gd name="connsiteX271" fmla="*/ 2042096 w 4525734"/>
                <a:gd name="connsiteY271" fmla="*/ 323914 h 1727090"/>
                <a:gd name="connsiteX272" fmla="*/ 2024825 w 4525734"/>
                <a:gd name="connsiteY272" fmla="*/ 325049 h 1727090"/>
                <a:gd name="connsiteX273" fmla="*/ 2032263 w 4525734"/>
                <a:gd name="connsiteY273" fmla="*/ 310173 h 1727090"/>
                <a:gd name="connsiteX274" fmla="*/ 2007176 w 4525734"/>
                <a:gd name="connsiteY274" fmla="*/ 316855 h 1727090"/>
                <a:gd name="connsiteX275" fmla="*/ 1989527 w 4525734"/>
                <a:gd name="connsiteY275" fmla="*/ 314081 h 1727090"/>
                <a:gd name="connsiteX276" fmla="*/ 1972256 w 4525734"/>
                <a:gd name="connsiteY276" fmla="*/ 322654 h 1727090"/>
                <a:gd name="connsiteX277" fmla="*/ 1946791 w 4525734"/>
                <a:gd name="connsiteY277" fmla="*/ 325049 h 1727090"/>
                <a:gd name="connsiteX278" fmla="*/ 1962927 w 4525734"/>
                <a:gd name="connsiteY278" fmla="*/ 336017 h 1727090"/>
                <a:gd name="connsiteX279" fmla="*/ 1918931 w 4525734"/>
                <a:gd name="connsiteY279" fmla="*/ 342698 h 1727090"/>
                <a:gd name="connsiteX280" fmla="*/ 1885523 w 4525734"/>
                <a:gd name="connsiteY280" fmla="*/ 347363 h 1727090"/>
                <a:gd name="connsiteX281" fmla="*/ 1860814 w 4525734"/>
                <a:gd name="connsiteY281" fmla="*/ 359087 h 1727090"/>
                <a:gd name="connsiteX282" fmla="*/ 1835727 w 4525734"/>
                <a:gd name="connsiteY282" fmla="*/ 369298 h 1727090"/>
                <a:gd name="connsiteX283" fmla="*/ 1815305 w 4525734"/>
                <a:gd name="connsiteY283" fmla="*/ 372071 h 1727090"/>
                <a:gd name="connsiteX284" fmla="*/ 1804716 w 4525734"/>
                <a:gd name="connsiteY284" fmla="*/ 375601 h 1727090"/>
                <a:gd name="connsiteX285" fmla="*/ 1800808 w 4525734"/>
                <a:gd name="connsiteY285" fmla="*/ 381904 h 1727090"/>
                <a:gd name="connsiteX286" fmla="*/ 1790975 w 4525734"/>
                <a:gd name="connsiteY286" fmla="*/ 388586 h 1727090"/>
                <a:gd name="connsiteX287" fmla="*/ 1798034 w 4525734"/>
                <a:gd name="connsiteY287" fmla="*/ 398041 h 1727090"/>
                <a:gd name="connsiteX288" fmla="*/ 1775216 w 4525734"/>
                <a:gd name="connsiteY288" fmla="*/ 396906 h 1727090"/>
                <a:gd name="connsiteX289" fmla="*/ 1789714 w 4525734"/>
                <a:gd name="connsiteY289" fmla="*/ 405100 h 1727090"/>
                <a:gd name="connsiteX290" fmla="*/ 1801438 w 4525734"/>
                <a:gd name="connsiteY290" fmla="*/ 414177 h 1727090"/>
                <a:gd name="connsiteX291" fmla="*/ 1781393 w 4525734"/>
                <a:gd name="connsiteY291" fmla="*/ 415312 h 1727090"/>
                <a:gd name="connsiteX292" fmla="*/ 1791605 w 4525734"/>
                <a:gd name="connsiteY292" fmla="*/ 422371 h 1727090"/>
                <a:gd name="connsiteX293" fmla="*/ 1800303 w 4525734"/>
                <a:gd name="connsiteY293" fmla="*/ 431826 h 1727090"/>
                <a:gd name="connsiteX294" fmla="*/ 1801564 w 4525734"/>
                <a:gd name="connsiteY294" fmla="*/ 433087 h 1727090"/>
                <a:gd name="connsiteX295" fmla="*/ 1798791 w 4525734"/>
                <a:gd name="connsiteY295" fmla="*/ 444307 h 1727090"/>
                <a:gd name="connsiteX296" fmla="*/ 1791353 w 4525734"/>
                <a:gd name="connsiteY296" fmla="*/ 446702 h 1727090"/>
                <a:gd name="connsiteX297" fmla="*/ 1766266 w 4525734"/>
                <a:gd name="connsiteY297" fmla="*/ 445567 h 1727090"/>
                <a:gd name="connsiteX298" fmla="*/ 1753659 w 4525734"/>
                <a:gd name="connsiteY298" fmla="*/ 449853 h 1727090"/>
                <a:gd name="connsiteX299" fmla="*/ 1714453 w 4525734"/>
                <a:gd name="connsiteY299" fmla="*/ 451870 h 1727090"/>
                <a:gd name="connsiteX300" fmla="*/ 1645747 w 4525734"/>
                <a:gd name="connsiteY300" fmla="*/ 457795 h 1727090"/>
                <a:gd name="connsiteX301" fmla="*/ 1636671 w 4525734"/>
                <a:gd name="connsiteY301" fmla="*/ 484017 h 1727090"/>
                <a:gd name="connsiteX302" fmla="*/ 1637049 w 4525734"/>
                <a:gd name="connsiteY302" fmla="*/ 502801 h 1727090"/>
                <a:gd name="connsiteX303" fmla="*/ 1673104 w 4525734"/>
                <a:gd name="connsiteY303" fmla="*/ 521963 h 1727090"/>
                <a:gd name="connsiteX304" fmla="*/ 1688357 w 4525734"/>
                <a:gd name="connsiteY304" fmla="*/ 547806 h 1727090"/>
                <a:gd name="connsiteX305" fmla="*/ 1643227 w 4525734"/>
                <a:gd name="connsiteY305" fmla="*/ 533308 h 1727090"/>
                <a:gd name="connsiteX306" fmla="*/ 1582463 w 4525734"/>
                <a:gd name="connsiteY306" fmla="*/ 517676 h 1727090"/>
                <a:gd name="connsiteX307" fmla="*/ 1563301 w 4525734"/>
                <a:gd name="connsiteY307" fmla="*/ 507843 h 1727090"/>
                <a:gd name="connsiteX308" fmla="*/ 1546409 w 4525734"/>
                <a:gd name="connsiteY308" fmla="*/ 521206 h 1727090"/>
                <a:gd name="connsiteX309" fmla="*/ 1557376 w 4525734"/>
                <a:gd name="connsiteY309" fmla="*/ 525114 h 1727090"/>
                <a:gd name="connsiteX310" fmla="*/ 1571873 w 4525734"/>
                <a:gd name="connsiteY310" fmla="*/ 533687 h 1727090"/>
                <a:gd name="connsiteX311" fmla="*/ 1549938 w 4525734"/>
                <a:gd name="connsiteY311" fmla="*/ 537595 h 1727090"/>
                <a:gd name="connsiteX312" fmla="*/ 1521321 w 4525734"/>
                <a:gd name="connsiteY312" fmla="*/ 543520 h 1727090"/>
                <a:gd name="connsiteX313" fmla="*/ 1556620 w 4525734"/>
                <a:gd name="connsiteY313" fmla="*/ 571002 h 1727090"/>
                <a:gd name="connsiteX314" fmla="*/ 1580572 w 4525734"/>
                <a:gd name="connsiteY314" fmla="*/ 584365 h 1727090"/>
                <a:gd name="connsiteX315" fmla="*/ 1576664 w 4525734"/>
                <a:gd name="connsiteY315" fmla="*/ 592181 h 1727090"/>
                <a:gd name="connsiteX316" fmla="*/ 1546030 w 4525734"/>
                <a:gd name="connsiteY316" fmla="*/ 576549 h 1727090"/>
                <a:gd name="connsiteX317" fmla="*/ 1500899 w 4525734"/>
                <a:gd name="connsiteY317" fmla="*/ 572641 h 1727090"/>
                <a:gd name="connsiteX318" fmla="*/ 1499260 w 4525734"/>
                <a:gd name="connsiteY318" fmla="*/ 555370 h 1727090"/>
                <a:gd name="connsiteX319" fmla="*/ 1505563 w 4525734"/>
                <a:gd name="connsiteY319" fmla="*/ 529022 h 1727090"/>
                <a:gd name="connsiteX320" fmla="*/ 1494218 w 4525734"/>
                <a:gd name="connsiteY320" fmla="*/ 496119 h 1727090"/>
                <a:gd name="connsiteX321" fmla="*/ 1487158 w 4525734"/>
                <a:gd name="connsiteY321" fmla="*/ 506709 h 1727090"/>
                <a:gd name="connsiteX322" fmla="*/ 1480476 w 4525734"/>
                <a:gd name="connsiteY322" fmla="*/ 534569 h 1727090"/>
                <a:gd name="connsiteX323" fmla="*/ 1448708 w 4525734"/>
                <a:gd name="connsiteY323" fmla="*/ 551084 h 1727090"/>
                <a:gd name="connsiteX324" fmla="*/ 1438119 w 4525734"/>
                <a:gd name="connsiteY324" fmla="*/ 567598 h 1727090"/>
                <a:gd name="connsiteX325" fmla="*/ 1468375 w 4525734"/>
                <a:gd name="connsiteY325" fmla="*/ 604031 h 1727090"/>
                <a:gd name="connsiteX326" fmla="*/ 1452616 w 4525734"/>
                <a:gd name="connsiteY326" fmla="*/ 648784 h 1727090"/>
                <a:gd name="connsiteX327" fmla="*/ 1453751 w 4525734"/>
                <a:gd name="connsiteY327" fmla="*/ 675510 h 1727090"/>
                <a:gd name="connsiteX328" fmla="*/ 1474173 w 4525734"/>
                <a:gd name="connsiteY328" fmla="*/ 679040 h 1727090"/>
                <a:gd name="connsiteX329" fmla="*/ 1505185 w 4525734"/>
                <a:gd name="connsiteY329" fmla="*/ 672358 h 1727090"/>
                <a:gd name="connsiteX330" fmla="*/ 1556242 w 4525734"/>
                <a:gd name="connsiteY330" fmla="*/ 689629 h 1727090"/>
                <a:gd name="connsiteX331" fmla="*/ 1566075 w 4525734"/>
                <a:gd name="connsiteY331" fmla="*/ 710052 h 1727090"/>
                <a:gd name="connsiteX332" fmla="*/ 1553846 w 4525734"/>
                <a:gd name="connsiteY332" fmla="*/ 729718 h 1727090"/>
                <a:gd name="connsiteX333" fmla="*/ 1584480 w 4525734"/>
                <a:gd name="connsiteY333" fmla="*/ 750140 h 1727090"/>
                <a:gd name="connsiteX334" fmla="*/ 1554603 w 4525734"/>
                <a:gd name="connsiteY334" fmla="*/ 747745 h 1727090"/>
                <a:gd name="connsiteX335" fmla="*/ 1542500 w 4525734"/>
                <a:gd name="connsiteY335" fmla="*/ 730852 h 1727090"/>
                <a:gd name="connsiteX336" fmla="*/ 1549182 w 4525734"/>
                <a:gd name="connsiteY336" fmla="*/ 711564 h 1727090"/>
                <a:gd name="connsiteX337" fmla="*/ 1535819 w 4525734"/>
                <a:gd name="connsiteY337" fmla="*/ 694672 h 1727090"/>
                <a:gd name="connsiteX338" fmla="*/ 1518926 w 4525734"/>
                <a:gd name="connsiteY338" fmla="*/ 683704 h 1727090"/>
                <a:gd name="connsiteX339" fmla="*/ 1478081 w 4525734"/>
                <a:gd name="connsiteY339" fmla="*/ 694672 h 1727090"/>
                <a:gd name="connsiteX340" fmla="*/ 1483628 w 4525734"/>
                <a:gd name="connsiteY340" fmla="*/ 731609 h 1727090"/>
                <a:gd name="connsiteX341" fmla="*/ 1461693 w 4525734"/>
                <a:gd name="connsiteY341" fmla="*/ 762999 h 1727090"/>
                <a:gd name="connsiteX342" fmla="*/ 1441648 w 4525734"/>
                <a:gd name="connsiteY342" fmla="*/ 780648 h 1727090"/>
                <a:gd name="connsiteX343" fmla="*/ 1417318 w 4525734"/>
                <a:gd name="connsiteY343" fmla="*/ 801827 h 1727090"/>
                <a:gd name="connsiteX344" fmla="*/ 1393366 w 4525734"/>
                <a:gd name="connsiteY344" fmla="*/ 801827 h 1727090"/>
                <a:gd name="connsiteX345" fmla="*/ 1362732 w 4525734"/>
                <a:gd name="connsiteY345" fmla="*/ 804222 h 1727090"/>
                <a:gd name="connsiteX346" fmla="*/ 1341553 w 4525734"/>
                <a:gd name="connsiteY346" fmla="*/ 797541 h 1727090"/>
                <a:gd name="connsiteX347" fmla="*/ 1328568 w 4525734"/>
                <a:gd name="connsiteY347" fmla="*/ 786195 h 1727090"/>
                <a:gd name="connsiteX348" fmla="*/ 1342687 w 4525734"/>
                <a:gd name="connsiteY348" fmla="*/ 789725 h 1727090"/>
                <a:gd name="connsiteX349" fmla="*/ 1357941 w 4525734"/>
                <a:gd name="connsiteY349" fmla="*/ 788086 h 1727090"/>
                <a:gd name="connsiteX350" fmla="*/ 1373195 w 4525734"/>
                <a:gd name="connsiteY350" fmla="*/ 794389 h 1727090"/>
                <a:gd name="connsiteX351" fmla="*/ 1386936 w 4525734"/>
                <a:gd name="connsiteY351" fmla="*/ 789347 h 1727090"/>
                <a:gd name="connsiteX352" fmla="*/ 1393240 w 4525734"/>
                <a:gd name="connsiteY352" fmla="*/ 783043 h 1727090"/>
                <a:gd name="connsiteX353" fmla="*/ 1404963 w 4525734"/>
                <a:gd name="connsiteY353" fmla="*/ 773210 h 1727090"/>
                <a:gd name="connsiteX354" fmla="*/ 1413158 w 4525734"/>
                <a:gd name="connsiteY354" fmla="*/ 759091 h 1727090"/>
                <a:gd name="connsiteX355" fmla="*/ 1420217 w 4525734"/>
                <a:gd name="connsiteY355" fmla="*/ 750392 h 1727090"/>
                <a:gd name="connsiteX356" fmla="*/ 1433202 w 4525734"/>
                <a:gd name="connsiteY356" fmla="*/ 741820 h 1727090"/>
                <a:gd name="connsiteX357" fmla="*/ 1437867 w 4525734"/>
                <a:gd name="connsiteY357" fmla="*/ 729214 h 1727090"/>
                <a:gd name="connsiteX358" fmla="*/ 1444926 w 4525734"/>
                <a:gd name="connsiteY358" fmla="*/ 711564 h 1727090"/>
                <a:gd name="connsiteX359" fmla="*/ 1445683 w 4525734"/>
                <a:gd name="connsiteY359" fmla="*/ 701731 h 1727090"/>
                <a:gd name="connsiteX360" fmla="*/ 1424882 w 4525734"/>
                <a:gd name="connsiteY360" fmla="*/ 679040 h 1727090"/>
                <a:gd name="connsiteX361" fmla="*/ 1424125 w 4525734"/>
                <a:gd name="connsiteY361" fmla="*/ 651936 h 1727090"/>
                <a:gd name="connsiteX362" fmla="*/ 1423747 w 4525734"/>
                <a:gd name="connsiteY362" fmla="*/ 626849 h 1727090"/>
                <a:gd name="connsiteX363" fmla="*/ 1430428 w 4525734"/>
                <a:gd name="connsiteY363" fmla="*/ 598988 h 1727090"/>
                <a:gd name="connsiteX364" fmla="*/ 1408871 w 4525734"/>
                <a:gd name="connsiteY364" fmla="*/ 568733 h 1727090"/>
                <a:gd name="connsiteX365" fmla="*/ 1417444 w 4525734"/>
                <a:gd name="connsiteY365" fmla="*/ 548688 h 1727090"/>
                <a:gd name="connsiteX366" fmla="*/ 1428790 w 4525734"/>
                <a:gd name="connsiteY366" fmla="*/ 503557 h 1727090"/>
                <a:gd name="connsiteX367" fmla="*/ 1395887 w 4525734"/>
                <a:gd name="connsiteY367" fmla="*/ 492589 h 1727090"/>
                <a:gd name="connsiteX368" fmla="*/ 1345335 w 4525734"/>
                <a:gd name="connsiteY368" fmla="*/ 490194 h 1727090"/>
                <a:gd name="connsiteX369" fmla="*/ 1330459 w 4525734"/>
                <a:gd name="connsiteY369" fmla="*/ 505070 h 1727090"/>
                <a:gd name="connsiteX370" fmla="*/ 1312810 w 4525734"/>
                <a:gd name="connsiteY370" fmla="*/ 542763 h 1727090"/>
                <a:gd name="connsiteX371" fmla="*/ 1277512 w 4525734"/>
                <a:gd name="connsiteY371" fmla="*/ 569867 h 1727090"/>
                <a:gd name="connsiteX372" fmla="*/ 1266544 w 4525734"/>
                <a:gd name="connsiteY372" fmla="*/ 593063 h 1727090"/>
                <a:gd name="connsiteX373" fmla="*/ 1281420 w 4525734"/>
                <a:gd name="connsiteY373" fmla="*/ 596593 h 1727090"/>
                <a:gd name="connsiteX374" fmla="*/ 1278268 w 4525734"/>
                <a:gd name="connsiteY374" fmla="*/ 617772 h 1727090"/>
                <a:gd name="connsiteX375" fmla="*/ 1276756 w 4525734"/>
                <a:gd name="connsiteY375" fmla="*/ 630252 h 1727090"/>
                <a:gd name="connsiteX376" fmla="*/ 1267679 w 4525734"/>
                <a:gd name="connsiteY376" fmla="*/ 648280 h 1727090"/>
                <a:gd name="connsiteX377" fmla="*/ 1299069 w 4525734"/>
                <a:gd name="connsiteY377" fmla="*/ 660004 h 1727090"/>
                <a:gd name="connsiteX378" fmla="*/ 1310415 w 4525734"/>
                <a:gd name="connsiteY378" fmla="*/ 681561 h 1727090"/>
                <a:gd name="connsiteX379" fmla="*/ 1326425 w 4525734"/>
                <a:gd name="connsiteY379" fmla="*/ 689755 h 1727090"/>
                <a:gd name="connsiteX380" fmla="*/ 1309910 w 4525734"/>
                <a:gd name="connsiteY380" fmla="*/ 715977 h 1727090"/>
                <a:gd name="connsiteX381" fmla="*/ 1277764 w 4525734"/>
                <a:gd name="connsiteY381" fmla="*/ 690512 h 1727090"/>
                <a:gd name="connsiteX382" fmla="*/ 1235028 w 4525734"/>
                <a:gd name="connsiteY382" fmla="*/ 672106 h 1727090"/>
                <a:gd name="connsiteX383" fmla="*/ 1199730 w 4525734"/>
                <a:gd name="connsiteY383" fmla="*/ 657609 h 1727090"/>
                <a:gd name="connsiteX384" fmla="*/ 1150691 w 4525734"/>
                <a:gd name="connsiteY384" fmla="*/ 644624 h 1727090"/>
                <a:gd name="connsiteX385" fmla="*/ 1102407 w 4525734"/>
                <a:gd name="connsiteY385" fmla="*/ 640338 h 1727090"/>
                <a:gd name="connsiteX386" fmla="*/ 1082867 w 4525734"/>
                <a:gd name="connsiteY386" fmla="*/ 625840 h 1727090"/>
                <a:gd name="connsiteX387" fmla="*/ 1050721 w 4525734"/>
                <a:gd name="connsiteY387" fmla="*/ 615251 h 1727090"/>
                <a:gd name="connsiteX388" fmla="*/ 1058158 w 4525734"/>
                <a:gd name="connsiteY388" fmla="*/ 637186 h 1727090"/>
                <a:gd name="connsiteX389" fmla="*/ 1077699 w 4525734"/>
                <a:gd name="connsiteY389" fmla="*/ 645002 h 1727090"/>
                <a:gd name="connsiteX390" fmla="*/ 1094591 w 4525734"/>
                <a:gd name="connsiteY390" fmla="*/ 657104 h 1727090"/>
                <a:gd name="connsiteX391" fmla="*/ 1106694 w 4525734"/>
                <a:gd name="connsiteY391" fmla="*/ 679040 h 1727090"/>
                <a:gd name="connsiteX392" fmla="*/ 1098499 w 4525734"/>
                <a:gd name="connsiteY392" fmla="*/ 693537 h 1727090"/>
                <a:gd name="connsiteX393" fmla="*/ 1080472 w 4525734"/>
                <a:gd name="connsiteY393" fmla="*/ 702614 h 1727090"/>
                <a:gd name="connsiteX394" fmla="*/ 1066731 w 4525734"/>
                <a:gd name="connsiteY394" fmla="*/ 708161 h 1727090"/>
                <a:gd name="connsiteX395" fmla="*/ 1066731 w 4525734"/>
                <a:gd name="connsiteY395" fmla="*/ 692402 h 1727090"/>
                <a:gd name="connsiteX396" fmla="*/ 1050595 w 4525734"/>
                <a:gd name="connsiteY396" fmla="*/ 680300 h 1727090"/>
                <a:gd name="connsiteX397" fmla="*/ 1009749 w 4525734"/>
                <a:gd name="connsiteY397" fmla="*/ 700723 h 1727090"/>
                <a:gd name="connsiteX398" fmla="*/ 964997 w 4525734"/>
                <a:gd name="connsiteY398" fmla="*/ 700723 h 1727090"/>
                <a:gd name="connsiteX399" fmla="*/ 940288 w 4525734"/>
                <a:gd name="connsiteY399" fmla="*/ 718750 h 1727090"/>
                <a:gd name="connsiteX400" fmla="*/ 904611 w 4525734"/>
                <a:gd name="connsiteY400" fmla="*/ 715977 h 1727090"/>
                <a:gd name="connsiteX401" fmla="*/ 911293 w 4525734"/>
                <a:gd name="connsiteY401" fmla="*/ 708917 h 1727090"/>
                <a:gd name="connsiteX402" fmla="*/ 917596 w 4525734"/>
                <a:gd name="connsiteY402" fmla="*/ 701101 h 1727090"/>
                <a:gd name="connsiteX403" fmla="*/ 923521 w 4525734"/>
                <a:gd name="connsiteY403" fmla="*/ 683074 h 1727090"/>
                <a:gd name="connsiteX404" fmla="*/ 887467 w 4525734"/>
                <a:gd name="connsiteY404" fmla="*/ 693663 h 1727090"/>
                <a:gd name="connsiteX405" fmla="*/ 882424 w 4525734"/>
                <a:gd name="connsiteY405" fmla="*/ 708539 h 1727090"/>
                <a:gd name="connsiteX406" fmla="*/ 870700 w 4525734"/>
                <a:gd name="connsiteY406" fmla="*/ 701479 h 1727090"/>
                <a:gd name="connsiteX407" fmla="*/ 809936 w 4525734"/>
                <a:gd name="connsiteY407" fmla="*/ 719506 h 1727090"/>
                <a:gd name="connsiteX408" fmla="*/ 784471 w 4525734"/>
                <a:gd name="connsiteY408" fmla="*/ 735139 h 1727090"/>
                <a:gd name="connsiteX409" fmla="*/ 755477 w 4525734"/>
                <a:gd name="connsiteY409" fmla="*/ 744215 h 1727090"/>
                <a:gd name="connsiteX410" fmla="*/ 749551 w 4525734"/>
                <a:gd name="connsiteY410" fmla="*/ 772076 h 1727090"/>
                <a:gd name="connsiteX411" fmla="*/ 704420 w 4525734"/>
                <a:gd name="connsiteY411" fmla="*/ 778001 h 1727090"/>
                <a:gd name="connsiteX412" fmla="*/ 683241 w 4525734"/>
                <a:gd name="connsiteY412" fmla="*/ 757956 h 1727090"/>
                <a:gd name="connsiteX413" fmla="*/ 682485 w 4525734"/>
                <a:gd name="connsiteY413" fmla="*/ 741064 h 1727090"/>
                <a:gd name="connsiteX414" fmla="*/ 700890 w 4525734"/>
                <a:gd name="connsiteY414" fmla="*/ 734004 h 1727090"/>
                <a:gd name="connsiteX415" fmla="*/ 724464 w 4525734"/>
                <a:gd name="connsiteY415" fmla="*/ 732869 h 1727090"/>
                <a:gd name="connsiteX416" fmla="*/ 708328 w 4525734"/>
                <a:gd name="connsiteY416" fmla="*/ 707404 h 1727090"/>
                <a:gd name="connsiteX417" fmla="*/ 674543 w 4525734"/>
                <a:gd name="connsiteY417" fmla="*/ 697949 h 1727090"/>
                <a:gd name="connsiteX418" fmla="*/ 641640 w 4525734"/>
                <a:gd name="connsiteY418" fmla="*/ 694420 h 1727090"/>
                <a:gd name="connsiteX419" fmla="*/ 646304 w 4525734"/>
                <a:gd name="connsiteY419" fmla="*/ 704631 h 1727090"/>
                <a:gd name="connsiteX420" fmla="*/ 654120 w 4525734"/>
                <a:gd name="connsiteY420" fmla="*/ 723036 h 1727090"/>
                <a:gd name="connsiteX421" fmla="*/ 643909 w 4525734"/>
                <a:gd name="connsiteY421" fmla="*/ 752409 h 1727090"/>
                <a:gd name="connsiteX422" fmla="*/ 652607 w 4525734"/>
                <a:gd name="connsiteY422" fmla="*/ 761864 h 1727090"/>
                <a:gd name="connsiteX423" fmla="*/ 662440 w 4525734"/>
                <a:gd name="connsiteY423" fmla="*/ 785439 h 1727090"/>
                <a:gd name="connsiteX424" fmla="*/ 654246 w 4525734"/>
                <a:gd name="connsiteY424" fmla="*/ 805861 h 1727090"/>
                <a:gd name="connsiteX425" fmla="*/ 642900 w 4525734"/>
                <a:gd name="connsiteY425" fmla="*/ 805483 h 1727090"/>
                <a:gd name="connsiteX426" fmla="*/ 635084 w 4525734"/>
                <a:gd name="connsiteY426" fmla="*/ 797667 h 1727090"/>
                <a:gd name="connsiteX427" fmla="*/ 608358 w 4525734"/>
                <a:gd name="connsiteY427" fmla="*/ 792498 h 1727090"/>
                <a:gd name="connsiteX428" fmla="*/ 591466 w 4525734"/>
                <a:gd name="connsiteY428" fmla="*/ 800692 h 1727090"/>
                <a:gd name="connsiteX429" fmla="*/ 567892 w 4525734"/>
                <a:gd name="connsiteY429" fmla="*/ 810904 h 1727090"/>
                <a:gd name="connsiteX430" fmla="*/ 542427 w 4525734"/>
                <a:gd name="connsiteY430" fmla="*/ 829309 h 1727090"/>
                <a:gd name="connsiteX431" fmla="*/ 543939 w 4525734"/>
                <a:gd name="connsiteY431" fmla="*/ 852505 h 1727090"/>
                <a:gd name="connsiteX432" fmla="*/ 554907 w 4525734"/>
                <a:gd name="connsiteY432" fmla="*/ 873306 h 1727090"/>
                <a:gd name="connsiteX433" fmla="*/ 523138 w 4525734"/>
                <a:gd name="connsiteY433" fmla="*/ 871415 h 1727090"/>
                <a:gd name="connsiteX434" fmla="*/ 495656 w 4525734"/>
                <a:gd name="connsiteY434" fmla="*/ 865112 h 1727090"/>
                <a:gd name="connsiteX435" fmla="*/ 465401 w 4525734"/>
                <a:gd name="connsiteY435" fmla="*/ 847084 h 1727090"/>
                <a:gd name="connsiteX436" fmla="*/ 449264 w 4525734"/>
                <a:gd name="connsiteY436" fmla="*/ 861960 h 1727090"/>
                <a:gd name="connsiteX437" fmla="*/ 457080 w 4525734"/>
                <a:gd name="connsiteY437" fmla="*/ 877214 h 1727090"/>
                <a:gd name="connsiteX438" fmla="*/ 482924 w 4525734"/>
                <a:gd name="connsiteY438" fmla="*/ 886291 h 1727090"/>
                <a:gd name="connsiteX439" fmla="*/ 485319 w 4525734"/>
                <a:gd name="connsiteY439" fmla="*/ 902427 h 1727090"/>
                <a:gd name="connsiteX440" fmla="*/ 465275 w 4525734"/>
                <a:gd name="connsiteY440" fmla="*/ 905578 h 1727090"/>
                <a:gd name="connsiteX441" fmla="*/ 444474 w 4525734"/>
                <a:gd name="connsiteY441" fmla="*/ 899275 h 1727090"/>
                <a:gd name="connsiteX442" fmla="*/ 420143 w 4525734"/>
                <a:gd name="connsiteY442" fmla="*/ 885534 h 1727090"/>
                <a:gd name="connsiteX443" fmla="*/ 406402 w 4525734"/>
                <a:gd name="connsiteY443" fmla="*/ 870280 h 1727090"/>
                <a:gd name="connsiteX444" fmla="*/ 400099 w 4525734"/>
                <a:gd name="connsiteY444" fmla="*/ 851118 h 1727090"/>
                <a:gd name="connsiteX445" fmla="*/ 400856 w 4525734"/>
                <a:gd name="connsiteY445" fmla="*/ 833847 h 1727090"/>
                <a:gd name="connsiteX446" fmla="*/ 402873 w 4525734"/>
                <a:gd name="connsiteY446" fmla="*/ 816955 h 1727090"/>
                <a:gd name="connsiteX447" fmla="*/ 382450 w 4525734"/>
                <a:gd name="connsiteY447" fmla="*/ 802079 h 1727090"/>
                <a:gd name="connsiteX448" fmla="*/ 366440 w 4525734"/>
                <a:gd name="connsiteY448" fmla="*/ 790355 h 1727090"/>
                <a:gd name="connsiteX449" fmla="*/ 340596 w 4525734"/>
                <a:gd name="connsiteY449" fmla="*/ 768798 h 1727090"/>
                <a:gd name="connsiteX450" fmla="*/ 331142 w 4525734"/>
                <a:gd name="connsiteY450" fmla="*/ 760226 h 1727090"/>
                <a:gd name="connsiteX451" fmla="*/ 352320 w 4525734"/>
                <a:gd name="connsiteY451" fmla="*/ 768041 h 1727090"/>
                <a:gd name="connsiteX452" fmla="*/ 389132 w 4525734"/>
                <a:gd name="connsiteY452" fmla="*/ 783800 h 1727090"/>
                <a:gd name="connsiteX453" fmla="*/ 435397 w 4525734"/>
                <a:gd name="connsiteY453" fmla="*/ 798297 h 1727090"/>
                <a:gd name="connsiteX454" fmla="*/ 497421 w 4525734"/>
                <a:gd name="connsiteY454" fmla="*/ 808508 h 1727090"/>
                <a:gd name="connsiteX455" fmla="*/ 574321 w 4525734"/>
                <a:gd name="connsiteY455" fmla="*/ 774723 h 1727090"/>
                <a:gd name="connsiteX456" fmla="*/ 571926 w 4525734"/>
                <a:gd name="connsiteY456" fmla="*/ 743333 h 1727090"/>
                <a:gd name="connsiteX457" fmla="*/ 556672 w 4525734"/>
                <a:gd name="connsiteY457" fmla="*/ 731609 h 1727090"/>
                <a:gd name="connsiteX458" fmla="*/ 534737 w 4525734"/>
                <a:gd name="connsiteY458" fmla="*/ 718246 h 1727090"/>
                <a:gd name="connsiteX459" fmla="*/ 512801 w 4525734"/>
                <a:gd name="connsiteY459" fmla="*/ 706144 h 1727090"/>
                <a:gd name="connsiteX460" fmla="*/ 473973 w 4525734"/>
                <a:gd name="connsiteY460" fmla="*/ 686478 h 1727090"/>
                <a:gd name="connsiteX461" fmla="*/ 411949 w 4525734"/>
                <a:gd name="connsiteY461" fmla="*/ 662147 h 1727090"/>
                <a:gd name="connsiteX462" fmla="*/ 398208 w 4525734"/>
                <a:gd name="connsiteY462" fmla="*/ 660634 h 1727090"/>
                <a:gd name="connsiteX463" fmla="*/ 379046 w 4525734"/>
                <a:gd name="connsiteY463" fmla="*/ 660256 h 1727090"/>
                <a:gd name="connsiteX464" fmla="*/ 354716 w 4525734"/>
                <a:gd name="connsiteY464" fmla="*/ 658617 h 1727090"/>
                <a:gd name="connsiteX465" fmla="*/ 339840 w 4525734"/>
                <a:gd name="connsiteY465" fmla="*/ 650045 h 1727090"/>
                <a:gd name="connsiteX466" fmla="*/ 359506 w 4525734"/>
                <a:gd name="connsiteY466" fmla="*/ 643741 h 1727090"/>
                <a:gd name="connsiteX467" fmla="*/ 341857 w 4525734"/>
                <a:gd name="connsiteY467" fmla="*/ 636682 h 1727090"/>
                <a:gd name="connsiteX468" fmla="*/ 323073 w 4525734"/>
                <a:gd name="connsiteY468" fmla="*/ 640212 h 1727090"/>
                <a:gd name="connsiteX469" fmla="*/ 306937 w 4525734"/>
                <a:gd name="connsiteY469" fmla="*/ 639455 h 1727090"/>
                <a:gd name="connsiteX470" fmla="*/ 305172 w 4525734"/>
                <a:gd name="connsiteY470" fmla="*/ 638195 h 1727090"/>
                <a:gd name="connsiteX471" fmla="*/ 291683 w 4525734"/>
                <a:gd name="connsiteY471" fmla="*/ 647649 h 1727090"/>
                <a:gd name="connsiteX472" fmla="*/ 269748 w 4525734"/>
                <a:gd name="connsiteY472" fmla="*/ 657861 h 1727090"/>
                <a:gd name="connsiteX473" fmla="*/ 251720 w 4525734"/>
                <a:gd name="connsiteY473" fmla="*/ 673619 h 1727090"/>
                <a:gd name="connsiteX474" fmla="*/ 241509 w 4525734"/>
                <a:gd name="connsiteY474" fmla="*/ 681435 h 1727090"/>
                <a:gd name="connsiteX475" fmla="*/ 237601 w 4525734"/>
                <a:gd name="connsiteY475" fmla="*/ 695554 h 1727090"/>
                <a:gd name="connsiteX476" fmla="*/ 241509 w 4525734"/>
                <a:gd name="connsiteY476" fmla="*/ 710430 h 1727090"/>
                <a:gd name="connsiteX477" fmla="*/ 258024 w 4525734"/>
                <a:gd name="connsiteY477" fmla="*/ 719885 h 1727090"/>
                <a:gd name="connsiteX478" fmla="*/ 276808 w 4525734"/>
                <a:gd name="connsiteY478" fmla="*/ 739551 h 1727090"/>
                <a:gd name="connsiteX479" fmla="*/ 260293 w 4525734"/>
                <a:gd name="connsiteY479" fmla="*/ 759217 h 1727090"/>
                <a:gd name="connsiteX480" fmla="*/ 252477 w 4525734"/>
                <a:gd name="connsiteY480" fmla="*/ 774849 h 1727090"/>
                <a:gd name="connsiteX481" fmla="*/ 277564 w 4525734"/>
                <a:gd name="connsiteY481" fmla="*/ 814938 h 1727090"/>
                <a:gd name="connsiteX482" fmla="*/ 268992 w 4525734"/>
                <a:gd name="connsiteY482" fmla="*/ 830570 h 1727090"/>
                <a:gd name="connsiteX483" fmla="*/ 272900 w 4525734"/>
                <a:gd name="connsiteY483" fmla="*/ 850992 h 1727090"/>
                <a:gd name="connsiteX484" fmla="*/ 266596 w 4525734"/>
                <a:gd name="connsiteY484" fmla="*/ 858808 h 1727090"/>
                <a:gd name="connsiteX485" fmla="*/ 279959 w 4525734"/>
                <a:gd name="connsiteY485" fmla="*/ 867507 h 1727090"/>
                <a:gd name="connsiteX486" fmla="*/ 276051 w 4525734"/>
                <a:gd name="connsiteY486" fmla="*/ 880870 h 1727090"/>
                <a:gd name="connsiteX487" fmla="*/ 290170 w 4525734"/>
                <a:gd name="connsiteY487" fmla="*/ 894989 h 1727090"/>
                <a:gd name="connsiteX488" fmla="*/ 273656 w 4525734"/>
                <a:gd name="connsiteY488" fmla="*/ 909865 h 1727090"/>
                <a:gd name="connsiteX489" fmla="*/ 307441 w 4525734"/>
                <a:gd name="connsiteY489" fmla="*/ 935708 h 1727090"/>
                <a:gd name="connsiteX490" fmla="*/ 314501 w 4525734"/>
                <a:gd name="connsiteY490" fmla="*/ 956887 h 1727090"/>
                <a:gd name="connsiteX491" fmla="*/ 275295 w 4525734"/>
                <a:gd name="connsiteY491" fmla="*/ 994580 h 1727090"/>
                <a:gd name="connsiteX492" fmla="*/ 234449 w 4525734"/>
                <a:gd name="connsiteY492" fmla="*/ 1027483 h 1727090"/>
                <a:gd name="connsiteX493" fmla="*/ 221843 w 4525734"/>
                <a:gd name="connsiteY493" fmla="*/ 1043620 h 1727090"/>
                <a:gd name="connsiteX494" fmla="*/ 232937 w 4525734"/>
                <a:gd name="connsiteY494" fmla="*/ 1039712 h 1727090"/>
                <a:gd name="connsiteX495" fmla="*/ 249829 w 4525734"/>
                <a:gd name="connsiteY495" fmla="*/ 1056983 h 1727090"/>
                <a:gd name="connsiteX496" fmla="*/ 272900 w 4525734"/>
                <a:gd name="connsiteY496" fmla="*/ 1062151 h 1727090"/>
                <a:gd name="connsiteX497" fmla="*/ 260419 w 4525734"/>
                <a:gd name="connsiteY497" fmla="*/ 1065681 h 1727090"/>
                <a:gd name="connsiteX498" fmla="*/ 234954 w 4525734"/>
                <a:gd name="connsiteY498" fmla="*/ 1074253 h 1727090"/>
                <a:gd name="connsiteX499" fmla="*/ 221969 w 4525734"/>
                <a:gd name="connsiteY499" fmla="*/ 1084465 h 1727090"/>
                <a:gd name="connsiteX500" fmla="*/ 216548 w 4525734"/>
                <a:gd name="connsiteY500" fmla="*/ 1101862 h 1727090"/>
                <a:gd name="connsiteX501" fmla="*/ 207724 w 4525734"/>
                <a:gd name="connsiteY501" fmla="*/ 1115351 h 1727090"/>
                <a:gd name="connsiteX502" fmla="*/ 209489 w 4525734"/>
                <a:gd name="connsiteY502" fmla="*/ 1130605 h 1727090"/>
                <a:gd name="connsiteX503" fmla="*/ 215414 w 4525734"/>
                <a:gd name="connsiteY503" fmla="*/ 1144724 h 1727090"/>
                <a:gd name="connsiteX504" fmla="*/ 208354 w 4525734"/>
                <a:gd name="connsiteY504" fmla="*/ 1153548 h 1727090"/>
                <a:gd name="connsiteX505" fmla="*/ 211884 w 4525734"/>
                <a:gd name="connsiteY505" fmla="*/ 1167668 h 1727090"/>
                <a:gd name="connsiteX506" fmla="*/ 214783 w 4525734"/>
                <a:gd name="connsiteY506" fmla="*/ 1182417 h 1727090"/>
                <a:gd name="connsiteX507" fmla="*/ 222978 w 4525734"/>
                <a:gd name="connsiteY507" fmla="*/ 1197671 h 1727090"/>
                <a:gd name="connsiteX508" fmla="*/ 230037 w 4525734"/>
                <a:gd name="connsiteY508" fmla="*/ 1215951 h 1727090"/>
                <a:gd name="connsiteX509" fmla="*/ 244157 w 4525734"/>
                <a:gd name="connsiteY509" fmla="*/ 1220111 h 1727090"/>
                <a:gd name="connsiteX510" fmla="*/ 257645 w 4525734"/>
                <a:gd name="connsiteY510" fmla="*/ 1226540 h 1727090"/>
                <a:gd name="connsiteX511" fmla="*/ 271765 w 4525734"/>
                <a:gd name="connsiteY511" fmla="*/ 1226540 h 1727090"/>
                <a:gd name="connsiteX512" fmla="*/ 296474 w 4525734"/>
                <a:gd name="connsiteY512" fmla="*/ 1233600 h 1727090"/>
                <a:gd name="connsiteX513" fmla="*/ 298869 w 4525734"/>
                <a:gd name="connsiteY513" fmla="*/ 1251879 h 1727090"/>
                <a:gd name="connsiteX514" fmla="*/ 301768 w 4525734"/>
                <a:gd name="connsiteY514" fmla="*/ 1270789 h 1727090"/>
                <a:gd name="connsiteX515" fmla="*/ 314123 w 4525734"/>
                <a:gd name="connsiteY515" fmla="*/ 1287303 h 1727090"/>
                <a:gd name="connsiteX516" fmla="*/ 329376 w 4525734"/>
                <a:gd name="connsiteY516" fmla="*/ 1302053 h 1727090"/>
                <a:gd name="connsiteX517" fmla="*/ 344126 w 4525734"/>
                <a:gd name="connsiteY517" fmla="*/ 1315542 h 1727090"/>
                <a:gd name="connsiteX518" fmla="*/ 330637 w 4525734"/>
                <a:gd name="connsiteY518" fmla="*/ 1327896 h 1727090"/>
                <a:gd name="connsiteX519" fmla="*/ 311854 w 4525734"/>
                <a:gd name="connsiteY519" fmla="*/ 1324997 h 1727090"/>
                <a:gd name="connsiteX520" fmla="*/ 316014 w 4525734"/>
                <a:gd name="connsiteY520" fmla="*/ 1349706 h 1727090"/>
                <a:gd name="connsiteX521" fmla="*/ 327234 w 4525734"/>
                <a:gd name="connsiteY521" fmla="*/ 1363825 h 1727090"/>
                <a:gd name="connsiteX522" fmla="*/ 339588 w 4525734"/>
                <a:gd name="connsiteY522" fmla="*/ 1357396 h 1727090"/>
                <a:gd name="connsiteX523" fmla="*/ 357237 w 4525734"/>
                <a:gd name="connsiteY523" fmla="*/ 1356765 h 1727090"/>
                <a:gd name="connsiteX524" fmla="*/ 379046 w 4525734"/>
                <a:gd name="connsiteY524" fmla="*/ 1359160 h 1727090"/>
                <a:gd name="connsiteX525" fmla="*/ 382576 w 4525734"/>
                <a:gd name="connsiteY525" fmla="*/ 1379205 h 1727090"/>
                <a:gd name="connsiteX526" fmla="*/ 388501 w 4525734"/>
                <a:gd name="connsiteY526" fmla="*/ 1393954 h 1727090"/>
                <a:gd name="connsiteX527" fmla="*/ 407915 w 4525734"/>
                <a:gd name="connsiteY527" fmla="*/ 1398619 h 1727090"/>
                <a:gd name="connsiteX528" fmla="*/ 419639 w 4525734"/>
                <a:gd name="connsiteY528" fmla="*/ 1419167 h 1727090"/>
                <a:gd name="connsiteX529" fmla="*/ 429598 w 4525734"/>
                <a:gd name="connsiteY529" fmla="*/ 1424462 h 1727090"/>
                <a:gd name="connsiteX530" fmla="*/ 442583 w 4525734"/>
                <a:gd name="connsiteY530" fmla="*/ 1430387 h 1727090"/>
                <a:gd name="connsiteX531" fmla="*/ 456072 w 4525734"/>
                <a:gd name="connsiteY531" fmla="*/ 1429253 h 1727090"/>
                <a:gd name="connsiteX532" fmla="*/ 470821 w 4525734"/>
                <a:gd name="connsiteY532" fmla="*/ 1428118 h 1727090"/>
                <a:gd name="connsiteX533" fmla="*/ 482546 w 4525734"/>
                <a:gd name="connsiteY533" fmla="*/ 1442237 h 1727090"/>
                <a:gd name="connsiteX534" fmla="*/ 504355 w 4525734"/>
                <a:gd name="connsiteY534" fmla="*/ 1445767 h 1727090"/>
                <a:gd name="connsiteX535" fmla="*/ 526794 w 4525734"/>
                <a:gd name="connsiteY535" fmla="*/ 1451692 h 1727090"/>
                <a:gd name="connsiteX536" fmla="*/ 542048 w 4525734"/>
                <a:gd name="connsiteY536" fmla="*/ 1461147 h 1727090"/>
                <a:gd name="connsiteX537" fmla="*/ 534358 w 4525734"/>
                <a:gd name="connsiteY537" fmla="*/ 1472367 h 1727090"/>
                <a:gd name="connsiteX538" fmla="*/ 540788 w 4525734"/>
                <a:gd name="connsiteY538" fmla="*/ 1480057 h 1727090"/>
                <a:gd name="connsiteX539" fmla="*/ 531333 w 4525734"/>
                <a:gd name="connsiteY539" fmla="*/ 1486486 h 1727090"/>
                <a:gd name="connsiteX540" fmla="*/ 537258 w 4525734"/>
                <a:gd name="connsiteY540" fmla="*/ 1496445 h 1727090"/>
                <a:gd name="connsiteX541" fmla="*/ 532593 w 4525734"/>
                <a:gd name="connsiteY541" fmla="*/ 1512329 h 1727090"/>
                <a:gd name="connsiteX542" fmla="*/ 510784 w 4525734"/>
                <a:gd name="connsiteY542" fmla="*/ 1511699 h 1727090"/>
                <a:gd name="connsiteX543" fmla="*/ 490236 w 4525734"/>
                <a:gd name="connsiteY543" fmla="*/ 1525819 h 1727090"/>
                <a:gd name="connsiteX544" fmla="*/ 489605 w 4525734"/>
                <a:gd name="connsiteY544" fmla="*/ 1538425 h 1727090"/>
                <a:gd name="connsiteX545" fmla="*/ 516709 w 4525734"/>
                <a:gd name="connsiteY545" fmla="*/ 1537795 h 1727090"/>
                <a:gd name="connsiteX546" fmla="*/ 483806 w 4525734"/>
                <a:gd name="connsiteY546" fmla="*/ 1556957 h 1727090"/>
                <a:gd name="connsiteX547" fmla="*/ 494017 w 4525734"/>
                <a:gd name="connsiteY547" fmla="*/ 1571832 h 1727090"/>
                <a:gd name="connsiteX548" fmla="*/ 478259 w 4525734"/>
                <a:gd name="connsiteY548" fmla="*/ 1587086 h 1727090"/>
                <a:gd name="connsiteX549" fmla="*/ 463762 w 4525734"/>
                <a:gd name="connsiteY549" fmla="*/ 1598432 h 1727090"/>
                <a:gd name="connsiteX550" fmla="*/ 456702 w 4525734"/>
                <a:gd name="connsiteY550" fmla="*/ 1604735 h 1727090"/>
                <a:gd name="connsiteX551" fmla="*/ 477503 w 4525734"/>
                <a:gd name="connsiteY551" fmla="*/ 1621628 h 1727090"/>
                <a:gd name="connsiteX552" fmla="*/ 526921 w 4525734"/>
                <a:gd name="connsiteY552" fmla="*/ 1657304 h 1727090"/>
                <a:gd name="connsiteX553" fmla="*/ 533854 w 4525734"/>
                <a:gd name="connsiteY553" fmla="*/ 1662725 h 1727090"/>
                <a:gd name="connsiteX554" fmla="*/ 543813 w 4525734"/>
                <a:gd name="connsiteY554" fmla="*/ 1658061 h 1727090"/>
                <a:gd name="connsiteX555" fmla="*/ 575581 w 4525734"/>
                <a:gd name="connsiteY555" fmla="*/ 1667515 h 1727090"/>
                <a:gd name="connsiteX556" fmla="*/ 616805 w 4525734"/>
                <a:gd name="connsiteY556" fmla="*/ 1671045 h 1727090"/>
                <a:gd name="connsiteX557" fmla="*/ 633319 w 4525734"/>
                <a:gd name="connsiteY557" fmla="*/ 1681635 h 1727090"/>
                <a:gd name="connsiteX558" fmla="*/ 649834 w 4525734"/>
                <a:gd name="connsiteY558" fmla="*/ 1689829 h 1727090"/>
                <a:gd name="connsiteX559" fmla="*/ 676938 w 4525734"/>
                <a:gd name="connsiteY559" fmla="*/ 1686299 h 1727090"/>
                <a:gd name="connsiteX560" fmla="*/ 686393 w 4525734"/>
                <a:gd name="connsiteY560" fmla="*/ 1689829 h 1727090"/>
                <a:gd name="connsiteX561" fmla="*/ 694587 w 4525734"/>
                <a:gd name="connsiteY561" fmla="*/ 1706344 h 1727090"/>
                <a:gd name="connsiteX562" fmla="*/ 719296 w 4525734"/>
                <a:gd name="connsiteY562" fmla="*/ 1718068 h 1727090"/>
                <a:gd name="connsiteX563" fmla="*/ 739340 w 4525734"/>
                <a:gd name="connsiteY563" fmla="*/ 1732187 h 1727090"/>
                <a:gd name="connsiteX564" fmla="*/ 751064 w 4525734"/>
                <a:gd name="connsiteY564" fmla="*/ 1732187 h 1727090"/>
                <a:gd name="connsiteX565" fmla="*/ 768209 w 4525734"/>
                <a:gd name="connsiteY565" fmla="*/ 1719580 h 1727090"/>
                <a:gd name="connsiteX566" fmla="*/ 737701 w 4525734"/>
                <a:gd name="connsiteY566" fmla="*/ 1673315 h 1727090"/>
                <a:gd name="connsiteX567" fmla="*/ 727490 w 4525734"/>
                <a:gd name="connsiteY567" fmla="*/ 1637260 h 1727090"/>
                <a:gd name="connsiteX568" fmla="*/ 740853 w 4525734"/>
                <a:gd name="connsiteY568" fmla="*/ 1598810 h 1727090"/>
                <a:gd name="connsiteX569" fmla="*/ 787875 w 4525734"/>
                <a:gd name="connsiteY569" fmla="*/ 1570193 h 1727090"/>
                <a:gd name="connsiteX570" fmla="*/ 779303 w 4525734"/>
                <a:gd name="connsiteY570" fmla="*/ 1565151 h 1727090"/>
                <a:gd name="connsiteX571" fmla="*/ 773378 w 4525734"/>
                <a:gd name="connsiteY571" fmla="*/ 1553427 h 1727090"/>
                <a:gd name="connsiteX572" fmla="*/ 769848 w 4525734"/>
                <a:gd name="connsiteY572" fmla="*/ 1536912 h 1727090"/>
                <a:gd name="connsiteX573" fmla="*/ 753333 w 4525734"/>
                <a:gd name="connsiteY573" fmla="*/ 1518002 h 1727090"/>
                <a:gd name="connsiteX574" fmla="*/ 734550 w 4525734"/>
                <a:gd name="connsiteY574" fmla="*/ 1519137 h 1727090"/>
                <a:gd name="connsiteX575" fmla="*/ 729885 w 4525734"/>
                <a:gd name="connsiteY575" fmla="*/ 1505018 h 1727090"/>
                <a:gd name="connsiteX576" fmla="*/ 714631 w 4525734"/>
                <a:gd name="connsiteY576" fmla="*/ 1494428 h 1727090"/>
                <a:gd name="connsiteX577" fmla="*/ 720556 w 4525734"/>
                <a:gd name="connsiteY577" fmla="*/ 1477914 h 1727090"/>
                <a:gd name="connsiteX578" fmla="*/ 730011 w 4525734"/>
                <a:gd name="connsiteY578" fmla="*/ 1469720 h 1727090"/>
                <a:gd name="connsiteX579" fmla="*/ 721817 w 4525734"/>
                <a:gd name="connsiteY579" fmla="*/ 1456735 h 1727090"/>
                <a:gd name="connsiteX580" fmla="*/ 735936 w 4525734"/>
                <a:gd name="connsiteY580" fmla="*/ 1440220 h 1727090"/>
                <a:gd name="connsiteX581" fmla="*/ 751190 w 4525734"/>
                <a:gd name="connsiteY581" fmla="*/ 1430765 h 1727090"/>
                <a:gd name="connsiteX582" fmla="*/ 772369 w 4525734"/>
                <a:gd name="connsiteY582" fmla="*/ 1448414 h 1727090"/>
                <a:gd name="connsiteX583" fmla="*/ 774764 w 4525734"/>
                <a:gd name="connsiteY583" fmla="*/ 1431900 h 1727090"/>
                <a:gd name="connsiteX584" fmla="*/ 781824 w 4525734"/>
                <a:gd name="connsiteY584" fmla="*/ 1417781 h 1727090"/>
                <a:gd name="connsiteX585" fmla="*/ 795943 w 4525734"/>
                <a:gd name="connsiteY585" fmla="*/ 1404796 h 1727090"/>
                <a:gd name="connsiteX586" fmla="*/ 824182 w 4525734"/>
                <a:gd name="connsiteY586" fmla="*/ 1391811 h 1727090"/>
                <a:gd name="connsiteX587" fmla="*/ 844226 w 4525734"/>
                <a:gd name="connsiteY587" fmla="*/ 1385886 h 1727090"/>
                <a:gd name="connsiteX588" fmla="*/ 858346 w 4525734"/>
                <a:gd name="connsiteY588" fmla="*/ 1385886 h 1727090"/>
                <a:gd name="connsiteX589" fmla="*/ 877129 w 4525734"/>
                <a:gd name="connsiteY589" fmla="*/ 1385886 h 1727090"/>
                <a:gd name="connsiteX590" fmla="*/ 907763 w 4525734"/>
                <a:gd name="connsiteY590" fmla="*/ 1395341 h 1727090"/>
                <a:gd name="connsiteX591" fmla="*/ 930077 w 4525734"/>
                <a:gd name="connsiteY591" fmla="*/ 1414125 h 1727090"/>
                <a:gd name="connsiteX592" fmla="*/ 937136 w 4525734"/>
                <a:gd name="connsiteY592" fmla="*/ 1417655 h 1727090"/>
                <a:gd name="connsiteX593" fmla="*/ 952390 w 4525734"/>
                <a:gd name="connsiteY593" fmla="*/ 1417655 h 1727090"/>
                <a:gd name="connsiteX594" fmla="*/ 977099 w 4525734"/>
                <a:gd name="connsiteY594" fmla="*/ 1415259 h 1727090"/>
                <a:gd name="connsiteX595" fmla="*/ 1002942 w 4525734"/>
                <a:gd name="connsiteY595" fmla="*/ 1407065 h 1727090"/>
                <a:gd name="connsiteX596" fmla="*/ 1018196 w 4525734"/>
                <a:gd name="connsiteY596" fmla="*/ 1408200 h 1727090"/>
                <a:gd name="connsiteX597" fmla="*/ 1044039 w 4525734"/>
                <a:gd name="connsiteY597" fmla="*/ 1409334 h 1727090"/>
                <a:gd name="connsiteX598" fmla="*/ 1061688 w 4525734"/>
                <a:gd name="connsiteY598" fmla="*/ 1417529 h 1727090"/>
                <a:gd name="connsiteX599" fmla="*/ 1074673 w 4525734"/>
                <a:gd name="connsiteY599" fmla="*/ 1425723 h 1727090"/>
                <a:gd name="connsiteX600" fmla="*/ 1084128 w 4525734"/>
                <a:gd name="connsiteY600" fmla="*/ 1412738 h 1727090"/>
                <a:gd name="connsiteX601" fmla="*/ 1104172 w 4525734"/>
                <a:gd name="connsiteY601" fmla="*/ 1420932 h 1727090"/>
                <a:gd name="connsiteX602" fmla="*/ 1120687 w 4525734"/>
                <a:gd name="connsiteY602" fmla="*/ 1411477 h 1727090"/>
                <a:gd name="connsiteX603" fmla="*/ 1113627 w 4525734"/>
                <a:gd name="connsiteY603" fmla="*/ 1392694 h 1727090"/>
                <a:gd name="connsiteX604" fmla="*/ 1094843 w 4525734"/>
                <a:gd name="connsiteY604" fmla="*/ 1386769 h 1727090"/>
                <a:gd name="connsiteX605" fmla="*/ 1087784 w 4525734"/>
                <a:gd name="connsiteY605" fmla="*/ 1372649 h 1727090"/>
                <a:gd name="connsiteX606" fmla="*/ 1104298 w 4525734"/>
                <a:gd name="connsiteY606" fmla="*/ 1358530 h 1727090"/>
                <a:gd name="connsiteX607" fmla="*/ 1108963 w 4525734"/>
                <a:gd name="connsiteY607" fmla="*/ 1339747 h 1727090"/>
                <a:gd name="connsiteX608" fmla="*/ 1137201 w 4525734"/>
                <a:gd name="connsiteY608" fmla="*/ 1335082 h 1727090"/>
                <a:gd name="connsiteX609" fmla="*/ 1113627 w 4525734"/>
                <a:gd name="connsiteY609" fmla="*/ 1323358 h 1727090"/>
                <a:gd name="connsiteX610" fmla="*/ 1112492 w 4525734"/>
                <a:gd name="connsiteY610" fmla="*/ 1301045 h 1727090"/>
                <a:gd name="connsiteX611" fmla="*/ 1134932 w 4525734"/>
                <a:gd name="connsiteY611" fmla="*/ 1299910 h 1727090"/>
                <a:gd name="connsiteX612" fmla="*/ 1166701 w 4525734"/>
                <a:gd name="connsiteY612" fmla="*/ 1296380 h 1727090"/>
                <a:gd name="connsiteX613" fmla="*/ 1206663 w 4525734"/>
                <a:gd name="connsiteY613" fmla="*/ 1288186 h 1727090"/>
                <a:gd name="connsiteX614" fmla="*/ 1233767 w 4525734"/>
                <a:gd name="connsiteY614" fmla="*/ 1279992 h 1727090"/>
                <a:gd name="connsiteX615" fmla="*/ 1271461 w 4525734"/>
                <a:gd name="connsiteY615" fmla="*/ 1272932 h 1727090"/>
                <a:gd name="connsiteX616" fmla="*/ 1310288 w 4525734"/>
                <a:gd name="connsiteY616" fmla="*/ 1259947 h 1727090"/>
                <a:gd name="connsiteX617" fmla="*/ 1343192 w 4525734"/>
                <a:gd name="connsiteY617" fmla="*/ 1252257 h 1727090"/>
                <a:gd name="connsiteX618" fmla="*/ 1363740 w 4525734"/>
                <a:gd name="connsiteY618" fmla="*/ 1255157 h 1727090"/>
                <a:gd name="connsiteX619" fmla="*/ 1380759 w 4525734"/>
                <a:gd name="connsiteY619" fmla="*/ 1265746 h 1727090"/>
                <a:gd name="connsiteX620" fmla="*/ 1385424 w 4525734"/>
                <a:gd name="connsiteY620" fmla="*/ 1284530 h 1727090"/>
                <a:gd name="connsiteX621" fmla="*/ 1382524 w 4525734"/>
                <a:gd name="connsiteY621" fmla="*/ 1295750 h 1727090"/>
                <a:gd name="connsiteX622" fmla="*/ 1406602 w 4525734"/>
                <a:gd name="connsiteY622" fmla="*/ 1291590 h 1727090"/>
                <a:gd name="connsiteX623" fmla="*/ 1416562 w 4525734"/>
                <a:gd name="connsiteY623" fmla="*/ 1298019 h 1727090"/>
                <a:gd name="connsiteX624" fmla="*/ 1424251 w 4525734"/>
                <a:gd name="connsiteY624" fmla="*/ 1299784 h 1727090"/>
                <a:gd name="connsiteX625" fmla="*/ 1436606 w 4525734"/>
                <a:gd name="connsiteY625" fmla="*/ 1301549 h 1727090"/>
                <a:gd name="connsiteX626" fmla="*/ 1450725 w 4525734"/>
                <a:gd name="connsiteY626" fmla="*/ 1303314 h 1727090"/>
                <a:gd name="connsiteX627" fmla="*/ 1441270 w 4525734"/>
                <a:gd name="connsiteY627" fmla="*/ 1320332 h 1727090"/>
                <a:gd name="connsiteX628" fmla="*/ 1461315 w 4525734"/>
                <a:gd name="connsiteY628" fmla="*/ 1315668 h 1727090"/>
                <a:gd name="connsiteX629" fmla="*/ 1490184 w 4525734"/>
                <a:gd name="connsiteY629" fmla="*/ 1303944 h 1727090"/>
                <a:gd name="connsiteX630" fmla="*/ 1514262 w 4525734"/>
                <a:gd name="connsiteY630" fmla="*/ 1290455 h 1727090"/>
                <a:gd name="connsiteX631" fmla="*/ 1531911 w 4525734"/>
                <a:gd name="connsiteY631" fmla="*/ 1292220 h 1727090"/>
                <a:gd name="connsiteX632" fmla="*/ 1539601 w 4525734"/>
                <a:gd name="connsiteY632" fmla="*/ 1312264 h 1727090"/>
                <a:gd name="connsiteX633" fmla="*/ 1588388 w 4525734"/>
                <a:gd name="connsiteY633" fmla="*/ 1369876 h 1727090"/>
                <a:gd name="connsiteX634" fmla="*/ 1615996 w 4525734"/>
                <a:gd name="connsiteY634" fmla="*/ 1417529 h 1727090"/>
                <a:gd name="connsiteX635" fmla="*/ 1631250 w 4525734"/>
                <a:gd name="connsiteY635" fmla="*/ 1400510 h 1727090"/>
                <a:gd name="connsiteX636" fmla="*/ 1651799 w 4525734"/>
                <a:gd name="connsiteY636" fmla="*/ 1415259 h 1727090"/>
                <a:gd name="connsiteX637" fmla="*/ 1677642 w 4525734"/>
                <a:gd name="connsiteY637" fmla="*/ 1419420 h 1727090"/>
                <a:gd name="connsiteX638" fmla="*/ 1704116 w 4525734"/>
                <a:gd name="connsiteY638" fmla="*/ 1411730 h 1727090"/>
                <a:gd name="connsiteX639" fmla="*/ 1721135 w 4525734"/>
                <a:gd name="connsiteY639" fmla="*/ 1425849 h 1727090"/>
                <a:gd name="connsiteX640" fmla="*/ 1737649 w 4525734"/>
                <a:gd name="connsiteY640" fmla="*/ 1439464 h 1727090"/>
                <a:gd name="connsiteX641" fmla="*/ 1743322 w 4525734"/>
                <a:gd name="connsiteY641" fmla="*/ 1449423 h 1727090"/>
                <a:gd name="connsiteX642" fmla="*/ 1756685 w 4525734"/>
                <a:gd name="connsiteY642" fmla="*/ 1460391 h 1727090"/>
                <a:gd name="connsiteX643" fmla="*/ 1777864 w 4525734"/>
                <a:gd name="connsiteY643" fmla="*/ 1456483 h 1727090"/>
                <a:gd name="connsiteX644" fmla="*/ 1787319 w 4525734"/>
                <a:gd name="connsiteY644" fmla="*/ 1457239 h 1727090"/>
                <a:gd name="connsiteX645" fmla="*/ 1799925 w 4525734"/>
                <a:gd name="connsiteY645" fmla="*/ 1471358 h 1727090"/>
                <a:gd name="connsiteX646" fmla="*/ 1814801 w 4525734"/>
                <a:gd name="connsiteY646" fmla="*/ 1471358 h 1727090"/>
                <a:gd name="connsiteX647" fmla="*/ 1832828 w 4525734"/>
                <a:gd name="connsiteY647" fmla="*/ 1464299 h 1727090"/>
                <a:gd name="connsiteX648" fmla="*/ 1857159 w 4525734"/>
                <a:gd name="connsiteY648" fmla="*/ 1453331 h 1727090"/>
                <a:gd name="connsiteX649" fmla="*/ 1877581 w 4525734"/>
                <a:gd name="connsiteY649" fmla="*/ 1441607 h 1727090"/>
                <a:gd name="connsiteX650" fmla="*/ 1894852 w 4525734"/>
                <a:gd name="connsiteY650" fmla="*/ 1429883 h 1727090"/>
                <a:gd name="connsiteX651" fmla="*/ 1912879 w 4525734"/>
                <a:gd name="connsiteY651" fmla="*/ 1422067 h 1727090"/>
                <a:gd name="connsiteX652" fmla="*/ 1931664 w 4525734"/>
                <a:gd name="connsiteY652" fmla="*/ 1418915 h 1727090"/>
                <a:gd name="connsiteX653" fmla="*/ 1968474 w 4525734"/>
                <a:gd name="connsiteY653" fmla="*/ 1425219 h 1727090"/>
                <a:gd name="connsiteX654" fmla="*/ 1977047 w 4525734"/>
                <a:gd name="connsiteY654" fmla="*/ 1440094 h 1727090"/>
                <a:gd name="connsiteX655" fmla="*/ 1998982 w 4525734"/>
                <a:gd name="connsiteY655" fmla="*/ 1448793 h 1727090"/>
                <a:gd name="connsiteX656" fmla="*/ 2020161 w 4525734"/>
                <a:gd name="connsiteY656" fmla="*/ 1447154 h 1727090"/>
                <a:gd name="connsiteX657" fmla="*/ 2038944 w 4525734"/>
                <a:gd name="connsiteY657" fmla="*/ 1452701 h 1727090"/>
                <a:gd name="connsiteX658" fmla="*/ 2060880 w 4525734"/>
                <a:gd name="connsiteY658" fmla="*/ 1441733 h 1727090"/>
                <a:gd name="connsiteX659" fmla="*/ 2061637 w 4525734"/>
                <a:gd name="connsiteY659" fmla="*/ 1425975 h 1727090"/>
                <a:gd name="connsiteX660" fmla="*/ 2052182 w 4525734"/>
                <a:gd name="connsiteY660" fmla="*/ 1404040 h 1727090"/>
                <a:gd name="connsiteX661" fmla="*/ 2063149 w 4525734"/>
                <a:gd name="connsiteY661" fmla="*/ 1390677 h 1727090"/>
                <a:gd name="connsiteX662" fmla="*/ 2077268 w 4525734"/>
                <a:gd name="connsiteY662" fmla="*/ 1381222 h 1727090"/>
                <a:gd name="connsiteX663" fmla="*/ 2086723 w 4525734"/>
                <a:gd name="connsiteY663" fmla="*/ 1372649 h 1727090"/>
                <a:gd name="connsiteX664" fmla="*/ 2106263 w 4525734"/>
                <a:gd name="connsiteY664" fmla="*/ 1380465 h 1727090"/>
                <a:gd name="connsiteX665" fmla="*/ 2122778 w 4525734"/>
                <a:gd name="connsiteY665" fmla="*/ 1384373 h 1727090"/>
                <a:gd name="connsiteX666" fmla="*/ 2142444 w 4525734"/>
                <a:gd name="connsiteY666" fmla="*/ 1392190 h 1727090"/>
                <a:gd name="connsiteX667" fmla="*/ 2168287 w 4525734"/>
                <a:gd name="connsiteY667" fmla="*/ 1400006 h 1727090"/>
                <a:gd name="connsiteX668" fmla="*/ 2171439 w 4525734"/>
                <a:gd name="connsiteY668" fmla="*/ 1422823 h 1727090"/>
                <a:gd name="connsiteX669" fmla="*/ 2187953 w 4525734"/>
                <a:gd name="connsiteY669" fmla="*/ 1435430 h 1727090"/>
                <a:gd name="connsiteX670" fmla="*/ 2211527 w 4525734"/>
                <a:gd name="connsiteY670" fmla="*/ 1442489 h 1727090"/>
                <a:gd name="connsiteX671" fmla="*/ 2230312 w 4525734"/>
                <a:gd name="connsiteY671" fmla="*/ 1433035 h 1727090"/>
                <a:gd name="connsiteX672" fmla="*/ 2254642 w 4525734"/>
                <a:gd name="connsiteY672" fmla="*/ 1429883 h 1727090"/>
                <a:gd name="connsiteX673" fmla="*/ 2278973 w 4525734"/>
                <a:gd name="connsiteY673" fmla="*/ 1435430 h 1727090"/>
                <a:gd name="connsiteX674" fmla="*/ 2299395 w 4525734"/>
                <a:gd name="connsiteY674" fmla="*/ 1440977 h 1727090"/>
                <a:gd name="connsiteX675" fmla="*/ 2321330 w 4525734"/>
                <a:gd name="connsiteY675" fmla="*/ 1451188 h 1727090"/>
                <a:gd name="connsiteX676" fmla="*/ 2335450 w 4525734"/>
                <a:gd name="connsiteY676" fmla="*/ 1466064 h 1727090"/>
                <a:gd name="connsiteX677" fmla="*/ 2369235 w 4525734"/>
                <a:gd name="connsiteY677" fmla="*/ 1472367 h 1727090"/>
                <a:gd name="connsiteX678" fmla="*/ 2404533 w 4525734"/>
                <a:gd name="connsiteY678" fmla="*/ 1472367 h 1727090"/>
                <a:gd name="connsiteX679" fmla="*/ 2439075 w 4525734"/>
                <a:gd name="connsiteY679" fmla="*/ 1463668 h 1727090"/>
                <a:gd name="connsiteX680" fmla="*/ 2460254 w 4525734"/>
                <a:gd name="connsiteY680" fmla="*/ 1455852 h 1727090"/>
                <a:gd name="connsiteX681" fmla="*/ 2481433 w 4525734"/>
                <a:gd name="connsiteY681" fmla="*/ 1441733 h 1727090"/>
                <a:gd name="connsiteX682" fmla="*/ 2514336 w 4525734"/>
                <a:gd name="connsiteY682" fmla="*/ 1443372 h 1727090"/>
                <a:gd name="connsiteX683" fmla="*/ 2537027 w 4525734"/>
                <a:gd name="connsiteY683" fmla="*/ 1448036 h 1727090"/>
                <a:gd name="connsiteX684" fmla="*/ 2562114 w 4525734"/>
                <a:gd name="connsiteY684" fmla="*/ 1454340 h 1727090"/>
                <a:gd name="connsiteX685" fmla="*/ 2587958 w 4525734"/>
                <a:gd name="connsiteY685" fmla="*/ 1461399 h 1727090"/>
                <a:gd name="connsiteX686" fmla="*/ 2613045 w 4525734"/>
                <a:gd name="connsiteY686" fmla="*/ 1448036 h 1727090"/>
                <a:gd name="connsiteX687" fmla="*/ 2624769 w 4525734"/>
                <a:gd name="connsiteY687" fmla="*/ 1436312 h 1727090"/>
                <a:gd name="connsiteX688" fmla="*/ 2637375 w 4525734"/>
                <a:gd name="connsiteY688" fmla="*/ 1408830 h 1727090"/>
                <a:gd name="connsiteX689" fmla="*/ 2653890 w 4525734"/>
                <a:gd name="connsiteY689" fmla="*/ 1383743 h 1727090"/>
                <a:gd name="connsiteX690" fmla="*/ 2665614 w 4525734"/>
                <a:gd name="connsiteY690" fmla="*/ 1370380 h 1727090"/>
                <a:gd name="connsiteX691" fmla="*/ 2657798 w 4525734"/>
                <a:gd name="connsiteY691" fmla="*/ 1351597 h 1727090"/>
                <a:gd name="connsiteX692" fmla="*/ 2655403 w 4525734"/>
                <a:gd name="connsiteY692" fmla="*/ 1337477 h 1727090"/>
                <a:gd name="connsiteX693" fmla="*/ 2689188 w 4525734"/>
                <a:gd name="connsiteY693" fmla="*/ 1326510 h 1727090"/>
                <a:gd name="connsiteX694" fmla="*/ 2728394 w 4525734"/>
                <a:gd name="connsiteY694" fmla="*/ 1323358 h 1727090"/>
                <a:gd name="connsiteX695" fmla="*/ 2758146 w 4525734"/>
                <a:gd name="connsiteY695" fmla="*/ 1328022 h 1727090"/>
                <a:gd name="connsiteX696" fmla="*/ 2790292 w 4525734"/>
                <a:gd name="connsiteY696" fmla="*/ 1337477 h 1727090"/>
                <a:gd name="connsiteX697" fmla="*/ 2807563 w 4525734"/>
                <a:gd name="connsiteY697" fmla="*/ 1357143 h 1727090"/>
                <a:gd name="connsiteX698" fmla="*/ 2820170 w 4525734"/>
                <a:gd name="connsiteY698" fmla="*/ 1381474 h 1727090"/>
                <a:gd name="connsiteX699" fmla="*/ 2835802 w 4525734"/>
                <a:gd name="connsiteY699" fmla="*/ 1412864 h 1727090"/>
                <a:gd name="connsiteX700" fmla="*/ 2849165 w 4525734"/>
                <a:gd name="connsiteY700" fmla="*/ 1445011 h 1727090"/>
                <a:gd name="connsiteX701" fmla="*/ 2859376 w 4525734"/>
                <a:gd name="connsiteY701" fmla="*/ 1459886 h 1727090"/>
                <a:gd name="connsiteX702" fmla="*/ 2885345 w 4525734"/>
                <a:gd name="connsiteY702" fmla="*/ 1469341 h 1727090"/>
                <a:gd name="connsiteX703" fmla="*/ 2912071 w 4525734"/>
                <a:gd name="connsiteY703" fmla="*/ 1481065 h 1727090"/>
                <a:gd name="connsiteX704" fmla="*/ 2930854 w 4525734"/>
                <a:gd name="connsiteY704" fmla="*/ 1493672 h 1727090"/>
                <a:gd name="connsiteX705" fmla="*/ 2936401 w 4525734"/>
                <a:gd name="connsiteY705" fmla="*/ 1516364 h 1727090"/>
                <a:gd name="connsiteX706" fmla="*/ 2962245 w 4525734"/>
                <a:gd name="connsiteY706" fmla="*/ 1526575 h 1727090"/>
                <a:gd name="connsiteX707" fmla="*/ 2985819 w 4525734"/>
                <a:gd name="connsiteY707" fmla="*/ 1521028 h 1727090"/>
                <a:gd name="connsiteX708" fmla="*/ 3011663 w 4525734"/>
                <a:gd name="connsiteY708" fmla="*/ 1511573 h 1727090"/>
                <a:gd name="connsiteX709" fmla="*/ 3032841 w 4525734"/>
                <a:gd name="connsiteY709" fmla="*/ 1517120 h 1727090"/>
                <a:gd name="connsiteX710" fmla="*/ 3033598 w 4525734"/>
                <a:gd name="connsiteY710" fmla="*/ 1539055 h 1727090"/>
                <a:gd name="connsiteX711" fmla="*/ 3019478 w 4525734"/>
                <a:gd name="connsiteY711" fmla="*/ 1572841 h 1727090"/>
                <a:gd name="connsiteX712" fmla="*/ 3003720 w 4525734"/>
                <a:gd name="connsiteY712" fmla="*/ 1593263 h 1727090"/>
                <a:gd name="connsiteX713" fmla="*/ 2991114 w 4525734"/>
                <a:gd name="connsiteY713" fmla="*/ 1610534 h 1727090"/>
                <a:gd name="connsiteX714" fmla="*/ 2967540 w 4525734"/>
                <a:gd name="connsiteY714" fmla="*/ 1610534 h 1727090"/>
                <a:gd name="connsiteX715" fmla="*/ 2945605 w 4525734"/>
                <a:gd name="connsiteY715" fmla="*/ 1620745 h 1727090"/>
                <a:gd name="connsiteX716" fmla="*/ 2941697 w 4525734"/>
                <a:gd name="connsiteY716" fmla="*/ 1639529 h 1727090"/>
                <a:gd name="connsiteX717" fmla="*/ 2943335 w 4525734"/>
                <a:gd name="connsiteY717" fmla="*/ 1661464 h 1727090"/>
                <a:gd name="connsiteX718" fmla="*/ 2945226 w 4525734"/>
                <a:gd name="connsiteY718" fmla="*/ 1686803 h 1727090"/>
                <a:gd name="connsiteX719" fmla="*/ 2967287 w 4525734"/>
                <a:gd name="connsiteY719" fmla="*/ 1674701 h 1727090"/>
                <a:gd name="connsiteX720" fmla="*/ 2997921 w 4525734"/>
                <a:gd name="connsiteY720" fmla="*/ 1691972 h 1727090"/>
                <a:gd name="connsiteX721" fmla="*/ 3059063 w 4525734"/>
                <a:gd name="connsiteY721" fmla="*/ 1653522 h 1727090"/>
                <a:gd name="connsiteX722" fmla="*/ 3102177 w 4525734"/>
                <a:gd name="connsiteY722" fmla="*/ 1605618 h 1727090"/>
                <a:gd name="connsiteX723" fmla="*/ 3141005 w 4525734"/>
                <a:gd name="connsiteY723" fmla="*/ 1553427 h 1727090"/>
                <a:gd name="connsiteX724" fmla="*/ 3169244 w 4525734"/>
                <a:gd name="connsiteY724" fmla="*/ 1515733 h 1727090"/>
                <a:gd name="connsiteX725" fmla="*/ 3185758 w 4525734"/>
                <a:gd name="connsiteY725" fmla="*/ 1488629 h 1727090"/>
                <a:gd name="connsiteX726" fmla="*/ 3197104 w 4525734"/>
                <a:gd name="connsiteY726" fmla="*/ 1418789 h 1727090"/>
                <a:gd name="connsiteX727" fmla="*/ 3202147 w 4525734"/>
                <a:gd name="connsiteY727" fmla="*/ 1402275 h 1727090"/>
                <a:gd name="connsiteX728" fmla="*/ 3211980 w 4525734"/>
                <a:gd name="connsiteY728" fmla="*/ 1383491 h 1727090"/>
                <a:gd name="connsiteX729" fmla="*/ 3216266 w 4525734"/>
                <a:gd name="connsiteY729" fmla="*/ 1365842 h 1727090"/>
                <a:gd name="connsiteX730" fmla="*/ 3214627 w 4525734"/>
                <a:gd name="connsiteY730" fmla="*/ 1345798 h 1727090"/>
                <a:gd name="connsiteX731" fmla="*/ 3217779 w 4525734"/>
                <a:gd name="connsiteY731" fmla="*/ 1337982 h 1727090"/>
                <a:gd name="connsiteX732" fmla="*/ 3207946 w 4525734"/>
                <a:gd name="connsiteY732" fmla="*/ 1324997 h 1727090"/>
                <a:gd name="connsiteX733" fmla="*/ 3191809 w 4525734"/>
                <a:gd name="connsiteY733" fmla="*/ 1311634 h 1727090"/>
                <a:gd name="connsiteX734" fmla="*/ 3171009 w 4525734"/>
                <a:gd name="connsiteY734" fmla="*/ 1295876 h 1727090"/>
                <a:gd name="connsiteX735" fmla="*/ 3148317 w 4525734"/>
                <a:gd name="connsiteY735" fmla="*/ 1296632 h 1727090"/>
                <a:gd name="connsiteX736" fmla="*/ 3143274 w 4525734"/>
                <a:gd name="connsiteY736" fmla="*/ 1305583 h 1727090"/>
                <a:gd name="connsiteX737" fmla="*/ 3131928 w 4525734"/>
                <a:gd name="connsiteY737" fmla="*/ 1315794 h 1727090"/>
                <a:gd name="connsiteX738" fmla="*/ 3117053 w 4525734"/>
                <a:gd name="connsiteY738" fmla="*/ 1316929 h 1727090"/>
                <a:gd name="connsiteX739" fmla="*/ 3115919 w 4525734"/>
                <a:gd name="connsiteY739" fmla="*/ 1301297 h 1727090"/>
                <a:gd name="connsiteX740" fmla="*/ 3115161 w 4525734"/>
                <a:gd name="connsiteY740" fmla="*/ 1290707 h 1727090"/>
                <a:gd name="connsiteX741" fmla="*/ 3098647 w 4525734"/>
                <a:gd name="connsiteY741" fmla="*/ 1309617 h 1727090"/>
                <a:gd name="connsiteX742" fmla="*/ 3095495 w 4525734"/>
                <a:gd name="connsiteY742" fmla="*/ 1282513 h 1727090"/>
                <a:gd name="connsiteX743" fmla="*/ 3065240 w 4525734"/>
                <a:gd name="connsiteY743" fmla="*/ 1281757 h 1727090"/>
                <a:gd name="connsiteX744" fmla="*/ 3066374 w 4525734"/>
                <a:gd name="connsiteY744" fmla="*/ 1262090 h 1727090"/>
                <a:gd name="connsiteX745" fmla="*/ 3084024 w 4525734"/>
                <a:gd name="connsiteY745" fmla="*/ 1245576 h 1727090"/>
                <a:gd name="connsiteX746" fmla="*/ 3118188 w 4525734"/>
                <a:gd name="connsiteY746" fmla="*/ 1225532 h 1727090"/>
                <a:gd name="connsiteX747" fmla="*/ 3132685 w 4525734"/>
                <a:gd name="connsiteY747" fmla="*/ 1206370 h 1727090"/>
                <a:gd name="connsiteX748" fmla="*/ 3170757 w 4525734"/>
                <a:gd name="connsiteY748" fmla="*/ 1177753 h 1727090"/>
                <a:gd name="connsiteX749" fmla="*/ 3199751 w 4525734"/>
                <a:gd name="connsiteY749" fmla="*/ 1147876 h 1727090"/>
                <a:gd name="connsiteX750" fmla="*/ 3229125 w 4525734"/>
                <a:gd name="connsiteY750" fmla="*/ 1123167 h 1727090"/>
                <a:gd name="connsiteX751" fmla="*/ 3278921 w 4525734"/>
                <a:gd name="connsiteY751" fmla="*/ 1097323 h 1727090"/>
                <a:gd name="connsiteX752" fmla="*/ 3336658 w 4525734"/>
                <a:gd name="connsiteY752" fmla="*/ 1104383 h 1727090"/>
                <a:gd name="connsiteX753" fmla="*/ 3350399 w 4525734"/>
                <a:gd name="connsiteY753" fmla="*/ 1104005 h 1727090"/>
                <a:gd name="connsiteX754" fmla="*/ 3375108 w 4525734"/>
                <a:gd name="connsiteY754" fmla="*/ 1103627 h 1727090"/>
                <a:gd name="connsiteX755" fmla="*/ 3400573 w 4525734"/>
                <a:gd name="connsiteY755" fmla="*/ 1100097 h 1727090"/>
                <a:gd name="connsiteX756" fmla="*/ 3422508 w 4525734"/>
                <a:gd name="connsiteY756" fmla="*/ 1093794 h 1727090"/>
                <a:gd name="connsiteX757" fmla="*/ 3459824 w 4525734"/>
                <a:gd name="connsiteY757" fmla="*/ 1089507 h 1727090"/>
                <a:gd name="connsiteX758" fmla="*/ 3479868 w 4525734"/>
                <a:gd name="connsiteY758" fmla="*/ 1093415 h 1727090"/>
                <a:gd name="connsiteX759" fmla="*/ 3498273 w 4525734"/>
                <a:gd name="connsiteY759" fmla="*/ 1102870 h 1727090"/>
                <a:gd name="connsiteX760" fmla="*/ 3493609 w 4525734"/>
                <a:gd name="connsiteY760" fmla="*/ 1111064 h 1727090"/>
                <a:gd name="connsiteX761" fmla="*/ 3485037 w 4525734"/>
                <a:gd name="connsiteY761" fmla="*/ 1120141 h 1727090"/>
                <a:gd name="connsiteX762" fmla="*/ 3511762 w 4525734"/>
                <a:gd name="connsiteY762" fmla="*/ 1116233 h 1727090"/>
                <a:gd name="connsiteX763" fmla="*/ 3539623 w 4525734"/>
                <a:gd name="connsiteY763" fmla="*/ 1111569 h 1727090"/>
                <a:gd name="connsiteX764" fmla="*/ 3558407 w 4525734"/>
                <a:gd name="connsiteY764" fmla="*/ 1111191 h 1727090"/>
                <a:gd name="connsiteX765" fmla="*/ 3585889 w 4525734"/>
                <a:gd name="connsiteY765" fmla="*/ 1104509 h 1727090"/>
                <a:gd name="connsiteX766" fmla="*/ 3575299 w 4525734"/>
                <a:gd name="connsiteY766" fmla="*/ 1096315 h 1727090"/>
                <a:gd name="connsiteX767" fmla="*/ 3573282 w 4525734"/>
                <a:gd name="connsiteY767" fmla="*/ 1074001 h 1727090"/>
                <a:gd name="connsiteX768" fmla="*/ 3612110 w 4525734"/>
                <a:gd name="connsiteY768" fmla="*/ 1039460 h 1727090"/>
                <a:gd name="connsiteX769" fmla="*/ 3631776 w 4525734"/>
                <a:gd name="connsiteY769" fmla="*/ 1028114 h 1727090"/>
                <a:gd name="connsiteX770" fmla="*/ 3645896 w 4525734"/>
                <a:gd name="connsiteY770" fmla="*/ 1003783 h 1727090"/>
                <a:gd name="connsiteX771" fmla="*/ 3689388 w 4525734"/>
                <a:gd name="connsiteY771" fmla="*/ 999875 h 1727090"/>
                <a:gd name="connsiteX772" fmla="*/ 3707037 w 4525734"/>
                <a:gd name="connsiteY772" fmla="*/ 1007313 h 1727090"/>
                <a:gd name="connsiteX773" fmla="*/ 3726199 w 4525734"/>
                <a:gd name="connsiteY773" fmla="*/ 999875 h 1727090"/>
                <a:gd name="connsiteX774" fmla="*/ 3713214 w 4525734"/>
                <a:gd name="connsiteY774" fmla="*/ 1024584 h 1727090"/>
                <a:gd name="connsiteX775" fmla="*/ 3728090 w 4525734"/>
                <a:gd name="connsiteY775" fmla="*/ 1034795 h 1727090"/>
                <a:gd name="connsiteX776" fmla="*/ 3721031 w 4525734"/>
                <a:gd name="connsiteY776" fmla="*/ 1045763 h 1727090"/>
                <a:gd name="connsiteX777" fmla="*/ 3753177 w 4525734"/>
                <a:gd name="connsiteY777" fmla="*/ 1031644 h 1727090"/>
                <a:gd name="connsiteX778" fmla="*/ 3797174 w 4525734"/>
                <a:gd name="connsiteY778" fmla="*/ 1010843 h 1727090"/>
                <a:gd name="connsiteX779" fmla="*/ 3802721 w 4525734"/>
                <a:gd name="connsiteY779" fmla="*/ 984999 h 1727090"/>
                <a:gd name="connsiteX780" fmla="*/ 3848230 w 4525734"/>
                <a:gd name="connsiteY780" fmla="*/ 968863 h 1727090"/>
                <a:gd name="connsiteX781" fmla="*/ 3847852 w 4525734"/>
                <a:gd name="connsiteY781" fmla="*/ 975166 h 1727090"/>
                <a:gd name="connsiteX782" fmla="*/ 3827807 w 4525734"/>
                <a:gd name="connsiteY782" fmla="*/ 995211 h 1727090"/>
                <a:gd name="connsiteX783" fmla="*/ 3823521 w 4525734"/>
                <a:gd name="connsiteY783" fmla="*/ 1018028 h 1727090"/>
                <a:gd name="connsiteX784" fmla="*/ 3815705 w 4525734"/>
                <a:gd name="connsiteY784" fmla="*/ 1029753 h 1727090"/>
                <a:gd name="connsiteX785" fmla="*/ 3807889 w 4525734"/>
                <a:gd name="connsiteY785" fmla="*/ 1041855 h 1727090"/>
                <a:gd name="connsiteX786" fmla="*/ 3772969 w 4525734"/>
                <a:gd name="connsiteY786" fmla="*/ 1057109 h 1727090"/>
                <a:gd name="connsiteX787" fmla="*/ 3751412 w 4525734"/>
                <a:gd name="connsiteY787" fmla="*/ 1081061 h 1727090"/>
                <a:gd name="connsiteX788" fmla="*/ 3702373 w 4525734"/>
                <a:gd name="connsiteY788" fmla="*/ 1126192 h 1727090"/>
                <a:gd name="connsiteX789" fmla="*/ 3658880 w 4525734"/>
                <a:gd name="connsiteY789" fmla="*/ 1155944 h 1727090"/>
                <a:gd name="connsiteX790" fmla="*/ 3634172 w 4525734"/>
                <a:gd name="connsiteY790" fmla="*/ 1161112 h 1727090"/>
                <a:gd name="connsiteX791" fmla="*/ 3625095 w 4525734"/>
                <a:gd name="connsiteY791" fmla="*/ 1193259 h 1727090"/>
                <a:gd name="connsiteX792" fmla="*/ 3600764 w 4525734"/>
                <a:gd name="connsiteY792" fmla="*/ 1254022 h 1727090"/>
                <a:gd name="connsiteX793" fmla="*/ 3615262 w 4525734"/>
                <a:gd name="connsiteY793" fmla="*/ 1352101 h 1727090"/>
                <a:gd name="connsiteX794" fmla="*/ 3623456 w 4525734"/>
                <a:gd name="connsiteY794" fmla="*/ 1397232 h 1727090"/>
                <a:gd name="connsiteX795" fmla="*/ 3630515 w 4525734"/>
                <a:gd name="connsiteY795" fmla="*/ 1416394 h 1727090"/>
                <a:gd name="connsiteX796" fmla="*/ 3658376 w 4525734"/>
                <a:gd name="connsiteY796" fmla="*/ 1392442 h 1727090"/>
                <a:gd name="connsiteX797" fmla="*/ 3671739 w 4525734"/>
                <a:gd name="connsiteY797" fmla="*/ 1377188 h 1727090"/>
                <a:gd name="connsiteX798" fmla="*/ 3677664 w 4525734"/>
                <a:gd name="connsiteY798" fmla="*/ 1350084 h 1727090"/>
                <a:gd name="connsiteX799" fmla="*/ 3695692 w 4525734"/>
                <a:gd name="connsiteY799" fmla="*/ 1337982 h 1727090"/>
                <a:gd name="connsiteX800" fmla="*/ 3715358 w 4525734"/>
                <a:gd name="connsiteY800" fmla="*/ 1334074 h 1727090"/>
                <a:gd name="connsiteX801" fmla="*/ 3712962 w 4525734"/>
                <a:gd name="connsiteY801" fmla="*/ 1311760 h 1727090"/>
                <a:gd name="connsiteX802" fmla="*/ 3738427 w 4525734"/>
                <a:gd name="connsiteY802" fmla="*/ 1287429 h 1727090"/>
                <a:gd name="connsiteX803" fmla="*/ 3770196 w 4525734"/>
                <a:gd name="connsiteY803" fmla="*/ 1281883 h 1727090"/>
                <a:gd name="connsiteX804" fmla="*/ 3765531 w 4525734"/>
                <a:gd name="connsiteY804" fmla="*/ 1255661 h 1727090"/>
                <a:gd name="connsiteX805" fmla="*/ 3784315 w 4525734"/>
                <a:gd name="connsiteY805" fmla="*/ 1223515 h 1727090"/>
                <a:gd name="connsiteX806" fmla="*/ 3804737 w 4525734"/>
                <a:gd name="connsiteY806" fmla="*/ 1222380 h 1727090"/>
                <a:gd name="connsiteX807" fmla="*/ 3792131 w 4525734"/>
                <a:gd name="connsiteY807" fmla="*/ 1204731 h 1727090"/>
                <a:gd name="connsiteX808" fmla="*/ 3797678 w 4525734"/>
                <a:gd name="connsiteY808" fmla="*/ 1174980 h 1727090"/>
                <a:gd name="connsiteX809" fmla="*/ 3796921 w 4525734"/>
                <a:gd name="connsiteY809" fmla="*/ 1160860 h 1727090"/>
                <a:gd name="connsiteX810" fmla="*/ 3780029 w 4525734"/>
                <a:gd name="connsiteY810" fmla="*/ 1161995 h 1727090"/>
                <a:gd name="connsiteX811" fmla="*/ 3776877 w 4525734"/>
                <a:gd name="connsiteY811" fmla="*/ 1134513 h 1727090"/>
                <a:gd name="connsiteX812" fmla="*/ 3799190 w 4525734"/>
                <a:gd name="connsiteY812" fmla="*/ 1110938 h 1727090"/>
                <a:gd name="connsiteX813" fmla="*/ 3819235 w 4525734"/>
                <a:gd name="connsiteY813" fmla="*/ 1077531 h 1727090"/>
                <a:gd name="connsiteX814" fmla="*/ 3842431 w 4525734"/>
                <a:gd name="connsiteY814" fmla="*/ 1076397 h 1727090"/>
                <a:gd name="connsiteX815" fmla="*/ 3852642 w 4525734"/>
                <a:gd name="connsiteY815" fmla="*/ 1081061 h 1727090"/>
                <a:gd name="connsiteX816" fmla="*/ 3879368 w 4525734"/>
                <a:gd name="connsiteY816" fmla="*/ 1055596 h 1727090"/>
                <a:gd name="connsiteX817" fmla="*/ 3884915 w 4525734"/>
                <a:gd name="connsiteY817" fmla="*/ 1078792 h 1727090"/>
                <a:gd name="connsiteX818" fmla="*/ 3909624 w 4525734"/>
                <a:gd name="connsiteY818" fmla="*/ 1064673 h 1727090"/>
                <a:gd name="connsiteX819" fmla="*/ 3975934 w 4525734"/>
                <a:gd name="connsiteY819" fmla="*/ 1059630 h 1727090"/>
                <a:gd name="connsiteX820" fmla="*/ 3995600 w 4525734"/>
                <a:gd name="connsiteY820" fmla="*/ 1076523 h 1727090"/>
                <a:gd name="connsiteX821" fmla="*/ 4006568 w 4525734"/>
                <a:gd name="connsiteY821" fmla="*/ 1060765 h 1727090"/>
                <a:gd name="connsiteX822" fmla="*/ 4045017 w 4525734"/>
                <a:gd name="connsiteY822" fmla="*/ 1039207 h 1727090"/>
                <a:gd name="connsiteX823" fmla="*/ 4060649 w 4525734"/>
                <a:gd name="connsiteY823" fmla="*/ 1028618 h 1727090"/>
                <a:gd name="connsiteX824" fmla="*/ 4075903 w 4525734"/>
                <a:gd name="connsiteY824" fmla="*/ 1018407 h 1727090"/>
                <a:gd name="connsiteX825" fmla="*/ 4120656 w 4525734"/>
                <a:gd name="connsiteY825" fmla="*/ 998362 h 1727090"/>
                <a:gd name="connsiteX826" fmla="*/ 4175999 w 4525734"/>
                <a:gd name="connsiteY826" fmla="*/ 971258 h 1727090"/>
                <a:gd name="connsiteX827" fmla="*/ 4186589 w 4525734"/>
                <a:gd name="connsiteY827" fmla="*/ 968863 h 1727090"/>
                <a:gd name="connsiteX828" fmla="*/ 4210163 w 4525734"/>
                <a:gd name="connsiteY828" fmla="*/ 974788 h 1727090"/>
                <a:gd name="connsiteX829" fmla="*/ 4239158 w 4525734"/>
                <a:gd name="connsiteY829" fmla="*/ 972393 h 1727090"/>
                <a:gd name="connsiteX830" fmla="*/ 4238401 w 4525734"/>
                <a:gd name="connsiteY830" fmla="*/ 950836 h 1727090"/>
                <a:gd name="connsiteX831" fmla="*/ 4223147 w 4525734"/>
                <a:gd name="connsiteY831" fmla="*/ 926505 h 1727090"/>
                <a:gd name="connsiteX832" fmla="*/ 4205120 w 4525734"/>
                <a:gd name="connsiteY832" fmla="*/ 900662 h 1727090"/>
                <a:gd name="connsiteX833" fmla="*/ 4189362 w 4525734"/>
                <a:gd name="connsiteY833" fmla="*/ 890829 h 1727090"/>
                <a:gd name="connsiteX834" fmla="*/ 4181168 w 4525734"/>
                <a:gd name="connsiteY834" fmla="*/ 881752 h 1727090"/>
                <a:gd name="connsiteX835" fmla="*/ 4158854 w 4525734"/>
                <a:gd name="connsiteY835" fmla="*/ 877088 h 1727090"/>
                <a:gd name="connsiteX836" fmla="*/ 4185076 w 4525734"/>
                <a:gd name="connsiteY836" fmla="*/ 869650 h 1727090"/>
                <a:gd name="connsiteX837" fmla="*/ 4199195 w 4525734"/>
                <a:gd name="connsiteY837" fmla="*/ 882635 h 1727090"/>
                <a:gd name="connsiteX838" fmla="*/ 4229451 w 4525734"/>
                <a:gd name="connsiteY838" fmla="*/ 880744 h 1727090"/>
                <a:gd name="connsiteX839" fmla="*/ 4264749 w 4525734"/>
                <a:gd name="connsiteY839" fmla="*/ 862716 h 1727090"/>
                <a:gd name="connsiteX840" fmla="*/ 4272187 w 4525734"/>
                <a:gd name="connsiteY840" fmla="*/ 848975 h 1727090"/>
                <a:gd name="connsiteX841" fmla="*/ 4267522 w 4525734"/>
                <a:gd name="connsiteY841" fmla="*/ 833343 h 1727090"/>
                <a:gd name="connsiteX842" fmla="*/ 4269539 w 4525734"/>
                <a:gd name="connsiteY842" fmla="*/ 820359 h 1727090"/>
                <a:gd name="connsiteX843" fmla="*/ 4279373 w 4525734"/>
                <a:gd name="connsiteY843" fmla="*/ 811660 h 1727090"/>
                <a:gd name="connsiteX844" fmla="*/ 4293492 w 4525734"/>
                <a:gd name="connsiteY844" fmla="*/ 810904 h 1727090"/>
                <a:gd name="connsiteX845" fmla="*/ 4289962 w 4525734"/>
                <a:gd name="connsiteY845" fmla="*/ 825023 h 1727090"/>
                <a:gd name="connsiteX846" fmla="*/ 4299416 w 4525734"/>
                <a:gd name="connsiteY846" fmla="*/ 843050 h 1727090"/>
                <a:gd name="connsiteX847" fmla="*/ 4326899 w 4525734"/>
                <a:gd name="connsiteY847" fmla="*/ 843807 h 1727090"/>
                <a:gd name="connsiteX848" fmla="*/ 4368501 w 4525734"/>
                <a:gd name="connsiteY848" fmla="*/ 857548 h 1727090"/>
                <a:gd name="connsiteX849" fmla="*/ 4387284 w 4525734"/>
                <a:gd name="connsiteY849" fmla="*/ 880365 h 1727090"/>
                <a:gd name="connsiteX850" fmla="*/ 4413631 w 4525734"/>
                <a:gd name="connsiteY850" fmla="*/ 889820 h 1727090"/>
                <a:gd name="connsiteX851" fmla="*/ 4427751 w 4525734"/>
                <a:gd name="connsiteY851" fmla="*/ 897258 h 1727090"/>
                <a:gd name="connsiteX852" fmla="*/ 4443761 w 4525734"/>
                <a:gd name="connsiteY852" fmla="*/ 898771 h 1727090"/>
                <a:gd name="connsiteX853" fmla="*/ 4458259 w 4525734"/>
                <a:gd name="connsiteY853" fmla="*/ 895619 h 1727090"/>
                <a:gd name="connsiteX854" fmla="*/ 4446535 w 4525734"/>
                <a:gd name="connsiteY854" fmla="*/ 881122 h 1727090"/>
                <a:gd name="connsiteX855" fmla="*/ 4459519 w 4525734"/>
                <a:gd name="connsiteY855" fmla="*/ 884273 h 1727090"/>
                <a:gd name="connsiteX856" fmla="*/ 4462293 w 4525734"/>
                <a:gd name="connsiteY856" fmla="*/ 871289 h 1727090"/>
                <a:gd name="connsiteX857" fmla="*/ 4458385 w 4525734"/>
                <a:gd name="connsiteY857" fmla="*/ 845067 h 1727090"/>
                <a:gd name="connsiteX858" fmla="*/ 4466579 w 4525734"/>
                <a:gd name="connsiteY858" fmla="*/ 841916 h 1727090"/>
                <a:gd name="connsiteX859" fmla="*/ 4496456 w 4525734"/>
                <a:gd name="connsiteY859" fmla="*/ 848219 h 1727090"/>
                <a:gd name="connsiteX860" fmla="*/ 4490153 w 4525734"/>
                <a:gd name="connsiteY860" fmla="*/ 840781 h 1727090"/>
                <a:gd name="connsiteX861" fmla="*/ 4496078 w 4525734"/>
                <a:gd name="connsiteY861" fmla="*/ 838386 h 1727090"/>
                <a:gd name="connsiteX862" fmla="*/ 4510575 w 4525734"/>
                <a:gd name="connsiteY862" fmla="*/ 840025 h 1727090"/>
                <a:gd name="connsiteX863" fmla="*/ 4524317 w 4525734"/>
                <a:gd name="connsiteY863" fmla="*/ 825527 h 1727090"/>
                <a:gd name="connsiteX864" fmla="*/ 4528099 w 4525734"/>
                <a:gd name="connsiteY864" fmla="*/ 818594 h 1727090"/>
                <a:gd name="connsiteX865" fmla="*/ 2340114 w 4525734"/>
                <a:gd name="connsiteY865" fmla="*/ 1333317 h 1727090"/>
                <a:gd name="connsiteX866" fmla="*/ 2273047 w 4525734"/>
                <a:gd name="connsiteY866" fmla="*/ 1374540 h 1727090"/>
                <a:gd name="connsiteX867" fmla="*/ 2214175 w 4525734"/>
                <a:gd name="connsiteY867" fmla="*/ 1392190 h 1727090"/>
                <a:gd name="connsiteX868" fmla="*/ 2264727 w 4525734"/>
                <a:gd name="connsiteY868" fmla="*/ 1360421 h 1727090"/>
                <a:gd name="connsiteX869" fmla="*/ 2335323 w 4525734"/>
                <a:gd name="connsiteY869" fmla="*/ 1293355 h 1727090"/>
                <a:gd name="connsiteX870" fmla="*/ 2369487 w 4525734"/>
                <a:gd name="connsiteY870" fmla="*/ 1239273 h 1727090"/>
                <a:gd name="connsiteX871" fmla="*/ 2340114 w 4525734"/>
                <a:gd name="connsiteY871" fmla="*/ 1333317 h 1727090"/>
                <a:gd name="connsiteX872" fmla="*/ 2439832 w 4525734"/>
                <a:gd name="connsiteY872" fmla="*/ 411782 h 1727090"/>
                <a:gd name="connsiteX873" fmla="*/ 2424199 w 4525734"/>
                <a:gd name="connsiteY873" fmla="*/ 424388 h 1727090"/>
                <a:gd name="connsiteX874" fmla="*/ 2472104 w 4525734"/>
                <a:gd name="connsiteY874" fmla="*/ 416572 h 1727090"/>
                <a:gd name="connsiteX875" fmla="*/ 2439832 w 4525734"/>
                <a:gd name="connsiteY875" fmla="*/ 411782 h 1727090"/>
                <a:gd name="connsiteX876" fmla="*/ 1011010 w 4525734"/>
                <a:gd name="connsiteY876" fmla="*/ 24258 h 1727090"/>
                <a:gd name="connsiteX877" fmla="*/ 1036853 w 4525734"/>
                <a:gd name="connsiteY877" fmla="*/ 14047 h 1727090"/>
                <a:gd name="connsiteX878" fmla="*/ 1059545 w 4525734"/>
                <a:gd name="connsiteY878" fmla="*/ 6987 h 1727090"/>
                <a:gd name="connsiteX879" fmla="*/ 1012523 w 4525734"/>
                <a:gd name="connsiteY879" fmla="*/ 8626 h 1727090"/>
                <a:gd name="connsiteX880" fmla="*/ 976469 w 4525734"/>
                <a:gd name="connsiteY880" fmla="*/ 14929 h 1727090"/>
                <a:gd name="connsiteX881" fmla="*/ 1011010 w 4525734"/>
                <a:gd name="connsiteY881" fmla="*/ 24258 h 1727090"/>
                <a:gd name="connsiteX882" fmla="*/ 913688 w 4525734"/>
                <a:gd name="connsiteY882" fmla="*/ 76827 h 1727090"/>
                <a:gd name="connsiteX883" fmla="*/ 880785 w 4525734"/>
                <a:gd name="connsiteY883" fmla="*/ 80735 h 1727090"/>
                <a:gd name="connsiteX884" fmla="*/ 913688 w 4525734"/>
                <a:gd name="connsiteY884" fmla="*/ 76827 h 1727090"/>
                <a:gd name="connsiteX885" fmla="*/ 1014918 w 4525734"/>
                <a:gd name="connsiteY885" fmla="*/ 66616 h 1727090"/>
                <a:gd name="connsiteX886" fmla="*/ 995252 w 4525734"/>
                <a:gd name="connsiteY886" fmla="*/ 73675 h 1727090"/>
                <a:gd name="connsiteX887" fmla="*/ 979494 w 4525734"/>
                <a:gd name="connsiteY887" fmla="*/ 89307 h 1727090"/>
                <a:gd name="connsiteX888" fmla="*/ 1037610 w 4525734"/>
                <a:gd name="connsiteY888" fmla="*/ 84643 h 1727090"/>
                <a:gd name="connsiteX889" fmla="*/ 1065849 w 4525734"/>
                <a:gd name="connsiteY889" fmla="*/ 73675 h 1727090"/>
                <a:gd name="connsiteX890" fmla="*/ 1014918 w 4525734"/>
                <a:gd name="connsiteY890" fmla="*/ 66616 h 1727090"/>
                <a:gd name="connsiteX891" fmla="*/ 1149052 w 4525734"/>
                <a:gd name="connsiteY891" fmla="*/ 51614 h 1727090"/>
                <a:gd name="connsiteX892" fmla="*/ 1137327 w 4525734"/>
                <a:gd name="connsiteY892" fmla="*/ 37495 h 1727090"/>
                <a:gd name="connsiteX893" fmla="*/ 1094213 w 4525734"/>
                <a:gd name="connsiteY893" fmla="*/ 36738 h 1727090"/>
                <a:gd name="connsiteX894" fmla="*/ 1073791 w 4525734"/>
                <a:gd name="connsiteY894" fmla="*/ 61069 h 1727090"/>
                <a:gd name="connsiteX895" fmla="*/ 1149052 w 4525734"/>
                <a:gd name="connsiteY895" fmla="*/ 51614 h 1727090"/>
                <a:gd name="connsiteX896" fmla="*/ 1024373 w 4525734"/>
                <a:gd name="connsiteY896" fmla="*/ 39134 h 1727090"/>
                <a:gd name="connsiteX897" fmla="*/ 978864 w 4525734"/>
                <a:gd name="connsiteY897" fmla="*/ 27409 h 1727090"/>
                <a:gd name="connsiteX898" fmla="*/ 960080 w 4525734"/>
                <a:gd name="connsiteY898" fmla="*/ 31317 h 1727090"/>
                <a:gd name="connsiteX899" fmla="*/ 931841 w 4525734"/>
                <a:gd name="connsiteY899" fmla="*/ 47832 h 1727090"/>
                <a:gd name="connsiteX900" fmla="*/ 1024373 w 4525734"/>
                <a:gd name="connsiteY900" fmla="*/ 39134 h 1727090"/>
                <a:gd name="connsiteX901" fmla="*/ 907385 w 4525734"/>
                <a:gd name="connsiteY901" fmla="*/ 474562 h 1727090"/>
                <a:gd name="connsiteX902" fmla="*/ 888601 w 4525734"/>
                <a:gd name="connsiteY902" fmla="*/ 487925 h 1727090"/>
                <a:gd name="connsiteX903" fmla="*/ 897173 w 4525734"/>
                <a:gd name="connsiteY903" fmla="*/ 505952 h 1727090"/>
                <a:gd name="connsiteX904" fmla="*/ 881542 w 4525734"/>
                <a:gd name="connsiteY904" fmla="*/ 521710 h 1727090"/>
                <a:gd name="connsiteX905" fmla="*/ 848638 w 4525734"/>
                <a:gd name="connsiteY905" fmla="*/ 538981 h 1727090"/>
                <a:gd name="connsiteX906" fmla="*/ 875364 w 4525734"/>
                <a:gd name="connsiteY906" fmla="*/ 554739 h 1727090"/>
                <a:gd name="connsiteX907" fmla="*/ 880029 w 4525734"/>
                <a:gd name="connsiteY907" fmla="*/ 574280 h 1727090"/>
                <a:gd name="connsiteX908" fmla="*/ 890240 w 4525734"/>
                <a:gd name="connsiteY908" fmla="*/ 565707 h 1727090"/>
                <a:gd name="connsiteX909" fmla="*/ 911419 w 4525734"/>
                <a:gd name="connsiteY909" fmla="*/ 580583 h 1727090"/>
                <a:gd name="connsiteX910" fmla="*/ 945204 w 4525734"/>
                <a:gd name="connsiteY910" fmla="*/ 599367 h 1727090"/>
                <a:gd name="connsiteX911" fmla="*/ 1014288 w 4525734"/>
                <a:gd name="connsiteY911" fmla="*/ 599367 h 1727090"/>
                <a:gd name="connsiteX912" fmla="*/ 978233 w 4525734"/>
                <a:gd name="connsiteY912" fmla="*/ 567220 h 1727090"/>
                <a:gd name="connsiteX913" fmla="*/ 968778 w 4525734"/>
                <a:gd name="connsiteY913" fmla="*/ 509986 h 1727090"/>
                <a:gd name="connsiteX914" fmla="*/ 989958 w 4525734"/>
                <a:gd name="connsiteY914" fmla="*/ 479353 h 1727090"/>
                <a:gd name="connsiteX915" fmla="*/ 1013532 w 4525734"/>
                <a:gd name="connsiteY915" fmla="*/ 451870 h 1727090"/>
                <a:gd name="connsiteX916" fmla="*/ 1027651 w 4525734"/>
                <a:gd name="connsiteY916" fmla="*/ 433843 h 1727090"/>
                <a:gd name="connsiteX917" fmla="*/ 1044165 w 4525734"/>
                <a:gd name="connsiteY917" fmla="*/ 408000 h 1727090"/>
                <a:gd name="connsiteX918" fmla="*/ 1069252 w 4525734"/>
                <a:gd name="connsiteY918" fmla="*/ 399427 h 1727090"/>
                <a:gd name="connsiteX919" fmla="*/ 1104551 w 4525734"/>
                <a:gd name="connsiteY919" fmla="*/ 382913 h 1727090"/>
                <a:gd name="connsiteX920" fmla="*/ 1252047 w 4525734"/>
                <a:gd name="connsiteY920" fmla="*/ 327192 h 1727090"/>
                <a:gd name="connsiteX921" fmla="*/ 1320248 w 4525734"/>
                <a:gd name="connsiteY921" fmla="*/ 280170 h 1727090"/>
                <a:gd name="connsiteX922" fmla="*/ 1238684 w 4525734"/>
                <a:gd name="connsiteY922" fmla="*/ 295928 h 1727090"/>
                <a:gd name="connsiteX923" fmla="*/ 1195570 w 4525734"/>
                <a:gd name="connsiteY923" fmla="*/ 306139 h 1727090"/>
                <a:gd name="connsiteX924" fmla="*/ 1143000 w 4525734"/>
                <a:gd name="connsiteY924" fmla="*/ 310804 h 1727090"/>
                <a:gd name="connsiteX925" fmla="*/ 1103794 w 4525734"/>
                <a:gd name="connsiteY925" fmla="*/ 320259 h 1727090"/>
                <a:gd name="connsiteX926" fmla="*/ 1070891 w 4525734"/>
                <a:gd name="connsiteY926" fmla="*/ 329713 h 1727090"/>
                <a:gd name="connsiteX927" fmla="*/ 1036349 w 4525734"/>
                <a:gd name="connsiteY927" fmla="*/ 344589 h 1727090"/>
                <a:gd name="connsiteX928" fmla="*/ 1015927 w 4525734"/>
                <a:gd name="connsiteY928" fmla="*/ 357196 h 1727090"/>
                <a:gd name="connsiteX929" fmla="*/ 993109 w 4525734"/>
                <a:gd name="connsiteY929" fmla="*/ 365012 h 1727090"/>
                <a:gd name="connsiteX930" fmla="*/ 986806 w 4525734"/>
                <a:gd name="connsiteY930" fmla="*/ 383039 h 1727090"/>
                <a:gd name="connsiteX931" fmla="*/ 971930 w 4525734"/>
                <a:gd name="connsiteY931" fmla="*/ 400310 h 1727090"/>
                <a:gd name="connsiteX932" fmla="*/ 964114 w 4525734"/>
                <a:gd name="connsiteY932" fmla="*/ 417581 h 1727090"/>
                <a:gd name="connsiteX933" fmla="*/ 941296 w 4525734"/>
                <a:gd name="connsiteY933" fmla="*/ 429305 h 1727090"/>
                <a:gd name="connsiteX934" fmla="*/ 938145 w 4525734"/>
                <a:gd name="connsiteY934" fmla="*/ 448088 h 1727090"/>
                <a:gd name="connsiteX935" fmla="*/ 931085 w 4525734"/>
                <a:gd name="connsiteY935" fmla="*/ 462964 h 1727090"/>
                <a:gd name="connsiteX936" fmla="*/ 907385 w 4525734"/>
                <a:gd name="connsiteY936" fmla="*/ 474562 h 1727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Lst>
              <a:rect l="l" t="t" r="r" b="b"/>
              <a:pathLst>
                <a:path w="4525734" h="1727090">
                  <a:moveTo>
                    <a:pt x="71069" y="1256291"/>
                  </a:moveTo>
                  <a:cubicBezTo>
                    <a:pt x="67540" y="1258056"/>
                    <a:pt x="58085" y="1254527"/>
                    <a:pt x="55185" y="1250366"/>
                  </a:cubicBezTo>
                  <a:cubicBezTo>
                    <a:pt x="52790" y="1247089"/>
                    <a:pt x="45478" y="1248349"/>
                    <a:pt x="39049" y="1248854"/>
                  </a:cubicBezTo>
                  <a:cubicBezTo>
                    <a:pt x="40561" y="1249736"/>
                    <a:pt x="42075" y="1250871"/>
                    <a:pt x="43209" y="1252888"/>
                  </a:cubicBezTo>
                  <a:cubicBezTo>
                    <a:pt x="46739" y="1259191"/>
                    <a:pt x="29090" y="1259947"/>
                    <a:pt x="34636" y="1267385"/>
                  </a:cubicBezTo>
                  <a:cubicBezTo>
                    <a:pt x="40183" y="1274823"/>
                    <a:pt x="22030" y="1275201"/>
                    <a:pt x="22030" y="1267385"/>
                  </a:cubicBezTo>
                  <a:cubicBezTo>
                    <a:pt x="22030" y="1259569"/>
                    <a:pt x="3120" y="1263477"/>
                    <a:pt x="4003" y="1268520"/>
                  </a:cubicBezTo>
                  <a:cubicBezTo>
                    <a:pt x="4255" y="1270411"/>
                    <a:pt x="3751" y="1272680"/>
                    <a:pt x="2364" y="1274823"/>
                  </a:cubicBezTo>
                  <a:cubicBezTo>
                    <a:pt x="7532" y="1276588"/>
                    <a:pt x="13458" y="1278731"/>
                    <a:pt x="15727" y="1279740"/>
                  </a:cubicBezTo>
                  <a:cubicBezTo>
                    <a:pt x="19257" y="1281126"/>
                    <a:pt x="66279" y="1286043"/>
                    <a:pt x="84684" y="1282639"/>
                  </a:cubicBezTo>
                  <a:cubicBezTo>
                    <a:pt x="83676" y="1279235"/>
                    <a:pt x="85693" y="1268898"/>
                    <a:pt x="85693" y="1264990"/>
                  </a:cubicBezTo>
                  <a:cubicBezTo>
                    <a:pt x="85693" y="1260325"/>
                    <a:pt x="74473" y="1254527"/>
                    <a:pt x="71069" y="1256291"/>
                  </a:cubicBezTo>
                  <a:close/>
                  <a:moveTo>
                    <a:pt x="1206411" y="47706"/>
                  </a:moveTo>
                  <a:cubicBezTo>
                    <a:pt x="1236163" y="44554"/>
                    <a:pt x="1235406" y="28040"/>
                    <a:pt x="1219774" y="25014"/>
                  </a:cubicBezTo>
                  <a:cubicBezTo>
                    <a:pt x="1204016" y="21863"/>
                    <a:pt x="1201747" y="34469"/>
                    <a:pt x="1193931" y="33587"/>
                  </a:cubicBezTo>
                  <a:cubicBezTo>
                    <a:pt x="1186115" y="32830"/>
                    <a:pt x="1156489" y="38503"/>
                    <a:pt x="1162540" y="45311"/>
                  </a:cubicBezTo>
                  <a:cubicBezTo>
                    <a:pt x="1169474" y="53253"/>
                    <a:pt x="1191409" y="49345"/>
                    <a:pt x="1206411" y="47706"/>
                  </a:cubicBezTo>
                  <a:close/>
                  <a:moveTo>
                    <a:pt x="1357815" y="484017"/>
                  </a:moveTo>
                  <a:cubicBezTo>
                    <a:pt x="1368026" y="485530"/>
                    <a:pt x="1395509" y="480109"/>
                    <a:pt x="1398660" y="474562"/>
                  </a:cubicBezTo>
                  <a:cubicBezTo>
                    <a:pt x="1401812" y="469015"/>
                    <a:pt x="1387693" y="462838"/>
                    <a:pt x="1369665" y="462838"/>
                  </a:cubicBezTo>
                  <a:cubicBezTo>
                    <a:pt x="1351512" y="462838"/>
                    <a:pt x="1348991" y="482630"/>
                    <a:pt x="1357815" y="484017"/>
                  </a:cubicBezTo>
                  <a:close/>
                  <a:moveTo>
                    <a:pt x="1937588" y="83004"/>
                  </a:moveTo>
                  <a:cubicBezTo>
                    <a:pt x="1952464" y="89307"/>
                    <a:pt x="1947043" y="93215"/>
                    <a:pt x="1931285" y="93215"/>
                  </a:cubicBezTo>
                  <a:cubicBezTo>
                    <a:pt x="1915653" y="93215"/>
                    <a:pt x="1902164" y="98510"/>
                    <a:pt x="1912501" y="102670"/>
                  </a:cubicBezTo>
                  <a:cubicBezTo>
                    <a:pt x="1920317" y="105822"/>
                    <a:pt x="1919561" y="114394"/>
                    <a:pt x="1936076" y="118302"/>
                  </a:cubicBezTo>
                  <a:cubicBezTo>
                    <a:pt x="1952590" y="122210"/>
                    <a:pt x="1968978" y="108847"/>
                    <a:pt x="1967466" y="99519"/>
                  </a:cubicBezTo>
                  <a:cubicBezTo>
                    <a:pt x="1965827" y="90064"/>
                    <a:pt x="2024699" y="81491"/>
                    <a:pt x="2040457" y="77583"/>
                  </a:cubicBezTo>
                  <a:cubicBezTo>
                    <a:pt x="2056090" y="73675"/>
                    <a:pt x="2030246" y="57161"/>
                    <a:pt x="2047517" y="55648"/>
                  </a:cubicBezTo>
                  <a:cubicBezTo>
                    <a:pt x="2064788" y="54135"/>
                    <a:pt x="2057729" y="46193"/>
                    <a:pt x="2036549" y="43042"/>
                  </a:cubicBezTo>
                  <a:cubicBezTo>
                    <a:pt x="2015370" y="39890"/>
                    <a:pt x="2023942" y="21863"/>
                    <a:pt x="2017009" y="15559"/>
                  </a:cubicBezTo>
                  <a:cubicBezTo>
                    <a:pt x="2009949" y="9256"/>
                    <a:pt x="2006041" y="23375"/>
                    <a:pt x="1978559" y="28922"/>
                  </a:cubicBezTo>
                  <a:cubicBezTo>
                    <a:pt x="1951077" y="34469"/>
                    <a:pt x="1937714" y="41529"/>
                    <a:pt x="1948682" y="46950"/>
                  </a:cubicBezTo>
                  <a:cubicBezTo>
                    <a:pt x="1959650" y="52496"/>
                    <a:pt x="1948682" y="65733"/>
                    <a:pt x="1936958" y="64977"/>
                  </a:cubicBezTo>
                  <a:cubicBezTo>
                    <a:pt x="1925108" y="64220"/>
                    <a:pt x="1922713" y="76827"/>
                    <a:pt x="1937588" y="83004"/>
                  </a:cubicBezTo>
                  <a:close/>
                  <a:moveTo>
                    <a:pt x="1979190" y="105066"/>
                  </a:moveTo>
                  <a:cubicBezTo>
                    <a:pt x="1979190" y="113638"/>
                    <a:pt x="1953977" y="122336"/>
                    <a:pt x="1961162" y="128640"/>
                  </a:cubicBezTo>
                  <a:cubicBezTo>
                    <a:pt x="1967466" y="134187"/>
                    <a:pt x="1972886" y="132548"/>
                    <a:pt x="1980828" y="134060"/>
                  </a:cubicBezTo>
                  <a:cubicBezTo>
                    <a:pt x="1988644" y="135699"/>
                    <a:pt x="1992552" y="155239"/>
                    <a:pt x="2006672" y="152088"/>
                  </a:cubicBezTo>
                  <a:cubicBezTo>
                    <a:pt x="2020791" y="148936"/>
                    <a:pt x="2059241" y="167720"/>
                    <a:pt x="2082059" y="167720"/>
                  </a:cubicBezTo>
                  <a:cubicBezTo>
                    <a:pt x="2104877" y="167720"/>
                    <a:pt x="2107146" y="148936"/>
                    <a:pt x="2100086" y="148054"/>
                  </a:cubicBezTo>
                  <a:cubicBezTo>
                    <a:pt x="2093027" y="147297"/>
                    <a:pt x="2099330" y="136330"/>
                    <a:pt x="2111810" y="118302"/>
                  </a:cubicBezTo>
                  <a:cubicBezTo>
                    <a:pt x="2124417" y="100275"/>
                    <a:pt x="2072604" y="86912"/>
                    <a:pt x="2072604" y="101031"/>
                  </a:cubicBezTo>
                  <a:cubicBezTo>
                    <a:pt x="2072604" y="115151"/>
                    <a:pt x="2057729" y="97880"/>
                    <a:pt x="2052938" y="89307"/>
                  </a:cubicBezTo>
                  <a:cubicBezTo>
                    <a:pt x="2048274" y="80735"/>
                    <a:pt x="1979190" y="96367"/>
                    <a:pt x="1979190" y="105066"/>
                  </a:cubicBezTo>
                  <a:close/>
                  <a:moveTo>
                    <a:pt x="1586875" y="495741"/>
                  </a:moveTo>
                  <a:cubicBezTo>
                    <a:pt x="1599482" y="502044"/>
                    <a:pt x="1608810" y="499649"/>
                    <a:pt x="1607298" y="487043"/>
                  </a:cubicBezTo>
                  <a:cubicBezTo>
                    <a:pt x="1605785" y="474562"/>
                    <a:pt x="1576916" y="490825"/>
                    <a:pt x="1586875" y="495741"/>
                  </a:cubicBezTo>
                  <a:close/>
                  <a:moveTo>
                    <a:pt x="1917166" y="27283"/>
                  </a:moveTo>
                  <a:cubicBezTo>
                    <a:pt x="1920317" y="15559"/>
                    <a:pt x="1868252" y="20602"/>
                    <a:pt x="1881868" y="31948"/>
                  </a:cubicBezTo>
                  <a:cubicBezTo>
                    <a:pt x="1886658" y="35982"/>
                    <a:pt x="1914140" y="39134"/>
                    <a:pt x="1917166" y="27283"/>
                  </a:cubicBezTo>
                  <a:close/>
                  <a:moveTo>
                    <a:pt x="4226425" y="596215"/>
                  </a:moveTo>
                  <a:cubicBezTo>
                    <a:pt x="4242057" y="604031"/>
                    <a:pt x="4251512" y="586760"/>
                    <a:pt x="4264118" y="595458"/>
                  </a:cubicBezTo>
                  <a:cubicBezTo>
                    <a:pt x="4276725" y="604157"/>
                    <a:pt x="4307233" y="591551"/>
                    <a:pt x="4319840" y="589155"/>
                  </a:cubicBezTo>
                  <a:cubicBezTo>
                    <a:pt x="4332446" y="586760"/>
                    <a:pt x="4326143" y="571128"/>
                    <a:pt x="4290844" y="566464"/>
                  </a:cubicBezTo>
                  <a:cubicBezTo>
                    <a:pt x="4255420" y="561673"/>
                    <a:pt x="4209533" y="587769"/>
                    <a:pt x="4226425" y="596215"/>
                  </a:cubicBezTo>
                  <a:close/>
                  <a:moveTo>
                    <a:pt x="2100843" y="215625"/>
                  </a:moveTo>
                  <a:cubicBezTo>
                    <a:pt x="2111810" y="221928"/>
                    <a:pt x="2147108" y="207809"/>
                    <a:pt x="2170682" y="208565"/>
                  </a:cubicBezTo>
                  <a:cubicBezTo>
                    <a:pt x="2194257" y="209321"/>
                    <a:pt x="2260063" y="190538"/>
                    <a:pt x="2262458" y="177931"/>
                  </a:cubicBezTo>
                  <a:cubicBezTo>
                    <a:pt x="2264853" y="165325"/>
                    <a:pt x="2238128" y="166207"/>
                    <a:pt x="2227916" y="155113"/>
                  </a:cubicBezTo>
                  <a:cubicBezTo>
                    <a:pt x="2217705" y="144146"/>
                    <a:pt x="2195013" y="153601"/>
                    <a:pt x="2189466" y="162929"/>
                  </a:cubicBezTo>
                  <a:cubicBezTo>
                    <a:pt x="2183919" y="172384"/>
                    <a:pt x="2177742" y="163686"/>
                    <a:pt x="2192618" y="148810"/>
                  </a:cubicBezTo>
                  <a:cubicBezTo>
                    <a:pt x="2207493" y="133934"/>
                    <a:pt x="2177742" y="122084"/>
                    <a:pt x="2176986" y="131539"/>
                  </a:cubicBezTo>
                  <a:cubicBezTo>
                    <a:pt x="2176229" y="140994"/>
                    <a:pt x="2148747" y="133178"/>
                    <a:pt x="2148747" y="141750"/>
                  </a:cubicBezTo>
                  <a:cubicBezTo>
                    <a:pt x="2148747" y="150323"/>
                    <a:pt x="2138536" y="154357"/>
                    <a:pt x="2139292" y="162929"/>
                  </a:cubicBezTo>
                  <a:cubicBezTo>
                    <a:pt x="2140049" y="171502"/>
                    <a:pt x="2120509" y="158265"/>
                    <a:pt x="2119626" y="177805"/>
                  </a:cubicBezTo>
                  <a:cubicBezTo>
                    <a:pt x="2118870" y="197597"/>
                    <a:pt x="2089245" y="209069"/>
                    <a:pt x="2100843" y="215625"/>
                  </a:cubicBezTo>
                  <a:close/>
                  <a:moveTo>
                    <a:pt x="3113019" y="377240"/>
                  </a:moveTo>
                  <a:cubicBezTo>
                    <a:pt x="3123986" y="382787"/>
                    <a:pt x="3127894" y="388208"/>
                    <a:pt x="3134197" y="394511"/>
                  </a:cubicBezTo>
                  <a:cubicBezTo>
                    <a:pt x="3140501" y="400814"/>
                    <a:pt x="3164075" y="391359"/>
                    <a:pt x="3173404" y="388208"/>
                  </a:cubicBezTo>
                  <a:cubicBezTo>
                    <a:pt x="3182859" y="385056"/>
                    <a:pt x="3183615" y="402327"/>
                    <a:pt x="3198491" y="392872"/>
                  </a:cubicBezTo>
                  <a:cubicBezTo>
                    <a:pt x="3213367" y="383417"/>
                    <a:pt x="3228242" y="388208"/>
                    <a:pt x="3245513" y="388208"/>
                  </a:cubicBezTo>
                  <a:cubicBezTo>
                    <a:pt x="3262784" y="388208"/>
                    <a:pt x="3242361" y="367029"/>
                    <a:pt x="3243118" y="357574"/>
                  </a:cubicBezTo>
                  <a:cubicBezTo>
                    <a:pt x="3243874" y="348119"/>
                    <a:pt x="3263540" y="354422"/>
                    <a:pt x="3257237" y="362238"/>
                  </a:cubicBezTo>
                  <a:cubicBezTo>
                    <a:pt x="3250934" y="370054"/>
                    <a:pt x="3266692" y="388082"/>
                    <a:pt x="3291779" y="386569"/>
                  </a:cubicBezTo>
                  <a:cubicBezTo>
                    <a:pt x="3316865" y="385056"/>
                    <a:pt x="3298082" y="369298"/>
                    <a:pt x="3310688" y="363877"/>
                  </a:cubicBezTo>
                  <a:cubicBezTo>
                    <a:pt x="3323295" y="358330"/>
                    <a:pt x="3321656" y="352153"/>
                    <a:pt x="3303629" y="341059"/>
                  </a:cubicBezTo>
                  <a:cubicBezTo>
                    <a:pt x="3285602" y="330092"/>
                    <a:pt x="3262027" y="337151"/>
                    <a:pt x="3246396" y="330092"/>
                  </a:cubicBezTo>
                  <a:cubicBezTo>
                    <a:pt x="3229629" y="322528"/>
                    <a:pt x="3209585" y="322276"/>
                    <a:pt x="3208702" y="339546"/>
                  </a:cubicBezTo>
                  <a:cubicBezTo>
                    <a:pt x="3207946" y="356817"/>
                    <a:pt x="3174917" y="320763"/>
                    <a:pt x="3157646" y="315216"/>
                  </a:cubicBezTo>
                  <a:cubicBezTo>
                    <a:pt x="3140374" y="309795"/>
                    <a:pt x="3087049" y="364255"/>
                    <a:pt x="3113019" y="377240"/>
                  </a:cubicBezTo>
                  <a:close/>
                  <a:moveTo>
                    <a:pt x="3277029" y="477714"/>
                  </a:moveTo>
                  <a:cubicBezTo>
                    <a:pt x="3291148" y="474562"/>
                    <a:pt x="3266818" y="448719"/>
                    <a:pt x="3242488" y="444811"/>
                  </a:cubicBezTo>
                  <a:cubicBezTo>
                    <a:pt x="3218157" y="440903"/>
                    <a:pt x="3195591" y="460947"/>
                    <a:pt x="3198491" y="465233"/>
                  </a:cubicBezTo>
                  <a:cubicBezTo>
                    <a:pt x="3205551" y="475319"/>
                    <a:pt x="3262784" y="480865"/>
                    <a:pt x="3277029" y="477714"/>
                  </a:cubicBezTo>
                  <a:close/>
                  <a:moveTo>
                    <a:pt x="3214249" y="425901"/>
                  </a:moveTo>
                  <a:cubicBezTo>
                    <a:pt x="3214249" y="414177"/>
                    <a:pt x="3171513" y="430187"/>
                    <a:pt x="3189162" y="436112"/>
                  </a:cubicBezTo>
                  <a:cubicBezTo>
                    <a:pt x="3198491" y="439264"/>
                    <a:pt x="3214249" y="437625"/>
                    <a:pt x="3214249" y="425901"/>
                  </a:cubicBezTo>
                  <a:close/>
                  <a:moveTo>
                    <a:pt x="3350777" y="376484"/>
                  </a:moveTo>
                  <a:cubicBezTo>
                    <a:pt x="3369687" y="378122"/>
                    <a:pt x="3379016" y="396150"/>
                    <a:pt x="3415071" y="398419"/>
                  </a:cubicBezTo>
                  <a:cubicBezTo>
                    <a:pt x="3451125" y="400814"/>
                    <a:pt x="3477851" y="393754"/>
                    <a:pt x="3478607" y="385812"/>
                  </a:cubicBezTo>
                  <a:cubicBezTo>
                    <a:pt x="3479363" y="377996"/>
                    <a:pt x="3445704" y="366146"/>
                    <a:pt x="3435493" y="372449"/>
                  </a:cubicBezTo>
                  <a:cubicBezTo>
                    <a:pt x="3425282" y="378753"/>
                    <a:pt x="3417466" y="362238"/>
                    <a:pt x="3404859" y="366146"/>
                  </a:cubicBezTo>
                  <a:cubicBezTo>
                    <a:pt x="3392253" y="370054"/>
                    <a:pt x="3374982" y="369298"/>
                    <a:pt x="3368805" y="358330"/>
                  </a:cubicBezTo>
                  <a:cubicBezTo>
                    <a:pt x="3362502" y="347489"/>
                    <a:pt x="3341322" y="375727"/>
                    <a:pt x="3350777" y="376484"/>
                  </a:cubicBezTo>
                  <a:close/>
                  <a:moveTo>
                    <a:pt x="729255" y="57917"/>
                  </a:moveTo>
                  <a:cubicBezTo>
                    <a:pt x="747282" y="41403"/>
                    <a:pt x="770856" y="57161"/>
                    <a:pt x="774008" y="49219"/>
                  </a:cubicBezTo>
                  <a:cubicBezTo>
                    <a:pt x="777160" y="41403"/>
                    <a:pt x="740349" y="39007"/>
                    <a:pt x="726986" y="46067"/>
                  </a:cubicBezTo>
                  <a:cubicBezTo>
                    <a:pt x="713623" y="53127"/>
                    <a:pt x="682359" y="47454"/>
                    <a:pt x="686141" y="56278"/>
                  </a:cubicBezTo>
                  <a:cubicBezTo>
                    <a:pt x="688536" y="61825"/>
                    <a:pt x="711228" y="74432"/>
                    <a:pt x="729255" y="57917"/>
                  </a:cubicBezTo>
                  <a:close/>
                  <a:moveTo>
                    <a:pt x="3270726" y="1383995"/>
                  </a:moveTo>
                  <a:cubicBezTo>
                    <a:pt x="3262154" y="1361304"/>
                    <a:pt x="3283333" y="1339242"/>
                    <a:pt x="3267574" y="1327518"/>
                  </a:cubicBezTo>
                  <a:cubicBezTo>
                    <a:pt x="3251942" y="1315794"/>
                    <a:pt x="3258120" y="1291464"/>
                    <a:pt x="3250304" y="1296128"/>
                  </a:cubicBezTo>
                  <a:cubicBezTo>
                    <a:pt x="3242488" y="1300792"/>
                    <a:pt x="3250304" y="1322097"/>
                    <a:pt x="3237697" y="1323610"/>
                  </a:cubicBezTo>
                  <a:cubicBezTo>
                    <a:pt x="3225091" y="1325123"/>
                    <a:pt x="3236941" y="1336973"/>
                    <a:pt x="3232150" y="1352605"/>
                  </a:cubicBezTo>
                  <a:cubicBezTo>
                    <a:pt x="3227486" y="1368237"/>
                    <a:pt x="3234545" y="1391055"/>
                    <a:pt x="3240722" y="1405174"/>
                  </a:cubicBezTo>
                  <a:cubicBezTo>
                    <a:pt x="3247026" y="1419294"/>
                    <a:pt x="3232150" y="1494554"/>
                    <a:pt x="3238327" y="1507161"/>
                  </a:cubicBezTo>
                  <a:cubicBezTo>
                    <a:pt x="3244630" y="1519767"/>
                    <a:pt x="3228116" y="1575236"/>
                    <a:pt x="3233663" y="1581665"/>
                  </a:cubicBezTo>
                  <a:cubicBezTo>
                    <a:pt x="3243118" y="1592633"/>
                    <a:pt x="3236814" y="1566790"/>
                    <a:pt x="3250934" y="1564394"/>
                  </a:cubicBezTo>
                  <a:cubicBezTo>
                    <a:pt x="3265053" y="1561999"/>
                    <a:pt x="3265053" y="1580026"/>
                    <a:pt x="3273751" y="1584060"/>
                  </a:cubicBezTo>
                  <a:cubicBezTo>
                    <a:pt x="3282450" y="1587968"/>
                    <a:pt x="3276903" y="1558973"/>
                    <a:pt x="3269087" y="1560486"/>
                  </a:cubicBezTo>
                  <a:cubicBezTo>
                    <a:pt x="3261271" y="1562125"/>
                    <a:pt x="3254968" y="1541703"/>
                    <a:pt x="3251060" y="1529096"/>
                  </a:cubicBezTo>
                  <a:cubicBezTo>
                    <a:pt x="3247152" y="1516490"/>
                    <a:pt x="3258876" y="1501614"/>
                    <a:pt x="3258876" y="1485982"/>
                  </a:cubicBezTo>
                  <a:cubicBezTo>
                    <a:pt x="3258876" y="1470350"/>
                    <a:pt x="3278542" y="1471106"/>
                    <a:pt x="3290266" y="1482830"/>
                  </a:cubicBezTo>
                  <a:cubicBezTo>
                    <a:pt x="3301990" y="1494554"/>
                    <a:pt x="3303629" y="1486738"/>
                    <a:pt x="3298838" y="1478166"/>
                  </a:cubicBezTo>
                  <a:cubicBezTo>
                    <a:pt x="3294300" y="1469467"/>
                    <a:pt x="3279298" y="1406687"/>
                    <a:pt x="3270726" y="1383995"/>
                  </a:cubicBezTo>
                  <a:close/>
                  <a:moveTo>
                    <a:pt x="803003" y="50858"/>
                  </a:moveTo>
                  <a:cubicBezTo>
                    <a:pt x="813970" y="58674"/>
                    <a:pt x="772369" y="56278"/>
                    <a:pt x="766948" y="64220"/>
                  </a:cubicBezTo>
                  <a:cubicBezTo>
                    <a:pt x="761527" y="72036"/>
                    <a:pt x="737323" y="69263"/>
                    <a:pt x="741861" y="78340"/>
                  </a:cubicBezTo>
                  <a:cubicBezTo>
                    <a:pt x="746526" y="87795"/>
                    <a:pt x="785732" y="88551"/>
                    <a:pt x="785732" y="80735"/>
                  </a:cubicBezTo>
                  <a:cubicBezTo>
                    <a:pt x="785732" y="72919"/>
                    <a:pt x="806155" y="79979"/>
                    <a:pt x="806911" y="72919"/>
                  </a:cubicBezTo>
                  <a:cubicBezTo>
                    <a:pt x="807667" y="65859"/>
                    <a:pt x="816366" y="58043"/>
                    <a:pt x="838301" y="56404"/>
                  </a:cubicBezTo>
                  <a:cubicBezTo>
                    <a:pt x="860237" y="54892"/>
                    <a:pt x="860237" y="46950"/>
                    <a:pt x="839814" y="37621"/>
                  </a:cubicBezTo>
                  <a:cubicBezTo>
                    <a:pt x="819517" y="28166"/>
                    <a:pt x="792035" y="43042"/>
                    <a:pt x="803003" y="50858"/>
                  </a:cubicBezTo>
                  <a:close/>
                  <a:moveTo>
                    <a:pt x="769344" y="684839"/>
                  </a:moveTo>
                  <a:cubicBezTo>
                    <a:pt x="790523" y="704505"/>
                    <a:pt x="808550" y="676266"/>
                    <a:pt x="818761" y="674627"/>
                  </a:cubicBezTo>
                  <a:cubicBezTo>
                    <a:pt x="828972" y="673115"/>
                    <a:pt x="812458" y="662021"/>
                    <a:pt x="795187" y="657356"/>
                  </a:cubicBezTo>
                  <a:cubicBezTo>
                    <a:pt x="777916" y="652692"/>
                    <a:pt x="753333" y="670089"/>
                    <a:pt x="769344" y="684839"/>
                  </a:cubicBezTo>
                  <a:close/>
                  <a:moveTo>
                    <a:pt x="4528099" y="818594"/>
                  </a:moveTo>
                  <a:cubicBezTo>
                    <a:pt x="4520283" y="815820"/>
                    <a:pt x="4495196" y="799810"/>
                    <a:pt x="4488893" y="790733"/>
                  </a:cubicBezTo>
                  <a:cubicBezTo>
                    <a:pt x="4482589" y="781657"/>
                    <a:pt x="4452460" y="777370"/>
                    <a:pt x="4452460" y="782035"/>
                  </a:cubicBezTo>
                  <a:cubicBezTo>
                    <a:pt x="4452460" y="786699"/>
                    <a:pt x="4442627" y="780900"/>
                    <a:pt x="4440358" y="775731"/>
                  </a:cubicBezTo>
                  <a:cubicBezTo>
                    <a:pt x="4437963" y="770689"/>
                    <a:pt x="4406194" y="769806"/>
                    <a:pt x="4405815" y="775353"/>
                  </a:cubicBezTo>
                  <a:cubicBezTo>
                    <a:pt x="4405438" y="780900"/>
                    <a:pt x="4413254" y="781278"/>
                    <a:pt x="4417918" y="787582"/>
                  </a:cubicBezTo>
                  <a:cubicBezTo>
                    <a:pt x="4422582" y="793885"/>
                    <a:pt x="4411615" y="797415"/>
                    <a:pt x="4414010" y="804474"/>
                  </a:cubicBezTo>
                  <a:cubicBezTo>
                    <a:pt x="4416405" y="811534"/>
                    <a:pt x="4402286" y="800944"/>
                    <a:pt x="4397117" y="797036"/>
                  </a:cubicBezTo>
                  <a:cubicBezTo>
                    <a:pt x="4392075" y="793129"/>
                    <a:pt x="4394344" y="777749"/>
                    <a:pt x="4395983" y="769932"/>
                  </a:cubicBezTo>
                  <a:cubicBezTo>
                    <a:pt x="4397622" y="762117"/>
                    <a:pt x="4386906" y="763629"/>
                    <a:pt x="4385772" y="755813"/>
                  </a:cubicBezTo>
                  <a:cubicBezTo>
                    <a:pt x="4384637" y="747997"/>
                    <a:pt x="4349339" y="731861"/>
                    <a:pt x="4334337" y="725558"/>
                  </a:cubicBezTo>
                  <a:cubicBezTo>
                    <a:pt x="4319461" y="719254"/>
                    <a:pt x="4300173" y="713834"/>
                    <a:pt x="4295131" y="705891"/>
                  </a:cubicBezTo>
                  <a:cubicBezTo>
                    <a:pt x="4290088" y="698075"/>
                    <a:pt x="4263362" y="697319"/>
                    <a:pt x="4253151" y="686604"/>
                  </a:cubicBezTo>
                  <a:cubicBezTo>
                    <a:pt x="4242940" y="676014"/>
                    <a:pt x="4198187" y="657230"/>
                    <a:pt x="4179024" y="655970"/>
                  </a:cubicBezTo>
                  <a:cubicBezTo>
                    <a:pt x="4159863" y="654835"/>
                    <a:pt x="4164149" y="644246"/>
                    <a:pt x="4154694" y="645758"/>
                  </a:cubicBezTo>
                  <a:cubicBezTo>
                    <a:pt x="4145239" y="647397"/>
                    <a:pt x="4104898" y="645380"/>
                    <a:pt x="4092292" y="643363"/>
                  </a:cubicBezTo>
                  <a:cubicBezTo>
                    <a:pt x="4079685" y="641472"/>
                    <a:pt x="4077038" y="650801"/>
                    <a:pt x="4067961" y="647271"/>
                  </a:cubicBezTo>
                  <a:cubicBezTo>
                    <a:pt x="4058885" y="643741"/>
                    <a:pt x="4012241" y="626849"/>
                    <a:pt x="4006694" y="633152"/>
                  </a:cubicBezTo>
                  <a:cubicBezTo>
                    <a:pt x="4001273" y="639455"/>
                    <a:pt x="4003542" y="648406"/>
                    <a:pt x="3998121" y="650045"/>
                  </a:cubicBezTo>
                  <a:cubicBezTo>
                    <a:pt x="3992701" y="651557"/>
                    <a:pt x="3998121" y="659500"/>
                    <a:pt x="4011106" y="671224"/>
                  </a:cubicBezTo>
                  <a:cubicBezTo>
                    <a:pt x="4024091" y="682948"/>
                    <a:pt x="4016149" y="692024"/>
                    <a:pt x="4004425" y="697067"/>
                  </a:cubicBezTo>
                  <a:cubicBezTo>
                    <a:pt x="3992701" y="702110"/>
                    <a:pt x="3973791" y="692276"/>
                    <a:pt x="3967992" y="683326"/>
                  </a:cubicBezTo>
                  <a:cubicBezTo>
                    <a:pt x="3962067" y="674375"/>
                    <a:pt x="3946056" y="678157"/>
                    <a:pt x="3942148" y="666433"/>
                  </a:cubicBezTo>
                  <a:cubicBezTo>
                    <a:pt x="3938241" y="654709"/>
                    <a:pt x="3946813" y="652692"/>
                    <a:pt x="3954755" y="659373"/>
                  </a:cubicBezTo>
                  <a:cubicBezTo>
                    <a:pt x="3962571" y="666055"/>
                    <a:pt x="3973161" y="660508"/>
                    <a:pt x="3974421" y="651936"/>
                  </a:cubicBezTo>
                  <a:cubicBezTo>
                    <a:pt x="3975555" y="643363"/>
                    <a:pt x="3953242" y="637438"/>
                    <a:pt x="3941014" y="638195"/>
                  </a:cubicBezTo>
                  <a:cubicBezTo>
                    <a:pt x="3928912" y="638951"/>
                    <a:pt x="3922230" y="655844"/>
                    <a:pt x="3909624" y="662903"/>
                  </a:cubicBezTo>
                  <a:cubicBezTo>
                    <a:pt x="3897017" y="669963"/>
                    <a:pt x="3848482" y="660130"/>
                    <a:pt x="3843313" y="655465"/>
                  </a:cubicBezTo>
                  <a:cubicBezTo>
                    <a:pt x="3838271" y="650801"/>
                    <a:pt x="3770322" y="655465"/>
                    <a:pt x="3763262" y="660130"/>
                  </a:cubicBezTo>
                  <a:cubicBezTo>
                    <a:pt x="3756203" y="664794"/>
                    <a:pt x="3761245" y="683326"/>
                    <a:pt x="3757715" y="684839"/>
                  </a:cubicBezTo>
                  <a:cubicBezTo>
                    <a:pt x="3754185" y="686351"/>
                    <a:pt x="3750656" y="663660"/>
                    <a:pt x="3750656" y="659373"/>
                  </a:cubicBezTo>
                  <a:cubicBezTo>
                    <a:pt x="3750656" y="655087"/>
                    <a:pt x="3742461" y="651936"/>
                    <a:pt x="3730233" y="651936"/>
                  </a:cubicBezTo>
                  <a:cubicBezTo>
                    <a:pt x="3718131" y="651936"/>
                    <a:pt x="3711071" y="651557"/>
                    <a:pt x="3716114" y="646389"/>
                  </a:cubicBezTo>
                  <a:cubicBezTo>
                    <a:pt x="3721282" y="641346"/>
                    <a:pt x="3711450" y="636177"/>
                    <a:pt x="3720778" y="629496"/>
                  </a:cubicBezTo>
                  <a:cubicBezTo>
                    <a:pt x="3730233" y="622815"/>
                    <a:pt x="3703507" y="602014"/>
                    <a:pt x="3677664" y="591803"/>
                  </a:cubicBezTo>
                  <a:cubicBezTo>
                    <a:pt x="3651820" y="581591"/>
                    <a:pt x="3592948" y="587516"/>
                    <a:pt x="3577190" y="592181"/>
                  </a:cubicBezTo>
                  <a:cubicBezTo>
                    <a:pt x="3561558" y="596845"/>
                    <a:pt x="3530168" y="595332"/>
                    <a:pt x="3515166" y="595711"/>
                  </a:cubicBezTo>
                  <a:cubicBezTo>
                    <a:pt x="3500291" y="596089"/>
                    <a:pt x="3512392" y="589786"/>
                    <a:pt x="3508107" y="582726"/>
                  </a:cubicBezTo>
                  <a:cubicBezTo>
                    <a:pt x="3503820" y="575666"/>
                    <a:pt x="3478229" y="567094"/>
                    <a:pt x="3474699" y="572893"/>
                  </a:cubicBezTo>
                  <a:cubicBezTo>
                    <a:pt x="3471170" y="578818"/>
                    <a:pt x="3464488" y="572893"/>
                    <a:pt x="3464488" y="568607"/>
                  </a:cubicBezTo>
                  <a:cubicBezTo>
                    <a:pt x="3464488" y="564320"/>
                    <a:pt x="3440536" y="555622"/>
                    <a:pt x="3431081" y="557639"/>
                  </a:cubicBezTo>
                  <a:cubicBezTo>
                    <a:pt x="3421626" y="559530"/>
                    <a:pt x="3417340" y="548941"/>
                    <a:pt x="3428307" y="548941"/>
                  </a:cubicBezTo>
                  <a:cubicBezTo>
                    <a:pt x="3439275" y="548941"/>
                    <a:pt x="3458185" y="551336"/>
                    <a:pt x="3449865" y="538729"/>
                  </a:cubicBezTo>
                  <a:cubicBezTo>
                    <a:pt x="3441670" y="526123"/>
                    <a:pt x="3371074" y="522215"/>
                    <a:pt x="3364392" y="524610"/>
                  </a:cubicBezTo>
                  <a:cubicBezTo>
                    <a:pt x="3357711" y="527005"/>
                    <a:pt x="3364014" y="535956"/>
                    <a:pt x="3348634" y="550453"/>
                  </a:cubicBezTo>
                  <a:cubicBezTo>
                    <a:pt x="3333381" y="564951"/>
                    <a:pt x="3318379" y="555118"/>
                    <a:pt x="3320396" y="548058"/>
                  </a:cubicBezTo>
                  <a:cubicBezTo>
                    <a:pt x="3322412" y="540998"/>
                    <a:pt x="3341197" y="542133"/>
                    <a:pt x="3341197" y="535073"/>
                  </a:cubicBezTo>
                  <a:cubicBezTo>
                    <a:pt x="3341197" y="528014"/>
                    <a:pt x="3315353" y="531922"/>
                    <a:pt x="3311445" y="525997"/>
                  </a:cubicBezTo>
                  <a:cubicBezTo>
                    <a:pt x="3307537" y="520072"/>
                    <a:pt x="3316865" y="516164"/>
                    <a:pt x="3326320" y="518937"/>
                  </a:cubicBezTo>
                  <a:cubicBezTo>
                    <a:pt x="3335775" y="521710"/>
                    <a:pt x="3352164" y="523223"/>
                    <a:pt x="3353047" y="518937"/>
                  </a:cubicBezTo>
                  <a:cubicBezTo>
                    <a:pt x="3353803" y="514651"/>
                    <a:pt x="3343213" y="513894"/>
                    <a:pt x="3327581" y="511121"/>
                  </a:cubicBezTo>
                  <a:cubicBezTo>
                    <a:pt x="3311823" y="508348"/>
                    <a:pt x="3273878" y="499397"/>
                    <a:pt x="3253833" y="501288"/>
                  </a:cubicBezTo>
                  <a:cubicBezTo>
                    <a:pt x="3233789" y="503305"/>
                    <a:pt x="3224838" y="493850"/>
                    <a:pt x="3213871" y="493094"/>
                  </a:cubicBezTo>
                  <a:cubicBezTo>
                    <a:pt x="3202903" y="492337"/>
                    <a:pt x="3202903" y="499019"/>
                    <a:pt x="3207946" y="505196"/>
                  </a:cubicBezTo>
                  <a:cubicBezTo>
                    <a:pt x="3212988" y="511499"/>
                    <a:pt x="3197356" y="515407"/>
                    <a:pt x="3184372" y="513390"/>
                  </a:cubicBezTo>
                  <a:cubicBezTo>
                    <a:pt x="3171387" y="511373"/>
                    <a:pt x="3152603" y="520450"/>
                    <a:pt x="3160041" y="529905"/>
                  </a:cubicBezTo>
                  <a:cubicBezTo>
                    <a:pt x="3167479" y="539360"/>
                    <a:pt x="3174917" y="527131"/>
                    <a:pt x="3181220" y="530283"/>
                  </a:cubicBezTo>
                  <a:cubicBezTo>
                    <a:pt x="3187523" y="533435"/>
                    <a:pt x="3164706" y="540116"/>
                    <a:pt x="3174161" y="544402"/>
                  </a:cubicBezTo>
                  <a:cubicBezTo>
                    <a:pt x="3183615" y="548688"/>
                    <a:pt x="3181977" y="557765"/>
                    <a:pt x="3182354" y="562429"/>
                  </a:cubicBezTo>
                  <a:cubicBezTo>
                    <a:pt x="3182733" y="567094"/>
                    <a:pt x="3166596" y="569489"/>
                    <a:pt x="3160798" y="562429"/>
                  </a:cubicBezTo>
                  <a:cubicBezTo>
                    <a:pt x="3154872" y="555370"/>
                    <a:pt x="3146678" y="561673"/>
                    <a:pt x="3135710" y="560917"/>
                  </a:cubicBezTo>
                  <a:cubicBezTo>
                    <a:pt x="3124742" y="560160"/>
                    <a:pt x="3116423" y="565203"/>
                    <a:pt x="3128273" y="566842"/>
                  </a:cubicBezTo>
                  <a:cubicBezTo>
                    <a:pt x="3139997" y="568355"/>
                    <a:pt x="3143905" y="575792"/>
                    <a:pt x="3128273" y="577431"/>
                  </a:cubicBezTo>
                  <a:cubicBezTo>
                    <a:pt x="3112641" y="578944"/>
                    <a:pt x="3116549" y="562934"/>
                    <a:pt x="3107094" y="564825"/>
                  </a:cubicBezTo>
                  <a:cubicBezTo>
                    <a:pt x="3097639" y="566842"/>
                    <a:pt x="3077216" y="557387"/>
                    <a:pt x="3066249" y="557765"/>
                  </a:cubicBezTo>
                  <a:cubicBezTo>
                    <a:pt x="3055281" y="558143"/>
                    <a:pt x="3050112" y="566842"/>
                    <a:pt x="3035614" y="567976"/>
                  </a:cubicBezTo>
                  <a:cubicBezTo>
                    <a:pt x="3021117" y="569111"/>
                    <a:pt x="3001451" y="560538"/>
                    <a:pt x="2995652" y="552722"/>
                  </a:cubicBezTo>
                  <a:cubicBezTo>
                    <a:pt x="2989727" y="544906"/>
                    <a:pt x="2987836" y="542511"/>
                    <a:pt x="2980776" y="551588"/>
                  </a:cubicBezTo>
                  <a:cubicBezTo>
                    <a:pt x="2973717" y="560665"/>
                    <a:pt x="2973338" y="577809"/>
                    <a:pt x="2966279" y="579070"/>
                  </a:cubicBezTo>
                  <a:cubicBezTo>
                    <a:pt x="2959219" y="580205"/>
                    <a:pt x="2956446" y="595585"/>
                    <a:pt x="2949386" y="599493"/>
                  </a:cubicBezTo>
                  <a:cubicBezTo>
                    <a:pt x="2942327" y="603401"/>
                    <a:pt x="2941948" y="593568"/>
                    <a:pt x="2932872" y="594450"/>
                  </a:cubicBezTo>
                  <a:cubicBezTo>
                    <a:pt x="2923795" y="595206"/>
                    <a:pt x="2894800" y="566968"/>
                    <a:pt x="2893287" y="558774"/>
                  </a:cubicBezTo>
                  <a:cubicBezTo>
                    <a:pt x="2891775" y="550579"/>
                    <a:pt x="2873747" y="534821"/>
                    <a:pt x="2868957" y="531670"/>
                  </a:cubicBezTo>
                  <a:cubicBezTo>
                    <a:pt x="2864292" y="528518"/>
                    <a:pt x="2873621" y="527005"/>
                    <a:pt x="2879547" y="532048"/>
                  </a:cubicBezTo>
                  <a:cubicBezTo>
                    <a:pt x="2885471" y="537090"/>
                    <a:pt x="2892909" y="537090"/>
                    <a:pt x="2898708" y="534065"/>
                  </a:cubicBezTo>
                  <a:cubicBezTo>
                    <a:pt x="2904633" y="530913"/>
                    <a:pt x="2903877" y="516416"/>
                    <a:pt x="2893666" y="516038"/>
                  </a:cubicBezTo>
                  <a:cubicBezTo>
                    <a:pt x="2883455" y="515659"/>
                    <a:pt x="2887363" y="507087"/>
                    <a:pt x="2892531" y="505448"/>
                  </a:cubicBezTo>
                  <a:cubicBezTo>
                    <a:pt x="2897699" y="503935"/>
                    <a:pt x="2880807" y="488555"/>
                    <a:pt x="2886984" y="487043"/>
                  </a:cubicBezTo>
                  <a:cubicBezTo>
                    <a:pt x="2893287" y="485530"/>
                    <a:pt x="2890514" y="478848"/>
                    <a:pt x="2881941" y="477588"/>
                  </a:cubicBezTo>
                  <a:cubicBezTo>
                    <a:pt x="2873369" y="476453"/>
                    <a:pt x="2864292" y="469393"/>
                    <a:pt x="2863914" y="464981"/>
                  </a:cubicBezTo>
                  <a:cubicBezTo>
                    <a:pt x="2863536" y="460695"/>
                    <a:pt x="2827103" y="459056"/>
                    <a:pt x="2828616" y="465359"/>
                  </a:cubicBezTo>
                  <a:cubicBezTo>
                    <a:pt x="2830255" y="471663"/>
                    <a:pt x="2816892" y="469646"/>
                    <a:pt x="2818783" y="464603"/>
                  </a:cubicBezTo>
                  <a:cubicBezTo>
                    <a:pt x="2820800" y="459560"/>
                    <a:pt x="2805798" y="461073"/>
                    <a:pt x="2788527" y="456409"/>
                  </a:cubicBezTo>
                  <a:cubicBezTo>
                    <a:pt x="2771256" y="451744"/>
                    <a:pt x="2770878" y="439516"/>
                    <a:pt x="2764953" y="438760"/>
                  </a:cubicBezTo>
                  <a:cubicBezTo>
                    <a:pt x="2759028" y="438003"/>
                    <a:pt x="2761045" y="455652"/>
                    <a:pt x="2752473" y="451744"/>
                  </a:cubicBezTo>
                  <a:cubicBezTo>
                    <a:pt x="2743901" y="447836"/>
                    <a:pt x="2734446" y="455274"/>
                    <a:pt x="2739110" y="465485"/>
                  </a:cubicBezTo>
                  <a:cubicBezTo>
                    <a:pt x="2743774" y="475697"/>
                    <a:pt x="2739488" y="477210"/>
                    <a:pt x="2738731" y="485530"/>
                  </a:cubicBezTo>
                  <a:cubicBezTo>
                    <a:pt x="2737975" y="493724"/>
                    <a:pt x="2733185" y="490194"/>
                    <a:pt x="2723099" y="486664"/>
                  </a:cubicBezTo>
                  <a:cubicBezTo>
                    <a:pt x="2712888" y="483135"/>
                    <a:pt x="2712888" y="495363"/>
                    <a:pt x="2690953" y="489816"/>
                  </a:cubicBezTo>
                  <a:cubicBezTo>
                    <a:pt x="2669018" y="484269"/>
                    <a:pt x="2659184" y="490194"/>
                    <a:pt x="2655276" y="483135"/>
                  </a:cubicBezTo>
                  <a:cubicBezTo>
                    <a:pt x="2651368" y="476075"/>
                    <a:pt x="2644687" y="475319"/>
                    <a:pt x="2643931" y="481118"/>
                  </a:cubicBezTo>
                  <a:cubicBezTo>
                    <a:pt x="2643175" y="487043"/>
                    <a:pt x="2609389" y="484647"/>
                    <a:pt x="2606616" y="475949"/>
                  </a:cubicBezTo>
                  <a:cubicBezTo>
                    <a:pt x="2603842" y="467376"/>
                    <a:pt x="2612540" y="465738"/>
                    <a:pt x="2617583" y="463468"/>
                  </a:cubicBezTo>
                  <a:cubicBezTo>
                    <a:pt x="2622626" y="461073"/>
                    <a:pt x="2612036" y="457543"/>
                    <a:pt x="2593630" y="458804"/>
                  </a:cubicBezTo>
                  <a:cubicBezTo>
                    <a:pt x="2575225" y="459939"/>
                    <a:pt x="2563375" y="449349"/>
                    <a:pt x="2544592" y="451366"/>
                  </a:cubicBezTo>
                  <a:cubicBezTo>
                    <a:pt x="2525682" y="453383"/>
                    <a:pt x="2483828" y="457291"/>
                    <a:pt x="2477903" y="460065"/>
                  </a:cubicBezTo>
                  <a:cubicBezTo>
                    <a:pt x="2471978" y="462838"/>
                    <a:pt x="2483450" y="473428"/>
                    <a:pt x="2474373" y="474184"/>
                  </a:cubicBezTo>
                  <a:cubicBezTo>
                    <a:pt x="2465423" y="474940"/>
                    <a:pt x="2471600" y="456913"/>
                    <a:pt x="2470087" y="448341"/>
                  </a:cubicBezTo>
                  <a:cubicBezTo>
                    <a:pt x="2468574" y="439642"/>
                    <a:pt x="2454833" y="438508"/>
                    <a:pt x="2456724" y="445189"/>
                  </a:cubicBezTo>
                  <a:cubicBezTo>
                    <a:pt x="2458741" y="451870"/>
                    <a:pt x="2435167" y="454266"/>
                    <a:pt x="2429242" y="449097"/>
                  </a:cubicBezTo>
                  <a:cubicBezTo>
                    <a:pt x="2423317" y="444054"/>
                    <a:pt x="2413988" y="437373"/>
                    <a:pt x="2398608" y="433465"/>
                  </a:cubicBezTo>
                  <a:cubicBezTo>
                    <a:pt x="2383354" y="429557"/>
                    <a:pt x="2364444" y="446071"/>
                    <a:pt x="2368857" y="450736"/>
                  </a:cubicBezTo>
                  <a:cubicBezTo>
                    <a:pt x="2373143" y="455400"/>
                    <a:pt x="2384489" y="451870"/>
                    <a:pt x="2384867" y="455022"/>
                  </a:cubicBezTo>
                  <a:cubicBezTo>
                    <a:pt x="2385623" y="461451"/>
                    <a:pt x="2352343" y="458930"/>
                    <a:pt x="2352343" y="464477"/>
                  </a:cubicBezTo>
                  <a:cubicBezTo>
                    <a:pt x="2352343" y="470024"/>
                    <a:pt x="2321330" y="477462"/>
                    <a:pt x="2311875" y="478596"/>
                  </a:cubicBezTo>
                  <a:cubicBezTo>
                    <a:pt x="2286032" y="481874"/>
                    <a:pt x="2280485" y="481748"/>
                    <a:pt x="2268383" y="491959"/>
                  </a:cubicBezTo>
                  <a:cubicBezTo>
                    <a:pt x="2256281" y="502170"/>
                    <a:pt x="2265610" y="482882"/>
                    <a:pt x="2275065" y="473554"/>
                  </a:cubicBezTo>
                  <a:cubicBezTo>
                    <a:pt x="2284520" y="464099"/>
                    <a:pt x="2294226" y="468007"/>
                    <a:pt x="2299773" y="460569"/>
                  </a:cubicBezTo>
                  <a:cubicBezTo>
                    <a:pt x="2305320" y="453131"/>
                    <a:pt x="2313892" y="453887"/>
                    <a:pt x="2328768" y="451492"/>
                  </a:cubicBezTo>
                  <a:cubicBezTo>
                    <a:pt x="2343644" y="449097"/>
                    <a:pt x="2342888" y="440525"/>
                    <a:pt x="2349947" y="437373"/>
                  </a:cubicBezTo>
                  <a:cubicBezTo>
                    <a:pt x="2357007" y="434221"/>
                    <a:pt x="2374278" y="427540"/>
                    <a:pt x="2377429" y="420480"/>
                  </a:cubicBezTo>
                  <a:cubicBezTo>
                    <a:pt x="2380581" y="413421"/>
                    <a:pt x="2415879" y="401697"/>
                    <a:pt x="2422939" y="402075"/>
                  </a:cubicBezTo>
                  <a:cubicBezTo>
                    <a:pt x="2429998" y="402453"/>
                    <a:pt x="2431511" y="387955"/>
                    <a:pt x="2435419" y="387955"/>
                  </a:cubicBezTo>
                  <a:cubicBezTo>
                    <a:pt x="2439327" y="387955"/>
                    <a:pt x="2459749" y="379005"/>
                    <a:pt x="2467565" y="375349"/>
                  </a:cubicBezTo>
                  <a:cubicBezTo>
                    <a:pt x="2475381" y="371819"/>
                    <a:pt x="2479290" y="364381"/>
                    <a:pt x="2479668" y="359213"/>
                  </a:cubicBezTo>
                  <a:cubicBezTo>
                    <a:pt x="2480046" y="354170"/>
                    <a:pt x="2469078" y="354926"/>
                    <a:pt x="2467944" y="350136"/>
                  </a:cubicBezTo>
                  <a:cubicBezTo>
                    <a:pt x="2466809" y="345472"/>
                    <a:pt x="2472987" y="348623"/>
                    <a:pt x="2481307" y="345472"/>
                  </a:cubicBezTo>
                  <a:cubicBezTo>
                    <a:pt x="2489501" y="342320"/>
                    <a:pt x="2481307" y="331352"/>
                    <a:pt x="2474625" y="333369"/>
                  </a:cubicBezTo>
                  <a:cubicBezTo>
                    <a:pt x="2467944" y="335386"/>
                    <a:pt x="2478155" y="327444"/>
                    <a:pt x="2472230" y="320385"/>
                  </a:cubicBezTo>
                  <a:cubicBezTo>
                    <a:pt x="2466305" y="313325"/>
                    <a:pt x="2454581" y="324671"/>
                    <a:pt x="2454959" y="317233"/>
                  </a:cubicBezTo>
                  <a:cubicBezTo>
                    <a:pt x="2455337" y="309795"/>
                    <a:pt x="2454203" y="300340"/>
                    <a:pt x="2449412" y="295676"/>
                  </a:cubicBezTo>
                  <a:cubicBezTo>
                    <a:pt x="2444748" y="291011"/>
                    <a:pt x="2436049" y="303870"/>
                    <a:pt x="2426343" y="296432"/>
                  </a:cubicBezTo>
                  <a:cubicBezTo>
                    <a:pt x="2416509" y="288994"/>
                    <a:pt x="2387893" y="284330"/>
                    <a:pt x="2387893" y="287356"/>
                  </a:cubicBezTo>
                  <a:cubicBezTo>
                    <a:pt x="2387893" y="290381"/>
                    <a:pt x="2374152" y="282691"/>
                    <a:pt x="2371378" y="285843"/>
                  </a:cubicBezTo>
                  <a:cubicBezTo>
                    <a:pt x="2368605" y="288994"/>
                    <a:pt x="2345913" y="288616"/>
                    <a:pt x="2338854" y="286599"/>
                  </a:cubicBezTo>
                  <a:cubicBezTo>
                    <a:pt x="2331794" y="284708"/>
                    <a:pt x="2321960" y="289373"/>
                    <a:pt x="2321583" y="296432"/>
                  </a:cubicBezTo>
                  <a:cubicBezTo>
                    <a:pt x="2321204" y="303492"/>
                    <a:pt x="2293344" y="300718"/>
                    <a:pt x="2288301" y="299584"/>
                  </a:cubicBezTo>
                  <a:cubicBezTo>
                    <a:pt x="2283258" y="298449"/>
                    <a:pt x="2307589" y="278405"/>
                    <a:pt x="2307589" y="274875"/>
                  </a:cubicBezTo>
                  <a:cubicBezTo>
                    <a:pt x="2307589" y="271345"/>
                    <a:pt x="2266366" y="275632"/>
                    <a:pt x="2263971" y="271723"/>
                  </a:cubicBezTo>
                  <a:cubicBezTo>
                    <a:pt x="2261576" y="267816"/>
                    <a:pt x="2241657" y="266555"/>
                    <a:pt x="2232581" y="267059"/>
                  </a:cubicBezTo>
                  <a:cubicBezTo>
                    <a:pt x="2223504" y="267437"/>
                    <a:pt x="2232202" y="264664"/>
                    <a:pt x="2240397" y="263907"/>
                  </a:cubicBezTo>
                  <a:cubicBezTo>
                    <a:pt x="2248591" y="263151"/>
                    <a:pt x="2256029" y="256091"/>
                    <a:pt x="2265105" y="254453"/>
                  </a:cubicBezTo>
                  <a:cubicBezTo>
                    <a:pt x="2274056" y="252940"/>
                    <a:pt x="2272165" y="249788"/>
                    <a:pt x="2268257" y="244241"/>
                  </a:cubicBezTo>
                  <a:cubicBezTo>
                    <a:pt x="2264349" y="238821"/>
                    <a:pt x="2254894" y="241468"/>
                    <a:pt x="2245817" y="238821"/>
                  </a:cubicBezTo>
                  <a:cubicBezTo>
                    <a:pt x="2236867" y="236047"/>
                    <a:pt x="2225773" y="232139"/>
                    <a:pt x="2217957" y="231761"/>
                  </a:cubicBezTo>
                  <a:cubicBezTo>
                    <a:pt x="2210141" y="231383"/>
                    <a:pt x="2201442" y="235669"/>
                    <a:pt x="2183037" y="239199"/>
                  </a:cubicBezTo>
                  <a:cubicBezTo>
                    <a:pt x="2164632" y="242729"/>
                    <a:pt x="2162993" y="256848"/>
                    <a:pt x="2153664" y="261134"/>
                  </a:cubicBezTo>
                  <a:cubicBezTo>
                    <a:pt x="2144209" y="265420"/>
                    <a:pt x="2127821" y="282691"/>
                    <a:pt x="2135637" y="284330"/>
                  </a:cubicBezTo>
                  <a:cubicBezTo>
                    <a:pt x="2143453" y="285969"/>
                    <a:pt x="2139545" y="290633"/>
                    <a:pt x="2140679" y="295676"/>
                  </a:cubicBezTo>
                  <a:cubicBezTo>
                    <a:pt x="2141814" y="300718"/>
                    <a:pt x="2134754" y="301979"/>
                    <a:pt x="2125803" y="300340"/>
                  </a:cubicBezTo>
                  <a:cubicBezTo>
                    <a:pt x="2116853" y="298827"/>
                    <a:pt x="2084958" y="299206"/>
                    <a:pt x="2085337" y="305887"/>
                  </a:cubicBezTo>
                  <a:cubicBezTo>
                    <a:pt x="2085715" y="312569"/>
                    <a:pt x="2103742" y="315720"/>
                    <a:pt x="2102608" y="319250"/>
                  </a:cubicBezTo>
                  <a:cubicBezTo>
                    <a:pt x="2101473" y="322780"/>
                    <a:pt x="2088866" y="318872"/>
                    <a:pt x="2082563" y="315342"/>
                  </a:cubicBezTo>
                  <a:cubicBezTo>
                    <a:pt x="2076260" y="311812"/>
                    <a:pt x="2062141" y="313703"/>
                    <a:pt x="2059367" y="320385"/>
                  </a:cubicBezTo>
                  <a:cubicBezTo>
                    <a:pt x="2056594" y="327066"/>
                    <a:pt x="2045626" y="325427"/>
                    <a:pt x="2042096" y="323914"/>
                  </a:cubicBezTo>
                  <a:cubicBezTo>
                    <a:pt x="2038566" y="322402"/>
                    <a:pt x="2030750" y="327066"/>
                    <a:pt x="2024825" y="325049"/>
                  </a:cubicBezTo>
                  <a:cubicBezTo>
                    <a:pt x="2018900" y="323032"/>
                    <a:pt x="2036549" y="314460"/>
                    <a:pt x="2032263" y="310173"/>
                  </a:cubicBezTo>
                  <a:cubicBezTo>
                    <a:pt x="2027977" y="305887"/>
                    <a:pt x="2009067" y="309795"/>
                    <a:pt x="2007176" y="316855"/>
                  </a:cubicBezTo>
                  <a:cubicBezTo>
                    <a:pt x="2005159" y="323914"/>
                    <a:pt x="1993814" y="311812"/>
                    <a:pt x="1989527" y="314081"/>
                  </a:cubicBezTo>
                  <a:cubicBezTo>
                    <a:pt x="1985241" y="316477"/>
                    <a:pt x="1980576" y="319124"/>
                    <a:pt x="1972256" y="322654"/>
                  </a:cubicBezTo>
                  <a:cubicBezTo>
                    <a:pt x="1964062" y="326184"/>
                    <a:pt x="1949942" y="318746"/>
                    <a:pt x="1946791" y="325049"/>
                  </a:cubicBezTo>
                  <a:cubicBezTo>
                    <a:pt x="1943639" y="331352"/>
                    <a:pt x="1962549" y="333243"/>
                    <a:pt x="1962927" y="336017"/>
                  </a:cubicBezTo>
                  <a:cubicBezTo>
                    <a:pt x="1963305" y="338790"/>
                    <a:pt x="1920191" y="338412"/>
                    <a:pt x="1918931" y="342698"/>
                  </a:cubicBezTo>
                  <a:cubicBezTo>
                    <a:pt x="1917796" y="346984"/>
                    <a:pt x="1903173" y="346984"/>
                    <a:pt x="1885523" y="347363"/>
                  </a:cubicBezTo>
                  <a:cubicBezTo>
                    <a:pt x="1867875" y="347741"/>
                    <a:pt x="1874934" y="356439"/>
                    <a:pt x="1860814" y="359087"/>
                  </a:cubicBezTo>
                  <a:cubicBezTo>
                    <a:pt x="1846695" y="361860"/>
                    <a:pt x="1840392" y="362238"/>
                    <a:pt x="1835727" y="369298"/>
                  </a:cubicBezTo>
                  <a:cubicBezTo>
                    <a:pt x="1831063" y="376357"/>
                    <a:pt x="1819969" y="377492"/>
                    <a:pt x="1815305" y="372071"/>
                  </a:cubicBezTo>
                  <a:cubicBezTo>
                    <a:pt x="1810641" y="366524"/>
                    <a:pt x="1797656" y="374845"/>
                    <a:pt x="1804716" y="375601"/>
                  </a:cubicBezTo>
                  <a:cubicBezTo>
                    <a:pt x="1811776" y="376357"/>
                    <a:pt x="1805094" y="383417"/>
                    <a:pt x="1800808" y="381904"/>
                  </a:cubicBezTo>
                  <a:cubicBezTo>
                    <a:pt x="1796521" y="380392"/>
                    <a:pt x="1783915" y="389342"/>
                    <a:pt x="1790975" y="388586"/>
                  </a:cubicBezTo>
                  <a:cubicBezTo>
                    <a:pt x="1798034" y="387829"/>
                    <a:pt x="1801564" y="393628"/>
                    <a:pt x="1798034" y="398041"/>
                  </a:cubicBezTo>
                  <a:cubicBezTo>
                    <a:pt x="1794505" y="402327"/>
                    <a:pt x="1779251" y="392998"/>
                    <a:pt x="1775216" y="396906"/>
                  </a:cubicBezTo>
                  <a:cubicBezTo>
                    <a:pt x="1771308" y="400814"/>
                    <a:pt x="1782655" y="405983"/>
                    <a:pt x="1789714" y="405100"/>
                  </a:cubicBezTo>
                  <a:cubicBezTo>
                    <a:pt x="1796774" y="404344"/>
                    <a:pt x="1800682" y="409008"/>
                    <a:pt x="1801438" y="414177"/>
                  </a:cubicBezTo>
                  <a:cubicBezTo>
                    <a:pt x="1802195" y="419220"/>
                    <a:pt x="1784924" y="411025"/>
                    <a:pt x="1781393" y="415312"/>
                  </a:cubicBezTo>
                  <a:cubicBezTo>
                    <a:pt x="1777864" y="419598"/>
                    <a:pt x="1784167" y="421615"/>
                    <a:pt x="1791605" y="422371"/>
                  </a:cubicBezTo>
                  <a:cubicBezTo>
                    <a:pt x="1799043" y="423128"/>
                    <a:pt x="1793622" y="425901"/>
                    <a:pt x="1800303" y="431826"/>
                  </a:cubicBezTo>
                  <a:cubicBezTo>
                    <a:pt x="1800808" y="432330"/>
                    <a:pt x="1801186" y="432709"/>
                    <a:pt x="1801564" y="433087"/>
                  </a:cubicBezTo>
                  <a:cubicBezTo>
                    <a:pt x="1805599" y="438003"/>
                    <a:pt x="1798034" y="439642"/>
                    <a:pt x="1798791" y="444307"/>
                  </a:cubicBezTo>
                  <a:cubicBezTo>
                    <a:pt x="1799547" y="449475"/>
                    <a:pt x="1791353" y="451366"/>
                    <a:pt x="1791353" y="446702"/>
                  </a:cubicBezTo>
                  <a:cubicBezTo>
                    <a:pt x="1791353" y="442037"/>
                    <a:pt x="1770552" y="440399"/>
                    <a:pt x="1766266" y="445567"/>
                  </a:cubicBezTo>
                  <a:cubicBezTo>
                    <a:pt x="1761980" y="450736"/>
                    <a:pt x="1758828" y="454644"/>
                    <a:pt x="1753659" y="449853"/>
                  </a:cubicBezTo>
                  <a:cubicBezTo>
                    <a:pt x="1748617" y="445189"/>
                    <a:pt x="1733615" y="450988"/>
                    <a:pt x="1714453" y="451870"/>
                  </a:cubicBezTo>
                  <a:cubicBezTo>
                    <a:pt x="1695292" y="452627"/>
                    <a:pt x="1655581" y="454266"/>
                    <a:pt x="1645747" y="457795"/>
                  </a:cubicBezTo>
                  <a:cubicBezTo>
                    <a:pt x="1635915" y="461325"/>
                    <a:pt x="1627720" y="475066"/>
                    <a:pt x="1636671" y="484017"/>
                  </a:cubicBezTo>
                  <a:cubicBezTo>
                    <a:pt x="1645747" y="493094"/>
                    <a:pt x="1637049" y="497002"/>
                    <a:pt x="1637049" y="502801"/>
                  </a:cubicBezTo>
                  <a:cubicBezTo>
                    <a:pt x="1637049" y="508726"/>
                    <a:pt x="1660624" y="520828"/>
                    <a:pt x="1673104" y="521963"/>
                  </a:cubicBezTo>
                  <a:cubicBezTo>
                    <a:pt x="1685711" y="523097"/>
                    <a:pt x="1695796" y="538477"/>
                    <a:pt x="1688357" y="547806"/>
                  </a:cubicBezTo>
                  <a:cubicBezTo>
                    <a:pt x="1680920" y="557261"/>
                    <a:pt x="1658102" y="545032"/>
                    <a:pt x="1643227" y="533308"/>
                  </a:cubicBezTo>
                  <a:cubicBezTo>
                    <a:pt x="1628351" y="521584"/>
                    <a:pt x="1593809" y="516794"/>
                    <a:pt x="1582463" y="517676"/>
                  </a:cubicBezTo>
                  <a:cubicBezTo>
                    <a:pt x="1571117" y="518433"/>
                    <a:pt x="1577799" y="507465"/>
                    <a:pt x="1563301" y="507843"/>
                  </a:cubicBezTo>
                  <a:cubicBezTo>
                    <a:pt x="1548803" y="508222"/>
                    <a:pt x="1536575" y="521206"/>
                    <a:pt x="1546409" y="521206"/>
                  </a:cubicBezTo>
                  <a:cubicBezTo>
                    <a:pt x="1556242" y="521206"/>
                    <a:pt x="1562545" y="520450"/>
                    <a:pt x="1557376" y="525114"/>
                  </a:cubicBezTo>
                  <a:cubicBezTo>
                    <a:pt x="1552334" y="529779"/>
                    <a:pt x="1560149" y="528644"/>
                    <a:pt x="1571873" y="533687"/>
                  </a:cubicBezTo>
                  <a:cubicBezTo>
                    <a:pt x="1583597" y="538855"/>
                    <a:pt x="1562041" y="545915"/>
                    <a:pt x="1549938" y="537595"/>
                  </a:cubicBezTo>
                  <a:cubicBezTo>
                    <a:pt x="1537836" y="529400"/>
                    <a:pt x="1524851" y="537216"/>
                    <a:pt x="1521321" y="543520"/>
                  </a:cubicBezTo>
                  <a:cubicBezTo>
                    <a:pt x="1517792" y="549823"/>
                    <a:pt x="1535440" y="567850"/>
                    <a:pt x="1556620" y="571002"/>
                  </a:cubicBezTo>
                  <a:cubicBezTo>
                    <a:pt x="1577799" y="574154"/>
                    <a:pt x="1570739" y="580835"/>
                    <a:pt x="1580572" y="584365"/>
                  </a:cubicBezTo>
                  <a:cubicBezTo>
                    <a:pt x="1590405" y="587895"/>
                    <a:pt x="1583346" y="591803"/>
                    <a:pt x="1576664" y="592181"/>
                  </a:cubicBezTo>
                  <a:cubicBezTo>
                    <a:pt x="1569983" y="592559"/>
                    <a:pt x="1556620" y="581970"/>
                    <a:pt x="1546030" y="576549"/>
                  </a:cubicBezTo>
                  <a:cubicBezTo>
                    <a:pt x="1535440" y="571002"/>
                    <a:pt x="1506824" y="578944"/>
                    <a:pt x="1500899" y="572641"/>
                  </a:cubicBezTo>
                  <a:cubicBezTo>
                    <a:pt x="1494974" y="566338"/>
                    <a:pt x="1504807" y="560160"/>
                    <a:pt x="1499260" y="555370"/>
                  </a:cubicBezTo>
                  <a:cubicBezTo>
                    <a:pt x="1493713" y="550705"/>
                    <a:pt x="1498504" y="540116"/>
                    <a:pt x="1505563" y="529022"/>
                  </a:cubicBezTo>
                  <a:cubicBezTo>
                    <a:pt x="1512623" y="518055"/>
                    <a:pt x="1504429" y="499271"/>
                    <a:pt x="1494218" y="496119"/>
                  </a:cubicBezTo>
                  <a:cubicBezTo>
                    <a:pt x="1484006" y="492968"/>
                    <a:pt x="1484763" y="503557"/>
                    <a:pt x="1487158" y="506709"/>
                  </a:cubicBezTo>
                  <a:cubicBezTo>
                    <a:pt x="1489553" y="509860"/>
                    <a:pt x="1488292" y="524736"/>
                    <a:pt x="1480476" y="534569"/>
                  </a:cubicBezTo>
                  <a:cubicBezTo>
                    <a:pt x="1472660" y="544402"/>
                    <a:pt x="1448708" y="544402"/>
                    <a:pt x="1448708" y="551084"/>
                  </a:cubicBezTo>
                  <a:cubicBezTo>
                    <a:pt x="1448708" y="557765"/>
                    <a:pt x="1432698" y="562808"/>
                    <a:pt x="1438119" y="567598"/>
                  </a:cubicBezTo>
                  <a:cubicBezTo>
                    <a:pt x="1443666" y="572263"/>
                    <a:pt x="1465223" y="596593"/>
                    <a:pt x="1468375" y="604031"/>
                  </a:cubicBezTo>
                  <a:cubicBezTo>
                    <a:pt x="1471526" y="611469"/>
                    <a:pt x="1449086" y="635043"/>
                    <a:pt x="1452616" y="648784"/>
                  </a:cubicBezTo>
                  <a:cubicBezTo>
                    <a:pt x="1456146" y="662525"/>
                    <a:pt x="1449464" y="668828"/>
                    <a:pt x="1453751" y="675510"/>
                  </a:cubicBezTo>
                  <a:cubicBezTo>
                    <a:pt x="1458037" y="682191"/>
                    <a:pt x="1467870" y="676266"/>
                    <a:pt x="1474173" y="679040"/>
                  </a:cubicBezTo>
                  <a:cubicBezTo>
                    <a:pt x="1480476" y="681813"/>
                    <a:pt x="1490688" y="675132"/>
                    <a:pt x="1505185" y="672358"/>
                  </a:cubicBezTo>
                  <a:cubicBezTo>
                    <a:pt x="1519682" y="669585"/>
                    <a:pt x="1546409" y="684965"/>
                    <a:pt x="1556242" y="689629"/>
                  </a:cubicBezTo>
                  <a:cubicBezTo>
                    <a:pt x="1566075" y="694293"/>
                    <a:pt x="1560906" y="702236"/>
                    <a:pt x="1566075" y="710052"/>
                  </a:cubicBezTo>
                  <a:cubicBezTo>
                    <a:pt x="1571117" y="717868"/>
                    <a:pt x="1554350" y="717868"/>
                    <a:pt x="1553846" y="729718"/>
                  </a:cubicBezTo>
                  <a:cubicBezTo>
                    <a:pt x="1553468" y="741442"/>
                    <a:pt x="1583220" y="746610"/>
                    <a:pt x="1584480" y="750140"/>
                  </a:cubicBezTo>
                  <a:cubicBezTo>
                    <a:pt x="1585615" y="753670"/>
                    <a:pt x="1563301" y="750897"/>
                    <a:pt x="1554603" y="747745"/>
                  </a:cubicBezTo>
                  <a:cubicBezTo>
                    <a:pt x="1546030" y="744593"/>
                    <a:pt x="1545148" y="733248"/>
                    <a:pt x="1542500" y="730852"/>
                  </a:cubicBezTo>
                  <a:cubicBezTo>
                    <a:pt x="1539727" y="728457"/>
                    <a:pt x="1548426" y="719128"/>
                    <a:pt x="1549182" y="711564"/>
                  </a:cubicBezTo>
                  <a:cubicBezTo>
                    <a:pt x="1549938" y="704127"/>
                    <a:pt x="1539348" y="699840"/>
                    <a:pt x="1535819" y="694672"/>
                  </a:cubicBezTo>
                  <a:cubicBezTo>
                    <a:pt x="1532289" y="689629"/>
                    <a:pt x="1525986" y="682065"/>
                    <a:pt x="1518926" y="683704"/>
                  </a:cubicBezTo>
                  <a:cubicBezTo>
                    <a:pt x="1511866" y="685343"/>
                    <a:pt x="1486023" y="687612"/>
                    <a:pt x="1478081" y="694672"/>
                  </a:cubicBezTo>
                  <a:cubicBezTo>
                    <a:pt x="1470265" y="701731"/>
                    <a:pt x="1479216" y="721776"/>
                    <a:pt x="1483628" y="731609"/>
                  </a:cubicBezTo>
                  <a:cubicBezTo>
                    <a:pt x="1487914" y="741442"/>
                    <a:pt x="1460810" y="755183"/>
                    <a:pt x="1461693" y="762999"/>
                  </a:cubicBezTo>
                  <a:cubicBezTo>
                    <a:pt x="1462449" y="770941"/>
                    <a:pt x="1453499" y="774345"/>
                    <a:pt x="1441648" y="780648"/>
                  </a:cubicBezTo>
                  <a:cubicBezTo>
                    <a:pt x="1429924" y="786951"/>
                    <a:pt x="1416940" y="791616"/>
                    <a:pt x="1417318" y="801827"/>
                  </a:cubicBezTo>
                  <a:cubicBezTo>
                    <a:pt x="1417696" y="812038"/>
                    <a:pt x="1401686" y="806491"/>
                    <a:pt x="1393366" y="801827"/>
                  </a:cubicBezTo>
                  <a:cubicBezTo>
                    <a:pt x="1385171" y="797163"/>
                    <a:pt x="1374456" y="804600"/>
                    <a:pt x="1362732" y="804222"/>
                  </a:cubicBezTo>
                  <a:cubicBezTo>
                    <a:pt x="1351008" y="803844"/>
                    <a:pt x="1351008" y="794011"/>
                    <a:pt x="1341553" y="797541"/>
                  </a:cubicBezTo>
                  <a:cubicBezTo>
                    <a:pt x="1332098" y="801071"/>
                    <a:pt x="1325921" y="793255"/>
                    <a:pt x="1328568" y="786195"/>
                  </a:cubicBezTo>
                  <a:cubicBezTo>
                    <a:pt x="1331342" y="779135"/>
                    <a:pt x="1341931" y="784556"/>
                    <a:pt x="1342687" y="789725"/>
                  </a:cubicBezTo>
                  <a:cubicBezTo>
                    <a:pt x="1343444" y="794767"/>
                    <a:pt x="1350125" y="792498"/>
                    <a:pt x="1357941" y="788086"/>
                  </a:cubicBezTo>
                  <a:cubicBezTo>
                    <a:pt x="1365757" y="783800"/>
                    <a:pt x="1361849" y="793633"/>
                    <a:pt x="1373195" y="794389"/>
                  </a:cubicBezTo>
                  <a:cubicBezTo>
                    <a:pt x="1384541" y="795145"/>
                    <a:pt x="1378238" y="788464"/>
                    <a:pt x="1386936" y="789347"/>
                  </a:cubicBezTo>
                  <a:cubicBezTo>
                    <a:pt x="1395509" y="790103"/>
                    <a:pt x="1395887" y="787456"/>
                    <a:pt x="1393240" y="783043"/>
                  </a:cubicBezTo>
                  <a:cubicBezTo>
                    <a:pt x="1390466" y="778757"/>
                    <a:pt x="1399543" y="775605"/>
                    <a:pt x="1404963" y="773210"/>
                  </a:cubicBezTo>
                  <a:cubicBezTo>
                    <a:pt x="1411141" y="770563"/>
                    <a:pt x="1408115" y="761864"/>
                    <a:pt x="1413158" y="759091"/>
                  </a:cubicBezTo>
                  <a:cubicBezTo>
                    <a:pt x="1418200" y="756317"/>
                    <a:pt x="1414670" y="750897"/>
                    <a:pt x="1420217" y="750392"/>
                  </a:cubicBezTo>
                  <a:cubicBezTo>
                    <a:pt x="1425764" y="750014"/>
                    <a:pt x="1428034" y="741820"/>
                    <a:pt x="1433202" y="741820"/>
                  </a:cubicBezTo>
                  <a:cubicBezTo>
                    <a:pt x="1438245" y="741820"/>
                    <a:pt x="1441018" y="733626"/>
                    <a:pt x="1437867" y="729214"/>
                  </a:cubicBezTo>
                  <a:cubicBezTo>
                    <a:pt x="1434715" y="724927"/>
                    <a:pt x="1439883" y="713077"/>
                    <a:pt x="1444926" y="711564"/>
                  </a:cubicBezTo>
                  <a:cubicBezTo>
                    <a:pt x="1449969" y="710052"/>
                    <a:pt x="1450473" y="705261"/>
                    <a:pt x="1445683" y="701731"/>
                  </a:cubicBezTo>
                  <a:cubicBezTo>
                    <a:pt x="1440892" y="698201"/>
                    <a:pt x="1423621" y="686478"/>
                    <a:pt x="1424882" y="679040"/>
                  </a:cubicBezTo>
                  <a:cubicBezTo>
                    <a:pt x="1426016" y="671602"/>
                    <a:pt x="1421730" y="657861"/>
                    <a:pt x="1424125" y="651936"/>
                  </a:cubicBezTo>
                  <a:cubicBezTo>
                    <a:pt x="1426520" y="646011"/>
                    <a:pt x="1424503" y="633908"/>
                    <a:pt x="1423747" y="626849"/>
                  </a:cubicBezTo>
                  <a:cubicBezTo>
                    <a:pt x="1422991" y="619789"/>
                    <a:pt x="1428034" y="611973"/>
                    <a:pt x="1430428" y="598988"/>
                  </a:cubicBezTo>
                  <a:cubicBezTo>
                    <a:pt x="1432824" y="586004"/>
                    <a:pt x="1416687" y="572263"/>
                    <a:pt x="1408871" y="568733"/>
                  </a:cubicBezTo>
                  <a:cubicBezTo>
                    <a:pt x="1401055" y="565203"/>
                    <a:pt x="1406098" y="558143"/>
                    <a:pt x="1417444" y="548688"/>
                  </a:cubicBezTo>
                  <a:cubicBezTo>
                    <a:pt x="1428790" y="539234"/>
                    <a:pt x="1429546" y="509860"/>
                    <a:pt x="1428790" y="503557"/>
                  </a:cubicBezTo>
                  <a:cubicBezTo>
                    <a:pt x="1428034" y="497254"/>
                    <a:pt x="1404837" y="491833"/>
                    <a:pt x="1395887" y="492589"/>
                  </a:cubicBezTo>
                  <a:cubicBezTo>
                    <a:pt x="1386810" y="493346"/>
                    <a:pt x="1353529" y="491833"/>
                    <a:pt x="1345335" y="490194"/>
                  </a:cubicBezTo>
                  <a:cubicBezTo>
                    <a:pt x="1337140" y="488681"/>
                    <a:pt x="1334367" y="497254"/>
                    <a:pt x="1330459" y="505070"/>
                  </a:cubicBezTo>
                  <a:cubicBezTo>
                    <a:pt x="1326551" y="512886"/>
                    <a:pt x="1317852" y="525114"/>
                    <a:pt x="1312810" y="542763"/>
                  </a:cubicBezTo>
                  <a:cubicBezTo>
                    <a:pt x="1307767" y="560412"/>
                    <a:pt x="1286967" y="565959"/>
                    <a:pt x="1277512" y="569867"/>
                  </a:cubicBezTo>
                  <a:cubicBezTo>
                    <a:pt x="1268057" y="573775"/>
                    <a:pt x="1262258" y="586760"/>
                    <a:pt x="1266544" y="593063"/>
                  </a:cubicBezTo>
                  <a:cubicBezTo>
                    <a:pt x="1270830" y="599367"/>
                    <a:pt x="1277134" y="594198"/>
                    <a:pt x="1281420" y="596593"/>
                  </a:cubicBezTo>
                  <a:cubicBezTo>
                    <a:pt x="1285706" y="598988"/>
                    <a:pt x="1281042" y="615377"/>
                    <a:pt x="1278268" y="617772"/>
                  </a:cubicBezTo>
                  <a:cubicBezTo>
                    <a:pt x="1275495" y="620167"/>
                    <a:pt x="1283437" y="625966"/>
                    <a:pt x="1276756" y="630252"/>
                  </a:cubicBezTo>
                  <a:cubicBezTo>
                    <a:pt x="1270074" y="634539"/>
                    <a:pt x="1263770" y="643615"/>
                    <a:pt x="1267679" y="648280"/>
                  </a:cubicBezTo>
                  <a:cubicBezTo>
                    <a:pt x="1271587" y="652944"/>
                    <a:pt x="1290875" y="655339"/>
                    <a:pt x="1299069" y="660004"/>
                  </a:cubicBezTo>
                  <a:cubicBezTo>
                    <a:pt x="1307263" y="664668"/>
                    <a:pt x="1304111" y="673367"/>
                    <a:pt x="1310415" y="681561"/>
                  </a:cubicBezTo>
                  <a:cubicBezTo>
                    <a:pt x="1316718" y="689755"/>
                    <a:pt x="1323399" y="684713"/>
                    <a:pt x="1326425" y="689755"/>
                  </a:cubicBezTo>
                  <a:cubicBezTo>
                    <a:pt x="1329576" y="694798"/>
                    <a:pt x="1315079" y="715220"/>
                    <a:pt x="1309910" y="715977"/>
                  </a:cubicBezTo>
                  <a:cubicBezTo>
                    <a:pt x="1304868" y="716733"/>
                    <a:pt x="1284067" y="695176"/>
                    <a:pt x="1277764" y="690512"/>
                  </a:cubicBezTo>
                  <a:cubicBezTo>
                    <a:pt x="1271461" y="685847"/>
                    <a:pt x="1247130" y="678283"/>
                    <a:pt x="1235028" y="672106"/>
                  </a:cubicBezTo>
                  <a:cubicBezTo>
                    <a:pt x="1222926" y="665803"/>
                    <a:pt x="1213092" y="666559"/>
                    <a:pt x="1199730" y="657609"/>
                  </a:cubicBezTo>
                  <a:cubicBezTo>
                    <a:pt x="1186367" y="648658"/>
                    <a:pt x="1175021" y="644246"/>
                    <a:pt x="1150691" y="644624"/>
                  </a:cubicBezTo>
                  <a:cubicBezTo>
                    <a:pt x="1126360" y="645002"/>
                    <a:pt x="1110728" y="639077"/>
                    <a:pt x="1102407" y="640338"/>
                  </a:cubicBezTo>
                  <a:cubicBezTo>
                    <a:pt x="1094213" y="641472"/>
                    <a:pt x="1097365" y="632143"/>
                    <a:pt x="1082867" y="625840"/>
                  </a:cubicBezTo>
                  <a:cubicBezTo>
                    <a:pt x="1068370" y="619537"/>
                    <a:pt x="1058915" y="610964"/>
                    <a:pt x="1050721" y="615251"/>
                  </a:cubicBezTo>
                  <a:cubicBezTo>
                    <a:pt x="1042526" y="619537"/>
                    <a:pt x="1045678" y="635295"/>
                    <a:pt x="1058158" y="637186"/>
                  </a:cubicBezTo>
                  <a:cubicBezTo>
                    <a:pt x="1070639" y="639203"/>
                    <a:pt x="1064462" y="645885"/>
                    <a:pt x="1077699" y="645002"/>
                  </a:cubicBezTo>
                  <a:cubicBezTo>
                    <a:pt x="1091062" y="644246"/>
                    <a:pt x="1094970" y="648910"/>
                    <a:pt x="1094591" y="657104"/>
                  </a:cubicBezTo>
                  <a:cubicBezTo>
                    <a:pt x="1094213" y="665299"/>
                    <a:pt x="1100895" y="673619"/>
                    <a:pt x="1106694" y="679040"/>
                  </a:cubicBezTo>
                  <a:cubicBezTo>
                    <a:pt x="1112619" y="684587"/>
                    <a:pt x="1109089" y="693537"/>
                    <a:pt x="1098499" y="693537"/>
                  </a:cubicBezTo>
                  <a:cubicBezTo>
                    <a:pt x="1087910" y="693537"/>
                    <a:pt x="1075808" y="695176"/>
                    <a:pt x="1080472" y="702614"/>
                  </a:cubicBezTo>
                  <a:cubicBezTo>
                    <a:pt x="1085137" y="710052"/>
                    <a:pt x="1077321" y="712069"/>
                    <a:pt x="1066731" y="708161"/>
                  </a:cubicBezTo>
                  <a:cubicBezTo>
                    <a:pt x="1056142" y="704253"/>
                    <a:pt x="1062445" y="696815"/>
                    <a:pt x="1066731" y="692402"/>
                  </a:cubicBezTo>
                  <a:cubicBezTo>
                    <a:pt x="1071017" y="688116"/>
                    <a:pt x="1057276" y="682569"/>
                    <a:pt x="1050595" y="680300"/>
                  </a:cubicBezTo>
                  <a:cubicBezTo>
                    <a:pt x="1043913" y="677905"/>
                    <a:pt x="1017313" y="697571"/>
                    <a:pt x="1009749" y="700723"/>
                  </a:cubicBezTo>
                  <a:cubicBezTo>
                    <a:pt x="1002312" y="703874"/>
                    <a:pt x="983906" y="696058"/>
                    <a:pt x="964997" y="700723"/>
                  </a:cubicBezTo>
                  <a:cubicBezTo>
                    <a:pt x="946213" y="705387"/>
                    <a:pt x="947348" y="720389"/>
                    <a:pt x="940288" y="718750"/>
                  </a:cubicBezTo>
                  <a:cubicBezTo>
                    <a:pt x="933228" y="717237"/>
                    <a:pt x="912427" y="720767"/>
                    <a:pt x="904611" y="715977"/>
                  </a:cubicBezTo>
                  <a:cubicBezTo>
                    <a:pt x="896795" y="711312"/>
                    <a:pt x="903099" y="708539"/>
                    <a:pt x="911293" y="708917"/>
                  </a:cubicBezTo>
                  <a:cubicBezTo>
                    <a:pt x="919487" y="709295"/>
                    <a:pt x="922260" y="706522"/>
                    <a:pt x="917596" y="701101"/>
                  </a:cubicBezTo>
                  <a:cubicBezTo>
                    <a:pt x="912932" y="695554"/>
                    <a:pt x="923899" y="686982"/>
                    <a:pt x="923521" y="683074"/>
                  </a:cubicBezTo>
                  <a:cubicBezTo>
                    <a:pt x="923143" y="679166"/>
                    <a:pt x="892509" y="689377"/>
                    <a:pt x="887467" y="693663"/>
                  </a:cubicBezTo>
                  <a:cubicBezTo>
                    <a:pt x="882424" y="697949"/>
                    <a:pt x="887845" y="705891"/>
                    <a:pt x="882424" y="708539"/>
                  </a:cubicBezTo>
                  <a:cubicBezTo>
                    <a:pt x="876877" y="711312"/>
                    <a:pt x="877003" y="703748"/>
                    <a:pt x="870700" y="701479"/>
                  </a:cubicBezTo>
                  <a:cubicBezTo>
                    <a:pt x="864397" y="699084"/>
                    <a:pt x="818509" y="709673"/>
                    <a:pt x="809936" y="719506"/>
                  </a:cubicBezTo>
                  <a:cubicBezTo>
                    <a:pt x="801238" y="729340"/>
                    <a:pt x="784471" y="729718"/>
                    <a:pt x="784471" y="735139"/>
                  </a:cubicBezTo>
                  <a:cubicBezTo>
                    <a:pt x="784471" y="740685"/>
                    <a:pt x="763671" y="740181"/>
                    <a:pt x="755477" y="744215"/>
                  </a:cubicBezTo>
                  <a:cubicBezTo>
                    <a:pt x="747282" y="748123"/>
                    <a:pt x="752703" y="764260"/>
                    <a:pt x="749551" y="772076"/>
                  </a:cubicBezTo>
                  <a:cubicBezTo>
                    <a:pt x="746400" y="779892"/>
                    <a:pt x="714253" y="777622"/>
                    <a:pt x="704420" y="778001"/>
                  </a:cubicBezTo>
                  <a:cubicBezTo>
                    <a:pt x="694587" y="778379"/>
                    <a:pt x="691057" y="759217"/>
                    <a:pt x="683241" y="757956"/>
                  </a:cubicBezTo>
                  <a:cubicBezTo>
                    <a:pt x="675425" y="756822"/>
                    <a:pt x="680089" y="745854"/>
                    <a:pt x="682485" y="741064"/>
                  </a:cubicBezTo>
                  <a:cubicBezTo>
                    <a:pt x="684880" y="736399"/>
                    <a:pt x="691057" y="740307"/>
                    <a:pt x="700890" y="734004"/>
                  </a:cubicBezTo>
                  <a:cubicBezTo>
                    <a:pt x="710723" y="727701"/>
                    <a:pt x="720556" y="737156"/>
                    <a:pt x="724464" y="732869"/>
                  </a:cubicBezTo>
                  <a:cubicBezTo>
                    <a:pt x="728373" y="728583"/>
                    <a:pt x="709589" y="717111"/>
                    <a:pt x="708328" y="707404"/>
                  </a:cubicBezTo>
                  <a:cubicBezTo>
                    <a:pt x="707193" y="697571"/>
                    <a:pt x="686393" y="694798"/>
                    <a:pt x="674543" y="697949"/>
                  </a:cubicBezTo>
                  <a:cubicBezTo>
                    <a:pt x="662692" y="701101"/>
                    <a:pt x="649834" y="698328"/>
                    <a:pt x="641640" y="694420"/>
                  </a:cubicBezTo>
                  <a:cubicBezTo>
                    <a:pt x="633445" y="690512"/>
                    <a:pt x="634202" y="701479"/>
                    <a:pt x="646304" y="704631"/>
                  </a:cubicBezTo>
                  <a:cubicBezTo>
                    <a:pt x="658532" y="707782"/>
                    <a:pt x="652229" y="717237"/>
                    <a:pt x="654120" y="723036"/>
                  </a:cubicBezTo>
                  <a:cubicBezTo>
                    <a:pt x="656137" y="728961"/>
                    <a:pt x="650968" y="742324"/>
                    <a:pt x="643909" y="752409"/>
                  </a:cubicBezTo>
                  <a:cubicBezTo>
                    <a:pt x="636849" y="762621"/>
                    <a:pt x="641892" y="762243"/>
                    <a:pt x="652607" y="761864"/>
                  </a:cubicBezTo>
                  <a:cubicBezTo>
                    <a:pt x="663197" y="761486"/>
                    <a:pt x="662440" y="775227"/>
                    <a:pt x="662440" y="785439"/>
                  </a:cubicBezTo>
                  <a:cubicBezTo>
                    <a:pt x="662440" y="795650"/>
                    <a:pt x="654246" y="798423"/>
                    <a:pt x="654246" y="805861"/>
                  </a:cubicBezTo>
                  <a:cubicBezTo>
                    <a:pt x="654246" y="813299"/>
                    <a:pt x="645548" y="802331"/>
                    <a:pt x="642900" y="805483"/>
                  </a:cubicBezTo>
                  <a:cubicBezTo>
                    <a:pt x="640127" y="808634"/>
                    <a:pt x="636597" y="803844"/>
                    <a:pt x="635084" y="797667"/>
                  </a:cubicBezTo>
                  <a:cubicBezTo>
                    <a:pt x="633445" y="791364"/>
                    <a:pt x="617435" y="794893"/>
                    <a:pt x="608358" y="792498"/>
                  </a:cubicBezTo>
                  <a:cubicBezTo>
                    <a:pt x="599282" y="790103"/>
                    <a:pt x="595752" y="794137"/>
                    <a:pt x="591466" y="800692"/>
                  </a:cubicBezTo>
                  <a:cubicBezTo>
                    <a:pt x="587180" y="807374"/>
                    <a:pt x="574573" y="810147"/>
                    <a:pt x="567892" y="810904"/>
                  </a:cubicBezTo>
                  <a:cubicBezTo>
                    <a:pt x="560454" y="811786"/>
                    <a:pt x="549486" y="824645"/>
                    <a:pt x="542427" y="829309"/>
                  </a:cubicBezTo>
                  <a:cubicBezTo>
                    <a:pt x="535367" y="834100"/>
                    <a:pt x="534232" y="843050"/>
                    <a:pt x="543939" y="852505"/>
                  </a:cubicBezTo>
                  <a:cubicBezTo>
                    <a:pt x="553772" y="861960"/>
                    <a:pt x="555663" y="868263"/>
                    <a:pt x="554907" y="873306"/>
                  </a:cubicBezTo>
                  <a:cubicBezTo>
                    <a:pt x="554151" y="878474"/>
                    <a:pt x="527425" y="876836"/>
                    <a:pt x="523138" y="871415"/>
                  </a:cubicBezTo>
                  <a:cubicBezTo>
                    <a:pt x="518852" y="865868"/>
                    <a:pt x="501581" y="863977"/>
                    <a:pt x="495656" y="865112"/>
                  </a:cubicBezTo>
                  <a:cubicBezTo>
                    <a:pt x="489731" y="866246"/>
                    <a:pt x="473721" y="847463"/>
                    <a:pt x="465401" y="847084"/>
                  </a:cubicBezTo>
                  <a:cubicBezTo>
                    <a:pt x="457207" y="846706"/>
                    <a:pt x="452038" y="856917"/>
                    <a:pt x="449264" y="861960"/>
                  </a:cubicBezTo>
                  <a:cubicBezTo>
                    <a:pt x="446491" y="867129"/>
                    <a:pt x="453172" y="868641"/>
                    <a:pt x="457080" y="877214"/>
                  </a:cubicBezTo>
                  <a:cubicBezTo>
                    <a:pt x="460988" y="885912"/>
                    <a:pt x="475486" y="886291"/>
                    <a:pt x="482924" y="886291"/>
                  </a:cubicBezTo>
                  <a:cubicBezTo>
                    <a:pt x="490362" y="886291"/>
                    <a:pt x="487588" y="897636"/>
                    <a:pt x="485319" y="902427"/>
                  </a:cubicBezTo>
                  <a:cubicBezTo>
                    <a:pt x="482924" y="907091"/>
                    <a:pt x="469183" y="910621"/>
                    <a:pt x="465275" y="905578"/>
                  </a:cubicBezTo>
                  <a:cubicBezTo>
                    <a:pt x="461367" y="900536"/>
                    <a:pt x="444852" y="905578"/>
                    <a:pt x="444474" y="899275"/>
                  </a:cubicBezTo>
                  <a:cubicBezTo>
                    <a:pt x="444096" y="892972"/>
                    <a:pt x="432372" y="883643"/>
                    <a:pt x="420143" y="885534"/>
                  </a:cubicBezTo>
                  <a:cubicBezTo>
                    <a:pt x="408041" y="887551"/>
                    <a:pt x="405646" y="879609"/>
                    <a:pt x="406402" y="870280"/>
                  </a:cubicBezTo>
                  <a:cubicBezTo>
                    <a:pt x="407159" y="860825"/>
                    <a:pt x="399721" y="855405"/>
                    <a:pt x="400099" y="851118"/>
                  </a:cubicBezTo>
                  <a:cubicBezTo>
                    <a:pt x="400477" y="846832"/>
                    <a:pt x="394678" y="838134"/>
                    <a:pt x="400856" y="833847"/>
                  </a:cubicBezTo>
                  <a:cubicBezTo>
                    <a:pt x="407159" y="829561"/>
                    <a:pt x="402494" y="822880"/>
                    <a:pt x="402873" y="816955"/>
                  </a:cubicBezTo>
                  <a:cubicBezTo>
                    <a:pt x="403251" y="811030"/>
                    <a:pt x="392283" y="802079"/>
                    <a:pt x="382450" y="802079"/>
                  </a:cubicBezTo>
                  <a:cubicBezTo>
                    <a:pt x="372617" y="802079"/>
                    <a:pt x="374634" y="792246"/>
                    <a:pt x="366440" y="790355"/>
                  </a:cubicBezTo>
                  <a:cubicBezTo>
                    <a:pt x="358245" y="788338"/>
                    <a:pt x="341731" y="774597"/>
                    <a:pt x="340596" y="768798"/>
                  </a:cubicBezTo>
                  <a:cubicBezTo>
                    <a:pt x="339462" y="762873"/>
                    <a:pt x="326855" y="762117"/>
                    <a:pt x="331142" y="760226"/>
                  </a:cubicBezTo>
                  <a:cubicBezTo>
                    <a:pt x="335428" y="758208"/>
                    <a:pt x="345261" y="760982"/>
                    <a:pt x="352320" y="768041"/>
                  </a:cubicBezTo>
                  <a:cubicBezTo>
                    <a:pt x="359380" y="775101"/>
                    <a:pt x="370726" y="781404"/>
                    <a:pt x="389132" y="783800"/>
                  </a:cubicBezTo>
                  <a:cubicBezTo>
                    <a:pt x="407537" y="786195"/>
                    <a:pt x="414975" y="794767"/>
                    <a:pt x="435397" y="798297"/>
                  </a:cubicBezTo>
                  <a:cubicBezTo>
                    <a:pt x="455820" y="801827"/>
                    <a:pt x="467922" y="804222"/>
                    <a:pt x="497421" y="808508"/>
                  </a:cubicBezTo>
                  <a:cubicBezTo>
                    <a:pt x="526794" y="812795"/>
                    <a:pt x="566127" y="783043"/>
                    <a:pt x="574321" y="774723"/>
                  </a:cubicBezTo>
                  <a:cubicBezTo>
                    <a:pt x="582515" y="766529"/>
                    <a:pt x="571926" y="749636"/>
                    <a:pt x="571926" y="743333"/>
                  </a:cubicBezTo>
                  <a:cubicBezTo>
                    <a:pt x="571926" y="737030"/>
                    <a:pt x="558563" y="736273"/>
                    <a:pt x="556672" y="731609"/>
                  </a:cubicBezTo>
                  <a:cubicBezTo>
                    <a:pt x="554655" y="726944"/>
                    <a:pt x="546082" y="718246"/>
                    <a:pt x="534737" y="718246"/>
                  </a:cubicBezTo>
                  <a:cubicBezTo>
                    <a:pt x="523391" y="718246"/>
                    <a:pt x="521752" y="705261"/>
                    <a:pt x="512801" y="706144"/>
                  </a:cubicBezTo>
                  <a:cubicBezTo>
                    <a:pt x="503725" y="706900"/>
                    <a:pt x="497547" y="702236"/>
                    <a:pt x="473973" y="686478"/>
                  </a:cubicBezTo>
                  <a:cubicBezTo>
                    <a:pt x="450399" y="670845"/>
                    <a:pt x="417874" y="659373"/>
                    <a:pt x="411949" y="662147"/>
                  </a:cubicBezTo>
                  <a:cubicBezTo>
                    <a:pt x="406024" y="664920"/>
                    <a:pt x="402116" y="666433"/>
                    <a:pt x="398208" y="660634"/>
                  </a:cubicBezTo>
                  <a:cubicBezTo>
                    <a:pt x="394300" y="654709"/>
                    <a:pt x="385224" y="655592"/>
                    <a:pt x="379046" y="660256"/>
                  </a:cubicBezTo>
                  <a:cubicBezTo>
                    <a:pt x="372743" y="664920"/>
                    <a:pt x="366440" y="655970"/>
                    <a:pt x="354716" y="658617"/>
                  </a:cubicBezTo>
                  <a:cubicBezTo>
                    <a:pt x="342992" y="661390"/>
                    <a:pt x="336688" y="653574"/>
                    <a:pt x="339840" y="650045"/>
                  </a:cubicBezTo>
                  <a:cubicBezTo>
                    <a:pt x="342992" y="646515"/>
                    <a:pt x="360263" y="649666"/>
                    <a:pt x="359506" y="643741"/>
                  </a:cubicBezTo>
                  <a:cubicBezTo>
                    <a:pt x="358750" y="637816"/>
                    <a:pt x="352447" y="643741"/>
                    <a:pt x="341857" y="636682"/>
                  </a:cubicBezTo>
                  <a:cubicBezTo>
                    <a:pt x="331268" y="629622"/>
                    <a:pt x="325343" y="634287"/>
                    <a:pt x="323073" y="640212"/>
                  </a:cubicBezTo>
                  <a:cubicBezTo>
                    <a:pt x="320678" y="646137"/>
                    <a:pt x="312484" y="644498"/>
                    <a:pt x="306937" y="639455"/>
                  </a:cubicBezTo>
                  <a:cubicBezTo>
                    <a:pt x="306433" y="638951"/>
                    <a:pt x="305802" y="638573"/>
                    <a:pt x="305172" y="638195"/>
                  </a:cubicBezTo>
                  <a:cubicBezTo>
                    <a:pt x="303407" y="648028"/>
                    <a:pt x="297608" y="649036"/>
                    <a:pt x="291683" y="647649"/>
                  </a:cubicBezTo>
                  <a:cubicBezTo>
                    <a:pt x="284624" y="646137"/>
                    <a:pt x="277564" y="657861"/>
                    <a:pt x="269748" y="657861"/>
                  </a:cubicBezTo>
                  <a:cubicBezTo>
                    <a:pt x="261932" y="657861"/>
                    <a:pt x="253233" y="666433"/>
                    <a:pt x="251720" y="673619"/>
                  </a:cubicBezTo>
                  <a:cubicBezTo>
                    <a:pt x="250208" y="680678"/>
                    <a:pt x="241509" y="676770"/>
                    <a:pt x="241509" y="681435"/>
                  </a:cubicBezTo>
                  <a:cubicBezTo>
                    <a:pt x="241509" y="686225"/>
                    <a:pt x="241509" y="690890"/>
                    <a:pt x="237601" y="695554"/>
                  </a:cubicBezTo>
                  <a:cubicBezTo>
                    <a:pt x="233693" y="700219"/>
                    <a:pt x="237601" y="702614"/>
                    <a:pt x="241509" y="710430"/>
                  </a:cubicBezTo>
                  <a:cubicBezTo>
                    <a:pt x="245417" y="718246"/>
                    <a:pt x="253990" y="717489"/>
                    <a:pt x="258024" y="719885"/>
                  </a:cubicBezTo>
                  <a:cubicBezTo>
                    <a:pt x="261932" y="722280"/>
                    <a:pt x="276808" y="734760"/>
                    <a:pt x="276808" y="739551"/>
                  </a:cubicBezTo>
                  <a:cubicBezTo>
                    <a:pt x="276808" y="744215"/>
                    <a:pt x="265084" y="756065"/>
                    <a:pt x="260293" y="759217"/>
                  </a:cubicBezTo>
                  <a:cubicBezTo>
                    <a:pt x="255629" y="762369"/>
                    <a:pt x="249325" y="770185"/>
                    <a:pt x="252477" y="774849"/>
                  </a:cubicBezTo>
                  <a:cubicBezTo>
                    <a:pt x="255629" y="779640"/>
                    <a:pt x="268992" y="799180"/>
                    <a:pt x="277564" y="814938"/>
                  </a:cubicBezTo>
                  <a:cubicBezTo>
                    <a:pt x="286262" y="830570"/>
                    <a:pt x="274412" y="823510"/>
                    <a:pt x="268992" y="830570"/>
                  </a:cubicBezTo>
                  <a:cubicBezTo>
                    <a:pt x="263445" y="837629"/>
                    <a:pt x="271387" y="846328"/>
                    <a:pt x="272900" y="850992"/>
                  </a:cubicBezTo>
                  <a:cubicBezTo>
                    <a:pt x="274538" y="855657"/>
                    <a:pt x="265840" y="854900"/>
                    <a:pt x="266596" y="858808"/>
                  </a:cubicBezTo>
                  <a:cubicBezTo>
                    <a:pt x="267353" y="862716"/>
                    <a:pt x="279203" y="864355"/>
                    <a:pt x="279959" y="867507"/>
                  </a:cubicBezTo>
                  <a:cubicBezTo>
                    <a:pt x="280716" y="870658"/>
                    <a:pt x="272143" y="874567"/>
                    <a:pt x="276051" y="880870"/>
                  </a:cubicBezTo>
                  <a:cubicBezTo>
                    <a:pt x="279959" y="887173"/>
                    <a:pt x="289414" y="887173"/>
                    <a:pt x="290170" y="894989"/>
                  </a:cubicBezTo>
                  <a:cubicBezTo>
                    <a:pt x="290927" y="902805"/>
                    <a:pt x="272900" y="903561"/>
                    <a:pt x="273656" y="909865"/>
                  </a:cubicBezTo>
                  <a:cubicBezTo>
                    <a:pt x="274412" y="916168"/>
                    <a:pt x="297230" y="923984"/>
                    <a:pt x="307441" y="935708"/>
                  </a:cubicBezTo>
                  <a:cubicBezTo>
                    <a:pt x="317653" y="947432"/>
                    <a:pt x="316896" y="950584"/>
                    <a:pt x="314501" y="956887"/>
                  </a:cubicBezTo>
                  <a:cubicBezTo>
                    <a:pt x="309710" y="969493"/>
                    <a:pt x="281598" y="980461"/>
                    <a:pt x="275295" y="994580"/>
                  </a:cubicBezTo>
                  <a:cubicBezTo>
                    <a:pt x="268992" y="1008700"/>
                    <a:pt x="245543" y="1016516"/>
                    <a:pt x="234449" y="1027483"/>
                  </a:cubicBezTo>
                  <a:cubicBezTo>
                    <a:pt x="229911" y="1032022"/>
                    <a:pt x="225499" y="1037947"/>
                    <a:pt x="221843" y="1043620"/>
                  </a:cubicBezTo>
                  <a:cubicBezTo>
                    <a:pt x="226507" y="1042485"/>
                    <a:pt x="230163" y="1040972"/>
                    <a:pt x="232937" y="1039712"/>
                  </a:cubicBezTo>
                  <a:cubicBezTo>
                    <a:pt x="239240" y="1036560"/>
                    <a:pt x="243526" y="1051814"/>
                    <a:pt x="249829" y="1056983"/>
                  </a:cubicBezTo>
                  <a:cubicBezTo>
                    <a:pt x="256133" y="1062151"/>
                    <a:pt x="268613" y="1057361"/>
                    <a:pt x="272900" y="1062151"/>
                  </a:cubicBezTo>
                  <a:cubicBezTo>
                    <a:pt x="277186" y="1066816"/>
                    <a:pt x="269370" y="1067194"/>
                    <a:pt x="260419" y="1065681"/>
                  </a:cubicBezTo>
                  <a:cubicBezTo>
                    <a:pt x="251342" y="1064042"/>
                    <a:pt x="249073" y="1069589"/>
                    <a:pt x="234954" y="1074253"/>
                  </a:cubicBezTo>
                  <a:cubicBezTo>
                    <a:pt x="224491" y="1077783"/>
                    <a:pt x="225499" y="1081565"/>
                    <a:pt x="221969" y="1084465"/>
                  </a:cubicBezTo>
                  <a:cubicBezTo>
                    <a:pt x="228272" y="1093668"/>
                    <a:pt x="219826" y="1094928"/>
                    <a:pt x="216548" y="1101862"/>
                  </a:cubicBezTo>
                  <a:cubicBezTo>
                    <a:pt x="213019" y="1109552"/>
                    <a:pt x="208354" y="1110686"/>
                    <a:pt x="207724" y="1115351"/>
                  </a:cubicBezTo>
                  <a:cubicBezTo>
                    <a:pt x="207094" y="1120015"/>
                    <a:pt x="208858" y="1123545"/>
                    <a:pt x="209489" y="1130605"/>
                  </a:cubicBezTo>
                  <a:cubicBezTo>
                    <a:pt x="210119" y="1137664"/>
                    <a:pt x="211254" y="1138799"/>
                    <a:pt x="215414" y="1144724"/>
                  </a:cubicBezTo>
                  <a:cubicBezTo>
                    <a:pt x="219574" y="1150649"/>
                    <a:pt x="211884" y="1150649"/>
                    <a:pt x="208354" y="1153548"/>
                  </a:cubicBezTo>
                  <a:cubicBezTo>
                    <a:pt x="204824" y="1156448"/>
                    <a:pt x="207219" y="1163003"/>
                    <a:pt x="211884" y="1167668"/>
                  </a:cubicBezTo>
                  <a:cubicBezTo>
                    <a:pt x="216548" y="1172332"/>
                    <a:pt x="216548" y="1178257"/>
                    <a:pt x="214783" y="1182417"/>
                  </a:cubicBezTo>
                  <a:cubicBezTo>
                    <a:pt x="213019" y="1186577"/>
                    <a:pt x="218944" y="1193637"/>
                    <a:pt x="222978" y="1197671"/>
                  </a:cubicBezTo>
                  <a:cubicBezTo>
                    <a:pt x="227138" y="1201831"/>
                    <a:pt x="226507" y="1212925"/>
                    <a:pt x="230037" y="1215951"/>
                  </a:cubicBezTo>
                  <a:cubicBezTo>
                    <a:pt x="233567" y="1218850"/>
                    <a:pt x="237727" y="1221876"/>
                    <a:pt x="244157" y="1220111"/>
                  </a:cubicBezTo>
                  <a:cubicBezTo>
                    <a:pt x="250586" y="1218346"/>
                    <a:pt x="254746" y="1221245"/>
                    <a:pt x="257645" y="1226540"/>
                  </a:cubicBezTo>
                  <a:cubicBezTo>
                    <a:pt x="260545" y="1231835"/>
                    <a:pt x="265336" y="1229440"/>
                    <a:pt x="271765" y="1226540"/>
                  </a:cubicBezTo>
                  <a:cubicBezTo>
                    <a:pt x="278194" y="1223641"/>
                    <a:pt x="292944" y="1231835"/>
                    <a:pt x="296474" y="1233600"/>
                  </a:cubicBezTo>
                  <a:cubicBezTo>
                    <a:pt x="300003" y="1235365"/>
                    <a:pt x="298238" y="1245324"/>
                    <a:pt x="298869" y="1251879"/>
                  </a:cubicBezTo>
                  <a:cubicBezTo>
                    <a:pt x="299499" y="1258308"/>
                    <a:pt x="295339" y="1266629"/>
                    <a:pt x="301768" y="1270789"/>
                  </a:cubicBezTo>
                  <a:cubicBezTo>
                    <a:pt x="308198" y="1274949"/>
                    <a:pt x="306433" y="1284278"/>
                    <a:pt x="314123" y="1287303"/>
                  </a:cubicBezTo>
                  <a:cubicBezTo>
                    <a:pt x="321813" y="1290203"/>
                    <a:pt x="324712" y="1300792"/>
                    <a:pt x="329376" y="1302053"/>
                  </a:cubicBezTo>
                  <a:cubicBezTo>
                    <a:pt x="334041" y="1303188"/>
                    <a:pt x="342866" y="1310247"/>
                    <a:pt x="344126" y="1315542"/>
                  </a:cubicBezTo>
                  <a:cubicBezTo>
                    <a:pt x="345261" y="1320837"/>
                    <a:pt x="335932" y="1325501"/>
                    <a:pt x="330637" y="1327896"/>
                  </a:cubicBezTo>
                  <a:cubicBezTo>
                    <a:pt x="325343" y="1330292"/>
                    <a:pt x="315383" y="1320837"/>
                    <a:pt x="311854" y="1324997"/>
                  </a:cubicBezTo>
                  <a:cubicBezTo>
                    <a:pt x="308324" y="1329157"/>
                    <a:pt x="312988" y="1336721"/>
                    <a:pt x="316014" y="1349706"/>
                  </a:cubicBezTo>
                  <a:cubicBezTo>
                    <a:pt x="318913" y="1362690"/>
                    <a:pt x="321308" y="1363825"/>
                    <a:pt x="327234" y="1363825"/>
                  </a:cubicBezTo>
                  <a:cubicBezTo>
                    <a:pt x="333159" y="1363825"/>
                    <a:pt x="335428" y="1359665"/>
                    <a:pt x="339588" y="1357396"/>
                  </a:cubicBezTo>
                  <a:cubicBezTo>
                    <a:pt x="343748" y="1355000"/>
                    <a:pt x="353077" y="1358530"/>
                    <a:pt x="357237" y="1356765"/>
                  </a:cubicBezTo>
                  <a:cubicBezTo>
                    <a:pt x="361397" y="1355000"/>
                    <a:pt x="376021" y="1354370"/>
                    <a:pt x="379046" y="1359160"/>
                  </a:cubicBezTo>
                  <a:cubicBezTo>
                    <a:pt x="381946" y="1363825"/>
                    <a:pt x="384971" y="1375045"/>
                    <a:pt x="382576" y="1379205"/>
                  </a:cubicBezTo>
                  <a:cubicBezTo>
                    <a:pt x="380181" y="1383365"/>
                    <a:pt x="385476" y="1388029"/>
                    <a:pt x="388501" y="1393954"/>
                  </a:cubicBezTo>
                  <a:cubicBezTo>
                    <a:pt x="391401" y="1399879"/>
                    <a:pt x="403755" y="1396854"/>
                    <a:pt x="407915" y="1398619"/>
                  </a:cubicBezTo>
                  <a:cubicBezTo>
                    <a:pt x="412075" y="1400384"/>
                    <a:pt x="421404" y="1413368"/>
                    <a:pt x="419639" y="1419167"/>
                  </a:cubicBezTo>
                  <a:cubicBezTo>
                    <a:pt x="417874" y="1425092"/>
                    <a:pt x="425564" y="1426227"/>
                    <a:pt x="429598" y="1424462"/>
                  </a:cubicBezTo>
                  <a:cubicBezTo>
                    <a:pt x="433758" y="1422697"/>
                    <a:pt x="437792" y="1427362"/>
                    <a:pt x="442583" y="1430387"/>
                  </a:cubicBezTo>
                  <a:cubicBezTo>
                    <a:pt x="447247" y="1433287"/>
                    <a:pt x="451408" y="1432152"/>
                    <a:pt x="456072" y="1429253"/>
                  </a:cubicBezTo>
                  <a:cubicBezTo>
                    <a:pt x="460736" y="1426353"/>
                    <a:pt x="468426" y="1423958"/>
                    <a:pt x="470821" y="1428118"/>
                  </a:cubicBezTo>
                  <a:cubicBezTo>
                    <a:pt x="473217" y="1432278"/>
                    <a:pt x="482546" y="1439842"/>
                    <a:pt x="482546" y="1442237"/>
                  </a:cubicBezTo>
                  <a:cubicBezTo>
                    <a:pt x="482546" y="1444633"/>
                    <a:pt x="497295" y="1442237"/>
                    <a:pt x="504355" y="1445767"/>
                  </a:cubicBezTo>
                  <a:cubicBezTo>
                    <a:pt x="511414" y="1449297"/>
                    <a:pt x="519105" y="1447532"/>
                    <a:pt x="526794" y="1451692"/>
                  </a:cubicBezTo>
                  <a:cubicBezTo>
                    <a:pt x="534485" y="1455852"/>
                    <a:pt x="541544" y="1456357"/>
                    <a:pt x="542048" y="1461147"/>
                  </a:cubicBezTo>
                  <a:cubicBezTo>
                    <a:pt x="542679" y="1465812"/>
                    <a:pt x="534358" y="1469972"/>
                    <a:pt x="534358" y="1472367"/>
                  </a:cubicBezTo>
                  <a:cubicBezTo>
                    <a:pt x="534358" y="1474762"/>
                    <a:pt x="540788" y="1476527"/>
                    <a:pt x="540788" y="1480057"/>
                  </a:cubicBezTo>
                  <a:cubicBezTo>
                    <a:pt x="540788" y="1483587"/>
                    <a:pt x="532593" y="1483587"/>
                    <a:pt x="531333" y="1486486"/>
                  </a:cubicBezTo>
                  <a:cubicBezTo>
                    <a:pt x="530198" y="1489386"/>
                    <a:pt x="535997" y="1493546"/>
                    <a:pt x="537258" y="1496445"/>
                  </a:cubicBezTo>
                  <a:cubicBezTo>
                    <a:pt x="538393" y="1499345"/>
                    <a:pt x="532593" y="1509430"/>
                    <a:pt x="532593" y="1512329"/>
                  </a:cubicBezTo>
                  <a:cubicBezTo>
                    <a:pt x="532593" y="1515229"/>
                    <a:pt x="514944" y="1511699"/>
                    <a:pt x="510784" y="1511699"/>
                  </a:cubicBezTo>
                  <a:cubicBezTo>
                    <a:pt x="506624" y="1511699"/>
                    <a:pt x="494270" y="1525314"/>
                    <a:pt x="490236" y="1525819"/>
                  </a:cubicBezTo>
                  <a:cubicBezTo>
                    <a:pt x="486706" y="1526323"/>
                    <a:pt x="488345" y="1532878"/>
                    <a:pt x="489605" y="1538425"/>
                  </a:cubicBezTo>
                  <a:cubicBezTo>
                    <a:pt x="502338" y="1536030"/>
                    <a:pt x="515322" y="1535021"/>
                    <a:pt x="516709" y="1537795"/>
                  </a:cubicBezTo>
                  <a:cubicBezTo>
                    <a:pt x="519105" y="1542459"/>
                    <a:pt x="489227" y="1555065"/>
                    <a:pt x="483806" y="1556957"/>
                  </a:cubicBezTo>
                  <a:cubicBezTo>
                    <a:pt x="478259" y="1558973"/>
                    <a:pt x="494396" y="1567168"/>
                    <a:pt x="494017" y="1571832"/>
                  </a:cubicBezTo>
                  <a:cubicBezTo>
                    <a:pt x="493639" y="1576497"/>
                    <a:pt x="476747" y="1577757"/>
                    <a:pt x="478259" y="1587086"/>
                  </a:cubicBezTo>
                  <a:cubicBezTo>
                    <a:pt x="479898" y="1596541"/>
                    <a:pt x="472839" y="1598432"/>
                    <a:pt x="463762" y="1598432"/>
                  </a:cubicBezTo>
                  <a:cubicBezTo>
                    <a:pt x="454811" y="1598432"/>
                    <a:pt x="452416" y="1603853"/>
                    <a:pt x="456702" y="1604735"/>
                  </a:cubicBezTo>
                  <a:cubicBezTo>
                    <a:pt x="460988" y="1605492"/>
                    <a:pt x="460610" y="1617342"/>
                    <a:pt x="477503" y="1621628"/>
                  </a:cubicBezTo>
                  <a:cubicBezTo>
                    <a:pt x="494396" y="1625914"/>
                    <a:pt x="512423" y="1641672"/>
                    <a:pt x="526921" y="1657304"/>
                  </a:cubicBezTo>
                  <a:cubicBezTo>
                    <a:pt x="528938" y="1659447"/>
                    <a:pt x="531333" y="1661212"/>
                    <a:pt x="533854" y="1662725"/>
                  </a:cubicBezTo>
                  <a:cubicBezTo>
                    <a:pt x="538014" y="1660204"/>
                    <a:pt x="541670" y="1658439"/>
                    <a:pt x="543813" y="1658061"/>
                  </a:cubicBezTo>
                  <a:cubicBezTo>
                    <a:pt x="552007" y="1656926"/>
                    <a:pt x="567387" y="1661590"/>
                    <a:pt x="575581" y="1667515"/>
                  </a:cubicBezTo>
                  <a:cubicBezTo>
                    <a:pt x="583776" y="1673441"/>
                    <a:pt x="613275" y="1666381"/>
                    <a:pt x="616805" y="1671045"/>
                  </a:cubicBezTo>
                  <a:cubicBezTo>
                    <a:pt x="620335" y="1675710"/>
                    <a:pt x="627394" y="1681635"/>
                    <a:pt x="633319" y="1681635"/>
                  </a:cubicBezTo>
                  <a:cubicBezTo>
                    <a:pt x="639245" y="1681635"/>
                    <a:pt x="645043" y="1693359"/>
                    <a:pt x="649834" y="1689829"/>
                  </a:cubicBezTo>
                  <a:cubicBezTo>
                    <a:pt x="654498" y="1686299"/>
                    <a:pt x="672147" y="1686299"/>
                    <a:pt x="676938" y="1686299"/>
                  </a:cubicBezTo>
                  <a:cubicBezTo>
                    <a:pt x="681602" y="1686299"/>
                    <a:pt x="681602" y="1689829"/>
                    <a:pt x="686393" y="1689829"/>
                  </a:cubicBezTo>
                  <a:cubicBezTo>
                    <a:pt x="691057" y="1689829"/>
                    <a:pt x="691057" y="1707478"/>
                    <a:pt x="694587" y="1706344"/>
                  </a:cubicBezTo>
                  <a:cubicBezTo>
                    <a:pt x="698117" y="1705209"/>
                    <a:pt x="711101" y="1716933"/>
                    <a:pt x="719296" y="1718068"/>
                  </a:cubicBezTo>
                  <a:cubicBezTo>
                    <a:pt x="727490" y="1719202"/>
                    <a:pt x="735810" y="1733321"/>
                    <a:pt x="739340" y="1732187"/>
                  </a:cubicBezTo>
                  <a:cubicBezTo>
                    <a:pt x="742870" y="1731052"/>
                    <a:pt x="748795" y="1738112"/>
                    <a:pt x="751064" y="1732187"/>
                  </a:cubicBezTo>
                  <a:cubicBezTo>
                    <a:pt x="753333" y="1726640"/>
                    <a:pt x="764931" y="1729287"/>
                    <a:pt x="768209" y="1719580"/>
                  </a:cubicBezTo>
                  <a:cubicBezTo>
                    <a:pt x="753333" y="1701301"/>
                    <a:pt x="737323" y="1681131"/>
                    <a:pt x="737701" y="1673315"/>
                  </a:cubicBezTo>
                  <a:cubicBezTo>
                    <a:pt x="738458" y="1659952"/>
                    <a:pt x="744005" y="1651379"/>
                    <a:pt x="727490" y="1637260"/>
                  </a:cubicBezTo>
                  <a:cubicBezTo>
                    <a:pt x="710976" y="1623141"/>
                    <a:pt x="729129" y="1613686"/>
                    <a:pt x="740853" y="1598810"/>
                  </a:cubicBezTo>
                  <a:cubicBezTo>
                    <a:pt x="751316" y="1585447"/>
                    <a:pt x="773756" y="1579648"/>
                    <a:pt x="787875" y="1570193"/>
                  </a:cubicBezTo>
                  <a:cubicBezTo>
                    <a:pt x="784976" y="1568176"/>
                    <a:pt x="782076" y="1566411"/>
                    <a:pt x="779303" y="1565151"/>
                  </a:cubicBezTo>
                  <a:cubicBezTo>
                    <a:pt x="768713" y="1560486"/>
                    <a:pt x="765183" y="1555696"/>
                    <a:pt x="773378" y="1553427"/>
                  </a:cubicBezTo>
                  <a:cubicBezTo>
                    <a:pt x="781572" y="1551032"/>
                    <a:pt x="778042" y="1546367"/>
                    <a:pt x="769848" y="1536912"/>
                  </a:cubicBezTo>
                  <a:cubicBezTo>
                    <a:pt x="761654" y="1527457"/>
                    <a:pt x="758124" y="1518002"/>
                    <a:pt x="753333" y="1518002"/>
                  </a:cubicBezTo>
                  <a:cubicBezTo>
                    <a:pt x="748669" y="1518002"/>
                    <a:pt x="741609" y="1516868"/>
                    <a:pt x="734550" y="1519137"/>
                  </a:cubicBezTo>
                  <a:cubicBezTo>
                    <a:pt x="727490" y="1521532"/>
                    <a:pt x="728625" y="1513212"/>
                    <a:pt x="729885" y="1505018"/>
                  </a:cubicBezTo>
                  <a:cubicBezTo>
                    <a:pt x="731020" y="1496824"/>
                    <a:pt x="716901" y="1497958"/>
                    <a:pt x="714631" y="1494428"/>
                  </a:cubicBezTo>
                  <a:cubicBezTo>
                    <a:pt x="712236" y="1490898"/>
                    <a:pt x="718161" y="1479174"/>
                    <a:pt x="720556" y="1477914"/>
                  </a:cubicBezTo>
                  <a:cubicBezTo>
                    <a:pt x="722952" y="1476779"/>
                    <a:pt x="730011" y="1473249"/>
                    <a:pt x="730011" y="1469720"/>
                  </a:cubicBezTo>
                  <a:cubicBezTo>
                    <a:pt x="730011" y="1466190"/>
                    <a:pt x="717026" y="1465055"/>
                    <a:pt x="721817" y="1456735"/>
                  </a:cubicBezTo>
                  <a:cubicBezTo>
                    <a:pt x="726481" y="1448541"/>
                    <a:pt x="735936" y="1448541"/>
                    <a:pt x="735936" y="1440220"/>
                  </a:cubicBezTo>
                  <a:cubicBezTo>
                    <a:pt x="735936" y="1432026"/>
                    <a:pt x="742996" y="1424966"/>
                    <a:pt x="751190" y="1430765"/>
                  </a:cubicBezTo>
                  <a:cubicBezTo>
                    <a:pt x="759385" y="1436690"/>
                    <a:pt x="762914" y="1451944"/>
                    <a:pt x="772369" y="1448414"/>
                  </a:cubicBezTo>
                  <a:cubicBezTo>
                    <a:pt x="781824" y="1444885"/>
                    <a:pt x="775899" y="1436690"/>
                    <a:pt x="774764" y="1431900"/>
                  </a:cubicBezTo>
                  <a:cubicBezTo>
                    <a:pt x="773630" y="1427236"/>
                    <a:pt x="771235" y="1420176"/>
                    <a:pt x="781824" y="1417781"/>
                  </a:cubicBezTo>
                  <a:cubicBezTo>
                    <a:pt x="792413" y="1415386"/>
                    <a:pt x="787749" y="1404796"/>
                    <a:pt x="795943" y="1404796"/>
                  </a:cubicBezTo>
                  <a:cubicBezTo>
                    <a:pt x="804137" y="1404796"/>
                    <a:pt x="819517" y="1394207"/>
                    <a:pt x="824182" y="1391811"/>
                  </a:cubicBezTo>
                  <a:cubicBezTo>
                    <a:pt x="828846" y="1389416"/>
                    <a:pt x="839436" y="1383617"/>
                    <a:pt x="844226" y="1385886"/>
                  </a:cubicBezTo>
                  <a:cubicBezTo>
                    <a:pt x="848891" y="1388282"/>
                    <a:pt x="854816" y="1394081"/>
                    <a:pt x="858346" y="1385886"/>
                  </a:cubicBezTo>
                  <a:cubicBezTo>
                    <a:pt x="861875" y="1377692"/>
                    <a:pt x="875995" y="1381222"/>
                    <a:pt x="877129" y="1385886"/>
                  </a:cubicBezTo>
                  <a:cubicBezTo>
                    <a:pt x="878264" y="1390551"/>
                    <a:pt x="900703" y="1390551"/>
                    <a:pt x="907763" y="1395341"/>
                  </a:cubicBezTo>
                  <a:cubicBezTo>
                    <a:pt x="914823" y="1400006"/>
                    <a:pt x="930077" y="1409460"/>
                    <a:pt x="930077" y="1414125"/>
                  </a:cubicBezTo>
                  <a:cubicBezTo>
                    <a:pt x="930077" y="1418789"/>
                    <a:pt x="937136" y="1425849"/>
                    <a:pt x="937136" y="1417655"/>
                  </a:cubicBezTo>
                  <a:cubicBezTo>
                    <a:pt x="937136" y="1409460"/>
                    <a:pt x="943061" y="1411730"/>
                    <a:pt x="952390" y="1417655"/>
                  </a:cubicBezTo>
                  <a:cubicBezTo>
                    <a:pt x="961845" y="1423580"/>
                    <a:pt x="974830" y="1421185"/>
                    <a:pt x="977099" y="1415259"/>
                  </a:cubicBezTo>
                  <a:cubicBezTo>
                    <a:pt x="979494" y="1409334"/>
                    <a:pt x="997143" y="1402275"/>
                    <a:pt x="1002942" y="1407065"/>
                  </a:cubicBezTo>
                  <a:cubicBezTo>
                    <a:pt x="1008867" y="1411730"/>
                    <a:pt x="1011136" y="1415259"/>
                    <a:pt x="1018196" y="1408200"/>
                  </a:cubicBezTo>
                  <a:cubicBezTo>
                    <a:pt x="1025256" y="1401140"/>
                    <a:pt x="1041770" y="1402275"/>
                    <a:pt x="1044039" y="1409334"/>
                  </a:cubicBezTo>
                  <a:cubicBezTo>
                    <a:pt x="1046434" y="1416394"/>
                    <a:pt x="1054629" y="1417529"/>
                    <a:pt x="1061688" y="1417529"/>
                  </a:cubicBezTo>
                  <a:cubicBezTo>
                    <a:pt x="1068748" y="1417529"/>
                    <a:pt x="1069883" y="1428118"/>
                    <a:pt x="1074673" y="1425723"/>
                  </a:cubicBezTo>
                  <a:cubicBezTo>
                    <a:pt x="1079338" y="1423328"/>
                    <a:pt x="1078203" y="1411604"/>
                    <a:pt x="1084128" y="1412738"/>
                  </a:cubicBezTo>
                  <a:cubicBezTo>
                    <a:pt x="1090053" y="1413873"/>
                    <a:pt x="1094718" y="1420932"/>
                    <a:pt x="1104172" y="1420932"/>
                  </a:cubicBezTo>
                  <a:cubicBezTo>
                    <a:pt x="1113627" y="1420932"/>
                    <a:pt x="1120687" y="1418537"/>
                    <a:pt x="1120687" y="1411477"/>
                  </a:cubicBezTo>
                  <a:cubicBezTo>
                    <a:pt x="1120687" y="1404418"/>
                    <a:pt x="1119552" y="1392694"/>
                    <a:pt x="1113627" y="1392694"/>
                  </a:cubicBezTo>
                  <a:cubicBezTo>
                    <a:pt x="1107702" y="1392694"/>
                    <a:pt x="1101903" y="1386769"/>
                    <a:pt x="1094843" y="1386769"/>
                  </a:cubicBezTo>
                  <a:cubicBezTo>
                    <a:pt x="1087784" y="1386769"/>
                    <a:pt x="1080724" y="1375045"/>
                    <a:pt x="1087784" y="1372649"/>
                  </a:cubicBezTo>
                  <a:cubicBezTo>
                    <a:pt x="1094843" y="1370254"/>
                    <a:pt x="1106568" y="1364455"/>
                    <a:pt x="1104298" y="1358530"/>
                  </a:cubicBezTo>
                  <a:cubicBezTo>
                    <a:pt x="1101903" y="1352605"/>
                    <a:pt x="1099634" y="1340881"/>
                    <a:pt x="1108963" y="1339747"/>
                  </a:cubicBezTo>
                  <a:cubicBezTo>
                    <a:pt x="1118418" y="1338612"/>
                    <a:pt x="1138336" y="1338612"/>
                    <a:pt x="1137201" y="1335082"/>
                  </a:cubicBezTo>
                  <a:cubicBezTo>
                    <a:pt x="1136067" y="1331552"/>
                    <a:pt x="1117157" y="1329157"/>
                    <a:pt x="1113627" y="1323358"/>
                  </a:cubicBezTo>
                  <a:cubicBezTo>
                    <a:pt x="1110098" y="1317433"/>
                    <a:pt x="1108963" y="1303314"/>
                    <a:pt x="1112492" y="1301045"/>
                  </a:cubicBezTo>
                  <a:cubicBezTo>
                    <a:pt x="1116023" y="1298649"/>
                    <a:pt x="1127747" y="1302179"/>
                    <a:pt x="1134932" y="1299910"/>
                  </a:cubicBezTo>
                  <a:cubicBezTo>
                    <a:pt x="1141992" y="1297515"/>
                    <a:pt x="1157246" y="1303440"/>
                    <a:pt x="1166701" y="1296380"/>
                  </a:cubicBezTo>
                  <a:cubicBezTo>
                    <a:pt x="1176156" y="1289320"/>
                    <a:pt x="1196074" y="1288186"/>
                    <a:pt x="1206663" y="1288186"/>
                  </a:cubicBezTo>
                  <a:cubicBezTo>
                    <a:pt x="1217253" y="1288186"/>
                    <a:pt x="1225447" y="1281126"/>
                    <a:pt x="1233767" y="1279992"/>
                  </a:cubicBezTo>
                  <a:cubicBezTo>
                    <a:pt x="1241961" y="1278857"/>
                    <a:pt x="1265536" y="1275327"/>
                    <a:pt x="1271461" y="1272932"/>
                  </a:cubicBezTo>
                  <a:cubicBezTo>
                    <a:pt x="1277386" y="1270537"/>
                    <a:pt x="1309154" y="1265872"/>
                    <a:pt x="1310288" y="1259947"/>
                  </a:cubicBezTo>
                  <a:cubicBezTo>
                    <a:pt x="1311423" y="1254022"/>
                    <a:pt x="1336762" y="1249358"/>
                    <a:pt x="1343192" y="1252257"/>
                  </a:cubicBezTo>
                  <a:cubicBezTo>
                    <a:pt x="1349621" y="1255157"/>
                    <a:pt x="1357941" y="1257552"/>
                    <a:pt x="1363740" y="1255157"/>
                  </a:cubicBezTo>
                  <a:cubicBezTo>
                    <a:pt x="1369665" y="1252762"/>
                    <a:pt x="1382020" y="1259317"/>
                    <a:pt x="1380759" y="1265746"/>
                  </a:cubicBezTo>
                  <a:cubicBezTo>
                    <a:pt x="1379624" y="1272176"/>
                    <a:pt x="1386054" y="1279235"/>
                    <a:pt x="1385424" y="1284530"/>
                  </a:cubicBezTo>
                  <a:cubicBezTo>
                    <a:pt x="1384793" y="1289825"/>
                    <a:pt x="1378994" y="1291590"/>
                    <a:pt x="1382524" y="1295750"/>
                  </a:cubicBezTo>
                  <a:cubicBezTo>
                    <a:pt x="1386054" y="1299910"/>
                    <a:pt x="1401938" y="1296884"/>
                    <a:pt x="1406602" y="1291590"/>
                  </a:cubicBezTo>
                  <a:cubicBezTo>
                    <a:pt x="1411267" y="1286295"/>
                    <a:pt x="1416562" y="1293985"/>
                    <a:pt x="1416562" y="1298019"/>
                  </a:cubicBezTo>
                  <a:cubicBezTo>
                    <a:pt x="1416562" y="1302179"/>
                    <a:pt x="1424251" y="1305079"/>
                    <a:pt x="1424251" y="1299784"/>
                  </a:cubicBezTo>
                  <a:cubicBezTo>
                    <a:pt x="1424251" y="1294489"/>
                    <a:pt x="1433706" y="1298019"/>
                    <a:pt x="1436606" y="1301549"/>
                  </a:cubicBezTo>
                  <a:cubicBezTo>
                    <a:pt x="1439505" y="1305079"/>
                    <a:pt x="1450725" y="1297389"/>
                    <a:pt x="1450725" y="1303314"/>
                  </a:cubicBezTo>
                  <a:cubicBezTo>
                    <a:pt x="1450725" y="1309239"/>
                    <a:pt x="1434211" y="1313903"/>
                    <a:pt x="1441270" y="1320332"/>
                  </a:cubicBezTo>
                  <a:cubicBezTo>
                    <a:pt x="1448330" y="1326762"/>
                    <a:pt x="1452490" y="1312643"/>
                    <a:pt x="1461315" y="1315668"/>
                  </a:cubicBezTo>
                  <a:cubicBezTo>
                    <a:pt x="1470139" y="1318568"/>
                    <a:pt x="1481863" y="1305709"/>
                    <a:pt x="1490184" y="1303944"/>
                  </a:cubicBezTo>
                  <a:cubicBezTo>
                    <a:pt x="1498377" y="1302179"/>
                    <a:pt x="1507202" y="1294489"/>
                    <a:pt x="1514262" y="1290455"/>
                  </a:cubicBezTo>
                  <a:cubicBezTo>
                    <a:pt x="1521321" y="1286295"/>
                    <a:pt x="1536575" y="1287555"/>
                    <a:pt x="1531911" y="1292220"/>
                  </a:cubicBezTo>
                  <a:cubicBezTo>
                    <a:pt x="1527121" y="1296884"/>
                    <a:pt x="1521952" y="1305709"/>
                    <a:pt x="1539601" y="1312264"/>
                  </a:cubicBezTo>
                  <a:cubicBezTo>
                    <a:pt x="1557250" y="1318694"/>
                    <a:pt x="1577294" y="1352857"/>
                    <a:pt x="1588388" y="1369876"/>
                  </a:cubicBezTo>
                  <a:cubicBezTo>
                    <a:pt x="1599608" y="1386895"/>
                    <a:pt x="1610198" y="1417529"/>
                    <a:pt x="1615996" y="1417529"/>
                  </a:cubicBezTo>
                  <a:cubicBezTo>
                    <a:pt x="1621922" y="1417529"/>
                    <a:pt x="1623686" y="1402275"/>
                    <a:pt x="1631250" y="1400510"/>
                  </a:cubicBezTo>
                  <a:cubicBezTo>
                    <a:pt x="1638940" y="1398745"/>
                    <a:pt x="1643604" y="1413495"/>
                    <a:pt x="1651799" y="1415259"/>
                  </a:cubicBezTo>
                  <a:cubicBezTo>
                    <a:pt x="1659993" y="1417024"/>
                    <a:pt x="1671213" y="1421689"/>
                    <a:pt x="1677642" y="1419420"/>
                  </a:cubicBezTo>
                  <a:cubicBezTo>
                    <a:pt x="1684072" y="1417024"/>
                    <a:pt x="1698821" y="1408830"/>
                    <a:pt x="1704116" y="1411730"/>
                  </a:cubicBezTo>
                  <a:cubicBezTo>
                    <a:pt x="1709411" y="1414629"/>
                    <a:pt x="1716470" y="1414629"/>
                    <a:pt x="1721135" y="1425849"/>
                  </a:cubicBezTo>
                  <a:cubicBezTo>
                    <a:pt x="1725799" y="1437069"/>
                    <a:pt x="1732859" y="1439464"/>
                    <a:pt x="1737649" y="1439464"/>
                  </a:cubicBezTo>
                  <a:cubicBezTo>
                    <a:pt x="1742314" y="1439464"/>
                    <a:pt x="1743322" y="1444759"/>
                    <a:pt x="1743322" y="1449423"/>
                  </a:cubicBezTo>
                  <a:cubicBezTo>
                    <a:pt x="1743322" y="1454087"/>
                    <a:pt x="1751895" y="1460391"/>
                    <a:pt x="1756685" y="1460391"/>
                  </a:cubicBezTo>
                  <a:cubicBezTo>
                    <a:pt x="1761350" y="1460391"/>
                    <a:pt x="1773956" y="1458752"/>
                    <a:pt x="1777864" y="1456483"/>
                  </a:cubicBezTo>
                  <a:cubicBezTo>
                    <a:pt x="1781772" y="1454087"/>
                    <a:pt x="1786563" y="1451818"/>
                    <a:pt x="1787319" y="1457239"/>
                  </a:cubicBezTo>
                  <a:cubicBezTo>
                    <a:pt x="1788075" y="1462786"/>
                    <a:pt x="1795135" y="1471358"/>
                    <a:pt x="1799925" y="1471358"/>
                  </a:cubicBezTo>
                  <a:cubicBezTo>
                    <a:pt x="1804590" y="1471358"/>
                    <a:pt x="1814045" y="1475266"/>
                    <a:pt x="1814801" y="1471358"/>
                  </a:cubicBezTo>
                  <a:cubicBezTo>
                    <a:pt x="1815557" y="1467450"/>
                    <a:pt x="1828164" y="1465055"/>
                    <a:pt x="1832828" y="1464299"/>
                  </a:cubicBezTo>
                  <a:cubicBezTo>
                    <a:pt x="1837493" y="1463542"/>
                    <a:pt x="1854007" y="1460391"/>
                    <a:pt x="1857159" y="1453331"/>
                  </a:cubicBezTo>
                  <a:cubicBezTo>
                    <a:pt x="1860310" y="1446271"/>
                    <a:pt x="1873673" y="1446271"/>
                    <a:pt x="1877581" y="1441607"/>
                  </a:cubicBezTo>
                  <a:cubicBezTo>
                    <a:pt x="1881489" y="1436943"/>
                    <a:pt x="1892457" y="1434547"/>
                    <a:pt x="1894852" y="1429883"/>
                  </a:cubicBezTo>
                  <a:cubicBezTo>
                    <a:pt x="1897247" y="1425219"/>
                    <a:pt x="1911366" y="1425975"/>
                    <a:pt x="1912879" y="1422067"/>
                  </a:cubicBezTo>
                  <a:cubicBezTo>
                    <a:pt x="1914392" y="1418159"/>
                    <a:pt x="1926242" y="1417403"/>
                    <a:pt x="1931664" y="1418915"/>
                  </a:cubicBezTo>
                  <a:cubicBezTo>
                    <a:pt x="1937084" y="1420554"/>
                    <a:pt x="1964693" y="1425975"/>
                    <a:pt x="1968474" y="1425219"/>
                  </a:cubicBezTo>
                  <a:cubicBezTo>
                    <a:pt x="1972382" y="1424462"/>
                    <a:pt x="1973139" y="1439338"/>
                    <a:pt x="1977047" y="1440094"/>
                  </a:cubicBezTo>
                  <a:cubicBezTo>
                    <a:pt x="1980955" y="1440851"/>
                    <a:pt x="1995074" y="1451818"/>
                    <a:pt x="1998982" y="1448793"/>
                  </a:cubicBezTo>
                  <a:cubicBezTo>
                    <a:pt x="2002890" y="1445641"/>
                    <a:pt x="2012345" y="1442489"/>
                    <a:pt x="2020161" y="1447154"/>
                  </a:cubicBezTo>
                  <a:cubicBezTo>
                    <a:pt x="2027977" y="1451944"/>
                    <a:pt x="2035919" y="1458122"/>
                    <a:pt x="2038944" y="1452701"/>
                  </a:cubicBezTo>
                  <a:cubicBezTo>
                    <a:pt x="2042096" y="1447154"/>
                    <a:pt x="2058610" y="1444885"/>
                    <a:pt x="2060880" y="1441733"/>
                  </a:cubicBezTo>
                  <a:cubicBezTo>
                    <a:pt x="2063275" y="1438581"/>
                    <a:pt x="2065545" y="1429127"/>
                    <a:pt x="2061637" y="1425975"/>
                  </a:cubicBezTo>
                  <a:cubicBezTo>
                    <a:pt x="2057729" y="1422823"/>
                    <a:pt x="2053821" y="1410343"/>
                    <a:pt x="2052182" y="1404040"/>
                  </a:cubicBezTo>
                  <a:cubicBezTo>
                    <a:pt x="2050669" y="1397736"/>
                    <a:pt x="2061637" y="1396224"/>
                    <a:pt x="2063149" y="1390677"/>
                  </a:cubicBezTo>
                  <a:cubicBezTo>
                    <a:pt x="2064662" y="1385256"/>
                    <a:pt x="2074117" y="1384373"/>
                    <a:pt x="2077268" y="1381222"/>
                  </a:cubicBezTo>
                  <a:cubicBezTo>
                    <a:pt x="2080420" y="1378070"/>
                    <a:pt x="2081176" y="1371011"/>
                    <a:pt x="2086723" y="1372649"/>
                  </a:cubicBezTo>
                  <a:cubicBezTo>
                    <a:pt x="2092144" y="1374288"/>
                    <a:pt x="2103994" y="1378196"/>
                    <a:pt x="2106263" y="1380465"/>
                  </a:cubicBezTo>
                  <a:cubicBezTo>
                    <a:pt x="2108659" y="1382861"/>
                    <a:pt x="2117231" y="1384373"/>
                    <a:pt x="2122778" y="1384373"/>
                  </a:cubicBezTo>
                  <a:cubicBezTo>
                    <a:pt x="2128325" y="1384373"/>
                    <a:pt x="2136897" y="1389038"/>
                    <a:pt x="2142444" y="1392190"/>
                  </a:cubicBezTo>
                  <a:cubicBezTo>
                    <a:pt x="2147991" y="1395341"/>
                    <a:pt x="2165262" y="1395341"/>
                    <a:pt x="2168287" y="1400006"/>
                  </a:cubicBezTo>
                  <a:cubicBezTo>
                    <a:pt x="2171439" y="1404670"/>
                    <a:pt x="2167531" y="1418033"/>
                    <a:pt x="2171439" y="1422823"/>
                  </a:cubicBezTo>
                  <a:cubicBezTo>
                    <a:pt x="2175347" y="1427488"/>
                    <a:pt x="2184802" y="1437699"/>
                    <a:pt x="2187953" y="1435430"/>
                  </a:cubicBezTo>
                  <a:cubicBezTo>
                    <a:pt x="2191105" y="1433035"/>
                    <a:pt x="2205980" y="1443246"/>
                    <a:pt x="2211527" y="1442489"/>
                  </a:cubicBezTo>
                  <a:cubicBezTo>
                    <a:pt x="2216948" y="1441733"/>
                    <a:pt x="2225647" y="1433035"/>
                    <a:pt x="2230312" y="1433035"/>
                  </a:cubicBezTo>
                  <a:cubicBezTo>
                    <a:pt x="2234976" y="1433035"/>
                    <a:pt x="2249978" y="1429127"/>
                    <a:pt x="2254642" y="1429883"/>
                  </a:cubicBezTo>
                  <a:cubicBezTo>
                    <a:pt x="2259306" y="1430639"/>
                    <a:pt x="2276577" y="1436943"/>
                    <a:pt x="2278973" y="1435430"/>
                  </a:cubicBezTo>
                  <a:cubicBezTo>
                    <a:pt x="2281368" y="1433791"/>
                    <a:pt x="2297000" y="1436186"/>
                    <a:pt x="2299395" y="1440977"/>
                  </a:cubicBezTo>
                  <a:cubicBezTo>
                    <a:pt x="2301790" y="1445641"/>
                    <a:pt x="2321330" y="1445641"/>
                    <a:pt x="2321330" y="1451188"/>
                  </a:cubicBezTo>
                  <a:cubicBezTo>
                    <a:pt x="2321330" y="1456609"/>
                    <a:pt x="2332298" y="1459760"/>
                    <a:pt x="2335450" y="1466064"/>
                  </a:cubicBezTo>
                  <a:cubicBezTo>
                    <a:pt x="2338601" y="1472367"/>
                    <a:pt x="2364444" y="1468459"/>
                    <a:pt x="2369235" y="1472367"/>
                  </a:cubicBezTo>
                  <a:cubicBezTo>
                    <a:pt x="2373899" y="1476275"/>
                    <a:pt x="2403777" y="1475518"/>
                    <a:pt x="2404533" y="1472367"/>
                  </a:cubicBezTo>
                  <a:cubicBezTo>
                    <a:pt x="2405289" y="1469215"/>
                    <a:pt x="2433528" y="1467702"/>
                    <a:pt x="2439075" y="1463668"/>
                  </a:cubicBezTo>
                  <a:cubicBezTo>
                    <a:pt x="2444622" y="1459760"/>
                    <a:pt x="2459498" y="1461273"/>
                    <a:pt x="2460254" y="1455852"/>
                  </a:cubicBezTo>
                  <a:cubicBezTo>
                    <a:pt x="2461011" y="1450305"/>
                    <a:pt x="2475130" y="1446398"/>
                    <a:pt x="2481433" y="1441733"/>
                  </a:cubicBezTo>
                  <a:cubicBezTo>
                    <a:pt x="2487736" y="1437069"/>
                    <a:pt x="2512823" y="1437825"/>
                    <a:pt x="2514336" y="1443372"/>
                  </a:cubicBezTo>
                  <a:cubicBezTo>
                    <a:pt x="2515849" y="1448919"/>
                    <a:pt x="2530850" y="1450432"/>
                    <a:pt x="2537027" y="1448036"/>
                  </a:cubicBezTo>
                  <a:cubicBezTo>
                    <a:pt x="2543331" y="1445641"/>
                    <a:pt x="2559719" y="1448793"/>
                    <a:pt x="2562114" y="1454340"/>
                  </a:cubicBezTo>
                  <a:cubicBezTo>
                    <a:pt x="2564509" y="1459886"/>
                    <a:pt x="2583294" y="1462912"/>
                    <a:pt x="2587958" y="1461399"/>
                  </a:cubicBezTo>
                  <a:cubicBezTo>
                    <a:pt x="2592622" y="1459886"/>
                    <a:pt x="2607498" y="1448793"/>
                    <a:pt x="2613045" y="1448036"/>
                  </a:cubicBezTo>
                  <a:cubicBezTo>
                    <a:pt x="2618592" y="1447280"/>
                    <a:pt x="2626408" y="1441733"/>
                    <a:pt x="2624769" y="1436312"/>
                  </a:cubicBezTo>
                  <a:cubicBezTo>
                    <a:pt x="2623256" y="1430765"/>
                    <a:pt x="2635737" y="1415133"/>
                    <a:pt x="2637375" y="1408830"/>
                  </a:cubicBezTo>
                  <a:cubicBezTo>
                    <a:pt x="2638888" y="1402527"/>
                    <a:pt x="2649982" y="1385256"/>
                    <a:pt x="2653890" y="1383743"/>
                  </a:cubicBezTo>
                  <a:cubicBezTo>
                    <a:pt x="2657798" y="1382230"/>
                    <a:pt x="2666496" y="1375171"/>
                    <a:pt x="2665614" y="1370380"/>
                  </a:cubicBezTo>
                  <a:cubicBezTo>
                    <a:pt x="2664857" y="1365716"/>
                    <a:pt x="2662462" y="1351597"/>
                    <a:pt x="2657798" y="1351597"/>
                  </a:cubicBezTo>
                  <a:cubicBezTo>
                    <a:pt x="2653134" y="1351597"/>
                    <a:pt x="2644435" y="1352353"/>
                    <a:pt x="2655403" y="1337477"/>
                  </a:cubicBezTo>
                  <a:cubicBezTo>
                    <a:pt x="2666370" y="1322602"/>
                    <a:pt x="2686036" y="1326510"/>
                    <a:pt x="2689188" y="1326510"/>
                  </a:cubicBezTo>
                  <a:cubicBezTo>
                    <a:pt x="2692340" y="1326510"/>
                    <a:pt x="2717426" y="1320206"/>
                    <a:pt x="2728394" y="1323358"/>
                  </a:cubicBezTo>
                  <a:cubicBezTo>
                    <a:pt x="2739362" y="1326510"/>
                    <a:pt x="2746421" y="1321845"/>
                    <a:pt x="2758146" y="1328022"/>
                  </a:cubicBezTo>
                  <a:cubicBezTo>
                    <a:pt x="2769870" y="1334326"/>
                    <a:pt x="2786384" y="1331930"/>
                    <a:pt x="2790292" y="1337477"/>
                  </a:cubicBezTo>
                  <a:cubicBezTo>
                    <a:pt x="2794200" y="1343024"/>
                    <a:pt x="2809958" y="1347689"/>
                    <a:pt x="2807563" y="1357143"/>
                  </a:cubicBezTo>
                  <a:cubicBezTo>
                    <a:pt x="2805168" y="1366598"/>
                    <a:pt x="2816136" y="1361051"/>
                    <a:pt x="2820170" y="1381474"/>
                  </a:cubicBezTo>
                  <a:cubicBezTo>
                    <a:pt x="2824078" y="1401897"/>
                    <a:pt x="2833533" y="1403409"/>
                    <a:pt x="2835802" y="1412864"/>
                  </a:cubicBezTo>
                  <a:cubicBezTo>
                    <a:pt x="2838197" y="1422319"/>
                    <a:pt x="2850677" y="1439590"/>
                    <a:pt x="2849165" y="1445011"/>
                  </a:cubicBezTo>
                  <a:cubicBezTo>
                    <a:pt x="2847526" y="1450558"/>
                    <a:pt x="2846013" y="1459130"/>
                    <a:pt x="2859376" y="1459886"/>
                  </a:cubicBezTo>
                  <a:cubicBezTo>
                    <a:pt x="2872739" y="1460643"/>
                    <a:pt x="2882193" y="1470854"/>
                    <a:pt x="2885345" y="1469341"/>
                  </a:cubicBezTo>
                  <a:cubicBezTo>
                    <a:pt x="2888497" y="1467829"/>
                    <a:pt x="2904129" y="1473249"/>
                    <a:pt x="2912071" y="1481065"/>
                  </a:cubicBezTo>
                  <a:cubicBezTo>
                    <a:pt x="2919887" y="1488881"/>
                    <a:pt x="2931737" y="1484973"/>
                    <a:pt x="2930854" y="1493672"/>
                  </a:cubicBezTo>
                  <a:cubicBezTo>
                    <a:pt x="2930098" y="1502244"/>
                    <a:pt x="2937158" y="1509304"/>
                    <a:pt x="2936401" y="1516364"/>
                  </a:cubicBezTo>
                  <a:cubicBezTo>
                    <a:pt x="2935645" y="1523423"/>
                    <a:pt x="2951277" y="1528088"/>
                    <a:pt x="2962245" y="1526575"/>
                  </a:cubicBezTo>
                  <a:cubicBezTo>
                    <a:pt x="2973213" y="1524936"/>
                    <a:pt x="2981029" y="1530483"/>
                    <a:pt x="2985819" y="1521028"/>
                  </a:cubicBezTo>
                  <a:cubicBezTo>
                    <a:pt x="2990484" y="1511573"/>
                    <a:pt x="3006242" y="1515481"/>
                    <a:pt x="3011663" y="1511573"/>
                  </a:cubicBezTo>
                  <a:cubicBezTo>
                    <a:pt x="3017083" y="1507665"/>
                    <a:pt x="3033598" y="1502875"/>
                    <a:pt x="3032841" y="1517120"/>
                  </a:cubicBezTo>
                  <a:cubicBezTo>
                    <a:pt x="3032085" y="1531239"/>
                    <a:pt x="3041414" y="1534391"/>
                    <a:pt x="3033598" y="1539055"/>
                  </a:cubicBezTo>
                  <a:cubicBezTo>
                    <a:pt x="3025782" y="1543720"/>
                    <a:pt x="3021874" y="1564142"/>
                    <a:pt x="3019478" y="1572841"/>
                  </a:cubicBezTo>
                  <a:cubicBezTo>
                    <a:pt x="3017083" y="1581413"/>
                    <a:pt x="3005359" y="1583808"/>
                    <a:pt x="3003720" y="1593263"/>
                  </a:cubicBezTo>
                  <a:cubicBezTo>
                    <a:pt x="3002081" y="1602718"/>
                    <a:pt x="2991114" y="1603474"/>
                    <a:pt x="2991114" y="1610534"/>
                  </a:cubicBezTo>
                  <a:cubicBezTo>
                    <a:pt x="2991114" y="1617594"/>
                    <a:pt x="2975482" y="1616081"/>
                    <a:pt x="2967540" y="1610534"/>
                  </a:cubicBezTo>
                  <a:cubicBezTo>
                    <a:pt x="2959724" y="1604987"/>
                    <a:pt x="2951908" y="1620745"/>
                    <a:pt x="2945605" y="1620745"/>
                  </a:cubicBezTo>
                  <a:cubicBezTo>
                    <a:pt x="2939301" y="1620745"/>
                    <a:pt x="2940058" y="1634108"/>
                    <a:pt x="2941697" y="1639529"/>
                  </a:cubicBezTo>
                  <a:cubicBezTo>
                    <a:pt x="2943335" y="1645076"/>
                    <a:pt x="2939428" y="1652136"/>
                    <a:pt x="2943335" y="1661464"/>
                  </a:cubicBezTo>
                  <a:cubicBezTo>
                    <a:pt x="2945478" y="1666507"/>
                    <a:pt x="2944092" y="1676088"/>
                    <a:pt x="2945226" y="1686803"/>
                  </a:cubicBezTo>
                  <a:cubicBezTo>
                    <a:pt x="2954807" y="1679870"/>
                    <a:pt x="2963506" y="1674701"/>
                    <a:pt x="2967287" y="1674701"/>
                  </a:cubicBezTo>
                  <a:cubicBezTo>
                    <a:pt x="2977121" y="1674701"/>
                    <a:pt x="2986953" y="1691594"/>
                    <a:pt x="2997921" y="1691972"/>
                  </a:cubicBezTo>
                  <a:cubicBezTo>
                    <a:pt x="3008889" y="1692350"/>
                    <a:pt x="3058685" y="1659069"/>
                    <a:pt x="3059063" y="1653522"/>
                  </a:cubicBezTo>
                  <a:cubicBezTo>
                    <a:pt x="3059441" y="1647975"/>
                    <a:pt x="3088436" y="1620115"/>
                    <a:pt x="3102177" y="1605618"/>
                  </a:cubicBezTo>
                  <a:cubicBezTo>
                    <a:pt x="3115919" y="1591120"/>
                    <a:pt x="3133946" y="1569941"/>
                    <a:pt x="3141005" y="1553427"/>
                  </a:cubicBezTo>
                  <a:cubicBezTo>
                    <a:pt x="3145291" y="1543215"/>
                    <a:pt x="3164579" y="1523549"/>
                    <a:pt x="3169244" y="1515733"/>
                  </a:cubicBezTo>
                  <a:cubicBezTo>
                    <a:pt x="3173908" y="1507917"/>
                    <a:pt x="3177060" y="1507161"/>
                    <a:pt x="3185758" y="1488629"/>
                  </a:cubicBezTo>
                  <a:cubicBezTo>
                    <a:pt x="3194331" y="1470224"/>
                    <a:pt x="3194331" y="1421941"/>
                    <a:pt x="3197104" y="1418789"/>
                  </a:cubicBezTo>
                  <a:cubicBezTo>
                    <a:pt x="3199878" y="1415638"/>
                    <a:pt x="3198239" y="1407443"/>
                    <a:pt x="3202147" y="1402275"/>
                  </a:cubicBezTo>
                  <a:cubicBezTo>
                    <a:pt x="3206055" y="1397232"/>
                    <a:pt x="3204038" y="1390173"/>
                    <a:pt x="3211980" y="1383491"/>
                  </a:cubicBezTo>
                  <a:cubicBezTo>
                    <a:pt x="3219796" y="1376810"/>
                    <a:pt x="3218283" y="1370884"/>
                    <a:pt x="3216266" y="1365842"/>
                  </a:cubicBezTo>
                  <a:cubicBezTo>
                    <a:pt x="3214249" y="1360799"/>
                    <a:pt x="3216644" y="1349327"/>
                    <a:pt x="3214627" y="1345798"/>
                  </a:cubicBezTo>
                  <a:cubicBezTo>
                    <a:pt x="3212610" y="1342268"/>
                    <a:pt x="3212988" y="1340755"/>
                    <a:pt x="3217779" y="1337982"/>
                  </a:cubicBezTo>
                  <a:cubicBezTo>
                    <a:pt x="3222443" y="1335208"/>
                    <a:pt x="3214627" y="1328148"/>
                    <a:pt x="3207946" y="1324997"/>
                  </a:cubicBezTo>
                  <a:cubicBezTo>
                    <a:pt x="3201264" y="1321845"/>
                    <a:pt x="3192692" y="1319072"/>
                    <a:pt x="3191809" y="1311634"/>
                  </a:cubicBezTo>
                  <a:cubicBezTo>
                    <a:pt x="3191053" y="1304196"/>
                    <a:pt x="3179707" y="1295119"/>
                    <a:pt x="3171009" y="1295876"/>
                  </a:cubicBezTo>
                  <a:cubicBezTo>
                    <a:pt x="3162436" y="1296632"/>
                    <a:pt x="3146300" y="1291211"/>
                    <a:pt x="3148317" y="1296632"/>
                  </a:cubicBezTo>
                  <a:cubicBezTo>
                    <a:pt x="3150334" y="1302179"/>
                    <a:pt x="3147560" y="1306844"/>
                    <a:pt x="3143274" y="1305583"/>
                  </a:cubicBezTo>
                  <a:cubicBezTo>
                    <a:pt x="3138988" y="1304448"/>
                    <a:pt x="3136971" y="1307978"/>
                    <a:pt x="3131928" y="1315794"/>
                  </a:cubicBezTo>
                  <a:cubicBezTo>
                    <a:pt x="3126886" y="1323610"/>
                    <a:pt x="3108733" y="1324367"/>
                    <a:pt x="3117053" y="1316929"/>
                  </a:cubicBezTo>
                  <a:cubicBezTo>
                    <a:pt x="3125247" y="1309491"/>
                    <a:pt x="3114280" y="1309113"/>
                    <a:pt x="3115919" y="1301297"/>
                  </a:cubicBezTo>
                  <a:cubicBezTo>
                    <a:pt x="3117557" y="1293481"/>
                    <a:pt x="3124112" y="1285539"/>
                    <a:pt x="3115161" y="1290707"/>
                  </a:cubicBezTo>
                  <a:cubicBezTo>
                    <a:pt x="3106085" y="1295750"/>
                    <a:pt x="3106085" y="1307978"/>
                    <a:pt x="3098647" y="1309617"/>
                  </a:cubicBezTo>
                  <a:cubicBezTo>
                    <a:pt x="3091210" y="1311130"/>
                    <a:pt x="3093479" y="1288438"/>
                    <a:pt x="3095495" y="1282513"/>
                  </a:cubicBezTo>
                  <a:cubicBezTo>
                    <a:pt x="3097513" y="1276588"/>
                    <a:pt x="3081755" y="1282891"/>
                    <a:pt x="3065240" y="1281757"/>
                  </a:cubicBezTo>
                  <a:cubicBezTo>
                    <a:pt x="3048726" y="1280622"/>
                    <a:pt x="3053138" y="1269150"/>
                    <a:pt x="3066374" y="1262090"/>
                  </a:cubicBezTo>
                  <a:cubicBezTo>
                    <a:pt x="3079737" y="1255031"/>
                    <a:pt x="3077342" y="1248349"/>
                    <a:pt x="3084024" y="1245576"/>
                  </a:cubicBezTo>
                  <a:cubicBezTo>
                    <a:pt x="3090706" y="1242802"/>
                    <a:pt x="3107976" y="1231457"/>
                    <a:pt x="3118188" y="1225532"/>
                  </a:cubicBezTo>
                  <a:cubicBezTo>
                    <a:pt x="3128399" y="1219606"/>
                    <a:pt x="3130416" y="1213051"/>
                    <a:pt x="3132685" y="1206370"/>
                  </a:cubicBezTo>
                  <a:cubicBezTo>
                    <a:pt x="3135080" y="1199688"/>
                    <a:pt x="3153863" y="1191494"/>
                    <a:pt x="3170757" y="1177753"/>
                  </a:cubicBezTo>
                  <a:cubicBezTo>
                    <a:pt x="3187649" y="1164012"/>
                    <a:pt x="3195843" y="1156196"/>
                    <a:pt x="3199751" y="1147876"/>
                  </a:cubicBezTo>
                  <a:cubicBezTo>
                    <a:pt x="3203659" y="1139681"/>
                    <a:pt x="3228746" y="1129470"/>
                    <a:pt x="3229125" y="1123167"/>
                  </a:cubicBezTo>
                  <a:cubicBezTo>
                    <a:pt x="3229502" y="1116864"/>
                    <a:pt x="3258876" y="1101231"/>
                    <a:pt x="3278921" y="1097323"/>
                  </a:cubicBezTo>
                  <a:cubicBezTo>
                    <a:pt x="3298964" y="1093415"/>
                    <a:pt x="3330733" y="1098458"/>
                    <a:pt x="3336658" y="1104383"/>
                  </a:cubicBezTo>
                  <a:cubicBezTo>
                    <a:pt x="3342583" y="1110308"/>
                    <a:pt x="3346869" y="1107913"/>
                    <a:pt x="3350399" y="1104005"/>
                  </a:cubicBezTo>
                  <a:cubicBezTo>
                    <a:pt x="3353929" y="1100097"/>
                    <a:pt x="3361745" y="1101988"/>
                    <a:pt x="3375108" y="1103627"/>
                  </a:cubicBezTo>
                  <a:cubicBezTo>
                    <a:pt x="3388471" y="1105265"/>
                    <a:pt x="3391623" y="1097323"/>
                    <a:pt x="3400573" y="1100097"/>
                  </a:cubicBezTo>
                  <a:cubicBezTo>
                    <a:pt x="3409650" y="1102870"/>
                    <a:pt x="3417087" y="1104383"/>
                    <a:pt x="3422508" y="1093794"/>
                  </a:cubicBezTo>
                  <a:cubicBezTo>
                    <a:pt x="3428055" y="1083204"/>
                    <a:pt x="3453899" y="1085221"/>
                    <a:pt x="3459824" y="1089507"/>
                  </a:cubicBezTo>
                  <a:cubicBezTo>
                    <a:pt x="3465749" y="1093794"/>
                    <a:pt x="3470413" y="1099719"/>
                    <a:pt x="3479868" y="1093415"/>
                  </a:cubicBezTo>
                  <a:cubicBezTo>
                    <a:pt x="3489323" y="1087112"/>
                    <a:pt x="3489323" y="1101610"/>
                    <a:pt x="3498273" y="1102870"/>
                  </a:cubicBezTo>
                  <a:cubicBezTo>
                    <a:pt x="3507350" y="1104005"/>
                    <a:pt x="3501425" y="1111821"/>
                    <a:pt x="3493609" y="1111064"/>
                  </a:cubicBezTo>
                  <a:cubicBezTo>
                    <a:pt x="3485793" y="1110308"/>
                    <a:pt x="3475960" y="1114973"/>
                    <a:pt x="3485037" y="1120141"/>
                  </a:cubicBezTo>
                  <a:cubicBezTo>
                    <a:pt x="3494114" y="1125184"/>
                    <a:pt x="3504703" y="1115477"/>
                    <a:pt x="3511762" y="1116233"/>
                  </a:cubicBezTo>
                  <a:cubicBezTo>
                    <a:pt x="3518822" y="1116990"/>
                    <a:pt x="3529790" y="1117872"/>
                    <a:pt x="3539623" y="1111569"/>
                  </a:cubicBezTo>
                  <a:cubicBezTo>
                    <a:pt x="3549456" y="1105265"/>
                    <a:pt x="3552229" y="1116611"/>
                    <a:pt x="3558407" y="1111191"/>
                  </a:cubicBezTo>
                  <a:cubicBezTo>
                    <a:pt x="3564710" y="1105644"/>
                    <a:pt x="3578829" y="1104131"/>
                    <a:pt x="3585889" y="1104509"/>
                  </a:cubicBezTo>
                  <a:cubicBezTo>
                    <a:pt x="3592948" y="1104887"/>
                    <a:pt x="3587024" y="1096315"/>
                    <a:pt x="3575299" y="1096315"/>
                  </a:cubicBezTo>
                  <a:cubicBezTo>
                    <a:pt x="3563575" y="1096315"/>
                    <a:pt x="3563953" y="1090012"/>
                    <a:pt x="3573282" y="1074001"/>
                  </a:cubicBezTo>
                  <a:cubicBezTo>
                    <a:pt x="3582737" y="1057991"/>
                    <a:pt x="3600764" y="1049293"/>
                    <a:pt x="3612110" y="1039460"/>
                  </a:cubicBezTo>
                  <a:cubicBezTo>
                    <a:pt x="3623456" y="1029626"/>
                    <a:pt x="3631776" y="1034417"/>
                    <a:pt x="3631776" y="1028114"/>
                  </a:cubicBezTo>
                  <a:cubicBezTo>
                    <a:pt x="3631776" y="1021810"/>
                    <a:pt x="3637197" y="1004161"/>
                    <a:pt x="3645896" y="1003783"/>
                  </a:cubicBezTo>
                  <a:cubicBezTo>
                    <a:pt x="3654468" y="1003405"/>
                    <a:pt x="3676025" y="1007313"/>
                    <a:pt x="3689388" y="999875"/>
                  </a:cubicBezTo>
                  <a:cubicBezTo>
                    <a:pt x="3702751" y="992437"/>
                    <a:pt x="3701490" y="1005422"/>
                    <a:pt x="3707037" y="1007313"/>
                  </a:cubicBezTo>
                  <a:cubicBezTo>
                    <a:pt x="3712458" y="1009330"/>
                    <a:pt x="3720022" y="995967"/>
                    <a:pt x="3726199" y="999875"/>
                  </a:cubicBezTo>
                  <a:cubicBezTo>
                    <a:pt x="3732502" y="1003783"/>
                    <a:pt x="3716744" y="1013238"/>
                    <a:pt x="3713214" y="1024584"/>
                  </a:cubicBezTo>
                  <a:cubicBezTo>
                    <a:pt x="3709685" y="1035930"/>
                    <a:pt x="3721409" y="1031644"/>
                    <a:pt x="3728090" y="1034795"/>
                  </a:cubicBezTo>
                  <a:cubicBezTo>
                    <a:pt x="3734771" y="1037947"/>
                    <a:pt x="3719392" y="1042611"/>
                    <a:pt x="3721031" y="1045763"/>
                  </a:cubicBezTo>
                  <a:cubicBezTo>
                    <a:pt x="3722543" y="1048914"/>
                    <a:pt x="3735906" y="1048914"/>
                    <a:pt x="3753177" y="1031644"/>
                  </a:cubicBezTo>
                  <a:cubicBezTo>
                    <a:pt x="3770448" y="1014373"/>
                    <a:pt x="3786080" y="1009708"/>
                    <a:pt x="3797174" y="1010843"/>
                  </a:cubicBezTo>
                  <a:cubicBezTo>
                    <a:pt x="3808141" y="1011977"/>
                    <a:pt x="3801838" y="1001010"/>
                    <a:pt x="3802721" y="984999"/>
                  </a:cubicBezTo>
                  <a:cubicBezTo>
                    <a:pt x="3803477" y="968863"/>
                    <a:pt x="3837262" y="964199"/>
                    <a:pt x="3848230" y="968863"/>
                  </a:cubicBezTo>
                  <a:cubicBezTo>
                    <a:pt x="3859197" y="973528"/>
                    <a:pt x="3858441" y="977940"/>
                    <a:pt x="3847852" y="975166"/>
                  </a:cubicBezTo>
                  <a:cubicBezTo>
                    <a:pt x="3837262" y="972393"/>
                    <a:pt x="3827429" y="981848"/>
                    <a:pt x="3827807" y="995211"/>
                  </a:cubicBezTo>
                  <a:cubicBezTo>
                    <a:pt x="3828186" y="1008574"/>
                    <a:pt x="3818353" y="1012860"/>
                    <a:pt x="3823521" y="1018028"/>
                  </a:cubicBezTo>
                  <a:cubicBezTo>
                    <a:pt x="3828564" y="1023071"/>
                    <a:pt x="3816083" y="1024332"/>
                    <a:pt x="3815705" y="1029753"/>
                  </a:cubicBezTo>
                  <a:cubicBezTo>
                    <a:pt x="3815327" y="1035299"/>
                    <a:pt x="3815705" y="1039586"/>
                    <a:pt x="3807889" y="1041855"/>
                  </a:cubicBezTo>
                  <a:cubicBezTo>
                    <a:pt x="3800073" y="1044250"/>
                    <a:pt x="3773726" y="1046897"/>
                    <a:pt x="3772969" y="1057109"/>
                  </a:cubicBezTo>
                  <a:cubicBezTo>
                    <a:pt x="3772213" y="1067320"/>
                    <a:pt x="3758093" y="1068455"/>
                    <a:pt x="3751412" y="1081061"/>
                  </a:cubicBezTo>
                  <a:cubicBezTo>
                    <a:pt x="3744730" y="1093668"/>
                    <a:pt x="3719266" y="1101105"/>
                    <a:pt x="3702373" y="1126192"/>
                  </a:cubicBezTo>
                  <a:cubicBezTo>
                    <a:pt x="3685480" y="1151279"/>
                    <a:pt x="3658880" y="1151279"/>
                    <a:pt x="3658880" y="1155944"/>
                  </a:cubicBezTo>
                  <a:cubicBezTo>
                    <a:pt x="3658880" y="1160734"/>
                    <a:pt x="3640475" y="1160230"/>
                    <a:pt x="3634172" y="1161112"/>
                  </a:cubicBezTo>
                  <a:cubicBezTo>
                    <a:pt x="3627868" y="1161869"/>
                    <a:pt x="3640096" y="1177249"/>
                    <a:pt x="3625095" y="1193259"/>
                  </a:cubicBezTo>
                  <a:cubicBezTo>
                    <a:pt x="3610219" y="1209395"/>
                    <a:pt x="3600386" y="1231709"/>
                    <a:pt x="3600764" y="1254022"/>
                  </a:cubicBezTo>
                  <a:cubicBezTo>
                    <a:pt x="3601143" y="1276336"/>
                    <a:pt x="3608580" y="1340755"/>
                    <a:pt x="3615262" y="1352101"/>
                  </a:cubicBezTo>
                  <a:cubicBezTo>
                    <a:pt x="3621943" y="1363447"/>
                    <a:pt x="3618035" y="1391307"/>
                    <a:pt x="3623456" y="1397232"/>
                  </a:cubicBezTo>
                  <a:cubicBezTo>
                    <a:pt x="3629003" y="1403157"/>
                    <a:pt x="3626986" y="1412864"/>
                    <a:pt x="3630515" y="1416394"/>
                  </a:cubicBezTo>
                  <a:cubicBezTo>
                    <a:pt x="3634046" y="1419924"/>
                    <a:pt x="3648543" y="1400636"/>
                    <a:pt x="3658376" y="1392442"/>
                  </a:cubicBezTo>
                  <a:cubicBezTo>
                    <a:pt x="3668209" y="1384247"/>
                    <a:pt x="3665058" y="1381474"/>
                    <a:pt x="3671739" y="1377188"/>
                  </a:cubicBezTo>
                  <a:cubicBezTo>
                    <a:pt x="3678421" y="1372902"/>
                    <a:pt x="3675647" y="1354874"/>
                    <a:pt x="3677664" y="1350084"/>
                  </a:cubicBezTo>
                  <a:cubicBezTo>
                    <a:pt x="3679681" y="1345419"/>
                    <a:pt x="3691784" y="1343024"/>
                    <a:pt x="3695692" y="1337982"/>
                  </a:cubicBezTo>
                  <a:cubicBezTo>
                    <a:pt x="3699599" y="1332939"/>
                    <a:pt x="3709811" y="1335965"/>
                    <a:pt x="3715358" y="1334074"/>
                  </a:cubicBezTo>
                  <a:cubicBezTo>
                    <a:pt x="3720778" y="1332183"/>
                    <a:pt x="3714979" y="1319198"/>
                    <a:pt x="3712962" y="1311760"/>
                  </a:cubicBezTo>
                  <a:cubicBezTo>
                    <a:pt x="3710945" y="1304322"/>
                    <a:pt x="3729098" y="1294111"/>
                    <a:pt x="3738427" y="1287429"/>
                  </a:cubicBezTo>
                  <a:cubicBezTo>
                    <a:pt x="3747882" y="1280748"/>
                    <a:pt x="3759607" y="1291716"/>
                    <a:pt x="3770196" y="1281883"/>
                  </a:cubicBezTo>
                  <a:cubicBezTo>
                    <a:pt x="3780785" y="1272050"/>
                    <a:pt x="3769439" y="1260704"/>
                    <a:pt x="3765531" y="1255661"/>
                  </a:cubicBezTo>
                  <a:cubicBezTo>
                    <a:pt x="3761623" y="1250619"/>
                    <a:pt x="3776121" y="1225784"/>
                    <a:pt x="3784315" y="1223515"/>
                  </a:cubicBezTo>
                  <a:cubicBezTo>
                    <a:pt x="3792509" y="1221119"/>
                    <a:pt x="3796921" y="1229440"/>
                    <a:pt x="3804737" y="1222380"/>
                  </a:cubicBezTo>
                  <a:cubicBezTo>
                    <a:pt x="3812553" y="1215320"/>
                    <a:pt x="3797678" y="1203974"/>
                    <a:pt x="3792131" y="1204731"/>
                  </a:cubicBezTo>
                  <a:cubicBezTo>
                    <a:pt x="3786584" y="1205487"/>
                    <a:pt x="3784693" y="1184686"/>
                    <a:pt x="3797678" y="1174980"/>
                  </a:cubicBezTo>
                  <a:cubicBezTo>
                    <a:pt x="3810663" y="1165146"/>
                    <a:pt x="3805494" y="1163255"/>
                    <a:pt x="3796921" y="1160860"/>
                  </a:cubicBezTo>
                  <a:cubicBezTo>
                    <a:pt x="3788349" y="1158465"/>
                    <a:pt x="3786710" y="1161617"/>
                    <a:pt x="3780029" y="1161995"/>
                  </a:cubicBezTo>
                  <a:cubicBezTo>
                    <a:pt x="3773347" y="1162373"/>
                    <a:pt x="3766666" y="1148254"/>
                    <a:pt x="3776877" y="1134513"/>
                  </a:cubicBezTo>
                  <a:cubicBezTo>
                    <a:pt x="3787089" y="1120772"/>
                    <a:pt x="3796921" y="1122284"/>
                    <a:pt x="3799190" y="1110938"/>
                  </a:cubicBezTo>
                  <a:cubicBezTo>
                    <a:pt x="3801586" y="1099593"/>
                    <a:pt x="3815705" y="1083456"/>
                    <a:pt x="3819235" y="1077531"/>
                  </a:cubicBezTo>
                  <a:cubicBezTo>
                    <a:pt x="3822765" y="1071606"/>
                    <a:pt x="3836884" y="1077531"/>
                    <a:pt x="3842431" y="1076397"/>
                  </a:cubicBezTo>
                  <a:cubicBezTo>
                    <a:pt x="3847852" y="1075262"/>
                    <a:pt x="3845961" y="1086986"/>
                    <a:pt x="3852642" y="1081061"/>
                  </a:cubicBezTo>
                  <a:cubicBezTo>
                    <a:pt x="3859324" y="1075136"/>
                    <a:pt x="3870291" y="1055596"/>
                    <a:pt x="3879368" y="1055596"/>
                  </a:cubicBezTo>
                  <a:cubicBezTo>
                    <a:pt x="3888445" y="1055596"/>
                    <a:pt x="3882520" y="1070093"/>
                    <a:pt x="3884915" y="1078792"/>
                  </a:cubicBezTo>
                  <a:cubicBezTo>
                    <a:pt x="3887310" y="1087364"/>
                    <a:pt x="3892353" y="1076397"/>
                    <a:pt x="3909624" y="1064673"/>
                  </a:cubicBezTo>
                  <a:cubicBezTo>
                    <a:pt x="3926894" y="1052949"/>
                    <a:pt x="3964588" y="1054083"/>
                    <a:pt x="3975934" y="1059630"/>
                  </a:cubicBezTo>
                  <a:cubicBezTo>
                    <a:pt x="3987280" y="1065177"/>
                    <a:pt x="3989297" y="1078035"/>
                    <a:pt x="3995600" y="1076523"/>
                  </a:cubicBezTo>
                  <a:cubicBezTo>
                    <a:pt x="4005181" y="1074127"/>
                    <a:pt x="3997113" y="1063538"/>
                    <a:pt x="4006568" y="1060765"/>
                  </a:cubicBezTo>
                  <a:cubicBezTo>
                    <a:pt x="4016022" y="1057991"/>
                    <a:pt x="4032411" y="1048158"/>
                    <a:pt x="4045017" y="1039207"/>
                  </a:cubicBezTo>
                  <a:cubicBezTo>
                    <a:pt x="4057624" y="1030257"/>
                    <a:pt x="4053968" y="1036812"/>
                    <a:pt x="4060649" y="1028618"/>
                  </a:cubicBezTo>
                  <a:cubicBezTo>
                    <a:pt x="4067331" y="1020424"/>
                    <a:pt x="4074013" y="1023954"/>
                    <a:pt x="4075903" y="1018407"/>
                  </a:cubicBezTo>
                  <a:cubicBezTo>
                    <a:pt x="4077921" y="1012860"/>
                    <a:pt x="4095948" y="1003909"/>
                    <a:pt x="4120656" y="998362"/>
                  </a:cubicBezTo>
                  <a:cubicBezTo>
                    <a:pt x="4145365" y="992815"/>
                    <a:pt x="4177512" y="976427"/>
                    <a:pt x="4175999" y="971258"/>
                  </a:cubicBezTo>
                  <a:cubicBezTo>
                    <a:pt x="4174486" y="966216"/>
                    <a:pt x="4185454" y="963821"/>
                    <a:pt x="4186589" y="968863"/>
                  </a:cubicBezTo>
                  <a:cubicBezTo>
                    <a:pt x="4187723" y="973906"/>
                    <a:pt x="4197178" y="972015"/>
                    <a:pt x="4210163" y="974788"/>
                  </a:cubicBezTo>
                  <a:cubicBezTo>
                    <a:pt x="4223147" y="977562"/>
                    <a:pt x="4229073" y="982604"/>
                    <a:pt x="4239158" y="972393"/>
                  </a:cubicBezTo>
                  <a:cubicBezTo>
                    <a:pt x="4249369" y="962182"/>
                    <a:pt x="4238023" y="958652"/>
                    <a:pt x="4238401" y="950836"/>
                  </a:cubicBezTo>
                  <a:cubicBezTo>
                    <a:pt x="4238779" y="943020"/>
                    <a:pt x="4220752" y="934699"/>
                    <a:pt x="4223147" y="926505"/>
                  </a:cubicBezTo>
                  <a:cubicBezTo>
                    <a:pt x="4225543" y="918311"/>
                    <a:pt x="4209784" y="896250"/>
                    <a:pt x="4205120" y="900662"/>
                  </a:cubicBezTo>
                  <a:cubicBezTo>
                    <a:pt x="4200456" y="904948"/>
                    <a:pt x="4189362" y="897132"/>
                    <a:pt x="4189362" y="890829"/>
                  </a:cubicBezTo>
                  <a:cubicBezTo>
                    <a:pt x="4189362" y="884526"/>
                    <a:pt x="4188605" y="877088"/>
                    <a:pt x="4181168" y="881752"/>
                  </a:cubicBezTo>
                  <a:cubicBezTo>
                    <a:pt x="4173730" y="886417"/>
                    <a:pt x="4161123" y="884147"/>
                    <a:pt x="4158854" y="877088"/>
                  </a:cubicBezTo>
                  <a:cubicBezTo>
                    <a:pt x="4156459" y="870028"/>
                    <a:pt x="4173351" y="864986"/>
                    <a:pt x="4185076" y="869650"/>
                  </a:cubicBezTo>
                  <a:cubicBezTo>
                    <a:pt x="4196800" y="874314"/>
                    <a:pt x="4193396" y="879105"/>
                    <a:pt x="4199195" y="882635"/>
                  </a:cubicBezTo>
                  <a:cubicBezTo>
                    <a:pt x="4205120" y="886164"/>
                    <a:pt x="4221131" y="884652"/>
                    <a:pt x="4229451" y="880744"/>
                  </a:cubicBezTo>
                  <a:cubicBezTo>
                    <a:pt x="4237645" y="876836"/>
                    <a:pt x="4260841" y="869398"/>
                    <a:pt x="4264749" y="862716"/>
                  </a:cubicBezTo>
                  <a:cubicBezTo>
                    <a:pt x="4268657" y="856035"/>
                    <a:pt x="4264371" y="852883"/>
                    <a:pt x="4272187" y="848975"/>
                  </a:cubicBezTo>
                  <a:cubicBezTo>
                    <a:pt x="4280003" y="845067"/>
                    <a:pt x="4274078" y="836873"/>
                    <a:pt x="4267522" y="833343"/>
                  </a:cubicBezTo>
                  <a:cubicBezTo>
                    <a:pt x="4260841" y="829813"/>
                    <a:pt x="4262353" y="820359"/>
                    <a:pt x="4269539" y="820359"/>
                  </a:cubicBezTo>
                  <a:cubicBezTo>
                    <a:pt x="4276599" y="820359"/>
                    <a:pt x="4274582" y="812164"/>
                    <a:pt x="4279373" y="811660"/>
                  </a:cubicBezTo>
                  <a:cubicBezTo>
                    <a:pt x="4284037" y="811282"/>
                    <a:pt x="4284793" y="815190"/>
                    <a:pt x="4293492" y="810904"/>
                  </a:cubicBezTo>
                  <a:cubicBezTo>
                    <a:pt x="4302064" y="806617"/>
                    <a:pt x="4293870" y="817585"/>
                    <a:pt x="4289962" y="825023"/>
                  </a:cubicBezTo>
                  <a:cubicBezTo>
                    <a:pt x="4286054" y="832461"/>
                    <a:pt x="4298156" y="838764"/>
                    <a:pt x="4299416" y="843050"/>
                  </a:cubicBezTo>
                  <a:cubicBezTo>
                    <a:pt x="4300551" y="847336"/>
                    <a:pt x="4317444" y="848975"/>
                    <a:pt x="4326899" y="843807"/>
                  </a:cubicBezTo>
                  <a:cubicBezTo>
                    <a:pt x="4336354" y="838764"/>
                    <a:pt x="4366483" y="850110"/>
                    <a:pt x="4368501" y="857548"/>
                  </a:cubicBezTo>
                  <a:cubicBezTo>
                    <a:pt x="4370517" y="864986"/>
                    <a:pt x="4374804" y="874062"/>
                    <a:pt x="4387284" y="880365"/>
                  </a:cubicBezTo>
                  <a:cubicBezTo>
                    <a:pt x="4399891" y="886669"/>
                    <a:pt x="4411237" y="883895"/>
                    <a:pt x="4413631" y="889820"/>
                  </a:cubicBezTo>
                  <a:cubicBezTo>
                    <a:pt x="4416027" y="895745"/>
                    <a:pt x="4420692" y="898771"/>
                    <a:pt x="4427751" y="897258"/>
                  </a:cubicBezTo>
                  <a:cubicBezTo>
                    <a:pt x="4434811" y="895619"/>
                    <a:pt x="4438719" y="903561"/>
                    <a:pt x="4443761" y="898771"/>
                  </a:cubicBezTo>
                  <a:cubicBezTo>
                    <a:pt x="4448930" y="894107"/>
                    <a:pt x="4451577" y="901544"/>
                    <a:pt x="4458259" y="895619"/>
                  </a:cubicBezTo>
                  <a:cubicBezTo>
                    <a:pt x="4464940" y="889694"/>
                    <a:pt x="4443761" y="885786"/>
                    <a:pt x="4446535" y="881122"/>
                  </a:cubicBezTo>
                  <a:cubicBezTo>
                    <a:pt x="4449308" y="876457"/>
                    <a:pt x="4453595" y="884652"/>
                    <a:pt x="4459519" y="884273"/>
                  </a:cubicBezTo>
                  <a:cubicBezTo>
                    <a:pt x="4465445" y="883895"/>
                    <a:pt x="4457880" y="872549"/>
                    <a:pt x="4462293" y="871289"/>
                  </a:cubicBezTo>
                  <a:cubicBezTo>
                    <a:pt x="4466579" y="870154"/>
                    <a:pt x="4463049" y="846580"/>
                    <a:pt x="4458385" y="845067"/>
                  </a:cubicBezTo>
                  <a:cubicBezTo>
                    <a:pt x="4453721" y="843428"/>
                    <a:pt x="4457629" y="835234"/>
                    <a:pt x="4466579" y="841916"/>
                  </a:cubicBezTo>
                  <a:cubicBezTo>
                    <a:pt x="4475530" y="848597"/>
                    <a:pt x="4489775" y="848219"/>
                    <a:pt x="4496456" y="848219"/>
                  </a:cubicBezTo>
                  <a:cubicBezTo>
                    <a:pt x="4503138" y="848219"/>
                    <a:pt x="4496835" y="841916"/>
                    <a:pt x="4490153" y="840781"/>
                  </a:cubicBezTo>
                  <a:cubicBezTo>
                    <a:pt x="4483472" y="839646"/>
                    <a:pt x="4491288" y="834100"/>
                    <a:pt x="4496078" y="838386"/>
                  </a:cubicBezTo>
                  <a:cubicBezTo>
                    <a:pt x="4500743" y="842672"/>
                    <a:pt x="4509819" y="844689"/>
                    <a:pt x="4510575" y="840025"/>
                  </a:cubicBezTo>
                  <a:cubicBezTo>
                    <a:pt x="4511332" y="835360"/>
                    <a:pt x="4516122" y="825149"/>
                    <a:pt x="4524317" y="825527"/>
                  </a:cubicBezTo>
                  <a:cubicBezTo>
                    <a:pt x="4533142" y="826031"/>
                    <a:pt x="4535915" y="821367"/>
                    <a:pt x="4528099" y="818594"/>
                  </a:cubicBezTo>
                  <a:close/>
                  <a:moveTo>
                    <a:pt x="2340114" y="1333317"/>
                  </a:moveTo>
                  <a:cubicBezTo>
                    <a:pt x="2317800" y="1353361"/>
                    <a:pt x="2273047" y="1358026"/>
                    <a:pt x="2273047" y="1374540"/>
                  </a:cubicBezTo>
                  <a:cubicBezTo>
                    <a:pt x="2273047" y="1391055"/>
                    <a:pt x="2218966" y="1399249"/>
                    <a:pt x="2214175" y="1392190"/>
                  </a:cubicBezTo>
                  <a:cubicBezTo>
                    <a:pt x="2210015" y="1386012"/>
                    <a:pt x="2254137" y="1383995"/>
                    <a:pt x="2264727" y="1360421"/>
                  </a:cubicBezTo>
                  <a:cubicBezTo>
                    <a:pt x="2275316" y="1336847"/>
                    <a:pt x="2315531" y="1324745"/>
                    <a:pt x="2335323" y="1293355"/>
                  </a:cubicBezTo>
                  <a:cubicBezTo>
                    <a:pt x="2349443" y="1271041"/>
                    <a:pt x="2361166" y="1236877"/>
                    <a:pt x="2369487" y="1239273"/>
                  </a:cubicBezTo>
                  <a:cubicBezTo>
                    <a:pt x="2377807" y="1241542"/>
                    <a:pt x="2362428" y="1313273"/>
                    <a:pt x="2340114" y="1333317"/>
                  </a:cubicBezTo>
                  <a:close/>
                  <a:moveTo>
                    <a:pt x="2439832" y="411782"/>
                  </a:moveTo>
                  <a:cubicBezTo>
                    <a:pt x="2436680" y="418085"/>
                    <a:pt x="2419661" y="418463"/>
                    <a:pt x="2424199" y="424388"/>
                  </a:cubicBezTo>
                  <a:cubicBezTo>
                    <a:pt x="2432016" y="434600"/>
                    <a:pt x="2471222" y="429053"/>
                    <a:pt x="2472104" y="416572"/>
                  </a:cubicBezTo>
                  <a:cubicBezTo>
                    <a:pt x="2472735" y="403966"/>
                    <a:pt x="2442983" y="405478"/>
                    <a:pt x="2439832" y="411782"/>
                  </a:cubicBezTo>
                  <a:close/>
                  <a:moveTo>
                    <a:pt x="1011010" y="24258"/>
                  </a:moveTo>
                  <a:cubicBezTo>
                    <a:pt x="1029794" y="24258"/>
                    <a:pt x="1024373" y="12534"/>
                    <a:pt x="1036853" y="14047"/>
                  </a:cubicBezTo>
                  <a:cubicBezTo>
                    <a:pt x="1049460" y="15685"/>
                    <a:pt x="1065849" y="14803"/>
                    <a:pt x="1059545" y="6987"/>
                  </a:cubicBezTo>
                  <a:cubicBezTo>
                    <a:pt x="1053242" y="-829"/>
                    <a:pt x="1007732" y="2323"/>
                    <a:pt x="1012523" y="8626"/>
                  </a:cubicBezTo>
                  <a:cubicBezTo>
                    <a:pt x="1017187" y="14929"/>
                    <a:pt x="975712" y="12534"/>
                    <a:pt x="976469" y="14929"/>
                  </a:cubicBezTo>
                  <a:cubicBezTo>
                    <a:pt x="977981" y="19467"/>
                    <a:pt x="992100" y="24258"/>
                    <a:pt x="1011010" y="24258"/>
                  </a:cubicBezTo>
                  <a:close/>
                  <a:moveTo>
                    <a:pt x="913688" y="76827"/>
                  </a:moveTo>
                  <a:cubicBezTo>
                    <a:pt x="913688" y="64220"/>
                    <a:pt x="872843" y="78088"/>
                    <a:pt x="880785" y="80735"/>
                  </a:cubicBezTo>
                  <a:cubicBezTo>
                    <a:pt x="887845" y="83004"/>
                    <a:pt x="913688" y="89307"/>
                    <a:pt x="913688" y="76827"/>
                  </a:cubicBezTo>
                  <a:close/>
                  <a:moveTo>
                    <a:pt x="1014918" y="66616"/>
                  </a:moveTo>
                  <a:cubicBezTo>
                    <a:pt x="1017313" y="72919"/>
                    <a:pt x="1011010" y="73675"/>
                    <a:pt x="995252" y="73675"/>
                  </a:cubicBezTo>
                  <a:cubicBezTo>
                    <a:pt x="979494" y="73675"/>
                    <a:pt x="971300" y="82500"/>
                    <a:pt x="979494" y="89307"/>
                  </a:cubicBezTo>
                  <a:cubicBezTo>
                    <a:pt x="988949" y="97123"/>
                    <a:pt x="1030550" y="93972"/>
                    <a:pt x="1037610" y="84643"/>
                  </a:cubicBezTo>
                  <a:cubicBezTo>
                    <a:pt x="1044670" y="75188"/>
                    <a:pt x="1062697" y="83130"/>
                    <a:pt x="1065849" y="73675"/>
                  </a:cubicBezTo>
                  <a:cubicBezTo>
                    <a:pt x="1069000" y="64220"/>
                    <a:pt x="1012523" y="60312"/>
                    <a:pt x="1014918" y="66616"/>
                  </a:cubicBezTo>
                  <a:close/>
                  <a:moveTo>
                    <a:pt x="1149052" y="51614"/>
                  </a:moveTo>
                  <a:cubicBezTo>
                    <a:pt x="1154598" y="44554"/>
                    <a:pt x="1138840" y="44554"/>
                    <a:pt x="1137327" y="37495"/>
                  </a:cubicBezTo>
                  <a:cubicBezTo>
                    <a:pt x="1135815" y="30435"/>
                    <a:pt x="1091818" y="28922"/>
                    <a:pt x="1094213" y="36738"/>
                  </a:cubicBezTo>
                  <a:cubicBezTo>
                    <a:pt x="1096608" y="44554"/>
                    <a:pt x="1063832" y="53127"/>
                    <a:pt x="1073791" y="61069"/>
                  </a:cubicBezTo>
                  <a:cubicBezTo>
                    <a:pt x="1092574" y="75945"/>
                    <a:pt x="1143631" y="58674"/>
                    <a:pt x="1149052" y="51614"/>
                  </a:cubicBezTo>
                  <a:close/>
                  <a:moveTo>
                    <a:pt x="1024373" y="39134"/>
                  </a:moveTo>
                  <a:cubicBezTo>
                    <a:pt x="1026768" y="22619"/>
                    <a:pt x="999286" y="35982"/>
                    <a:pt x="978864" y="27409"/>
                  </a:cubicBezTo>
                  <a:cubicBezTo>
                    <a:pt x="958441" y="18837"/>
                    <a:pt x="946465" y="19467"/>
                    <a:pt x="960080" y="31317"/>
                  </a:cubicBezTo>
                  <a:cubicBezTo>
                    <a:pt x="966383" y="36864"/>
                    <a:pt x="925160" y="41151"/>
                    <a:pt x="931841" y="47832"/>
                  </a:cubicBezTo>
                  <a:cubicBezTo>
                    <a:pt x="946591" y="62708"/>
                    <a:pt x="1021978" y="55648"/>
                    <a:pt x="1024373" y="39134"/>
                  </a:cubicBezTo>
                  <a:close/>
                  <a:moveTo>
                    <a:pt x="907385" y="474562"/>
                  </a:moveTo>
                  <a:cubicBezTo>
                    <a:pt x="908141" y="482378"/>
                    <a:pt x="903477" y="487925"/>
                    <a:pt x="888601" y="487925"/>
                  </a:cubicBezTo>
                  <a:cubicBezTo>
                    <a:pt x="873726" y="487925"/>
                    <a:pt x="895661" y="497380"/>
                    <a:pt x="897173" y="505952"/>
                  </a:cubicBezTo>
                  <a:cubicBezTo>
                    <a:pt x="898812" y="514651"/>
                    <a:pt x="882298" y="508348"/>
                    <a:pt x="881542" y="521710"/>
                  </a:cubicBezTo>
                  <a:cubicBezTo>
                    <a:pt x="880785" y="535073"/>
                    <a:pt x="852546" y="521710"/>
                    <a:pt x="848638" y="538981"/>
                  </a:cubicBezTo>
                  <a:cubicBezTo>
                    <a:pt x="844730" y="556252"/>
                    <a:pt x="862758" y="553857"/>
                    <a:pt x="875364" y="554739"/>
                  </a:cubicBezTo>
                  <a:cubicBezTo>
                    <a:pt x="887971" y="555496"/>
                    <a:pt x="870700" y="567220"/>
                    <a:pt x="880029" y="574280"/>
                  </a:cubicBezTo>
                  <a:cubicBezTo>
                    <a:pt x="889484" y="581339"/>
                    <a:pt x="896543" y="578944"/>
                    <a:pt x="890240" y="565707"/>
                  </a:cubicBezTo>
                  <a:cubicBezTo>
                    <a:pt x="883937" y="552344"/>
                    <a:pt x="923143" y="570372"/>
                    <a:pt x="911419" y="580583"/>
                  </a:cubicBezTo>
                  <a:cubicBezTo>
                    <a:pt x="899695" y="590794"/>
                    <a:pt x="930202" y="598610"/>
                    <a:pt x="945204" y="599367"/>
                  </a:cubicBezTo>
                  <a:cubicBezTo>
                    <a:pt x="960080" y="600123"/>
                    <a:pt x="1013027" y="611721"/>
                    <a:pt x="1014288" y="599367"/>
                  </a:cubicBezTo>
                  <a:cubicBezTo>
                    <a:pt x="1015044" y="591551"/>
                    <a:pt x="994748" y="584491"/>
                    <a:pt x="978233" y="567220"/>
                  </a:cubicBezTo>
                  <a:cubicBezTo>
                    <a:pt x="961719" y="549949"/>
                    <a:pt x="949995" y="521710"/>
                    <a:pt x="968778" y="509986"/>
                  </a:cubicBezTo>
                  <a:cubicBezTo>
                    <a:pt x="987562" y="498262"/>
                    <a:pt x="971174" y="492716"/>
                    <a:pt x="989958" y="479353"/>
                  </a:cubicBezTo>
                  <a:cubicBezTo>
                    <a:pt x="1008741" y="465990"/>
                    <a:pt x="997774" y="453509"/>
                    <a:pt x="1013532" y="451870"/>
                  </a:cubicBezTo>
                  <a:cubicBezTo>
                    <a:pt x="1029290" y="450358"/>
                    <a:pt x="1012019" y="436238"/>
                    <a:pt x="1027651" y="433843"/>
                  </a:cubicBezTo>
                  <a:cubicBezTo>
                    <a:pt x="1043409" y="431448"/>
                    <a:pt x="1046434" y="414177"/>
                    <a:pt x="1044165" y="408000"/>
                  </a:cubicBezTo>
                  <a:cubicBezTo>
                    <a:pt x="1041770" y="401697"/>
                    <a:pt x="1060680" y="408756"/>
                    <a:pt x="1069252" y="399427"/>
                  </a:cubicBezTo>
                  <a:cubicBezTo>
                    <a:pt x="1077825" y="389972"/>
                    <a:pt x="1098247" y="396276"/>
                    <a:pt x="1104551" y="382913"/>
                  </a:cubicBezTo>
                  <a:cubicBezTo>
                    <a:pt x="1110854" y="369550"/>
                    <a:pt x="1201117" y="338916"/>
                    <a:pt x="1252047" y="327192"/>
                  </a:cubicBezTo>
                  <a:cubicBezTo>
                    <a:pt x="1302977" y="315468"/>
                    <a:pt x="1338401" y="294289"/>
                    <a:pt x="1320248" y="280170"/>
                  </a:cubicBezTo>
                  <a:cubicBezTo>
                    <a:pt x="1302221" y="266051"/>
                    <a:pt x="1251164" y="285717"/>
                    <a:pt x="1238684" y="295928"/>
                  </a:cubicBezTo>
                  <a:cubicBezTo>
                    <a:pt x="1226077" y="306139"/>
                    <a:pt x="1208050" y="299080"/>
                    <a:pt x="1195570" y="306139"/>
                  </a:cubicBezTo>
                  <a:cubicBezTo>
                    <a:pt x="1182963" y="313199"/>
                    <a:pt x="1156363" y="319502"/>
                    <a:pt x="1143000" y="310804"/>
                  </a:cubicBezTo>
                  <a:cubicBezTo>
                    <a:pt x="1129637" y="302231"/>
                    <a:pt x="1114006" y="321015"/>
                    <a:pt x="1103794" y="320259"/>
                  </a:cubicBezTo>
                  <a:cubicBezTo>
                    <a:pt x="1093583" y="319502"/>
                    <a:pt x="1081859" y="330470"/>
                    <a:pt x="1070891" y="329713"/>
                  </a:cubicBezTo>
                  <a:cubicBezTo>
                    <a:pt x="1059924" y="328957"/>
                    <a:pt x="1037862" y="338412"/>
                    <a:pt x="1036349" y="344589"/>
                  </a:cubicBezTo>
                  <a:cubicBezTo>
                    <a:pt x="1034710" y="350892"/>
                    <a:pt x="1015927" y="349253"/>
                    <a:pt x="1015927" y="357196"/>
                  </a:cubicBezTo>
                  <a:cubicBezTo>
                    <a:pt x="1015927" y="365012"/>
                    <a:pt x="1001051" y="372071"/>
                    <a:pt x="993109" y="365012"/>
                  </a:cubicBezTo>
                  <a:cubicBezTo>
                    <a:pt x="985293" y="357952"/>
                    <a:pt x="975838" y="372828"/>
                    <a:pt x="986806" y="383039"/>
                  </a:cubicBezTo>
                  <a:cubicBezTo>
                    <a:pt x="997774" y="393250"/>
                    <a:pt x="966383" y="394007"/>
                    <a:pt x="971930" y="400310"/>
                  </a:cubicBezTo>
                  <a:cubicBezTo>
                    <a:pt x="977477" y="406613"/>
                    <a:pt x="960206" y="410521"/>
                    <a:pt x="964114" y="417581"/>
                  </a:cubicBezTo>
                  <a:cubicBezTo>
                    <a:pt x="968022" y="424640"/>
                    <a:pt x="953146" y="427036"/>
                    <a:pt x="941296" y="429305"/>
                  </a:cubicBezTo>
                  <a:cubicBezTo>
                    <a:pt x="929572" y="431700"/>
                    <a:pt x="923269" y="447332"/>
                    <a:pt x="938145" y="448088"/>
                  </a:cubicBezTo>
                  <a:cubicBezTo>
                    <a:pt x="953020" y="448845"/>
                    <a:pt x="929446" y="451240"/>
                    <a:pt x="931085" y="462964"/>
                  </a:cubicBezTo>
                  <a:cubicBezTo>
                    <a:pt x="932472" y="474562"/>
                    <a:pt x="906628" y="466746"/>
                    <a:pt x="907385" y="474562"/>
                  </a:cubicBezTo>
                  <a:close/>
                </a:path>
              </a:pathLst>
            </a:custGeom>
            <a:grpFill/>
            <a:ln w="1270" cap="flat">
              <a:solidFill>
                <a:schemeClr val="bg1"/>
              </a:solidFill>
              <a:prstDash val="solid"/>
              <a:miter/>
            </a:ln>
          </p:spPr>
          <p:txBody>
            <a:bodyPr rtlCol="0" anchor="ctr"/>
            <a:lstStyle/>
            <a:p>
              <a:endParaRPr lang="ko-KR" altLang="en-US"/>
            </a:p>
          </p:txBody>
        </p:sp>
        <p:sp>
          <p:nvSpPr>
            <p:cNvPr id="180" name="자유형: 도형 160">
              <a:extLst>
                <a:ext uri="{FF2B5EF4-FFF2-40B4-BE49-F238E27FC236}">
                  <a16:creationId xmlns:a16="http://schemas.microsoft.com/office/drawing/2014/main" id="{5B55C46C-D84B-4241-9947-E007DC3C0991}"/>
                </a:ext>
              </a:extLst>
            </p:cNvPr>
            <p:cNvSpPr/>
            <p:nvPr/>
          </p:nvSpPr>
          <p:spPr>
            <a:xfrm>
              <a:off x="6311729" y="1670050"/>
              <a:ext cx="4525735" cy="1727091"/>
            </a:xfrm>
            <a:custGeom>
              <a:avLst/>
              <a:gdLst>
                <a:gd name="connsiteX0" fmla="*/ 71069 w 4525734"/>
                <a:gd name="connsiteY0" fmla="*/ 1256291 h 1727090"/>
                <a:gd name="connsiteX1" fmla="*/ 55185 w 4525734"/>
                <a:gd name="connsiteY1" fmla="*/ 1250366 h 1727090"/>
                <a:gd name="connsiteX2" fmla="*/ 39049 w 4525734"/>
                <a:gd name="connsiteY2" fmla="*/ 1248854 h 1727090"/>
                <a:gd name="connsiteX3" fmla="*/ 43209 w 4525734"/>
                <a:gd name="connsiteY3" fmla="*/ 1252888 h 1727090"/>
                <a:gd name="connsiteX4" fmla="*/ 34636 w 4525734"/>
                <a:gd name="connsiteY4" fmla="*/ 1267385 h 1727090"/>
                <a:gd name="connsiteX5" fmla="*/ 22030 w 4525734"/>
                <a:gd name="connsiteY5" fmla="*/ 1267385 h 1727090"/>
                <a:gd name="connsiteX6" fmla="*/ 4003 w 4525734"/>
                <a:gd name="connsiteY6" fmla="*/ 1268520 h 1727090"/>
                <a:gd name="connsiteX7" fmla="*/ 2364 w 4525734"/>
                <a:gd name="connsiteY7" fmla="*/ 1274823 h 1727090"/>
                <a:gd name="connsiteX8" fmla="*/ 15727 w 4525734"/>
                <a:gd name="connsiteY8" fmla="*/ 1279740 h 1727090"/>
                <a:gd name="connsiteX9" fmla="*/ 84684 w 4525734"/>
                <a:gd name="connsiteY9" fmla="*/ 1282639 h 1727090"/>
                <a:gd name="connsiteX10" fmla="*/ 85693 w 4525734"/>
                <a:gd name="connsiteY10" fmla="*/ 1264990 h 1727090"/>
                <a:gd name="connsiteX11" fmla="*/ 71069 w 4525734"/>
                <a:gd name="connsiteY11" fmla="*/ 1256291 h 1727090"/>
                <a:gd name="connsiteX12" fmla="*/ 1206411 w 4525734"/>
                <a:gd name="connsiteY12" fmla="*/ 47706 h 1727090"/>
                <a:gd name="connsiteX13" fmla="*/ 1219774 w 4525734"/>
                <a:gd name="connsiteY13" fmla="*/ 25014 h 1727090"/>
                <a:gd name="connsiteX14" fmla="*/ 1193931 w 4525734"/>
                <a:gd name="connsiteY14" fmla="*/ 33587 h 1727090"/>
                <a:gd name="connsiteX15" fmla="*/ 1162540 w 4525734"/>
                <a:gd name="connsiteY15" fmla="*/ 45311 h 1727090"/>
                <a:gd name="connsiteX16" fmla="*/ 1206411 w 4525734"/>
                <a:gd name="connsiteY16" fmla="*/ 47706 h 1727090"/>
                <a:gd name="connsiteX17" fmla="*/ 1357815 w 4525734"/>
                <a:gd name="connsiteY17" fmla="*/ 484017 h 1727090"/>
                <a:gd name="connsiteX18" fmla="*/ 1398660 w 4525734"/>
                <a:gd name="connsiteY18" fmla="*/ 474562 h 1727090"/>
                <a:gd name="connsiteX19" fmla="*/ 1369665 w 4525734"/>
                <a:gd name="connsiteY19" fmla="*/ 462838 h 1727090"/>
                <a:gd name="connsiteX20" fmla="*/ 1357815 w 4525734"/>
                <a:gd name="connsiteY20" fmla="*/ 484017 h 1727090"/>
                <a:gd name="connsiteX21" fmla="*/ 1937588 w 4525734"/>
                <a:gd name="connsiteY21" fmla="*/ 83004 h 1727090"/>
                <a:gd name="connsiteX22" fmla="*/ 1931285 w 4525734"/>
                <a:gd name="connsiteY22" fmla="*/ 93215 h 1727090"/>
                <a:gd name="connsiteX23" fmla="*/ 1912501 w 4525734"/>
                <a:gd name="connsiteY23" fmla="*/ 102670 h 1727090"/>
                <a:gd name="connsiteX24" fmla="*/ 1936076 w 4525734"/>
                <a:gd name="connsiteY24" fmla="*/ 118302 h 1727090"/>
                <a:gd name="connsiteX25" fmla="*/ 1967466 w 4525734"/>
                <a:gd name="connsiteY25" fmla="*/ 99519 h 1727090"/>
                <a:gd name="connsiteX26" fmla="*/ 2040457 w 4525734"/>
                <a:gd name="connsiteY26" fmla="*/ 77583 h 1727090"/>
                <a:gd name="connsiteX27" fmla="*/ 2047517 w 4525734"/>
                <a:gd name="connsiteY27" fmla="*/ 55648 h 1727090"/>
                <a:gd name="connsiteX28" fmla="*/ 2036549 w 4525734"/>
                <a:gd name="connsiteY28" fmla="*/ 43042 h 1727090"/>
                <a:gd name="connsiteX29" fmla="*/ 2017009 w 4525734"/>
                <a:gd name="connsiteY29" fmla="*/ 15559 h 1727090"/>
                <a:gd name="connsiteX30" fmla="*/ 1978559 w 4525734"/>
                <a:gd name="connsiteY30" fmla="*/ 28922 h 1727090"/>
                <a:gd name="connsiteX31" fmla="*/ 1948682 w 4525734"/>
                <a:gd name="connsiteY31" fmla="*/ 46950 h 1727090"/>
                <a:gd name="connsiteX32" fmla="*/ 1936958 w 4525734"/>
                <a:gd name="connsiteY32" fmla="*/ 64977 h 1727090"/>
                <a:gd name="connsiteX33" fmla="*/ 1937588 w 4525734"/>
                <a:gd name="connsiteY33" fmla="*/ 83004 h 1727090"/>
                <a:gd name="connsiteX34" fmla="*/ 1979190 w 4525734"/>
                <a:gd name="connsiteY34" fmla="*/ 105066 h 1727090"/>
                <a:gd name="connsiteX35" fmla="*/ 1961162 w 4525734"/>
                <a:gd name="connsiteY35" fmla="*/ 128640 h 1727090"/>
                <a:gd name="connsiteX36" fmla="*/ 1980828 w 4525734"/>
                <a:gd name="connsiteY36" fmla="*/ 134060 h 1727090"/>
                <a:gd name="connsiteX37" fmla="*/ 2006672 w 4525734"/>
                <a:gd name="connsiteY37" fmla="*/ 152088 h 1727090"/>
                <a:gd name="connsiteX38" fmla="*/ 2082059 w 4525734"/>
                <a:gd name="connsiteY38" fmla="*/ 167720 h 1727090"/>
                <a:gd name="connsiteX39" fmla="*/ 2100086 w 4525734"/>
                <a:gd name="connsiteY39" fmla="*/ 148054 h 1727090"/>
                <a:gd name="connsiteX40" fmla="*/ 2111810 w 4525734"/>
                <a:gd name="connsiteY40" fmla="*/ 118302 h 1727090"/>
                <a:gd name="connsiteX41" fmla="*/ 2072604 w 4525734"/>
                <a:gd name="connsiteY41" fmla="*/ 101031 h 1727090"/>
                <a:gd name="connsiteX42" fmla="*/ 2052938 w 4525734"/>
                <a:gd name="connsiteY42" fmla="*/ 89307 h 1727090"/>
                <a:gd name="connsiteX43" fmla="*/ 1979190 w 4525734"/>
                <a:gd name="connsiteY43" fmla="*/ 105066 h 1727090"/>
                <a:gd name="connsiteX44" fmla="*/ 1586875 w 4525734"/>
                <a:gd name="connsiteY44" fmla="*/ 495741 h 1727090"/>
                <a:gd name="connsiteX45" fmla="*/ 1607298 w 4525734"/>
                <a:gd name="connsiteY45" fmla="*/ 487043 h 1727090"/>
                <a:gd name="connsiteX46" fmla="*/ 1586875 w 4525734"/>
                <a:gd name="connsiteY46" fmla="*/ 495741 h 1727090"/>
                <a:gd name="connsiteX47" fmla="*/ 1917166 w 4525734"/>
                <a:gd name="connsiteY47" fmla="*/ 27283 h 1727090"/>
                <a:gd name="connsiteX48" fmla="*/ 1881868 w 4525734"/>
                <a:gd name="connsiteY48" fmla="*/ 31948 h 1727090"/>
                <a:gd name="connsiteX49" fmla="*/ 1917166 w 4525734"/>
                <a:gd name="connsiteY49" fmla="*/ 27283 h 1727090"/>
                <a:gd name="connsiteX50" fmla="*/ 4226425 w 4525734"/>
                <a:gd name="connsiteY50" fmla="*/ 596215 h 1727090"/>
                <a:gd name="connsiteX51" fmla="*/ 4264118 w 4525734"/>
                <a:gd name="connsiteY51" fmla="*/ 595458 h 1727090"/>
                <a:gd name="connsiteX52" fmla="*/ 4319840 w 4525734"/>
                <a:gd name="connsiteY52" fmla="*/ 589155 h 1727090"/>
                <a:gd name="connsiteX53" fmla="*/ 4290844 w 4525734"/>
                <a:gd name="connsiteY53" fmla="*/ 566464 h 1727090"/>
                <a:gd name="connsiteX54" fmla="*/ 4226425 w 4525734"/>
                <a:gd name="connsiteY54" fmla="*/ 596215 h 1727090"/>
                <a:gd name="connsiteX55" fmla="*/ 2100843 w 4525734"/>
                <a:gd name="connsiteY55" fmla="*/ 215625 h 1727090"/>
                <a:gd name="connsiteX56" fmla="*/ 2170682 w 4525734"/>
                <a:gd name="connsiteY56" fmla="*/ 208565 h 1727090"/>
                <a:gd name="connsiteX57" fmla="*/ 2262458 w 4525734"/>
                <a:gd name="connsiteY57" fmla="*/ 177931 h 1727090"/>
                <a:gd name="connsiteX58" fmla="*/ 2227916 w 4525734"/>
                <a:gd name="connsiteY58" fmla="*/ 155113 h 1727090"/>
                <a:gd name="connsiteX59" fmla="*/ 2189466 w 4525734"/>
                <a:gd name="connsiteY59" fmla="*/ 162929 h 1727090"/>
                <a:gd name="connsiteX60" fmla="*/ 2192618 w 4525734"/>
                <a:gd name="connsiteY60" fmla="*/ 148810 h 1727090"/>
                <a:gd name="connsiteX61" fmla="*/ 2176986 w 4525734"/>
                <a:gd name="connsiteY61" fmla="*/ 131539 h 1727090"/>
                <a:gd name="connsiteX62" fmla="*/ 2148747 w 4525734"/>
                <a:gd name="connsiteY62" fmla="*/ 141750 h 1727090"/>
                <a:gd name="connsiteX63" fmla="*/ 2139292 w 4525734"/>
                <a:gd name="connsiteY63" fmla="*/ 162929 h 1727090"/>
                <a:gd name="connsiteX64" fmla="*/ 2119626 w 4525734"/>
                <a:gd name="connsiteY64" fmla="*/ 177805 h 1727090"/>
                <a:gd name="connsiteX65" fmla="*/ 2100843 w 4525734"/>
                <a:gd name="connsiteY65" fmla="*/ 215625 h 1727090"/>
                <a:gd name="connsiteX66" fmla="*/ 3113019 w 4525734"/>
                <a:gd name="connsiteY66" fmla="*/ 377240 h 1727090"/>
                <a:gd name="connsiteX67" fmla="*/ 3134197 w 4525734"/>
                <a:gd name="connsiteY67" fmla="*/ 394511 h 1727090"/>
                <a:gd name="connsiteX68" fmla="*/ 3173404 w 4525734"/>
                <a:gd name="connsiteY68" fmla="*/ 388208 h 1727090"/>
                <a:gd name="connsiteX69" fmla="*/ 3198491 w 4525734"/>
                <a:gd name="connsiteY69" fmla="*/ 392872 h 1727090"/>
                <a:gd name="connsiteX70" fmla="*/ 3245513 w 4525734"/>
                <a:gd name="connsiteY70" fmla="*/ 388208 h 1727090"/>
                <a:gd name="connsiteX71" fmla="*/ 3243118 w 4525734"/>
                <a:gd name="connsiteY71" fmla="*/ 357574 h 1727090"/>
                <a:gd name="connsiteX72" fmla="*/ 3257237 w 4525734"/>
                <a:gd name="connsiteY72" fmla="*/ 362238 h 1727090"/>
                <a:gd name="connsiteX73" fmla="*/ 3291779 w 4525734"/>
                <a:gd name="connsiteY73" fmla="*/ 386569 h 1727090"/>
                <a:gd name="connsiteX74" fmla="*/ 3310688 w 4525734"/>
                <a:gd name="connsiteY74" fmla="*/ 363877 h 1727090"/>
                <a:gd name="connsiteX75" fmla="*/ 3303629 w 4525734"/>
                <a:gd name="connsiteY75" fmla="*/ 341059 h 1727090"/>
                <a:gd name="connsiteX76" fmla="*/ 3246396 w 4525734"/>
                <a:gd name="connsiteY76" fmla="*/ 330092 h 1727090"/>
                <a:gd name="connsiteX77" fmla="*/ 3208702 w 4525734"/>
                <a:gd name="connsiteY77" fmla="*/ 339546 h 1727090"/>
                <a:gd name="connsiteX78" fmla="*/ 3157646 w 4525734"/>
                <a:gd name="connsiteY78" fmla="*/ 315216 h 1727090"/>
                <a:gd name="connsiteX79" fmla="*/ 3113019 w 4525734"/>
                <a:gd name="connsiteY79" fmla="*/ 377240 h 1727090"/>
                <a:gd name="connsiteX80" fmla="*/ 3277029 w 4525734"/>
                <a:gd name="connsiteY80" fmla="*/ 477714 h 1727090"/>
                <a:gd name="connsiteX81" fmla="*/ 3242488 w 4525734"/>
                <a:gd name="connsiteY81" fmla="*/ 444811 h 1727090"/>
                <a:gd name="connsiteX82" fmla="*/ 3198491 w 4525734"/>
                <a:gd name="connsiteY82" fmla="*/ 465233 h 1727090"/>
                <a:gd name="connsiteX83" fmla="*/ 3277029 w 4525734"/>
                <a:gd name="connsiteY83" fmla="*/ 477714 h 1727090"/>
                <a:gd name="connsiteX84" fmla="*/ 3214249 w 4525734"/>
                <a:gd name="connsiteY84" fmla="*/ 425901 h 1727090"/>
                <a:gd name="connsiteX85" fmla="*/ 3189162 w 4525734"/>
                <a:gd name="connsiteY85" fmla="*/ 436112 h 1727090"/>
                <a:gd name="connsiteX86" fmla="*/ 3214249 w 4525734"/>
                <a:gd name="connsiteY86" fmla="*/ 425901 h 1727090"/>
                <a:gd name="connsiteX87" fmla="*/ 3350777 w 4525734"/>
                <a:gd name="connsiteY87" fmla="*/ 376484 h 1727090"/>
                <a:gd name="connsiteX88" fmla="*/ 3415071 w 4525734"/>
                <a:gd name="connsiteY88" fmla="*/ 398419 h 1727090"/>
                <a:gd name="connsiteX89" fmla="*/ 3478607 w 4525734"/>
                <a:gd name="connsiteY89" fmla="*/ 385812 h 1727090"/>
                <a:gd name="connsiteX90" fmla="*/ 3435493 w 4525734"/>
                <a:gd name="connsiteY90" fmla="*/ 372449 h 1727090"/>
                <a:gd name="connsiteX91" fmla="*/ 3404859 w 4525734"/>
                <a:gd name="connsiteY91" fmla="*/ 366146 h 1727090"/>
                <a:gd name="connsiteX92" fmla="*/ 3368805 w 4525734"/>
                <a:gd name="connsiteY92" fmla="*/ 358330 h 1727090"/>
                <a:gd name="connsiteX93" fmla="*/ 3350777 w 4525734"/>
                <a:gd name="connsiteY93" fmla="*/ 376484 h 1727090"/>
                <a:gd name="connsiteX94" fmla="*/ 729255 w 4525734"/>
                <a:gd name="connsiteY94" fmla="*/ 57917 h 1727090"/>
                <a:gd name="connsiteX95" fmla="*/ 774008 w 4525734"/>
                <a:gd name="connsiteY95" fmla="*/ 49219 h 1727090"/>
                <a:gd name="connsiteX96" fmla="*/ 726986 w 4525734"/>
                <a:gd name="connsiteY96" fmla="*/ 46067 h 1727090"/>
                <a:gd name="connsiteX97" fmla="*/ 686141 w 4525734"/>
                <a:gd name="connsiteY97" fmla="*/ 56278 h 1727090"/>
                <a:gd name="connsiteX98" fmla="*/ 729255 w 4525734"/>
                <a:gd name="connsiteY98" fmla="*/ 57917 h 1727090"/>
                <a:gd name="connsiteX99" fmla="*/ 3270726 w 4525734"/>
                <a:gd name="connsiteY99" fmla="*/ 1383995 h 1727090"/>
                <a:gd name="connsiteX100" fmla="*/ 3267574 w 4525734"/>
                <a:gd name="connsiteY100" fmla="*/ 1327518 h 1727090"/>
                <a:gd name="connsiteX101" fmla="*/ 3250304 w 4525734"/>
                <a:gd name="connsiteY101" fmla="*/ 1296128 h 1727090"/>
                <a:gd name="connsiteX102" fmla="*/ 3237697 w 4525734"/>
                <a:gd name="connsiteY102" fmla="*/ 1323610 h 1727090"/>
                <a:gd name="connsiteX103" fmla="*/ 3232150 w 4525734"/>
                <a:gd name="connsiteY103" fmla="*/ 1352605 h 1727090"/>
                <a:gd name="connsiteX104" fmla="*/ 3240722 w 4525734"/>
                <a:gd name="connsiteY104" fmla="*/ 1405174 h 1727090"/>
                <a:gd name="connsiteX105" fmla="*/ 3238327 w 4525734"/>
                <a:gd name="connsiteY105" fmla="*/ 1507161 h 1727090"/>
                <a:gd name="connsiteX106" fmla="*/ 3233663 w 4525734"/>
                <a:gd name="connsiteY106" fmla="*/ 1581665 h 1727090"/>
                <a:gd name="connsiteX107" fmla="*/ 3250934 w 4525734"/>
                <a:gd name="connsiteY107" fmla="*/ 1564394 h 1727090"/>
                <a:gd name="connsiteX108" fmla="*/ 3273751 w 4525734"/>
                <a:gd name="connsiteY108" fmla="*/ 1584060 h 1727090"/>
                <a:gd name="connsiteX109" fmla="*/ 3269087 w 4525734"/>
                <a:gd name="connsiteY109" fmla="*/ 1560486 h 1727090"/>
                <a:gd name="connsiteX110" fmla="*/ 3251060 w 4525734"/>
                <a:gd name="connsiteY110" fmla="*/ 1529096 h 1727090"/>
                <a:gd name="connsiteX111" fmla="*/ 3258876 w 4525734"/>
                <a:gd name="connsiteY111" fmla="*/ 1485982 h 1727090"/>
                <a:gd name="connsiteX112" fmla="*/ 3290266 w 4525734"/>
                <a:gd name="connsiteY112" fmla="*/ 1482830 h 1727090"/>
                <a:gd name="connsiteX113" fmla="*/ 3298838 w 4525734"/>
                <a:gd name="connsiteY113" fmla="*/ 1478166 h 1727090"/>
                <a:gd name="connsiteX114" fmla="*/ 3270726 w 4525734"/>
                <a:gd name="connsiteY114" fmla="*/ 1383995 h 1727090"/>
                <a:gd name="connsiteX115" fmla="*/ 803003 w 4525734"/>
                <a:gd name="connsiteY115" fmla="*/ 50858 h 1727090"/>
                <a:gd name="connsiteX116" fmla="*/ 766948 w 4525734"/>
                <a:gd name="connsiteY116" fmla="*/ 64220 h 1727090"/>
                <a:gd name="connsiteX117" fmla="*/ 741861 w 4525734"/>
                <a:gd name="connsiteY117" fmla="*/ 78340 h 1727090"/>
                <a:gd name="connsiteX118" fmla="*/ 785732 w 4525734"/>
                <a:gd name="connsiteY118" fmla="*/ 80735 h 1727090"/>
                <a:gd name="connsiteX119" fmla="*/ 806911 w 4525734"/>
                <a:gd name="connsiteY119" fmla="*/ 72919 h 1727090"/>
                <a:gd name="connsiteX120" fmla="*/ 838301 w 4525734"/>
                <a:gd name="connsiteY120" fmla="*/ 56404 h 1727090"/>
                <a:gd name="connsiteX121" fmla="*/ 839814 w 4525734"/>
                <a:gd name="connsiteY121" fmla="*/ 37621 h 1727090"/>
                <a:gd name="connsiteX122" fmla="*/ 803003 w 4525734"/>
                <a:gd name="connsiteY122" fmla="*/ 50858 h 1727090"/>
                <a:gd name="connsiteX123" fmla="*/ 769344 w 4525734"/>
                <a:gd name="connsiteY123" fmla="*/ 684839 h 1727090"/>
                <a:gd name="connsiteX124" fmla="*/ 818761 w 4525734"/>
                <a:gd name="connsiteY124" fmla="*/ 674627 h 1727090"/>
                <a:gd name="connsiteX125" fmla="*/ 795187 w 4525734"/>
                <a:gd name="connsiteY125" fmla="*/ 657356 h 1727090"/>
                <a:gd name="connsiteX126" fmla="*/ 769344 w 4525734"/>
                <a:gd name="connsiteY126" fmla="*/ 684839 h 1727090"/>
                <a:gd name="connsiteX127" fmla="*/ 4528099 w 4525734"/>
                <a:gd name="connsiteY127" fmla="*/ 818594 h 1727090"/>
                <a:gd name="connsiteX128" fmla="*/ 4488893 w 4525734"/>
                <a:gd name="connsiteY128" fmla="*/ 790733 h 1727090"/>
                <a:gd name="connsiteX129" fmla="*/ 4452460 w 4525734"/>
                <a:gd name="connsiteY129" fmla="*/ 782035 h 1727090"/>
                <a:gd name="connsiteX130" fmla="*/ 4440358 w 4525734"/>
                <a:gd name="connsiteY130" fmla="*/ 775731 h 1727090"/>
                <a:gd name="connsiteX131" fmla="*/ 4405815 w 4525734"/>
                <a:gd name="connsiteY131" fmla="*/ 775353 h 1727090"/>
                <a:gd name="connsiteX132" fmla="*/ 4417918 w 4525734"/>
                <a:gd name="connsiteY132" fmla="*/ 787582 h 1727090"/>
                <a:gd name="connsiteX133" fmla="*/ 4414010 w 4525734"/>
                <a:gd name="connsiteY133" fmla="*/ 804474 h 1727090"/>
                <a:gd name="connsiteX134" fmla="*/ 4397117 w 4525734"/>
                <a:gd name="connsiteY134" fmla="*/ 797036 h 1727090"/>
                <a:gd name="connsiteX135" fmla="*/ 4395983 w 4525734"/>
                <a:gd name="connsiteY135" fmla="*/ 769932 h 1727090"/>
                <a:gd name="connsiteX136" fmla="*/ 4385772 w 4525734"/>
                <a:gd name="connsiteY136" fmla="*/ 755813 h 1727090"/>
                <a:gd name="connsiteX137" fmla="*/ 4334337 w 4525734"/>
                <a:gd name="connsiteY137" fmla="*/ 725558 h 1727090"/>
                <a:gd name="connsiteX138" fmla="*/ 4295131 w 4525734"/>
                <a:gd name="connsiteY138" fmla="*/ 705891 h 1727090"/>
                <a:gd name="connsiteX139" fmla="*/ 4253151 w 4525734"/>
                <a:gd name="connsiteY139" fmla="*/ 686604 h 1727090"/>
                <a:gd name="connsiteX140" fmla="*/ 4179024 w 4525734"/>
                <a:gd name="connsiteY140" fmla="*/ 655970 h 1727090"/>
                <a:gd name="connsiteX141" fmla="*/ 4154694 w 4525734"/>
                <a:gd name="connsiteY141" fmla="*/ 645758 h 1727090"/>
                <a:gd name="connsiteX142" fmla="*/ 4092292 w 4525734"/>
                <a:gd name="connsiteY142" fmla="*/ 643363 h 1727090"/>
                <a:gd name="connsiteX143" fmla="*/ 4067961 w 4525734"/>
                <a:gd name="connsiteY143" fmla="*/ 647271 h 1727090"/>
                <a:gd name="connsiteX144" fmla="*/ 4006694 w 4525734"/>
                <a:gd name="connsiteY144" fmla="*/ 633152 h 1727090"/>
                <a:gd name="connsiteX145" fmla="*/ 3998121 w 4525734"/>
                <a:gd name="connsiteY145" fmla="*/ 650045 h 1727090"/>
                <a:gd name="connsiteX146" fmla="*/ 4011106 w 4525734"/>
                <a:gd name="connsiteY146" fmla="*/ 671224 h 1727090"/>
                <a:gd name="connsiteX147" fmla="*/ 4004425 w 4525734"/>
                <a:gd name="connsiteY147" fmla="*/ 697067 h 1727090"/>
                <a:gd name="connsiteX148" fmla="*/ 3967992 w 4525734"/>
                <a:gd name="connsiteY148" fmla="*/ 683326 h 1727090"/>
                <a:gd name="connsiteX149" fmla="*/ 3942148 w 4525734"/>
                <a:gd name="connsiteY149" fmla="*/ 666433 h 1727090"/>
                <a:gd name="connsiteX150" fmla="*/ 3954755 w 4525734"/>
                <a:gd name="connsiteY150" fmla="*/ 659373 h 1727090"/>
                <a:gd name="connsiteX151" fmla="*/ 3974421 w 4525734"/>
                <a:gd name="connsiteY151" fmla="*/ 651936 h 1727090"/>
                <a:gd name="connsiteX152" fmla="*/ 3941014 w 4525734"/>
                <a:gd name="connsiteY152" fmla="*/ 638195 h 1727090"/>
                <a:gd name="connsiteX153" fmla="*/ 3909624 w 4525734"/>
                <a:gd name="connsiteY153" fmla="*/ 662903 h 1727090"/>
                <a:gd name="connsiteX154" fmla="*/ 3843313 w 4525734"/>
                <a:gd name="connsiteY154" fmla="*/ 655465 h 1727090"/>
                <a:gd name="connsiteX155" fmla="*/ 3763262 w 4525734"/>
                <a:gd name="connsiteY155" fmla="*/ 660130 h 1727090"/>
                <a:gd name="connsiteX156" fmla="*/ 3757715 w 4525734"/>
                <a:gd name="connsiteY156" fmla="*/ 684839 h 1727090"/>
                <a:gd name="connsiteX157" fmla="*/ 3750656 w 4525734"/>
                <a:gd name="connsiteY157" fmla="*/ 659373 h 1727090"/>
                <a:gd name="connsiteX158" fmla="*/ 3730233 w 4525734"/>
                <a:gd name="connsiteY158" fmla="*/ 651936 h 1727090"/>
                <a:gd name="connsiteX159" fmla="*/ 3716114 w 4525734"/>
                <a:gd name="connsiteY159" fmla="*/ 646389 h 1727090"/>
                <a:gd name="connsiteX160" fmla="*/ 3720778 w 4525734"/>
                <a:gd name="connsiteY160" fmla="*/ 629496 h 1727090"/>
                <a:gd name="connsiteX161" fmla="*/ 3677664 w 4525734"/>
                <a:gd name="connsiteY161" fmla="*/ 591803 h 1727090"/>
                <a:gd name="connsiteX162" fmla="*/ 3577190 w 4525734"/>
                <a:gd name="connsiteY162" fmla="*/ 592181 h 1727090"/>
                <a:gd name="connsiteX163" fmla="*/ 3515166 w 4525734"/>
                <a:gd name="connsiteY163" fmla="*/ 595711 h 1727090"/>
                <a:gd name="connsiteX164" fmla="*/ 3508107 w 4525734"/>
                <a:gd name="connsiteY164" fmla="*/ 582726 h 1727090"/>
                <a:gd name="connsiteX165" fmla="*/ 3474699 w 4525734"/>
                <a:gd name="connsiteY165" fmla="*/ 572893 h 1727090"/>
                <a:gd name="connsiteX166" fmla="*/ 3464488 w 4525734"/>
                <a:gd name="connsiteY166" fmla="*/ 568607 h 1727090"/>
                <a:gd name="connsiteX167" fmla="*/ 3431081 w 4525734"/>
                <a:gd name="connsiteY167" fmla="*/ 557639 h 1727090"/>
                <a:gd name="connsiteX168" fmla="*/ 3428307 w 4525734"/>
                <a:gd name="connsiteY168" fmla="*/ 548941 h 1727090"/>
                <a:gd name="connsiteX169" fmla="*/ 3449865 w 4525734"/>
                <a:gd name="connsiteY169" fmla="*/ 538729 h 1727090"/>
                <a:gd name="connsiteX170" fmla="*/ 3364392 w 4525734"/>
                <a:gd name="connsiteY170" fmla="*/ 524610 h 1727090"/>
                <a:gd name="connsiteX171" fmla="*/ 3348634 w 4525734"/>
                <a:gd name="connsiteY171" fmla="*/ 550453 h 1727090"/>
                <a:gd name="connsiteX172" fmla="*/ 3320396 w 4525734"/>
                <a:gd name="connsiteY172" fmla="*/ 548058 h 1727090"/>
                <a:gd name="connsiteX173" fmla="*/ 3341197 w 4525734"/>
                <a:gd name="connsiteY173" fmla="*/ 535073 h 1727090"/>
                <a:gd name="connsiteX174" fmla="*/ 3311445 w 4525734"/>
                <a:gd name="connsiteY174" fmla="*/ 525997 h 1727090"/>
                <a:gd name="connsiteX175" fmla="*/ 3326320 w 4525734"/>
                <a:gd name="connsiteY175" fmla="*/ 518937 h 1727090"/>
                <a:gd name="connsiteX176" fmla="*/ 3353047 w 4525734"/>
                <a:gd name="connsiteY176" fmla="*/ 518937 h 1727090"/>
                <a:gd name="connsiteX177" fmla="*/ 3327581 w 4525734"/>
                <a:gd name="connsiteY177" fmla="*/ 511121 h 1727090"/>
                <a:gd name="connsiteX178" fmla="*/ 3253833 w 4525734"/>
                <a:gd name="connsiteY178" fmla="*/ 501288 h 1727090"/>
                <a:gd name="connsiteX179" fmla="*/ 3213871 w 4525734"/>
                <a:gd name="connsiteY179" fmla="*/ 493094 h 1727090"/>
                <a:gd name="connsiteX180" fmla="*/ 3207946 w 4525734"/>
                <a:gd name="connsiteY180" fmla="*/ 505196 h 1727090"/>
                <a:gd name="connsiteX181" fmla="*/ 3184372 w 4525734"/>
                <a:gd name="connsiteY181" fmla="*/ 513390 h 1727090"/>
                <a:gd name="connsiteX182" fmla="*/ 3160041 w 4525734"/>
                <a:gd name="connsiteY182" fmla="*/ 529905 h 1727090"/>
                <a:gd name="connsiteX183" fmla="*/ 3181220 w 4525734"/>
                <a:gd name="connsiteY183" fmla="*/ 530283 h 1727090"/>
                <a:gd name="connsiteX184" fmla="*/ 3174161 w 4525734"/>
                <a:gd name="connsiteY184" fmla="*/ 544402 h 1727090"/>
                <a:gd name="connsiteX185" fmla="*/ 3182354 w 4525734"/>
                <a:gd name="connsiteY185" fmla="*/ 562429 h 1727090"/>
                <a:gd name="connsiteX186" fmla="*/ 3160798 w 4525734"/>
                <a:gd name="connsiteY186" fmla="*/ 562429 h 1727090"/>
                <a:gd name="connsiteX187" fmla="*/ 3135710 w 4525734"/>
                <a:gd name="connsiteY187" fmla="*/ 560917 h 1727090"/>
                <a:gd name="connsiteX188" fmla="*/ 3128273 w 4525734"/>
                <a:gd name="connsiteY188" fmla="*/ 566842 h 1727090"/>
                <a:gd name="connsiteX189" fmla="*/ 3128273 w 4525734"/>
                <a:gd name="connsiteY189" fmla="*/ 577431 h 1727090"/>
                <a:gd name="connsiteX190" fmla="*/ 3107094 w 4525734"/>
                <a:gd name="connsiteY190" fmla="*/ 564825 h 1727090"/>
                <a:gd name="connsiteX191" fmla="*/ 3066249 w 4525734"/>
                <a:gd name="connsiteY191" fmla="*/ 557765 h 1727090"/>
                <a:gd name="connsiteX192" fmla="*/ 3035614 w 4525734"/>
                <a:gd name="connsiteY192" fmla="*/ 567976 h 1727090"/>
                <a:gd name="connsiteX193" fmla="*/ 2995652 w 4525734"/>
                <a:gd name="connsiteY193" fmla="*/ 552722 h 1727090"/>
                <a:gd name="connsiteX194" fmla="*/ 2980776 w 4525734"/>
                <a:gd name="connsiteY194" fmla="*/ 551588 h 1727090"/>
                <a:gd name="connsiteX195" fmla="*/ 2966279 w 4525734"/>
                <a:gd name="connsiteY195" fmla="*/ 579070 h 1727090"/>
                <a:gd name="connsiteX196" fmla="*/ 2949386 w 4525734"/>
                <a:gd name="connsiteY196" fmla="*/ 599493 h 1727090"/>
                <a:gd name="connsiteX197" fmla="*/ 2932872 w 4525734"/>
                <a:gd name="connsiteY197" fmla="*/ 594450 h 1727090"/>
                <a:gd name="connsiteX198" fmla="*/ 2893287 w 4525734"/>
                <a:gd name="connsiteY198" fmla="*/ 558774 h 1727090"/>
                <a:gd name="connsiteX199" fmla="*/ 2868957 w 4525734"/>
                <a:gd name="connsiteY199" fmla="*/ 531670 h 1727090"/>
                <a:gd name="connsiteX200" fmla="*/ 2879547 w 4525734"/>
                <a:gd name="connsiteY200" fmla="*/ 532048 h 1727090"/>
                <a:gd name="connsiteX201" fmla="*/ 2898708 w 4525734"/>
                <a:gd name="connsiteY201" fmla="*/ 534065 h 1727090"/>
                <a:gd name="connsiteX202" fmla="*/ 2893666 w 4525734"/>
                <a:gd name="connsiteY202" fmla="*/ 516038 h 1727090"/>
                <a:gd name="connsiteX203" fmla="*/ 2892531 w 4525734"/>
                <a:gd name="connsiteY203" fmla="*/ 505448 h 1727090"/>
                <a:gd name="connsiteX204" fmla="*/ 2886984 w 4525734"/>
                <a:gd name="connsiteY204" fmla="*/ 487043 h 1727090"/>
                <a:gd name="connsiteX205" fmla="*/ 2881941 w 4525734"/>
                <a:gd name="connsiteY205" fmla="*/ 477588 h 1727090"/>
                <a:gd name="connsiteX206" fmla="*/ 2863914 w 4525734"/>
                <a:gd name="connsiteY206" fmla="*/ 464981 h 1727090"/>
                <a:gd name="connsiteX207" fmla="*/ 2828616 w 4525734"/>
                <a:gd name="connsiteY207" fmla="*/ 465359 h 1727090"/>
                <a:gd name="connsiteX208" fmla="*/ 2818783 w 4525734"/>
                <a:gd name="connsiteY208" fmla="*/ 464603 h 1727090"/>
                <a:gd name="connsiteX209" fmla="*/ 2788527 w 4525734"/>
                <a:gd name="connsiteY209" fmla="*/ 456409 h 1727090"/>
                <a:gd name="connsiteX210" fmla="*/ 2764953 w 4525734"/>
                <a:gd name="connsiteY210" fmla="*/ 438760 h 1727090"/>
                <a:gd name="connsiteX211" fmla="*/ 2752473 w 4525734"/>
                <a:gd name="connsiteY211" fmla="*/ 451744 h 1727090"/>
                <a:gd name="connsiteX212" fmla="*/ 2739110 w 4525734"/>
                <a:gd name="connsiteY212" fmla="*/ 465485 h 1727090"/>
                <a:gd name="connsiteX213" fmla="*/ 2738731 w 4525734"/>
                <a:gd name="connsiteY213" fmla="*/ 485530 h 1727090"/>
                <a:gd name="connsiteX214" fmla="*/ 2723099 w 4525734"/>
                <a:gd name="connsiteY214" fmla="*/ 486664 h 1727090"/>
                <a:gd name="connsiteX215" fmla="*/ 2690953 w 4525734"/>
                <a:gd name="connsiteY215" fmla="*/ 489816 h 1727090"/>
                <a:gd name="connsiteX216" fmla="*/ 2655276 w 4525734"/>
                <a:gd name="connsiteY216" fmla="*/ 483135 h 1727090"/>
                <a:gd name="connsiteX217" fmla="*/ 2643931 w 4525734"/>
                <a:gd name="connsiteY217" fmla="*/ 481118 h 1727090"/>
                <a:gd name="connsiteX218" fmla="*/ 2606616 w 4525734"/>
                <a:gd name="connsiteY218" fmla="*/ 475949 h 1727090"/>
                <a:gd name="connsiteX219" fmla="*/ 2617583 w 4525734"/>
                <a:gd name="connsiteY219" fmla="*/ 463468 h 1727090"/>
                <a:gd name="connsiteX220" fmla="*/ 2593630 w 4525734"/>
                <a:gd name="connsiteY220" fmla="*/ 458804 h 1727090"/>
                <a:gd name="connsiteX221" fmla="*/ 2544592 w 4525734"/>
                <a:gd name="connsiteY221" fmla="*/ 451366 h 1727090"/>
                <a:gd name="connsiteX222" fmla="*/ 2477903 w 4525734"/>
                <a:gd name="connsiteY222" fmla="*/ 460065 h 1727090"/>
                <a:gd name="connsiteX223" fmla="*/ 2474373 w 4525734"/>
                <a:gd name="connsiteY223" fmla="*/ 474184 h 1727090"/>
                <a:gd name="connsiteX224" fmla="*/ 2470087 w 4525734"/>
                <a:gd name="connsiteY224" fmla="*/ 448341 h 1727090"/>
                <a:gd name="connsiteX225" fmla="*/ 2456724 w 4525734"/>
                <a:gd name="connsiteY225" fmla="*/ 445189 h 1727090"/>
                <a:gd name="connsiteX226" fmla="*/ 2429242 w 4525734"/>
                <a:gd name="connsiteY226" fmla="*/ 449097 h 1727090"/>
                <a:gd name="connsiteX227" fmla="*/ 2398608 w 4525734"/>
                <a:gd name="connsiteY227" fmla="*/ 433465 h 1727090"/>
                <a:gd name="connsiteX228" fmla="*/ 2368857 w 4525734"/>
                <a:gd name="connsiteY228" fmla="*/ 450736 h 1727090"/>
                <a:gd name="connsiteX229" fmla="*/ 2384867 w 4525734"/>
                <a:gd name="connsiteY229" fmla="*/ 455022 h 1727090"/>
                <a:gd name="connsiteX230" fmla="*/ 2352343 w 4525734"/>
                <a:gd name="connsiteY230" fmla="*/ 464477 h 1727090"/>
                <a:gd name="connsiteX231" fmla="*/ 2311875 w 4525734"/>
                <a:gd name="connsiteY231" fmla="*/ 478596 h 1727090"/>
                <a:gd name="connsiteX232" fmla="*/ 2268383 w 4525734"/>
                <a:gd name="connsiteY232" fmla="*/ 491959 h 1727090"/>
                <a:gd name="connsiteX233" fmla="*/ 2275065 w 4525734"/>
                <a:gd name="connsiteY233" fmla="*/ 473554 h 1727090"/>
                <a:gd name="connsiteX234" fmla="*/ 2299773 w 4525734"/>
                <a:gd name="connsiteY234" fmla="*/ 460569 h 1727090"/>
                <a:gd name="connsiteX235" fmla="*/ 2328768 w 4525734"/>
                <a:gd name="connsiteY235" fmla="*/ 451492 h 1727090"/>
                <a:gd name="connsiteX236" fmla="*/ 2349947 w 4525734"/>
                <a:gd name="connsiteY236" fmla="*/ 437373 h 1727090"/>
                <a:gd name="connsiteX237" fmla="*/ 2377429 w 4525734"/>
                <a:gd name="connsiteY237" fmla="*/ 420480 h 1727090"/>
                <a:gd name="connsiteX238" fmla="*/ 2422939 w 4525734"/>
                <a:gd name="connsiteY238" fmla="*/ 402075 h 1727090"/>
                <a:gd name="connsiteX239" fmla="*/ 2435419 w 4525734"/>
                <a:gd name="connsiteY239" fmla="*/ 387955 h 1727090"/>
                <a:gd name="connsiteX240" fmla="*/ 2467565 w 4525734"/>
                <a:gd name="connsiteY240" fmla="*/ 375349 h 1727090"/>
                <a:gd name="connsiteX241" fmla="*/ 2479668 w 4525734"/>
                <a:gd name="connsiteY241" fmla="*/ 359213 h 1727090"/>
                <a:gd name="connsiteX242" fmla="*/ 2467944 w 4525734"/>
                <a:gd name="connsiteY242" fmla="*/ 350136 h 1727090"/>
                <a:gd name="connsiteX243" fmla="*/ 2481307 w 4525734"/>
                <a:gd name="connsiteY243" fmla="*/ 345472 h 1727090"/>
                <a:gd name="connsiteX244" fmla="*/ 2474625 w 4525734"/>
                <a:gd name="connsiteY244" fmla="*/ 333369 h 1727090"/>
                <a:gd name="connsiteX245" fmla="*/ 2472230 w 4525734"/>
                <a:gd name="connsiteY245" fmla="*/ 320385 h 1727090"/>
                <a:gd name="connsiteX246" fmla="*/ 2454959 w 4525734"/>
                <a:gd name="connsiteY246" fmla="*/ 317233 h 1727090"/>
                <a:gd name="connsiteX247" fmla="*/ 2449412 w 4525734"/>
                <a:gd name="connsiteY247" fmla="*/ 295676 h 1727090"/>
                <a:gd name="connsiteX248" fmla="*/ 2426343 w 4525734"/>
                <a:gd name="connsiteY248" fmla="*/ 296432 h 1727090"/>
                <a:gd name="connsiteX249" fmla="*/ 2387893 w 4525734"/>
                <a:gd name="connsiteY249" fmla="*/ 287356 h 1727090"/>
                <a:gd name="connsiteX250" fmla="*/ 2371378 w 4525734"/>
                <a:gd name="connsiteY250" fmla="*/ 285843 h 1727090"/>
                <a:gd name="connsiteX251" fmla="*/ 2338854 w 4525734"/>
                <a:gd name="connsiteY251" fmla="*/ 286599 h 1727090"/>
                <a:gd name="connsiteX252" fmla="*/ 2321583 w 4525734"/>
                <a:gd name="connsiteY252" fmla="*/ 296432 h 1727090"/>
                <a:gd name="connsiteX253" fmla="*/ 2288301 w 4525734"/>
                <a:gd name="connsiteY253" fmla="*/ 299584 h 1727090"/>
                <a:gd name="connsiteX254" fmla="*/ 2307589 w 4525734"/>
                <a:gd name="connsiteY254" fmla="*/ 274875 h 1727090"/>
                <a:gd name="connsiteX255" fmla="*/ 2263971 w 4525734"/>
                <a:gd name="connsiteY255" fmla="*/ 271723 h 1727090"/>
                <a:gd name="connsiteX256" fmla="*/ 2232581 w 4525734"/>
                <a:gd name="connsiteY256" fmla="*/ 267059 h 1727090"/>
                <a:gd name="connsiteX257" fmla="*/ 2240397 w 4525734"/>
                <a:gd name="connsiteY257" fmla="*/ 263907 h 1727090"/>
                <a:gd name="connsiteX258" fmla="*/ 2265105 w 4525734"/>
                <a:gd name="connsiteY258" fmla="*/ 254453 h 1727090"/>
                <a:gd name="connsiteX259" fmla="*/ 2268257 w 4525734"/>
                <a:gd name="connsiteY259" fmla="*/ 244241 h 1727090"/>
                <a:gd name="connsiteX260" fmla="*/ 2245817 w 4525734"/>
                <a:gd name="connsiteY260" fmla="*/ 238821 h 1727090"/>
                <a:gd name="connsiteX261" fmla="*/ 2217957 w 4525734"/>
                <a:gd name="connsiteY261" fmla="*/ 231761 h 1727090"/>
                <a:gd name="connsiteX262" fmla="*/ 2183037 w 4525734"/>
                <a:gd name="connsiteY262" fmla="*/ 239199 h 1727090"/>
                <a:gd name="connsiteX263" fmla="*/ 2153664 w 4525734"/>
                <a:gd name="connsiteY263" fmla="*/ 261134 h 1727090"/>
                <a:gd name="connsiteX264" fmla="*/ 2135637 w 4525734"/>
                <a:gd name="connsiteY264" fmla="*/ 284330 h 1727090"/>
                <a:gd name="connsiteX265" fmla="*/ 2140679 w 4525734"/>
                <a:gd name="connsiteY265" fmla="*/ 295676 h 1727090"/>
                <a:gd name="connsiteX266" fmla="*/ 2125803 w 4525734"/>
                <a:gd name="connsiteY266" fmla="*/ 300340 h 1727090"/>
                <a:gd name="connsiteX267" fmla="*/ 2085337 w 4525734"/>
                <a:gd name="connsiteY267" fmla="*/ 305887 h 1727090"/>
                <a:gd name="connsiteX268" fmla="*/ 2102608 w 4525734"/>
                <a:gd name="connsiteY268" fmla="*/ 319250 h 1727090"/>
                <a:gd name="connsiteX269" fmla="*/ 2082563 w 4525734"/>
                <a:gd name="connsiteY269" fmla="*/ 315342 h 1727090"/>
                <a:gd name="connsiteX270" fmla="*/ 2059367 w 4525734"/>
                <a:gd name="connsiteY270" fmla="*/ 320385 h 1727090"/>
                <a:gd name="connsiteX271" fmla="*/ 2042096 w 4525734"/>
                <a:gd name="connsiteY271" fmla="*/ 323914 h 1727090"/>
                <a:gd name="connsiteX272" fmla="*/ 2024825 w 4525734"/>
                <a:gd name="connsiteY272" fmla="*/ 325049 h 1727090"/>
                <a:gd name="connsiteX273" fmla="*/ 2032263 w 4525734"/>
                <a:gd name="connsiteY273" fmla="*/ 310173 h 1727090"/>
                <a:gd name="connsiteX274" fmla="*/ 2007176 w 4525734"/>
                <a:gd name="connsiteY274" fmla="*/ 316855 h 1727090"/>
                <a:gd name="connsiteX275" fmla="*/ 1989527 w 4525734"/>
                <a:gd name="connsiteY275" fmla="*/ 314081 h 1727090"/>
                <a:gd name="connsiteX276" fmla="*/ 1972256 w 4525734"/>
                <a:gd name="connsiteY276" fmla="*/ 322654 h 1727090"/>
                <a:gd name="connsiteX277" fmla="*/ 1946791 w 4525734"/>
                <a:gd name="connsiteY277" fmla="*/ 325049 h 1727090"/>
                <a:gd name="connsiteX278" fmla="*/ 1962927 w 4525734"/>
                <a:gd name="connsiteY278" fmla="*/ 336017 h 1727090"/>
                <a:gd name="connsiteX279" fmla="*/ 1918931 w 4525734"/>
                <a:gd name="connsiteY279" fmla="*/ 342698 h 1727090"/>
                <a:gd name="connsiteX280" fmla="*/ 1885523 w 4525734"/>
                <a:gd name="connsiteY280" fmla="*/ 347363 h 1727090"/>
                <a:gd name="connsiteX281" fmla="*/ 1860814 w 4525734"/>
                <a:gd name="connsiteY281" fmla="*/ 359087 h 1727090"/>
                <a:gd name="connsiteX282" fmla="*/ 1835727 w 4525734"/>
                <a:gd name="connsiteY282" fmla="*/ 369298 h 1727090"/>
                <a:gd name="connsiteX283" fmla="*/ 1815305 w 4525734"/>
                <a:gd name="connsiteY283" fmla="*/ 372071 h 1727090"/>
                <a:gd name="connsiteX284" fmla="*/ 1804716 w 4525734"/>
                <a:gd name="connsiteY284" fmla="*/ 375601 h 1727090"/>
                <a:gd name="connsiteX285" fmla="*/ 1800808 w 4525734"/>
                <a:gd name="connsiteY285" fmla="*/ 381904 h 1727090"/>
                <a:gd name="connsiteX286" fmla="*/ 1790975 w 4525734"/>
                <a:gd name="connsiteY286" fmla="*/ 388586 h 1727090"/>
                <a:gd name="connsiteX287" fmla="*/ 1798034 w 4525734"/>
                <a:gd name="connsiteY287" fmla="*/ 398041 h 1727090"/>
                <a:gd name="connsiteX288" fmla="*/ 1775216 w 4525734"/>
                <a:gd name="connsiteY288" fmla="*/ 396906 h 1727090"/>
                <a:gd name="connsiteX289" fmla="*/ 1789714 w 4525734"/>
                <a:gd name="connsiteY289" fmla="*/ 405100 h 1727090"/>
                <a:gd name="connsiteX290" fmla="*/ 1801438 w 4525734"/>
                <a:gd name="connsiteY290" fmla="*/ 414177 h 1727090"/>
                <a:gd name="connsiteX291" fmla="*/ 1781393 w 4525734"/>
                <a:gd name="connsiteY291" fmla="*/ 415312 h 1727090"/>
                <a:gd name="connsiteX292" fmla="*/ 1791605 w 4525734"/>
                <a:gd name="connsiteY292" fmla="*/ 422371 h 1727090"/>
                <a:gd name="connsiteX293" fmla="*/ 1800303 w 4525734"/>
                <a:gd name="connsiteY293" fmla="*/ 431826 h 1727090"/>
                <a:gd name="connsiteX294" fmla="*/ 1801564 w 4525734"/>
                <a:gd name="connsiteY294" fmla="*/ 433087 h 1727090"/>
                <a:gd name="connsiteX295" fmla="*/ 1798791 w 4525734"/>
                <a:gd name="connsiteY295" fmla="*/ 444307 h 1727090"/>
                <a:gd name="connsiteX296" fmla="*/ 1791353 w 4525734"/>
                <a:gd name="connsiteY296" fmla="*/ 446702 h 1727090"/>
                <a:gd name="connsiteX297" fmla="*/ 1766266 w 4525734"/>
                <a:gd name="connsiteY297" fmla="*/ 445567 h 1727090"/>
                <a:gd name="connsiteX298" fmla="*/ 1753659 w 4525734"/>
                <a:gd name="connsiteY298" fmla="*/ 449853 h 1727090"/>
                <a:gd name="connsiteX299" fmla="*/ 1714453 w 4525734"/>
                <a:gd name="connsiteY299" fmla="*/ 451870 h 1727090"/>
                <a:gd name="connsiteX300" fmla="*/ 1645747 w 4525734"/>
                <a:gd name="connsiteY300" fmla="*/ 457795 h 1727090"/>
                <a:gd name="connsiteX301" fmla="*/ 1636671 w 4525734"/>
                <a:gd name="connsiteY301" fmla="*/ 484017 h 1727090"/>
                <a:gd name="connsiteX302" fmla="*/ 1637049 w 4525734"/>
                <a:gd name="connsiteY302" fmla="*/ 502801 h 1727090"/>
                <a:gd name="connsiteX303" fmla="*/ 1673104 w 4525734"/>
                <a:gd name="connsiteY303" fmla="*/ 521963 h 1727090"/>
                <a:gd name="connsiteX304" fmla="*/ 1688357 w 4525734"/>
                <a:gd name="connsiteY304" fmla="*/ 547806 h 1727090"/>
                <a:gd name="connsiteX305" fmla="*/ 1643227 w 4525734"/>
                <a:gd name="connsiteY305" fmla="*/ 533308 h 1727090"/>
                <a:gd name="connsiteX306" fmla="*/ 1582463 w 4525734"/>
                <a:gd name="connsiteY306" fmla="*/ 517676 h 1727090"/>
                <a:gd name="connsiteX307" fmla="*/ 1563301 w 4525734"/>
                <a:gd name="connsiteY307" fmla="*/ 507843 h 1727090"/>
                <a:gd name="connsiteX308" fmla="*/ 1546409 w 4525734"/>
                <a:gd name="connsiteY308" fmla="*/ 521206 h 1727090"/>
                <a:gd name="connsiteX309" fmla="*/ 1557376 w 4525734"/>
                <a:gd name="connsiteY309" fmla="*/ 525114 h 1727090"/>
                <a:gd name="connsiteX310" fmla="*/ 1571873 w 4525734"/>
                <a:gd name="connsiteY310" fmla="*/ 533687 h 1727090"/>
                <a:gd name="connsiteX311" fmla="*/ 1549938 w 4525734"/>
                <a:gd name="connsiteY311" fmla="*/ 537595 h 1727090"/>
                <a:gd name="connsiteX312" fmla="*/ 1521321 w 4525734"/>
                <a:gd name="connsiteY312" fmla="*/ 543520 h 1727090"/>
                <a:gd name="connsiteX313" fmla="*/ 1556620 w 4525734"/>
                <a:gd name="connsiteY313" fmla="*/ 571002 h 1727090"/>
                <a:gd name="connsiteX314" fmla="*/ 1580572 w 4525734"/>
                <a:gd name="connsiteY314" fmla="*/ 584365 h 1727090"/>
                <a:gd name="connsiteX315" fmla="*/ 1576664 w 4525734"/>
                <a:gd name="connsiteY315" fmla="*/ 592181 h 1727090"/>
                <a:gd name="connsiteX316" fmla="*/ 1546030 w 4525734"/>
                <a:gd name="connsiteY316" fmla="*/ 576549 h 1727090"/>
                <a:gd name="connsiteX317" fmla="*/ 1500899 w 4525734"/>
                <a:gd name="connsiteY317" fmla="*/ 572641 h 1727090"/>
                <a:gd name="connsiteX318" fmla="*/ 1499260 w 4525734"/>
                <a:gd name="connsiteY318" fmla="*/ 555370 h 1727090"/>
                <a:gd name="connsiteX319" fmla="*/ 1505563 w 4525734"/>
                <a:gd name="connsiteY319" fmla="*/ 529022 h 1727090"/>
                <a:gd name="connsiteX320" fmla="*/ 1494218 w 4525734"/>
                <a:gd name="connsiteY320" fmla="*/ 496119 h 1727090"/>
                <a:gd name="connsiteX321" fmla="*/ 1487158 w 4525734"/>
                <a:gd name="connsiteY321" fmla="*/ 506709 h 1727090"/>
                <a:gd name="connsiteX322" fmla="*/ 1480476 w 4525734"/>
                <a:gd name="connsiteY322" fmla="*/ 534569 h 1727090"/>
                <a:gd name="connsiteX323" fmla="*/ 1448708 w 4525734"/>
                <a:gd name="connsiteY323" fmla="*/ 551084 h 1727090"/>
                <a:gd name="connsiteX324" fmla="*/ 1438119 w 4525734"/>
                <a:gd name="connsiteY324" fmla="*/ 567598 h 1727090"/>
                <a:gd name="connsiteX325" fmla="*/ 1468375 w 4525734"/>
                <a:gd name="connsiteY325" fmla="*/ 604031 h 1727090"/>
                <a:gd name="connsiteX326" fmla="*/ 1452616 w 4525734"/>
                <a:gd name="connsiteY326" fmla="*/ 648784 h 1727090"/>
                <a:gd name="connsiteX327" fmla="*/ 1453751 w 4525734"/>
                <a:gd name="connsiteY327" fmla="*/ 675510 h 1727090"/>
                <a:gd name="connsiteX328" fmla="*/ 1474173 w 4525734"/>
                <a:gd name="connsiteY328" fmla="*/ 679040 h 1727090"/>
                <a:gd name="connsiteX329" fmla="*/ 1505185 w 4525734"/>
                <a:gd name="connsiteY329" fmla="*/ 672358 h 1727090"/>
                <a:gd name="connsiteX330" fmla="*/ 1556242 w 4525734"/>
                <a:gd name="connsiteY330" fmla="*/ 689629 h 1727090"/>
                <a:gd name="connsiteX331" fmla="*/ 1566075 w 4525734"/>
                <a:gd name="connsiteY331" fmla="*/ 710052 h 1727090"/>
                <a:gd name="connsiteX332" fmla="*/ 1553846 w 4525734"/>
                <a:gd name="connsiteY332" fmla="*/ 729718 h 1727090"/>
                <a:gd name="connsiteX333" fmla="*/ 1584480 w 4525734"/>
                <a:gd name="connsiteY333" fmla="*/ 750140 h 1727090"/>
                <a:gd name="connsiteX334" fmla="*/ 1554603 w 4525734"/>
                <a:gd name="connsiteY334" fmla="*/ 747745 h 1727090"/>
                <a:gd name="connsiteX335" fmla="*/ 1542500 w 4525734"/>
                <a:gd name="connsiteY335" fmla="*/ 730852 h 1727090"/>
                <a:gd name="connsiteX336" fmla="*/ 1549182 w 4525734"/>
                <a:gd name="connsiteY336" fmla="*/ 711564 h 1727090"/>
                <a:gd name="connsiteX337" fmla="*/ 1535819 w 4525734"/>
                <a:gd name="connsiteY337" fmla="*/ 694672 h 1727090"/>
                <a:gd name="connsiteX338" fmla="*/ 1518926 w 4525734"/>
                <a:gd name="connsiteY338" fmla="*/ 683704 h 1727090"/>
                <a:gd name="connsiteX339" fmla="*/ 1478081 w 4525734"/>
                <a:gd name="connsiteY339" fmla="*/ 694672 h 1727090"/>
                <a:gd name="connsiteX340" fmla="*/ 1483628 w 4525734"/>
                <a:gd name="connsiteY340" fmla="*/ 731609 h 1727090"/>
                <a:gd name="connsiteX341" fmla="*/ 1461693 w 4525734"/>
                <a:gd name="connsiteY341" fmla="*/ 762999 h 1727090"/>
                <a:gd name="connsiteX342" fmla="*/ 1441648 w 4525734"/>
                <a:gd name="connsiteY342" fmla="*/ 780648 h 1727090"/>
                <a:gd name="connsiteX343" fmla="*/ 1417318 w 4525734"/>
                <a:gd name="connsiteY343" fmla="*/ 801827 h 1727090"/>
                <a:gd name="connsiteX344" fmla="*/ 1393366 w 4525734"/>
                <a:gd name="connsiteY344" fmla="*/ 801827 h 1727090"/>
                <a:gd name="connsiteX345" fmla="*/ 1362732 w 4525734"/>
                <a:gd name="connsiteY345" fmla="*/ 804222 h 1727090"/>
                <a:gd name="connsiteX346" fmla="*/ 1341553 w 4525734"/>
                <a:gd name="connsiteY346" fmla="*/ 797541 h 1727090"/>
                <a:gd name="connsiteX347" fmla="*/ 1328568 w 4525734"/>
                <a:gd name="connsiteY347" fmla="*/ 786195 h 1727090"/>
                <a:gd name="connsiteX348" fmla="*/ 1342687 w 4525734"/>
                <a:gd name="connsiteY348" fmla="*/ 789725 h 1727090"/>
                <a:gd name="connsiteX349" fmla="*/ 1357941 w 4525734"/>
                <a:gd name="connsiteY349" fmla="*/ 788086 h 1727090"/>
                <a:gd name="connsiteX350" fmla="*/ 1373195 w 4525734"/>
                <a:gd name="connsiteY350" fmla="*/ 794389 h 1727090"/>
                <a:gd name="connsiteX351" fmla="*/ 1386936 w 4525734"/>
                <a:gd name="connsiteY351" fmla="*/ 789347 h 1727090"/>
                <a:gd name="connsiteX352" fmla="*/ 1393240 w 4525734"/>
                <a:gd name="connsiteY352" fmla="*/ 783043 h 1727090"/>
                <a:gd name="connsiteX353" fmla="*/ 1404963 w 4525734"/>
                <a:gd name="connsiteY353" fmla="*/ 773210 h 1727090"/>
                <a:gd name="connsiteX354" fmla="*/ 1413158 w 4525734"/>
                <a:gd name="connsiteY354" fmla="*/ 759091 h 1727090"/>
                <a:gd name="connsiteX355" fmla="*/ 1420217 w 4525734"/>
                <a:gd name="connsiteY355" fmla="*/ 750392 h 1727090"/>
                <a:gd name="connsiteX356" fmla="*/ 1433202 w 4525734"/>
                <a:gd name="connsiteY356" fmla="*/ 741820 h 1727090"/>
                <a:gd name="connsiteX357" fmla="*/ 1437867 w 4525734"/>
                <a:gd name="connsiteY357" fmla="*/ 729214 h 1727090"/>
                <a:gd name="connsiteX358" fmla="*/ 1444926 w 4525734"/>
                <a:gd name="connsiteY358" fmla="*/ 711564 h 1727090"/>
                <a:gd name="connsiteX359" fmla="*/ 1445683 w 4525734"/>
                <a:gd name="connsiteY359" fmla="*/ 701731 h 1727090"/>
                <a:gd name="connsiteX360" fmla="*/ 1424882 w 4525734"/>
                <a:gd name="connsiteY360" fmla="*/ 679040 h 1727090"/>
                <a:gd name="connsiteX361" fmla="*/ 1424125 w 4525734"/>
                <a:gd name="connsiteY361" fmla="*/ 651936 h 1727090"/>
                <a:gd name="connsiteX362" fmla="*/ 1423747 w 4525734"/>
                <a:gd name="connsiteY362" fmla="*/ 626849 h 1727090"/>
                <a:gd name="connsiteX363" fmla="*/ 1430428 w 4525734"/>
                <a:gd name="connsiteY363" fmla="*/ 598988 h 1727090"/>
                <a:gd name="connsiteX364" fmla="*/ 1408871 w 4525734"/>
                <a:gd name="connsiteY364" fmla="*/ 568733 h 1727090"/>
                <a:gd name="connsiteX365" fmla="*/ 1417444 w 4525734"/>
                <a:gd name="connsiteY365" fmla="*/ 548688 h 1727090"/>
                <a:gd name="connsiteX366" fmla="*/ 1428790 w 4525734"/>
                <a:gd name="connsiteY366" fmla="*/ 503557 h 1727090"/>
                <a:gd name="connsiteX367" fmla="*/ 1395887 w 4525734"/>
                <a:gd name="connsiteY367" fmla="*/ 492589 h 1727090"/>
                <a:gd name="connsiteX368" fmla="*/ 1345335 w 4525734"/>
                <a:gd name="connsiteY368" fmla="*/ 490194 h 1727090"/>
                <a:gd name="connsiteX369" fmla="*/ 1330459 w 4525734"/>
                <a:gd name="connsiteY369" fmla="*/ 505070 h 1727090"/>
                <a:gd name="connsiteX370" fmla="*/ 1312810 w 4525734"/>
                <a:gd name="connsiteY370" fmla="*/ 542763 h 1727090"/>
                <a:gd name="connsiteX371" fmla="*/ 1277512 w 4525734"/>
                <a:gd name="connsiteY371" fmla="*/ 569867 h 1727090"/>
                <a:gd name="connsiteX372" fmla="*/ 1266544 w 4525734"/>
                <a:gd name="connsiteY372" fmla="*/ 593063 h 1727090"/>
                <a:gd name="connsiteX373" fmla="*/ 1281420 w 4525734"/>
                <a:gd name="connsiteY373" fmla="*/ 596593 h 1727090"/>
                <a:gd name="connsiteX374" fmla="*/ 1278268 w 4525734"/>
                <a:gd name="connsiteY374" fmla="*/ 617772 h 1727090"/>
                <a:gd name="connsiteX375" fmla="*/ 1276756 w 4525734"/>
                <a:gd name="connsiteY375" fmla="*/ 630252 h 1727090"/>
                <a:gd name="connsiteX376" fmla="*/ 1267679 w 4525734"/>
                <a:gd name="connsiteY376" fmla="*/ 648280 h 1727090"/>
                <a:gd name="connsiteX377" fmla="*/ 1299069 w 4525734"/>
                <a:gd name="connsiteY377" fmla="*/ 660004 h 1727090"/>
                <a:gd name="connsiteX378" fmla="*/ 1310415 w 4525734"/>
                <a:gd name="connsiteY378" fmla="*/ 681561 h 1727090"/>
                <a:gd name="connsiteX379" fmla="*/ 1326425 w 4525734"/>
                <a:gd name="connsiteY379" fmla="*/ 689755 h 1727090"/>
                <a:gd name="connsiteX380" fmla="*/ 1309910 w 4525734"/>
                <a:gd name="connsiteY380" fmla="*/ 715977 h 1727090"/>
                <a:gd name="connsiteX381" fmla="*/ 1277764 w 4525734"/>
                <a:gd name="connsiteY381" fmla="*/ 690512 h 1727090"/>
                <a:gd name="connsiteX382" fmla="*/ 1235028 w 4525734"/>
                <a:gd name="connsiteY382" fmla="*/ 672106 h 1727090"/>
                <a:gd name="connsiteX383" fmla="*/ 1199730 w 4525734"/>
                <a:gd name="connsiteY383" fmla="*/ 657609 h 1727090"/>
                <a:gd name="connsiteX384" fmla="*/ 1150691 w 4525734"/>
                <a:gd name="connsiteY384" fmla="*/ 644624 h 1727090"/>
                <a:gd name="connsiteX385" fmla="*/ 1102407 w 4525734"/>
                <a:gd name="connsiteY385" fmla="*/ 640338 h 1727090"/>
                <a:gd name="connsiteX386" fmla="*/ 1082867 w 4525734"/>
                <a:gd name="connsiteY386" fmla="*/ 625840 h 1727090"/>
                <a:gd name="connsiteX387" fmla="*/ 1050721 w 4525734"/>
                <a:gd name="connsiteY387" fmla="*/ 615251 h 1727090"/>
                <a:gd name="connsiteX388" fmla="*/ 1058158 w 4525734"/>
                <a:gd name="connsiteY388" fmla="*/ 637186 h 1727090"/>
                <a:gd name="connsiteX389" fmla="*/ 1077699 w 4525734"/>
                <a:gd name="connsiteY389" fmla="*/ 645002 h 1727090"/>
                <a:gd name="connsiteX390" fmla="*/ 1094591 w 4525734"/>
                <a:gd name="connsiteY390" fmla="*/ 657104 h 1727090"/>
                <a:gd name="connsiteX391" fmla="*/ 1106694 w 4525734"/>
                <a:gd name="connsiteY391" fmla="*/ 679040 h 1727090"/>
                <a:gd name="connsiteX392" fmla="*/ 1098499 w 4525734"/>
                <a:gd name="connsiteY392" fmla="*/ 693537 h 1727090"/>
                <a:gd name="connsiteX393" fmla="*/ 1080472 w 4525734"/>
                <a:gd name="connsiteY393" fmla="*/ 702614 h 1727090"/>
                <a:gd name="connsiteX394" fmla="*/ 1066731 w 4525734"/>
                <a:gd name="connsiteY394" fmla="*/ 708161 h 1727090"/>
                <a:gd name="connsiteX395" fmla="*/ 1066731 w 4525734"/>
                <a:gd name="connsiteY395" fmla="*/ 692402 h 1727090"/>
                <a:gd name="connsiteX396" fmla="*/ 1050595 w 4525734"/>
                <a:gd name="connsiteY396" fmla="*/ 680300 h 1727090"/>
                <a:gd name="connsiteX397" fmla="*/ 1009749 w 4525734"/>
                <a:gd name="connsiteY397" fmla="*/ 700723 h 1727090"/>
                <a:gd name="connsiteX398" fmla="*/ 964997 w 4525734"/>
                <a:gd name="connsiteY398" fmla="*/ 700723 h 1727090"/>
                <a:gd name="connsiteX399" fmla="*/ 940288 w 4525734"/>
                <a:gd name="connsiteY399" fmla="*/ 718750 h 1727090"/>
                <a:gd name="connsiteX400" fmla="*/ 904611 w 4525734"/>
                <a:gd name="connsiteY400" fmla="*/ 715977 h 1727090"/>
                <a:gd name="connsiteX401" fmla="*/ 911293 w 4525734"/>
                <a:gd name="connsiteY401" fmla="*/ 708917 h 1727090"/>
                <a:gd name="connsiteX402" fmla="*/ 917596 w 4525734"/>
                <a:gd name="connsiteY402" fmla="*/ 701101 h 1727090"/>
                <a:gd name="connsiteX403" fmla="*/ 923521 w 4525734"/>
                <a:gd name="connsiteY403" fmla="*/ 683074 h 1727090"/>
                <a:gd name="connsiteX404" fmla="*/ 887467 w 4525734"/>
                <a:gd name="connsiteY404" fmla="*/ 693663 h 1727090"/>
                <a:gd name="connsiteX405" fmla="*/ 882424 w 4525734"/>
                <a:gd name="connsiteY405" fmla="*/ 708539 h 1727090"/>
                <a:gd name="connsiteX406" fmla="*/ 870700 w 4525734"/>
                <a:gd name="connsiteY406" fmla="*/ 701479 h 1727090"/>
                <a:gd name="connsiteX407" fmla="*/ 809936 w 4525734"/>
                <a:gd name="connsiteY407" fmla="*/ 719506 h 1727090"/>
                <a:gd name="connsiteX408" fmla="*/ 784471 w 4525734"/>
                <a:gd name="connsiteY408" fmla="*/ 735139 h 1727090"/>
                <a:gd name="connsiteX409" fmla="*/ 755477 w 4525734"/>
                <a:gd name="connsiteY409" fmla="*/ 744215 h 1727090"/>
                <a:gd name="connsiteX410" fmla="*/ 749551 w 4525734"/>
                <a:gd name="connsiteY410" fmla="*/ 772076 h 1727090"/>
                <a:gd name="connsiteX411" fmla="*/ 704420 w 4525734"/>
                <a:gd name="connsiteY411" fmla="*/ 778001 h 1727090"/>
                <a:gd name="connsiteX412" fmla="*/ 683241 w 4525734"/>
                <a:gd name="connsiteY412" fmla="*/ 757956 h 1727090"/>
                <a:gd name="connsiteX413" fmla="*/ 682485 w 4525734"/>
                <a:gd name="connsiteY413" fmla="*/ 741064 h 1727090"/>
                <a:gd name="connsiteX414" fmla="*/ 700890 w 4525734"/>
                <a:gd name="connsiteY414" fmla="*/ 734004 h 1727090"/>
                <a:gd name="connsiteX415" fmla="*/ 724464 w 4525734"/>
                <a:gd name="connsiteY415" fmla="*/ 732869 h 1727090"/>
                <a:gd name="connsiteX416" fmla="*/ 708328 w 4525734"/>
                <a:gd name="connsiteY416" fmla="*/ 707404 h 1727090"/>
                <a:gd name="connsiteX417" fmla="*/ 674543 w 4525734"/>
                <a:gd name="connsiteY417" fmla="*/ 697949 h 1727090"/>
                <a:gd name="connsiteX418" fmla="*/ 641640 w 4525734"/>
                <a:gd name="connsiteY418" fmla="*/ 694420 h 1727090"/>
                <a:gd name="connsiteX419" fmla="*/ 646304 w 4525734"/>
                <a:gd name="connsiteY419" fmla="*/ 704631 h 1727090"/>
                <a:gd name="connsiteX420" fmla="*/ 654120 w 4525734"/>
                <a:gd name="connsiteY420" fmla="*/ 723036 h 1727090"/>
                <a:gd name="connsiteX421" fmla="*/ 643909 w 4525734"/>
                <a:gd name="connsiteY421" fmla="*/ 752409 h 1727090"/>
                <a:gd name="connsiteX422" fmla="*/ 652607 w 4525734"/>
                <a:gd name="connsiteY422" fmla="*/ 761864 h 1727090"/>
                <a:gd name="connsiteX423" fmla="*/ 662440 w 4525734"/>
                <a:gd name="connsiteY423" fmla="*/ 785439 h 1727090"/>
                <a:gd name="connsiteX424" fmla="*/ 654246 w 4525734"/>
                <a:gd name="connsiteY424" fmla="*/ 805861 h 1727090"/>
                <a:gd name="connsiteX425" fmla="*/ 642900 w 4525734"/>
                <a:gd name="connsiteY425" fmla="*/ 805483 h 1727090"/>
                <a:gd name="connsiteX426" fmla="*/ 635084 w 4525734"/>
                <a:gd name="connsiteY426" fmla="*/ 797667 h 1727090"/>
                <a:gd name="connsiteX427" fmla="*/ 608358 w 4525734"/>
                <a:gd name="connsiteY427" fmla="*/ 792498 h 1727090"/>
                <a:gd name="connsiteX428" fmla="*/ 591466 w 4525734"/>
                <a:gd name="connsiteY428" fmla="*/ 800692 h 1727090"/>
                <a:gd name="connsiteX429" fmla="*/ 567892 w 4525734"/>
                <a:gd name="connsiteY429" fmla="*/ 810904 h 1727090"/>
                <a:gd name="connsiteX430" fmla="*/ 542427 w 4525734"/>
                <a:gd name="connsiteY430" fmla="*/ 829309 h 1727090"/>
                <a:gd name="connsiteX431" fmla="*/ 543939 w 4525734"/>
                <a:gd name="connsiteY431" fmla="*/ 852505 h 1727090"/>
                <a:gd name="connsiteX432" fmla="*/ 554907 w 4525734"/>
                <a:gd name="connsiteY432" fmla="*/ 873306 h 1727090"/>
                <a:gd name="connsiteX433" fmla="*/ 523138 w 4525734"/>
                <a:gd name="connsiteY433" fmla="*/ 871415 h 1727090"/>
                <a:gd name="connsiteX434" fmla="*/ 495656 w 4525734"/>
                <a:gd name="connsiteY434" fmla="*/ 865112 h 1727090"/>
                <a:gd name="connsiteX435" fmla="*/ 465401 w 4525734"/>
                <a:gd name="connsiteY435" fmla="*/ 847084 h 1727090"/>
                <a:gd name="connsiteX436" fmla="*/ 449264 w 4525734"/>
                <a:gd name="connsiteY436" fmla="*/ 861960 h 1727090"/>
                <a:gd name="connsiteX437" fmla="*/ 457080 w 4525734"/>
                <a:gd name="connsiteY437" fmla="*/ 877214 h 1727090"/>
                <a:gd name="connsiteX438" fmla="*/ 482924 w 4525734"/>
                <a:gd name="connsiteY438" fmla="*/ 886291 h 1727090"/>
                <a:gd name="connsiteX439" fmla="*/ 485319 w 4525734"/>
                <a:gd name="connsiteY439" fmla="*/ 902427 h 1727090"/>
                <a:gd name="connsiteX440" fmla="*/ 465275 w 4525734"/>
                <a:gd name="connsiteY440" fmla="*/ 905578 h 1727090"/>
                <a:gd name="connsiteX441" fmla="*/ 444474 w 4525734"/>
                <a:gd name="connsiteY441" fmla="*/ 899275 h 1727090"/>
                <a:gd name="connsiteX442" fmla="*/ 420143 w 4525734"/>
                <a:gd name="connsiteY442" fmla="*/ 885534 h 1727090"/>
                <a:gd name="connsiteX443" fmla="*/ 406402 w 4525734"/>
                <a:gd name="connsiteY443" fmla="*/ 870280 h 1727090"/>
                <a:gd name="connsiteX444" fmla="*/ 400099 w 4525734"/>
                <a:gd name="connsiteY444" fmla="*/ 851118 h 1727090"/>
                <a:gd name="connsiteX445" fmla="*/ 400856 w 4525734"/>
                <a:gd name="connsiteY445" fmla="*/ 833847 h 1727090"/>
                <a:gd name="connsiteX446" fmla="*/ 402873 w 4525734"/>
                <a:gd name="connsiteY446" fmla="*/ 816955 h 1727090"/>
                <a:gd name="connsiteX447" fmla="*/ 382450 w 4525734"/>
                <a:gd name="connsiteY447" fmla="*/ 802079 h 1727090"/>
                <a:gd name="connsiteX448" fmla="*/ 366440 w 4525734"/>
                <a:gd name="connsiteY448" fmla="*/ 790355 h 1727090"/>
                <a:gd name="connsiteX449" fmla="*/ 340596 w 4525734"/>
                <a:gd name="connsiteY449" fmla="*/ 768798 h 1727090"/>
                <a:gd name="connsiteX450" fmla="*/ 331142 w 4525734"/>
                <a:gd name="connsiteY450" fmla="*/ 760226 h 1727090"/>
                <a:gd name="connsiteX451" fmla="*/ 352320 w 4525734"/>
                <a:gd name="connsiteY451" fmla="*/ 768041 h 1727090"/>
                <a:gd name="connsiteX452" fmla="*/ 389132 w 4525734"/>
                <a:gd name="connsiteY452" fmla="*/ 783800 h 1727090"/>
                <a:gd name="connsiteX453" fmla="*/ 435397 w 4525734"/>
                <a:gd name="connsiteY453" fmla="*/ 798297 h 1727090"/>
                <a:gd name="connsiteX454" fmla="*/ 497421 w 4525734"/>
                <a:gd name="connsiteY454" fmla="*/ 808508 h 1727090"/>
                <a:gd name="connsiteX455" fmla="*/ 574321 w 4525734"/>
                <a:gd name="connsiteY455" fmla="*/ 774723 h 1727090"/>
                <a:gd name="connsiteX456" fmla="*/ 571926 w 4525734"/>
                <a:gd name="connsiteY456" fmla="*/ 743333 h 1727090"/>
                <a:gd name="connsiteX457" fmla="*/ 556672 w 4525734"/>
                <a:gd name="connsiteY457" fmla="*/ 731609 h 1727090"/>
                <a:gd name="connsiteX458" fmla="*/ 534737 w 4525734"/>
                <a:gd name="connsiteY458" fmla="*/ 718246 h 1727090"/>
                <a:gd name="connsiteX459" fmla="*/ 512801 w 4525734"/>
                <a:gd name="connsiteY459" fmla="*/ 706144 h 1727090"/>
                <a:gd name="connsiteX460" fmla="*/ 473973 w 4525734"/>
                <a:gd name="connsiteY460" fmla="*/ 686478 h 1727090"/>
                <a:gd name="connsiteX461" fmla="*/ 411949 w 4525734"/>
                <a:gd name="connsiteY461" fmla="*/ 662147 h 1727090"/>
                <a:gd name="connsiteX462" fmla="*/ 398208 w 4525734"/>
                <a:gd name="connsiteY462" fmla="*/ 660634 h 1727090"/>
                <a:gd name="connsiteX463" fmla="*/ 379046 w 4525734"/>
                <a:gd name="connsiteY463" fmla="*/ 660256 h 1727090"/>
                <a:gd name="connsiteX464" fmla="*/ 354716 w 4525734"/>
                <a:gd name="connsiteY464" fmla="*/ 658617 h 1727090"/>
                <a:gd name="connsiteX465" fmla="*/ 339840 w 4525734"/>
                <a:gd name="connsiteY465" fmla="*/ 650045 h 1727090"/>
                <a:gd name="connsiteX466" fmla="*/ 359506 w 4525734"/>
                <a:gd name="connsiteY466" fmla="*/ 643741 h 1727090"/>
                <a:gd name="connsiteX467" fmla="*/ 341857 w 4525734"/>
                <a:gd name="connsiteY467" fmla="*/ 636682 h 1727090"/>
                <a:gd name="connsiteX468" fmla="*/ 323073 w 4525734"/>
                <a:gd name="connsiteY468" fmla="*/ 640212 h 1727090"/>
                <a:gd name="connsiteX469" fmla="*/ 306937 w 4525734"/>
                <a:gd name="connsiteY469" fmla="*/ 639455 h 1727090"/>
                <a:gd name="connsiteX470" fmla="*/ 305172 w 4525734"/>
                <a:gd name="connsiteY470" fmla="*/ 638195 h 1727090"/>
                <a:gd name="connsiteX471" fmla="*/ 291683 w 4525734"/>
                <a:gd name="connsiteY471" fmla="*/ 647649 h 1727090"/>
                <a:gd name="connsiteX472" fmla="*/ 269748 w 4525734"/>
                <a:gd name="connsiteY472" fmla="*/ 657861 h 1727090"/>
                <a:gd name="connsiteX473" fmla="*/ 251720 w 4525734"/>
                <a:gd name="connsiteY473" fmla="*/ 673619 h 1727090"/>
                <a:gd name="connsiteX474" fmla="*/ 241509 w 4525734"/>
                <a:gd name="connsiteY474" fmla="*/ 681435 h 1727090"/>
                <a:gd name="connsiteX475" fmla="*/ 237601 w 4525734"/>
                <a:gd name="connsiteY475" fmla="*/ 695554 h 1727090"/>
                <a:gd name="connsiteX476" fmla="*/ 241509 w 4525734"/>
                <a:gd name="connsiteY476" fmla="*/ 710430 h 1727090"/>
                <a:gd name="connsiteX477" fmla="*/ 258024 w 4525734"/>
                <a:gd name="connsiteY477" fmla="*/ 719885 h 1727090"/>
                <a:gd name="connsiteX478" fmla="*/ 276808 w 4525734"/>
                <a:gd name="connsiteY478" fmla="*/ 739551 h 1727090"/>
                <a:gd name="connsiteX479" fmla="*/ 260293 w 4525734"/>
                <a:gd name="connsiteY479" fmla="*/ 759217 h 1727090"/>
                <a:gd name="connsiteX480" fmla="*/ 252477 w 4525734"/>
                <a:gd name="connsiteY480" fmla="*/ 774849 h 1727090"/>
                <a:gd name="connsiteX481" fmla="*/ 277564 w 4525734"/>
                <a:gd name="connsiteY481" fmla="*/ 814938 h 1727090"/>
                <a:gd name="connsiteX482" fmla="*/ 268992 w 4525734"/>
                <a:gd name="connsiteY482" fmla="*/ 830570 h 1727090"/>
                <a:gd name="connsiteX483" fmla="*/ 272900 w 4525734"/>
                <a:gd name="connsiteY483" fmla="*/ 850992 h 1727090"/>
                <a:gd name="connsiteX484" fmla="*/ 266596 w 4525734"/>
                <a:gd name="connsiteY484" fmla="*/ 858808 h 1727090"/>
                <a:gd name="connsiteX485" fmla="*/ 279959 w 4525734"/>
                <a:gd name="connsiteY485" fmla="*/ 867507 h 1727090"/>
                <a:gd name="connsiteX486" fmla="*/ 276051 w 4525734"/>
                <a:gd name="connsiteY486" fmla="*/ 880870 h 1727090"/>
                <a:gd name="connsiteX487" fmla="*/ 290170 w 4525734"/>
                <a:gd name="connsiteY487" fmla="*/ 894989 h 1727090"/>
                <a:gd name="connsiteX488" fmla="*/ 273656 w 4525734"/>
                <a:gd name="connsiteY488" fmla="*/ 909865 h 1727090"/>
                <a:gd name="connsiteX489" fmla="*/ 307441 w 4525734"/>
                <a:gd name="connsiteY489" fmla="*/ 935708 h 1727090"/>
                <a:gd name="connsiteX490" fmla="*/ 314501 w 4525734"/>
                <a:gd name="connsiteY490" fmla="*/ 956887 h 1727090"/>
                <a:gd name="connsiteX491" fmla="*/ 275295 w 4525734"/>
                <a:gd name="connsiteY491" fmla="*/ 994580 h 1727090"/>
                <a:gd name="connsiteX492" fmla="*/ 234449 w 4525734"/>
                <a:gd name="connsiteY492" fmla="*/ 1027483 h 1727090"/>
                <a:gd name="connsiteX493" fmla="*/ 221843 w 4525734"/>
                <a:gd name="connsiteY493" fmla="*/ 1043620 h 1727090"/>
                <a:gd name="connsiteX494" fmla="*/ 232937 w 4525734"/>
                <a:gd name="connsiteY494" fmla="*/ 1039712 h 1727090"/>
                <a:gd name="connsiteX495" fmla="*/ 249829 w 4525734"/>
                <a:gd name="connsiteY495" fmla="*/ 1056983 h 1727090"/>
                <a:gd name="connsiteX496" fmla="*/ 272900 w 4525734"/>
                <a:gd name="connsiteY496" fmla="*/ 1062151 h 1727090"/>
                <a:gd name="connsiteX497" fmla="*/ 260419 w 4525734"/>
                <a:gd name="connsiteY497" fmla="*/ 1065681 h 1727090"/>
                <a:gd name="connsiteX498" fmla="*/ 234954 w 4525734"/>
                <a:gd name="connsiteY498" fmla="*/ 1074253 h 1727090"/>
                <a:gd name="connsiteX499" fmla="*/ 221969 w 4525734"/>
                <a:gd name="connsiteY499" fmla="*/ 1084465 h 1727090"/>
                <a:gd name="connsiteX500" fmla="*/ 216548 w 4525734"/>
                <a:gd name="connsiteY500" fmla="*/ 1101862 h 1727090"/>
                <a:gd name="connsiteX501" fmla="*/ 207724 w 4525734"/>
                <a:gd name="connsiteY501" fmla="*/ 1115351 h 1727090"/>
                <a:gd name="connsiteX502" fmla="*/ 209489 w 4525734"/>
                <a:gd name="connsiteY502" fmla="*/ 1130605 h 1727090"/>
                <a:gd name="connsiteX503" fmla="*/ 215414 w 4525734"/>
                <a:gd name="connsiteY503" fmla="*/ 1144724 h 1727090"/>
                <a:gd name="connsiteX504" fmla="*/ 208354 w 4525734"/>
                <a:gd name="connsiteY504" fmla="*/ 1153548 h 1727090"/>
                <a:gd name="connsiteX505" fmla="*/ 211884 w 4525734"/>
                <a:gd name="connsiteY505" fmla="*/ 1167668 h 1727090"/>
                <a:gd name="connsiteX506" fmla="*/ 214783 w 4525734"/>
                <a:gd name="connsiteY506" fmla="*/ 1182417 h 1727090"/>
                <a:gd name="connsiteX507" fmla="*/ 222978 w 4525734"/>
                <a:gd name="connsiteY507" fmla="*/ 1197671 h 1727090"/>
                <a:gd name="connsiteX508" fmla="*/ 230037 w 4525734"/>
                <a:gd name="connsiteY508" fmla="*/ 1215951 h 1727090"/>
                <a:gd name="connsiteX509" fmla="*/ 244157 w 4525734"/>
                <a:gd name="connsiteY509" fmla="*/ 1220111 h 1727090"/>
                <a:gd name="connsiteX510" fmla="*/ 257645 w 4525734"/>
                <a:gd name="connsiteY510" fmla="*/ 1226540 h 1727090"/>
                <a:gd name="connsiteX511" fmla="*/ 271765 w 4525734"/>
                <a:gd name="connsiteY511" fmla="*/ 1226540 h 1727090"/>
                <a:gd name="connsiteX512" fmla="*/ 296474 w 4525734"/>
                <a:gd name="connsiteY512" fmla="*/ 1233600 h 1727090"/>
                <a:gd name="connsiteX513" fmla="*/ 298869 w 4525734"/>
                <a:gd name="connsiteY513" fmla="*/ 1251879 h 1727090"/>
                <a:gd name="connsiteX514" fmla="*/ 301768 w 4525734"/>
                <a:gd name="connsiteY514" fmla="*/ 1270789 h 1727090"/>
                <a:gd name="connsiteX515" fmla="*/ 314123 w 4525734"/>
                <a:gd name="connsiteY515" fmla="*/ 1287303 h 1727090"/>
                <a:gd name="connsiteX516" fmla="*/ 329376 w 4525734"/>
                <a:gd name="connsiteY516" fmla="*/ 1302053 h 1727090"/>
                <a:gd name="connsiteX517" fmla="*/ 344126 w 4525734"/>
                <a:gd name="connsiteY517" fmla="*/ 1315542 h 1727090"/>
                <a:gd name="connsiteX518" fmla="*/ 330637 w 4525734"/>
                <a:gd name="connsiteY518" fmla="*/ 1327896 h 1727090"/>
                <a:gd name="connsiteX519" fmla="*/ 311854 w 4525734"/>
                <a:gd name="connsiteY519" fmla="*/ 1324997 h 1727090"/>
                <a:gd name="connsiteX520" fmla="*/ 316014 w 4525734"/>
                <a:gd name="connsiteY520" fmla="*/ 1349706 h 1727090"/>
                <a:gd name="connsiteX521" fmla="*/ 327234 w 4525734"/>
                <a:gd name="connsiteY521" fmla="*/ 1363825 h 1727090"/>
                <a:gd name="connsiteX522" fmla="*/ 339588 w 4525734"/>
                <a:gd name="connsiteY522" fmla="*/ 1357396 h 1727090"/>
                <a:gd name="connsiteX523" fmla="*/ 357237 w 4525734"/>
                <a:gd name="connsiteY523" fmla="*/ 1356765 h 1727090"/>
                <a:gd name="connsiteX524" fmla="*/ 379046 w 4525734"/>
                <a:gd name="connsiteY524" fmla="*/ 1359160 h 1727090"/>
                <a:gd name="connsiteX525" fmla="*/ 382576 w 4525734"/>
                <a:gd name="connsiteY525" fmla="*/ 1379205 h 1727090"/>
                <a:gd name="connsiteX526" fmla="*/ 388501 w 4525734"/>
                <a:gd name="connsiteY526" fmla="*/ 1393954 h 1727090"/>
                <a:gd name="connsiteX527" fmla="*/ 407915 w 4525734"/>
                <a:gd name="connsiteY527" fmla="*/ 1398619 h 1727090"/>
                <a:gd name="connsiteX528" fmla="*/ 419639 w 4525734"/>
                <a:gd name="connsiteY528" fmla="*/ 1419167 h 1727090"/>
                <a:gd name="connsiteX529" fmla="*/ 429598 w 4525734"/>
                <a:gd name="connsiteY529" fmla="*/ 1424462 h 1727090"/>
                <a:gd name="connsiteX530" fmla="*/ 442583 w 4525734"/>
                <a:gd name="connsiteY530" fmla="*/ 1430387 h 1727090"/>
                <a:gd name="connsiteX531" fmla="*/ 456072 w 4525734"/>
                <a:gd name="connsiteY531" fmla="*/ 1429253 h 1727090"/>
                <a:gd name="connsiteX532" fmla="*/ 470821 w 4525734"/>
                <a:gd name="connsiteY532" fmla="*/ 1428118 h 1727090"/>
                <a:gd name="connsiteX533" fmla="*/ 482546 w 4525734"/>
                <a:gd name="connsiteY533" fmla="*/ 1442237 h 1727090"/>
                <a:gd name="connsiteX534" fmla="*/ 504355 w 4525734"/>
                <a:gd name="connsiteY534" fmla="*/ 1445767 h 1727090"/>
                <a:gd name="connsiteX535" fmla="*/ 526794 w 4525734"/>
                <a:gd name="connsiteY535" fmla="*/ 1451692 h 1727090"/>
                <a:gd name="connsiteX536" fmla="*/ 542048 w 4525734"/>
                <a:gd name="connsiteY536" fmla="*/ 1461147 h 1727090"/>
                <a:gd name="connsiteX537" fmla="*/ 534358 w 4525734"/>
                <a:gd name="connsiteY537" fmla="*/ 1472367 h 1727090"/>
                <a:gd name="connsiteX538" fmla="*/ 540788 w 4525734"/>
                <a:gd name="connsiteY538" fmla="*/ 1480057 h 1727090"/>
                <a:gd name="connsiteX539" fmla="*/ 531333 w 4525734"/>
                <a:gd name="connsiteY539" fmla="*/ 1486486 h 1727090"/>
                <a:gd name="connsiteX540" fmla="*/ 537258 w 4525734"/>
                <a:gd name="connsiteY540" fmla="*/ 1496445 h 1727090"/>
                <a:gd name="connsiteX541" fmla="*/ 532593 w 4525734"/>
                <a:gd name="connsiteY541" fmla="*/ 1512329 h 1727090"/>
                <a:gd name="connsiteX542" fmla="*/ 510784 w 4525734"/>
                <a:gd name="connsiteY542" fmla="*/ 1511699 h 1727090"/>
                <a:gd name="connsiteX543" fmla="*/ 490236 w 4525734"/>
                <a:gd name="connsiteY543" fmla="*/ 1525819 h 1727090"/>
                <a:gd name="connsiteX544" fmla="*/ 489605 w 4525734"/>
                <a:gd name="connsiteY544" fmla="*/ 1538425 h 1727090"/>
                <a:gd name="connsiteX545" fmla="*/ 516709 w 4525734"/>
                <a:gd name="connsiteY545" fmla="*/ 1537795 h 1727090"/>
                <a:gd name="connsiteX546" fmla="*/ 483806 w 4525734"/>
                <a:gd name="connsiteY546" fmla="*/ 1556957 h 1727090"/>
                <a:gd name="connsiteX547" fmla="*/ 494017 w 4525734"/>
                <a:gd name="connsiteY547" fmla="*/ 1571832 h 1727090"/>
                <a:gd name="connsiteX548" fmla="*/ 478259 w 4525734"/>
                <a:gd name="connsiteY548" fmla="*/ 1587086 h 1727090"/>
                <a:gd name="connsiteX549" fmla="*/ 463762 w 4525734"/>
                <a:gd name="connsiteY549" fmla="*/ 1598432 h 1727090"/>
                <a:gd name="connsiteX550" fmla="*/ 456702 w 4525734"/>
                <a:gd name="connsiteY550" fmla="*/ 1604735 h 1727090"/>
                <a:gd name="connsiteX551" fmla="*/ 477503 w 4525734"/>
                <a:gd name="connsiteY551" fmla="*/ 1621628 h 1727090"/>
                <a:gd name="connsiteX552" fmla="*/ 526921 w 4525734"/>
                <a:gd name="connsiteY552" fmla="*/ 1657304 h 1727090"/>
                <a:gd name="connsiteX553" fmla="*/ 533854 w 4525734"/>
                <a:gd name="connsiteY553" fmla="*/ 1662725 h 1727090"/>
                <a:gd name="connsiteX554" fmla="*/ 543813 w 4525734"/>
                <a:gd name="connsiteY554" fmla="*/ 1658061 h 1727090"/>
                <a:gd name="connsiteX555" fmla="*/ 575581 w 4525734"/>
                <a:gd name="connsiteY555" fmla="*/ 1667515 h 1727090"/>
                <a:gd name="connsiteX556" fmla="*/ 616805 w 4525734"/>
                <a:gd name="connsiteY556" fmla="*/ 1671045 h 1727090"/>
                <a:gd name="connsiteX557" fmla="*/ 633319 w 4525734"/>
                <a:gd name="connsiteY557" fmla="*/ 1681635 h 1727090"/>
                <a:gd name="connsiteX558" fmla="*/ 649834 w 4525734"/>
                <a:gd name="connsiteY558" fmla="*/ 1689829 h 1727090"/>
                <a:gd name="connsiteX559" fmla="*/ 676938 w 4525734"/>
                <a:gd name="connsiteY559" fmla="*/ 1686299 h 1727090"/>
                <a:gd name="connsiteX560" fmla="*/ 686393 w 4525734"/>
                <a:gd name="connsiteY560" fmla="*/ 1689829 h 1727090"/>
                <a:gd name="connsiteX561" fmla="*/ 694587 w 4525734"/>
                <a:gd name="connsiteY561" fmla="*/ 1706344 h 1727090"/>
                <a:gd name="connsiteX562" fmla="*/ 719296 w 4525734"/>
                <a:gd name="connsiteY562" fmla="*/ 1718068 h 1727090"/>
                <a:gd name="connsiteX563" fmla="*/ 739340 w 4525734"/>
                <a:gd name="connsiteY563" fmla="*/ 1732187 h 1727090"/>
                <a:gd name="connsiteX564" fmla="*/ 751064 w 4525734"/>
                <a:gd name="connsiteY564" fmla="*/ 1732187 h 1727090"/>
                <a:gd name="connsiteX565" fmla="*/ 768209 w 4525734"/>
                <a:gd name="connsiteY565" fmla="*/ 1719580 h 1727090"/>
                <a:gd name="connsiteX566" fmla="*/ 737701 w 4525734"/>
                <a:gd name="connsiteY566" fmla="*/ 1673315 h 1727090"/>
                <a:gd name="connsiteX567" fmla="*/ 727490 w 4525734"/>
                <a:gd name="connsiteY567" fmla="*/ 1637260 h 1727090"/>
                <a:gd name="connsiteX568" fmla="*/ 740853 w 4525734"/>
                <a:gd name="connsiteY568" fmla="*/ 1598810 h 1727090"/>
                <a:gd name="connsiteX569" fmla="*/ 787875 w 4525734"/>
                <a:gd name="connsiteY569" fmla="*/ 1570193 h 1727090"/>
                <a:gd name="connsiteX570" fmla="*/ 779303 w 4525734"/>
                <a:gd name="connsiteY570" fmla="*/ 1565151 h 1727090"/>
                <a:gd name="connsiteX571" fmla="*/ 773378 w 4525734"/>
                <a:gd name="connsiteY571" fmla="*/ 1553427 h 1727090"/>
                <a:gd name="connsiteX572" fmla="*/ 769848 w 4525734"/>
                <a:gd name="connsiteY572" fmla="*/ 1536912 h 1727090"/>
                <a:gd name="connsiteX573" fmla="*/ 753333 w 4525734"/>
                <a:gd name="connsiteY573" fmla="*/ 1518002 h 1727090"/>
                <a:gd name="connsiteX574" fmla="*/ 734550 w 4525734"/>
                <a:gd name="connsiteY574" fmla="*/ 1519137 h 1727090"/>
                <a:gd name="connsiteX575" fmla="*/ 729885 w 4525734"/>
                <a:gd name="connsiteY575" fmla="*/ 1505018 h 1727090"/>
                <a:gd name="connsiteX576" fmla="*/ 714631 w 4525734"/>
                <a:gd name="connsiteY576" fmla="*/ 1494428 h 1727090"/>
                <a:gd name="connsiteX577" fmla="*/ 720556 w 4525734"/>
                <a:gd name="connsiteY577" fmla="*/ 1477914 h 1727090"/>
                <a:gd name="connsiteX578" fmla="*/ 730011 w 4525734"/>
                <a:gd name="connsiteY578" fmla="*/ 1469720 h 1727090"/>
                <a:gd name="connsiteX579" fmla="*/ 721817 w 4525734"/>
                <a:gd name="connsiteY579" fmla="*/ 1456735 h 1727090"/>
                <a:gd name="connsiteX580" fmla="*/ 735936 w 4525734"/>
                <a:gd name="connsiteY580" fmla="*/ 1440220 h 1727090"/>
                <a:gd name="connsiteX581" fmla="*/ 751190 w 4525734"/>
                <a:gd name="connsiteY581" fmla="*/ 1430765 h 1727090"/>
                <a:gd name="connsiteX582" fmla="*/ 772369 w 4525734"/>
                <a:gd name="connsiteY582" fmla="*/ 1448414 h 1727090"/>
                <a:gd name="connsiteX583" fmla="*/ 774764 w 4525734"/>
                <a:gd name="connsiteY583" fmla="*/ 1431900 h 1727090"/>
                <a:gd name="connsiteX584" fmla="*/ 781824 w 4525734"/>
                <a:gd name="connsiteY584" fmla="*/ 1417781 h 1727090"/>
                <a:gd name="connsiteX585" fmla="*/ 795943 w 4525734"/>
                <a:gd name="connsiteY585" fmla="*/ 1404796 h 1727090"/>
                <a:gd name="connsiteX586" fmla="*/ 824182 w 4525734"/>
                <a:gd name="connsiteY586" fmla="*/ 1391811 h 1727090"/>
                <a:gd name="connsiteX587" fmla="*/ 844226 w 4525734"/>
                <a:gd name="connsiteY587" fmla="*/ 1385886 h 1727090"/>
                <a:gd name="connsiteX588" fmla="*/ 858346 w 4525734"/>
                <a:gd name="connsiteY588" fmla="*/ 1385886 h 1727090"/>
                <a:gd name="connsiteX589" fmla="*/ 877129 w 4525734"/>
                <a:gd name="connsiteY589" fmla="*/ 1385886 h 1727090"/>
                <a:gd name="connsiteX590" fmla="*/ 907763 w 4525734"/>
                <a:gd name="connsiteY590" fmla="*/ 1395341 h 1727090"/>
                <a:gd name="connsiteX591" fmla="*/ 930077 w 4525734"/>
                <a:gd name="connsiteY591" fmla="*/ 1414125 h 1727090"/>
                <a:gd name="connsiteX592" fmla="*/ 937136 w 4525734"/>
                <a:gd name="connsiteY592" fmla="*/ 1417655 h 1727090"/>
                <a:gd name="connsiteX593" fmla="*/ 952390 w 4525734"/>
                <a:gd name="connsiteY593" fmla="*/ 1417655 h 1727090"/>
                <a:gd name="connsiteX594" fmla="*/ 977099 w 4525734"/>
                <a:gd name="connsiteY594" fmla="*/ 1415259 h 1727090"/>
                <a:gd name="connsiteX595" fmla="*/ 1002942 w 4525734"/>
                <a:gd name="connsiteY595" fmla="*/ 1407065 h 1727090"/>
                <a:gd name="connsiteX596" fmla="*/ 1018196 w 4525734"/>
                <a:gd name="connsiteY596" fmla="*/ 1408200 h 1727090"/>
                <a:gd name="connsiteX597" fmla="*/ 1044039 w 4525734"/>
                <a:gd name="connsiteY597" fmla="*/ 1409334 h 1727090"/>
                <a:gd name="connsiteX598" fmla="*/ 1061688 w 4525734"/>
                <a:gd name="connsiteY598" fmla="*/ 1417529 h 1727090"/>
                <a:gd name="connsiteX599" fmla="*/ 1074673 w 4525734"/>
                <a:gd name="connsiteY599" fmla="*/ 1425723 h 1727090"/>
                <a:gd name="connsiteX600" fmla="*/ 1084128 w 4525734"/>
                <a:gd name="connsiteY600" fmla="*/ 1412738 h 1727090"/>
                <a:gd name="connsiteX601" fmla="*/ 1104172 w 4525734"/>
                <a:gd name="connsiteY601" fmla="*/ 1420932 h 1727090"/>
                <a:gd name="connsiteX602" fmla="*/ 1120687 w 4525734"/>
                <a:gd name="connsiteY602" fmla="*/ 1411477 h 1727090"/>
                <a:gd name="connsiteX603" fmla="*/ 1113627 w 4525734"/>
                <a:gd name="connsiteY603" fmla="*/ 1392694 h 1727090"/>
                <a:gd name="connsiteX604" fmla="*/ 1094843 w 4525734"/>
                <a:gd name="connsiteY604" fmla="*/ 1386769 h 1727090"/>
                <a:gd name="connsiteX605" fmla="*/ 1087784 w 4525734"/>
                <a:gd name="connsiteY605" fmla="*/ 1372649 h 1727090"/>
                <a:gd name="connsiteX606" fmla="*/ 1104298 w 4525734"/>
                <a:gd name="connsiteY606" fmla="*/ 1358530 h 1727090"/>
                <a:gd name="connsiteX607" fmla="*/ 1108963 w 4525734"/>
                <a:gd name="connsiteY607" fmla="*/ 1339747 h 1727090"/>
                <a:gd name="connsiteX608" fmla="*/ 1137201 w 4525734"/>
                <a:gd name="connsiteY608" fmla="*/ 1335082 h 1727090"/>
                <a:gd name="connsiteX609" fmla="*/ 1113627 w 4525734"/>
                <a:gd name="connsiteY609" fmla="*/ 1323358 h 1727090"/>
                <a:gd name="connsiteX610" fmla="*/ 1112492 w 4525734"/>
                <a:gd name="connsiteY610" fmla="*/ 1301045 h 1727090"/>
                <a:gd name="connsiteX611" fmla="*/ 1134932 w 4525734"/>
                <a:gd name="connsiteY611" fmla="*/ 1299910 h 1727090"/>
                <a:gd name="connsiteX612" fmla="*/ 1166701 w 4525734"/>
                <a:gd name="connsiteY612" fmla="*/ 1296380 h 1727090"/>
                <a:gd name="connsiteX613" fmla="*/ 1206663 w 4525734"/>
                <a:gd name="connsiteY613" fmla="*/ 1288186 h 1727090"/>
                <a:gd name="connsiteX614" fmla="*/ 1233767 w 4525734"/>
                <a:gd name="connsiteY614" fmla="*/ 1279992 h 1727090"/>
                <a:gd name="connsiteX615" fmla="*/ 1271461 w 4525734"/>
                <a:gd name="connsiteY615" fmla="*/ 1272932 h 1727090"/>
                <a:gd name="connsiteX616" fmla="*/ 1310288 w 4525734"/>
                <a:gd name="connsiteY616" fmla="*/ 1259947 h 1727090"/>
                <a:gd name="connsiteX617" fmla="*/ 1343192 w 4525734"/>
                <a:gd name="connsiteY617" fmla="*/ 1252257 h 1727090"/>
                <a:gd name="connsiteX618" fmla="*/ 1363740 w 4525734"/>
                <a:gd name="connsiteY618" fmla="*/ 1255157 h 1727090"/>
                <a:gd name="connsiteX619" fmla="*/ 1380759 w 4525734"/>
                <a:gd name="connsiteY619" fmla="*/ 1265746 h 1727090"/>
                <a:gd name="connsiteX620" fmla="*/ 1385424 w 4525734"/>
                <a:gd name="connsiteY620" fmla="*/ 1284530 h 1727090"/>
                <a:gd name="connsiteX621" fmla="*/ 1382524 w 4525734"/>
                <a:gd name="connsiteY621" fmla="*/ 1295750 h 1727090"/>
                <a:gd name="connsiteX622" fmla="*/ 1406602 w 4525734"/>
                <a:gd name="connsiteY622" fmla="*/ 1291590 h 1727090"/>
                <a:gd name="connsiteX623" fmla="*/ 1416562 w 4525734"/>
                <a:gd name="connsiteY623" fmla="*/ 1298019 h 1727090"/>
                <a:gd name="connsiteX624" fmla="*/ 1424251 w 4525734"/>
                <a:gd name="connsiteY624" fmla="*/ 1299784 h 1727090"/>
                <a:gd name="connsiteX625" fmla="*/ 1436606 w 4525734"/>
                <a:gd name="connsiteY625" fmla="*/ 1301549 h 1727090"/>
                <a:gd name="connsiteX626" fmla="*/ 1450725 w 4525734"/>
                <a:gd name="connsiteY626" fmla="*/ 1303314 h 1727090"/>
                <a:gd name="connsiteX627" fmla="*/ 1441270 w 4525734"/>
                <a:gd name="connsiteY627" fmla="*/ 1320332 h 1727090"/>
                <a:gd name="connsiteX628" fmla="*/ 1461315 w 4525734"/>
                <a:gd name="connsiteY628" fmla="*/ 1315668 h 1727090"/>
                <a:gd name="connsiteX629" fmla="*/ 1490184 w 4525734"/>
                <a:gd name="connsiteY629" fmla="*/ 1303944 h 1727090"/>
                <a:gd name="connsiteX630" fmla="*/ 1514262 w 4525734"/>
                <a:gd name="connsiteY630" fmla="*/ 1290455 h 1727090"/>
                <a:gd name="connsiteX631" fmla="*/ 1531911 w 4525734"/>
                <a:gd name="connsiteY631" fmla="*/ 1292220 h 1727090"/>
                <a:gd name="connsiteX632" fmla="*/ 1539601 w 4525734"/>
                <a:gd name="connsiteY632" fmla="*/ 1312264 h 1727090"/>
                <a:gd name="connsiteX633" fmla="*/ 1588388 w 4525734"/>
                <a:gd name="connsiteY633" fmla="*/ 1369876 h 1727090"/>
                <a:gd name="connsiteX634" fmla="*/ 1615996 w 4525734"/>
                <a:gd name="connsiteY634" fmla="*/ 1417529 h 1727090"/>
                <a:gd name="connsiteX635" fmla="*/ 1631250 w 4525734"/>
                <a:gd name="connsiteY635" fmla="*/ 1400510 h 1727090"/>
                <a:gd name="connsiteX636" fmla="*/ 1651799 w 4525734"/>
                <a:gd name="connsiteY636" fmla="*/ 1415259 h 1727090"/>
                <a:gd name="connsiteX637" fmla="*/ 1677642 w 4525734"/>
                <a:gd name="connsiteY637" fmla="*/ 1419420 h 1727090"/>
                <a:gd name="connsiteX638" fmla="*/ 1704116 w 4525734"/>
                <a:gd name="connsiteY638" fmla="*/ 1411730 h 1727090"/>
                <a:gd name="connsiteX639" fmla="*/ 1721135 w 4525734"/>
                <a:gd name="connsiteY639" fmla="*/ 1425849 h 1727090"/>
                <a:gd name="connsiteX640" fmla="*/ 1737649 w 4525734"/>
                <a:gd name="connsiteY640" fmla="*/ 1439464 h 1727090"/>
                <a:gd name="connsiteX641" fmla="*/ 1743322 w 4525734"/>
                <a:gd name="connsiteY641" fmla="*/ 1449423 h 1727090"/>
                <a:gd name="connsiteX642" fmla="*/ 1756685 w 4525734"/>
                <a:gd name="connsiteY642" fmla="*/ 1460391 h 1727090"/>
                <a:gd name="connsiteX643" fmla="*/ 1777864 w 4525734"/>
                <a:gd name="connsiteY643" fmla="*/ 1456483 h 1727090"/>
                <a:gd name="connsiteX644" fmla="*/ 1787319 w 4525734"/>
                <a:gd name="connsiteY644" fmla="*/ 1457239 h 1727090"/>
                <a:gd name="connsiteX645" fmla="*/ 1799925 w 4525734"/>
                <a:gd name="connsiteY645" fmla="*/ 1471358 h 1727090"/>
                <a:gd name="connsiteX646" fmla="*/ 1814801 w 4525734"/>
                <a:gd name="connsiteY646" fmla="*/ 1471358 h 1727090"/>
                <a:gd name="connsiteX647" fmla="*/ 1832828 w 4525734"/>
                <a:gd name="connsiteY647" fmla="*/ 1464299 h 1727090"/>
                <a:gd name="connsiteX648" fmla="*/ 1857159 w 4525734"/>
                <a:gd name="connsiteY648" fmla="*/ 1453331 h 1727090"/>
                <a:gd name="connsiteX649" fmla="*/ 1877581 w 4525734"/>
                <a:gd name="connsiteY649" fmla="*/ 1441607 h 1727090"/>
                <a:gd name="connsiteX650" fmla="*/ 1894852 w 4525734"/>
                <a:gd name="connsiteY650" fmla="*/ 1429883 h 1727090"/>
                <a:gd name="connsiteX651" fmla="*/ 1912879 w 4525734"/>
                <a:gd name="connsiteY651" fmla="*/ 1422067 h 1727090"/>
                <a:gd name="connsiteX652" fmla="*/ 1931664 w 4525734"/>
                <a:gd name="connsiteY652" fmla="*/ 1418915 h 1727090"/>
                <a:gd name="connsiteX653" fmla="*/ 1968474 w 4525734"/>
                <a:gd name="connsiteY653" fmla="*/ 1425219 h 1727090"/>
                <a:gd name="connsiteX654" fmla="*/ 1977047 w 4525734"/>
                <a:gd name="connsiteY654" fmla="*/ 1440094 h 1727090"/>
                <a:gd name="connsiteX655" fmla="*/ 1998982 w 4525734"/>
                <a:gd name="connsiteY655" fmla="*/ 1448793 h 1727090"/>
                <a:gd name="connsiteX656" fmla="*/ 2020161 w 4525734"/>
                <a:gd name="connsiteY656" fmla="*/ 1447154 h 1727090"/>
                <a:gd name="connsiteX657" fmla="*/ 2038944 w 4525734"/>
                <a:gd name="connsiteY657" fmla="*/ 1452701 h 1727090"/>
                <a:gd name="connsiteX658" fmla="*/ 2060880 w 4525734"/>
                <a:gd name="connsiteY658" fmla="*/ 1441733 h 1727090"/>
                <a:gd name="connsiteX659" fmla="*/ 2061637 w 4525734"/>
                <a:gd name="connsiteY659" fmla="*/ 1425975 h 1727090"/>
                <a:gd name="connsiteX660" fmla="*/ 2052182 w 4525734"/>
                <a:gd name="connsiteY660" fmla="*/ 1404040 h 1727090"/>
                <a:gd name="connsiteX661" fmla="*/ 2063149 w 4525734"/>
                <a:gd name="connsiteY661" fmla="*/ 1390677 h 1727090"/>
                <a:gd name="connsiteX662" fmla="*/ 2077268 w 4525734"/>
                <a:gd name="connsiteY662" fmla="*/ 1381222 h 1727090"/>
                <a:gd name="connsiteX663" fmla="*/ 2086723 w 4525734"/>
                <a:gd name="connsiteY663" fmla="*/ 1372649 h 1727090"/>
                <a:gd name="connsiteX664" fmla="*/ 2106263 w 4525734"/>
                <a:gd name="connsiteY664" fmla="*/ 1380465 h 1727090"/>
                <a:gd name="connsiteX665" fmla="*/ 2122778 w 4525734"/>
                <a:gd name="connsiteY665" fmla="*/ 1384373 h 1727090"/>
                <a:gd name="connsiteX666" fmla="*/ 2142444 w 4525734"/>
                <a:gd name="connsiteY666" fmla="*/ 1392190 h 1727090"/>
                <a:gd name="connsiteX667" fmla="*/ 2168287 w 4525734"/>
                <a:gd name="connsiteY667" fmla="*/ 1400006 h 1727090"/>
                <a:gd name="connsiteX668" fmla="*/ 2171439 w 4525734"/>
                <a:gd name="connsiteY668" fmla="*/ 1422823 h 1727090"/>
                <a:gd name="connsiteX669" fmla="*/ 2187953 w 4525734"/>
                <a:gd name="connsiteY669" fmla="*/ 1435430 h 1727090"/>
                <a:gd name="connsiteX670" fmla="*/ 2211527 w 4525734"/>
                <a:gd name="connsiteY670" fmla="*/ 1442489 h 1727090"/>
                <a:gd name="connsiteX671" fmla="*/ 2230312 w 4525734"/>
                <a:gd name="connsiteY671" fmla="*/ 1433035 h 1727090"/>
                <a:gd name="connsiteX672" fmla="*/ 2254642 w 4525734"/>
                <a:gd name="connsiteY672" fmla="*/ 1429883 h 1727090"/>
                <a:gd name="connsiteX673" fmla="*/ 2278973 w 4525734"/>
                <a:gd name="connsiteY673" fmla="*/ 1435430 h 1727090"/>
                <a:gd name="connsiteX674" fmla="*/ 2299395 w 4525734"/>
                <a:gd name="connsiteY674" fmla="*/ 1440977 h 1727090"/>
                <a:gd name="connsiteX675" fmla="*/ 2321330 w 4525734"/>
                <a:gd name="connsiteY675" fmla="*/ 1451188 h 1727090"/>
                <a:gd name="connsiteX676" fmla="*/ 2335450 w 4525734"/>
                <a:gd name="connsiteY676" fmla="*/ 1466064 h 1727090"/>
                <a:gd name="connsiteX677" fmla="*/ 2369235 w 4525734"/>
                <a:gd name="connsiteY677" fmla="*/ 1472367 h 1727090"/>
                <a:gd name="connsiteX678" fmla="*/ 2404533 w 4525734"/>
                <a:gd name="connsiteY678" fmla="*/ 1472367 h 1727090"/>
                <a:gd name="connsiteX679" fmla="*/ 2439075 w 4525734"/>
                <a:gd name="connsiteY679" fmla="*/ 1463668 h 1727090"/>
                <a:gd name="connsiteX680" fmla="*/ 2460254 w 4525734"/>
                <a:gd name="connsiteY680" fmla="*/ 1455852 h 1727090"/>
                <a:gd name="connsiteX681" fmla="*/ 2481433 w 4525734"/>
                <a:gd name="connsiteY681" fmla="*/ 1441733 h 1727090"/>
                <a:gd name="connsiteX682" fmla="*/ 2514336 w 4525734"/>
                <a:gd name="connsiteY682" fmla="*/ 1443372 h 1727090"/>
                <a:gd name="connsiteX683" fmla="*/ 2537027 w 4525734"/>
                <a:gd name="connsiteY683" fmla="*/ 1448036 h 1727090"/>
                <a:gd name="connsiteX684" fmla="*/ 2562114 w 4525734"/>
                <a:gd name="connsiteY684" fmla="*/ 1454340 h 1727090"/>
                <a:gd name="connsiteX685" fmla="*/ 2587958 w 4525734"/>
                <a:gd name="connsiteY685" fmla="*/ 1461399 h 1727090"/>
                <a:gd name="connsiteX686" fmla="*/ 2613045 w 4525734"/>
                <a:gd name="connsiteY686" fmla="*/ 1448036 h 1727090"/>
                <a:gd name="connsiteX687" fmla="*/ 2624769 w 4525734"/>
                <a:gd name="connsiteY687" fmla="*/ 1436312 h 1727090"/>
                <a:gd name="connsiteX688" fmla="*/ 2637375 w 4525734"/>
                <a:gd name="connsiteY688" fmla="*/ 1408830 h 1727090"/>
                <a:gd name="connsiteX689" fmla="*/ 2653890 w 4525734"/>
                <a:gd name="connsiteY689" fmla="*/ 1383743 h 1727090"/>
                <a:gd name="connsiteX690" fmla="*/ 2665614 w 4525734"/>
                <a:gd name="connsiteY690" fmla="*/ 1370380 h 1727090"/>
                <a:gd name="connsiteX691" fmla="*/ 2657798 w 4525734"/>
                <a:gd name="connsiteY691" fmla="*/ 1351597 h 1727090"/>
                <a:gd name="connsiteX692" fmla="*/ 2655403 w 4525734"/>
                <a:gd name="connsiteY692" fmla="*/ 1337477 h 1727090"/>
                <a:gd name="connsiteX693" fmla="*/ 2689188 w 4525734"/>
                <a:gd name="connsiteY693" fmla="*/ 1326510 h 1727090"/>
                <a:gd name="connsiteX694" fmla="*/ 2728394 w 4525734"/>
                <a:gd name="connsiteY694" fmla="*/ 1323358 h 1727090"/>
                <a:gd name="connsiteX695" fmla="*/ 2758146 w 4525734"/>
                <a:gd name="connsiteY695" fmla="*/ 1328022 h 1727090"/>
                <a:gd name="connsiteX696" fmla="*/ 2790292 w 4525734"/>
                <a:gd name="connsiteY696" fmla="*/ 1337477 h 1727090"/>
                <a:gd name="connsiteX697" fmla="*/ 2807563 w 4525734"/>
                <a:gd name="connsiteY697" fmla="*/ 1357143 h 1727090"/>
                <a:gd name="connsiteX698" fmla="*/ 2820170 w 4525734"/>
                <a:gd name="connsiteY698" fmla="*/ 1381474 h 1727090"/>
                <a:gd name="connsiteX699" fmla="*/ 2835802 w 4525734"/>
                <a:gd name="connsiteY699" fmla="*/ 1412864 h 1727090"/>
                <a:gd name="connsiteX700" fmla="*/ 2849165 w 4525734"/>
                <a:gd name="connsiteY700" fmla="*/ 1445011 h 1727090"/>
                <a:gd name="connsiteX701" fmla="*/ 2859376 w 4525734"/>
                <a:gd name="connsiteY701" fmla="*/ 1459886 h 1727090"/>
                <a:gd name="connsiteX702" fmla="*/ 2885345 w 4525734"/>
                <a:gd name="connsiteY702" fmla="*/ 1469341 h 1727090"/>
                <a:gd name="connsiteX703" fmla="*/ 2912071 w 4525734"/>
                <a:gd name="connsiteY703" fmla="*/ 1481065 h 1727090"/>
                <a:gd name="connsiteX704" fmla="*/ 2930854 w 4525734"/>
                <a:gd name="connsiteY704" fmla="*/ 1493672 h 1727090"/>
                <a:gd name="connsiteX705" fmla="*/ 2936401 w 4525734"/>
                <a:gd name="connsiteY705" fmla="*/ 1516364 h 1727090"/>
                <a:gd name="connsiteX706" fmla="*/ 2962245 w 4525734"/>
                <a:gd name="connsiteY706" fmla="*/ 1526575 h 1727090"/>
                <a:gd name="connsiteX707" fmla="*/ 2985819 w 4525734"/>
                <a:gd name="connsiteY707" fmla="*/ 1521028 h 1727090"/>
                <a:gd name="connsiteX708" fmla="*/ 3011663 w 4525734"/>
                <a:gd name="connsiteY708" fmla="*/ 1511573 h 1727090"/>
                <a:gd name="connsiteX709" fmla="*/ 3032841 w 4525734"/>
                <a:gd name="connsiteY709" fmla="*/ 1517120 h 1727090"/>
                <a:gd name="connsiteX710" fmla="*/ 3033598 w 4525734"/>
                <a:gd name="connsiteY710" fmla="*/ 1539055 h 1727090"/>
                <a:gd name="connsiteX711" fmla="*/ 3019478 w 4525734"/>
                <a:gd name="connsiteY711" fmla="*/ 1572841 h 1727090"/>
                <a:gd name="connsiteX712" fmla="*/ 3003720 w 4525734"/>
                <a:gd name="connsiteY712" fmla="*/ 1593263 h 1727090"/>
                <a:gd name="connsiteX713" fmla="*/ 2991114 w 4525734"/>
                <a:gd name="connsiteY713" fmla="*/ 1610534 h 1727090"/>
                <a:gd name="connsiteX714" fmla="*/ 2967540 w 4525734"/>
                <a:gd name="connsiteY714" fmla="*/ 1610534 h 1727090"/>
                <a:gd name="connsiteX715" fmla="*/ 2945605 w 4525734"/>
                <a:gd name="connsiteY715" fmla="*/ 1620745 h 1727090"/>
                <a:gd name="connsiteX716" fmla="*/ 2941697 w 4525734"/>
                <a:gd name="connsiteY716" fmla="*/ 1639529 h 1727090"/>
                <a:gd name="connsiteX717" fmla="*/ 2943335 w 4525734"/>
                <a:gd name="connsiteY717" fmla="*/ 1661464 h 1727090"/>
                <a:gd name="connsiteX718" fmla="*/ 2945226 w 4525734"/>
                <a:gd name="connsiteY718" fmla="*/ 1686803 h 1727090"/>
                <a:gd name="connsiteX719" fmla="*/ 2967287 w 4525734"/>
                <a:gd name="connsiteY719" fmla="*/ 1674701 h 1727090"/>
                <a:gd name="connsiteX720" fmla="*/ 2997921 w 4525734"/>
                <a:gd name="connsiteY720" fmla="*/ 1691972 h 1727090"/>
                <a:gd name="connsiteX721" fmla="*/ 3059063 w 4525734"/>
                <a:gd name="connsiteY721" fmla="*/ 1653522 h 1727090"/>
                <a:gd name="connsiteX722" fmla="*/ 3102177 w 4525734"/>
                <a:gd name="connsiteY722" fmla="*/ 1605618 h 1727090"/>
                <a:gd name="connsiteX723" fmla="*/ 3141005 w 4525734"/>
                <a:gd name="connsiteY723" fmla="*/ 1553427 h 1727090"/>
                <a:gd name="connsiteX724" fmla="*/ 3169244 w 4525734"/>
                <a:gd name="connsiteY724" fmla="*/ 1515733 h 1727090"/>
                <a:gd name="connsiteX725" fmla="*/ 3185758 w 4525734"/>
                <a:gd name="connsiteY725" fmla="*/ 1488629 h 1727090"/>
                <a:gd name="connsiteX726" fmla="*/ 3197104 w 4525734"/>
                <a:gd name="connsiteY726" fmla="*/ 1418789 h 1727090"/>
                <a:gd name="connsiteX727" fmla="*/ 3202147 w 4525734"/>
                <a:gd name="connsiteY727" fmla="*/ 1402275 h 1727090"/>
                <a:gd name="connsiteX728" fmla="*/ 3211980 w 4525734"/>
                <a:gd name="connsiteY728" fmla="*/ 1383491 h 1727090"/>
                <a:gd name="connsiteX729" fmla="*/ 3216266 w 4525734"/>
                <a:gd name="connsiteY729" fmla="*/ 1365842 h 1727090"/>
                <a:gd name="connsiteX730" fmla="*/ 3214627 w 4525734"/>
                <a:gd name="connsiteY730" fmla="*/ 1345798 h 1727090"/>
                <a:gd name="connsiteX731" fmla="*/ 3217779 w 4525734"/>
                <a:gd name="connsiteY731" fmla="*/ 1337982 h 1727090"/>
                <a:gd name="connsiteX732" fmla="*/ 3207946 w 4525734"/>
                <a:gd name="connsiteY732" fmla="*/ 1324997 h 1727090"/>
                <a:gd name="connsiteX733" fmla="*/ 3191809 w 4525734"/>
                <a:gd name="connsiteY733" fmla="*/ 1311634 h 1727090"/>
                <a:gd name="connsiteX734" fmla="*/ 3171009 w 4525734"/>
                <a:gd name="connsiteY734" fmla="*/ 1295876 h 1727090"/>
                <a:gd name="connsiteX735" fmla="*/ 3148317 w 4525734"/>
                <a:gd name="connsiteY735" fmla="*/ 1296632 h 1727090"/>
                <a:gd name="connsiteX736" fmla="*/ 3143274 w 4525734"/>
                <a:gd name="connsiteY736" fmla="*/ 1305583 h 1727090"/>
                <a:gd name="connsiteX737" fmla="*/ 3131928 w 4525734"/>
                <a:gd name="connsiteY737" fmla="*/ 1315794 h 1727090"/>
                <a:gd name="connsiteX738" fmla="*/ 3117053 w 4525734"/>
                <a:gd name="connsiteY738" fmla="*/ 1316929 h 1727090"/>
                <a:gd name="connsiteX739" fmla="*/ 3115919 w 4525734"/>
                <a:gd name="connsiteY739" fmla="*/ 1301297 h 1727090"/>
                <a:gd name="connsiteX740" fmla="*/ 3115161 w 4525734"/>
                <a:gd name="connsiteY740" fmla="*/ 1290707 h 1727090"/>
                <a:gd name="connsiteX741" fmla="*/ 3098647 w 4525734"/>
                <a:gd name="connsiteY741" fmla="*/ 1309617 h 1727090"/>
                <a:gd name="connsiteX742" fmla="*/ 3095495 w 4525734"/>
                <a:gd name="connsiteY742" fmla="*/ 1282513 h 1727090"/>
                <a:gd name="connsiteX743" fmla="*/ 3065240 w 4525734"/>
                <a:gd name="connsiteY743" fmla="*/ 1281757 h 1727090"/>
                <a:gd name="connsiteX744" fmla="*/ 3066374 w 4525734"/>
                <a:gd name="connsiteY744" fmla="*/ 1262090 h 1727090"/>
                <a:gd name="connsiteX745" fmla="*/ 3084024 w 4525734"/>
                <a:gd name="connsiteY745" fmla="*/ 1245576 h 1727090"/>
                <a:gd name="connsiteX746" fmla="*/ 3118188 w 4525734"/>
                <a:gd name="connsiteY746" fmla="*/ 1225532 h 1727090"/>
                <a:gd name="connsiteX747" fmla="*/ 3132685 w 4525734"/>
                <a:gd name="connsiteY747" fmla="*/ 1206370 h 1727090"/>
                <a:gd name="connsiteX748" fmla="*/ 3170757 w 4525734"/>
                <a:gd name="connsiteY748" fmla="*/ 1177753 h 1727090"/>
                <a:gd name="connsiteX749" fmla="*/ 3199751 w 4525734"/>
                <a:gd name="connsiteY749" fmla="*/ 1147876 h 1727090"/>
                <a:gd name="connsiteX750" fmla="*/ 3229125 w 4525734"/>
                <a:gd name="connsiteY750" fmla="*/ 1123167 h 1727090"/>
                <a:gd name="connsiteX751" fmla="*/ 3278921 w 4525734"/>
                <a:gd name="connsiteY751" fmla="*/ 1097323 h 1727090"/>
                <a:gd name="connsiteX752" fmla="*/ 3336658 w 4525734"/>
                <a:gd name="connsiteY752" fmla="*/ 1104383 h 1727090"/>
                <a:gd name="connsiteX753" fmla="*/ 3350399 w 4525734"/>
                <a:gd name="connsiteY753" fmla="*/ 1104005 h 1727090"/>
                <a:gd name="connsiteX754" fmla="*/ 3375108 w 4525734"/>
                <a:gd name="connsiteY754" fmla="*/ 1103627 h 1727090"/>
                <a:gd name="connsiteX755" fmla="*/ 3400573 w 4525734"/>
                <a:gd name="connsiteY755" fmla="*/ 1100097 h 1727090"/>
                <a:gd name="connsiteX756" fmla="*/ 3422508 w 4525734"/>
                <a:gd name="connsiteY756" fmla="*/ 1093794 h 1727090"/>
                <a:gd name="connsiteX757" fmla="*/ 3459824 w 4525734"/>
                <a:gd name="connsiteY757" fmla="*/ 1089507 h 1727090"/>
                <a:gd name="connsiteX758" fmla="*/ 3479868 w 4525734"/>
                <a:gd name="connsiteY758" fmla="*/ 1093415 h 1727090"/>
                <a:gd name="connsiteX759" fmla="*/ 3498273 w 4525734"/>
                <a:gd name="connsiteY759" fmla="*/ 1102870 h 1727090"/>
                <a:gd name="connsiteX760" fmla="*/ 3493609 w 4525734"/>
                <a:gd name="connsiteY760" fmla="*/ 1111064 h 1727090"/>
                <a:gd name="connsiteX761" fmla="*/ 3485037 w 4525734"/>
                <a:gd name="connsiteY761" fmla="*/ 1120141 h 1727090"/>
                <a:gd name="connsiteX762" fmla="*/ 3511762 w 4525734"/>
                <a:gd name="connsiteY762" fmla="*/ 1116233 h 1727090"/>
                <a:gd name="connsiteX763" fmla="*/ 3539623 w 4525734"/>
                <a:gd name="connsiteY763" fmla="*/ 1111569 h 1727090"/>
                <a:gd name="connsiteX764" fmla="*/ 3558407 w 4525734"/>
                <a:gd name="connsiteY764" fmla="*/ 1111191 h 1727090"/>
                <a:gd name="connsiteX765" fmla="*/ 3585889 w 4525734"/>
                <a:gd name="connsiteY765" fmla="*/ 1104509 h 1727090"/>
                <a:gd name="connsiteX766" fmla="*/ 3575299 w 4525734"/>
                <a:gd name="connsiteY766" fmla="*/ 1096315 h 1727090"/>
                <a:gd name="connsiteX767" fmla="*/ 3573282 w 4525734"/>
                <a:gd name="connsiteY767" fmla="*/ 1074001 h 1727090"/>
                <a:gd name="connsiteX768" fmla="*/ 3612110 w 4525734"/>
                <a:gd name="connsiteY768" fmla="*/ 1039460 h 1727090"/>
                <a:gd name="connsiteX769" fmla="*/ 3631776 w 4525734"/>
                <a:gd name="connsiteY769" fmla="*/ 1028114 h 1727090"/>
                <a:gd name="connsiteX770" fmla="*/ 3645896 w 4525734"/>
                <a:gd name="connsiteY770" fmla="*/ 1003783 h 1727090"/>
                <a:gd name="connsiteX771" fmla="*/ 3689388 w 4525734"/>
                <a:gd name="connsiteY771" fmla="*/ 999875 h 1727090"/>
                <a:gd name="connsiteX772" fmla="*/ 3707037 w 4525734"/>
                <a:gd name="connsiteY772" fmla="*/ 1007313 h 1727090"/>
                <a:gd name="connsiteX773" fmla="*/ 3726199 w 4525734"/>
                <a:gd name="connsiteY773" fmla="*/ 999875 h 1727090"/>
                <a:gd name="connsiteX774" fmla="*/ 3713214 w 4525734"/>
                <a:gd name="connsiteY774" fmla="*/ 1024584 h 1727090"/>
                <a:gd name="connsiteX775" fmla="*/ 3728090 w 4525734"/>
                <a:gd name="connsiteY775" fmla="*/ 1034795 h 1727090"/>
                <a:gd name="connsiteX776" fmla="*/ 3721031 w 4525734"/>
                <a:gd name="connsiteY776" fmla="*/ 1045763 h 1727090"/>
                <a:gd name="connsiteX777" fmla="*/ 3753177 w 4525734"/>
                <a:gd name="connsiteY777" fmla="*/ 1031644 h 1727090"/>
                <a:gd name="connsiteX778" fmla="*/ 3797174 w 4525734"/>
                <a:gd name="connsiteY778" fmla="*/ 1010843 h 1727090"/>
                <a:gd name="connsiteX779" fmla="*/ 3802721 w 4525734"/>
                <a:gd name="connsiteY779" fmla="*/ 984999 h 1727090"/>
                <a:gd name="connsiteX780" fmla="*/ 3848230 w 4525734"/>
                <a:gd name="connsiteY780" fmla="*/ 968863 h 1727090"/>
                <a:gd name="connsiteX781" fmla="*/ 3847852 w 4525734"/>
                <a:gd name="connsiteY781" fmla="*/ 975166 h 1727090"/>
                <a:gd name="connsiteX782" fmla="*/ 3827807 w 4525734"/>
                <a:gd name="connsiteY782" fmla="*/ 995211 h 1727090"/>
                <a:gd name="connsiteX783" fmla="*/ 3823521 w 4525734"/>
                <a:gd name="connsiteY783" fmla="*/ 1018028 h 1727090"/>
                <a:gd name="connsiteX784" fmla="*/ 3815705 w 4525734"/>
                <a:gd name="connsiteY784" fmla="*/ 1029753 h 1727090"/>
                <a:gd name="connsiteX785" fmla="*/ 3807889 w 4525734"/>
                <a:gd name="connsiteY785" fmla="*/ 1041855 h 1727090"/>
                <a:gd name="connsiteX786" fmla="*/ 3772969 w 4525734"/>
                <a:gd name="connsiteY786" fmla="*/ 1057109 h 1727090"/>
                <a:gd name="connsiteX787" fmla="*/ 3751412 w 4525734"/>
                <a:gd name="connsiteY787" fmla="*/ 1081061 h 1727090"/>
                <a:gd name="connsiteX788" fmla="*/ 3702373 w 4525734"/>
                <a:gd name="connsiteY788" fmla="*/ 1126192 h 1727090"/>
                <a:gd name="connsiteX789" fmla="*/ 3658880 w 4525734"/>
                <a:gd name="connsiteY789" fmla="*/ 1155944 h 1727090"/>
                <a:gd name="connsiteX790" fmla="*/ 3634172 w 4525734"/>
                <a:gd name="connsiteY790" fmla="*/ 1161112 h 1727090"/>
                <a:gd name="connsiteX791" fmla="*/ 3625095 w 4525734"/>
                <a:gd name="connsiteY791" fmla="*/ 1193259 h 1727090"/>
                <a:gd name="connsiteX792" fmla="*/ 3600764 w 4525734"/>
                <a:gd name="connsiteY792" fmla="*/ 1254022 h 1727090"/>
                <a:gd name="connsiteX793" fmla="*/ 3615262 w 4525734"/>
                <a:gd name="connsiteY793" fmla="*/ 1352101 h 1727090"/>
                <a:gd name="connsiteX794" fmla="*/ 3623456 w 4525734"/>
                <a:gd name="connsiteY794" fmla="*/ 1397232 h 1727090"/>
                <a:gd name="connsiteX795" fmla="*/ 3630515 w 4525734"/>
                <a:gd name="connsiteY795" fmla="*/ 1416394 h 1727090"/>
                <a:gd name="connsiteX796" fmla="*/ 3658376 w 4525734"/>
                <a:gd name="connsiteY796" fmla="*/ 1392442 h 1727090"/>
                <a:gd name="connsiteX797" fmla="*/ 3671739 w 4525734"/>
                <a:gd name="connsiteY797" fmla="*/ 1377188 h 1727090"/>
                <a:gd name="connsiteX798" fmla="*/ 3677664 w 4525734"/>
                <a:gd name="connsiteY798" fmla="*/ 1350084 h 1727090"/>
                <a:gd name="connsiteX799" fmla="*/ 3695692 w 4525734"/>
                <a:gd name="connsiteY799" fmla="*/ 1337982 h 1727090"/>
                <a:gd name="connsiteX800" fmla="*/ 3715358 w 4525734"/>
                <a:gd name="connsiteY800" fmla="*/ 1334074 h 1727090"/>
                <a:gd name="connsiteX801" fmla="*/ 3712962 w 4525734"/>
                <a:gd name="connsiteY801" fmla="*/ 1311760 h 1727090"/>
                <a:gd name="connsiteX802" fmla="*/ 3738427 w 4525734"/>
                <a:gd name="connsiteY802" fmla="*/ 1287429 h 1727090"/>
                <a:gd name="connsiteX803" fmla="*/ 3770196 w 4525734"/>
                <a:gd name="connsiteY803" fmla="*/ 1281883 h 1727090"/>
                <a:gd name="connsiteX804" fmla="*/ 3765531 w 4525734"/>
                <a:gd name="connsiteY804" fmla="*/ 1255661 h 1727090"/>
                <a:gd name="connsiteX805" fmla="*/ 3784315 w 4525734"/>
                <a:gd name="connsiteY805" fmla="*/ 1223515 h 1727090"/>
                <a:gd name="connsiteX806" fmla="*/ 3804737 w 4525734"/>
                <a:gd name="connsiteY806" fmla="*/ 1222380 h 1727090"/>
                <a:gd name="connsiteX807" fmla="*/ 3792131 w 4525734"/>
                <a:gd name="connsiteY807" fmla="*/ 1204731 h 1727090"/>
                <a:gd name="connsiteX808" fmla="*/ 3797678 w 4525734"/>
                <a:gd name="connsiteY808" fmla="*/ 1174980 h 1727090"/>
                <a:gd name="connsiteX809" fmla="*/ 3796921 w 4525734"/>
                <a:gd name="connsiteY809" fmla="*/ 1160860 h 1727090"/>
                <a:gd name="connsiteX810" fmla="*/ 3780029 w 4525734"/>
                <a:gd name="connsiteY810" fmla="*/ 1161995 h 1727090"/>
                <a:gd name="connsiteX811" fmla="*/ 3776877 w 4525734"/>
                <a:gd name="connsiteY811" fmla="*/ 1134513 h 1727090"/>
                <a:gd name="connsiteX812" fmla="*/ 3799190 w 4525734"/>
                <a:gd name="connsiteY812" fmla="*/ 1110938 h 1727090"/>
                <a:gd name="connsiteX813" fmla="*/ 3819235 w 4525734"/>
                <a:gd name="connsiteY813" fmla="*/ 1077531 h 1727090"/>
                <a:gd name="connsiteX814" fmla="*/ 3842431 w 4525734"/>
                <a:gd name="connsiteY814" fmla="*/ 1076397 h 1727090"/>
                <a:gd name="connsiteX815" fmla="*/ 3852642 w 4525734"/>
                <a:gd name="connsiteY815" fmla="*/ 1081061 h 1727090"/>
                <a:gd name="connsiteX816" fmla="*/ 3879368 w 4525734"/>
                <a:gd name="connsiteY816" fmla="*/ 1055596 h 1727090"/>
                <a:gd name="connsiteX817" fmla="*/ 3884915 w 4525734"/>
                <a:gd name="connsiteY817" fmla="*/ 1078792 h 1727090"/>
                <a:gd name="connsiteX818" fmla="*/ 3909624 w 4525734"/>
                <a:gd name="connsiteY818" fmla="*/ 1064673 h 1727090"/>
                <a:gd name="connsiteX819" fmla="*/ 3975934 w 4525734"/>
                <a:gd name="connsiteY819" fmla="*/ 1059630 h 1727090"/>
                <a:gd name="connsiteX820" fmla="*/ 3995600 w 4525734"/>
                <a:gd name="connsiteY820" fmla="*/ 1076523 h 1727090"/>
                <a:gd name="connsiteX821" fmla="*/ 4006568 w 4525734"/>
                <a:gd name="connsiteY821" fmla="*/ 1060765 h 1727090"/>
                <a:gd name="connsiteX822" fmla="*/ 4045017 w 4525734"/>
                <a:gd name="connsiteY822" fmla="*/ 1039207 h 1727090"/>
                <a:gd name="connsiteX823" fmla="*/ 4060649 w 4525734"/>
                <a:gd name="connsiteY823" fmla="*/ 1028618 h 1727090"/>
                <a:gd name="connsiteX824" fmla="*/ 4075903 w 4525734"/>
                <a:gd name="connsiteY824" fmla="*/ 1018407 h 1727090"/>
                <a:gd name="connsiteX825" fmla="*/ 4120656 w 4525734"/>
                <a:gd name="connsiteY825" fmla="*/ 998362 h 1727090"/>
                <a:gd name="connsiteX826" fmla="*/ 4175999 w 4525734"/>
                <a:gd name="connsiteY826" fmla="*/ 971258 h 1727090"/>
                <a:gd name="connsiteX827" fmla="*/ 4186589 w 4525734"/>
                <a:gd name="connsiteY827" fmla="*/ 968863 h 1727090"/>
                <a:gd name="connsiteX828" fmla="*/ 4210163 w 4525734"/>
                <a:gd name="connsiteY828" fmla="*/ 974788 h 1727090"/>
                <a:gd name="connsiteX829" fmla="*/ 4239158 w 4525734"/>
                <a:gd name="connsiteY829" fmla="*/ 972393 h 1727090"/>
                <a:gd name="connsiteX830" fmla="*/ 4238401 w 4525734"/>
                <a:gd name="connsiteY830" fmla="*/ 950836 h 1727090"/>
                <a:gd name="connsiteX831" fmla="*/ 4223147 w 4525734"/>
                <a:gd name="connsiteY831" fmla="*/ 926505 h 1727090"/>
                <a:gd name="connsiteX832" fmla="*/ 4205120 w 4525734"/>
                <a:gd name="connsiteY832" fmla="*/ 900662 h 1727090"/>
                <a:gd name="connsiteX833" fmla="*/ 4189362 w 4525734"/>
                <a:gd name="connsiteY833" fmla="*/ 890829 h 1727090"/>
                <a:gd name="connsiteX834" fmla="*/ 4181168 w 4525734"/>
                <a:gd name="connsiteY834" fmla="*/ 881752 h 1727090"/>
                <a:gd name="connsiteX835" fmla="*/ 4158854 w 4525734"/>
                <a:gd name="connsiteY835" fmla="*/ 877088 h 1727090"/>
                <a:gd name="connsiteX836" fmla="*/ 4185076 w 4525734"/>
                <a:gd name="connsiteY836" fmla="*/ 869650 h 1727090"/>
                <a:gd name="connsiteX837" fmla="*/ 4199195 w 4525734"/>
                <a:gd name="connsiteY837" fmla="*/ 882635 h 1727090"/>
                <a:gd name="connsiteX838" fmla="*/ 4229451 w 4525734"/>
                <a:gd name="connsiteY838" fmla="*/ 880744 h 1727090"/>
                <a:gd name="connsiteX839" fmla="*/ 4264749 w 4525734"/>
                <a:gd name="connsiteY839" fmla="*/ 862716 h 1727090"/>
                <a:gd name="connsiteX840" fmla="*/ 4272187 w 4525734"/>
                <a:gd name="connsiteY840" fmla="*/ 848975 h 1727090"/>
                <a:gd name="connsiteX841" fmla="*/ 4267522 w 4525734"/>
                <a:gd name="connsiteY841" fmla="*/ 833343 h 1727090"/>
                <a:gd name="connsiteX842" fmla="*/ 4269539 w 4525734"/>
                <a:gd name="connsiteY842" fmla="*/ 820359 h 1727090"/>
                <a:gd name="connsiteX843" fmla="*/ 4279373 w 4525734"/>
                <a:gd name="connsiteY843" fmla="*/ 811660 h 1727090"/>
                <a:gd name="connsiteX844" fmla="*/ 4293492 w 4525734"/>
                <a:gd name="connsiteY844" fmla="*/ 810904 h 1727090"/>
                <a:gd name="connsiteX845" fmla="*/ 4289962 w 4525734"/>
                <a:gd name="connsiteY845" fmla="*/ 825023 h 1727090"/>
                <a:gd name="connsiteX846" fmla="*/ 4299416 w 4525734"/>
                <a:gd name="connsiteY846" fmla="*/ 843050 h 1727090"/>
                <a:gd name="connsiteX847" fmla="*/ 4326899 w 4525734"/>
                <a:gd name="connsiteY847" fmla="*/ 843807 h 1727090"/>
                <a:gd name="connsiteX848" fmla="*/ 4368501 w 4525734"/>
                <a:gd name="connsiteY848" fmla="*/ 857548 h 1727090"/>
                <a:gd name="connsiteX849" fmla="*/ 4387284 w 4525734"/>
                <a:gd name="connsiteY849" fmla="*/ 880365 h 1727090"/>
                <a:gd name="connsiteX850" fmla="*/ 4413631 w 4525734"/>
                <a:gd name="connsiteY850" fmla="*/ 889820 h 1727090"/>
                <a:gd name="connsiteX851" fmla="*/ 4427751 w 4525734"/>
                <a:gd name="connsiteY851" fmla="*/ 897258 h 1727090"/>
                <a:gd name="connsiteX852" fmla="*/ 4443761 w 4525734"/>
                <a:gd name="connsiteY852" fmla="*/ 898771 h 1727090"/>
                <a:gd name="connsiteX853" fmla="*/ 4458259 w 4525734"/>
                <a:gd name="connsiteY853" fmla="*/ 895619 h 1727090"/>
                <a:gd name="connsiteX854" fmla="*/ 4446535 w 4525734"/>
                <a:gd name="connsiteY854" fmla="*/ 881122 h 1727090"/>
                <a:gd name="connsiteX855" fmla="*/ 4459519 w 4525734"/>
                <a:gd name="connsiteY855" fmla="*/ 884273 h 1727090"/>
                <a:gd name="connsiteX856" fmla="*/ 4462293 w 4525734"/>
                <a:gd name="connsiteY856" fmla="*/ 871289 h 1727090"/>
                <a:gd name="connsiteX857" fmla="*/ 4458385 w 4525734"/>
                <a:gd name="connsiteY857" fmla="*/ 845067 h 1727090"/>
                <a:gd name="connsiteX858" fmla="*/ 4466579 w 4525734"/>
                <a:gd name="connsiteY858" fmla="*/ 841916 h 1727090"/>
                <a:gd name="connsiteX859" fmla="*/ 4496456 w 4525734"/>
                <a:gd name="connsiteY859" fmla="*/ 848219 h 1727090"/>
                <a:gd name="connsiteX860" fmla="*/ 4490153 w 4525734"/>
                <a:gd name="connsiteY860" fmla="*/ 840781 h 1727090"/>
                <a:gd name="connsiteX861" fmla="*/ 4496078 w 4525734"/>
                <a:gd name="connsiteY861" fmla="*/ 838386 h 1727090"/>
                <a:gd name="connsiteX862" fmla="*/ 4510575 w 4525734"/>
                <a:gd name="connsiteY862" fmla="*/ 840025 h 1727090"/>
                <a:gd name="connsiteX863" fmla="*/ 4524317 w 4525734"/>
                <a:gd name="connsiteY863" fmla="*/ 825527 h 1727090"/>
                <a:gd name="connsiteX864" fmla="*/ 4528099 w 4525734"/>
                <a:gd name="connsiteY864" fmla="*/ 818594 h 1727090"/>
                <a:gd name="connsiteX865" fmla="*/ 2340114 w 4525734"/>
                <a:gd name="connsiteY865" fmla="*/ 1333317 h 1727090"/>
                <a:gd name="connsiteX866" fmla="*/ 2273047 w 4525734"/>
                <a:gd name="connsiteY866" fmla="*/ 1374540 h 1727090"/>
                <a:gd name="connsiteX867" fmla="*/ 2214175 w 4525734"/>
                <a:gd name="connsiteY867" fmla="*/ 1392190 h 1727090"/>
                <a:gd name="connsiteX868" fmla="*/ 2264727 w 4525734"/>
                <a:gd name="connsiteY868" fmla="*/ 1360421 h 1727090"/>
                <a:gd name="connsiteX869" fmla="*/ 2335323 w 4525734"/>
                <a:gd name="connsiteY869" fmla="*/ 1293355 h 1727090"/>
                <a:gd name="connsiteX870" fmla="*/ 2369487 w 4525734"/>
                <a:gd name="connsiteY870" fmla="*/ 1239273 h 1727090"/>
                <a:gd name="connsiteX871" fmla="*/ 2340114 w 4525734"/>
                <a:gd name="connsiteY871" fmla="*/ 1333317 h 1727090"/>
                <a:gd name="connsiteX872" fmla="*/ 2439832 w 4525734"/>
                <a:gd name="connsiteY872" fmla="*/ 411782 h 1727090"/>
                <a:gd name="connsiteX873" fmla="*/ 2424199 w 4525734"/>
                <a:gd name="connsiteY873" fmla="*/ 424388 h 1727090"/>
                <a:gd name="connsiteX874" fmla="*/ 2472104 w 4525734"/>
                <a:gd name="connsiteY874" fmla="*/ 416572 h 1727090"/>
                <a:gd name="connsiteX875" fmla="*/ 2439832 w 4525734"/>
                <a:gd name="connsiteY875" fmla="*/ 411782 h 1727090"/>
                <a:gd name="connsiteX876" fmla="*/ 1011010 w 4525734"/>
                <a:gd name="connsiteY876" fmla="*/ 24258 h 1727090"/>
                <a:gd name="connsiteX877" fmla="*/ 1036853 w 4525734"/>
                <a:gd name="connsiteY877" fmla="*/ 14047 h 1727090"/>
                <a:gd name="connsiteX878" fmla="*/ 1059545 w 4525734"/>
                <a:gd name="connsiteY878" fmla="*/ 6987 h 1727090"/>
                <a:gd name="connsiteX879" fmla="*/ 1012523 w 4525734"/>
                <a:gd name="connsiteY879" fmla="*/ 8626 h 1727090"/>
                <a:gd name="connsiteX880" fmla="*/ 976469 w 4525734"/>
                <a:gd name="connsiteY880" fmla="*/ 14929 h 1727090"/>
                <a:gd name="connsiteX881" fmla="*/ 1011010 w 4525734"/>
                <a:gd name="connsiteY881" fmla="*/ 24258 h 1727090"/>
                <a:gd name="connsiteX882" fmla="*/ 913688 w 4525734"/>
                <a:gd name="connsiteY882" fmla="*/ 76827 h 1727090"/>
                <a:gd name="connsiteX883" fmla="*/ 880785 w 4525734"/>
                <a:gd name="connsiteY883" fmla="*/ 80735 h 1727090"/>
                <a:gd name="connsiteX884" fmla="*/ 913688 w 4525734"/>
                <a:gd name="connsiteY884" fmla="*/ 76827 h 1727090"/>
                <a:gd name="connsiteX885" fmla="*/ 1014918 w 4525734"/>
                <a:gd name="connsiteY885" fmla="*/ 66616 h 1727090"/>
                <a:gd name="connsiteX886" fmla="*/ 995252 w 4525734"/>
                <a:gd name="connsiteY886" fmla="*/ 73675 h 1727090"/>
                <a:gd name="connsiteX887" fmla="*/ 979494 w 4525734"/>
                <a:gd name="connsiteY887" fmla="*/ 89307 h 1727090"/>
                <a:gd name="connsiteX888" fmla="*/ 1037610 w 4525734"/>
                <a:gd name="connsiteY888" fmla="*/ 84643 h 1727090"/>
                <a:gd name="connsiteX889" fmla="*/ 1065849 w 4525734"/>
                <a:gd name="connsiteY889" fmla="*/ 73675 h 1727090"/>
                <a:gd name="connsiteX890" fmla="*/ 1014918 w 4525734"/>
                <a:gd name="connsiteY890" fmla="*/ 66616 h 1727090"/>
                <a:gd name="connsiteX891" fmla="*/ 1149052 w 4525734"/>
                <a:gd name="connsiteY891" fmla="*/ 51614 h 1727090"/>
                <a:gd name="connsiteX892" fmla="*/ 1137327 w 4525734"/>
                <a:gd name="connsiteY892" fmla="*/ 37495 h 1727090"/>
                <a:gd name="connsiteX893" fmla="*/ 1094213 w 4525734"/>
                <a:gd name="connsiteY893" fmla="*/ 36738 h 1727090"/>
                <a:gd name="connsiteX894" fmla="*/ 1073791 w 4525734"/>
                <a:gd name="connsiteY894" fmla="*/ 61069 h 1727090"/>
                <a:gd name="connsiteX895" fmla="*/ 1149052 w 4525734"/>
                <a:gd name="connsiteY895" fmla="*/ 51614 h 1727090"/>
                <a:gd name="connsiteX896" fmla="*/ 1024373 w 4525734"/>
                <a:gd name="connsiteY896" fmla="*/ 39134 h 1727090"/>
                <a:gd name="connsiteX897" fmla="*/ 978864 w 4525734"/>
                <a:gd name="connsiteY897" fmla="*/ 27409 h 1727090"/>
                <a:gd name="connsiteX898" fmla="*/ 960080 w 4525734"/>
                <a:gd name="connsiteY898" fmla="*/ 31317 h 1727090"/>
                <a:gd name="connsiteX899" fmla="*/ 931841 w 4525734"/>
                <a:gd name="connsiteY899" fmla="*/ 47832 h 1727090"/>
                <a:gd name="connsiteX900" fmla="*/ 1024373 w 4525734"/>
                <a:gd name="connsiteY900" fmla="*/ 39134 h 1727090"/>
                <a:gd name="connsiteX901" fmla="*/ 907385 w 4525734"/>
                <a:gd name="connsiteY901" fmla="*/ 474562 h 1727090"/>
                <a:gd name="connsiteX902" fmla="*/ 888601 w 4525734"/>
                <a:gd name="connsiteY902" fmla="*/ 487925 h 1727090"/>
                <a:gd name="connsiteX903" fmla="*/ 897173 w 4525734"/>
                <a:gd name="connsiteY903" fmla="*/ 505952 h 1727090"/>
                <a:gd name="connsiteX904" fmla="*/ 881542 w 4525734"/>
                <a:gd name="connsiteY904" fmla="*/ 521710 h 1727090"/>
                <a:gd name="connsiteX905" fmla="*/ 848638 w 4525734"/>
                <a:gd name="connsiteY905" fmla="*/ 538981 h 1727090"/>
                <a:gd name="connsiteX906" fmla="*/ 875364 w 4525734"/>
                <a:gd name="connsiteY906" fmla="*/ 554739 h 1727090"/>
                <a:gd name="connsiteX907" fmla="*/ 880029 w 4525734"/>
                <a:gd name="connsiteY907" fmla="*/ 574280 h 1727090"/>
                <a:gd name="connsiteX908" fmla="*/ 890240 w 4525734"/>
                <a:gd name="connsiteY908" fmla="*/ 565707 h 1727090"/>
                <a:gd name="connsiteX909" fmla="*/ 911419 w 4525734"/>
                <a:gd name="connsiteY909" fmla="*/ 580583 h 1727090"/>
                <a:gd name="connsiteX910" fmla="*/ 945204 w 4525734"/>
                <a:gd name="connsiteY910" fmla="*/ 599367 h 1727090"/>
                <a:gd name="connsiteX911" fmla="*/ 1014288 w 4525734"/>
                <a:gd name="connsiteY911" fmla="*/ 599367 h 1727090"/>
                <a:gd name="connsiteX912" fmla="*/ 978233 w 4525734"/>
                <a:gd name="connsiteY912" fmla="*/ 567220 h 1727090"/>
                <a:gd name="connsiteX913" fmla="*/ 968778 w 4525734"/>
                <a:gd name="connsiteY913" fmla="*/ 509986 h 1727090"/>
                <a:gd name="connsiteX914" fmla="*/ 989958 w 4525734"/>
                <a:gd name="connsiteY914" fmla="*/ 479353 h 1727090"/>
                <a:gd name="connsiteX915" fmla="*/ 1013532 w 4525734"/>
                <a:gd name="connsiteY915" fmla="*/ 451870 h 1727090"/>
                <a:gd name="connsiteX916" fmla="*/ 1027651 w 4525734"/>
                <a:gd name="connsiteY916" fmla="*/ 433843 h 1727090"/>
                <a:gd name="connsiteX917" fmla="*/ 1044165 w 4525734"/>
                <a:gd name="connsiteY917" fmla="*/ 408000 h 1727090"/>
                <a:gd name="connsiteX918" fmla="*/ 1069252 w 4525734"/>
                <a:gd name="connsiteY918" fmla="*/ 399427 h 1727090"/>
                <a:gd name="connsiteX919" fmla="*/ 1104551 w 4525734"/>
                <a:gd name="connsiteY919" fmla="*/ 382913 h 1727090"/>
                <a:gd name="connsiteX920" fmla="*/ 1252047 w 4525734"/>
                <a:gd name="connsiteY920" fmla="*/ 327192 h 1727090"/>
                <a:gd name="connsiteX921" fmla="*/ 1320248 w 4525734"/>
                <a:gd name="connsiteY921" fmla="*/ 280170 h 1727090"/>
                <a:gd name="connsiteX922" fmla="*/ 1238684 w 4525734"/>
                <a:gd name="connsiteY922" fmla="*/ 295928 h 1727090"/>
                <a:gd name="connsiteX923" fmla="*/ 1195570 w 4525734"/>
                <a:gd name="connsiteY923" fmla="*/ 306139 h 1727090"/>
                <a:gd name="connsiteX924" fmla="*/ 1143000 w 4525734"/>
                <a:gd name="connsiteY924" fmla="*/ 310804 h 1727090"/>
                <a:gd name="connsiteX925" fmla="*/ 1103794 w 4525734"/>
                <a:gd name="connsiteY925" fmla="*/ 320259 h 1727090"/>
                <a:gd name="connsiteX926" fmla="*/ 1070891 w 4525734"/>
                <a:gd name="connsiteY926" fmla="*/ 329713 h 1727090"/>
                <a:gd name="connsiteX927" fmla="*/ 1036349 w 4525734"/>
                <a:gd name="connsiteY927" fmla="*/ 344589 h 1727090"/>
                <a:gd name="connsiteX928" fmla="*/ 1015927 w 4525734"/>
                <a:gd name="connsiteY928" fmla="*/ 357196 h 1727090"/>
                <a:gd name="connsiteX929" fmla="*/ 993109 w 4525734"/>
                <a:gd name="connsiteY929" fmla="*/ 365012 h 1727090"/>
                <a:gd name="connsiteX930" fmla="*/ 986806 w 4525734"/>
                <a:gd name="connsiteY930" fmla="*/ 383039 h 1727090"/>
                <a:gd name="connsiteX931" fmla="*/ 971930 w 4525734"/>
                <a:gd name="connsiteY931" fmla="*/ 400310 h 1727090"/>
                <a:gd name="connsiteX932" fmla="*/ 964114 w 4525734"/>
                <a:gd name="connsiteY932" fmla="*/ 417581 h 1727090"/>
                <a:gd name="connsiteX933" fmla="*/ 941296 w 4525734"/>
                <a:gd name="connsiteY933" fmla="*/ 429305 h 1727090"/>
                <a:gd name="connsiteX934" fmla="*/ 938145 w 4525734"/>
                <a:gd name="connsiteY934" fmla="*/ 448088 h 1727090"/>
                <a:gd name="connsiteX935" fmla="*/ 931085 w 4525734"/>
                <a:gd name="connsiteY935" fmla="*/ 462964 h 1727090"/>
                <a:gd name="connsiteX936" fmla="*/ 907385 w 4525734"/>
                <a:gd name="connsiteY936" fmla="*/ 474562 h 1727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Lst>
              <a:rect l="l" t="t" r="r" b="b"/>
              <a:pathLst>
                <a:path w="4525734" h="1727090">
                  <a:moveTo>
                    <a:pt x="71069" y="1256291"/>
                  </a:moveTo>
                  <a:cubicBezTo>
                    <a:pt x="67540" y="1258056"/>
                    <a:pt x="58085" y="1254527"/>
                    <a:pt x="55185" y="1250366"/>
                  </a:cubicBezTo>
                  <a:cubicBezTo>
                    <a:pt x="52790" y="1247089"/>
                    <a:pt x="45478" y="1248349"/>
                    <a:pt x="39049" y="1248854"/>
                  </a:cubicBezTo>
                  <a:cubicBezTo>
                    <a:pt x="40561" y="1249736"/>
                    <a:pt x="42075" y="1250871"/>
                    <a:pt x="43209" y="1252888"/>
                  </a:cubicBezTo>
                  <a:cubicBezTo>
                    <a:pt x="46739" y="1259191"/>
                    <a:pt x="29090" y="1259947"/>
                    <a:pt x="34636" y="1267385"/>
                  </a:cubicBezTo>
                  <a:cubicBezTo>
                    <a:pt x="40183" y="1274823"/>
                    <a:pt x="22030" y="1275201"/>
                    <a:pt x="22030" y="1267385"/>
                  </a:cubicBezTo>
                  <a:cubicBezTo>
                    <a:pt x="22030" y="1259569"/>
                    <a:pt x="3120" y="1263477"/>
                    <a:pt x="4003" y="1268520"/>
                  </a:cubicBezTo>
                  <a:cubicBezTo>
                    <a:pt x="4255" y="1270411"/>
                    <a:pt x="3751" y="1272680"/>
                    <a:pt x="2364" y="1274823"/>
                  </a:cubicBezTo>
                  <a:cubicBezTo>
                    <a:pt x="7532" y="1276588"/>
                    <a:pt x="13458" y="1278731"/>
                    <a:pt x="15727" y="1279740"/>
                  </a:cubicBezTo>
                  <a:cubicBezTo>
                    <a:pt x="19257" y="1281126"/>
                    <a:pt x="66279" y="1286043"/>
                    <a:pt x="84684" y="1282639"/>
                  </a:cubicBezTo>
                  <a:cubicBezTo>
                    <a:pt x="83676" y="1279235"/>
                    <a:pt x="85693" y="1268898"/>
                    <a:pt x="85693" y="1264990"/>
                  </a:cubicBezTo>
                  <a:cubicBezTo>
                    <a:pt x="85693" y="1260325"/>
                    <a:pt x="74473" y="1254527"/>
                    <a:pt x="71069" y="1256291"/>
                  </a:cubicBezTo>
                  <a:close/>
                  <a:moveTo>
                    <a:pt x="1206411" y="47706"/>
                  </a:moveTo>
                  <a:cubicBezTo>
                    <a:pt x="1236163" y="44554"/>
                    <a:pt x="1235406" y="28040"/>
                    <a:pt x="1219774" y="25014"/>
                  </a:cubicBezTo>
                  <a:cubicBezTo>
                    <a:pt x="1204016" y="21863"/>
                    <a:pt x="1201747" y="34469"/>
                    <a:pt x="1193931" y="33587"/>
                  </a:cubicBezTo>
                  <a:cubicBezTo>
                    <a:pt x="1186115" y="32830"/>
                    <a:pt x="1156489" y="38503"/>
                    <a:pt x="1162540" y="45311"/>
                  </a:cubicBezTo>
                  <a:cubicBezTo>
                    <a:pt x="1169474" y="53253"/>
                    <a:pt x="1191409" y="49345"/>
                    <a:pt x="1206411" y="47706"/>
                  </a:cubicBezTo>
                  <a:close/>
                  <a:moveTo>
                    <a:pt x="1357815" y="484017"/>
                  </a:moveTo>
                  <a:cubicBezTo>
                    <a:pt x="1368026" y="485530"/>
                    <a:pt x="1395509" y="480109"/>
                    <a:pt x="1398660" y="474562"/>
                  </a:cubicBezTo>
                  <a:cubicBezTo>
                    <a:pt x="1401812" y="469015"/>
                    <a:pt x="1387693" y="462838"/>
                    <a:pt x="1369665" y="462838"/>
                  </a:cubicBezTo>
                  <a:cubicBezTo>
                    <a:pt x="1351512" y="462838"/>
                    <a:pt x="1348991" y="482630"/>
                    <a:pt x="1357815" y="484017"/>
                  </a:cubicBezTo>
                  <a:close/>
                  <a:moveTo>
                    <a:pt x="1937588" y="83004"/>
                  </a:moveTo>
                  <a:cubicBezTo>
                    <a:pt x="1952464" y="89307"/>
                    <a:pt x="1947043" y="93215"/>
                    <a:pt x="1931285" y="93215"/>
                  </a:cubicBezTo>
                  <a:cubicBezTo>
                    <a:pt x="1915653" y="93215"/>
                    <a:pt x="1902164" y="98510"/>
                    <a:pt x="1912501" y="102670"/>
                  </a:cubicBezTo>
                  <a:cubicBezTo>
                    <a:pt x="1920317" y="105822"/>
                    <a:pt x="1919561" y="114394"/>
                    <a:pt x="1936076" y="118302"/>
                  </a:cubicBezTo>
                  <a:cubicBezTo>
                    <a:pt x="1952590" y="122210"/>
                    <a:pt x="1968978" y="108847"/>
                    <a:pt x="1967466" y="99519"/>
                  </a:cubicBezTo>
                  <a:cubicBezTo>
                    <a:pt x="1965827" y="90064"/>
                    <a:pt x="2024699" y="81491"/>
                    <a:pt x="2040457" y="77583"/>
                  </a:cubicBezTo>
                  <a:cubicBezTo>
                    <a:pt x="2056090" y="73675"/>
                    <a:pt x="2030246" y="57161"/>
                    <a:pt x="2047517" y="55648"/>
                  </a:cubicBezTo>
                  <a:cubicBezTo>
                    <a:pt x="2064788" y="54135"/>
                    <a:pt x="2057729" y="46193"/>
                    <a:pt x="2036549" y="43042"/>
                  </a:cubicBezTo>
                  <a:cubicBezTo>
                    <a:pt x="2015370" y="39890"/>
                    <a:pt x="2023942" y="21863"/>
                    <a:pt x="2017009" y="15559"/>
                  </a:cubicBezTo>
                  <a:cubicBezTo>
                    <a:pt x="2009949" y="9256"/>
                    <a:pt x="2006041" y="23375"/>
                    <a:pt x="1978559" y="28922"/>
                  </a:cubicBezTo>
                  <a:cubicBezTo>
                    <a:pt x="1951077" y="34469"/>
                    <a:pt x="1937714" y="41529"/>
                    <a:pt x="1948682" y="46950"/>
                  </a:cubicBezTo>
                  <a:cubicBezTo>
                    <a:pt x="1959650" y="52496"/>
                    <a:pt x="1948682" y="65733"/>
                    <a:pt x="1936958" y="64977"/>
                  </a:cubicBezTo>
                  <a:cubicBezTo>
                    <a:pt x="1925108" y="64220"/>
                    <a:pt x="1922713" y="76827"/>
                    <a:pt x="1937588" y="83004"/>
                  </a:cubicBezTo>
                  <a:close/>
                  <a:moveTo>
                    <a:pt x="1979190" y="105066"/>
                  </a:moveTo>
                  <a:cubicBezTo>
                    <a:pt x="1979190" y="113638"/>
                    <a:pt x="1953977" y="122336"/>
                    <a:pt x="1961162" y="128640"/>
                  </a:cubicBezTo>
                  <a:cubicBezTo>
                    <a:pt x="1967466" y="134187"/>
                    <a:pt x="1972886" y="132548"/>
                    <a:pt x="1980828" y="134060"/>
                  </a:cubicBezTo>
                  <a:cubicBezTo>
                    <a:pt x="1988644" y="135699"/>
                    <a:pt x="1992552" y="155239"/>
                    <a:pt x="2006672" y="152088"/>
                  </a:cubicBezTo>
                  <a:cubicBezTo>
                    <a:pt x="2020791" y="148936"/>
                    <a:pt x="2059241" y="167720"/>
                    <a:pt x="2082059" y="167720"/>
                  </a:cubicBezTo>
                  <a:cubicBezTo>
                    <a:pt x="2104877" y="167720"/>
                    <a:pt x="2107146" y="148936"/>
                    <a:pt x="2100086" y="148054"/>
                  </a:cubicBezTo>
                  <a:cubicBezTo>
                    <a:pt x="2093027" y="147297"/>
                    <a:pt x="2099330" y="136330"/>
                    <a:pt x="2111810" y="118302"/>
                  </a:cubicBezTo>
                  <a:cubicBezTo>
                    <a:pt x="2124417" y="100275"/>
                    <a:pt x="2072604" y="86912"/>
                    <a:pt x="2072604" y="101031"/>
                  </a:cubicBezTo>
                  <a:cubicBezTo>
                    <a:pt x="2072604" y="115151"/>
                    <a:pt x="2057729" y="97880"/>
                    <a:pt x="2052938" y="89307"/>
                  </a:cubicBezTo>
                  <a:cubicBezTo>
                    <a:pt x="2048274" y="80735"/>
                    <a:pt x="1979190" y="96367"/>
                    <a:pt x="1979190" y="105066"/>
                  </a:cubicBezTo>
                  <a:close/>
                  <a:moveTo>
                    <a:pt x="1586875" y="495741"/>
                  </a:moveTo>
                  <a:cubicBezTo>
                    <a:pt x="1599482" y="502044"/>
                    <a:pt x="1608810" y="499649"/>
                    <a:pt x="1607298" y="487043"/>
                  </a:cubicBezTo>
                  <a:cubicBezTo>
                    <a:pt x="1605785" y="474562"/>
                    <a:pt x="1576916" y="490825"/>
                    <a:pt x="1586875" y="495741"/>
                  </a:cubicBezTo>
                  <a:close/>
                  <a:moveTo>
                    <a:pt x="1917166" y="27283"/>
                  </a:moveTo>
                  <a:cubicBezTo>
                    <a:pt x="1920317" y="15559"/>
                    <a:pt x="1868252" y="20602"/>
                    <a:pt x="1881868" y="31948"/>
                  </a:cubicBezTo>
                  <a:cubicBezTo>
                    <a:pt x="1886658" y="35982"/>
                    <a:pt x="1914140" y="39134"/>
                    <a:pt x="1917166" y="27283"/>
                  </a:cubicBezTo>
                  <a:close/>
                  <a:moveTo>
                    <a:pt x="4226425" y="596215"/>
                  </a:moveTo>
                  <a:cubicBezTo>
                    <a:pt x="4242057" y="604031"/>
                    <a:pt x="4251512" y="586760"/>
                    <a:pt x="4264118" y="595458"/>
                  </a:cubicBezTo>
                  <a:cubicBezTo>
                    <a:pt x="4276725" y="604157"/>
                    <a:pt x="4307233" y="591551"/>
                    <a:pt x="4319840" y="589155"/>
                  </a:cubicBezTo>
                  <a:cubicBezTo>
                    <a:pt x="4332446" y="586760"/>
                    <a:pt x="4326143" y="571128"/>
                    <a:pt x="4290844" y="566464"/>
                  </a:cubicBezTo>
                  <a:cubicBezTo>
                    <a:pt x="4255420" y="561673"/>
                    <a:pt x="4209533" y="587769"/>
                    <a:pt x="4226425" y="596215"/>
                  </a:cubicBezTo>
                  <a:close/>
                  <a:moveTo>
                    <a:pt x="2100843" y="215625"/>
                  </a:moveTo>
                  <a:cubicBezTo>
                    <a:pt x="2111810" y="221928"/>
                    <a:pt x="2147108" y="207809"/>
                    <a:pt x="2170682" y="208565"/>
                  </a:cubicBezTo>
                  <a:cubicBezTo>
                    <a:pt x="2194257" y="209321"/>
                    <a:pt x="2260063" y="190538"/>
                    <a:pt x="2262458" y="177931"/>
                  </a:cubicBezTo>
                  <a:cubicBezTo>
                    <a:pt x="2264853" y="165325"/>
                    <a:pt x="2238128" y="166207"/>
                    <a:pt x="2227916" y="155113"/>
                  </a:cubicBezTo>
                  <a:cubicBezTo>
                    <a:pt x="2217705" y="144146"/>
                    <a:pt x="2195013" y="153601"/>
                    <a:pt x="2189466" y="162929"/>
                  </a:cubicBezTo>
                  <a:cubicBezTo>
                    <a:pt x="2183919" y="172384"/>
                    <a:pt x="2177742" y="163686"/>
                    <a:pt x="2192618" y="148810"/>
                  </a:cubicBezTo>
                  <a:cubicBezTo>
                    <a:pt x="2207493" y="133934"/>
                    <a:pt x="2177742" y="122084"/>
                    <a:pt x="2176986" y="131539"/>
                  </a:cubicBezTo>
                  <a:cubicBezTo>
                    <a:pt x="2176229" y="140994"/>
                    <a:pt x="2148747" y="133178"/>
                    <a:pt x="2148747" y="141750"/>
                  </a:cubicBezTo>
                  <a:cubicBezTo>
                    <a:pt x="2148747" y="150323"/>
                    <a:pt x="2138536" y="154357"/>
                    <a:pt x="2139292" y="162929"/>
                  </a:cubicBezTo>
                  <a:cubicBezTo>
                    <a:pt x="2140049" y="171502"/>
                    <a:pt x="2120509" y="158265"/>
                    <a:pt x="2119626" y="177805"/>
                  </a:cubicBezTo>
                  <a:cubicBezTo>
                    <a:pt x="2118870" y="197597"/>
                    <a:pt x="2089245" y="209069"/>
                    <a:pt x="2100843" y="215625"/>
                  </a:cubicBezTo>
                  <a:close/>
                  <a:moveTo>
                    <a:pt x="3113019" y="377240"/>
                  </a:moveTo>
                  <a:cubicBezTo>
                    <a:pt x="3123986" y="382787"/>
                    <a:pt x="3127894" y="388208"/>
                    <a:pt x="3134197" y="394511"/>
                  </a:cubicBezTo>
                  <a:cubicBezTo>
                    <a:pt x="3140501" y="400814"/>
                    <a:pt x="3164075" y="391359"/>
                    <a:pt x="3173404" y="388208"/>
                  </a:cubicBezTo>
                  <a:cubicBezTo>
                    <a:pt x="3182859" y="385056"/>
                    <a:pt x="3183615" y="402327"/>
                    <a:pt x="3198491" y="392872"/>
                  </a:cubicBezTo>
                  <a:cubicBezTo>
                    <a:pt x="3213367" y="383417"/>
                    <a:pt x="3228242" y="388208"/>
                    <a:pt x="3245513" y="388208"/>
                  </a:cubicBezTo>
                  <a:cubicBezTo>
                    <a:pt x="3262784" y="388208"/>
                    <a:pt x="3242361" y="367029"/>
                    <a:pt x="3243118" y="357574"/>
                  </a:cubicBezTo>
                  <a:cubicBezTo>
                    <a:pt x="3243874" y="348119"/>
                    <a:pt x="3263540" y="354422"/>
                    <a:pt x="3257237" y="362238"/>
                  </a:cubicBezTo>
                  <a:cubicBezTo>
                    <a:pt x="3250934" y="370054"/>
                    <a:pt x="3266692" y="388082"/>
                    <a:pt x="3291779" y="386569"/>
                  </a:cubicBezTo>
                  <a:cubicBezTo>
                    <a:pt x="3316865" y="385056"/>
                    <a:pt x="3298082" y="369298"/>
                    <a:pt x="3310688" y="363877"/>
                  </a:cubicBezTo>
                  <a:cubicBezTo>
                    <a:pt x="3323295" y="358330"/>
                    <a:pt x="3321656" y="352153"/>
                    <a:pt x="3303629" y="341059"/>
                  </a:cubicBezTo>
                  <a:cubicBezTo>
                    <a:pt x="3285602" y="330092"/>
                    <a:pt x="3262027" y="337151"/>
                    <a:pt x="3246396" y="330092"/>
                  </a:cubicBezTo>
                  <a:cubicBezTo>
                    <a:pt x="3229629" y="322528"/>
                    <a:pt x="3209585" y="322276"/>
                    <a:pt x="3208702" y="339546"/>
                  </a:cubicBezTo>
                  <a:cubicBezTo>
                    <a:pt x="3207946" y="356817"/>
                    <a:pt x="3174917" y="320763"/>
                    <a:pt x="3157646" y="315216"/>
                  </a:cubicBezTo>
                  <a:cubicBezTo>
                    <a:pt x="3140374" y="309795"/>
                    <a:pt x="3087049" y="364255"/>
                    <a:pt x="3113019" y="377240"/>
                  </a:cubicBezTo>
                  <a:close/>
                  <a:moveTo>
                    <a:pt x="3277029" y="477714"/>
                  </a:moveTo>
                  <a:cubicBezTo>
                    <a:pt x="3291148" y="474562"/>
                    <a:pt x="3266818" y="448719"/>
                    <a:pt x="3242488" y="444811"/>
                  </a:cubicBezTo>
                  <a:cubicBezTo>
                    <a:pt x="3218157" y="440903"/>
                    <a:pt x="3195591" y="460947"/>
                    <a:pt x="3198491" y="465233"/>
                  </a:cubicBezTo>
                  <a:cubicBezTo>
                    <a:pt x="3205551" y="475319"/>
                    <a:pt x="3262784" y="480865"/>
                    <a:pt x="3277029" y="477714"/>
                  </a:cubicBezTo>
                  <a:close/>
                  <a:moveTo>
                    <a:pt x="3214249" y="425901"/>
                  </a:moveTo>
                  <a:cubicBezTo>
                    <a:pt x="3214249" y="414177"/>
                    <a:pt x="3171513" y="430187"/>
                    <a:pt x="3189162" y="436112"/>
                  </a:cubicBezTo>
                  <a:cubicBezTo>
                    <a:pt x="3198491" y="439264"/>
                    <a:pt x="3214249" y="437625"/>
                    <a:pt x="3214249" y="425901"/>
                  </a:cubicBezTo>
                  <a:close/>
                  <a:moveTo>
                    <a:pt x="3350777" y="376484"/>
                  </a:moveTo>
                  <a:cubicBezTo>
                    <a:pt x="3369687" y="378122"/>
                    <a:pt x="3379016" y="396150"/>
                    <a:pt x="3415071" y="398419"/>
                  </a:cubicBezTo>
                  <a:cubicBezTo>
                    <a:pt x="3451125" y="400814"/>
                    <a:pt x="3477851" y="393754"/>
                    <a:pt x="3478607" y="385812"/>
                  </a:cubicBezTo>
                  <a:cubicBezTo>
                    <a:pt x="3479363" y="377996"/>
                    <a:pt x="3445704" y="366146"/>
                    <a:pt x="3435493" y="372449"/>
                  </a:cubicBezTo>
                  <a:cubicBezTo>
                    <a:pt x="3425282" y="378753"/>
                    <a:pt x="3417466" y="362238"/>
                    <a:pt x="3404859" y="366146"/>
                  </a:cubicBezTo>
                  <a:cubicBezTo>
                    <a:pt x="3392253" y="370054"/>
                    <a:pt x="3374982" y="369298"/>
                    <a:pt x="3368805" y="358330"/>
                  </a:cubicBezTo>
                  <a:cubicBezTo>
                    <a:pt x="3362502" y="347489"/>
                    <a:pt x="3341322" y="375727"/>
                    <a:pt x="3350777" y="376484"/>
                  </a:cubicBezTo>
                  <a:close/>
                  <a:moveTo>
                    <a:pt x="729255" y="57917"/>
                  </a:moveTo>
                  <a:cubicBezTo>
                    <a:pt x="747282" y="41403"/>
                    <a:pt x="770856" y="57161"/>
                    <a:pt x="774008" y="49219"/>
                  </a:cubicBezTo>
                  <a:cubicBezTo>
                    <a:pt x="777160" y="41403"/>
                    <a:pt x="740349" y="39007"/>
                    <a:pt x="726986" y="46067"/>
                  </a:cubicBezTo>
                  <a:cubicBezTo>
                    <a:pt x="713623" y="53127"/>
                    <a:pt x="682359" y="47454"/>
                    <a:pt x="686141" y="56278"/>
                  </a:cubicBezTo>
                  <a:cubicBezTo>
                    <a:pt x="688536" y="61825"/>
                    <a:pt x="711228" y="74432"/>
                    <a:pt x="729255" y="57917"/>
                  </a:cubicBezTo>
                  <a:close/>
                  <a:moveTo>
                    <a:pt x="3270726" y="1383995"/>
                  </a:moveTo>
                  <a:cubicBezTo>
                    <a:pt x="3262154" y="1361304"/>
                    <a:pt x="3283333" y="1339242"/>
                    <a:pt x="3267574" y="1327518"/>
                  </a:cubicBezTo>
                  <a:cubicBezTo>
                    <a:pt x="3251942" y="1315794"/>
                    <a:pt x="3258120" y="1291464"/>
                    <a:pt x="3250304" y="1296128"/>
                  </a:cubicBezTo>
                  <a:cubicBezTo>
                    <a:pt x="3242488" y="1300792"/>
                    <a:pt x="3250304" y="1322097"/>
                    <a:pt x="3237697" y="1323610"/>
                  </a:cubicBezTo>
                  <a:cubicBezTo>
                    <a:pt x="3225091" y="1325123"/>
                    <a:pt x="3236941" y="1336973"/>
                    <a:pt x="3232150" y="1352605"/>
                  </a:cubicBezTo>
                  <a:cubicBezTo>
                    <a:pt x="3227486" y="1368237"/>
                    <a:pt x="3234545" y="1391055"/>
                    <a:pt x="3240722" y="1405174"/>
                  </a:cubicBezTo>
                  <a:cubicBezTo>
                    <a:pt x="3247026" y="1419294"/>
                    <a:pt x="3232150" y="1494554"/>
                    <a:pt x="3238327" y="1507161"/>
                  </a:cubicBezTo>
                  <a:cubicBezTo>
                    <a:pt x="3244630" y="1519767"/>
                    <a:pt x="3228116" y="1575236"/>
                    <a:pt x="3233663" y="1581665"/>
                  </a:cubicBezTo>
                  <a:cubicBezTo>
                    <a:pt x="3243118" y="1592633"/>
                    <a:pt x="3236814" y="1566790"/>
                    <a:pt x="3250934" y="1564394"/>
                  </a:cubicBezTo>
                  <a:cubicBezTo>
                    <a:pt x="3265053" y="1561999"/>
                    <a:pt x="3265053" y="1580026"/>
                    <a:pt x="3273751" y="1584060"/>
                  </a:cubicBezTo>
                  <a:cubicBezTo>
                    <a:pt x="3282450" y="1587968"/>
                    <a:pt x="3276903" y="1558973"/>
                    <a:pt x="3269087" y="1560486"/>
                  </a:cubicBezTo>
                  <a:cubicBezTo>
                    <a:pt x="3261271" y="1562125"/>
                    <a:pt x="3254968" y="1541703"/>
                    <a:pt x="3251060" y="1529096"/>
                  </a:cubicBezTo>
                  <a:cubicBezTo>
                    <a:pt x="3247152" y="1516490"/>
                    <a:pt x="3258876" y="1501614"/>
                    <a:pt x="3258876" y="1485982"/>
                  </a:cubicBezTo>
                  <a:cubicBezTo>
                    <a:pt x="3258876" y="1470350"/>
                    <a:pt x="3278542" y="1471106"/>
                    <a:pt x="3290266" y="1482830"/>
                  </a:cubicBezTo>
                  <a:cubicBezTo>
                    <a:pt x="3301990" y="1494554"/>
                    <a:pt x="3303629" y="1486738"/>
                    <a:pt x="3298838" y="1478166"/>
                  </a:cubicBezTo>
                  <a:cubicBezTo>
                    <a:pt x="3294300" y="1469467"/>
                    <a:pt x="3279298" y="1406687"/>
                    <a:pt x="3270726" y="1383995"/>
                  </a:cubicBezTo>
                  <a:close/>
                  <a:moveTo>
                    <a:pt x="803003" y="50858"/>
                  </a:moveTo>
                  <a:cubicBezTo>
                    <a:pt x="813970" y="58674"/>
                    <a:pt x="772369" y="56278"/>
                    <a:pt x="766948" y="64220"/>
                  </a:cubicBezTo>
                  <a:cubicBezTo>
                    <a:pt x="761527" y="72036"/>
                    <a:pt x="737323" y="69263"/>
                    <a:pt x="741861" y="78340"/>
                  </a:cubicBezTo>
                  <a:cubicBezTo>
                    <a:pt x="746526" y="87795"/>
                    <a:pt x="785732" y="88551"/>
                    <a:pt x="785732" y="80735"/>
                  </a:cubicBezTo>
                  <a:cubicBezTo>
                    <a:pt x="785732" y="72919"/>
                    <a:pt x="806155" y="79979"/>
                    <a:pt x="806911" y="72919"/>
                  </a:cubicBezTo>
                  <a:cubicBezTo>
                    <a:pt x="807667" y="65859"/>
                    <a:pt x="816366" y="58043"/>
                    <a:pt x="838301" y="56404"/>
                  </a:cubicBezTo>
                  <a:cubicBezTo>
                    <a:pt x="860237" y="54892"/>
                    <a:pt x="860237" y="46950"/>
                    <a:pt x="839814" y="37621"/>
                  </a:cubicBezTo>
                  <a:cubicBezTo>
                    <a:pt x="819517" y="28166"/>
                    <a:pt x="792035" y="43042"/>
                    <a:pt x="803003" y="50858"/>
                  </a:cubicBezTo>
                  <a:close/>
                  <a:moveTo>
                    <a:pt x="769344" y="684839"/>
                  </a:moveTo>
                  <a:cubicBezTo>
                    <a:pt x="790523" y="704505"/>
                    <a:pt x="808550" y="676266"/>
                    <a:pt x="818761" y="674627"/>
                  </a:cubicBezTo>
                  <a:cubicBezTo>
                    <a:pt x="828972" y="673115"/>
                    <a:pt x="812458" y="662021"/>
                    <a:pt x="795187" y="657356"/>
                  </a:cubicBezTo>
                  <a:cubicBezTo>
                    <a:pt x="777916" y="652692"/>
                    <a:pt x="753333" y="670089"/>
                    <a:pt x="769344" y="684839"/>
                  </a:cubicBezTo>
                  <a:close/>
                  <a:moveTo>
                    <a:pt x="4528099" y="818594"/>
                  </a:moveTo>
                  <a:cubicBezTo>
                    <a:pt x="4520283" y="815820"/>
                    <a:pt x="4495196" y="799810"/>
                    <a:pt x="4488893" y="790733"/>
                  </a:cubicBezTo>
                  <a:cubicBezTo>
                    <a:pt x="4482589" y="781657"/>
                    <a:pt x="4452460" y="777370"/>
                    <a:pt x="4452460" y="782035"/>
                  </a:cubicBezTo>
                  <a:cubicBezTo>
                    <a:pt x="4452460" y="786699"/>
                    <a:pt x="4442627" y="780900"/>
                    <a:pt x="4440358" y="775731"/>
                  </a:cubicBezTo>
                  <a:cubicBezTo>
                    <a:pt x="4437963" y="770689"/>
                    <a:pt x="4406194" y="769806"/>
                    <a:pt x="4405815" y="775353"/>
                  </a:cubicBezTo>
                  <a:cubicBezTo>
                    <a:pt x="4405438" y="780900"/>
                    <a:pt x="4413254" y="781278"/>
                    <a:pt x="4417918" y="787582"/>
                  </a:cubicBezTo>
                  <a:cubicBezTo>
                    <a:pt x="4422582" y="793885"/>
                    <a:pt x="4411615" y="797415"/>
                    <a:pt x="4414010" y="804474"/>
                  </a:cubicBezTo>
                  <a:cubicBezTo>
                    <a:pt x="4416405" y="811534"/>
                    <a:pt x="4402286" y="800944"/>
                    <a:pt x="4397117" y="797036"/>
                  </a:cubicBezTo>
                  <a:cubicBezTo>
                    <a:pt x="4392075" y="793129"/>
                    <a:pt x="4394344" y="777749"/>
                    <a:pt x="4395983" y="769932"/>
                  </a:cubicBezTo>
                  <a:cubicBezTo>
                    <a:pt x="4397622" y="762117"/>
                    <a:pt x="4386906" y="763629"/>
                    <a:pt x="4385772" y="755813"/>
                  </a:cubicBezTo>
                  <a:cubicBezTo>
                    <a:pt x="4384637" y="747997"/>
                    <a:pt x="4349339" y="731861"/>
                    <a:pt x="4334337" y="725558"/>
                  </a:cubicBezTo>
                  <a:cubicBezTo>
                    <a:pt x="4319461" y="719254"/>
                    <a:pt x="4300173" y="713834"/>
                    <a:pt x="4295131" y="705891"/>
                  </a:cubicBezTo>
                  <a:cubicBezTo>
                    <a:pt x="4290088" y="698075"/>
                    <a:pt x="4263362" y="697319"/>
                    <a:pt x="4253151" y="686604"/>
                  </a:cubicBezTo>
                  <a:cubicBezTo>
                    <a:pt x="4242940" y="676014"/>
                    <a:pt x="4198187" y="657230"/>
                    <a:pt x="4179024" y="655970"/>
                  </a:cubicBezTo>
                  <a:cubicBezTo>
                    <a:pt x="4159863" y="654835"/>
                    <a:pt x="4164149" y="644246"/>
                    <a:pt x="4154694" y="645758"/>
                  </a:cubicBezTo>
                  <a:cubicBezTo>
                    <a:pt x="4145239" y="647397"/>
                    <a:pt x="4104898" y="645380"/>
                    <a:pt x="4092292" y="643363"/>
                  </a:cubicBezTo>
                  <a:cubicBezTo>
                    <a:pt x="4079685" y="641472"/>
                    <a:pt x="4077038" y="650801"/>
                    <a:pt x="4067961" y="647271"/>
                  </a:cubicBezTo>
                  <a:cubicBezTo>
                    <a:pt x="4058885" y="643741"/>
                    <a:pt x="4012241" y="626849"/>
                    <a:pt x="4006694" y="633152"/>
                  </a:cubicBezTo>
                  <a:cubicBezTo>
                    <a:pt x="4001273" y="639455"/>
                    <a:pt x="4003542" y="648406"/>
                    <a:pt x="3998121" y="650045"/>
                  </a:cubicBezTo>
                  <a:cubicBezTo>
                    <a:pt x="3992701" y="651557"/>
                    <a:pt x="3998121" y="659500"/>
                    <a:pt x="4011106" y="671224"/>
                  </a:cubicBezTo>
                  <a:cubicBezTo>
                    <a:pt x="4024091" y="682948"/>
                    <a:pt x="4016149" y="692024"/>
                    <a:pt x="4004425" y="697067"/>
                  </a:cubicBezTo>
                  <a:cubicBezTo>
                    <a:pt x="3992701" y="702110"/>
                    <a:pt x="3973791" y="692276"/>
                    <a:pt x="3967992" y="683326"/>
                  </a:cubicBezTo>
                  <a:cubicBezTo>
                    <a:pt x="3962067" y="674375"/>
                    <a:pt x="3946056" y="678157"/>
                    <a:pt x="3942148" y="666433"/>
                  </a:cubicBezTo>
                  <a:cubicBezTo>
                    <a:pt x="3938241" y="654709"/>
                    <a:pt x="3946813" y="652692"/>
                    <a:pt x="3954755" y="659373"/>
                  </a:cubicBezTo>
                  <a:cubicBezTo>
                    <a:pt x="3962571" y="666055"/>
                    <a:pt x="3973161" y="660508"/>
                    <a:pt x="3974421" y="651936"/>
                  </a:cubicBezTo>
                  <a:cubicBezTo>
                    <a:pt x="3975555" y="643363"/>
                    <a:pt x="3953242" y="637438"/>
                    <a:pt x="3941014" y="638195"/>
                  </a:cubicBezTo>
                  <a:cubicBezTo>
                    <a:pt x="3928912" y="638951"/>
                    <a:pt x="3922230" y="655844"/>
                    <a:pt x="3909624" y="662903"/>
                  </a:cubicBezTo>
                  <a:cubicBezTo>
                    <a:pt x="3897017" y="669963"/>
                    <a:pt x="3848482" y="660130"/>
                    <a:pt x="3843313" y="655465"/>
                  </a:cubicBezTo>
                  <a:cubicBezTo>
                    <a:pt x="3838271" y="650801"/>
                    <a:pt x="3770322" y="655465"/>
                    <a:pt x="3763262" y="660130"/>
                  </a:cubicBezTo>
                  <a:cubicBezTo>
                    <a:pt x="3756203" y="664794"/>
                    <a:pt x="3761245" y="683326"/>
                    <a:pt x="3757715" y="684839"/>
                  </a:cubicBezTo>
                  <a:cubicBezTo>
                    <a:pt x="3754185" y="686351"/>
                    <a:pt x="3750656" y="663660"/>
                    <a:pt x="3750656" y="659373"/>
                  </a:cubicBezTo>
                  <a:cubicBezTo>
                    <a:pt x="3750656" y="655087"/>
                    <a:pt x="3742461" y="651936"/>
                    <a:pt x="3730233" y="651936"/>
                  </a:cubicBezTo>
                  <a:cubicBezTo>
                    <a:pt x="3718131" y="651936"/>
                    <a:pt x="3711071" y="651557"/>
                    <a:pt x="3716114" y="646389"/>
                  </a:cubicBezTo>
                  <a:cubicBezTo>
                    <a:pt x="3721282" y="641346"/>
                    <a:pt x="3711450" y="636177"/>
                    <a:pt x="3720778" y="629496"/>
                  </a:cubicBezTo>
                  <a:cubicBezTo>
                    <a:pt x="3730233" y="622815"/>
                    <a:pt x="3703507" y="602014"/>
                    <a:pt x="3677664" y="591803"/>
                  </a:cubicBezTo>
                  <a:cubicBezTo>
                    <a:pt x="3651820" y="581591"/>
                    <a:pt x="3592948" y="587516"/>
                    <a:pt x="3577190" y="592181"/>
                  </a:cubicBezTo>
                  <a:cubicBezTo>
                    <a:pt x="3561558" y="596845"/>
                    <a:pt x="3530168" y="595332"/>
                    <a:pt x="3515166" y="595711"/>
                  </a:cubicBezTo>
                  <a:cubicBezTo>
                    <a:pt x="3500291" y="596089"/>
                    <a:pt x="3512392" y="589786"/>
                    <a:pt x="3508107" y="582726"/>
                  </a:cubicBezTo>
                  <a:cubicBezTo>
                    <a:pt x="3503820" y="575666"/>
                    <a:pt x="3478229" y="567094"/>
                    <a:pt x="3474699" y="572893"/>
                  </a:cubicBezTo>
                  <a:cubicBezTo>
                    <a:pt x="3471170" y="578818"/>
                    <a:pt x="3464488" y="572893"/>
                    <a:pt x="3464488" y="568607"/>
                  </a:cubicBezTo>
                  <a:cubicBezTo>
                    <a:pt x="3464488" y="564320"/>
                    <a:pt x="3440536" y="555622"/>
                    <a:pt x="3431081" y="557639"/>
                  </a:cubicBezTo>
                  <a:cubicBezTo>
                    <a:pt x="3421626" y="559530"/>
                    <a:pt x="3417340" y="548941"/>
                    <a:pt x="3428307" y="548941"/>
                  </a:cubicBezTo>
                  <a:cubicBezTo>
                    <a:pt x="3439275" y="548941"/>
                    <a:pt x="3458185" y="551336"/>
                    <a:pt x="3449865" y="538729"/>
                  </a:cubicBezTo>
                  <a:cubicBezTo>
                    <a:pt x="3441670" y="526123"/>
                    <a:pt x="3371074" y="522215"/>
                    <a:pt x="3364392" y="524610"/>
                  </a:cubicBezTo>
                  <a:cubicBezTo>
                    <a:pt x="3357711" y="527005"/>
                    <a:pt x="3364014" y="535956"/>
                    <a:pt x="3348634" y="550453"/>
                  </a:cubicBezTo>
                  <a:cubicBezTo>
                    <a:pt x="3333381" y="564951"/>
                    <a:pt x="3318379" y="555118"/>
                    <a:pt x="3320396" y="548058"/>
                  </a:cubicBezTo>
                  <a:cubicBezTo>
                    <a:pt x="3322412" y="540998"/>
                    <a:pt x="3341197" y="542133"/>
                    <a:pt x="3341197" y="535073"/>
                  </a:cubicBezTo>
                  <a:cubicBezTo>
                    <a:pt x="3341197" y="528014"/>
                    <a:pt x="3315353" y="531922"/>
                    <a:pt x="3311445" y="525997"/>
                  </a:cubicBezTo>
                  <a:cubicBezTo>
                    <a:pt x="3307537" y="520072"/>
                    <a:pt x="3316865" y="516164"/>
                    <a:pt x="3326320" y="518937"/>
                  </a:cubicBezTo>
                  <a:cubicBezTo>
                    <a:pt x="3335775" y="521710"/>
                    <a:pt x="3352164" y="523223"/>
                    <a:pt x="3353047" y="518937"/>
                  </a:cubicBezTo>
                  <a:cubicBezTo>
                    <a:pt x="3353803" y="514651"/>
                    <a:pt x="3343213" y="513894"/>
                    <a:pt x="3327581" y="511121"/>
                  </a:cubicBezTo>
                  <a:cubicBezTo>
                    <a:pt x="3311823" y="508348"/>
                    <a:pt x="3273878" y="499397"/>
                    <a:pt x="3253833" y="501288"/>
                  </a:cubicBezTo>
                  <a:cubicBezTo>
                    <a:pt x="3233789" y="503305"/>
                    <a:pt x="3224838" y="493850"/>
                    <a:pt x="3213871" y="493094"/>
                  </a:cubicBezTo>
                  <a:cubicBezTo>
                    <a:pt x="3202903" y="492337"/>
                    <a:pt x="3202903" y="499019"/>
                    <a:pt x="3207946" y="505196"/>
                  </a:cubicBezTo>
                  <a:cubicBezTo>
                    <a:pt x="3212988" y="511499"/>
                    <a:pt x="3197356" y="515407"/>
                    <a:pt x="3184372" y="513390"/>
                  </a:cubicBezTo>
                  <a:cubicBezTo>
                    <a:pt x="3171387" y="511373"/>
                    <a:pt x="3152603" y="520450"/>
                    <a:pt x="3160041" y="529905"/>
                  </a:cubicBezTo>
                  <a:cubicBezTo>
                    <a:pt x="3167479" y="539360"/>
                    <a:pt x="3174917" y="527131"/>
                    <a:pt x="3181220" y="530283"/>
                  </a:cubicBezTo>
                  <a:cubicBezTo>
                    <a:pt x="3187523" y="533435"/>
                    <a:pt x="3164706" y="540116"/>
                    <a:pt x="3174161" y="544402"/>
                  </a:cubicBezTo>
                  <a:cubicBezTo>
                    <a:pt x="3183615" y="548688"/>
                    <a:pt x="3181977" y="557765"/>
                    <a:pt x="3182354" y="562429"/>
                  </a:cubicBezTo>
                  <a:cubicBezTo>
                    <a:pt x="3182733" y="567094"/>
                    <a:pt x="3166596" y="569489"/>
                    <a:pt x="3160798" y="562429"/>
                  </a:cubicBezTo>
                  <a:cubicBezTo>
                    <a:pt x="3154872" y="555370"/>
                    <a:pt x="3146678" y="561673"/>
                    <a:pt x="3135710" y="560917"/>
                  </a:cubicBezTo>
                  <a:cubicBezTo>
                    <a:pt x="3124742" y="560160"/>
                    <a:pt x="3116423" y="565203"/>
                    <a:pt x="3128273" y="566842"/>
                  </a:cubicBezTo>
                  <a:cubicBezTo>
                    <a:pt x="3139997" y="568355"/>
                    <a:pt x="3143905" y="575792"/>
                    <a:pt x="3128273" y="577431"/>
                  </a:cubicBezTo>
                  <a:cubicBezTo>
                    <a:pt x="3112641" y="578944"/>
                    <a:pt x="3116549" y="562934"/>
                    <a:pt x="3107094" y="564825"/>
                  </a:cubicBezTo>
                  <a:cubicBezTo>
                    <a:pt x="3097639" y="566842"/>
                    <a:pt x="3077216" y="557387"/>
                    <a:pt x="3066249" y="557765"/>
                  </a:cubicBezTo>
                  <a:cubicBezTo>
                    <a:pt x="3055281" y="558143"/>
                    <a:pt x="3050112" y="566842"/>
                    <a:pt x="3035614" y="567976"/>
                  </a:cubicBezTo>
                  <a:cubicBezTo>
                    <a:pt x="3021117" y="569111"/>
                    <a:pt x="3001451" y="560538"/>
                    <a:pt x="2995652" y="552722"/>
                  </a:cubicBezTo>
                  <a:cubicBezTo>
                    <a:pt x="2989727" y="544906"/>
                    <a:pt x="2987836" y="542511"/>
                    <a:pt x="2980776" y="551588"/>
                  </a:cubicBezTo>
                  <a:cubicBezTo>
                    <a:pt x="2973717" y="560665"/>
                    <a:pt x="2973338" y="577809"/>
                    <a:pt x="2966279" y="579070"/>
                  </a:cubicBezTo>
                  <a:cubicBezTo>
                    <a:pt x="2959219" y="580205"/>
                    <a:pt x="2956446" y="595585"/>
                    <a:pt x="2949386" y="599493"/>
                  </a:cubicBezTo>
                  <a:cubicBezTo>
                    <a:pt x="2942327" y="603401"/>
                    <a:pt x="2941948" y="593568"/>
                    <a:pt x="2932872" y="594450"/>
                  </a:cubicBezTo>
                  <a:cubicBezTo>
                    <a:pt x="2923795" y="595206"/>
                    <a:pt x="2894800" y="566968"/>
                    <a:pt x="2893287" y="558774"/>
                  </a:cubicBezTo>
                  <a:cubicBezTo>
                    <a:pt x="2891775" y="550579"/>
                    <a:pt x="2873747" y="534821"/>
                    <a:pt x="2868957" y="531670"/>
                  </a:cubicBezTo>
                  <a:cubicBezTo>
                    <a:pt x="2864292" y="528518"/>
                    <a:pt x="2873621" y="527005"/>
                    <a:pt x="2879547" y="532048"/>
                  </a:cubicBezTo>
                  <a:cubicBezTo>
                    <a:pt x="2885471" y="537090"/>
                    <a:pt x="2892909" y="537090"/>
                    <a:pt x="2898708" y="534065"/>
                  </a:cubicBezTo>
                  <a:cubicBezTo>
                    <a:pt x="2904633" y="530913"/>
                    <a:pt x="2903877" y="516416"/>
                    <a:pt x="2893666" y="516038"/>
                  </a:cubicBezTo>
                  <a:cubicBezTo>
                    <a:pt x="2883455" y="515659"/>
                    <a:pt x="2887363" y="507087"/>
                    <a:pt x="2892531" y="505448"/>
                  </a:cubicBezTo>
                  <a:cubicBezTo>
                    <a:pt x="2897699" y="503935"/>
                    <a:pt x="2880807" y="488555"/>
                    <a:pt x="2886984" y="487043"/>
                  </a:cubicBezTo>
                  <a:cubicBezTo>
                    <a:pt x="2893287" y="485530"/>
                    <a:pt x="2890514" y="478848"/>
                    <a:pt x="2881941" y="477588"/>
                  </a:cubicBezTo>
                  <a:cubicBezTo>
                    <a:pt x="2873369" y="476453"/>
                    <a:pt x="2864292" y="469393"/>
                    <a:pt x="2863914" y="464981"/>
                  </a:cubicBezTo>
                  <a:cubicBezTo>
                    <a:pt x="2863536" y="460695"/>
                    <a:pt x="2827103" y="459056"/>
                    <a:pt x="2828616" y="465359"/>
                  </a:cubicBezTo>
                  <a:cubicBezTo>
                    <a:pt x="2830255" y="471663"/>
                    <a:pt x="2816892" y="469646"/>
                    <a:pt x="2818783" y="464603"/>
                  </a:cubicBezTo>
                  <a:cubicBezTo>
                    <a:pt x="2820800" y="459560"/>
                    <a:pt x="2805798" y="461073"/>
                    <a:pt x="2788527" y="456409"/>
                  </a:cubicBezTo>
                  <a:cubicBezTo>
                    <a:pt x="2771256" y="451744"/>
                    <a:pt x="2770878" y="439516"/>
                    <a:pt x="2764953" y="438760"/>
                  </a:cubicBezTo>
                  <a:cubicBezTo>
                    <a:pt x="2759028" y="438003"/>
                    <a:pt x="2761045" y="455652"/>
                    <a:pt x="2752473" y="451744"/>
                  </a:cubicBezTo>
                  <a:cubicBezTo>
                    <a:pt x="2743901" y="447836"/>
                    <a:pt x="2734446" y="455274"/>
                    <a:pt x="2739110" y="465485"/>
                  </a:cubicBezTo>
                  <a:cubicBezTo>
                    <a:pt x="2743774" y="475697"/>
                    <a:pt x="2739488" y="477210"/>
                    <a:pt x="2738731" y="485530"/>
                  </a:cubicBezTo>
                  <a:cubicBezTo>
                    <a:pt x="2737975" y="493724"/>
                    <a:pt x="2733185" y="490194"/>
                    <a:pt x="2723099" y="486664"/>
                  </a:cubicBezTo>
                  <a:cubicBezTo>
                    <a:pt x="2712888" y="483135"/>
                    <a:pt x="2712888" y="495363"/>
                    <a:pt x="2690953" y="489816"/>
                  </a:cubicBezTo>
                  <a:cubicBezTo>
                    <a:pt x="2669018" y="484269"/>
                    <a:pt x="2659184" y="490194"/>
                    <a:pt x="2655276" y="483135"/>
                  </a:cubicBezTo>
                  <a:cubicBezTo>
                    <a:pt x="2651368" y="476075"/>
                    <a:pt x="2644687" y="475319"/>
                    <a:pt x="2643931" y="481118"/>
                  </a:cubicBezTo>
                  <a:cubicBezTo>
                    <a:pt x="2643175" y="487043"/>
                    <a:pt x="2609389" y="484647"/>
                    <a:pt x="2606616" y="475949"/>
                  </a:cubicBezTo>
                  <a:cubicBezTo>
                    <a:pt x="2603842" y="467376"/>
                    <a:pt x="2612540" y="465738"/>
                    <a:pt x="2617583" y="463468"/>
                  </a:cubicBezTo>
                  <a:cubicBezTo>
                    <a:pt x="2622626" y="461073"/>
                    <a:pt x="2612036" y="457543"/>
                    <a:pt x="2593630" y="458804"/>
                  </a:cubicBezTo>
                  <a:cubicBezTo>
                    <a:pt x="2575225" y="459939"/>
                    <a:pt x="2563375" y="449349"/>
                    <a:pt x="2544592" y="451366"/>
                  </a:cubicBezTo>
                  <a:cubicBezTo>
                    <a:pt x="2525682" y="453383"/>
                    <a:pt x="2483828" y="457291"/>
                    <a:pt x="2477903" y="460065"/>
                  </a:cubicBezTo>
                  <a:cubicBezTo>
                    <a:pt x="2471978" y="462838"/>
                    <a:pt x="2483450" y="473428"/>
                    <a:pt x="2474373" y="474184"/>
                  </a:cubicBezTo>
                  <a:cubicBezTo>
                    <a:pt x="2465423" y="474940"/>
                    <a:pt x="2471600" y="456913"/>
                    <a:pt x="2470087" y="448341"/>
                  </a:cubicBezTo>
                  <a:cubicBezTo>
                    <a:pt x="2468574" y="439642"/>
                    <a:pt x="2454833" y="438508"/>
                    <a:pt x="2456724" y="445189"/>
                  </a:cubicBezTo>
                  <a:cubicBezTo>
                    <a:pt x="2458741" y="451870"/>
                    <a:pt x="2435167" y="454266"/>
                    <a:pt x="2429242" y="449097"/>
                  </a:cubicBezTo>
                  <a:cubicBezTo>
                    <a:pt x="2423317" y="444054"/>
                    <a:pt x="2413988" y="437373"/>
                    <a:pt x="2398608" y="433465"/>
                  </a:cubicBezTo>
                  <a:cubicBezTo>
                    <a:pt x="2383354" y="429557"/>
                    <a:pt x="2364444" y="446071"/>
                    <a:pt x="2368857" y="450736"/>
                  </a:cubicBezTo>
                  <a:cubicBezTo>
                    <a:pt x="2373143" y="455400"/>
                    <a:pt x="2384489" y="451870"/>
                    <a:pt x="2384867" y="455022"/>
                  </a:cubicBezTo>
                  <a:cubicBezTo>
                    <a:pt x="2385623" y="461451"/>
                    <a:pt x="2352343" y="458930"/>
                    <a:pt x="2352343" y="464477"/>
                  </a:cubicBezTo>
                  <a:cubicBezTo>
                    <a:pt x="2352343" y="470024"/>
                    <a:pt x="2321330" y="477462"/>
                    <a:pt x="2311875" y="478596"/>
                  </a:cubicBezTo>
                  <a:cubicBezTo>
                    <a:pt x="2286032" y="481874"/>
                    <a:pt x="2280485" y="481748"/>
                    <a:pt x="2268383" y="491959"/>
                  </a:cubicBezTo>
                  <a:cubicBezTo>
                    <a:pt x="2256281" y="502170"/>
                    <a:pt x="2265610" y="482882"/>
                    <a:pt x="2275065" y="473554"/>
                  </a:cubicBezTo>
                  <a:cubicBezTo>
                    <a:pt x="2284520" y="464099"/>
                    <a:pt x="2294226" y="468007"/>
                    <a:pt x="2299773" y="460569"/>
                  </a:cubicBezTo>
                  <a:cubicBezTo>
                    <a:pt x="2305320" y="453131"/>
                    <a:pt x="2313892" y="453887"/>
                    <a:pt x="2328768" y="451492"/>
                  </a:cubicBezTo>
                  <a:cubicBezTo>
                    <a:pt x="2343644" y="449097"/>
                    <a:pt x="2342888" y="440525"/>
                    <a:pt x="2349947" y="437373"/>
                  </a:cubicBezTo>
                  <a:cubicBezTo>
                    <a:pt x="2357007" y="434221"/>
                    <a:pt x="2374278" y="427540"/>
                    <a:pt x="2377429" y="420480"/>
                  </a:cubicBezTo>
                  <a:cubicBezTo>
                    <a:pt x="2380581" y="413421"/>
                    <a:pt x="2415879" y="401697"/>
                    <a:pt x="2422939" y="402075"/>
                  </a:cubicBezTo>
                  <a:cubicBezTo>
                    <a:pt x="2429998" y="402453"/>
                    <a:pt x="2431511" y="387955"/>
                    <a:pt x="2435419" y="387955"/>
                  </a:cubicBezTo>
                  <a:cubicBezTo>
                    <a:pt x="2439327" y="387955"/>
                    <a:pt x="2459749" y="379005"/>
                    <a:pt x="2467565" y="375349"/>
                  </a:cubicBezTo>
                  <a:cubicBezTo>
                    <a:pt x="2475381" y="371819"/>
                    <a:pt x="2479290" y="364381"/>
                    <a:pt x="2479668" y="359213"/>
                  </a:cubicBezTo>
                  <a:cubicBezTo>
                    <a:pt x="2480046" y="354170"/>
                    <a:pt x="2469078" y="354926"/>
                    <a:pt x="2467944" y="350136"/>
                  </a:cubicBezTo>
                  <a:cubicBezTo>
                    <a:pt x="2466809" y="345472"/>
                    <a:pt x="2472987" y="348623"/>
                    <a:pt x="2481307" y="345472"/>
                  </a:cubicBezTo>
                  <a:cubicBezTo>
                    <a:pt x="2489501" y="342320"/>
                    <a:pt x="2481307" y="331352"/>
                    <a:pt x="2474625" y="333369"/>
                  </a:cubicBezTo>
                  <a:cubicBezTo>
                    <a:pt x="2467944" y="335386"/>
                    <a:pt x="2478155" y="327444"/>
                    <a:pt x="2472230" y="320385"/>
                  </a:cubicBezTo>
                  <a:cubicBezTo>
                    <a:pt x="2466305" y="313325"/>
                    <a:pt x="2454581" y="324671"/>
                    <a:pt x="2454959" y="317233"/>
                  </a:cubicBezTo>
                  <a:cubicBezTo>
                    <a:pt x="2455337" y="309795"/>
                    <a:pt x="2454203" y="300340"/>
                    <a:pt x="2449412" y="295676"/>
                  </a:cubicBezTo>
                  <a:cubicBezTo>
                    <a:pt x="2444748" y="291011"/>
                    <a:pt x="2436049" y="303870"/>
                    <a:pt x="2426343" y="296432"/>
                  </a:cubicBezTo>
                  <a:cubicBezTo>
                    <a:pt x="2416509" y="288994"/>
                    <a:pt x="2387893" y="284330"/>
                    <a:pt x="2387893" y="287356"/>
                  </a:cubicBezTo>
                  <a:cubicBezTo>
                    <a:pt x="2387893" y="290381"/>
                    <a:pt x="2374152" y="282691"/>
                    <a:pt x="2371378" y="285843"/>
                  </a:cubicBezTo>
                  <a:cubicBezTo>
                    <a:pt x="2368605" y="288994"/>
                    <a:pt x="2345913" y="288616"/>
                    <a:pt x="2338854" y="286599"/>
                  </a:cubicBezTo>
                  <a:cubicBezTo>
                    <a:pt x="2331794" y="284708"/>
                    <a:pt x="2321960" y="289373"/>
                    <a:pt x="2321583" y="296432"/>
                  </a:cubicBezTo>
                  <a:cubicBezTo>
                    <a:pt x="2321204" y="303492"/>
                    <a:pt x="2293344" y="300718"/>
                    <a:pt x="2288301" y="299584"/>
                  </a:cubicBezTo>
                  <a:cubicBezTo>
                    <a:pt x="2283258" y="298449"/>
                    <a:pt x="2307589" y="278405"/>
                    <a:pt x="2307589" y="274875"/>
                  </a:cubicBezTo>
                  <a:cubicBezTo>
                    <a:pt x="2307589" y="271345"/>
                    <a:pt x="2266366" y="275632"/>
                    <a:pt x="2263971" y="271723"/>
                  </a:cubicBezTo>
                  <a:cubicBezTo>
                    <a:pt x="2261576" y="267816"/>
                    <a:pt x="2241657" y="266555"/>
                    <a:pt x="2232581" y="267059"/>
                  </a:cubicBezTo>
                  <a:cubicBezTo>
                    <a:pt x="2223504" y="267437"/>
                    <a:pt x="2232202" y="264664"/>
                    <a:pt x="2240397" y="263907"/>
                  </a:cubicBezTo>
                  <a:cubicBezTo>
                    <a:pt x="2248591" y="263151"/>
                    <a:pt x="2256029" y="256091"/>
                    <a:pt x="2265105" y="254453"/>
                  </a:cubicBezTo>
                  <a:cubicBezTo>
                    <a:pt x="2274056" y="252940"/>
                    <a:pt x="2272165" y="249788"/>
                    <a:pt x="2268257" y="244241"/>
                  </a:cubicBezTo>
                  <a:cubicBezTo>
                    <a:pt x="2264349" y="238821"/>
                    <a:pt x="2254894" y="241468"/>
                    <a:pt x="2245817" y="238821"/>
                  </a:cubicBezTo>
                  <a:cubicBezTo>
                    <a:pt x="2236867" y="236047"/>
                    <a:pt x="2225773" y="232139"/>
                    <a:pt x="2217957" y="231761"/>
                  </a:cubicBezTo>
                  <a:cubicBezTo>
                    <a:pt x="2210141" y="231383"/>
                    <a:pt x="2201442" y="235669"/>
                    <a:pt x="2183037" y="239199"/>
                  </a:cubicBezTo>
                  <a:cubicBezTo>
                    <a:pt x="2164632" y="242729"/>
                    <a:pt x="2162993" y="256848"/>
                    <a:pt x="2153664" y="261134"/>
                  </a:cubicBezTo>
                  <a:cubicBezTo>
                    <a:pt x="2144209" y="265420"/>
                    <a:pt x="2127821" y="282691"/>
                    <a:pt x="2135637" y="284330"/>
                  </a:cubicBezTo>
                  <a:cubicBezTo>
                    <a:pt x="2143453" y="285969"/>
                    <a:pt x="2139545" y="290633"/>
                    <a:pt x="2140679" y="295676"/>
                  </a:cubicBezTo>
                  <a:cubicBezTo>
                    <a:pt x="2141814" y="300718"/>
                    <a:pt x="2134754" y="301979"/>
                    <a:pt x="2125803" y="300340"/>
                  </a:cubicBezTo>
                  <a:cubicBezTo>
                    <a:pt x="2116853" y="298827"/>
                    <a:pt x="2084958" y="299206"/>
                    <a:pt x="2085337" y="305887"/>
                  </a:cubicBezTo>
                  <a:cubicBezTo>
                    <a:pt x="2085715" y="312569"/>
                    <a:pt x="2103742" y="315720"/>
                    <a:pt x="2102608" y="319250"/>
                  </a:cubicBezTo>
                  <a:cubicBezTo>
                    <a:pt x="2101473" y="322780"/>
                    <a:pt x="2088866" y="318872"/>
                    <a:pt x="2082563" y="315342"/>
                  </a:cubicBezTo>
                  <a:cubicBezTo>
                    <a:pt x="2076260" y="311812"/>
                    <a:pt x="2062141" y="313703"/>
                    <a:pt x="2059367" y="320385"/>
                  </a:cubicBezTo>
                  <a:cubicBezTo>
                    <a:pt x="2056594" y="327066"/>
                    <a:pt x="2045626" y="325427"/>
                    <a:pt x="2042096" y="323914"/>
                  </a:cubicBezTo>
                  <a:cubicBezTo>
                    <a:pt x="2038566" y="322402"/>
                    <a:pt x="2030750" y="327066"/>
                    <a:pt x="2024825" y="325049"/>
                  </a:cubicBezTo>
                  <a:cubicBezTo>
                    <a:pt x="2018900" y="323032"/>
                    <a:pt x="2036549" y="314460"/>
                    <a:pt x="2032263" y="310173"/>
                  </a:cubicBezTo>
                  <a:cubicBezTo>
                    <a:pt x="2027977" y="305887"/>
                    <a:pt x="2009067" y="309795"/>
                    <a:pt x="2007176" y="316855"/>
                  </a:cubicBezTo>
                  <a:cubicBezTo>
                    <a:pt x="2005159" y="323914"/>
                    <a:pt x="1993814" y="311812"/>
                    <a:pt x="1989527" y="314081"/>
                  </a:cubicBezTo>
                  <a:cubicBezTo>
                    <a:pt x="1985241" y="316477"/>
                    <a:pt x="1980576" y="319124"/>
                    <a:pt x="1972256" y="322654"/>
                  </a:cubicBezTo>
                  <a:cubicBezTo>
                    <a:pt x="1964062" y="326184"/>
                    <a:pt x="1949942" y="318746"/>
                    <a:pt x="1946791" y="325049"/>
                  </a:cubicBezTo>
                  <a:cubicBezTo>
                    <a:pt x="1943639" y="331352"/>
                    <a:pt x="1962549" y="333243"/>
                    <a:pt x="1962927" y="336017"/>
                  </a:cubicBezTo>
                  <a:cubicBezTo>
                    <a:pt x="1963305" y="338790"/>
                    <a:pt x="1920191" y="338412"/>
                    <a:pt x="1918931" y="342698"/>
                  </a:cubicBezTo>
                  <a:cubicBezTo>
                    <a:pt x="1917796" y="346984"/>
                    <a:pt x="1903173" y="346984"/>
                    <a:pt x="1885523" y="347363"/>
                  </a:cubicBezTo>
                  <a:cubicBezTo>
                    <a:pt x="1867875" y="347741"/>
                    <a:pt x="1874934" y="356439"/>
                    <a:pt x="1860814" y="359087"/>
                  </a:cubicBezTo>
                  <a:cubicBezTo>
                    <a:pt x="1846695" y="361860"/>
                    <a:pt x="1840392" y="362238"/>
                    <a:pt x="1835727" y="369298"/>
                  </a:cubicBezTo>
                  <a:cubicBezTo>
                    <a:pt x="1831063" y="376357"/>
                    <a:pt x="1819969" y="377492"/>
                    <a:pt x="1815305" y="372071"/>
                  </a:cubicBezTo>
                  <a:cubicBezTo>
                    <a:pt x="1810641" y="366524"/>
                    <a:pt x="1797656" y="374845"/>
                    <a:pt x="1804716" y="375601"/>
                  </a:cubicBezTo>
                  <a:cubicBezTo>
                    <a:pt x="1811776" y="376357"/>
                    <a:pt x="1805094" y="383417"/>
                    <a:pt x="1800808" y="381904"/>
                  </a:cubicBezTo>
                  <a:cubicBezTo>
                    <a:pt x="1796521" y="380392"/>
                    <a:pt x="1783915" y="389342"/>
                    <a:pt x="1790975" y="388586"/>
                  </a:cubicBezTo>
                  <a:cubicBezTo>
                    <a:pt x="1798034" y="387829"/>
                    <a:pt x="1801564" y="393628"/>
                    <a:pt x="1798034" y="398041"/>
                  </a:cubicBezTo>
                  <a:cubicBezTo>
                    <a:pt x="1794505" y="402327"/>
                    <a:pt x="1779251" y="392998"/>
                    <a:pt x="1775216" y="396906"/>
                  </a:cubicBezTo>
                  <a:cubicBezTo>
                    <a:pt x="1771308" y="400814"/>
                    <a:pt x="1782655" y="405983"/>
                    <a:pt x="1789714" y="405100"/>
                  </a:cubicBezTo>
                  <a:cubicBezTo>
                    <a:pt x="1796774" y="404344"/>
                    <a:pt x="1800682" y="409008"/>
                    <a:pt x="1801438" y="414177"/>
                  </a:cubicBezTo>
                  <a:cubicBezTo>
                    <a:pt x="1802195" y="419220"/>
                    <a:pt x="1784924" y="411025"/>
                    <a:pt x="1781393" y="415312"/>
                  </a:cubicBezTo>
                  <a:cubicBezTo>
                    <a:pt x="1777864" y="419598"/>
                    <a:pt x="1784167" y="421615"/>
                    <a:pt x="1791605" y="422371"/>
                  </a:cubicBezTo>
                  <a:cubicBezTo>
                    <a:pt x="1799043" y="423128"/>
                    <a:pt x="1793622" y="425901"/>
                    <a:pt x="1800303" y="431826"/>
                  </a:cubicBezTo>
                  <a:cubicBezTo>
                    <a:pt x="1800808" y="432330"/>
                    <a:pt x="1801186" y="432709"/>
                    <a:pt x="1801564" y="433087"/>
                  </a:cubicBezTo>
                  <a:cubicBezTo>
                    <a:pt x="1805599" y="438003"/>
                    <a:pt x="1798034" y="439642"/>
                    <a:pt x="1798791" y="444307"/>
                  </a:cubicBezTo>
                  <a:cubicBezTo>
                    <a:pt x="1799547" y="449475"/>
                    <a:pt x="1791353" y="451366"/>
                    <a:pt x="1791353" y="446702"/>
                  </a:cubicBezTo>
                  <a:cubicBezTo>
                    <a:pt x="1791353" y="442037"/>
                    <a:pt x="1770552" y="440399"/>
                    <a:pt x="1766266" y="445567"/>
                  </a:cubicBezTo>
                  <a:cubicBezTo>
                    <a:pt x="1761980" y="450736"/>
                    <a:pt x="1758828" y="454644"/>
                    <a:pt x="1753659" y="449853"/>
                  </a:cubicBezTo>
                  <a:cubicBezTo>
                    <a:pt x="1748617" y="445189"/>
                    <a:pt x="1733615" y="450988"/>
                    <a:pt x="1714453" y="451870"/>
                  </a:cubicBezTo>
                  <a:cubicBezTo>
                    <a:pt x="1695292" y="452627"/>
                    <a:pt x="1655581" y="454266"/>
                    <a:pt x="1645747" y="457795"/>
                  </a:cubicBezTo>
                  <a:cubicBezTo>
                    <a:pt x="1635915" y="461325"/>
                    <a:pt x="1627720" y="475066"/>
                    <a:pt x="1636671" y="484017"/>
                  </a:cubicBezTo>
                  <a:cubicBezTo>
                    <a:pt x="1645747" y="493094"/>
                    <a:pt x="1637049" y="497002"/>
                    <a:pt x="1637049" y="502801"/>
                  </a:cubicBezTo>
                  <a:cubicBezTo>
                    <a:pt x="1637049" y="508726"/>
                    <a:pt x="1660624" y="520828"/>
                    <a:pt x="1673104" y="521963"/>
                  </a:cubicBezTo>
                  <a:cubicBezTo>
                    <a:pt x="1685711" y="523097"/>
                    <a:pt x="1695796" y="538477"/>
                    <a:pt x="1688357" y="547806"/>
                  </a:cubicBezTo>
                  <a:cubicBezTo>
                    <a:pt x="1680920" y="557261"/>
                    <a:pt x="1658102" y="545032"/>
                    <a:pt x="1643227" y="533308"/>
                  </a:cubicBezTo>
                  <a:cubicBezTo>
                    <a:pt x="1628351" y="521584"/>
                    <a:pt x="1593809" y="516794"/>
                    <a:pt x="1582463" y="517676"/>
                  </a:cubicBezTo>
                  <a:cubicBezTo>
                    <a:pt x="1571117" y="518433"/>
                    <a:pt x="1577799" y="507465"/>
                    <a:pt x="1563301" y="507843"/>
                  </a:cubicBezTo>
                  <a:cubicBezTo>
                    <a:pt x="1548803" y="508222"/>
                    <a:pt x="1536575" y="521206"/>
                    <a:pt x="1546409" y="521206"/>
                  </a:cubicBezTo>
                  <a:cubicBezTo>
                    <a:pt x="1556242" y="521206"/>
                    <a:pt x="1562545" y="520450"/>
                    <a:pt x="1557376" y="525114"/>
                  </a:cubicBezTo>
                  <a:cubicBezTo>
                    <a:pt x="1552334" y="529779"/>
                    <a:pt x="1560149" y="528644"/>
                    <a:pt x="1571873" y="533687"/>
                  </a:cubicBezTo>
                  <a:cubicBezTo>
                    <a:pt x="1583597" y="538855"/>
                    <a:pt x="1562041" y="545915"/>
                    <a:pt x="1549938" y="537595"/>
                  </a:cubicBezTo>
                  <a:cubicBezTo>
                    <a:pt x="1537836" y="529400"/>
                    <a:pt x="1524851" y="537216"/>
                    <a:pt x="1521321" y="543520"/>
                  </a:cubicBezTo>
                  <a:cubicBezTo>
                    <a:pt x="1517792" y="549823"/>
                    <a:pt x="1535440" y="567850"/>
                    <a:pt x="1556620" y="571002"/>
                  </a:cubicBezTo>
                  <a:cubicBezTo>
                    <a:pt x="1577799" y="574154"/>
                    <a:pt x="1570739" y="580835"/>
                    <a:pt x="1580572" y="584365"/>
                  </a:cubicBezTo>
                  <a:cubicBezTo>
                    <a:pt x="1590405" y="587895"/>
                    <a:pt x="1583346" y="591803"/>
                    <a:pt x="1576664" y="592181"/>
                  </a:cubicBezTo>
                  <a:cubicBezTo>
                    <a:pt x="1569983" y="592559"/>
                    <a:pt x="1556620" y="581970"/>
                    <a:pt x="1546030" y="576549"/>
                  </a:cubicBezTo>
                  <a:cubicBezTo>
                    <a:pt x="1535440" y="571002"/>
                    <a:pt x="1506824" y="578944"/>
                    <a:pt x="1500899" y="572641"/>
                  </a:cubicBezTo>
                  <a:cubicBezTo>
                    <a:pt x="1494974" y="566338"/>
                    <a:pt x="1504807" y="560160"/>
                    <a:pt x="1499260" y="555370"/>
                  </a:cubicBezTo>
                  <a:cubicBezTo>
                    <a:pt x="1493713" y="550705"/>
                    <a:pt x="1498504" y="540116"/>
                    <a:pt x="1505563" y="529022"/>
                  </a:cubicBezTo>
                  <a:cubicBezTo>
                    <a:pt x="1512623" y="518055"/>
                    <a:pt x="1504429" y="499271"/>
                    <a:pt x="1494218" y="496119"/>
                  </a:cubicBezTo>
                  <a:cubicBezTo>
                    <a:pt x="1484006" y="492968"/>
                    <a:pt x="1484763" y="503557"/>
                    <a:pt x="1487158" y="506709"/>
                  </a:cubicBezTo>
                  <a:cubicBezTo>
                    <a:pt x="1489553" y="509860"/>
                    <a:pt x="1488292" y="524736"/>
                    <a:pt x="1480476" y="534569"/>
                  </a:cubicBezTo>
                  <a:cubicBezTo>
                    <a:pt x="1472660" y="544402"/>
                    <a:pt x="1448708" y="544402"/>
                    <a:pt x="1448708" y="551084"/>
                  </a:cubicBezTo>
                  <a:cubicBezTo>
                    <a:pt x="1448708" y="557765"/>
                    <a:pt x="1432698" y="562808"/>
                    <a:pt x="1438119" y="567598"/>
                  </a:cubicBezTo>
                  <a:cubicBezTo>
                    <a:pt x="1443666" y="572263"/>
                    <a:pt x="1465223" y="596593"/>
                    <a:pt x="1468375" y="604031"/>
                  </a:cubicBezTo>
                  <a:cubicBezTo>
                    <a:pt x="1471526" y="611469"/>
                    <a:pt x="1449086" y="635043"/>
                    <a:pt x="1452616" y="648784"/>
                  </a:cubicBezTo>
                  <a:cubicBezTo>
                    <a:pt x="1456146" y="662525"/>
                    <a:pt x="1449464" y="668828"/>
                    <a:pt x="1453751" y="675510"/>
                  </a:cubicBezTo>
                  <a:cubicBezTo>
                    <a:pt x="1458037" y="682191"/>
                    <a:pt x="1467870" y="676266"/>
                    <a:pt x="1474173" y="679040"/>
                  </a:cubicBezTo>
                  <a:cubicBezTo>
                    <a:pt x="1480476" y="681813"/>
                    <a:pt x="1490688" y="675132"/>
                    <a:pt x="1505185" y="672358"/>
                  </a:cubicBezTo>
                  <a:cubicBezTo>
                    <a:pt x="1519682" y="669585"/>
                    <a:pt x="1546409" y="684965"/>
                    <a:pt x="1556242" y="689629"/>
                  </a:cubicBezTo>
                  <a:cubicBezTo>
                    <a:pt x="1566075" y="694293"/>
                    <a:pt x="1560906" y="702236"/>
                    <a:pt x="1566075" y="710052"/>
                  </a:cubicBezTo>
                  <a:cubicBezTo>
                    <a:pt x="1571117" y="717868"/>
                    <a:pt x="1554350" y="717868"/>
                    <a:pt x="1553846" y="729718"/>
                  </a:cubicBezTo>
                  <a:cubicBezTo>
                    <a:pt x="1553468" y="741442"/>
                    <a:pt x="1583220" y="746610"/>
                    <a:pt x="1584480" y="750140"/>
                  </a:cubicBezTo>
                  <a:cubicBezTo>
                    <a:pt x="1585615" y="753670"/>
                    <a:pt x="1563301" y="750897"/>
                    <a:pt x="1554603" y="747745"/>
                  </a:cubicBezTo>
                  <a:cubicBezTo>
                    <a:pt x="1546030" y="744593"/>
                    <a:pt x="1545148" y="733248"/>
                    <a:pt x="1542500" y="730852"/>
                  </a:cubicBezTo>
                  <a:cubicBezTo>
                    <a:pt x="1539727" y="728457"/>
                    <a:pt x="1548426" y="719128"/>
                    <a:pt x="1549182" y="711564"/>
                  </a:cubicBezTo>
                  <a:cubicBezTo>
                    <a:pt x="1549938" y="704127"/>
                    <a:pt x="1539348" y="699840"/>
                    <a:pt x="1535819" y="694672"/>
                  </a:cubicBezTo>
                  <a:cubicBezTo>
                    <a:pt x="1532289" y="689629"/>
                    <a:pt x="1525986" y="682065"/>
                    <a:pt x="1518926" y="683704"/>
                  </a:cubicBezTo>
                  <a:cubicBezTo>
                    <a:pt x="1511866" y="685343"/>
                    <a:pt x="1486023" y="687612"/>
                    <a:pt x="1478081" y="694672"/>
                  </a:cubicBezTo>
                  <a:cubicBezTo>
                    <a:pt x="1470265" y="701731"/>
                    <a:pt x="1479216" y="721776"/>
                    <a:pt x="1483628" y="731609"/>
                  </a:cubicBezTo>
                  <a:cubicBezTo>
                    <a:pt x="1487914" y="741442"/>
                    <a:pt x="1460810" y="755183"/>
                    <a:pt x="1461693" y="762999"/>
                  </a:cubicBezTo>
                  <a:cubicBezTo>
                    <a:pt x="1462449" y="770941"/>
                    <a:pt x="1453499" y="774345"/>
                    <a:pt x="1441648" y="780648"/>
                  </a:cubicBezTo>
                  <a:cubicBezTo>
                    <a:pt x="1429924" y="786951"/>
                    <a:pt x="1416940" y="791616"/>
                    <a:pt x="1417318" y="801827"/>
                  </a:cubicBezTo>
                  <a:cubicBezTo>
                    <a:pt x="1417696" y="812038"/>
                    <a:pt x="1401686" y="806491"/>
                    <a:pt x="1393366" y="801827"/>
                  </a:cubicBezTo>
                  <a:cubicBezTo>
                    <a:pt x="1385171" y="797163"/>
                    <a:pt x="1374456" y="804600"/>
                    <a:pt x="1362732" y="804222"/>
                  </a:cubicBezTo>
                  <a:cubicBezTo>
                    <a:pt x="1351008" y="803844"/>
                    <a:pt x="1351008" y="794011"/>
                    <a:pt x="1341553" y="797541"/>
                  </a:cubicBezTo>
                  <a:cubicBezTo>
                    <a:pt x="1332098" y="801071"/>
                    <a:pt x="1325921" y="793255"/>
                    <a:pt x="1328568" y="786195"/>
                  </a:cubicBezTo>
                  <a:cubicBezTo>
                    <a:pt x="1331342" y="779135"/>
                    <a:pt x="1341931" y="784556"/>
                    <a:pt x="1342687" y="789725"/>
                  </a:cubicBezTo>
                  <a:cubicBezTo>
                    <a:pt x="1343444" y="794767"/>
                    <a:pt x="1350125" y="792498"/>
                    <a:pt x="1357941" y="788086"/>
                  </a:cubicBezTo>
                  <a:cubicBezTo>
                    <a:pt x="1365757" y="783800"/>
                    <a:pt x="1361849" y="793633"/>
                    <a:pt x="1373195" y="794389"/>
                  </a:cubicBezTo>
                  <a:cubicBezTo>
                    <a:pt x="1384541" y="795145"/>
                    <a:pt x="1378238" y="788464"/>
                    <a:pt x="1386936" y="789347"/>
                  </a:cubicBezTo>
                  <a:cubicBezTo>
                    <a:pt x="1395509" y="790103"/>
                    <a:pt x="1395887" y="787456"/>
                    <a:pt x="1393240" y="783043"/>
                  </a:cubicBezTo>
                  <a:cubicBezTo>
                    <a:pt x="1390466" y="778757"/>
                    <a:pt x="1399543" y="775605"/>
                    <a:pt x="1404963" y="773210"/>
                  </a:cubicBezTo>
                  <a:cubicBezTo>
                    <a:pt x="1411141" y="770563"/>
                    <a:pt x="1408115" y="761864"/>
                    <a:pt x="1413158" y="759091"/>
                  </a:cubicBezTo>
                  <a:cubicBezTo>
                    <a:pt x="1418200" y="756317"/>
                    <a:pt x="1414670" y="750897"/>
                    <a:pt x="1420217" y="750392"/>
                  </a:cubicBezTo>
                  <a:cubicBezTo>
                    <a:pt x="1425764" y="750014"/>
                    <a:pt x="1428034" y="741820"/>
                    <a:pt x="1433202" y="741820"/>
                  </a:cubicBezTo>
                  <a:cubicBezTo>
                    <a:pt x="1438245" y="741820"/>
                    <a:pt x="1441018" y="733626"/>
                    <a:pt x="1437867" y="729214"/>
                  </a:cubicBezTo>
                  <a:cubicBezTo>
                    <a:pt x="1434715" y="724927"/>
                    <a:pt x="1439883" y="713077"/>
                    <a:pt x="1444926" y="711564"/>
                  </a:cubicBezTo>
                  <a:cubicBezTo>
                    <a:pt x="1449969" y="710052"/>
                    <a:pt x="1450473" y="705261"/>
                    <a:pt x="1445683" y="701731"/>
                  </a:cubicBezTo>
                  <a:cubicBezTo>
                    <a:pt x="1440892" y="698201"/>
                    <a:pt x="1423621" y="686478"/>
                    <a:pt x="1424882" y="679040"/>
                  </a:cubicBezTo>
                  <a:cubicBezTo>
                    <a:pt x="1426016" y="671602"/>
                    <a:pt x="1421730" y="657861"/>
                    <a:pt x="1424125" y="651936"/>
                  </a:cubicBezTo>
                  <a:cubicBezTo>
                    <a:pt x="1426520" y="646011"/>
                    <a:pt x="1424503" y="633908"/>
                    <a:pt x="1423747" y="626849"/>
                  </a:cubicBezTo>
                  <a:cubicBezTo>
                    <a:pt x="1422991" y="619789"/>
                    <a:pt x="1428034" y="611973"/>
                    <a:pt x="1430428" y="598988"/>
                  </a:cubicBezTo>
                  <a:cubicBezTo>
                    <a:pt x="1432824" y="586004"/>
                    <a:pt x="1416687" y="572263"/>
                    <a:pt x="1408871" y="568733"/>
                  </a:cubicBezTo>
                  <a:cubicBezTo>
                    <a:pt x="1401055" y="565203"/>
                    <a:pt x="1406098" y="558143"/>
                    <a:pt x="1417444" y="548688"/>
                  </a:cubicBezTo>
                  <a:cubicBezTo>
                    <a:pt x="1428790" y="539234"/>
                    <a:pt x="1429546" y="509860"/>
                    <a:pt x="1428790" y="503557"/>
                  </a:cubicBezTo>
                  <a:cubicBezTo>
                    <a:pt x="1428034" y="497254"/>
                    <a:pt x="1404837" y="491833"/>
                    <a:pt x="1395887" y="492589"/>
                  </a:cubicBezTo>
                  <a:cubicBezTo>
                    <a:pt x="1386810" y="493346"/>
                    <a:pt x="1353529" y="491833"/>
                    <a:pt x="1345335" y="490194"/>
                  </a:cubicBezTo>
                  <a:cubicBezTo>
                    <a:pt x="1337140" y="488681"/>
                    <a:pt x="1334367" y="497254"/>
                    <a:pt x="1330459" y="505070"/>
                  </a:cubicBezTo>
                  <a:cubicBezTo>
                    <a:pt x="1326551" y="512886"/>
                    <a:pt x="1317852" y="525114"/>
                    <a:pt x="1312810" y="542763"/>
                  </a:cubicBezTo>
                  <a:cubicBezTo>
                    <a:pt x="1307767" y="560412"/>
                    <a:pt x="1286967" y="565959"/>
                    <a:pt x="1277512" y="569867"/>
                  </a:cubicBezTo>
                  <a:cubicBezTo>
                    <a:pt x="1268057" y="573775"/>
                    <a:pt x="1262258" y="586760"/>
                    <a:pt x="1266544" y="593063"/>
                  </a:cubicBezTo>
                  <a:cubicBezTo>
                    <a:pt x="1270830" y="599367"/>
                    <a:pt x="1277134" y="594198"/>
                    <a:pt x="1281420" y="596593"/>
                  </a:cubicBezTo>
                  <a:cubicBezTo>
                    <a:pt x="1285706" y="598988"/>
                    <a:pt x="1281042" y="615377"/>
                    <a:pt x="1278268" y="617772"/>
                  </a:cubicBezTo>
                  <a:cubicBezTo>
                    <a:pt x="1275495" y="620167"/>
                    <a:pt x="1283437" y="625966"/>
                    <a:pt x="1276756" y="630252"/>
                  </a:cubicBezTo>
                  <a:cubicBezTo>
                    <a:pt x="1270074" y="634539"/>
                    <a:pt x="1263770" y="643615"/>
                    <a:pt x="1267679" y="648280"/>
                  </a:cubicBezTo>
                  <a:cubicBezTo>
                    <a:pt x="1271587" y="652944"/>
                    <a:pt x="1290875" y="655339"/>
                    <a:pt x="1299069" y="660004"/>
                  </a:cubicBezTo>
                  <a:cubicBezTo>
                    <a:pt x="1307263" y="664668"/>
                    <a:pt x="1304111" y="673367"/>
                    <a:pt x="1310415" y="681561"/>
                  </a:cubicBezTo>
                  <a:cubicBezTo>
                    <a:pt x="1316718" y="689755"/>
                    <a:pt x="1323399" y="684713"/>
                    <a:pt x="1326425" y="689755"/>
                  </a:cubicBezTo>
                  <a:cubicBezTo>
                    <a:pt x="1329576" y="694798"/>
                    <a:pt x="1315079" y="715220"/>
                    <a:pt x="1309910" y="715977"/>
                  </a:cubicBezTo>
                  <a:cubicBezTo>
                    <a:pt x="1304868" y="716733"/>
                    <a:pt x="1284067" y="695176"/>
                    <a:pt x="1277764" y="690512"/>
                  </a:cubicBezTo>
                  <a:cubicBezTo>
                    <a:pt x="1271461" y="685847"/>
                    <a:pt x="1247130" y="678283"/>
                    <a:pt x="1235028" y="672106"/>
                  </a:cubicBezTo>
                  <a:cubicBezTo>
                    <a:pt x="1222926" y="665803"/>
                    <a:pt x="1213092" y="666559"/>
                    <a:pt x="1199730" y="657609"/>
                  </a:cubicBezTo>
                  <a:cubicBezTo>
                    <a:pt x="1186367" y="648658"/>
                    <a:pt x="1175021" y="644246"/>
                    <a:pt x="1150691" y="644624"/>
                  </a:cubicBezTo>
                  <a:cubicBezTo>
                    <a:pt x="1126360" y="645002"/>
                    <a:pt x="1110728" y="639077"/>
                    <a:pt x="1102407" y="640338"/>
                  </a:cubicBezTo>
                  <a:cubicBezTo>
                    <a:pt x="1094213" y="641472"/>
                    <a:pt x="1097365" y="632143"/>
                    <a:pt x="1082867" y="625840"/>
                  </a:cubicBezTo>
                  <a:cubicBezTo>
                    <a:pt x="1068370" y="619537"/>
                    <a:pt x="1058915" y="610964"/>
                    <a:pt x="1050721" y="615251"/>
                  </a:cubicBezTo>
                  <a:cubicBezTo>
                    <a:pt x="1042526" y="619537"/>
                    <a:pt x="1045678" y="635295"/>
                    <a:pt x="1058158" y="637186"/>
                  </a:cubicBezTo>
                  <a:cubicBezTo>
                    <a:pt x="1070639" y="639203"/>
                    <a:pt x="1064462" y="645885"/>
                    <a:pt x="1077699" y="645002"/>
                  </a:cubicBezTo>
                  <a:cubicBezTo>
                    <a:pt x="1091062" y="644246"/>
                    <a:pt x="1094970" y="648910"/>
                    <a:pt x="1094591" y="657104"/>
                  </a:cubicBezTo>
                  <a:cubicBezTo>
                    <a:pt x="1094213" y="665299"/>
                    <a:pt x="1100895" y="673619"/>
                    <a:pt x="1106694" y="679040"/>
                  </a:cubicBezTo>
                  <a:cubicBezTo>
                    <a:pt x="1112619" y="684587"/>
                    <a:pt x="1109089" y="693537"/>
                    <a:pt x="1098499" y="693537"/>
                  </a:cubicBezTo>
                  <a:cubicBezTo>
                    <a:pt x="1087910" y="693537"/>
                    <a:pt x="1075808" y="695176"/>
                    <a:pt x="1080472" y="702614"/>
                  </a:cubicBezTo>
                  <a:cubicBezTo>
                    <a:pt x="1085137" y="710052"/>
                    <a:pt x="1077321" y="712069"/>
                    <a:pt x="1066731" y="708161"/>
                  </a:cubicBezTo>
                  <a:cubicBezTo>
                    <a:pt x="1056142" y="704253"/>
                    <a:pt x="1062445" y="696815"/>
                    <a:pt x="1066731" y="692402"/>
                  </a:cubicBezTo>
                  <a:cubicBezTo>
                    <a:pt x="1071017" y="688116"/>
                    <a:pt x="1057276" y="682569"/>
                    <a:pt x="1050595" y="680300"/>
                  </a:cubicBezTo>
                  <a:cubicBezTo>
                    <a:pt x="1043913" y="677905"/>
                    <a:pt x="1017313" y="697571"/>
                    <a:pt x="1009749" y="700723"/>
                  </a:cubicBezTo>
                  <a:cubicBezTo>
                    <a:pt x="1002312" y="703874"/>
                    <a:pt x="983906" y="696058"/>
                    <a:pt x="964997" y="700723"/>
                  </a:cubicBezTo>
                  <a:cubicBezTo>
                    <a:pt x="946213" y="705387"/>
                    <a:pt x="947348" y="720389"/>
                    <a:pt x="940288" y="718750"/>
                  </a:cubicBezTo>
                  <a:cubicBezTo>
                    <a:pt x="933228" y="717237"/>
                    <a:pt x="912427" y="720767"/>
                    <a:pt x="904611" y="715977"/>
                  </a:cubicBezTo>
                  <a:cubicBezTo>
                    <a:pt x="896795" y="711312"/>
                    <a:pt x="903099" y="708539"/>
                    <a:pt x="911293" y="708917"/>
                  </a:cubicBezTo>
                  <a:cubicBezTo>
                    <a:pt x="919487" y="709295"/>
                    <a:pt x="922260" y="706522"/>
                    <a:pt x="917596" y="701101"/>
                  </a:cubicBezTo>
                  <a:cubicBezTo>
                    <a:pt x="912932" y="695554"/>
                    <a:pt x="923899" y="686982"/>
                    <a:pt x="923521" y="683074"/>
                  </a:cubicBezTo>
                  <a:cubicBezTo>
                    <a:pt x="923143" y="679166"/>
                    <a:pt x="892509" y="689377"/>
                    <a:pt x="887467" y="693663"/>
                  </a:cubicBezTo>
                  <a:cubicBezTo>
                    <a:pt x="882424" y="697949"/>
                    <a:pt x="887845" y="705891"/>
                    <a:pt x="882424" y="708539"/>
                  </a:cubicBezTo>
                  <a:cubicBezTo>
                    <a:pt x="876877" y="711312"/>
                    <a:pt x="877003" y="703748"/>
                    <a:pt x="870700" y="701479"/>
                  </a:cubicBezTo>
                  <a:cubicBezTo>
                    <a:pt x="864397" y="699084"/>
                    <a:pt x="818509" y="709673"/>
                    <a:pt x="809936" y="719506"/>
                  </a:cubicBezTo>
                  <a:cubicBezTo>
                    <a:pt x="801238" y="729340"/>
                    <a:pt x="784471" y="729718"/>
                    <a:pt x="784471" y="735139"/>
                  </a:cubicBezTo>
                  <a:cubicBezTo>
                    <a:pt x="784471" y="740685"/>
                    <a:pt x="763671" y="740181"/>
                    <a:pt x="755477" y="744215"/>
                  </a:cubicBezTo>
                  <a:cubicBezTo>
                    <a:pt x="747282" y="748123"/>
                    <a:pt x="752703" y="764260"/>
                    <a:pt x="749551" y="772076"/>
                  </a:cubicBezTo>
                  <a:cubicBezTo>
                    <a:pt x="746400" y="779892"/>
                    <a:pt x="714253" y="777622"/>
                    <a:pt x="704420" y="778001"/>
                  </a:cubicBezTo>
                  <a:cubicBezTo>
                    <a:pt x="694587" y="778379"/>
                    <a:pt x="691057" y="759217"/>
                    <a:pt x="683241" y="757956"/>
                  </a:cubicBezTo>
                  <a:cubicBezTo>
                    <a:pt x="675425" y="756822"/>
                    <a:pt x="680089" y="745854"/>
                    <a:pt x="682485" y="741064"/>
                  </a:cubicBezTo>
                  <a:cubicBezTo>
                    <a:pt x="684880" y="736399"/>
                    <a:pt x="691057" y="740307"/>
                    <a:pt x="700890" y="734004"/>
                  </a:cubicBezTo>
                  <a:cubicBezTo>
                    <a:pt x="710723" y="727701"/>
                    <a:pt x="720556" y="737156"/>
                    <a:pt x="724464" y="732869"/>
                  </a:cubicBezTo>
                  <a:cubicBezTo>
                    <a:pt x="728373" y="728583"/>
                    <a:pt x="709589" y="717111"/>
                    <a:pt x="708328" y="707404"/>
                  </a:cubicBezTo>
                  <a:cubicBezTo>
                    <a:pt x="707193" y="697571"/>
                    <a:pt x="686393" y="694798"/>
                    <a:pt x="674543" y="697949"/>
                  </a:cubicBezTo>
                  <a:cubicBezTo>
                    <a:pt x="662692" y="701101"/>
                    <a:pt x="649834" y="698328"/>
                    <a:pt x="641640" y="694420"/>
                  </a:cubicBezTo>
                  <a:cubicBezTo>
                    <a:pt x="633445" y="690512"/>
                    <a:pt x="634202" y="701479"/>
                    <a:pt x="646304" y="704631"/>
                  </a:cubicBezTo>
                  <a:cubicBezTo>
                    <a:pt x="658532" y="707782"/>
                    <a:pt x="652229" y="717237"/>
                    <a:pt x="654120" y="723036"/>
                  </a:cubicBezTo>
                  <a:cubicBezTo>
                    <a:pt x="656137" y="728961"/>
                    <a:pt x="650968" y="742324"/>
                    <a:pt x="643909" y="752409"/>
                  </a:cubicBezTo>
                  <a:cubicBezTo>
                    <a:pt x="636849" y="762621"/>
                    <a:pt x="641892" y="762243"/>
                    <a:pt x="652607" y="761864"/>
                  </a:cubicBezTo>
                  <a:cubicBezTo>
                    <a:pt x="663197" y="761486"/>
                    <a:pt x="662440" y="775227"/>
                    <a:pt x="662440" y="785439"/>
                  </a:cubicBezTo>
                  <a:cubicBezTo>
                    <a:pt x="662440" y="795650"/>
                    <a:pt x="654246" y="798423"/>
                    <a:pt x="654246" y="805861"/>
                  </a:cubicBezTo>
                  <a:cubicBezTo>
                    <a:pt x="654246" y="813299"/>
                    <a:pt x="645548" y="802331"/>
                    <a:pt x="642900" y="805483"/>
                  </a:cubicBezTo>
                  <a:cubicBezTo>
                    <a:pt x="640127" y="808634"/>
                    <a:pt x="636597" y="803844"/>
                    <a:pt x="635084" y="797667"/>
                  </a:cubicBezTo>
                  <a:cubicBezTo>
                    <a:pt x="633445" y="791364"/>
                    <a:pt x="617435" y="794893"/>
                    <a:pt x="608358" y="792498"/>
                  </a:cubicBezTo>
                  <a:cubicBezTo>
                    <a:pt x="599282" y="790103"/>
                    <a:pt x="595752" y="794137"/>
                    <a:pt x="591466" y="800692"/>
                  </a:cubicBezTo>
                  <a:cubicBezTo>
                    <a:pt x="587180" y="807374"/>
                    <a:pt x="574573" y="810147"/>
                    <a:pt x="567892" y="810904"/>
                  </a:cubicBezTo>
                  <a:cubicBezTo>
                    <a:pt x="560454" y="811786"/>
                    <a:pt x="549486" y="824645"/>
                    <a:pt x="542427" y="829309"/>
                  </a:cubicBezTo>
                  <a:cubicBezTo>
                    <a:pt x="535367" y="834100"/>
                    <a:pt x="534232" y="843050"/>
                    <a:pt x="543939" y="852505"/>
                  </a:cubicBezTo>
                  <a:cubicBezTo>
                    <a:pt x="553772" y="861960"/>
                    <a:pt x="555663" y="868263"/>
                    <a:pt x="554907" y="873306"/>
                  </a:cubicBezTo>
                  <a:cubicBezTo>
                    <a:pt x="554151" y="878474"/>
                    <a:pt x="527425" y="876836"/>
                    <a:pt x="523138" y="871415"/>
                  </a:cubicBezTo>
                  <a:cubicBezTo>
                    <a:pt x="518852" y="865868"/>
                    <a:pt x="501581" y="863977"/>
                    <a:pt x="495656" y="865112"/>
                  </a:cubicBezTo>
                  <a:cubicBezTo>
                    <a:pt x="489731" y="866246"/>
                    <a:pt x="473721" y="847463"/>
                    <a:pt x="465401" y="847084"/>
                  </a:cubicBezTo>
                  <a:cubicBezTo>
                    <a:pt x="457207" y="846706"/>
                    <a:pt x="452038" y="856917"/>
                    <a:pt x="449264" y="861960"/>
                  </a:cubicBezTo>
                  <a:cubicBezTo>
                    <a:pt x="446491" y="867129"/>
                    <a:pt x="453172" y="868641"/>
                    <a:pt x="457080" y="877214"/>
                  </a:cubicBezTo>
                  <a:cubicBezTo>
                    <a:pt x="460988" y="885912"/>
                    <a:pt x="475486" y="886291"/>
                    <a:pt x="482924" y="886291"/>
                  </a:cubicBezTo>
                  <a:cubicBezTo>
                    <a:pt x="490362" y="886291"/>
                    <a:pt x="487588" y="897636"/>
                    <a:pt x="485319" y="902427"/>
                  </a:cubicBezTo>
                  <a:cubicBezTo>
                    <a:pt x="482924" y="907091"/>
                    <a:pt x="469183" y="910621"/>
                    <a:pt x="465275" y="905578"/>
                  </a:cubicBezTo>
                  <a:cubicBezTo>
                    <a:pt x="461367" y="900536"/>
                    <a:pt x="444852" y="905578"/>
                    <a:pt x="444474" y="899275"/>
                  </a:cubicBezTo>
                  <a:cubicBezTo>
                    <a:pt x="444096" y="892972"/>
                    <a:pt x="432372" y="883643"/>
                    <a:pt x="420143" y="885534"/>
                  </a:cubicBezTo>
                  <a:cubicBezTo>
                    <a:pt x="408041" y="887551"/>
                    <a:pt x="405646" y="879609"/>
                    <a:pt x="406402" y="870280"/>
                  </a:cubicBezTo>
                  <a:cubicBezTo>
                    <a:pt x="407159" y="860825"/>
                    <a:pt x="399721" y="855405"/>
                    <a:pt x="400099" y="851118"/>
                  </a:cubicBezTo>
                  <a:cubicBezTo>
                    <a:pt x="400477" y="846832"/>
                    <a:pt x="394678" y="838134"/>
                    <a:pt x="400856" y="833847"/>
                  </a:cubicBezTo>
                  <a:cubicBezTo>
                    <a:pt x="407159" y="829561"/>
                    <a:pt x="402494" y="822880"/>
                    <a:pt x="402873" y="816955"/>
                  </a:cubicBezTo>
                  <a:cubicBezTo>
                    <a:pt x="403251" y="811030"/>
                    <a:pt x="392283" y="802079"/>
                    <a:pt x="382450" y="802079"/>
                  </a:cubicBezTo>
                  <a:cubicBezTo>
                    <a:pt x="372617" y="802079"/>
                    <a:pt x="374634" y="792246"/>
                    <a:pt x="366440" y="790355"/>
                  </a:cubicBezTo>
                  <a:cubicBezTo>
                    <a:pt x="358245" y="788338"/>
                    <a:pt x="341731" y="774597"/>
                    <a:pt x="340596" y="768798"/>
                  </a:cubicBezTo>
                  <a:cubicBezTo>
                    <a:pt x="339462" y="762873"/>
                    <a:pt x="326855" y="762117"/>
                    <a:pt x="331142" y="760226"/>
                  </a:cubicBezTo>
                  <a:cubicBezTo>
                    <a:pt x="335428" y="758208"/>
                    <a:pt x="345261" y="760982"/>
                    <a:pt x="352320" y="768041"/>
                  </a:cubicBezTo>
                  <a:cubicBezTo>
                    <a:pt x="359380" y="775101"/>
                    <a:pt x="370726" y="781404"/>
                    <a:pt x="389132" y="783800"/>
                  </a:cubicBezTo>
                  <a:cubicBezTo>
                    <a:pt x="407537" y="786195"/>
                    <a:pt x="414975" y="794767"/>
                    <a:pt x="435397" y="798297"/>
                  </a:cubicBezTo>
                  <a:cubicBezTo>
                    <a:pt x="455820" y="801827"/>
                    <a:pt x="467922" y="804222"/>
                    <a:pt x="497421" y="808508"/>
                  </a:cubicBezTo>
                  <a:cubicBezTo>
                    <a:pt x="526794" y="812795"/>
                    <a:pt x="566127" y="783043"/>
                    <a:pt x="574321" y="774723"/>
                  </a:cubicBezTo>
                  <a:cubicBezTo>
                    <a:pt x="582515" y="766529"/>
                    <a:pt x="571926" y="749636"/>
                    <a:pt x="571926" y="743333"/>
                  </a:cubicBezTo>
                  <a:cubicBezTo>
                    <a:pt x="571926" y="737030"/>
                    <a:pt x="558563" y="736273"/>
                    <a:pt x="556672" y="731609"/>
                  </a:cubicBezTo>
                  <a:cubicBezTo>
                    <a:pt x="554655" y="726944"/>
                    <a:pt x="546082" y="718246"/>
                    <a:pt x="534737" y="718246"/>
                  </a:cubicBezTo>
                  <a:cubicBezTo>
                    <a:pt x="523391" y="718246"/>
                    <a:pt x="521752" y="705261"/>
                    <a:pt x="512801" y="706144"/>
                  </a:cubicBezTo>
                  <a:cubicBezTo>
                    <a:pt x="503725" y="706900"/>
                    <a:pt x="497547" y="702236"/>
                    <a:pt x="473973" y="686478"/>
                  </a:cubicBezTo>
                  <a:cubicBezTo>
                    <a:pt x="450399" y="670845"/>
                    <a:pt x="417874" y="659373"/>
                    <a:pt x="411949" y="662147"/>
                  </a:cubicBezTo>
                  <a:cubicBezTo>
                    <a:pt x="406024" y="664920"/>
                    <a:pt x="402116" y="666433"/>
                    <a:pt x="398208" y="660634"/>
                  </a:cubicBezTo>
                  <a:cubicBezTo>
                    <a:pt x="394300" y="654709"/>
                    <a:pt x="385224" y="655592"/>
                    <a:pt x="379046" y="660256"/>
                  </a:cubicBezTo>
                  <a:cubicBezTo>
                    <a:pt x="372743" y="664920"/>
                    <a:pt x="366440" y="655970"/>
                    <a:pt x="354716" y="658617"/>
                  </a:cubicBezTo>
                  <a:cubicBezTo>
                    <a:pt x="342992" y="661390"/>
                    <a:pt x="336688" y="653574"/>
                    <a:pt x="339840" y="650045"/>
                  </a:cubicBezTo>
                  <a:cubicBezTo>
                    <a:pt x="342992" y="646515"/>
                    <a:pt x="360263" y="649666"/>
                    <a:pt x="359506" y="643741"/>
                  </a:cubicBezTo>
                  <a:cubicBezTo>
                    <a:pt x="358750" y="637816"/>
                    <a:pt x="352447" y="643741"/>
                    <a:pt x="341857" y="636682"/>
                  </a:cubicBezTo>
                  <a:cubicBezTo>
                    <a:pt x="331268" y="629622"/>
                    <a:pt x="325343" y="634287"/>
                    <a:pt x="323073" y="640212"/>
                  </a:cubicBezTo>
                  <a:cubicBezTo>
                    <a:pt x="320678" y="646137"/>
                    <a:pt x="312484" y="644498"/>
                    <a:pt x="306937" y="639455"/>
                  </a:cubicBezTo>
                  <a:cubicBezTo>
                    <a:pt x="306433" y="638951"/>
                    <a:pt x="305802" y="638573"/>
                    <a:pt x="305172" y="638195"/>
                  </a:cubicBezTo>
                  <a:cubicBezTo>
                    <a:pt x="303407" y="648028"/>
                    <a:pt x="297608" y="649036"/>
                    <a:pt x="291683" y="647649"/>
                  </a:cubicBezTo>
                  <a:cubicBezTo>
                    <a:pt x="284624" y="646137"/>
                    <a:pt x="277564" y="657861"/>
                    <a:pt x="269748" y="657861"/>
                  </a:cubicBezTo>
                  <a:cubicBezTo>
                    <a:pt x="261932" y="657861"/>
                    <a:pt x="253233" y="666433"/>
                    <a:pt x="251720" y="673619"/>
                  </a:cubicBezTo>
                  <a:cubicBezTo>
                    <a:pt x="250208" y="680678"/>
                    <a:pt x="241509" y="676770"/>
                    <a:pt x="241509" y="681435"/>
                  </a:cubicBezTo>
                  <a:cubicBezTo>
                    <a:pt x="241509" y="686225"/>
                    <a:pt x="241509" y="690890"/>
                    <a:pt x="237601" y="695554"/>
                  </a:cubicBezTo>
                  <a:cubicBezTo>
                    <a:pt x="233693" y="700219"/>
                    <a:pt x="237601" y="702614"/>
                    <a:pt x="241509" y="710430"/>
                  </a:cubicBezTo>
                  <a:cubicBezTo>
                    <a:pt x="245417" y="718246"/>
                    <a:pt x="253990" y="717489"/>
                    <a:pt x="258024" y="719885"/>
                  </a:cubicBezTo>
                  <a:cubicBezTo>
                    <a:pt x="261932" y="722280"/>
                    <a:pt x="276808" y="734760"/>
                    <a:pt x="276808" y="739551"/>
                  </a:cubicBezTo>
                  <a:cubicBezTo>
                    <a:pt x="276808" y="744215"/>
                    <a:pt x="265084" y="756065"/>
                    <a:pt x="260293" y="759217"/>
                  </a:cubicBezTo>
                  <a:cubicBezTo>
                    <a:pt x="255629" y="762369"/>
                    <a:pt x="249325" y="770185"/>
                    <a:pt x="252477" y="774849"/>
                  </a:cubicBezTo>
                  <a:cubicBezTo>
                    <a:pt x="255629" y="779640"/>
                    <a:pt x="268992" y="799180"/>
                    <a:pt x="277564" y="814938"/>
                  </a:cubicBezTo>
                  <a:cubicBezTo>
                    <a:pt x="286262" y="830570"/>
                    <a:pt x="274412" y="823510"/>
                    <a:pt x="268992" y="830570"/>
                  </a:cubicBezTo>
                  <a:cubicBezTo>
                    <a:pt x="263445" y="837629"/>
                    <a:pt x="271387" y="846328"/>
                    <a:pt x="272900" y="850992"/>
                  </a:cubicBezTo>
                  <a:cubicBezTo>
                    <a:pt x="274538" y="855657"/>
                    <a:pt x="265840" y="854900"/>
                    <a:pt x="266596" y="858808"/>
                  </a:cubicBezTo>
                  <a:cubicBezTo>
                    <a:pt x="267353" y="862716"/>
                    <a:pt x="279203" y="864355"/>
                    <a:pt x="279959" y="867507"/>
                  </a:cubicBezTo>
                  <a:cubicBezTo>
                    <a:pt x="280716" y="870658"/>
                    <a:pt x="272143" y="874567"/>
                    <a:pt x="276051" y="880870"/>
                  </a:cubicBezTo>
                  <a:cubicBezTo>
                    <a:pt x="279959" y="887173"/>
                    <a:pt x="289414" y="887173"/>
                    <a:pt x="290170" y="894989"/>
                  </a:cubicBezTo>
                  <a:cubicBezTo>
                    <a:pt x="290927" y="902805"/>
                    <a:pt x="272900" y="903561"/>
                    <a:pt x="273656" y="909865"/>
                  </a:cubicBezTo>
                  <a:cubicBezTo>
                    <a:pt x="274412" y="916168"/>
                    <a:pt x="297230" y="923984"/>
                    <a:pt x="307441" y="935708"/>
                  </a:cubicBezTo>
                  <a:cubicBezTo>
                    <a:pt x="317653" y="947432"/>
                    <a:pt x="316896" y="950584"/>
                    <a:pt x="314501" y="956887"/>
                  </a:cubicBezTo>
                  <a:cubicBezTo>
                    <a:pt x="309710" y="969493"/>
                    <a:pt x="281598" y="980461"/>
                    <a:pt x="275295" y="994580"/>
                  </a:cubicBezTo>
                  <a:cubicBezTo>
                    <a:pt x="268992" y="1008700"/>
                    <a:pt x="245543" y="1016516"/>
                    <a:pt x="234449" y="1027483"/>
                  </a:cubicBezTo>
                  <a:cubicBezTo>
                    <a:pt x="229911" y="1032022"/>
                    <a:pt x="225499" y="1037947"/>
                    <a:pt x="221843" y="1043620"/>
                  </a:cubicBezTo>
                  <a:cubicBezTo>
                    <a:pt x="226507" y="1042485"/>
                    <a:pt x="230163" y="1040972"/>
                    <a:pt x="232937" y="1039712"/>
                  </a:cubicBezTo>
                  <a:cubicBezTo>
                    <a:pt x="239240" y="1036560"/>
                    <a:pt x="243526" y="1051814"/>
                    <a:pt x="249829" y="1056983"/>
                  </a:cubicBezTo>
                  <a:cubicBezTo>
                    <a:pt x="256133" y="1062151"/>
                    <a:pt x="268613" y="1057361"/>
                    <a:pt x="272900" y="1062151"/>
                  </a:cubicBezTo>
                  <a:cubicBezTo>
                    <a:pt x="277186" y="1066816"/>
                    <a:pt x="269370" y="1067194"/>
                    <a:pt x="260419" y="1065681"/>
                  </a:cubicBezTo>
                  <a:cubicBezTo>
                    <a:pt x="251342" y="1064042"/>
                    <a:pt x="249073" y="1069589"/>
                    <a:pt x="234954" y="1074253"/>
                  </a:cubicBezTo>
                  <a:cubicBezTo>
                    <a:pt x="224491" y="1077783"/>
                    <a:pt x="225499" y="1081565"/>
                    <a:pt x="221969" y="1084465"/>
                  </a:cubicBezTo>
                  <a:cubicBezTo>
                    <a:pt x="228272" y="1093668"/>
                    <a:pt x="219826" y="1094928"/>
                    <a:pt x="216548" y="1101862"/>
                  </a:cubicBezTo>
                  <a:cubicBezTo>
                    <a:pt x="213019" y="1109552"/>
                    <a:pt x="208354" y="1110686"/>
                    <a:pt x="207724" y="1115351"/>
                  </a:cubicBezTo>
                  <a:cubicBezTo>
                    <a:pt x="207094" y="1120015"/>
                    <a:pt x="208858" y="1123545"/>
                    <a:pt x="209489" y="1130605"/>
                  </a:cubicBezTo>
                  <a:cubicBezTo>
                    <a:pt x="210119" y="1137664"/>
                    <a:pt x="211254" y="1138799"/>
                    <a:pt x="215414" y="1144724"/>
                  </a:cubicBezTo>
                  <a:cubicBezTo>
                    <a:pt x="219574" y="1150649"/>
                    <a:pt x="211884" y="1150649"/>
                    <a:pt x="208354" y="1153548"/>
                  </a:cubicBezTo>
                  <a:cubicBezTo>
                    <a:pt x="204824" y="1156448"/>
                    <a:pt x="207219" y="1163003"/>
                    <a:pt x="211884" y="1167668"/>
                  </a:cubicBezTo>
                  <a:cubicBezTo>
                    <a:pt x="216548" y="1172332"/>
                    <a:pt x="216548" y="1178257"/>
                    <a:pt x="214783" y="1182417"/>
                  </a:cubicBezTo>
                  <a:cubicBezTo>
                    <a:pt x="213019" y="1186577"/>
                    <a:pt x="218944" y="1193637"/>
                    <a:pt x="222978" y="1197671"/>
                  </a:cubicBezTo>
                  <a:cubicBezTo>
                    <a:pt x="227138" y="1201831"/>
                    <a:pt x="226507" y="1212925"/>
                    <a:pt x="230037" y="1215951"/>
                  </a:cubicBezTo>
                  <a:cubicBezTo>
                    <a:pt x="233567" y="1218850"/>
                    <a:pt x="237727" y="1221876"/>
                    <a:pt x="244157" y="1220111"/>
                  </a:cubicBezTo>
                  <a:cubicBezTo>
                    <a:pt x="250586" y="1218346"/>
                    <a:pt x="254746" y="1221245"/>
                    <a:pt x="257645" y="1226540"/>
                  </a:cubicBezTo>
                  <a:cubicBezTo>
                    <a:pt x="260545" y="1231835"/>
                    <a:pt x="265336" y="1229440"/>
                    <a:pt x="271765" y="1226540"/>
                  </a:cubicBezTo>
                  <a:cubicBezTo>
                    <a:pt x="278194" y="1223641"/>
                    <a:pt x="292944" y="1231835"/>
                    <a:pt x="296474" y="1233600"/>
                  </a:cubicBezTo>
                  <a:cubicBezTo>
                    <a:pt x="300003" y="1235365"/>
                    <a:pt x="298238" y="1245324"/>
                    <a:pt x="298869" y="1251879"/>
                  </a:cubicBezTo>
                  <a:cubicBezTo>
                    <a:pt x="299499" y="1258308"/>
                    <a:pt x="295339" y="1266629"/>
                    <a:pt x="301768" y="1270789"/>
                  </a:cubicBezTo>
                  <a:cubicBezTo>
                    <a:pt x="308198" y="1274949"/>
                    <a:pt x="306433" y="1284278"/>
                    <a:pt x="314123" y="1287303"/>
                  </a:cubicBezTo>
                  <a:cubicBezTo>
                    <a:pt x="321813" y="1290203"/>
                    <a:pt x="324712" y="1300792"/>
                    <a:pt x="329376" y="1302053"/>
                  </a:cubicBezTo>
                  <a:cubicBezTo>
                    <a:pt x="334041" y="1303188"/>
                    <a:pt x="342866" y="1310247"/>
                    <a:pt x="344126" y="1315542"/>
                  </a:cubicBezTo>
                  <a:cubicBezTo>
                    <a:pt x="345261" y="1320837"/>
                    <a:pt x="335932" y="1325501"/>
                    <a:pt x="330637" y="1327896"/>
                  </a:cubicBezTo>
                  <a:cubicBezTo>
                    <a:pt x="325343" y="1330292"/>
                    <a:pt x="315383" y="1320837"/>
                    <a:pt x="311854" y="1324997"/>
                  </a:cubicBezTo>
                  <a:cubicBezTo>
                    <a:pt x="308324" y="1329157"/>
                    <a:pt x="312988" y="1336721"/>
                    <a:pt x="316014" y="1349706"/>
                  </a:cubicBezTo>
                  <a:cubicBezTo>
                    <a:pt x="318913" y="1362690"/>
                    <a:pt x="321308" y="1363825"/>
                    <a:pt x="327234" y="1363825"/>
                  </a:cubicBezTo>
                  <a:cubicBezTo>
                    <a:pt x="333159" y="1363825"/>
                    <a:pt x="335428" y="1359665"/>
                    <a:pt x="339588" y="1357396"/>
                  </a:cubicBezTo>
                  <a:cubicBezTo>
                    <a:pt x="343748" y="1355000"/>
                    <a:pt x="353077" y="1358530"/>
                    <a:pt x="357237" y="1356765"/>
                  </a:cubicBezTo>
                  <a:cubicBezTo>
                    <a:pt x="361397" y="1355000"/>
                    <a:pt x="376021" y="1354370"/>
                    <a:pt x="379046" y="1359160"/>
                  </a:cubicBezTo>
                  <a:cubicBezTo>
                    <a:pt x="381946" y="1363825"/>
                    <a:pt x="384971" y="1375045"/>
                    <a:pt x="382576" y="1379205"/>
                  </a:cubicBezTo>
                  <a:cubicBezTo>
                    <a:pt x="380181" y="1383365"/>
                    <a:pt x="385476" y="1388029"/>
                    <a:pt x="388501" y="1393954"/>
                  </a:cubicBezTo>
                  <a:cubicBezTo>
                    <a:pt x="391401" y="1399879"/>
                    <a:pt x="403755" y="1396854"/>
                    <a:pt x="407915" y="1398619"/>
                  </a:cubicBezTo>
                  <a:cubicBezTo>
                    <a:pt x="412075" y="1400384"/>
                    <a:pt x="421404" y="1413368"/>
                    <a:pt x="419639" y="1419167"/>
                  </a:cubicBezTo>
                  <a:cubicBezTo>
                    <a:pt x="417874" y="1425092"/>
                    <a:pt x="425564" y="1426227"/>
                    <a:pt x="429598" y="1424462"/>
                  </a:cubicBezTo>
                  <a:cubicBezTo>
                    <a:pt x="433758" y="1422697"/>
                    <a:pt x="437792" y="1427362"/>
                    <a:pt x="442583" y="1430387"/>
                  </a:cubicBezTo>
                  <a:cubicBezTo>
                    <a:pt x="447247" y="1433287"/>
                    <a:pt x="451408" y="1432152"/>
                    <a:pt x="456072" y="1429253"/>
                  </a:cubicBezTo>
                  <a:cubicBezTo>
                    <a:pt x="460736" y="1426353"/>
                    <a:pt x="468426" y="1423958"/>
                    <a:pt x="470821" y="1428118"/>
                  </a:cubicBezTo>
                  <a:cubicBezTo>
                    <a:pt x="473217" y="1432278"/>
                    <a:pt x="482546" y="1439842"/>
                    <a:pt x="482546" y="1442237"/>
                  </a:cubicBezTo>
                  <a:cubicBezTo>
                    <a:pt x="482546" y="1444633"/>
                    <a:pt x="497295" y="1442237"/>
                    <a:pt x="504355" y="1445767"/>
                  </a:cubicBezTo>
                  <a:cubicBezTo>
                    <a:pt x="511414" y="1449297"/>
                    <a:pt x="519105" y="1447532"/>
                    <a:pt x="526794" y="1451692"/>
                  </a:cubicBezTo>
                  <a:cubicBezTo>
                    <a:pt x="534485" y="1455852"/>
                    <a:pt x="541544" y="1456357"/>
                    <a:pt x="542048" y="1461147"/>
                  </a:cubicBezTo>
                  <a:cubicBezTo>
                    <a:pt x="542679" y="1465812"/>
                    <a:pt x="534358" y="1469972"/>
                    <a:pt x="534358" y="1472367"/>
                  </a:cubicBezTo>
                  <a:cubicBezTo>
                    <a:pt x="534358" y="1474762"/>
                    <a:pt x="540788" y="1476527"/>
                    <a:pt x="540788" y="1480057"/>
                  </a:cubicBezTo>
                  <a:cubicBezTo>
                    <a:pt x="540788" y="1483587"/>
                    <a:pt x="532593" y="1483587"/>
                    <a:pt x="531333" y="1486486"/>
                  </a:cubicBezTo>
                  <a:cubicBezTo>
                    <a:pt x="530198" y="1489386"/>
                    <a:pt x="535997" y="1493546"/>
                    <a:pt x="537258" y="1496445"/>
                  </a:cubicBezTo>
                  <a:cubicBezTo>
                    <a:pt x="538393" y="1499345"/>
                    <a:pt x="532593" y="1509430"/>
                    <a:pt x="532593" y="1512329"/>
                  </a:cubicBezTo>
                  <a:cubicBezTo>
                    <a:pt x="532593" y="1515229"/>
                    <a:pt x="514944" y="1511699"/>
                    <a:pt x="510784" y="1511699"/>
                  </a:cubicBezTo>
                  <a:cubicBezTo>
                    <a:pt x="506624" y="1511699"/>
                    <a:pt x="494270" y="1525314"/>
                    <a:pt x="490236" y="1525819"/>
                  </a:cubicBezTo>
                  <a:cubicBezTo>
                    <a:pt x="486706" y="1526323"/>
                    <a:pt x="488345" y="1532878"/>
                    <a:pt x="489605" y="1538425"/>
                  </a:cubicBezTo>
                  <a:cubicBezTo>
                    <a:pt x="502338" y="1536030"/>
                    <a:pt x="515322" y="1535021"/>
                    <a:pt x="516709" y="1537795"/>
                  </a:cubicBezTo>
                  <a:cubicBezTo>
                    <a:pt x="519105" y="1542459"/>
                    <a:pt x="489227" y="1555065"/>
                    <a:pt x="483806" y="1556957"/>
                  </a:cubicBezTo>
                  <a:cubicBezTo>
                    <a:pt x="478259" y="1558973"/>
                    <a:pt x="494396" y="1567168"/>
                    <a:pt x="494017" y="1571832"/>
                  </a:cubicBezTo>
                  <a:cubicBezTo>
                    <a:pt x="493639" y="1576497"/>
                    <a:pt x="476747" y="1577757"/>
                    <a:pt x="478259" y="1587086"/>
                  </a:cubicBezTo>
                  <a:cubicBezTo>
                    <a:pt x="479898" y="1596541"/>
                    <a:pt x="472839" y="1598432"/>
                    <a:pt x="463762" y="1598432"/>
                  </a:cubicBezTo>
                  <a:cubicBezTo>
                    <a:pt x="454811" y="1598432"/>
                    <a:pt x="452416" y="1603853"/>
                    <a:pt x="456702" y="1604735"/>
                  </a:cubicBezTo>
                  <a:cubicBezTo>
                    <a:pt x="460988" y="1605492"/>
                    <a:pt x="460610" y="1617342"/>
                    <a:pt x="477503" y="1621628"/>
                  </a:cubicBezTo>
                  <a:cubicBezTo>
                    <a:pt x="494396" y="1625914"/>
                    <a:pt x="512423" y="1641672"/>
                    <a:pt x="526921" y="1657304"/>
                  </a:cubicBezTo>
                  <a:cubicBezTo>
                    <a:pt x="528938" y="1659447"/>
                    <a:pt x="531333" y="1661212"/>
                    <a:pt x="533854" y="1662725"/>
                  </a:cubicBezTo>
                  <a:cubicBezTo>
                    <a:pt x="538014" y="1660204"/>
                    <a:pt x="541670" y="1658439"/>
                    <a:pt x="543813" y="1658061"/>
                  </a:cubicBezTo>
                  <a:cubicBezTo>
                    <a:pt x="552007" y="1656926"/>
                    <a:pt x="567387" y="1661590"/>
                    <a:pt x="575581" y="1667515"/>
                  </a:cubicBezTo>
                  <a:cubicBezTo>
                    <a:pt x="583776" y="1673441"/>
                    <a:pt x="613275" y="1666381"/>
                    <a:pt x="616805" y="1671045"/>
                  </a:cubicBezTo>
                  <a:cubicBezTo>
                    <a:pt x="620335" y="1675710"/>
                    <a:pt x="627394" y="1681635"/>
                    <a:pt x="633319" y="1681635"/>
                  </a:cubicBezTo>
                  <a:cubicBezTo>
                    <a:pt x="639245" y="1681635"/>
                    <a:pt x="645043" y="1693359"/>
                    <a:pt x="649834" y="1689829"/>
                  </a:cubicBezTo>
                  <a:cubicBezTo>
                    <a:pt x="654498" y="1686299"/>
                    <a:pt x="672147" y="1686299"/>
                    <a:pt x="676938" y="1686299"/>
                  </a:cubicBezTo>
                  <a:cubicBezTo>
                    <a:pt x="681602" y="1686299"/>
                    <a:pt x="681602" y="1689829"/>
                    <a:pt x="686393" y="1689829"/>
                  </a:cubicBezTo>
                  <a:cubicBezTo>
                    <a:pt x="691057" y="1689829"/>
                    <a:pt x="691057" y="1707478"/>
                    <a:pt x="694587" y="1706344"/>
                  </a:cubicBezTo>
                  <a:cubicBezTo>
                    <a:pt x="698117" y="1705209"/>
                    <a:pt x="711101" y="1716933"/>
                    <a:pt x="719296" y="1718068"/>
                  </a:cubicBezTo>
                  <a:cubicBezTo>
                    <a:pt x="727490" y="1719202"/>
                    <a:pt x="735810" y="1733321"/>
                    <a:pt x="739340" y="1732187"/>
                  </a:cubicBezTo>
                  <a:cubicBezTo>
                    <a:pt x="742870" y="1731052"/>
                    <a:pt x="748795" y="1738112"/>
                    <a:pt x="751064" y="1732187"/>
                  </a:cubicBezTo>
                  <a:cubicBezTo>
                    <a:pt x="753333" y="1726640"/>
                    <a:pt x="764931" y="1729287"/>
                    <a:pt x="768209" y="1719580"/>
                  </a:cubicBezTo>
                  <a:cubicBezTo>
                    <a:pt x="753333" y="1701301"/>
                    <a:pt x="737323" y="1681131"/>
                    <a:pt x="737701" y="1673315"/>
                  </a:cubicBezTo>
                  <a:cubicBezTo>
                    <a:pt x="738458" y="1659952"/>
                    <a:pt x="744005" y="1651379"/>
                    <a:pt x="727490" y="1637260"/>
                  </a:cubicBezTo>
                  <a:cubicBezTo>
                    <a:pt x="710976" y="1623141"/>
                    <a:pt x="729129" y="1613686"/>
                    <a:pt x="740853" y="1598810"/>
                  </a:cubicBezTo>
                  <a:cubicBezTo>
                    <a:pt x="751316" y="1585447"/>
                    <a:pt x="773756" y="1579648"/>
                    <a:pt x="787875" y="1570193"/>
                  </a:cubicBezTo>
                  <a:cubicBezTo>
                    <a:pt x="784976" y="1568176"/>
                    <a:pt x="782076" y="1566411"/>
                    <a:pt x="779303" y="1565151"/>
                  </a:cubicBezTo>
                  <a:cubicBezTo>
                    <a:pt x="768713" y="1560486"/>
                    <a:pt x="765183" y="1555696"/>
                    <a:pt x="773378" y="1553427"/>
                  </a:cubicBezTo>
                  <a:cubicBezTo>
                    <a:pt x="781572" y="1551032"/>
                    <a:pt x="778042" y="1546367"/>
                    <a:pt x="769848" y="1536912"/>
                  </a:cubicBezTo>
                  <a:cubicBezTo>
                    <a:pt x="761654" y="1527457"/>
                    <a:pt x="758124" y="1518002"/>
                    <a:pt x="753333" y="1518002"/>
                  </a:cubicBezTo>
                  <a:cubicBezTo>
                    <a:pt x="748669" y="1518002"/>
                    <a:pt x="741609" y="1516868"/>
                    <a:pt x="734550" y="1519137"/>
                  </a:cubicBezTo>
                  <a:cubicBezTo>
                    <a:pt x="727490" y="1521532"/>
                    <a:pt x="728625" y="1513212"/>
                    <a:pt x="729885" y="1505018"/>
                  </a:cubicBezTo>
                  <a:cubicBezTo>
                    <a:pt x="731020" y="1496824"/>
                    <a:pt x="716901" y="1497958"/>
                    <a:pt x="714631" y="1494428"/>
                  </a:cubicBezTo>
                  <a:cubicBezTo>
                    <a:pt x="712236" y="1490898"/>
                    <a:pt x="718161" y="1479174"/>
                    <a:pt x="720556" y="1477914"/>
                  </a:cubicBezTo>
                  <a:cubicBezTo>
                    <a:pt x="722952" y="1476779"/>
                    <a:pt x="730011" y="1473249"/>
                    <a:pt x="730011" y="1469720"/>
                  </a:cubicBezTo>
                  <a:cubicBezTo>
                    <a:pt x="730011" y="1466190"/>
                    <a:pt x="717026" y="1465055"/>
                    <a:pt x="721817" y="1456735"/>
                  </a:cubicBezTo>
                  <a:cubicBezTo>
                    <a:pt x="726481" y="1448541"/>
                    <a:pt x="735936" y="1448541"/>
                    <a:pt x="735936" y="1440220"/>
                  </a:cubicBezTo>
                  <a:cubicBezTo>
                    <a:pt x="735936" y="1432026"/>
                    <a:pt x="742996" y="1424966"/>
                    <a:pt x="751190" y="1430765"/>
                  </a:cubicBezTo>
                  <a:cubicBezTo>
                    <a:pt x="759385" y="1436690"/>
                    <a:pt x="762914" y="1451944"/>
                    <a:pt x="772369" y="1448414"/>
                  </a:cubicBezTo>
                  <a:cubicBezTo>
                    <a:pt x="781824" y="1444885"/>
                    <a:pt x="775899" y="1436690"/>
                    <a:pt x="774764" y="1431900"/>
                  </a:cubicBezTo>
                  <a:cubicBezTo>
                    <a:pt x="773630" y="1427236"/>
                    <a:pt x="771235" y="1420176"/>
                    <a:pt x="781824" y="1417781"/>
                  </a:cubicBezTo>
                  <a:cubicBezTo>
                    <a:pt x="792413" y="1415386"/>
                    <a:pt x="787749" y="1404796"/>
                    <a:pt x="795943" y="1404796"/>
                  </a:cubicBezTo>
                  <a:cubicBezTo>
                    <a:pt x="804137" y="1404796"/>
                    <a:pt x="819517" y="1394207"/>
                    <a:pt x="824182" y="1391811"/>
                  </a:cubicBezTo>
                  <a:cubicBezTo>
                    <a:pt x="828846" y="1389416"/>
                    <a:pt x="839436" y="1383617"/>
                    <a:pt x="844226" y="1385886"/>
                  </a:cubicBezTo>
                  <a:cubicBezTo>
                    <a:pt x="848891" y="1388282"/>
                    <a:pt x="854816" y="1394081"/>
                    <a:pt x="858346" y="1385886"/>
                  </a:cubicBezTo>
                  <a:cubicBezTo>
                    <a:pt x="861875" y="1377692"/>
                    <a:pt x="875995" y="1381222"/>
                    <a:pt x="877129" y="1385886"/>
                  </a:cubicBezTo>
                  <a:cubicBezTo>
                    <a:pt x="878264" y="1390551"/>
                    <a:pt x="900703" y="1390551"/>
                    <a:pt x="907763" y="1395341"/>
                  </a:cubicBezTo>
                  <a:cubicBezTo>
                    <a:pt x="914823" y="1400006"/>
                    <a:pt x="930077" y="1409460"/>
                    <a:pt x="930077" y="1414125"/>
                  </a:cubicBezTo>
                  <a:cubicBezTo>
                    <a:pt x="930077" y="1418789"/>
                    <a:pt x="937136" y="1425849"/>
                    <a:pt x="937136" y="1417655"/>
                  </a:cubicBezTo>
                  <a:cubicBezTo>
                    <a:pt x="937136" y="1409460"/>
                    <a:pt x="943061" y="1411730"/>
                    <a:pt x="952390" y="1417655"/>
                  </a:cubicBezTo>
                  <a:cubicBezTo>
                    <a:pt x="961845" y="1423580"/>
                    <a:pt x="974830" y="1421185"/>
                    <a:pt x="977099" y="1415259"/>
                  </a:cubicBezTo>
                  <a:cubicBezTo>
                    <a:pt x="979494" y="1409334"/>
                    <a:pt x="997143" y="1402275"/>
                    <a:pt x="1002942" y="1407065"/>
                  </a:cubicBezTo>
                  <a:cubicBezTo>
                    <a:pt x="1008867" y="1411730"/>
                    <a:pt x="1011136" y="1415259"/>
                    <a:pt x="1018196" y="1408200"/>
                  </a:cubicBezTo>
                  <a:cubicBezTo>
                    <a:pt x="1025256" y="1401140"/>
                    <a:pt x="1041770" y="1402275"/>
                    <a:pt x="1044039" y="1409334"/>
                  </a:cubicBezTo>
                  <a:cubicBezTo>
                    <a:pt x="1046434" y="1416394"/>
                    <a:pt x="1054629" y="1417529"/>
                    <a:pt x="1061688" y="1417529"/>
                  </a:cubicBezTo>
                  <a:cubicBezTo>
                    <a:pt x="1068748" y="1417529"/>
                    <a:pt x="1069883" y="1428118"/>
                    <a:pt x="1074673" y="1425723"/>
                  </a:cubicBezTo>
                  <a:cubicBezTo>
                    <a:pt x="1079338" y="1423328"/>
                    <a:pt x="1078203" y="1411604"/>
                    <a:pt x="1084128" y="1412738"/>
                  </a:cubicBezTo>
                  <a:cubicBezTo>
                    <a:pt x="1090053" y="1413873"/>
                    <a:pt x="1094718" y="1420932"/>
                    <a:pt x="1104172" y="1420932"/>
                  </a:cubicBezTo>
                  <a:cubicBezTo>
                    <a:pt x="1113627" y="1420932"/>
                    <a:pt x="1120687" y="1418537"/>
                    <a:pt x="1120687" y="1411477"/>
                  </a:cubicBezTo>
                  <a:cubicBezTo>
                    <a:pt x="1120687" y="1404418"/>
                    <a:pt x="1119552" y="1392694"/>
                    <a:pt x="1113627" y="1392694"/>
                  </a:cubicBezTo>
                  <a:cubicBezTo>
                    <a:pt x="1107702" y="1392694"/>
                    <a:pt x="1101903" y="1386769"/>
                    <a:pt x="1094843" y="1386769"/>
                  </a:cubicBezTo>
                  <a:cubicBezTo>
                    <a:pt x="1087784" y="1386769"/>
                    <a:pt x="1080724" y="1375045"/>
                    <a:pt x="1087784" y="1372649"/>
                  </a:cubicBezTo>
                  <a:cubicBezTo>
                    <a:pt x="1094843" y="1370254"/>
                    <a:pt x="1106568" y="1364455"/>
                    <a:pt x="1104298" y="1358530"/>
                  </a:cubicBezTo>
                  <a:cubicBezTo>
                    <a:pt x="1101903" y="1352605"/>
                    <a:pt x="1099634" y="1340881"/>
                    <a:pt x="1108963" y="1339747"/>
                  </a:cubicBezTo>
                  <a:cubicBezTo>
                    <a:pt x="1118418" y="1338612"/>
                    <a:pt x="1138336" y="1338612"/>
                    <a:pt x="1137201" y="1335082"/>
                  </a:cubicBezTo>
                  <a:cubicBezTo>
                    <a:pt x="1136067" y="1331552"/>
                    <a:pt x="1117157" y="1329157"/>
                    <a:pt x="1113627" y="1323358"/>
                  </a:cubicBezTo>
                  <a:cubicBezTo>
                    <a:pt x="1110098" y="1317433"/>
                    <a:pt x="1108963" y="1303314"/>
                    <a:pt x="1112492" y="1301045"/>
                  </a:cubicBezTo>
                  <a:cubicBezTo>
                    <a:pt x="1116023" y="1298649"/>
                    <a:pt x="1127747" y="1302179"/>
                    <a:pt x="1134932" y="1299910"/>
                  </a:cubicBezTo>
                  <a:cubicBezTo>
                    <a:pt x="1141992" y="1297515"/>
                    <a:pt x="1157246" y="1303440"/>
                    <a:pt x="1166701" y="1296380"/>
                  </a:cubicBezTo>
                  <a:cubicBezTo>
                    <a:pt x="1176156" y="1289320"/>
                    <a:pt x="1196074" y="1288186"/>
                    <a:pt x="1206663" y="1288186"/>
                  </a:cubicBezTo>
                  <a:cubicBezTo>
                    <a:pt x="1217253" y="1288186"/>
                    <a:pt x="1225447" y="1281126"/>
                    <a:pt x="1233767" y="1279992"/>
                  </a:cubicBezTo>
                  <a:cubicBezTo>
                    <a:pt x="1241961" y="1278857"/>
                    <a:pt x="1265536" y="1275327"/>
                    <a:pt x="1271461" y="1272932"/>
                  </a:cubicBezTo>
                  <a:cubicBezTo>
                    <a:pt x="1277386" y="1270537"/>
                    <a:pt x="1309154" y="1265872"/>
                    <a:pt x="1310288" y="1259947"/>
                  </a:cubicBezTo>
                  <a:cubicBezTo>
                    <a:pt x="1311423" y="1254022"/>
                    <a:pt x="1336762" y="1249358"/>
                    <a:pt x="1343192" y="1252257"/>
                  </a:cubicBezTo>
                  <a:cubicBezTo>
                    <a:pt x="1349621" y="1255157"/>
                    <a:pt x="1357941" y="1257552"/>
                    <a:pt x="1363740" y="1255157"/>
                  </a:cubicBezTo>
                  <a:cubicBezTo>
                    <a:pt x="1369665" y="1252762"/>
                    <a:pt x="1382020" y="1259317"/>
                    <a:pt x="1380759" y="1265746"/>
                  </a:cubicBezTo>
                  <a:cubicBezTo>
                    <a:pt x="1379624" y="1272176"/>
                    <a:pt x="1386054" y="1279235"/>
                    <a:pt x="1385424" y="1284530"/>
                  </a:cubicBezTo>
                  <a:cubicBezTo>
                    <a:pt x="1384793" y="1289825"/>
                    <a:pt x="1378994" y="1291590"/>
                    <a:pt x="1382524" y="1295750"/>
                  </a:cubicBezTo>
                  <a:cubicBezTo>
                    <a:pt x="1386054" y="1299910"/>
                    <a:pt x="1401938" y="1296884"/>
                    <a:pt x="1406602" y="1291590"/>
                  </a:cubicBezTo>
                  <a:cubicBezTo>
                    <a:pt x="1411267" y="1286295"/>
                    <a:pt x="1416562" y="1293985"/>
                    <a:pt x="1416562" y="1298019"/>
                  </a:cubicBezTo>
                  <a:cubicBezTo>
                    <a:pt x="1416562" y="1302179"/>
                    <a:pt x="1424251" y="1305079"/>
                    <a:pt x="1424251" y="1299784"/>
                  </a:cubicBezTo>
                  <a:cubicBezTo>
                    <a:pt x="1424251" y="1294489"/>
                    <a:pt x="1433706" y="1298019"/>
                    <a:pt x="1436606" y="1301549"/>
                  </a:cubicBezTo>
                  <a:cubicBezTo>
                    <a:pt x="1439505" y="1305079"/>
                    <a:pt x="1450725" y="1297389"/>
                    <a:pt x="1450725" y="1303314"/>
                  </a:cubicBezTo>
                  <a:cubicBezTo>
                    <a:pt x="1450725" y="1309239"/>
                    <a:pt x="1434211" y="1313903"/>
                    <a:pt x="1441270" y="1320332"/>
                  </a:cubicBezTo>
                  <a:cubicBezTo>
                    <a:pt x="1448330" y="1326762"/>
                    <a:pt x="1452490" y="1312643"/>
                    <a:pt x="1461315" y="1315668"/>
                  </a:cubicBezTo>
                  <a:cubicBezTo>
                    <a:pt x="1470139" y="1318568"/>
                    <a:pt x="1481863" y="1305709"/>
                    <a:pt x="1490184" y="1303944"/>
                  </a:cubicBezTo>
                  <a:cubicBezTo>
                    <a:pt x="1498377" y="1302179"/>
                    <a:pt x="1507202" y="1294489"/>
                    <a:pt x="1514262" y="1290455"/>
                  </a:cubicBezTo>
                  <a:cubicBezTo>
                    <a:pt x="1521321" y="1286295"/>
                    <a:pt x="1536575" y="1287555"/>
                    <a:pt x="1531911" y="1292220"/>
                  </a:cubicBezTo>
                  <a:cubicBezTo>
                    <a:pt x="1527121" y="1296884"/>
                    <a:pt x="1521952" y="1305709"/>
                    <a:pt x="1539601" y="1312264"/>
                  </a:cubicBezTo>
                  <a:cubicBezTo>
                    <a:pt x="1557250" y="1318694"/>
                    <a:pt x="1577294" y="1352857"/>
                    <a:pt x="1588388" y="1369876"/>
                  </a:cubicBezTo>
                  <a:cubicBezTo>
                    <a:pt x="1599608" y="1386895"/>
                    <a:pt x="1610198" y="1417529"/>
                    <a:pt x="1615996" y="1417529"/>
                  </a:cubicBezTo>
                  <a:cubicBezTo>
                    <a:pt x="1621922" y="1417529"/>
                    <a:pt x="1623686" y="1402275"/>
                    <a:pt x="1631250" y="1400510"/>
                  </a:cubicBezTo>
                  <a:cubicBezTo>
                    <a:pt x="1638940" y="1398745"/>
                    <a:pt x="1643604" y="1413495"/>
                    <a:pt x="1651799" y="1415259"/>
                  </a:cubicBezTo>
                  <a:cubicBezTo>
                    <a:pt x="1659993" y="1417024"/>
                    <a:pt x="1671213" y="1421689"/>
                    <a:pt x="1677642" y="1419420"/>
                  </a:cubicBezTo>
                  <a:cubicBezTo>
                    <a:pt x="1684072" y="1417024"/>
                    <a:pt x="1698821" y="1408830"/>
                    <a:pt x="1704116" y="1411730"/>
                  </a:cubicBezTo>
                  <a:cubicBezTo>
                    <a:pt x="1709411" y="1414629"/>
                    <a:pt x="1716470" y="1414629"/>
                    <a:pt x="1721135" y="1425849"/>
                  </a:cubicBezTo>
                  <a:cubicBezTo>
                    <a:pt x="1725799" y="1437069"/>
                    <a:pt x="1732859" y="1439464"/>
                    <a:pt x="1737649" y="1439464"/>
                  </a:cubicBezTo>
                  <a:cubicBezTo>
                    <a:pt x="1742314" y="1439464"/>
                    <a:pt x="1743322" y="1444759"/>
                    <a:pt x="1743322" y="1449423"/>
                  </a:cubicBezTo>
                  <a:cubicBezTo>
                    <a:pt x="1743322" y="1454087"/>
                    <a:pt x="1751895" y="1460391"/>
                    <a:pt x="1756685" y="1460391"/>
                  </a:cubicBezTo>
                  <a:cubicBezTo>
                    <a:pt x="1761350" y="1460391"/>
                    <a:pt x="1773956" y="1458752"/>
                    <a:pt x="1777864" y="1456483"/>
                  </a:cubicBezTo>
                  <a:cubicBezTo>
                    <a:pt x="1781772" y="1454087"/>
                    <a:pt x="1786563" y="1451818"/>
                    <a:pt x="1787319" y="1457239"/>
                  </a:cubicBezTo>
                  <a:cubicBezTo>
                    <a:pt x="1788075" y="1462786"/>
                    <a:pt x="1795135" y="1471358"/>
                    <a:pt x="1799925" y="1471358"/>
                  </a:cubicBezTo>
                  <a:cubicBezTo>
                    <a:pt x="1804590" y="1471358"/>
                    <a:pt x="1814045" y="1475266"/>
                    <a:pt x="1814801" y="1471358"/>
                  </a:cubicBezTo>
                  <a:cubicBezTo>
                    <a:pt x="1815557" y="1467450"/>
                    <a:pt x="1828164" y="1465055"/>
                    <a:pt x="1832828" y="1464299"/>
                  </a:cubicBezTo>
                  <a:cubicBezTo>
                    <a:pt x="1837493" y="1463542"/>
                    <a:pt x="1854007" y="1460391"/>
                    <a:pt x="1857159" y="1453331"/>
                  </a:cubicBezTo>
                  <a:cubicBezTo>
                    <a:pt x="1860310" y="1446271"/>
                    <a:pt x="1873673" y="1446271"/>
                    <a:pt x="1877581" y="1441607"/>
                  </a:cubicBezTo>
                  <a:cubicBezTo>
                    <a:pt x="1881489" y="1436943"/>
                    <a:pt x="1892457" y="1434547"/>
                    <a:pt x="1894852" y="1429883"/>
                  </a:cubicBezTo>
                  <a:cubicBezTo>
                    <a:pt x="1897247" y="1425219"/>
                    <a:pt x="1911366" y="1425975"/>
                    <a:pt x="1912879" y="1422067"/>
                  </a:cubicBezTo>
                  <a:cubicBezTo>
                    <a:pt x="1914392" y="1418159"/>
                    <a:pt x="1926242" y="1417403"/>
                    <a:pt x="1931664" y="1418915"/>
                  </a:cubicBezTo>
                  <a:cubicBezTo>
                    <a:pt x="1937084" y="1420554"/>
                    <a:pt x="1964693" y="1425975"/>
                    <a:pt x="1968474" y="1425219"/>
                  </a:cubicBezTo>
                  <a:cubicBezTo>
                    <a:pt x="1972382" y="1424462"/>
                    <a:pt x="1973139" y="1439338"/>
                    <a:pt x="1977047" y="1440094"/>
                  </a:cubicBezTo>
                  <a:cubicBezTo>
                    <a:pt x="1980955" y="1440851"/>
                    <a:pt x="1995074" y="1451818"/>
                    <a:pt x="1998982" y="1448793"/>
                  </a:cubicBezTo>
                  <a:cubicBezTo>
                    <a:pt x="2002890" y="1445641"/>
                    <a:pt x="2012345" y="1442489"/>
                    <a:pt x="2020161" y="1447154"/>
                  </a:cubicBezTo>
                  <a:cubicBezTo>
                    <a:pt x="2027977" y="1451944"/>
                    <a:pt x="2035919" y="1458122"/>
                    <a:pt x="2038944" y="1452701"/>
                  </a:cubicBezTo>
                  <a:cubicBezTo>
                    <a:pt x="2042096" y="1447154"/>
                    <a:pt x="2058610" y="1444885"/>
                    <a:pt x="2060880" y="1441733"/>
                  </a:cubicBezTo>
                  <a:cubicBezTo>
                    <a:pt x="2063275" y="1438581"/>
                    <a:pt x="2065545" y="1429127"/>
                    <a:pt x="2061637" y="1425975"/>
                  </a:cubicBezTo>
                  <a:cubicBezTo>
                    <a:pt x="2057729" y="1422823"/>
                    <a:pt x="2053821" y="1410343"/>
                    <a:pt x="2052182" y="1404040"/>
                  </a:cubicBezTo>
                  <a:cubicBezTo>
                    <a:pt x="2050669" y="1397736"/>
                    <a:pt x="2061637" y="1396224"/>
                    <a:pt x="2063149" y="1390677"/>
                  </a:cubicBezTo>
                  <a:cubicBezTo>
                    <a:pt x="2064662" y="1385256"/>
                    <a:pt x="2074117" y="1384373"/>
                    <a:pt x="2077268" y="1381222"/>
                  </a:cubicBezTo>
                  <a:cubicBezTo>
                    <a:pt x="2080420" y="1378070"/>
                    <a:pt x="2081176" y="1371011"/>
                    <a:pt x="2086723" y="1372649"/>
                  </a:cubicBezTo>
                  <a:cubicBezTo>
                    <a:pt x="2092144" y="1374288"/>
                    <a:pt x="2103994" y="1378196"/>
                    <a:pt x="2106263" y="1380465"/>
                  </a:cubicBezTo>
                  <a:cubicBezTo>
                    <a:pt x="2108659" y="1382861"/>
                    <a:pt x="2117231" y="1384373"/>
                    <a:pt x="2122778" y="1384373"/>
                  </a:cubicBezTo>
                  <a:cubicBezTo>
                    <a:pt x="2128325" y="1384373"/>
                    <a:pt x="2136897" y="1389038"/>
                    <a:pt x="2142444" y="1392190"/>
                  </a:cubicBezTo>
                  <a:cubicBezTo>
                    <a:pt x="2147991" y="1395341"/>
                    <a:pt x="2165262" y="1395341"/>
                    <a:pt x="2168287" y="1400006"/>
                  </a:cubicBezTo>
                  <a:cubicBezTo>
                    <a:pt x="2171439" y="1404670"/>
                    <a:pt x="2167531" y="1418033"/>
                    <a:pt x="2171439" y="1422823"/>
                  </a:cubicBezTo>
                  <a:cubicBezTo>
                    <a:pt x="2175347" y="1427488"/>
                    <a:pt x="2184802" y="1437699"/>
                    <a:pt x="2187953" y="1435430"/>
                  </a:cubicBezTo>
                  <a:cubicBezTo>
                    <a:pt x="2191105" y="1433035"/>
                    <a:pt x="2205980" y="1443246"/>
                    <a:pt x="2211527" y="1442489"/>
                  </a:cubicBezTo>
                  <a:cubicBezTo>
                    <a:pt x="2216948" y="1441733"/>
                    <a:pt x="2225647" y="1433035"/>
                    <a:pt x="2230312" y="1433035"/>
                  </a:cubicBezTo>
                  <a:cubicBezTo>
                    <a:pt x="2234976" y="1433035"/>
                    <a:pt x="2249978" y="1429127"/>
                    <a:pt x="2254642" y="1429883"/>
                  </a:cubicBezTo>
                  <a:cubicBezTo>
                    <a:pt x="2259306" y="1430639"/>
                    <a:pt x="2276577" y="1436943"/>
                    <a:pt x="2278973" y="1435430"/>
                  </a:cubicBezTo>
                  <a:cubicBezTo>
                    <a:pt x="2281368" y="1433791"/>
                    <a:pt x="2297000" y="1436186"/>
                    <a:pt x="2299395" y="1440977"/>
                  </a:cubicBezTo>
                  <a:cubicBezTo>
                    <a:pt x="2301790" y="1445641"/>
                    <a:pt x="2321330" y="1445641"/>
                    <a:pt x="2321330" y="1451188"/>
                  </a:cubicBezTo>
                  <a:cubicBezTo>
                    <a:pt x="2321330" y="1456609"/>
                    <a:pt x="2332298" y="1459760"/>
                    <a:pt x="2335450" y="1466064"/>
                  </a:cubicBezTo>
                  <a:cubicBezTo>
                    <a:pt x="2338601" y="1472367"/>
                    <a:pt x="2364444" y="1468459"/>
                    <a:pt x="2369235" y="1472367"/>
                  </a:cubicBezTo>
                  <a:cubicBezTo>
                    <a:pt x="2373899" y="1476275"/>
                    <a:pt x="2403777" y="1475518"/>
                    <a:pt x="2404533" y="1472367"/>
                  </a:cubicBezTo>
                  <a:cubicBezTo>
                    <a:pt x="2405289" y="1469215"/>
                    <a:pt x="2433528" y="1467702"/>
                    <a:pt x="2439075" y="1463668"/>
                  </a:cubicBezTo>
                  <a:cubicBezTo>
                    <a:pt x="2444622" y="1459760"/>
                    <a:pt x="2459498" y="1461273"/>
                    <a:pt x="2460254" y="1455852"/>
                  </a:cubicBezTo>
                  <a:cubicBezTo>
                    <a:pt x="2461011" y="1450305"/>
                    <a:pt x="2475130" y="1446398"/>
                    <a:pt x="2481433" y="1441733"/>
                  </a:cubicBezTo>
                  <a:cubicBezTo>
                    <a:pt x="2487736" y="1437069"/>
                    <a:pt x="2512823" y="1437825"/>
                    <a:pt x="2514336" y="1443372"/>
                  </a:cubicBezTo>
                  <a:cubicBezTo>
                    <a:pt x="2515849" y="1448919"/>
                    <a:pt x="2530850" y="1450432"/>
                    <a:pt x="2537027" y="1448036"/>
                  </a:cubicBezTo>
                  <a:cubicBezTo>
                    <a:pt x="2543331" y="1445641"/>
                    <a:pt x="2559719" y="1448793"/>
                    <a:pt x="2562114" y="1454340"/>
                  </a:cubicBezTo>
                  <a:cubicBezTo>
                    <a:pt x="2564509" y="1459886"/>
                    <a:pt x="2583294" y="1462912"/>
                    <a:pt x="2587958" y="1461399"/>
                  </a:cubicBezTo>
                  <a:cubicBezTo>
                    <a:pt x="2592622" y="1459886"/>
                    <a:pt x="2607498" y="1448793"/>
                    <a:pt x="2613045" y="1448036"/>
                  </a:cubicBezTo>
                  <a:cubicBezTo>
                    <a:pt x="2618592" y="1447280"/>
                    <a:pt x="2626408" y="1441733"/>
                    <a:pt x="2624769" y="1436312"/>
                  </a:cubicBezTo>
                  <a:cubicBezTo>
                    <a:pt x="2623256" y="1430765"/>
                    <a:pt x="2635737" y="1415133"/>
                    <a:pt x="2637375" y="1408830"/>
                  </a:cubicBezTo>
                  <a:cubicBezTo>
                    <a:pt x="2638888" y="1402527"/>
                    <a:pt x="2649982" y="1385256"/>
                    <a:pt x="2653890" y="1383743"/>
                  </a:cubicBezTo>
                  <a:cubicBezTo>
                    <a:pt x="2657798" y="1382230"/>
                    <a:pt x="2666496" y="1375171"/>
                    <a:pt x="2665614" y="1370380"/>
                  </a:cubicBezTo>
                  <a:cubicBezTo>
                    <a:pt x="2664857" y="1365716"/>
                    <a:pt x="2662462" y="1351597"/>
                    <a:pt x="2657798" y="1351597"/>
                  </a:cubicBezTo>
                  <a:cubicBezTo>
                    <a:pt x="2653134" y="1351597"/>
                    <a:pt x="2644435" y="1352353"/>
                    <a:pt x="2655403" y="1337477"/>
                  </a:cubicBezTo>
                  <a:cubicBezTo>
                    <a:pt x="2666370" y="1322602"/>
                    <a:pt x="2686036" y="1326510"/>
                    <a:pt x="2689188" y="1326510"/>
                  </a:cubicBezTo>
                  <a:cubicBezTo>
                    <a:pt x="2692340" y="1326510"/>
                    <a:pt x="2717426" y="1320206"/>
                    <a:pt x="2728394" y="1323358"/>
                  </a:cubicBezTo>
                  <a:cubicBezTo>
                    <a:pt x="2739362" y="1326510"/>
                    <a:pt x="2746421" y="1321845"/>
                    <a:pt x="2758146" y="1328022"/>
                  </a:cubicBezTo>
                  <a:cubicBezTo>
                    <a:pt x="2769870" y="1334326"/>
                    <a:pt x="2786384" y="1331930"/>
                    <a:pt x="2790292" y="1337477"/>
                  </a:cubicBezTo>
                  <a:cubicBezTo>
                    <a:pt x="2794200" y="1343024"/>
                    <a:pt x="2809958" y="1347689"/>
                    <a:pt x="2807563" y="1357143"/>
                  </a:cubicBezTo>
                  <a:cubicBezTo>
                    <a:pt x="2805168" y="1366598"/>
                    <a:pt x="2816136" y="1361051"/>
                    <a:pt x="2820170" y="1381474"/>
                  </a:cubicBezTo>
                  <a:cubicBezTo>
                    <a:pt x="2824078" y="1401897"/>
                    <a:pt x="2833533" y="1403409"/>
                    <a:pt x="2835802" y="1412864"/>
                  </a:cubicBezTo>
                  <a:cubicBezTo>
                    <a:pt x="2838197" y="1422319"/>
                    <a:pt x="2850677" y="1439590"/>
                    <a:pt x="2849165" y="1445011"/>
                  </a:cubicBezTo>
                  <a:cubicBezTo>
                    <a:pt x="2847526" y="1450558"/>
                    <a:pt x="2846013" y="1459130"/>
                    <a:pt x="2859376" y="1459886"/>
                  </a:cubicBezTo>
                  <a:cubicBezTo>
                    <a:pt x="2872739" y="1460643"/>
                    <a:pt x="2882193" y="1470854"/>
                    <a:pt x="2885345" y="1469341"/>
                  </a:cubicBezTo>
                  <a:cubicBezTo>
                    <a:pt x="2888497" y="1467829"/>
                    <a:pt x="2904129" y="1473249"/>
                    <a:pt x="2912071" y="1481065"/>
                  </a:cubicBezTo>
                  <a:cubicBezTo>
                    <a:pt x="2919887" y="1488881"/>
                    <a:pt x="2931737" y="1484973"/>
                    <a:pt x="2930854" y="1493672"/>
                  </a:cubicBezTo>
                  <a:cubicBezTo>
                    <a:pt x="2930098" y="1502244"/>
                    <a:pt x="2937158" y="1509304"/>
                    <a:pt x="2936401" y="1516364"/>
                  </a:cubicBezTo>
                  <a:cubicBezTo>
                    <a:pt x="2935645" y="1523423"/>
                    <a:pt x="2951277" y="1528088"/>
                    <a:pt x="2962245" y="1526575"/>
                  </a:cubicBezTo>
                  <a:cubicBezTo>
                    <a:pt x="2973213" y="1524936"/>
                    <a:pt x="2981029" y="1530483"/>
                    <a:pt x="2985819" y="1521028"/>
                  </a:cubicBezTo>
                  <a:cubicBezTo>
                    <a:pt x="2990484" y="1511573"/>
                    <a:pt x="3006242" y="1515481"/>
                    <a:pt x="3011663" y="1511573"/>
                  </a:cubicBezTo>
                  <a:cubicBezTo>
                    <a:pt x="3017083" y="1507665"/>
                    <a:pt x="3033598" y="1502875"/>
                    <a:pt x="3032841" y="1517120"/>
                  </a:cubicBezTo>
                  <a:cubicBezTo>
                    <a:pt x="3032085" y="1531239"/>
                    <a:pt x="3041414" y="1534391"/>
                    <a:pt x="3033598" y="1539055"/>
                  </a:cubicBezTo>
                  <a:cubicBezTo>
                    <a:pt x="3025782" y="1543720"/>
                    <a:pt x="3021874" y="1564142"/>
                    <a:pt x="3019478" y="1572841"/>
                  </a:cubicBezTo>
                  <a:cubicBezTo>
                    <a:pt x="3017083" y="1581413"/>
                    <a:pt x="3005359" y="1583808"/>
                    <a:pt x="3003720" y="1593263"/>
                  </a:cubicBezTo>
                  <a:cubicBezTo>
                    <a:pt x="3002081" y="1602718"/>
                    <a:pt x="2991114" y="1603474"/>
                    <a:pt x="2991114" y="1610534"/>
                  </a:cubicBezTo>
                  <a:cubicBezTo>
                    <a:pt x="2991114" y="1617594"/>
                    <a:pt x="2975482" y="1616081"/>
                    <a:pt x="2967540" y="1610534"/>
                  </a:cubicBezTo>
                  <a:cubicBezTo>
                    <a:pt x="2959724" y="1604987"/>
                    <a:pt x="2951908" y="1620745"/>
                    <a:pt x="2945605" y="1620745"/>
                  </a:cubicBezTo>
                  <a:cubicBezTo>
                    <a:pt x="2939301" y="1620745"/>
                    <a:pt x="2940058" y="1634108"/>
                    <a:pt x="2941697" y="1639529"/>
                  </a:cubicBezTo>
                  <a:cubicBezTo>
                    <a:pt x="2943335" y="1645076"/>
                    <a:pt x="2939428" y="1652136"/>
                    <a:pt x="2943335" y="1661464"/>
                  </a:cubicBezTo>
                  <a:cubicBezTo>
                    <a:pt x="2945478" y="1666507"/>
                    <a:pt x="2944092" y="1676088"/>
                    <a:pt x="2945226" y="1686803"/>
                  </a:cubicBezTo>
                  <a:cubicBezTo>
                    <a:pt x="2954807" y="1679870"/>
                    <a:pt x="2963506" y="1674701"/>
                    <a:pt x="2967287" y="1674701"/>
                  </a:cubicBezTo>
                  <a:cubicBezTo>
                    <a:pt x="2977121" y="1674701"/>
                    <a:pt x="2986953" y="1691594"/>
                    <a:pt x="2997921" y="1691972"/>
                  </a:cubicBezTo>
                  <a:cubicBezTo>
                    <a:pt x="3008889" y="1692350"/>
                    <a:pt x="3058685" y="1659069"/>
                    <a:pt x="3059063" y="1653522"/>
                  </a:cubicBezTo>
                  <a:cubicBezTo>
                    <a:pt x="3059441" y="1647975"/>
                    <a:pt x="3088436" y="1620115"/>
                    <a:pt x="3102177" y="1605618"/>
                  </a:cubicBezTo>
                  <a:cubicBezTo>
                    <a:pt x="3115919" y="1591120"/>
                    <a:pt x="3133946" y="1569941"/>
                    <a:pt x="3141005" y="1553427"/>
                  </a:cubicBezTo>
                  <a:cubicBezTo>
                    <a:pt x="3145291" y="1543215"/>
                    <a:pt x="3164579" y="1523549"/>
                    <a:pt x="3169244" y="1515733"/>
                  </a:cubicBezTo>
                  <a:cubicBezTo>
                    <a:pt x="3173908" y="1507917"/>
                    <a:pt x="3177060" y="1507161"/>
                    <a:pt x="3185758" y="1488629"/>
                  </a:cubicBezTo>
                  <a:cubicBezTo>
                    <a:pt x="3194331" y="1470224"/>
                    <a:pt x="3194331" y="1421941"/>
                    <a:pt x="3197104" y="1418789"/>
                  </a:cubicBezTo>
                  <a:cubicBezTo>
                    <a:pt x="3199878" y="1415638"/>
                    <a:pt x="3198239" y="1407443"/>
                    <a:pt x="3202147" y="1402275"/>
                  </a:cubicBezTo>
                  <a:cubicBezTo>
                    <a:pt x="3206055" y="1397232"/>
                    <a:pt x="3204038" y="1390173"/>
                    <a:pt x="3211980" y="1383491"/>
                  </a:cubicBezTo>
                  <a:cubicBezTo>
                    <a:pt x="3219796" y="1376810"/>
                    <a:pt x="3218283" y="1370884"/>
                    <a:pt x="3216266" y="1365842"/>
                  </a:cubicBezTo>
                  <a:cubicBezTo>
                    <a:pt x="3214249" y="1360799"/>
                    <a:pt x="3216644" y="1349327"/>
                    <a:pt x="3214627" y="1345798"/>
                  </a:cubicBezTo>
                  <a:cubicBezTo>
                    <a:pt x="3212610" y="1342268"/>
                    <a:pt x="3212988" y="1340755"/>
                    <a:pt x="3217779" y="1337982"/>
                  </a:cubicBezTo>
                  <a:cubicBezTo>
                    <a:pt x="3222443" y="1335208"/>
                    <a:pt x="3214627" y="1328148"/>
                    <a:pt x="3207946" y="1324997"/>
                  </a:cubicBezTo>
                  <a:cubicBezTo>
                    <a:pt x="3201264" y="1321845"/>
                    <a:pt x="3192692" y="1319072"/>
                    <a:pt x="3191809" y="1311634"/>
                  </a:cubicBezTo>
                  <a:cubicBezTo>
                    <a:pt x="3191053" y="1304196"/>
                    <a:pt x="3179707" y="1295119"/>
                    <a:pt x="3171009" y="1295876"/>
                  </a:cubicBezTo>
                  <a:cubicBezTo>
                    <a:pt x="3162436" y="1296632"/>
                    <a:pt x="3146300" y="1291211"/>
                    <a:pt x="3148317" y="1296632"/>
                  </a:cubicBezTo>
                  <a:cubicBezTo>
                    <a:pt x="3150334" y="1302179"/>
                    <a:pt x="3147560" y="1306844"/>
                    <a:pt x="3143274" y="1305583"/>
                  </a:cubicBezTo>
                  <a:cubicBezTo>
                    <a:pt x="3138988" y="1304448"/>
                    <a:pt x="3136971" y="1307978"/>
                    <a:pt x="3131928" y="1315794"/>
                  </a:cubicBezTo>
                  <a:cubicBezTo>
                    <a:pt x="3126886" y="1323610"/>
                    <a:pt x="3108733" y="1324367"/>
                    <a:pt x="3117053" y="1316929"/>
                  </a:cubicBezTo>
                  <a:cubicBezTo>
                    <a:pt x="3125247" y="1309491"/>
                    <a:pt x="3114280" y="1309113"/>
                    <a:pt x="3115919" y="1301297"/>
                  </a:cubicBezTo>
                  <a:cubicBezTo>
                    <a:pt x="3117557" y="1293481"/>
                    <a:pt x="3124112" y="1285539"/>
                    <a:pt x="3115161" y="1290707"/>
                  </a:cubicBezTo>
                  <a:cubicBezTo>
                    <a:pt x="3106085" y="1295750"/>
                    <a:pt x="3106085" y="1307978"/>
                    <a:pt x="3098647" y="1309617"/>
                  </a:cubicBezTo>
                  <a:cubicBezTo>
                    <a:pt x="3091210" y="1311130"/>
                    <a:pt x="3093479" y="1288438"/>
                    <a:pt x="3095495" y="1282513"/>
                  </a:cubicBezTo>
                  <a:cubicBezTo>
                    <a:pt x="3097513" y="1276588"/>
                    <a:pt x="3081755" y="1282891"/>
                    <a:pt x="3065240" y="1281757"/>
                  </a:cubicBezTo>
                  <a:cubicBezTo>
                    <a:pt x="3048726" y="1280622"/>
                    <a:pt x="3053138" y="1269150"/>
                    <a:pt x="3066374" y="1262090"/>
                  </a:cubicBezTo>
                  <a:cubicBezTo>
                    <a:pt x="3079737" y="1255031"/>
                    <a:pt x="3077342" y="1248349"/>
                    <a:pt x="3084024" y="1245576"/>
                  </a:cubicBezTo>
                  <a:cubicBezTo>
                    <a:pt x="3090706" y="1242802"/>
                    <a:pt x="3107976" y="1231457"/>
                    <a:pt x="3118188" y="1225532"/>
                  </a:cubicBezTo>
                  <a:cubicBezTo>
                    <a:pt x="3128399" y="1219606"/>
                    <a:pt x="3130416" y="1213051"/>
                    <a:pt x="3132685" y="1206370"/>
                  </a:cubicBezTo>
                  <a:cubicBezTo>
                    <a:pt x="3135080" y="1199688"/>
                    <a:pt x="3153863" y="1191494"/>
                    <a:pt x="3170757" y="1177753"/>
                  </a:cubicBezTo>
                  <a:cubicBezTo>
                    <a:pt x="3187649" y="1164012"/>
                    <a:pt x="3195843" y="1156196"/>
                    <a:pt x="3199751" y="1147876"/>
                  </a:cubicBezTo>
                  <a:cubicBezTo>
                    <a:pt x="3203659" y="1139681"/>
                    <a:pt x="3228746" y="1129470"/>
                    <a:pt x="3229125" y="1123167"/>
                  </a:cubicBezTo>
                  <a:cubicBezTo>
                    <a:pt x="3229502" y="1116864"/>
                    <a:pt x="3258876" y="1101231"/>
                    <a:pt x="3278921" y="1097323"/>
                  </a:cubicBezTo>
                  <a:cubicBezTo>
                    <a:pt x="3298964" y="1093415"/>
                    <a:pt x="3330733" y="1098458"/>
                    <a:pt x="3336658" y="1104383"/>
                  </a:cubicBezTo>
                  <a:cubicBezTo>
                    <a:pt x="3342583" y="1110308"/>
                    <a:pt x="3346869" y="1107913"/>
                    <a:pt x="3350399" y="1104005"/>
                  </a:cubicBezTo>
                  <a:cubicBezTo>
                    <a:pt x="3353929" y="1100097"/>
                    <a:pt x="3361745" y="1101988"/>
                    <a:pt x="3375108" y="1103627"/>
                  </a:cubicBezTo>
                  <a:cubicBezTo>
                    <a:pt x="3388471" y="1105265"/>
                    <a:pt x="3391623" y="1097323"/>
                    <a:pt x="3400573" y="1100097"/>
                  </a:cubicBezTo>
                  <a:cubicBezTo>
                    <a:pt x="3409650" y="1102870"/>
                    <a:pt x="3417087" y="1104383"/>
                    <a:pt x="3422508" y="1093794"/>
                  </a:cubicBezTo>
                  <a:cubicBezTo>
                    <a:pt x="3428055" y="1083204"/>
                    <a:pt x="3453899" y="1085221"/>
                    <a:pt x="3459824" y="1089507"/>
                  </a:cubicBezTo>
                  <a:cubicBezTo>
                    <a:pt x="3465749" y="1093794"/>
                    <a:pt x="3470413" y="1099719"/>
                    <a:pt x="3479868" y="1093415"/>
                  </a:cubicBezTo>
                  <a:cubicBezTo>
                    <a:pt x="3489323" y="1087112"/>
                    <a:pt x="3489323" y="1101610"/>
                    <a:pt x="3498273" y="1102870"/>
                  </a:cubicBezTo>
                  <a:cubicBezTo>
                    <a:pt x="3507350" y="1104005"/>
                    <a:pt x="3501425" y="1111821"/>
                    <a:pt x="3493609" y="1111064"/>
                  </a:cubicBezTo>
                  <a:cubicBezTo>
                    <a:pt x="3485793" y="1110308"/>
                    <a:pt x="3475960" y="1114973"/>
                    <a:pt x="3485037" y="1120141"/>
                  </a:cubicBezTo>
                  <a:cubicBezTo>
                    <a:pt x="3494114" y="1125184"/>
                    <a:pt x="3504703" y="1115477"/>
                    <a:pt x="3511762" y="1116233"/>
                  </a:cubicBezTo>
                  <a:cubicBezTo>
                    <a:pt x="3518822" y="1116990"/>
                    <a:pt x="3529790" y="1117872"/>
                    <a:pt x="3539623" y="1111569"/>
                  </a:cubicBezTo>
                  <a:cubicBezTo>
                    <a:pt x="3549456" y="1105265"/>
                    <a:pt x="3552229" y="1116611"/>
                    <a:pt x="3558407" y="1111191"/>
                  </a:cubicBezTo>
                  <a:cubicBezTo>
                    <a:pt x="3564710" y="1105644"/>
                    <a:pt x="3578829" y="1104131"/>
                    <a:pt x="3585889" y="1104509"/>
                  </a:cubicBezTo>
                  <a:cubicBezTo>
                    <a:pt x="3592948" y="1104887"/>
                    <a:pt x="3587024" y="1096315"/>
                    <a:pt x="3575299" y="1096315"/>
                  </a:cubicBezTo>
                  <a:cubicBezTo>
                    <a:pt x="3563575" y="1096315"/>
                    <a:pt x="3563953" y="1090012"/>
                    <a:pt x="3573282" y="1074001"/>
                  </a:cubicBezTo>
                  <a:cubicBezTo>
                    <a:pt x="3582737" y="1057991"/>
                    <a:pt x="3600764" y="1049293"/>
                    <a:pt x="3612110" y="1039460"/>
                  </a:cubicBezTo>
                  <a:cubicBezTo>
                    <a:pt x="3623456" y="1029626"/>
                    <a:pt x="3631776" y="1034417"/>
                    <a:pt x="3631776" y="1028114"/>
                  </a:cubicBezTo>
                  <a:cubicBezTo>
                    <a:pt x="3631776" y="1021810"/>
                    <a:pt x="3637197" y="1004161"/>
                    <a:pt x="3645896" y="1003783"/>
                  </a:cubicBezTo>
                  <a:cubicBezTo>
                    <a:pt x="3654468" y="1003405"/>
                    <a:pt x="3676025" y="1007313"/>
                    <a:pt x="3689388" y="999875"/>
                  </a:cubicBezTo>
                  <a:cubicBezTo>
                    <a:pt x="3702751" y="992437"/>
                    <a:pt x="3701490" y="1005422"/>
                    <a:pt x="3707037" y="1007313"/>
                  </a:cubicBezTo>
                  <a:cubicBezTo>
                    <a:pt x="3712458" y="1009330"/>
                    <a:pt x="3720022" y="995967"/>
                    <a:pt x="3726199" y="999875"/>
                  </a:cubicBezTo>
                  <a:cubicBezTo>
                    <a:pt x="3732502" y="1003783"/>
                    <a:pt x="3716744" y="1013238"/>
                    <a:pt x="3713214" y="1024584"/>
                  </a:cubicBezTo>
                  <a:cubicBezTo>
                    <a:pt x="3709685" y="1035930"/>
                    <a:pt x="3721409" y="1031644"/>
                    <a:pt x="3728090" y="1034795"/>
                  </a:cubicBezTo>
                  <a:cubicBezTo>
                    <a:pt x="3734771" y="1037947"/>
                    <a:pt x="3719392" y="1042611"/>
                    <a:pt x="3721031" y="1045763"/>
                  </a:cubicBezTo>
                  <a:cubicBezTo>
                    <a:pt x="3722543" y="1048914"/>
                    <a:pt x="3735906" y="1048914"/>
                    <a:pt x="3753177" y="1031644"/>
                  </a:cubicBezTo>
                  <a:cubicBezTo>
                    <a:pt x="3770448" y="1014373"/>
                    <a:pt x="3786080" y="1009708"/>
                    <a:pt x="3797174" y="1010843"/>
                  </a:cubicBezTo>
                  <a:cubicBezTo>
                    <a:pt x="3808141" y="1011977"/>
                    <a:pt x="3801838" y="1001010"/>
                    <a:pt x="3802721" y="984999"/>
                  </a:cubicBezTo>
                  <a:cubicBezTo>
                    <a:pt x="3803477" y="968863"/>
                    <a:pt x="3837262" y="964199"/>
                    <a:pt x="3848230" y="968863"/>
                  </a:cubicBezTo>
                  <a:cubicBezTo>
                    <a:pt x="3859197" y="973528"/>
                    <a:pt x="3858441" y="977940"/>
                    <a:pt x="3847852" y="975166"/>
                  </a:cubicBezTo>
                  <a:cubicBezTo>
                    <a:pt x="3837262" y="972393"/>
                    <a:pt x="3827429" y="981848"/>
                    <a:pt x="3827807" y="995211"/>
                  </a:cubicBezTo>
                  <a:cubicBezTo>
                    <a:pt x="3828186" y="1008574"/>
                    <a:pt x="3818353" y="1012860"/>
                    <a:pt x="3823521" y="1018028"/>
                  </a:cubicBezTo>
                  <a:cubicBezTo>
                    <a:pt x="3828564" y="1023071"/>
                    <a:pt x="3816083" y="1024332"/>
                    <a:pt x="3815705" y="1029753"/>
                  </a:cubicBezTo>
                  <a:cubicBezTo>
                    <a:pt x="3815327" y="1035299"/>
                    <a:pt x="3815705" y="1039586"/>
                    <a:pt x="3807889" y="1041855"/>
                  </a:cubicBezTo>
                  <a:cubicBezTo>
                    <a:pt x="3800073" y="1044250"/>
                    <a:pt x="3773726" y="1046897"/>
                    <a:pt x="3772969" y="1057109"/>
                  </a:cubicBezTo>
                  <a:cubicBezTo>
                    <a:pt x="3772213" y="1067320"/>
                    <a:pt x="3758093" y="1068455"/>
                    <a:pt x="3751412" y="1081061"/>
                  </a:cubicBezTo>
                  <a:cubicBezTo>
                    <a:pt x="3744730" y="1093668"/>
                    <a:pt x="3719266" y="1101105"/>
                    <a:pt x="3702373" y="1126192"/>
                  </a:cubicBezTo>
                  <a:cubicBezTo>
                    <a:pt x="3685480" y="1151279"/>
                    <a:pt x="3658880" y="1151279"/>
                    <a:pt x="3658880" y="1155944"/>
                  </a:cubicBezTo>
                  <a:cubicBezTo>
                    <a:pt x="3658880" y="1160734"/>
                    <a:pt x="3640475" y="1160230"/>
                    <a:pt x="3634172" y="1161112"/>
                  </a:cubicBezTo>
                  <a:cubicBezTo>
                    <a:pt x="3627868" y="1161869"/>
                    <a:pt x="3640096" y="1177249"/>
                    <a:pt x="3625095" y="1193259"/>
                  </a:cubicBezTo>
                  <a:cubicBezTo>
                    <a:pt x="3610219" y="1209395"/>
                    <a:pt x="3600386" y="1231709"/>
                    <a:pt x="3600764" y="1254022"/>
                  </a:cubicBezTo>
                  <a:cubicBezTo>
                    <a:pt x="3601143" y="1276336"/>
                    <a:pt x="3608580" y="1340755"/>
                    <a:pt x="3615262" y="1352101"/>
                  </a:cubicBezTo>
                  <a:cubicBezTo>
                    <a:pt x="3621943" y="1363447"/>
                    <a:pt x="3618035" y="1391307"/>
                    <a:pt x="3623456" y="1397232"/>
                  </a:cubicBezTo>
                  <a:cubicBezTo>
                    <a:pt x="3629003" y="1403157"/>
                    <a:pt x="3626986" y="1412864"/>
                    <a:pt x="3630515" y="1416394"/>
                  </a:cubicBezTo>
                  <a:cubicBezTo>
                    <a:pt x="3634046" y="1419924"/>
                    <a:pt x="3648543" y="1400636"/>
                    <a:pt x="3658376" y="1392442"/>
                  </a:cubicBezTo>
                  <a:cubicBezTo>
                    <a:pt x="3668209" y="1384247"/>
                    <a:pt x="3665058" y="1381474"/>
                    <a:pt x="3671739" y="1377188"/>
                  </a:cubicBezTo>
                  <a:cubicBezTo>
                    <a:pt x="3678421" y="1372902"/>
                    <a:pt x="3675647" y="1354874"/>
                    <a:pt x="3677664" y="1350084"/>
                  </a:cubicBezTo>
                  <a:cubicBezTo>
                    <a:pt x="3679681" y="1345419"/>
                    <a:pt x="3691784" y="1343024"/>
                    <a:pt x="3695692" y="1337982"/>
                  </a:cubicBezTo>
                  <a:cubicBezTo>
                    <a:pt x="3699599" y="1332939"/>
                    <a:pt x="3709811" y="1335965"/>
                    <a:pt x="3715358" y="1334074"/>
                  </a:cubicBezTo>
                  <a:cubicBezTo>
                    <a:pt x="3720778" y="1332183"/>
                    <a:pt x="3714979" y="1319198"/>
                    <a:pt x="3712962" y="1311760"/>
                  </a:cubicBezTo>
                  <a:cubicBezTo>
                    <a:pt x="3710945" y="1304322"/>
                    <a:pt x="3729098" y="1294111"/>
                    <a:pt x="3738427" y="1287429"/>
                  </a:cubicBezTo>
                  <a:cubicBezTo>
                    <a:pt x="3747882" y="1280748"/>
                    <a:pt x="3759607" y="1291716"/>
                    <a:pt x="3770196" y="1281883"/>
                  </a:cubicBezTo>
                  <a:cubicBezTo>
                    <a:pt x="3780785" y="1272050"/>
                    <a:pt x="3769439" y="1260704"/>
                    <a:pt x="3765531" y="1255661"/>
                  </a:cubicBezTo>
                  <a:cubicBezTo>
                    <a:pt x="3761623" y="1250619"/>
                    <a:pt x="3776121" y="1225784"/>
                    <a:pt x="3784315" y="1223515"/>
                  </a:cubicBezTo>
                  <a:cubicBezTo>
                    <a:pt x="3792509" y="1221119"/>
                    <a:pt x="3796921" y="1229440"/>
                    <a:pt x="3804737" y="1222380"/>
                  </a:cubicBezTo>
                  <a:cubicBezTo>
                    <a:pt x="3812553" y="1215320"/>
                    <a:pt x="3797678" y="1203974"/>
                    <a:pt x="3792131" y="1204731"/>
                  </a:cubicBezTo>
                  <a:cubicBezTo>
                    <a:pt x="3786584" y="1205487"/>
                    <a:pt x="3784693" y="1184686"/>
                    <a:pt x="3797678" y="1174980"/>
                  </a:cubicBezTo>
                  <a:cubicBezTo>
                    <a:pt x="3810663" y="1165146"/>
                    <a:pt x="3805494" y="1163255"/>
                    <a:pt x="3796921" y="1160860"/>
                  </a:cubicBezTo>
                  <a:cubicBezTo>
                    <a:pt x="3788349" y="1158465"/>
                    <a:pt x="3786710" y="1161617"/>
                    <a:pt x="3780029" y="1161995"/>
                  </a:cubicBezTo>
                  <a:cubicBezTo>
                    <a:pt x="3773347" y="1162373"/>
                    <a:pt x="3766666" y="1148254"/>
                    <a:pt x="3776877" y="1134513"/>
                  </a:cubicBezTo>
                  <a:cubicBezTo>
                    <a:pt x="3787089" y="1120772"/>
                    <a:pt x="3796921" y="1122284"/>
                    <a:pt x="3799190" y="1110938"/>
                  </a:cubicBezTo>
                  <a:cubicBezTo>
                    <a:pt x="3801586" y="1099593"/>
                    <a:pt x="3815705" y="1083456"/>
                    <a:pt x="3819235" y="1077531"/>
                  </a:cubicBezTo>
                  <a:cubicBezTo>
                    <a:pt x="3822765" y="1071606"/>
                    <a:pt x="3836884" y="1077531"/>
                    <a:pt x="3842431" y="1076397"/>
                  </a:cubicBezTo>
                  <a:cubicBezTo>
                    <a:pt x="3847852" y="1075262"/>
                    <a:pt x="3845961" y="1086986"/>
                    <a:pt x="3852642" y="1081061"/>
                  </a:cubicBezTo>
                  <a:cubicBezTo>
                    <a:pt x="3859324" y="1075136"/>
                    <a:pt x="3870291" y="1055596"/>
                    <a:pt x="3879368" y="1055596"/>
                  </a:cubicBezTo>
                  <a:cubicBezTo>
                    <a:pt x="3888445" y="1055596"/>
                    <a:pt x="3882520" y="1070093"/>
                    <a:pt x="3884915" y="1078792"/>
                  </a:cubicBezTo>
                  <a:cubicBezTo>
                    <a:pt x="3887310" y="1087364"/>
                    <a:pt x="3892353" y="1076397"/>
                    <a:pt x="3909624" y="1064673"/>
                  </a:cubicBezTo>
                  <a:cubicBezTo>
                    <a:pt x="3926894" y="1052949"/>
                    <a:pt x="3964588" y="1054083"/>
                    <a:pt x="3975934" y="1059630"/>
                  </a:cubicBezTo>
                  <a:cubicBezTo>
                    <a:pt x="3987280" y="1065177"/>
                    <a:pt x="3989297" y="1078035"/>
                    <a:pt x="3995600" y="1076523"/>
                  </a:cubicBezTo>
                  <a:cubicBezTo>
                    <a:pt x="4005181" y="1074127"/>
                    <a:pt x="3997113" y="1063538"/>
                    <a:pt x="4006568" y="1060765"/>
                  </a:cubicBezTo>
                  <a:cubicBezTo>
                    <a:pt x="4016022" y="1057991"/>
                    <a:pt x="4032411" y="1048158"/>
                    <a:pt x="4045017" y="1039207"/>
                  </a:cubicBezTo>
                  <a:cubicBezTo>
                    <a:pt x="4057624" y="1030257"/>
                    <a:pt x="4053968" y="1036812"/>
                    <a:pt x="4060649" y="1028618"/>
                  </a:cubicBezTo>
                  <a:cubicBezTo>
                    <a:pt x="4067331" y="1020424"/>
                    <a:pt x="4074013" y="1023954"/>
                    <a:pt x="4075903" y="1018407"/>
                  </a:cubicBezTo>
                  <a:cubicBezTo>
                    <a:pt x="4077921" y="1012860"/>
                    <a:pt x="4095948" y="1003909"/>
                    <a:pt x="4120656" y="998362"/>
                  </a:cubicBezTo>
                  <a:cubicBezTo>
                    <a:pt x="4145365" y="992815"/>
                    <a:pt x="4177512" y="976427"/>
                    <a:pt x="4175999" y="971258"/>
                  </a:cubicBezTo>
                  <a:cubicBezTo>
                    <a:pt x="4174486" y="966216"/>
                    <a:pt x="4185454" y="963821"/>
                    <a:pt x="4186589" y="968863"/>
                  </a:cubicBezTo>
                  <a:cubicBezTo>
                    <a:pt x="4187723" y="973906"/>
                    <a:pt x="4197178" y="972015"/>
                    <a:pt x="4210163" y="974788"/>
                  </a:cubicBezTo>
                  <a:cubicBezTo>
                    <a:pt x="4223147" y="977562"/>
                    <a:pt x="4229073" y="982604"/>
                    <a:pt x="4239158" y="972393"/>
                  </a:cubicBezTo>
                  <a:cubicBezTo>
                    <a:pt x="4249369" y="962182"/>
                    <a:pt x="4238023" y="958652"/>
                    <a:pt x="4238401" y="950836"/>
                  </a:cubicBezTo>
                  <a:cubicBezTo>
                    <a:pt x="4238779" y="943020"/>
                    <a:pt x="4220752" y="934699"/>
                    <a:pt x="4223147" y="926505"/>
                  </a:cubicBezTo>
                  <a:cubicBezTo>
                    <a:pt x="4225543" y="918311"/>
                    <a:pt x="4209784" y="896250"/>
                    <a:pt x="4205120" y="900662"/>
                  </a:cubicBezTo>
                  <a:cubicBezTo>
                    <a:pt x="4200456" y="904948"/>
                    <a:pt x="4189362" y="897132"/>
                    <a:pt x="4189362" y="890829"/>
                  </a:cubicBezTo>
                  <a:cubicBezTo>
                    <a:pt x="4189362" y="884526"/>
                    <a:pt x="4188605" y="877088"/>
                    <a:pt x="4181168" y="881752"/>
                  </a:cubicBezTo>
                  <a:cubicBezTo>
                    <a:pt x="4173730" y="886417"/>
                    <a:pt x="4161123" y="884147"/>
                    <a:pt x="4158854" y="877088"/>
                  </a:cubicBezTo>
                  <a:cubicBezTo>
                    <a:pt x="4156459" y="870028"/>
                    <a:pt x="4173351" y="864986"/>
                    <a:pt x="4185076" y="869650"/>
                  </a:cubicBezTo>
                  <a:cubicBezTo>
                    <a:pt x="4196800" y="874314"/>
                    <a:pt x="4193396" y="879105"/>
                    <a:pt x="4199195" y="882635"/>
                  </a:cubicBezTo>
                  <a:cubicBezTo>
                    <a:pt x="4205120" y="886164"/>
                    <a:pt x="4221131" y="884652"/>
                    <a:pt x="4229451" y="880744"/>
                  </a:cubicBezTo>
                  <a:cubicBezTo>
                    <a:pt x="4237645" y="876836"/>
                    <a:pt x="4260841" y="869398"/>
                    <a:pt x="4264749" y="862716"/>
                  </a:cubicBezTo>
                  <a:cubicBezTo>
                    <a:pt x="4268657" y="856035"/>
                    <a:pt x="4264371" y="852883"/>
                    <a:pt x="4272187" y="848975"/>
                  </a:cubicBezTo>
                  <a:cubicBezTo>
                    <a:pt x="4280003" y="845067"/>
                    <a:pt x="4274078" y="836873"/>
                    <a:pt x="4267522" y="833343"/>
                  </a:cubicBezTo>
                  <a:cubicBezTo>
                    <a:pt x="4260841" y="829813"/>
                    <a:pt x="4262353" y="820359"/>
                    <a:pt x="4269539" y="820359"/>
                  </a:cubicBezTo>
                  <a:cubicBezTo>
                    <a:pt x="4276599" y="820359"/>
                    <a:pt x="4274582" y="812164"/>
                    <a:pt x="4279373" y="811660"/>
                  </a:cubicBezTo>
                  <a:cubicBezTo>
                    <a:pt x="4284037" y="811282"/>
                    <a:pt x="4284793" y="815190"/>
                    <a:pt x="4293492" y="810904"/>
                  </a:cubicBezTo>
                  <a:cubicBezTo>
                    <a:pt x="4302064" y="806617"/>
                    <a:pt x="4293870" y="817585"/>
                    <a:pt x="4289962" y="825023"/>
                  </a:cubicBezTo>
                  <a:cubicBezTo>
                    <a:pt x="4286054" y="832461"/>
                    <a:pt x="4298156" y="838764"/>
                    <a:pt x="4299416" y="843050"/>
                  </a:cubicBezTo>
                  <a:cubicBezTo>
                    <a:pt x="4300551" y="847336"/>
                    <a:pt x="4317444" y="848975"/>
                    <a:pt x="4326899" y="843807"/>
                  </a:cubicBezTo>
                  <a:cubicBezTo>
                    <a:pt x="4336354" y="838764"/>
                    <a:pt x="4366483" y="850110"/>
                    <a:pt x="4368501" y="857548"/>
                  </a:cubicBezTo>
                  <a:cubicBezTo>
                    <a:pt x="4370517" y="864986"/>
                    <a:pt x="4374804" y="874062"/>
                    <a:pt x="4387284" y="880365"/>
                  </a:cubicBezTo>
                  <a:cubicBezTo>
                    <a:pt x="4399891" y="886669"/>
                    <a:pt x="4411237" y="883895"/>
                    <a:pt x="4413631" y="889820"/>
                  </a:cubicBezTo>
                  <a:cubicBezTo>
                    <a:pt x="4416027" y="895745"/>
                    <a:pt x="4420692" y="898771"/>
                    <a:pt x="4427751" y="897258"/>
                  </a:cubicBezTo>
                  <a:cubicBezTo>
                    <a:pt x="4434811" y="895619"/>
                    <a:pt x="4438719" y="903561"/>
                    <a:pt x="4443761" y="898771"/>
                  </a:cubicBezTo>
                  <a:cubicBezTo>
                    <a:pt x="4448930" y="894107"/>
                    <a:pt x="4451577" y="901544"/>
                    <a:pt x="4458259" y="895619"/>
                  </a:cubicBezTo>
                  <a:cubicBezTo>
                    <a:pt x="4464940" y="889694"/>
                    <a:pt x="4443761" y="885786"/>
                    <a:pt x="4446535" y="881122"/>
                  </a:cubicBezTo>
                  <a:cubicBezTo>
                    <a:pt x="4449308" y="876457"/>
                    <a:pt x="4453595" y="884652"/>
                    <a:pt x="4459519" y="884273"/>
                  </a:cubicBezTo>
                  <a:cubicBezTo>
                    <a:pt x="4465445" y="883895"/>
                    <a:pt x="4457880" y="872549"/>
                    <a:pt x="4462293" y="871289"/>
                  </a:cubicBezTo>
                  <a:cubicBezTo>
                    <a:pt x="4466579" y="870154"/>
                    <a:pt x="4463049" y="846580"/>
                    <a:pt x="4458385" y="845067"/>
                  </a:cubicBezTo>
                  <a:cubicBezTo>
                    <a:pt x="4453721" y="843428"/>
                    <a:pt x="4457629" y="835234"/>
                    <a:pt x="4466579" y="841916"/>
                  </a:cubicBezTo>
                  <a:cubicBezTo>
                    <a:pt x="4475530" y="848597"/>
                    <a:pt x="4489775" y="848219"/>
                    <a:pt x="4496456" y="848219"/>
                  </a:cubicBezTo>
                  <a:cubicBezTo>
                    <a:pt x="4503138" y="848219"/>
                    <a:pt x="4496835" y="841916"/>
                    <a:pt x="4490153" y="840781"/>
                  </a:cubicBezTo>
                  <a:cubicBezTo>
                    <a:pt x="4483472" y="839646"/>
                    <a:pt x="4491288" y="834100"/>
                    <a:pt x="4496078" y="838386"/>
                  </a:cubicBezTo>
                  <a:cubicBezTo>
                    <a:pt x="4500743" y="842672"/>
                    <a:pt x="4509819" y="844689"/>
                    <a:pt x="4510575" y="840025"/>
                  </a:cubicBezTo>
                  <a:cubicBezTo>
                    <a:pt x="4511332" y="835360"/>
                    <a:pt x="4516122" y="825149"/>
                    <a:pt x="4524317" y="825527"/>
                  </a:cubicBezTo>
                  <a:cubicBezTo>
                    <a:pt x="4533142" y="826031"/>
                    <a:pt x="4535915" y="821367"/>
                    <a:pt x="4528099" y="818594"/>
                  </a:cubicBezTo>
                  <a:close/>
                  <a:moveTo>
                    <a:pt x="2340114" y="1333317"/>
                  </a:moveTo>
                  <a:cubicBezTo>
                    <a:pt x="2317800" y="1353361"/>
                    <a:pt x="2273047" y="1358026"/>
                    <a:pt x="2273047" y="1374540"/>
                  </a:cubicBezTo>
                  <a:cubicBezTo>
                    <a:pt x="2273047" y="1391055"/>
                    <a:pt x="2218966" y="1399249"/>
                    <a:pt x="2214175" y="1392190"/>
                  </a:cubicBezTo>
                  <a:cubicBezTo>
                    <a:pt x="2210015" y="1386012"/>
                    <a:pt x="2254137" y="1383995"/>
                    <a:pt x="2264727" y="1360421"/>
                  </a:cubicBezTo>
                  <a:cubicBezTo>
                    <a:pt x="2275316" y="1336847"/>
                    <a:pt x="2315531" y="1324745"/>
                    <a:pt x="2335323" y="1293355"/>
                  </a:cubicBezTo>
                  <a:cubicBezTo>
                    <a:pt x="2349443" y="1271041"/>
                    <a:pt x="2361166" y="1236877"/>
                    <a:pt x="2369487" y="1239273"/>
                  </a:cubicBezTo>
                  <a:cubicBezTo>
                    <a:pt x="2377807" y="1241542"/>
                    <a:pt x="2362428" y="1313273"/>
                    <a:pt x="2340114" y="1333317"/>
                  </a:cubicBezTo>
                  <a:close/>
                  <a:moveTo>
                    <a:pt x="2439832" y="411782"/>
                  </a:moveTo>
                  <a:cubicBezTo>
                    <a:pt x="2436680" y="418085"/>
                    <a:pt x="2419661" y="418463"/>
                    <a:pt x="2424199" y="424388"/>
                  </a:cubicBezTo>
                  <a:cubicBezTo>
                    <a:pt x="2432016" y="434600"/>
                    <a:pt x="2471222" y="429053"/>
                    <a:pt x="2472104" y="416572"/>
                  </a:cubicBezTo>
                  <a:cubicBezTo>
                    <a:pt x="2472735" y="403966"/>
                    <a:pt x="2442983" y="405478"/>
                    <a:pt x="2439832" y="411782"/>
                  </a:cubicBezTo>
                  <a:close/>
                  <a:moveTo>
                    <a:pt x="1011010" y="24258"/>
                  </a:moveTo>
                  <a:cubicBezTo>
                    <a:pt x="1029794" y="24258"/>
                    <a:pt x="1024373" y="12534"/>
                    <a:pt x="1036853" y="14047"/>
                  </a:cubicBezTo>
                  <a:cubicBezTo>
                    <a:pt x="1049460" y="15685"/>
                    <a:pt x="1065849" y="14803"/>
                    <a:pt x="1059545" y="6987"/>
                  </a:cubicBezTo>
                  <a:cubicBezTo>
                    <a:pt x="1053242" y="-829"/>
                    <a:pt x="1007732" y="2323"/>
                    <a:pt x="1012523" y="8626"/>
                  </a:cubicBezTo>
                  <a:cubicBezTo>
                    <a:pt x="1017187" y="14929"/>
                    <a:pt x="975712" y="12534"/>
                    <a:pt x="976469" y="14929"/>
                  </a:cubicBezTo>
                  <a:cubicBezTo>
                    <a:pt x="977981" y="19467"/>
                    <a:pt x="992100" y="24258"/>
                    <a:pt x="1011010" y="24258"/>
                  </a:cubicBezTo>
                  <a:close/>
                  <a:moveTo>
                    <a:pt x="913688" y="76827"/>
                  </a:moveTo>
                  <a:cubicBezTo>
                    <a:pt x="913688" y="64220"/>
                    <a:pt x="872843" y="78088"/>
                    <a:pt x="880785" y="80735"/>
                  </a:cubicBezTo>
                  <a:cubicBezTo>
                    <a:pt x="887845" y="83004"/>
                    <a:pt x="913688" y="89307"/>
                    <a:pt x="913688" y="76827"/>
                  </a:cubicBezTo>
                  <a:close/>
                  <a:moveTo>
                    <a:pt x="1014918" y="66616"/>
                  </a:moveTo>
                  <a:cubicBezTo>
                    <a:pt x="1017313" y="72919"/>
                    <a:pt x="1011010" y="73675"/>
                    <a:pt x="995252" y="73675"/>
                  </a:cubicBezTo>
                  <a:cubicBezTo>
                    <a:pt x="979494" y="73675"/>
                    <a:pt x="971300" y="82500"/>
                    <a:pt x="979494" y="89307"/>
                  </a:cubicBezTo>
                  <a:cubicBezTo>
                    <a:pt x="988949" y="97123"/>
                    <a:pt x="1030550" y="93972"/>
                    <a:pt x="1037610" y="84643"/>
                  </a:cubicBezTo>
                  <a:cubicBezTo>
                    <a:pt x="1044670" y="75188"/>
                    <a:pt x="1062697" y="83130"/>
                    <a:pt x="1065849" y="73675"/>
                  </a:cubicBezTo>
                  <a:cubicBezTo>
                    <a:pt x="1069000" y="64220"/>
                    <a:pt x="1012523" y="60312"/>
                    <a:pt x="1014918" y="66616"/>
                  </a:cubicBezTo>
                  <a:close/>
                  <a:moveTo>
                    <a:pt x="1149052" y="51614"/>
                  </a:moveTo>
                  <a:cubicBezTo>
                    <a:pt x="1154598" y="44554"/>
                    <a:pt x="1138840" y="44554"/>
                    <a:pt x="1137327" y="37495"/>
                  </a:cubicBezTo>
                  <a:cubicBezTo>
                    <a:pt x="1135815" y="30435"/>
                    <a:pt x="1091818" y="28922"/>
                    <a:pt x="1094213" y="36738"/>
                  </a:cubicBezTo>
                  <a:cubicBezTo>
                    <a:pt x="1096608" y="44554"/>
                    <a:pt x="1063832" y="53127"/>
                    <a:pt x="1073791" y="61069"/>
                  </a:cubicBezTo>
                  <a:cubicBezTo>
                    <a:pt x="1092574" y="75945"/>
                    <a:pt x="1143631" y="58674"/>
                    <a:pt x="1149052" y="51614"/>
                  </a:cubicBezTo>
                  <a:close/>
                  <a:moveTo>
                    <a:pt x="1024373" y="39134"/>
                  </a:moveTo>
                  <a:cubicBezTo>
                    <a:pt x="1026768" y="22619"/>
                    <a:pt x="999286" y="35982"/>
                    <a:pt x="978864" y="27409"/>
                  </a:cubicBezTo>
                  <a:cubicBezTo>
                    <a:pt x="958441" y="18837"/>
                    <a:pt x="946465" y="19467"/>
                    <a:pt x="960080" y="31317"/>
                  </a:cubicBezTo>
                  <a:cubicBezTo>
                    <a:pt x="966383" y="36864"/>
                    <a:pt x="925160" y="41151"/>
                    <a:pt x="931841" y="47832"/>
                  </a:cubicBezTo>
                  <a:cubicBezTo>
                    <a:pt x="946591" y="62708"/>
                    <a:pt x="1021978" y="55648"/>
                    <a:pt x="1024373" y="39134"/>
                  </a:cubicBezTo>
                  <a:close/>
                  <a:moveTo>
                    <a:pt x="907385" y="474562"/>
                  </a:moveTo>
                  <a:cubicBezTo>
                    <a:pt x="908141" y="482378"/>
                    <a:pt x="903477" y="487925"/>
                    <a:pt x="888601" y="487925"/>
                  </a:cubicBezTo>
                  <a:cubicBezTo>
                    <a:pt x="873726" y="487925"/>
                    <a:pt x="895661" y="497380"/>
                    <a:pt x="897173" y="505952"/>
                  </a:cubicBezTo>
                  <a:cubicBezTo>
                    <a:pt x="898812" y="514651"/>
                    <a:pt x="882298" y="508348"/>
                    <a:pt x="881542" y="521710"/>
                  </a:cubicBezTo>
                  <a:cubicBezTo>
                    <a:pt x="880785" y="535073"/>
                    <a:pt x="852546" y="521710"/>
                    <a:pt x="848638" y="538981"/>
                  </a:cubicBezTo>
                  <a:cubicBezTo>
                    <a:pt x="844730" y="556252"/>
                    <a:pt x="862758" y="553857"/>
                    <a:pt x="875364" y="554739"/>
                  </a:cubicBezTo>
                  <a:cubicBezTo>
                    <a:pt x="887971" y="555496"/>
                    <a:pt x="870700" y="567220"/>
                    <a:pt x="880029" y="574280"/>
                  </a:cubicBezTo>
                  <a:cubicBezTo>
                    <a:pt x="889484" y="581339"/>
                    <a:pt x="896543" y="578944"/>
                    <a:pt x="890240" y="565707"/>
                  </a:cubicBezTo>
                  <a:cubicBezTo>
                    <a:pt x="883937" y="552344"/>
                    <a:pt x="923143" y="570372"/>
                    <a:pt x="911419" y="580583"/>
                  </a:cubicBezTo>
                  <a:cubicBezTo>
                    <a:pt x="899695" y="590794"/>
                    <a:pt x="930202" y="598610"/>
                    <a:pt x="945204" y="599367"/>
                  </a:cubicBezTo>
                  <a:cubicBezTo>
                    <a:pt x="960080" y="600123"/>
                    <a:pt x="1013027" y="611721"/>
                    <a:pt x="1014288" y="599367"/>
                  </a:cubicBezTo>
                  <a:cubicBezTo>
                    <a:pt x="1015044" y="591551"/>
                    <a:pt x="994748" y="584491"/>
                    <a:pt x="978233" y="567220"/>
                  </a:cubicBezTo>
                  <a:cubicBezTo>
                    <a:pt x="961719" y="549949"/>
                    <a:pt x="949995" y="521710"/>
                    <a:pt x="968778" y="509986"/>
                  </a:cubicBezTo>
                  <a:cubicBezTo>
                    <a:pt x="987562" y="498262"/>
                    <a:pt x="971174" y="492716"/>
                    <a:pt x="989958" y="479353"/>
                  </a:cubicBezTo>
                  <a:cubicBezTo>
                    <a:pt x="1008741" y="465990"/>
                    <a:pt x="997774" y="453509"/>
                    <a:pt x="1013532" y="451870"/>
                  </a:cubicBezTo>
                  <a:cubicBezTo>
                    <a:pt x="1029290" y="450358"/>
                    <a:pt x="1012019" y="436238"/>
                    <a:pt x="1027651" y="433843"/>
                  </a:cubicBezTo>
                  <a:cubicBezTo>
                    <a:pt x="1043409" y="431448"/>
                    <a:pt x="1046434" y="414177"/>
                    <a:pt x="1044165" y="408000"/>
                  </a:cubicBezTo>
                  <a:cubicBezTo>
                    <a:pt x="1041770" y="401697"/>
                    <a:pt x="1060680" y="408756"/>
                    <a:pt x="1069252" y="399427"/>
                  </a:cubicBezTo>
                  <a:cubicBezTo>
                    <a:pt x="1077825" y="389972"/>
                    <a:pt x="1098247" y="396276"/>
                    <a:pt x="1104551" y="382913"/>
                  </a:cubicBezTo>
                  <a:cubicBezTo>
                    <a:pt x="1110854" y="369550"/>
                    <a:pt x="1201117" y="338916"/>
                    <a:pt x="1252047" y="327192"/>
                  </a:cubicBezTo>
                  <a:cubicBezTo>
                    <a:pt x="1302977" y="315468"/>
                    <a:pt x="1338401" y="294289"/>
                    <a:pt x="1320248" y="280170"/>
                  </a:cubicBezTo>
                  <a:cubicBezTo>
                    <a:pt x="1302221" y="266051"/>
                    <a:pt x="1251164" y="285717"/>
                    <a:pt x="1238684" y="295928"/>
                  </a:cubicBezTo>
                  <a:cubicBezTo>
                    <a:pt x="1226077" y="306139"/>
                    <a:pt x="1208050" y="299080"/>
                    <a:pt x="1195570" y="306139"/>
                  </a:cubicBezTo>
                  <a:cubicBezTo>
                    <a:pt x="1182963" y="313199"/>
                    <a:pt x="1156363" y="319502"/>
                    <a:pt x="1143000" y="310804"/>
                  </a:cubicBezTo>
                  <a:cubicBezTo>
                    <a:pt x="1129637" y="302231"/>
                    <a:pt x="1114006" y="321015"/>
                    <a:pt x="1103794" y="320259"/>
                  </a:cubicBezTo>
                  <a:cubicBezTo>
                    <a:pt x="1093583" y="319502"/>
                    <a:pt x="1081859" y="330470"/>
                    <a:pt x="1070891" y="329713"/>
                  </a:cubicBezTo>
                  <a:cubicBezTo>
                    <a:pt x="1059924" y="328957"/>
                    <a:pt x="1037862" y="338412"/>
                    <a:pt x="1036349" y="344589"/>
                  </a:cubicBezTo>
                  <a:cubicBezTo>
                    <a:pt x="1034710" y="350892"/>
                    <a:pt x="1015927" y="349253"/>
                    <a:pt x="1015927" y="357196"/>
                  </a:cubicBezTo>
                  <a:cubicBezTo>
                    <a:pt x="1015927" y="365012"/>
                    <a:pt x="1001051" y="372071"/>
                    <a:pt x="993109" y="365012"/>
                  </a:cubicBezTo>
                  <a:cubicBezTo>
                    <a:pt x="985293" y="357952"/>
                    <a:pt x="975838" y="372828"/>
                    <a:pt x="986806" y="383039"/>
                  </a:cubicBezTo>
                  <a:cubicBezTo>
                    <a:pt x="997774" y="393250"/>
                    <a:pt x="966383" y="394007"/>
                    <a:pt x="971930" y="400310"/>
                  </a:cubicBezTo>
                  <a:cubicBezTo>
                    <a:pt x="977477" y="406613"/>
                    <a:pt x="960206" y="410521"/>
                    <a:pt x="964114" y="417581"/>
                  </a:cubicBezTo>
                  <a:cubicBezTo>
                    <a:pt x="968022" y="424640"/>
                    <a:pt x="953146" y="427036"/>
                    <a:pt x="941296" y="429305"/>
                  </a:cubicBezTo>
                  <a:cubicBezTo>
                    <a:pt x="929572" y="431700"/>
                    <a:pt x="923269" y="447332"/>
                    <a:pt x="938145" y="448088"/>
                  </a:cubicBezTo>
                  <a:cubicBezTo>
                    <a:pt x="953020" y="448845"/>
                    <a:pt x="929446" y="451240"/>
                    <a:pt x="931085" y="462964"/>
                  </a:cubicBezTo>
                  <a:cubicBezTo>
                    <a:pt x="932472" y="474562"/>
                    <a:pt x="906628" y="466746"/>
                    <a:pt x="907385" y="474562"/>
                  </a:cubicBezTo>
                  <a:close/>
                </a:path>
              </a:pathLst>
            </a:custGeom>
            <a:grpFill/>
            <a:ln w="1270" cap="flat">
              <a:solidFill>
                <a:schemeClr val="bg1"/>
              </a:solidFill>
              <a:prstDash val="solid"/>
              <a:miter/>
            </a:ln>
          </p:spPr>
          <p:txBody>
            <a:bodyPr rtlCol="0" anchor="ctr"/>
            <a:lstStyle/>
            <a:p>
              <a:endParaRPr lang="ko-KR" altLang="en-US" dirty="0"/>
            </a:p>
          </p:txBody>
        </p:sp>
        <p:sp>
          <p:nvSpPr>
            <p:cNvPr id="181" name="자유형: 도형 161">
              <a:extLst>
                <a:ext uri="{FF2B5EF4-FFF2-40B4-BE49-F238E27FC236}">
                  <a16:creationId xmlns:a16="http://schemas.microsoft.com/office/drawing/2014/main" id="{D7D52E7D-E956-DE47-A1C8-5FFD8DE303B5}"/>
                </a:ext>
              </a:extLst>
            </p:cNvPr>
            <p:cNvSpPr/>
            <p:nvPr/>
          </p:nvSpPr>
          <p:spPr>
            <a:xfrm>
              <a:off x="6120236" y="4427680"/>
              <a:ext cx="479047" cy="504260"/>
            </a:xfrm>
            <a:custGeom>
              <a:avLst/>
              <a:gdLst>
                <a:gd name="connsiteX0" fmla="*/ 447247 w 479047"/>
                <a:gd name="connsiteY0" fmla="*/ 333412 h 504260"/>
                <a:gd name="connsiteX1" fmla="*/ 435523 w 479047"/>
                <a:gd name="connsiteY1" fmla="*/ 235207 h 504260"/>
                <a:gd name="connsiteX2" fmla="*/ 438045 w 479047"/>
                <a:gd name="connsiteY2" fmla="*/ 237728 h 504260"/>
                <a:gd name="connsiteX3" fmla="*/ 436784 w 479047"/>
                <a:gd name="connsiteY3" fmla="*/ 217558 h 504260"/>
                <a:gd name="connsiteX4" fmla="*/ 435019 w 479047"/>
                <a:gd name="connsiteY4" fmla="*/ 217054 h 504260"/>
                <a:gd name="connsiteX5" fmla="*/ 429725 w 479047"/>
                <a:gd name="connsiteY5" fmla="*/ 209364 h 504260"/>
                <a:gd name="connsiteX6" fmla="*/ 435650 w 479047"/>
                <a:gd name="connsiteY6" fmla="*/ 201674 h 504260"/>
                <a:gd name="connsiteX7" fmla="*/ 440944 w 479047"/>
                <a:gd name="connsiteY7" fmla="*/ 184655 h 504260"/>
                <a:gd name="connsiteX8" fmla="*/ 444222 w 479047"/>
                <a:gd name="connsiteY8" fmla="*/ 182133 h 504260"/>
                <a:gd name="connsiteX9" fmla="*/ 448634 w 479047"/>
                <a:gd name="connsiteY9" fmla="*/ 162846 h 504260"/>
                <a:gd name="connsiteX10" fmla="*/ 453299 w 479047"/>
                <a:gd name="connsiteY10" fmla="*/ 139902 h 504260"/>
                <a:gd name="connsiteX11" fmla="*/ 459728 w 479047"/>
                <a:gd name="connsiteY11" fmla="*/ 121118 h 504260"/>
                <a:gd name="connsiteX12" fmla="*/ 469687 w 479047"/>
                <a:gd name="connsiteY12" fmla="*/ 106368 h 504260"/>
                <a:gd name="connsiteX13" fmla="*/ 480907 w 479047"/>
                <a:gd name="connsiteY13" fmla="*/ 98678 h 504260"/>
                <a:gd name="connsiteX14" fmla="*/ 488597 w 479047"/>
                <a:gd name="connsiteY14" fmla="*/ 85190 h 504260"/>
                <a:gd name="connsiteX15" fmla="*/ 479772 w 479047"/>
                <a:gd name="connsiteY15" fmla="*/ 72205 h 504260"/>
                <a:gd name="connsiteX16" fmla="*/ 482168 w 479047"/>
                <a:gd name="connsiteY16" fmla="*/ 49261 h 504260"/>
                <a:gd name="connsiteX17" fmla="*/ 482546 w 479047"/>
                <a:gd name="connsiteY17" fmla="*/ 49135 h 504260"/>
                <a:gd name="connsiteX18" fmla="*/ 451912 w 479047"/>
                <a:gd name="connsiteY18" fmla="*/ 23292 h 504260"/>
                <a:gd name="connsiteX19" fmla="*/ 438801 w 479047"/>
                <a:gd name="connsiteY19" fmla="*/ 26569 h 504260"/>
                <a:gd name="connsiteX20" fmla="*/ 424051 w 479047"/>
                <a:gd name="connsiteY20" fmla="*/ 24930 h 504260"/>
                <a:gd name="connsiteX21" fmla="*/ 407663 w 479047"/>
                <a:gd name="connsiteY21" fmla="*/ 24930 h 504260"/>
                <a:gd name="connsiteX22" fmla="*/ 396191 w 479047"/>
                <a:gd name="connsiteY22" fmla="*/ 11820 h 504260"/>
                <a:gd name="connsiteX23" fmla="*/ 389384 w 479047"/>
                <a:gd name="connsiteY23" fmla="*/ 4886 h 504260"/>
                <a:gd name="connsiteX24" fmla="*/ 389762 w 479047"/>
                <a:gd name="connsiteY24" fmla="*/ 6021 h 504260"/>
                <a:gd name="connsiteX25" fmla="*/ 370096 w 479047"/>
                <a:gd name="connsiteY25" fmla="*/ 9298 h 504260"/>
                <a:gd name="connsiteX26" fmla="*/ 340723 w 479047"/>
                <a:gd name="connsiteY26" fmla="*/ 6021 h 504260"/>
                <a:gd name="connsiteX27" fmla="*/ 319418 w 479047"/>
                <a:gd name="connsiteY27" fmla="*/ 9298 h 504260"/>
                <a:gd name="connsiteX28" fmla="*/ 291557 w 479047"/>
                <a:gd name="connsiteY28" fmla="*/ 17493 h 504260"/>
                <a:gd name="connsiteX29" fmla="*/ 270252 w 479047"/>
                <a:gd name="connsiteY29" fmla="*/ 17493 h 504260"/>
                <a:gd name="connsiteX30" fmla="*/ 262058 w 479047"/>
                <a:gd name="connsiteY30" fmla="*/ 35520 h 504260"/>
                <a:gd name="connsiteX31" fmla="*/ 211380 w 479047"/>
                <a:gd name="connsiteY31" fmla="*/ 25687 h 504260"/>
                <a:gd name="connsiteX32" fmla="*/ 190075 w 479047"/>
                <a:gd name="connsiteY32" fmla="*/ 10937 h 504260"/>
                <a:gd name="connsiteX33" fmla="*/ 162214 w 479047"/>
                <a:gd name="connsiteY33" fmla="*/ 32242 h 504260"/>
                <a:gd name="connsiteX34" fmla="*/ 162214 w 479047"/>
                <a:gd name="connsiteY34" fmla="*/ 50017 h 504260"/>
                <a:gd name="connsiteX35" fmla="*/ 158306 w 479047"/>
                <a:gd name="connsiteY35" fmla="*/ 77500 h 504260"/>
                <a:gd name="connsiteX36" fmla="*/ 148473 w 479047"/>
                <a:gd name="connsiteY36" fmla="*/ 105360 h 504260"/>
                <a:gd name="connsiteX37" fmla="*/ 128807 w 479047"/>
                <a:gd name="connsiteY37" fmla="*/ 161207 h 504260"/>
                <a:gd name="connsiteX38" fmla="*/ 105863 w 479047"/>
                <a:gd name="connsiteY38" fmla="*/ 190706 h 504260"/>
                <a:gd name="connsiteX39" fmla="*/ 104224 w 479047"/>
                <a:gd name="connsiteY39" fmla="*/ 234955 h 504260"/>
                <a:gd name="connsiteX40" fmla="*/ 94391 w 479047"/>
                <a:gd name="connsiteY40" fmla="*/ 254621 h 504260"/>
                <a:gd name="connsiteX41" fmla="*/ 78003 w 479047"/>
                <a:gd name="connsiteY41" fmla="*/ 269371 h 504260"/>
                <a:gd name="connsiteX42" fmla="*/ 66531 w 479047"/>
                <a:gd name="connsiteY42" fmla="*/ 271009 h 504260"/>
                <a:gd name="connsiteX43" fmla="*/ 45226 w 479047"/>
                <a:gd name="connsiteY43" fmla="*/ 269371 h 504260"/>
                <a:gd name="connsiteX44" fmla="*/ 27199 w 479047"/>
                <a:gd name="connsiteY44" fmla="*/ 267732 h 504260"/>
                <a:gd name="connsiteX45" fmla="*/ 2364 w 479047"/>
                <a:gd name="connsiteY45" fmla="*/ 280842 h 504260"/>
                <a:gd name="connsiteX46" fmla="*/ 11819 w 479047"/>
                <a:gd name="connsiteY46" fmla="*/ 310090 h 504260"/>
                <a:gd name="connsiteX47" fmla="*/ 12449 w 479047"/>
                <a:gd name="connsiteY47" fmla="*/ 312737 h 504260"/>
                <a:gd name="connsiteX48" fmla="*/ 27451 w 479047"/>
                <a:gd name="connsiteY48" fmla="*/ 304543 h 504260"/>
                <a:gd name="connsiteX49" fmla="*/ 113427 w 479047"/>
                <a:gd name="connsiteY49" fmla="*/ 304543 h 504260"/>
                <a:gd name="connsiteX50" fmla="*/ 118092 w 479047"/>
                <a:gd name="connsiteY50" fmla="*/ 326982 h 504260"/>
                <a:gd name="connsiteX51" fmla="*/ 128681 w 479047"/>
                <a:gd name="connsiteY51" fmla="*/ 347027 h 504260"/>
                <a:gd name="connsiteX52" fmla="*/ 150995 w 479047"/>
                <a:gd name="connsiteY52" fmla="*/ 363541 h 504260"/>
                <a:gd name="connsiteX53" fmla="*/ 181628 w 479047"/>
                <a:gd name="connsiteY53" fmla="*/ 358877 h 504260"/>
                <a:gd name="connsiteX54" fmla="*/ 192218 w 479047"/>
                <a:gd name="connsiteY54" fmla="*/ 335302 h 504260"/>
                <a:gd name="connsiteX55" fmla="*/ 213397 w 479047"/>
                <a:gd name="connsiteY55" fmla="*/ 335302 h 504260"/>
                <a:gd name="connsiteX56" fmla="*/ 226382 w 479047"/>
                <a:gd name="connsiteY56" fmla="*/ 341227 h 504260"/>
                <a:gd name="connsiteX57" fmla="*/ 244031 w 479047"/>
                <a:gd name="connsiteY57" fmla="*/ 344757 h 504260"/>
                <a:gd name="connsiteX58" fmla="*/ 248695 w 479047"/>
                <a:gd name="connsiteY58" fmla="*/ 365937 h 504260"/>
                <a:gd name="connsiteX59" fmla="*/ 245165 w 479047"/>
                <a:gd name="connsiteY59" fmla="*/ 403630 h 504260"/>
                <a:gd name="connsiteX60" fmla="*/ 258150 w 479047"/>
                <a:gd name="connsiteY60" fmla="*/ 424809 h 504260"/>
                <a:gd name="connsiteX61" fmla="*/ 258150 w 479047"/>
                <a:gd name="connsiteY61" fmla="*/ 445987 h 504260"/>
                <a:gd name="connsiteX62" fmla="*/ 272269 w 479047"/>
                <a:gd name="connsiteY62" fmla="*/ 438928 h 504260"/>
                <a:gd name="connsiteX63" fmla="*/ 295844 w 479047"/>
                <a:gd name="connsiteY63" fmla="*/ 436533 h 504260"/>
                <a:gd name="connsiteX64" fmla="*/ 303029 w 479047"/>
                <a:gd name="connsiteY64" fmla="*/ 436785 h 504260"/>
                <a:gd name="connsiteX65" fmla="*/ 309963 w 479047"/>
                <a:gd name="connsiteY65" fmla="*/ 443593 h 504260"/>
                <a:gd name="connsiteX66" fmla="*/ 317022 w 479047"/>
                <a:gd name="connsiteY66" fmla="*/ 449517 h 504260"/>
                <a:gd name="connsiteX67" fmla="*/ 333537 w 479047"/>
                <a:gd name="connsiteY67" fmla="*/ 448383 h 504260"/>
                <a:gd name="connsiteX68" fmla="*/ 341731 w 479047"/>
                <a:gd name="connsiteY68" fmla="*/ 461367 h 504260"/>
                <a:gd name="connsiteX69" fmla="*/ 364044 w 479047"/>
                <a:gd name="connsiteY69" fmla="*/ 468427 h 504260"/>
                <a:gd name="connsiteX70" fmla="*/ 375769 w 479047"/>
                <a:gd name="connsiteY70" fmla="*/ 464897 h 504260"/>
                <a:gd name="connsiteX71" fmla="*/ 385224 w 479047"/>
                <a:gd name="connsiteY71" fmla="*/ 460233 h 504260"/>
                <a:gd name="connsiteX72" fmla="*/ 399343 w 479047"/>
                <a:gd name="connsiteY72" fmla="*/ 475487 h 504260"/>
                <a:gd name="connsiteX73" fmla="*/ 419387 w 479047"/>
                <a:gd name="connsiteY73" fmla="*/ 480151 h 504260"/>
                <a:gd name="connsiteX74" fmla="*/ 429976 w 479047"/>
                <a:gd name="connsiteY74" fmla="*/ 502465 h 504260"/>
                <a:gd name="connsiteX75" fmla="*/ 448760 w 479047"/>
                <a:gd name="connsiteY75" fmla="*/ 502465 h 504260"/>
                <a:gd name="connsiteX76" fmla="*/ 453425 w 479047"/>
                <a:gd name="connsiteY76" fmla="*/ 490741 h 504260"/>
                <a:gd name="connsiteX77" fmla="*/ 449895 w 479047"/>
                <a:gd name="connsiteY77" fmla="*/ 471831 h 504260"/>
                <a:gd name="connsiteX78" fmla="*/ 432246 w 479047"/>
                <a:gd name="connsiteY78" fmla="*/ 477756 h 504260"/>
                <a:gd name="connsiteX79" fmla="*/ 414597 w 479047"/>
                <a:gd name="connsiteY79" fmla="*/ 456577 h 504260"/>
                <a:gd name="connsiteX80" fmla="*/ 420522 w 479047"/>
                <a:gd name="connsiteY80" fmla="*/ 431868 h 504260"/>
                <a:gd name="connsiteX81" fmla="*/ 421656 w 479047"/>
                <a:gd name="connsiteY81" fmla="*/ 402495 h 504260"/>
                <a:gd name="connsiteX82" fmla="*/ 425186 w 479047"/>
                <a:gd name="connsiteY82" fmla="*/ 388376 h 504260"/>
                <a:gd name="connsiteX83" fmla="*/ 432246 w 479047"/>
                <a:gd name="connsiteY83" fmla="*/ 370727 h 504260"/>
                <a:gd name="connsiteX84" fmla="*/ 464140 w 479047"/>
                <a:gd name="connsiteY84" fmla="*/ 365937 h 504260"/>
                <a:gd name="connsiteX85" fmla="*/ 465149 w 479047"/>
                <a:gd name="connsiteY85" fmla="*/ 364802 h 504260"/>
                <a:gd name="connsiteX86" fmla="*/ 466913 w 479047"/>
                <a:gd name="connsiteY86" fmla="*/ 360768 h 504260"/>
                <a:gd name="connsiteX87" fmla="*/ 447247 w 479047"/>
                <a:gd name="connsiteY87" fmla="*/ 333412 h 504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479047" h="504260">
                  <a:moveTo>
                    <a:pt x="447247" y="333412"/>
                  </a:moveTo>
                  <a:cubicBezTo>
                    <a:pt x="434263" y="326352"/>
                    <a:pt x="428968" y="237476"/>
                    <a:pt x="435523" y="235207"/>
                  </a:cubicBezTo>
                  <a:cubicBezTo>
                    <a:pt x="436406" y="234955"/>
                    <a:pt x="437162" y="235837"/>
                    <a:pt x="438045" y="237728"/>
                  </a:cubicBezTo>
                  <a:lnTo>
                    <a:pt x="436784" y="217558"/>
                  </a:lnTo>
                  <a:cubicBezTo>
                    <a:pt x="436784" y="217558"/>
                    <a:pt x="436028" y="217432"/>
                    <a:pt x="435019" y="217054"/>
                  </a:cubicBezTo>
                  <a:cubicBezTo>
                    <a:pt x="433002" y="216171"/>
                    <a:pt x="429725" y="214154"/>
                    <a:pt x="429725" y="209364"/>
                  </a:cubicBezTo>
                  <a:cubicBezTo>
                    <a:pt x="429725" y="202304"/>
                    <a:pt x="435650" y="201674"/>
                    <a:pt x="435650" y="201674"/>
                  </a:cubicBezTo>
                  <a:cubicBezTo>
                    <a:pt x="435650" y="201674"/>
                    <a:pt x="434515" y="186924"/>
                    <a:pt x="440944" y="184655"/>
                  </a:cubicBezTo>
                  <a:cubicBezTo>
                    <a:pt x="442205" y="184151"/>
                    <a:pt x="443339" y="183268"/>
                    <a:pt x="444222" y="182133"/>
                  </a:cubicBezTo>
                  <a:cubicBezTo>
                    <a:pt x="447878" y="177721"/>
                    <a:pt x="448634" y="169023"/>
                    <a:pt x="448634" y="162846"/>
                  </a:cubicBezTo>
                  <a:cubicBezTo>
                    <a:pt x="448634" y="155156"/>
                    <a:pt x="450399" y="146331"/>
                    <a:pt x="453299" y="139902"/>
                  </a:cubicBezTo>
                  <a:cubicBezTo>
                    <a:pt x="456198" y="133472"/>
                    <a:pt x="455063" y="124648"/>
                    <a:pt x="459728" y="121118"/>
                  </a:cubicBezTo>
                  <a:cubicBezTo>
                    <a:pt x="464392" y="117588"/>
                    <a:pt x="463888" y="108133"/>
                    <a:pt x="469687" y="106368"/>
                  </a:cubicBezTo>
                  <a:cubicBezTo>
                    <a:pt x="475612" y="104604"/>
                    <a:pt x="480276" y="102208"/>
                    <a:pt x="480907" y="98678"/>
                  </a:cubicBezTo>
                  <a:cubicBezTo>
                    <a:pt x="481537" y="95149"/>
                    <a:pt x="488597" y="90484"/>
                    <a:pt x="488597" y="85190"/>
                  </a:cubicBezTo>
                  <a:cubicBezTo>
                    <a:pt x="488597" y="79895"/>
                    <a:pt x="479772" y="78760"/>
                    <a:pt x="479772" y="72205"/>
                  </a:cubicBezTo>
                  <a:cubicBezTo>
                    <a:pt x="479772" y="65650"/>
                    <a:pt x="482168" y="49261"/>
                    <a:pt x="482168" y="49261"/>
                  </a:cubicBezTo>
                  <a:cubicBezTo>
                    <a:pt x="482168" y="49261"/>
                    <a:pt x="482420" y="49135"/>
                    <a:pt x="482546" y="49135"/>
                  </a:cubicBezTo>
                  <a:cubicBezTo>
                    <a:pt x="469813" y="37537"/>
                    <a:pt x="455190" y="25435"/>
                    <a:pt x="451912" y="23292"/>
                  </a:cubicBezTo>
                  <a:cubicBezTo>
                    <a:pt x="446995" y="20014"/>
                    <a:pt x="438801" y="26569"/>
                    <a:pt x="438801" y="26569"/>
                  </a:cubicBezTo>
                  <a:cubicBezTo>
                    <a:pt x="438801" y="26569"/>
                    <a:pt x="430607" y="18375"/>
                    <a:pt x="424051" y="24930"/>
                  </a:cubicBezTo>
                  <a:cubicBezTo>
                    <a:pt x="417496" y="31486"/>
                    <a:pt x="407663" y="24930"/>
                    <a:pt x="407663" y="24930"/>
                  </a:cubicBezTo>
                  <a:cubicBezTo>
                    <a:pt x="407663" y="24930"/>
                    <a:pt x="399469" y="20014"/>
                    <a:pt x="396191" y="11820"/>
                  </a:cubicBezTo>
                  <a:cubicBezTo>
                    <a:pt x="394804" y="8542"/>
                    <a:pt x="392409" y="6525"/>
                    <a:pt x="389384" y="4886"/>
                  </a:cubicBezTo>
                  <a:lnTo>
                    <a:pt x="389762" y="6021"/>
                  </a:lnTo>
                  <a:lnTo>
                    <a:pt x="370096" y="9298"/>
                  </a:lnTo>
                  <a:cubicBezTo>
                    <a:pt x="370096" y="9298"/>
                    <a:pt x="345513" y="-3812"/>
                    <a:pt x="340723" y="6021"/>
                  </a:cubicBezTo>
                  <a:cubicBezTo>
                    <a:pt x="335806" y="15854"/>
                    <a:pt x="330890" y="9298"/>
                    <a:pt x="319418" y="9298"/>
                  </a:cubicBezTo>
                  <a:cubicBezTo>
                    <a:pt x="307946" y="9298"/>
                    <a:pt x="298113" y="14215"/>
                    <a:pt x="291557" y="17493"/>
                  </a:cubicBezTo>
                  <a:cubicBezTo>
                    <a:pt x="285002" y="20770"/>
                    <a:pt x="275169" y="14215"/>
                    <a:pt x="270252" y="17493"/>
                  </a:cubicBezTo>
                  <a:cubicBezTo>
                    <a:pt x="265336" y="20770"/>
                    <a:pt x="262058" y="35520"/>
                    <a:pt x="262058" y="35520"/>
                  </a:cubicBezTo>
                  <a:lnTo>
                    <a:pt x="211380" y="25687"/>
                  </a:lnTo>
                  <a:cubicBezTo>
                    <a:pt x="211380" y="25687"/>
                    <a:pt x="201547" y="10937"/>
                    <a:pt x="190075" y="10937"/>
                  </a:cubicBezTo>
                  <a:cubicBezTo>
                    <a:pt x="178603" y="10937"/>
                    <a:pt x="162214" y="32242"/>
                    <a:pt x="162214" y="32242"/>
                  </a:cubicBezTo>
                  <a:lnTo>
                    <a:pt x="162214" y="50017"/>
                  </a:lnTo>
                  <a:cubicBezTo>
                    <a:pt x="164232" y="60733"/>
                    <a:pt x="161710" y="71827"/>
                    <a:pt x="158306" y="77500"/>
                  </a:cubicBezTo>
                  <a:cubicBezTo>
                    <a:pt x="153390" y="85694"/>
                    <a:pt x="148473" y="88971"/>
                    <a:pt x="148473" y="105360"/>
                  </a:cubicBezTo>
                  <a:cubicBezTo>
                    <a:pt x="148473" y="121748"/>
                    <a:pt x="128807" y="147970"/>
                    <a:pt x="128807" y="161207"/>
                  </a:cubicBezTo>
                  <a:cubicBezTo>
                    <a:pt x="128807" y="174318"/>
                    <a:pt x="105863" y="182512"/>
                    <a:pt x="105863" y="190706"/>
                  </a:cubicBezTo>
                  <a:cubicBezTo>
                    <a:pt x="105863" y="198900"/>
                    <a:pt x="104224" y="216928"/>
                    <a:pt x="104224" y="234955"/>
                  </a:cubicBezTo>
                  <a:cubicBezTo>
                    <a:pt x="104224" y="252982"/>
                    <a:pt x="94391" y="238233"/>
                    <a:pt x="94391" y="254621"/>
                  </a:cubicBezTo>
                  <a:cubicBezTo>
                    <a:pt x="94391" y="271009"/>
                    <a:pt x="86197" y="261176"/>
                    <a:pt x="78003" y="269371"/>
                  </a:cubicBezTo>
                  <a:cubicBezTo>
                    <a:pt x="69809" y="277565"/>
                    <a:pt x="66531" y="279204"/>
                    <a:pt x="66531" y="271009"/>
                  </a:cubicBezTo>
                  <a:cubicBezTo>
                    <a:pt x="66531" y="262815"/>
                    <a:pt x="55059" y="261176"/>
                    <a:pt x="45226" y="269371"/>
                  </a:cubicBezTo>
                  <a:cubicBezTo>
                    <a:pt x="35393" y="277565"/>
                    <a:pt x="32115" y="269371"/>
                    <a:pt x="27199" y="267732"/>
                  </a:cubicBezTo>
                  <a:cubicBezTo>
                    <a:pt x="24425" y="266849"/>
                    <a:pt x="13206" y="273405"/>
                    <a:pt x="2364" y="280842"/>
                  </a:cubicBezTo>
                  <a:cubicBezTo>
                    <a:pt x="7280" y="291054"/>
                    <a:pt x="9802" y="301139"/>
                    <a:pt x="11819" y="310090"/>
                  </a:cubicBezTo>
                  <a:cubicBezTo>
                    <a:pt x="11945" y="310972"/>
                    <a:pt x="12197" y="311855"/>
                    <a:pt x="12449" y="312737"/>
                  </a:cubicBezTo>
                  <a:cubicBezTo>
                    <a:pt x="18248" y="308577"/>
                    <a:pt x="24047" y="305047"/>
                    <a:pt x="27451" y="304543"/>
                  </a:cubicBezTo>
                  <a:cubicBezTo>
                    <a:pt x="35645" y="303408"/>
                    <a:pt x="113427" y="304543"/>
                    <a:pt x="113427" y="304543"/>
                  </a:cubicBezTo>
                  <a:cubicBezTo>
                    <a:pt x="113427" y="304543"/>
                    <a:pt x="120487" y="316267"/>
                    <a:pt x="118092" y="326982"/>
                  </a:cubicBezTo>
                  <a:cubicBezTo>
                    <a:pt x="115696" y="337572"/>
                    <a:pt x="122882" y="332907"/>
                    <a:pt x="128681" y="347027"/>
                  </a:cubicBezTo>
                  <a:cubicBezTo>
                    <a:pt x="134606" y="361146"/>
                    <a:pt x="139271" y="367071"/>
                    <a:pt x="150995" y="363541"/>
                  </a:cubicBezTo>
                  <a:cubicBezTo>
                    <a:pt x="162718" y="360011"/>
                    <a:pt x="176838" y="357616"/>
                    <a:pt x="181628" y="358877"/>
                  </a:cubicBezTo>
                  <a:cubicBezTo>
                    <a:pt x="186293" y="360011"/>
                    <a:pt x="185158" y="338832"/>
                    <a:pt x="192218" y="335302"/>
                  </a:cubicBezTo>
                  <a:cubicBezTo>
                    <a:pt x="199278" y="331773"/>
                    <a:pt x="213397" y="335302"/>
                    <a:pt x="213397" y="335302"/>
                  </a:cubicBezTo>
                  <a:cubicBezTo>
                    <a:pt x="213397" y="335302"/>
                    <a:pt x="214531" y="341227"/>
                    <a:pt x="226382" y="341227"/>
                  </a:cubicBezTo>
                  <a:cubicBezTo>
                    <a:pt x="238105" y="341227"/>
                    <a:pt x="244031" y="336563"/>
                    <a:pt x="244031" y="344757"/>
                  </a:cubicBezTo>
                  <a:cubicBezTo>
                    <a:pt x="244031" y="352952"/>
                    <a:pt x="245165" y="362407"/>
                    <a:pt x="248695" y="365937"/>
                  </a:cubicBezTo>
                  <a:cubicBezTo>
                    <a:pt x="252225" y="369466"/>
                    <a:pt x="239240" y="398839"/>
                    <a:pt x="245165" y="403630"/>
                  </a:cubicBezTo>
                  <a:cubicBezTo>
                    <a:pt x="251090" y="408294"/>
                    <a:pt x="259284" y="418884"/>
                    <a:pt x="258150" y="424809"/>
                  </a:cubicBezTo>
                  <a:cubicBezTo>
                    <a:pt x="257015" y="430734"/>
                    <a:pt x="253485" y="444853"/>
                    <a:pt x="258150" y="445987"/>
                  </a:cubicBezTo>
                  <a:cubicBezTo>
                    <a:pt x="262814" y="447122"/>
                    <a:pt x="264075" y="438928"/>
                    <a:pt x="272269" y="438928"/>
                  </a:cubicBezTo>
                  <a:cubicBezTo>
                    <a:pt x="280464" y="438928"/>
                    <a:pt x="287523" y="440062"/>
                    <a:pt x="295844" y="436533"/>
                  </a:cubicBezTo>
                  <a:cubicBezTo>
                    <a:pt x="298617" y="435398"/>
                    <a:pt x="301012" y="435776"/>
                    <a:pt x="303029" y="436785"/>
                  </a:cubicBezTo>
                  <a:cubicBezTo>
                    <a:pt x="307315" y="438802"/>
                    <a:pt x="309963" y="443593"/>
                    <a:pt x="309963" y="443593"/>
                  </a:cubicBezTo>
                  <a:cubicBezTo>
                    <a:pt x="309963" y="443593"/>
                    <a:pt x="312358" y="451787"/>
                    <a:pt x="317022" y="449517"/>
                  </a:cubicBezTo>
                  <a:cubicBezTo>
                    <a:pt x="321687" y="447122"/>
                    <a:pt x="334671" y="443593"/>
                    <a:pt x="333537" y="448383"/>
                  </a:cubicBezTo>
                  <a:cubicBezTo>
                    <a:pt x="332402" y="453173"/>
                    <a:pt x="337067" y="463637"/>
                    <a:pt x="341731" y="461367"/>
                  </a:cubicBezTo>
                  <a:cubicBezTo>
                    <a:pt x="346395" y="458972"/>
                    <a:pt x="358245" y="468427"/>
                    <a:pt x="364044" y="468427"/>
                  </a:cubicBezTo>
                  <a:cubicBezTo>
                    <a:pt x="369844" y="468427"/>
                    <a:pt x="375769" y="468427"/>
                    <a:pt x="375769" y="464897"/>
                  </a:cubicBezTo>
                  <a:cubicBezTo>
                    <a:pt x="375769" y="461367"/>
                    <a:pt x="382828" y="455442"/>
                    <a:pt x="385224" y="460233"/>
                  </a:cubicBezTo>
                  <a:cubicBezTo>
                    <a:pt x="387619" y="464897"/>
                    <a:pt x="393418" y="475487"/>
                    <a:pt x="399343" y="475487"/>
                  </a:cubicBezTo>
                  <a:cubicBezTo>
                    <a:pt x="405268" y="475487"/>
                    <a:pt x="419387" y="475487"/>
                    <a:pt x="419387" y="480151"/>
                  </a:cubicBezTo>
                  <a:cubicBezTo>
                    <a:pt x="419387" y="484816"/>
                    <a:pt x="424051" y="497800"/>
                    <a:pt x="429976" y="502465"/>
                  </a:cubicBezTo>
                  <a:cubicBezTo>
                    <a:pt x="435902" y="507129"/>
                    <a:pt x="448760" y="502465"/>
                    <a:pt x="448760" y="502465"/>
                  </a:cubicBezTo>
                  <a:cubicBezTo>
                    <a:pt x="448760" y="502465"/>
                    <a:pt x="453425" y="498935"/>
                    <a:pt x="453425" y="490741"/>
                  </a:cubicBezTo>
                  <a:cubicBezTo>
                    <a:pt x="453425" y="482547"/>
                    <a:pt x="453425" y="471831"/>
                    <a:pt x="449895" y="471831"/>
                  </a:cubicBezTo>
                  <a:cubicBezTo>
                    <a:pt x="446365" y="471831"/>
                    <a:pt x="440440" y="480025"/>
                    <a:pt x="432246" y="477756"/>
                  </a:cubicBezTo>
                  <a:cubicBezTo>
                    <a:pt x="424051" y="475361"/>
                    <a:pt x="418126" y="458972"/>
                    <a:pt x="414597" y="456577"/>
                  </a:cubicBezTo>
                  <a:cubicBezTo>
                    <a:pt x="411067" y="454182"/>
                    <a:pt x="420522" y="438928"/>
                    <a:pt x="420522" y="431868"/>
                  </a:cubicBezTo>
                  <a:cubicBezTo>
                    <a:pt x="420522" y="424809"/>
                    <a:pt x="426447" y="404764"/>
                    <a:pt x="421656" y="402495"/>
                  </a:cubicBezTo>
                  <a:cubicBezTo>
                    <a:pt x="416992" y="400100"/>
                    <a:pt x="419261" y="393040"/>
                    <a:pt x="425186" y="388376"/>
                  </a:cubicBezTo>
                  <a:cubicBezTo>
                    <a:pt x="431111" y="383712"/>
                    <a:pt x="422791" y="370727"/>
                    <a:pt x="432246" y="370727"/>
                  </a:cubicBezTo>
                  <a:cubicBezTo>
                    <a:pt x="441070" y="370727"/>
                    <a:pt x="459097" y="371735"/>
                    <a:pt x="464140" y="365937"/>
                  </a:cubicBezTo>
                  <a:cubicBezTo>
                    <a:pt x="464518" y="365558"/>
                    <a:pt x="464896" y="365306"/>
                    <a:pt x="465149" y="364802"/>
                  </a:cubicBezTo>
                  <a:cubicBezTo>
                    <a:pt x="465779" y="363541"/>
                    <a:pt x="466409" y="362154"/>
                    <a:pt x="466913" y="360768"/>
                  </a:cubicBezTo>
                  <a:cubicBezTo>
                    <a:pt x="460610" y="350682"/>
                    <a:pt x="454559" y="337446"/>
                    <a:pt x="447247" y="333412"/>
                  </a:cubicBezTo>
                  <a:close/>
                </a:path>
              </a:pathLst>
            </a:custGeom>
            <a:grpFill/>
            <a:ln w="1270" cap="flat">
              <a:solidFill>
                <a:schemeClr val="bg1"/>
              </a:solidFill>
              <a:prstDash val="solid"/>
              <a:miter/>
            </a:ln>
          </p:spPr>
          <p:txBody>
            <a:bodyPr rtlCol="0" anchor="ctr"/>
            <a:lstStyle/>
            <a:p>
              <a:endParaRPr lang="ko-KR" altLang="en-US"/>
            </a:p>
          </p:txBody>
        </p:sp>
        <p:sp>
          <p:nvSpPr>
            <p:cNvPr id="182" name="자유형: 도형 162">
              <a:extLst>
                <a:ext uri="{FF2B5EF4-FFF2-40B4-BE49-F238E27FC236}">
                  <a16:creationId xmlns:a16="http://schemas.microsoft.com/office/drawing/2014/main" id="{EDA9E127-2804-2549-B770-6392125A6C52}"/>
                </a:ext>
              </a:extLst>
            </p:cNvPr>
            <p:cNvSpPr/>
            <p:nvPr/>
          </p:nvSpPr>
          <p:spPr>
            <a:xfrm>
              <a:off x="6552639" y="4634554"/>
              <a:ext cx="37820" cy="50426"/>
            </a:xfrm>
            <a:custGeom>
              <a:avLst/>
              <a:gdLst>
                <a:gd name="connsiteX0" fmla="*/ 5515 w 37819"/>
                <a:gd name="connsiteY0" fmla="*/ 30728 h 50426"/>
                <a:gd name="connsiteX1" fmla="*/ 12071 w 37819"/>
                <a:gd name="connsiteY1" fmla="*/ 58337 h 50426"/>
                <a:gd name="connsiteX2" fmla="*/ 23416 w 37819"/>
                <a:gd name="connsiteY2" fmla="*/ 51655 h 50426"/>
                <a:gd name="connsiteX3" fmla="*/ 45100 w 37819"/>
                <a:gd name="connsiteY3" fmla="*/ 20391 h 50426"/>
                <a:gd name="connsiteX4" fmla="*/ 38292 w 37819"/>
                <a:gd name="connsiteY4" fmla="*/ 16357 h 50426"/>
                <a:gd name="connsiteX5" fmla="*/ 37284 w 37819"/>
                <a:gd name="connsiteY5" fmla="*/ 2364 h 50426"/>
                <a:gd name="connsiteX6" fmla="*/ 24803 w 37819"/>
                <a:gd name="connsiteY6" fmla="*/ 2742 h 50426"/>
                <a:gd name="connsiteX7" fmla="*/ 11188 w 37819"/>
                <a:gd name="connsiteY7" fmla="*/ 10936 h 50426"/>
                <a:gd name="connsiteX8" fmla="*/ 2364 w 37819"/>
                <a:gd name="connsiteY8" fmla="*/ 10054 h 50426"/>
                <a:gd name="connsiteX9" fmla="*/ 4128 w 37819"/>
                <a:gd name="connsiteY9" fmla="*/ 10558 h 50426"/>
                <a:gd name="connsiteX10" fmla="*/ 5515 w 37819"/>
                <a:gd name="connsiteY10" fmla="*/ 30728 h 50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819" h="50426">
                  <a:moveTo>
                    <a:pt x="5515" y="30728"/>
                  </a:moveTo>
                  <a:cubicBezTo>
                    <a:pt x="7532" y="35393"/>
                    <a:pt x="9675" y="46108"/>
                    <a:pt x="12071" y="58337"/>
                  </a:cubicBezTo>
                  <a:cubicBezTo>
                    <a:pt x="17365" y="54933"/>
                    <a:pt x="21652" y="52412"/>
                    <a:pt x="23416" y="51655"/>
                  </a:cubicBezTo>
                  <a:cubicBezTo>
                    <a:pt x="30224" y="49008"/>
                    <a:pt x="45100" y="20391"/>
                    <a:pt x="45100" y="20391"/>
                  </a:cubicBezTo>
                  <a:lnTo>
                    <a:pt x="38292" y="16357"/>
                  </a:lnTo>
                  <a:cubicBezTo>
                    <a:pt x="38292" y="16357"/>
                    <a:pt x="39049" y="10432"/>
                    <a:pt x="37284" y="2364"/>
                  </a:cubicBezTo>
                  <a:cubicBezTo>
                    <a:pt x="31233" y="3120"/>
                    <a:pt x="24803" y="2742"/>
                    <a:pt x="24803" y="2742"/>
                  </a:cubicBezTo>
                  <a:cubicBezTo>
                    <a:pt x="24803" y="2742"/>
                    <a:pt x="26190" y="13583"/>
                    <a:pt x="11188" y="10936"/>
                  </a:cubicBezTo>
                  <a:cubicBezTo>
                    <a:pt x="8793" y="10558"/>
                    <a:pt x="5767" y="10306"/>
                    <a:pt x="2364" y="10054"/>
                  </a:cubicBezTo>
                  <a:cubicBezTo>
                    <a:pt x="3372" y="10432"/>
                    <a:pt x="4128" y="10558"/>
                    <a:pt x="4128" y="10558"/>
                  </a:cubicBezTo>
                  <a:lnTo>
                    <a:pt x="5515" y="30728"/>
                  </a:lnTo>
                  <a:close/>
                </a:path>
              </a:pathLst>
            </a:custGeom>
            <a:grpFill/>
            <a:ln w="1270" cap="flat">
              <a:solidFill>
                <a:schemeClr val="bg1"/>
              </a:solidFill>
              <a:prstDash val="solid"/>
              <a:miter/>
            </a:ln>
          </p:spPr>
          <p:txBody>
            <a:bodyPr rtlCol="0" anchor="ctr"/>
            <a:lstStyle/>
            <a:p>
              <a:endParaRPr lang="ko-KR" altLang="en-US"/>
            </a:p>
          </p:txBody>
        </p:sp>
        <p:sp>
          <p:nvSpPr>
            <p:cNvPr id="183" name="자유형: 도형 163">
              <a:extLst>
                <a:ext uri="{FF2B5EF4-FFF2-40B4-BE49-F238E27FC236}">
                  <a16:creationId xmlns:a16="http://schemas.microsoft.com/office/drawing/2014/main" id="{BD3F2477-F521-004A-A99E-8F3D16E8F4A3}"/>
                </a:ext>
              </a:extLst>
            </p:cNvPr>
            <p:cNvSpPr/>
            <p:nvPr/>
          </p:nvSpPr>
          <p:spPr>
            <a:xfrm>
              <a:off x="6579743" y="4853654"/>
              <a:ext cx="277343" cy="453834"/>
            </a:xfrm>
            <a:custGeom>
              <a:avLst/>
              <a:gdLst>
                <a:gd name="connsiteX0" fmla="*/ 282732 w 277343"/>
                <a:gd name="connsiteY0" fmla="*/ 118722 h 453834"/>
                <a:gd name="connsiteX1" fmla="*/ 276051 w 277343"/>
                <a:gd name="connsiteY1" fmla="*/ 66909 h 453834"/>
                <a:gd name="connsiteX2" fmla="*/ 273656 w 277343"/>
                <a:gd name="connsiteY2" fmla="*/ 3372 h 453834"/>
                <a:gd name="connsiteX3" fmla="*/ 273530 w 277343"/>
                <a:gd name="connsiteY3" fmla="*/ 2364 h 453834"/>
                <a:gd name="connsiteX4" fmla="*/ 245417 w 277343"/>
                <a:gd name="connsiteY4" fmla="*/ 17492 h 453834"/>
                <a:gd name="connsiteX5" fmla="*/ 226507 w 277343"/>
                <a:gd name="connsiteY5" fmla="*/ 22156 h 453834"/>
                <a:gd name="connsiteX6" fmla="*/ 210875 w 277343"/>
                <a:gd name="connsiteY6" fmla="*/ 21400 h 453834"/>
                <a:gd name="connsiteX7" fmla="*/ 202303 w 277343"/>
                <a:gd name="connsiteY7" fmla="*/ 31611 h 453834"/>
                <a:gd name="connsiteX8" fmla="*/ 186545 w 277343"/>
                <a:gd name="connsiteY8" fmla="*/ 33124 h 453834"/>
                <a:gd name="connsiteX9" fmla="*/ 163853 w 277343"/>
                <a:gd name="connsiteY9" fmla="*/ 36275 h 453834"/>
                <a:gd name="connsiteX10" fmla="*/ 155281 w 277343"/>
                <a:gd name="connsiteY10" fmla="*/ 28459 h 453834"/>
                <a:gd name="connsiteX11" fmla="*/ 139523 w 277343"/>
                <a:gd name="connsiteY11" fmla="*/ 31611 h 453834"/>
                <a:gd name="connsiteX12" fmla="*/ 124521 w 277343"/>
                <a:gd name="connsiteY12" fmla="*/ 30098 h 453834"/>
                <a:gd name="connsiteX13" fmla="*/ 123134 w 277343"/>
                <a:gd name="connsiteY13" fmla="*/ 39301 h 453834"/>
                <a:gd name="connsiteX14" fmla="*/ 134480 w 277343"/>
                <a:gd name="connsiteY14" fmla="*/ 95400 h 453834"/>
                <a:gd name="connsiteX15" fmla="*/ 150616 w 277343"/>
                <a:gd name="connsiteY15" fmla="*/ 110906 h 453834"/>
                <a:gd name="connsiteX16" fmla="*/ 151373 w 277343"/>
                <a:gd name="connsiteY16" fmla="*/ 137632 h 453834"/>
                <a:gd name="connsiteX17" fmla="*/ 136497 w 277343"/>
                <a:gd name="connsiteY17" fmla="*/ 154902 h 453834"/>
                <a:gd name="connsiteX18" fmla="*/ 134102 w 277343"/>
                <a:gd name="connsiteY18" fmla="*/ 179233 h 453834"/>
                <a:gd name="connsiteX19" fmla="*/ 109771 w 277343"/>
                <a:gd name="connsiteY19" fmla="*/ 147087 h 453834"/>
                <a:gd name="connsiteX20" fmla="*/ 115318 w 277343"/>
                <a:gd name="connsiteY20" fmla="*/ 112545 h 453834"/>
                <a:gd name="connsiteX21" fmla="*/ 94139 w 277343"/>
                <a:gd name="connsiteY21" fmla="*/ 109393 h 453834"/>
                <a:gd name="connsiteX22" fmla="*/ 76112 w 277343"/>
                <a:gd name="connsiteY22" fmla="*/ 96912 h 453834"/>
                <a:gd name="connsiteX23" fmla="*/ 2364 w 277343"/>
                <a:gd name="connsiteY23" fmla="*/ 123512 h 453834"/>
                <a:gd name="connsiteX24" fmla="*/ 7784 w 277343"/>
                <a:gd name="connsiteY24" fmla="*/ 143179 h 453834"/>
                <a:gd name="connsiteX25" fmla="*/ 6272 w 277343"/>
                <a:gd name="connsiteY25" fmla="*/ 143179 h 453834"/>
                <a:gd name="connsiteX26" fmla="*/ 10180 w 277343"/>
                <a:gd name="connsiteY26" fmla="*/ 151751 h 453834"/>
                <a:gd name="connsiteX27" fmla="*/ 44344 w 277343"/>
                <a:gd name="connsiteY27" fmla="*/ 159945 h 453834"/>
                <a:gd name="connsiteX28" fmla="*/ 74977 w 277343"/>
                <a:gd name="connsiteY28" fmla="*/ 170534 h 453834"/>
                <a:gd name="connsiteX29" fmla="*/ 76112 w 277343"/>
                <a:gd name="connsiteY29" fmla="*/ 211758 h 453834"/>
                <a:gd name="connsiteX30" fmla="*/ 69052 w 277343"/>
                <a:gd name="connsiteY30" fmla="*/ 235332 h 453834"/>
                <a:gd name="connsiteX31" fmla="*/ 77246 w 277343"/>
                <a:gd name="connsiteY31" fmla="*/ 255376 h 453834"/>
                <a:gd name="connsiteX32" fmla="*/ 63127 w 277343"/>
                <a:gd name="connsiteY32" fmla="*/ 275421 h 453834"/>
                <a:gd name="connsiteX33" fmla="*/ 56068 w 277343"/>
                <a:gd name="connsiteY33" fmla="*/ 301264 h 453834"/>
                <a:gd name="connsiteX34" fmla="*/ 29089 w 277343"/>
                <a:gd name="connsiteY34" fmla="*/ 328116 h 453834"/>
                <a:gd name="connsiteX35" fmla="*/ 30098 w 277343"/>
                <a:gd name="connsiteY35" fmla="*/ 328998 h 453834"/>
                <a:gd name="connsiteX36" fmla="*/ 46613 w 277343"/>
                <a:gd name="connsiteY36" fmla="*/ 378416 h 453834"/>
                <a:gd name="connsiteX37" fmla="*/ 49008 w 277343"/>
                <a:gd name="connsiteY37" fmla="*/ 426699 h 453834"/>
                <a:gd name="connsiteX38" fmla="*/ 51907 w 277343"/>
                <a:gd name="connsiteY38" fmla="*/ 457332 h 453834"/>
                <a:gd name="connsiteX39" fmla="*/ 71699 w 277343"/>
                <a:gd name="connsiteY39" fmla="*/ 455820 h 453834"/>
                <a:gd name="connsiteX40" fmla="*/ 72960 w 277343"/>
                <a:gd name="connsiteY40" fmla="*/ 442583 h 453834"/>
                <a:gd name="connsiteX41" fmla="*/ 62371 w 277343"/>
                <a:gd name="connsiteY41" fmla="*/ 432372 h 453834"/>
                <a:gd name="connsiteX42" fmla="*/ 103972 w 277343"/>
                <a:gd name="connsiteY42" fmla="*/ 401738 h 453834"/>
                <a:gd name="connsiteX43" fmla="*/ 137379 w 277343"/>
                <a:gd name="connsiteY43" fmla="*/ 380937 h 453834"/>
                <a:gd name="connsiteX44" fmla="*/ 140153 w 277343"/>
                <a:gd name="connsiteY44" fmla="*/ 342487 h 453834"/>
                <a:gd name="connsiteX45" fmla="*/ 135488 w 277343"/>
                <a:gd name="connsiteY45" fmla="*/ 309206 h 453834"/>
                <a:gd name="connsiteX46" fmla="*/ 122504 w 277343"/>
                <a:gd name="connsiteY46" fmla="*/ 275421 h 453834"/>
                <a:gd name="connsiteX47" fmla="*/ 126790 w 277343"/>
                <a:gd name="connsiteY47" fmla="*/ 255376 h 453834"/>
                <a:gd name="connsiteX48" fmla="*/ 138892 w 277343"/>
                <a:gd name="connsiteY48" fmla="*/ 241257 h 453834"/>
                <a:gd name="connsiteX49" fmla="*/ 161206 w 277343"/>
                <a:gd name="connsiteY49" fmla="*/ 227138 h 453834"/>
                <a:gd name="connsiteX50" fmla="*/ 189066 w 277343"/>
                <a:gd name="connsiteY50" fmla="*/ 196504 h 453834"/>
                <a:gd name="connsiteX51" fmla="*/ 240879 w 277343"/>
                <a:gd name="connsiteY51" fmla="*/ 174190 h 453834"/>
                <a:gd name="connsiteX52" fmla="*/ 282732 w 277343"/>
                <a:gd name="connsiteY52" fmla="*/ 118722 h 453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77343" h="453834">
                  <a:moveTo>
                    <a:pt x="282732" y="118722"/>
                  </a:moveTo>
                  <a:cubicBezTo>
                    <a:pt x="279959" y="111662"/>
                    <a:pt x="274538" y="79894"/>
                    <a:pt x="276051" y="66909"/>
                  </a:cubicBezTo>
                  <a:cubicBezTo>
                    <a:pt x="277690" y="53924"/>
                    <a:pt x="273656" y="19887"/>
                    <a:pt x="273656" y="3372"/>
                  </a:cubicBezTo>
                  <a:cubicBezTo>
                    <a:pt x="273656" y="2994"/>
                    <a:pt x="273656" y="2742"/>
                    <a:pt x="273530" y="2364"/>
                  </a:cubicBezTo>
                  <a:cubicBezTo>
                    <a:pt x="260545" y="8289"/>
                    <a:pt x="246552" y="14970"/>
                    <a:pt x="245417" y="17492"/>
                  </a:cubicBezTo>
                  <a:cubicBezTo>
                    <a:pt x="243022" y="22156"/>
                    <a:pt x="232811" y="16735"/>
                    <a:pt x="226507" y="22156"/>
                  </a:cubicBezTo>
                  <a:cubicBezTo>
                    <a:pt x="220204" y="27703"/>
                    <a:pt x="216296" y="22912"/>
                    <a:pt x="210875" y="21400"/>
                  </a:cubicBezTo>
                  <a:cubicBezTo>
                    <a:pt x="205455" y="19761"/>
                    <a:pt x="203059" y="26947"/>
                    <a:pt x="202303" y="31611"/>
                  </a:cubicBezTo>
                  <a:cubicBezTo>
                    <a:pt x="201546" y="36275"/>
                    <a:pt x="190579" y="34006"/>
                    <a:pt x="186545" y="33124"/>
                  </a:cubicBezTo>
                  <a:cubicBezTo>
                    <a:pt x="182637" y="32367"/>
                    <a:pt x="170030" y="36275"/>
                    <a:pt x="163853" y="36275"/>
                  </a:cubicBezTo>
                  <a:cubicBezTo>
                    <a:pt x="157550" y="36275"/>
                    <a:pt x="162340" y="30728"/>
                    <a:pt x="155281" y="28459"/>
                  </a:cubicBezTo>
                  <a:cubicBezTo>
                    <a:pt x="148221" y="26064"/>
                    <a:pt x="143557" y="31611"/>
                    <a:pt x="139523" y="31611"/>
                  </a:cubicBezTo>
                  <a:cubicBezTo>
                    <a:pt x="137127" y="31611"/>
                    <a:pt x="129816" y="30728"/>
                    <a:pt x="124521" y="30098"/>
                  </a:cubicBezTo>
                  <a:cubicBezTo>
                    <a:pt x="124395" y="33754"/>
                    <a:pt x="124016" y="36906"/>
                    <a:pt x="123134" y="39301"/>
                  </a:cubicBezTo>
                  <a:cubicBezTo>
                    <a:pt x="118091" y="52538"/>
                    <a:pt x="133724" y="82667"/>
                    <a:pt x="134480" y="95400"/>
                  </a:cubicBezTo>
                  <a:cubicBezTo>
                    <a:pt x="140279" y="100442"/>
                    <a:pt x="146960" y="106494"/>
                    <a:pt x="150616" y="110906"/>
                  </a:cubicBezTo>
                  <a:cubicBezTo>
                    <a:pt x="157676" y="119604"/>
                    <a:pt x="150616" y="118722"/>
                    <a:pt x="151373" y="137632"/>
                  </a:cubicBezTo>
                  <a:cubicBezTo>
                    <a:pt x="152129" y="156415"/>
                    <a:pt x="143557" y="148599"/>
                    <a:pt x="136497" y="154902"/>
                  </a:cubicBezTo>
                  <a:cubicBezTo>
                    <a:pt x="129437" y="161206"/>
                    <a:pt x="135741" y="175325"/>
                    <a:pt x="134102" y="179233"/>
                  </a:cubicBezTo>
                  <a:cubicBezTo>
                    <a:pt x="132463" y="183141"/>
                    <a:pt x="111284" y="151751"/>
                    <a:pt x="109771" y="147087"/>
                  </a:cubicBezTo>
                  <a:cubicBezTo>
                    <a:pt x="108258" y="142422"/>
                    <a:pt x="117587" y="123512"/>
                    <a:pt x="115318" y="112545"/>
                  </a:cubicBezTo>
                  <a:cubicBezTo>
                    <a:pt x="112923" y="101577"/>
                    <a:pt x="98803" y="108636"/>
                    <a:pt x="94139" y="109393"/>
                  </a:cubicBezTo>
                  <a:cubicBezTo>
                    <a:pt x="89475" y="110150"/>
                    <a:pt x="78381" y="96912"/>
                    <a:pt x="76112" y="96912"/>
                  </a:cubicBezTo>
                  <a:cubicBezTo>
                    <a:pt x="73717" y="96912"/>
                    <a:pt x="2364" y="123512"/>
                    <a:pt x="2364" y="123512"/>
                  </a:cubicBezTo>
                  <a:lnTo>
                    <a:pt x="7784" y="143179"/>
                  </a:lnTo>
                  <a:lnTo>
                    <a:pt x="6272" y="143179"/>
                  </a:lnTo>
                  <a:lnTo>
                    <a:pt x="10180" y="151751"/>
                  </a:lnTo>
                  <a:cubicBezTo>
                    <a:pt x="10180" y="151751"/>
                    <a:pt x="33754" y="152885"/>
                    <a:pt x="44344" y="159945"/>
                  </a:cubicBezTo>
                  <a:cubicBezTo>
                    <a:pt x="54933" y="167005"/>
                    <a:pt x="71447" y="168139"/>
                    <a:pt x="74977" y="170534"/>
                  </a:cubicBezTo>
                  <a:cubicBezTo>
                    <a:pt x="78507" y="172930"/>
                    <a:pt x="74977" y="198773"/>
                    <a:pt x="76112" y="211758"/>
                  </a:cubicBezTo>
                  <a:cubicBezTo>
                    <a:pt x="77246" y="224743"/>
                    <a:pt x="61993" y="228272"/>
                    <a:pt x="69052" y="235332"/>
                  </a:cubicBezTo>
                  <a:cubicBezTo>
                    <a:pt x="76112" y="242392"/>
                    <a:pt x="72582" y="254242"/>
                    <a:pt x="77246" y="255376"/>
                  </a:cubicBezTo>
                  <a:cubicBezTo>
                    <a:pt x="81911" y="256511"/>
                    <a:pt x="69052" y="271891"/>
                    <a:pt x="63127" y="275421"/>
                  </a:cubicBezTo>
                  <a:cubicBezTo>
                    <a:pt x="57202" y="278950"/>
                    <a:pt x="63127" y="291935"/>
                    <a:pt x="56068" y="301264"/>
                  </a:cubicBezTo>
                  <a:cubicBezTo>
                    <a:pt x="51529" y="307315"/>
                    <a:pt x="38419" y="319165"/>
                    <a:pt x="29089" y="328116"/>
                  </a:cubicBezTo>
                  <a:cubicBezTo>
                    <a:pt x="29594" y="328368"/>
                    <a:pt x="29972" y="328620"/>
                    <a:pt x="30098" y="328998"/>
                  </a:cubicBezTo>
                  <a:cubicBezTo>
                    <a:pt x="32493" y="333159"/>
                    <a:pt x="39553" y="374256"/>
                    <a:pt x="46613" y="378416"/>
                  </a:cubicBezTo>
                  <a:cubicBezTo>
                    <a:pt x="53672" y="382576"/>
                    <a:pt x="49512" y="423169"/>
                    <a:pt x="49008" y="426699"/>
                  </a:cubicBezTo>
                  <a:cubicBezTo>
                    <a:pt x="48377" y="430228"/>
                    <a:pt x="51907" y="457332"/>
                    <a:pt x="51907" y="457332"/>
                  </a:cubicBezTo>
                  <a:cubicBezTo>
                    <a:pt x="51907" y="457332"/>
                    <a:pt x="62371" y="455694"/>
                    <a:pt x="71699" y="455820"/>
                  </a:cubicBezTo>
                  <a:cubicBezTo>
                    <a:pt x="72330" y="450399"/>
                    <a:pt x="72708" y="445735"/>
                    <a:pt x="72960" y="442583"/>
                  </a:cubicBezTo>
                  <a:cubicBezTo>
                    <a:pt x="73717" y="430102"/>
                    <a:pt x="65144" y="440188"/>
                    <a:pt x="62371" y="432372"/>
                  </a:cubicBezTo>
                  <a:cubicBezTo>
                    <a:pt x="59597" y="424556"/>
                    <a:pt x="81533" y="410058"/>
                    <a:pt x="103972" y="401738"/>
                  </a:cubicBezTo>
                  <a:cubicBezTo>
                    <a:pt x="126286" y="393543"/>
                    <a:pt x="134984" y="388753"/>
                    <a:pt x="137379" y="380937"/>
                  </a:cubicBezTo>
                  <a:cubicBezTo>
                    <a:pt x="139775" y="373121"/>
                    <a:pt x="137001" y="351186"/>
                    <a:pt x="140153" y="342487"/>
                  </a:cubicBezTo>
                  <a:cubicBezTo>
                    <a:pt x="143304" y="333915"/>
                    <a:pt x="138136" y="328746"/>
                    <a:pt x="135488" y="309206"/>
                  </a:cubicBezTo>
                  <a:cubicBezTo>
                    <a:pt x="132715" y="289540"/>
                    <a:pt x="125655" y="286388"/>
                    <a:pt x="122504" y="275421"/>
                  </a:cubicBezTo>
                  <a:cubicBezTo>
                    <a:pt x="119352" y="264453"/>
                    <a:pt x="120108" y="255881"/>
                    <a:pt x="126790" y="255376"/>
                  </a:cubicBezTo>
                  <a:cubicBezTo>
                    <a:pt x="133471" y="254998"/>
                    <a:pt x="133471" y="251847"/>
                    <a:pt x="138892" y="241257"/>
                  </a:cubicBezTo>
                  <a:cubicBezTo>
                    <a:pt x="144439" y="230668"/>
                    <a:pt x="150616" y="234954"/>
                    <a:pt x="161206" y="227138"/>
                  </a:cubicBezTo>
                  <a:cubicBezTo>
                    <a:pt x="171795" y="219322"/>
                    <a:pt x="172173" y="209488"/>
                    <a:pt x="189066" y="196504"/>
                  </a:cubicBezTo>
                  <a:cubicBezTo>
                    <a:pt x="205959" y="183519"/>
                    <a:pt x="224364" y="184023"/>
                    <a:pt x="240879" y="174190"/>
                  </a:cubicBezTo>
                  <a:cubicBezTo>
                    <a:pt x="257267" y="164231"/>
                    <a:pt x="285506" y="125781"/>
                    <a:pt x="282732" y="118722"/>
                  </a:cubicBezTo>
                  <a:close/>
                </a:path>
              </a:pathLst>
            </a:custGeom>
            <a:grpFill/>
            <a:ln w="1270" cap="flat">
              <a:solidFill>
                <a:schemeClr val="bg1"/>
              </a:solidFill>
              <a:prstDash val="solid"/>
              <a:miter/>
            </a:ln>
          </p:spPr>
          <p:txBody>
            <a:bodyPr rtlCol="0" anchor="ctr"/>
            <a:lstStyle/>
            <a:p>
              <a:endParaRPr lang="ko-KR" altLang="en-US"/>
            </a:p>
          </p:txBody>
        </p:sp>
        <p:sp>
          <p:nvSpPr>
            <p:cNvPr id="184" name="자유형: 도형 164">
              <a:extLst>
                <a:ext uri="{FF2B5EF4-FFF2-40B4-BE49-F238E27FC236}">
                  <a16:creationId xmlns:a16="http://schemas.microsoft.com/office/drawing/2014/main" id="{8FDD0CBA-8220-5C4D-A3AD-DFD0876C0DAD}"/>
                </a:ext>
              </a:extLst>
            </p:cNvPr>
            <p:cNvSpPr/>
            <p:nvPr/>
          </p:nvSpPr>
          <p:spPr>
            <a:xfrm>
              <a:off x="6562346" y="4595221"/>
              <a:ext cx="289950" cy="289950"/>
            </a:xfrm>
            <a:custGeom>
              <a:avLst/>
              <a:gdLst>
                <a:gd name="connsiteX0" fmla="*/ 272395 w 289949"/>
                <a:gd name="connsiteY0" fmla="*/ 236719 h 289949"/>
                <a:gd name="connsiteX1" fmla="*/ 262562 w 289949"/>
                <a:gd name="connsiteY1" fmla="*/ 209615 h 289949"/>
                <a:gd name="connsiteX2" fmla="*/ 259789 w 289949"/>
                <a:gd name="connsiteY2" fmla="*/ 187679 h 289949"/>
                <a:gd name="connsiteX3" fmla="*/ 264453 w 289949"/>
                <a:gd name="connsiteY3" fmla="*/ 167635 h 289949"/>
                <a:gd name="connsiteX4" fmla="*/ 250334 w 289949"/>
                <a:gd name="connsiteY4" fmla="*/ 145322 h 289949"/>
                <a:gd name="connsiteX5" fmla="*/ 262058 w 289949"/>
                <a:gd name="connsiteY5" fmla="*/ 104981 h 289949"/>
                <a:gd name="connsiteX6" fmla="*/ 217557 w 289949"/>
                <a:gd name="connsiteY6" fmla="*/ 73338 h 289949"/>
                <a:gd name="connsiteX7" fmla="*/ 218943 w 289949"/>
                <a:gd name="connsiteY7" fmla="*/ 57076 h 289949"/>
                <a:gd name="connsiteX8" fmla="*/ 118722 w 289949"/>
                <a:gd name="connsiteY8" fmla="*/ 3877 h 289949"/>
                <a:gd name="connsiteX9" fmla="*/ 105863 w 289949"/>
                <a:gd name="connsiteY9" fmla="*/ 28837 h 289949"/>
                <a:gd name="connsiteX10" fmla="*/ 107628 w 289949"/>
                <a:gd name="connsiteY10" fmla="*/ 45352 h 289949"/>
                <a:gd name="connsiteX11" fmla="*/ 64640 w 289949"/>
                <a:gd name="connsiteY11" fmla="*/ 42957 h 289949"/>
                <a:gd name="connsiteX12" fmla="*/ 64514 w 289949"/>
                <a:gd name="connsiteY12" fmla="*/ 2364 h 289949"/>
                <a:gd name="connsiteX13" fmla="*/ 42327 w 289949"/>
                <a:gd name="connsiteY13" fmla="*/ 4129 h 289949"/>
                <a:gd name="connsiteX14" fmla="*/ 29846 w 289949"/>
                <a:gd name="connsiteY14" fmla="*/ 7406 h 289949"/>
                <a:gd name="connsiteX15" fmla="*/ 34132 w 289949"/>
                <a:gd name="connsiteY15" fmla="*/ 19004 h 289949"/>
                <a:gd name="connsiteX16" fmla="*/ 38166 w 289949"/>
                <a:gd name="connsiteY16" fmla="*/ 36653 h 289949"/>
                <a:gd name="connsiteX17" fmla="*/ 27577 w 289949"/>
                <a:gd name="connsiteY17" fmla="*/ 41696 h 289949"/>
                <a:gd name="connsiteX18" fmla="*/ 28585 w 289949"/>
                <a:gd name="connsiteY18" fmla="*/ 55689 h 289949"/>
                <a:gd name="connsiteX19" fmla="*/ 35393 w 289949"/>
                <a:gd name="connsiteY19" fmla="*/ 59723 h 289949"/>
                <a:gd name="connsiteX20" fmla="*/ 13709 w 289949"/>
                <a:gd name="connsiteY20" fmla="*/ 90988 h 289949"/>
                <a:gd name="connsiteX21" fmla="*/ 2364 w 289949"/>
                <a:gd name="connsiteY21" fmla="*/ 97669 h 289949"/>
                <a:gd name="connsiteX22" fmla="*/ 18626 w 289949"/>
                <a:gd name="connsiteY22" fmla="*/ 148221 h 289949"/>
                <a:gd name="connsiteX23" fmla="*/ 32745 w 289949"/>
                <a:gd name="connsiteY23" fmla="*/ 182889 h 289949"/>
                <a:gd name="connsiteX24" fmla="*/ 39175 w 289949"/>
                <a:gd name="connsiteY24" fmla="*/ 204068 h 289949"/>
                <a:gd name="connsiteX25" fmla="*/ 24425 w 289949"/>
                <a:gd name="connsiteY25" fmla="*/ 192974 h 289949"/>
                <a:gd name="connsiteX26" fmla="*/ 22660 w 289949"/>
                <a:gd name="connsiteY26" fmla="*/ 197008 h 289949"/>
                <a:gd name="connsiteX27" fmla="*/ 21652 w 289949"/>
                <a:gd name="connsiteY27" fmla="*/ 198143 h 289949"/>
                <a:gd name="connsiteX28" fmla="*/ 40814 w 289949"/>
                <a:gd name="connsiteY28" fmla="*/ 209110 h 289949"/>
                <a:gd name="connsiteX29" fmla="*/ 65270 w 289949"/>
                <a:gd name="connsiteY29" fmla="*/ 218565 h 289949"/>
                <a:gd name="connsiteX30" fmla="*/ 99182 w 289949"/>
                <a:gd name="connsiteY30" fmla="*/ 233441 h 289949"/>
                <a:gd name="connsiteX31" fmla="*/ 100947 w 289949"/>
                <a:gd name="connsiteY31" fmla="*/ 236088 h 289949"/>
                <a:gd name="connsiteX32" fmla="*/ 118848 w 289949"/>
                <a:gd name="connsiteY32" fmla="*/ 236088 h 289949"/>
                <a:gd name="connsiteX33" fmla="*/ 122756 w 289949"/>
                <a:gd name="connsiteY33" fmla="*/ 234576 h 289949"/>
                <a:gd name="connsiteX34" fmla="*/ 141792 w 289949"/>
                <a:gd name="connsiteY34" fmla="*/ 288405 h 289949"/>
                <a:gd name="connsiteX35" fmla="*/ 156793 w 289949"/>
                <a:gd name="connsiteY35" fmla="*/ 289918 h 289949"/>
                <a:gd name="connsiteX36" fmla="*/ 172552 w 289949"/>
                <a:gd name="connsiteY36" fmla="*/ 286766 h 289949"/>
                <a:gd name="connsiteX37" fmla="*/ 181124 w 289949"/>
                <a:gd name="connsiteY37" fmla="*/ 294582 h 289949"/>
                <a:gd name="connsiteX38" fmla="*/ 203816 w 289949"/>
                <a:gd name="connsiteY38" fmla="*/ 291431 h 289949"/>
                <a:gd name="connsiteX39" fmla="*/ 219574 w 289949"/>
                <a:gd name="connsiteY39" fmla="*/ 289918 h 289949"/>
                <a:gd name="connsiteX40" fmla="*/ 228146 w 289949"/>
                <a:gd name="connsiteY40" fmla="*/ 279707 h 289949"/>
                <a:gd name="connsiteX41" fmla="*/ 243778 w 289949"/>
                <a:gd name="connsiteY41" fmla="*/ 280463 h 289949"/>
                <a:gd name="connsiteX42" fmla="*/ 262688 w 289949"/>
                <a:gd name="connsiteY42" fmla="*/ 275799 h 289949"/>
                <a:gd name="connsiteX43" fmla="*/ 290801 w 289949"/>
                <a:gd name="connsiteY43" fmla="*/ 260671 h 289949"/>
                <a:gd name="connsiteX44" fmla="*/ 272395 w 289949"/>
                <a:gd name="connsiteY44" fmla="*/ 236719 h 289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89949" h="289949">
                  <a:moveTo>
                    <a:pt x="272395" y="236719"/>
                  </a:moveTo>
                  <a:cubicBezTo>
                    <a:pt x="271639" y="220582"/>
                    <a:pt x="262184" y="220582"/>
                    <a:pt x="262562" y="209615"/>
                  </a:cubicBezTo>
                  <a:cubicBezTo>
                    <a:pt x="262940" y="198647"/>
                    <a:pt x="263697" y="188814"/>
                    <a:pt x="259789" y="187679"/>
                  </a:cubicBezTo>
                  <a:cubicBezTo>
                    <a:pt x="255881" y="186545"/>
                    <a:pt x="258150" y="177090"/>
                    <a:pt x="264453" y="167635"/>
                  </a:cubicBezTo>
                  <a:cubicBezTo>
                    <a:pt x="270756" y="158180"/>
                    <a:pt x="253107" y="157046"/>
                    <a:pt x="250334" y="145322"/>
                  </a:cubicBezTo>
                  <a:cubicBezTo>
                    <a:pt x="249199" y="140279"/>
                    <a:pt x="254746" y="123386"/>
                    <a:pt x="262058" y="104981"/>
                  </a:cubicBezTo>
                  <a:cubicBezTo>
                    <a:pt x="240123" y="89853"/>
                    <a:pt x="217557" y="73338"/>
                    <a:pt x="217557" y="73338"/>
                  </a:cubicBezTo>
                  <a:lnTo>
                    <a:pt x="218943" y="57076"/>
                  </a:lnTo>
                  <a:lnTo>
                    <a:pt x="118722" y="3877"/>
                  </a:lnTo>
                  <a:cubicBezTo>
                    <a:pt x="118091" y="16105"/>
                    <a:pt x="113049" y="25560"/>
                    <a:pt x="105863" y="28837"/>
                  </a:cubicBezTo>
                  <a:cubicBezTo>
                    <a:pt x="98173" y="32367"/>
                    <a:pt x="116453" y="43587"/>
                    <a:pt x="107628" y="45352"/>
                  </a:cubicBezTo>
                  <a:cubicBezTo>
                    <a:pt x="98803" y="47117"/>
                    <a:pt x="78759" y="37158"/>
                    <a:pt x="64640" y="42957"/>
                  </a:cubicBezTo>
                  <a:cubicBezTo>
                    <a:pt x="55185" y="46991"/>
                    <a:pt x="57076" y="23165"/>
                    <a:pt x="64514" y="2364"/>
                  </a:cubicBezTo>
                  <a:lnTo>
                    <a:pt x="42327" y="4129"/>
                  </a:lnTo>
                  <a:cubicBezTo>
                    <a:pt x="42327" y="4129"/>
                    <a:pt x="36275" y="5642"/>
                    <a:pt x="29846" y="7406"/>
                  </a:cubicBezTo>
                  <a:lnTo>
                    <a:pt x="34132" y="19004"/>
                  </a:lnTo>
                  <a:cubicBezTo>
                    <a:pt x="34132" y="19004"/>
                    <a:pt x="39553" y="29846"/>
                    <a:pt x="38166" y="36653"/>
                  </a:cubicBezTo>
                  <a:cubicBezTo>
                    <a:pt x="37536" y="39805"/>
                    <a:pt x="32619" y="41066"/>
                    <a:pt x="27577" y="41696"/>
                  </a:cubicBezTo>
                  <a:cubicBezTo>
                    <a:pt x="29342" y="49638"/>
                    <a:pt x="28585" y="55689"/>
                    <a:pt x="28585" y="55689"/>
                  </a:cubicBezTo>
                  <a:lnTo>
                    <a:pt x="35393" y="59723"/>
                  </a:lnTo>
                  <a:cubicBezTo>
                    <a:pt x="35393" y="59723"/>
                    <a:pt x="20517" y="88214"/>
                    <a:pt x="13709" y="90988"/>
                  </a:cubicBezTo>
                  <a:cubicBezTo>
                    <a:pt x="11945" y="91744"/>
                    <a:pt x="7659" y="94265"/>
                    <a:pt x="2364" y="97669"/>
                  </a:cubicBezTo>
                  <a:cubicBezTo>
                    <a:pt x="6398" y="117713"/>
                    <a:pt x="11315" y="141540"/>
                    <a:pt x="18626" y="148221"/>
                  </a:cubicBezTo>
                  <a:cubicBezTo>
                    <a:pt x="32115" y="160575"/>
                    <a:pt x="29846" y="174695"/>
                    <a:pt x="32745" y="182889"/>
                  </a:cubicBezTo>
                  <a:cubicBezTo>
                    <a:pt x="35645" y="191083"/>
                    <a:pt x="47495" y="200538"/>
                    <a:pt x="39175" y="204068"/>
                  </a:cubicBezTo>
                  <a:cubicBezTo>
                    <a:pt x="33880" y="206337"/>
                    <a:pt x="29089" y="200664"/>
                    <a:pt x="24425" y="192974"/>
                  </a:cubicBezTo>
                  <a:cubicBezTo>
                    <a:pt x="23921" y="194361"/>
                    <a:pt x="23417" y="195747"/>
                    <a:pt x="22660" y="197008"/>
                  </a:cubicBezTo>
                  <a:cubicBezTo>
                    <a:pt x="22408" y="197513"/>
                    <a:pt x="22030" y="197765"/>
                    <a:pt x="21652" y="198143"/>
                  </a:cubicBezTo>
                  <a:cubicBezTo>
                    <a:pt x="28837" y="203438"/>
                    <a:pt x="37284" y="209110"/>
                    <a:pt x="40814" y="209110"/>
                  </a:cubicBezTo>
                  <a:cubicBezTo>
                    <a:pt x="47621" y="209110"/>
                    <a:pt x="58463" y="217305"/>
                    <a:pt x="65270" y="218565"/>
                  </a:cubicBezTo>
                  <a:cubicBezTo>
                    <a:pt x="72078" y="219952"/>
                    <a:pt x="96282" y="229659"/>
                    <a:pt x="99182" y="233441"/>
                  </a:cubicBezTo>
                  <a:cubicBezTo>
                    <a:pt x="99686" y="234197"/>
                    <a:pt x="100317" y="235080"/>
                    <a:pt x="100947" y="236088"/>
                  </a:cubicBezTo>
                  <a:cubicBezTo>
                    <a:pt x="106746" y="235836"/>
                    <a:pt x="114310" y="235584"/>
                    <a:pt x="118848" y="236088"/>
                  </a:cubicBezTo>
                  <a:cubicBezTo>
                    <a:pt x="119856" y="235206"/>
                    <a:pt x="120991" y="234576"/>
                    <a:pt x="122756" y="234576"/>
                  </a:cubicBezTo>
                  <a:cubicBezTo>
                    <a:pt x="131707" y="234576"/>
                    <a:pt x="142296" y="268613"/>
                    <a:pt x="141792" y="288405"/>
                  </a:cubicBezTo>
                  <a:cubicBezTo>
                    <a:pt x="147087" y="289162"/>
                    <a:pt x="154524" y="289918"/>
                    <a:pt x="156793" y="289918"/>
                  </a:cubicBezTo>
                  <a:cubicBezTo>
                    <a:pt x="160701" y="289918"/>
                    <a:pt x="165492" y="284497"/>
                    <a:pt x="172552" y="286766"/>
                  </a:cubicBezTo>
                  <a:cubicBezTo>
                    <a:pt x="179611" y="289162"/>
                    <a:pt x="174947" y="294582"/>
                    <a:pt x="181124" y="294582"/>
                  </a:cubicBezTo>
                  <a:cubicBezTo>
                    <a:pt x="187427" y="294582"/>
                    <a:pt x="199908" y="290674"/>
                    <a:pt x="203816" y="291431"/>
                  </a:cubicBezTo>
                  <a:cubicBezTo>
                    <a:pt x="207724" y="292187"/>
                    <a:pt x="218691" y="294582"/>
                    <a:pt x="219574" y="289918"/>
                  </a:cubicBezTo>
                  <a:cubicBezTo>
                    <a:pt x="220330" y="285254"/>
                    <a:pt x="222726" y="278194"/>
                    <a:pt x="228146" y="279707"/>
                  </a:cubicBezTo>
                  <a:cubicBezTo>
                    <a:pt x="233693" y="281220"/>
                    <a:pt x="237601" y="286010"/>
                    <a:pt x="243778" y="280463"/>
                  </a:cubicBezTo>
                  <a:cubicBezTo>
                    <a:pt x="250081" y="274916"/>
                    <a:pt x="260293" y="280463"/>
                    <a:pt x="262688" y="275799"/>
                  </a:cubicBezTo>
                  <a:cubicBezTo>
                    <a:pt x="263949" y="273404"/>
                    <a:pt x="277816" y="266596"/>
                    <a:pt x="290801" y="260671"/>
                  </a:cubicBezTo>
                  <a:cubicBezTo>
                    <a:pt x="290296" y="245669"/>
                    <a:pt x="273152" y="252477"/>
                    <a:pt x="272395" y="236719"/>
                  </a:cubicBezTo>
                  <a:close/>
                </a:path>
              </a:pathLst>
            </a:custGeom>
            <a:grpFill/>
            <a:ln w="1270" cap="flat">
              <a:solidFill>
                <a:schemeClr val="bg1"/>
              </a:solidFill>
              <a:prstDash val="solid"/>
              <a:miter/>
            </a:ln>
          </p:spPr>
          <p:txBody>
            <a:bodyPr rtlCol="0" anchor="ctr"/>
            <a:lstStyle/>
            <a:p>
              <a:endParaRPr lang="ko-KR" altLang="en-US"/>
            </a:p>
          </p:txBody>
        </p:sp>
        <p:sp>
          <p:nvSpPr>
            <p:cNvPr id="185" name="자유형: 도형 165">
              <a:extLst>
                <a:ext uri="{FF2B5EF4-FFF2-40B4-BE49-F238E27FC236}">
                  <a16:creationId xmlns:a16="http://schemas.microsoft.com/office/drawing/2014/main" id="{51A51555-F827-C44A-99DB-8DEFDD83A732}"/>
                </a:ext>
              </a:extLst>
            </p:cNvPr>
            <p:cNvSpPr/>
            <p:nvPr/>
          </p:nvSpPr>
          <p:spPr>
            <a:xfrm>
              <a:off x="6648057" y="4828865"/>
              <a:ext cx="75639" cy="201704"/>
            </a:xfrm>
            <a:custGeom>
              <a:avLst/>
              <a:gdLst>
                <a:gd name="connsiteX0" fmla="*/ 82302 w 75639"/>
                <a:gd name="connsiteY0" fmla="*/ 135695 h 201704"/>
                <a:gd name="connsiteX1" fmla="*/ 66166 w 75639"/>
                <a:gd name="connsiteY1" fmla="*/ 120189 h 201704"/>
                <a:gd name="connsiteX2" fmla="*/ 65410 w 75639"/>
                <a:gd name="connsiteY2" fmla="*/ 124727 h 201704"/>
                <a:gd name="connsiteX3" fmla="*/ 36541 w 75639"/>
                <a:gd name="connsiteY3" fmla="*/ 84134 h 201704"/>
                <a:gd name="connsiteX4" fmla="*/ 39440 w 75639"/>
                <a:gd name="connsiteY4" fmla="*/ 37112 h 201704"/>
                <a:gd name="connsiteX5" fmla="*/ 33137 w 75639"/>
                <a:gd name="connsiteY5" fmla="*/ 2696 h 201704"/>
                <a:gd name="connsiteX6" fmla="*/ 15235 w 75639"/>
                <a:gd name="connsiteY6" fmla="*/ 2696 h 201704"/>
                <a:gd name="connsiteX7" fmla="*/ 25699 w 75639"/>
                <a:gd name="connsiteY7" fmla="*/ 28540 h 201704"/>
                <a:gd name="connsiteX8" fmla="*/ 16244 w 75639"/>
                <a:gd name="connsiteY8" fmla="*/ 33960 h 201704"/>
                <a:gd name="connsiteX9" fmla="*/ 17631 w 75639"/>
                <a:gd name="connsiteY9" fmla="*/ 77453 h 201704"/>
                <a:gd name="connsiteX10" fmla="*/ 6789 w 75639"/>
                <a:gd name="connsiteY10" fmla="*/ 84260 h 201704"/>
                <a:gd name="connsiteX11" fmla="*/ 2755 w 75639"/>
                <a:gd name="connsiteY11" fmla="*/ 110104 h 201704"/>
                <a:gd name="connsiteX12" fmla="*/ 7420 w 75639"/>
                <a:gd name="connsiteY12" fmla="*/ 121702 h 201704"/>
                <a:gd name="connsiteX13" fmla="*/ 7672 w 75639"/>
                <a:gd name="connsiteY13" fmla="*/ 121702 h 201704"/>
                <a:gd name="connsiteX14" fmla="*/ 25699 w 75639"/>
                <a:gd name="connsiteY14" fmla="*/ 134182 h 201704"/>
                <a:gd name="connsiteX15" fmla="*/ 46878 w 75639"/>
                <a:gd name="connsiteY15" fmla="*/ 137334 h 201704"/>
                <a:gd name="connsiteX16" fmla="*/ 41331 w 75639"/>
                <a:gd name="connsiteY16" fmla="*/ 171876 h 201704"/>
                <a:gd name="connsiteX17" fmla="*/ 65662 w 75639"/>
                <a:gd name="connsiteY17" fmla="*/ 204022 h 201704"/>
                <a:gd name="connsiteX18" fmla="*/ 68057 w 75639"/>
                <a:gd name="connsiteY18" fmla="*/ 179692 h 201704"/>
                <a:gd name="connsiteX19" fmla="*/ 82932 w 75639"/>
                <a:gd name="connsiteY19" fmla="*/ 162421 h 201704"/>
                <a:gd name="connsiteX20" fmla="*/ 82302 w 75639"/>
                <a:gd name="connsiteY20" fmla="*/ 135695 h 20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639" h="201704">
                  <a:moveTo>
                    <a:pt x="82302" y="135695"/>
                  </a:moveTo>
                  <a:cubicBezTo>
                    <a:pt x="78772" y="131409"/>
                    <a:pt x="71965" y="125231"/>
                    <a:pt x="66166" y="120189"/>
                  </a:cubicBezTo>
                  <a:cubicBezTo>
                    <a:pt x="66292" y="122080"/>
                    <a:pt x="66040" y="123719"/>
                    <a:pt x="65410" y="124727"/>
                  </a:cubicBezTo>
                  <a:cubicBezTo>
                    <a:pt x="58476" y="134686"/>
                    <a:pt x="38936" y="103548"/>
                    <a:pt x="36541" y="84134"/>
                  </a:cubicBezTo>
                  <a:cubicBezTo>
                    <a:pt x="34145" y="64720"/>
                    <a:pt x="47760" y="55265"/>
                    <a:pt x="39440" y="37112"/>
                  </a:cubicBezTo>
                  <a:cubicBezTo>
                    <a:pt x="32506" y="21858"/>
                    <a:pt x="28220" y="7235"/>
                    <a:pt x="33137" y="2696"/>
                  </a:cubicBezTo>
                  <a:cubicBezTo>
                    <a:pt x="28598" y="2192"/>
                    <a:pt x="21034" y="2318"/>
                    <a:pt x="15235" y="2696"/>
                  </a:cubicBezTo>
                  <a:cubicBezTo>
                    <a:pt x="19522" y="9756"/>
                    <a:pt x="25699" y="23875"/>
                    <a:pt x="25699" y="28540"/>
                  </a:cubicBezTo>
                  <a:cubicBezTo>
                    <a:pt x="25699" y="33960"/>
                    <a:pt x="18891" y="27153"/>
                    <a:pt x="16244" y="33960"/>
                  </a:cubicBezTo>
                  <a:cubicBezTo>
                    <a:pt x="13597" y="40768"/>
                    <a:pt x="12210" y="72032"/>
                    <a:pt x="17631" y="77453"/>
                  </a:cubicBezTo>
                  <a:cubicBezTo>
                    <a:pt x="23051" y="82874"/>
                    <a:pt x="6789" y="78840"/>
                    <a:pt x="6789" y="84260"/>
                  </a:cubicBezTo>
                  <a:cubicBezTo>
                    <a:pt x="6789" y="89681"/>
                    <a:pt x="5402" y="108717"/>
                    <a:pt x="2755" y="110104"/>
                  </a:cubicBezTo>
                  <a:cubicBezTo>
                    <a:pt x="1242" y="110860"/>
                    <a:pt x="4394" y="115525"/>
                    <a:pt x="7420" y="121702"/>
                  </a:cubicBezTo>
                  <a:cubicBezTo>
                    <a:pt x="7420" y="121702"/>
                    <a:pt x="7672" y="121702"/>
                    <a:pt x="7672" y="121702"/>
                  </a:cubicBezTo>
                  <a:cubicBezTo>
                    <a:pt x="10067" y="121702"/>
                    <a:pt x="21034" y="135064"/>
                    <a:pt x="25699" y="134182"/>
                  </a:cubicBezTo>
                  <a:cubicBezTo>
                    <a:pt x="30363" y="133426"/>
                    <a:pt x="44483" y="126366"/>
                    <a:pt x="46878" y="137334"/>
                  </a:cubicBezTo>
                  <a:cubicBezTo>
                    <a:pt x="49273" y="148302"/>
                    <a:pt x="39818" y="167085"/>
                    <a:pt x="41331" y="171876"/>
                  </a:cubicBezTo>
                  <a:cubicBezTo>
                    <a:pt x="42970" y="176540"/>
                    <a:pt x="64149" y="207930"/>
                    <a:pt x="65662" y="204022"/>
                  </a:cubicBezTo>
                  <a:cubicBezTo>
                    <a:pt x="67174" y="200114"/>
                    <a:pt x="60997" y="185995"/>
                    <a:pt x="68057" y="179692"/>
                  </a:cubicBezTo>
                  <a:cubicBezTo>
                    <a:pt x="75116" y="173388"/>
                    <a:pt x="83815" y="181331"/>
                    <a:pt x="82932" y="162421"/>
                  </a:cubicBezTo>
                  <a:cubicBezTo>
                    <a:pt x="82302" y="143511"/>
                    <a:pt x="89362" y="144267"/>
                    <a:pt x="82302" y="135695"/>
                  </a:cubicBezTo>
                  <a:close/>
                </a:path>
              </a:pathLst>
            </a:custGeom>
            <a:grpFill/>
            <a:ln w="1270" cap="flat">
              <a:solidFill>
                <a:schemeClr val="bg1"/>
              </a:solidFill>
              <a:prstDash val="solid"/>
              <a:miter/>
            </a:ln>
          </p:spPr>
          <p:txBody>
            <a:bodyPr rtlCol="0" anchor="ctr"/>
            <a:lstStyle/>
            <a:p>
              <a:endParaRPr lang="ko-KR" altLang="en-US"/>
            </a:p>
          </p:txBody>
        </p:sp>
        <p:sp>
          <p:nvSpPr>
            <p:cNvPr id="186" name="자유형: 도형 166">
              <a:extLst>
                <a:ext uri="{FF2B5EF4-FFF2-40B4-BE49-F238E27FC236}">
                  <a16:creationId xmlns:a16="http://schemas.microsoft.com/office/drawing/2014/main" id="{BA4A38BF-33B8-714F-A21E-60CE52C41AA7}"/>
                </a:ext>
              </a:extLst>
            </p:cNvPr>
            <p:cNvSpPr/>
            <p:nvPr/>
          </p:nvSpPr>
          <p:spPr>
            <a:xfrm>
              <a:off x="10131603" y="5133892"/>
              <a:ext cx="75639" cy="50426"/>
            </a:xfrm>
            <a:custGeom>
              <a:avLst/>
              <a:gdLst>
                <a:gd name="connsiteX0" fmla="*/ 2386 w 75639"/>
                <a:gd name="connsiteY0" fmla="*/ 3503 h 50426"/>
                <a:gd name="connsiteX1" fmla="*/ 79286 w 75639"/>
                <a:gd name="connsiteY1" fmla="*/ 56829 h 50426"/>
                <a:gd name="connsiteX2" fmla="*/ 2386 w 75639"/>
                <a:gd name="connsiteY2" fmla="*/ 3503 h 50426"/>
              </a:gdLst>
              <a:ahLst/>
              <a:cxnLst>
                <a:cxn ang="0">
                  <a:pos x="connsiteX0" y="connsiteY0"/>
                </a:cxn>
                <a:cxn ang="0">
                  <a:pos x="connsiteX1" y="connsiteY1"/>
                </a:cxn>
                <a:cxn ang="0">
                  <a:pos x="connsiteX2" y="connsiteY2"/>
                </a:cxn>
              </a:cxnLst>
              <a:rect l="l" t="t" r="r" b="b"/>
              <a:pathLst>
                <a:path w="75639" h="50426">
                  <a:moveTo>
                    <a:pt x="2386" y="3503"/>
                  </a:moveTo>
                  <a:cubicBezTo>
                    <a:pt x="747" y="-6330"/>
                    <a:pt x="88741" y="50526"/>
                    <a:pt x="79286" y="56829"/>
                  </a:cubicBezTo>
                  <a:cubicBezTo>
                    <a:pt x="69831" y="63132"/>
                    <a:pt x="4025" y="12958"/>
                    <a:pt x="2386" y="3503"/>
                  </a:cubicBezTo>
                  <a:close/>
                </a:path>
              </a:pathLst>
            </a:custGeom>
            <a:grpFill/>
            <a:ln w="1270" cap="flat">
              <a:solidFill>
                <a:schemeClr val="bg1"/>
              </a:solidFill>
              <a:prstDash val="solid"/>
              <a:miter/>
            </a:ln>
          </p:spPr>
          <p:txBody>
            <a:bodyPr rtlCol="0" anchor="ctr"/>
            <a:lstStyle/>
            <a:p>
              <a:endParaRPr lang="ko-KR" altLang="en-US"/>
            </a:p>
          </p:txBody>
        </p:sp>
        <p:sp>
          <p:nvSpPr>
            <p:cNvPr id="187" name="자유형: 도형 167">
              <a:extLst>
                <a:ext uri="{FF2B5EF4-FFF2-40B4-BE49-F238E27FC236}">
                  <a16:creationId xmlns:a16="http://schemas.microsoft.com/office/drawing/2014/main" id="{5C640B52-EAEB-9042-83E9-CEA1CE1DBB41}"/>
                </a:ext>
              </a:extLst>
            </p:cNvPr>
            <p:cNvSpPr/>
            <p:nvPr/>
          </p:nvSpPr>
          <p:spPr>
            <a:xfrm>
              <a:off x="7591079" y="3415379"/>
              <a:ext cx="201704" cy="138672"/>
            </a:xfrm>
            <a:custGeom>
              <a:avLst/>
              <a:gdLst>
                <a:gd name="connsiteX0" fmla="*/ 167088 w 201704"/>
                <a:gd name="connsiteY0" fmla="*/ 111536 h 138671"/>
                <a:gd name="connsiteX1" fmla="*/ 177299 w 201704"/>
                <a:gd name="connsiteY1" fmla="*/ 118974 h 138671"/>
                <a:gd name="connsiteX2" fmla="*/ 195831 w 201704"/>
                <a:gd name="connsiteY2" fmla="*/ 124773 h 138671"/>
                <a:gd name="connsiteX3" fmla="*/ 204656 w 201704"/>
                <a:gd name="connsiteY3" fmla="*/ 123134 h 138671"/>
                <a:gd name="connsiteX4" fmla="*/ 199360 w 201704"/>
                <a:gd name="connsiteY4" fmla="*/ 87458 h 138671"/>
                <a:gd name="connsiteX5" fmla="*/ 173139 w 201704"/>
                <a:gd name="connsiteY5" fmla="*/ 70691 h 138671"/>
                <a:gd name="connsiteX6" fmla="*/ 168979 w 201704"/>
                <a:gd name="connsiteY6" fmla="*/ 47621 h 138671"/>
                <a:gd name="connsiteX7" fmla="*/ 134437 w 201704"/>
                <a:gd name="connsiteY7" fmla="*/ 49764 h 138671"/>
                <a:gd name="connsiteX8" fmla="*/ 112502 w 201704"/>
                <a:gd name="connsiteY8" fmla="*/ 45604 h 138671"/>
                <a:gd name="connsiteX9" fmla="*/ 88423 w 201704"/>
                <a:gd name="connsiteY9" fmla="*/ 44596 h 138671"/>
                <a:gd name="connsiteX10" fmla="*/ 50730 w 201704"/>
                <a:gd name="connsiteY10" fmla="*/ 41444 h 138671"/>
                <a:gd name="connsiteX11" fmla="*/ 69640 w 201704"/>
                <a:gd name="connsiteY11" fmla="*/ 25686 h 138671"/>
                <a:gd name="connsiteX12" fmla="*/ 77834 w 201704"/>
                <a:gd name="connsiteY12" fmla="*/ 25938 h 138671"/>
                <a:gd name="connsiteX13" fmla="*/ 87163 w 201704"/>
                <a:gd name="connsiteY13" fmla="*/ 4129 h 138671"/>
                <a:gd name="connsiteX14" fmla="*/ 69135 w 201704"/>
                <a:gd name="connsiteY14" fmla="*/ 8037 h 138671"/>
                <a:gd name="connsiteX15" fmla="*/ 48713 w 201704"/>
                <a:gd name="connsiteY15" fmla="*/ 12701 h 138671"/>
                <a:gd name="connsiteX16" fmla="*/ 36106 w 201704"/>
                <a:gd name="connsiteY16" fmla="*/ 26820 h 138671"/>
                <a:gd name="connsiteX17" fmla="*/ 27534 w 201704"/>
                <a:gd name="connsiteY17" fmla="*/ 41696 h 138671"/>
                <a:gd name="connsiteX18" fmla="*/ 2447 w 201704"/>
                <a:gd name="connsiteY18" fmla="*/ 51151 h 138671"/>
                <a:gd name="connsiteX19" fmla="*/ 18962 w 201704"/>
                <a:gd name="connsiteY19" fmla="*/ 71574 h 138671"/>
                <a:gd name="connsiteX20" fmla="*/ 22113 w 201704"/>
                <a:gd name="connsiteY20" fmla="*/ 95148 h 138671"/>
                <a:gd name="connsiteX21" fmla="*/ 11146 w 201704"/>
                <a:gd name="connsiteY21" fmla="*/ 122882 h 138671"/>
                <a:gd name="connsiteX22" fmla="*/ 23626 w 201704"/>
                <a:gd name="connsiteY22" fmla="*/ 124143 h 138671"/>
                <a:gd name="connsiteX23" fmla="*/ 50856 w 201704"/>
                <a:gd name="connsiteY23" fmla="*/ 116831 h 138671"/>
                <a:gd name="connsiteX24" fmla="*/ 76069 w 201704"/>
                <a:gd name="connsiteY24" fmla="*/ 104224 h 138671"/>
                <a:gd name="connsiteX25" fmla="*/ 100148 w 201704"/>
                <a:gd name="connsiteY25" fmla="*/ 81154 h 138671"/>
                <a:gd name="connsiteX26" fmla="*/ 110611 w 201704"/>
                <a:gd name="connsiteY26" fmla="*/ 103216 h 138671"/>
                <a:gd name="connsiteX27" fmla="*/ 111620 w 201704"/>
                <a:gd name="connsiteY27" fmla="*/ 134606 h 138671"/>
                <a:gd name="connsiteX28" fmla="*/ 124100 w 201704"/>
                <a:gd name="connsiteY28" fmla="*/ 135236 h 138671"/>
                <a:gd name="connsiteX29" fmla="*/ 138219 w 201704"/>
                <a:gd name="connsiteY29" fmla="*/ 130446 h 138671"/>
                <a:gd name="connsiteX30" fmla="*/ 167088 w 201704"/>
                <a:gd name="connsiteY30" fmla="*/ 111536 h 13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01704" h="138671">
                  <a:moveTo>
                    <a:pt x="167088" y="111536"/>
                  </a:moveTo>
                  <a:cubicBezTo>
                    <a:pt x="173013" y="115066"/>
                    <a:pt x="171753" y="119730"/>
                    <a:pt x="177299" y="118974"/>
                  </a:cubicBezTo>
                  <a:cubicBezTo>
                    <a:pt x="181838" y="118344"/>
                    <a:pt x="191293" y="120361"/>
                    <a:pt x="195831" y="124773"/>
                  </a:cubicBezTo>
                  <a:cubicBezTo>
                    <a:pt x="200622" y="123638"/>
                    <a:pt x="204656" y="123134"/>
                    <a:pt x="204656" y="123134"/>
                  </a:cubicBezTo>
                  <a:cubicBezTo>
                    <a:pt x="204656" y="123134"/>
                    <a:pt x="200495" y="95904"/>
                    <a:pt x="199360" y="87458"/>
                  </a:cubicBezTo>
                  <a:cubicBezTo>
                    <a:pt x="198352" y="79011"/>
                    <a:pt x="173139" y="70691"/>
                    <a:pt x="173139" y="70691"/>
                  </a:cubicBezTo>
                  <a:lnTo>
                    <a:pt x="168979" y="47621"/>
                  </a:lnTo>
                  <a:cubicBezTo>
                    <a:pt x="168979" y="47621"/>
                    <a:pt x="139606" y="51781"/>
                    <a:pt x="134437" y="49764"/>
                  </a:cubicBezTo>
                  <a:cubicBezTo>
                    <a:pt x="129143" y="47621"/>
                    <a:pt x="117671" y="52916"/>
                    <a:pt x="112502" y="45604"/>
                  </a:cubicBezTo>
                  <a:cubicBezTo>
                    <a:pt x="107207" y="38292"/>
                    <a:pt x="97752" y="50899"/>
                    <a:pt x="88423" y="44596"/>
                  </a:cubicBezTo>
                  <a:cubicBezTo>
                    <a:pt x="78968" y="38292"/>
                    <a:pt x="51739" y="46739"/>
                    <a:pt x="50730" y="41444"/>
                  </a:cubicBezTo>
                  <a:cubicBezTo>
                    <a:pt x="49722" y="36149"/>
                    <a:pt x="62202" y="24677"/>
                    <a:pt x="69640" y="25686"/>
                  </a:cubicBezTo>
                  <a:cubicBezTo>
                    <a:pt x="71405" y="25938"/>
                    <a:pt x="74304" y="26064"/>
                    <a:pt x="77834" y="25938"/>
                  </a:cubicBezTo>
                  <a:cubicBezTo>
                    <a:pt x="81238" y="20391"/>
                    <a:pt x="89054" y="7280"/>
                    <a:pt x="87163" y="4129"/>
                  </a:cubicBezTo>
                  <a:cubicBezTo>
                    <a:pt x="84768" y="221"/>
                    <a:pt x="75439" y="3372"/>
                    <a:pt x="69135" y="8037"/>
                  </a:cubicBezTo>
                  <a:cubicBezTo>
                    <a:pt x="62832" y="12701"/>
                    <a:pt x="51108" y="5642"/>
                    <a:pt x="48713" y="12701"/>
                  </a:cubicBezTo>
                  <a:cubicBezTo>
                    <a:pt x="46318" y="19761"/>
                    <a:pt x="43292" y="26820"/>
                    <a:pt x="36106" y="26820"/>
                  </a:cubicBezTo>
                  <a:cubicBezTo>
                    <a:pt x="29047" y="26820"/>
                    <a:pt x="34468" y="38545"/>
                    <a:pt x="27534" y="41696"/>
                  </a:cubicBezTo>
                  <a:cubicBezTo>
                    <a:pt x="20475" y="44848"/>
                    <a:pt x="3960" y="44091"/>
                    <a:pt x="2447" y="51151"/>
                  </a:cubicBezTo>
                  <a:cubicBezTo>
                    <a:pt x="935" y="58211"/>
                    <a:pt x="20475" y="62875"/>
                    <a:pt x="18962" y="71574"/>
                  </a:cubicBezTo>
                  <a:cubicBezTo>
                    <a:pt x="17449" y="80272"/>
                    <a:pt x="29173" y="89601"/>
                    <a:pt x="22113" y="95148"/>
                  </a:cubicBezTo>
                  <a:cubicBezTo>
                    <a:pt x="16062" y="99812"/>
                    <a:pt x="10641" y="107502"/>
                    <a:pt x="11146" y="122882"/>
                  </a:cubicBezTo>
                  <a:cubicBezTo>
                    <a:pt x="16315" y="126160"/>
                    <a:pt x="21105" y="129059"/>
                    <a:pt x="23626" y="124143"/>
                  </a:cubicBezTo>
                  <a:cubicBezTo>
                    <a:pt x="27786" y="115822"/>
                    <a:pt x="50856" y="124143"/>
                    <a:pt x="50856" y="116831"/>
                  </a:cubicBezTo>
                  <a:cubicBezTo>
                    <a:pt x="50856" y="109519"/>
                    <a:pt x="76069" y="111536"/>
                    <a:pt x="76069" y="104224"/>
                  </a:cubicBezTo>
                  <a:cubicBezTo>
                    <a:pt x="76069" y="96913"/>
                    <a:pt x="90693" y="80146"/>
                    <a:pt x="100148" y="81154"/>
                  </a:cubicBezTo>
                  <a:cubicBezTo>
                    <a:pt x="109603" y="82163"/>
                    <a:pt x="99139" y="97921"/>
                    <a:pt x="110611" y="103216"/>
                  </a:cubicBezTo>
                  <a:cubicBezTo>
                    <a:pt x="122083" y="108511"/>
                    <a:pt x="105316" y="127294"/>
                    <a:pt x="111620" y="134606"/>
                  </a:cubicBezTo>
                  <a:cubicBezTo>
                    <a:pt x="114015" y="137380"/>
                    <a:pt x="118553" y="136875"/>
                    <a:pt x="124100" y="135236"/>
                  </a:cubicBezTo>
                  <a:cubicBezTo>
                    <a:pt x="128386" y="133976"/>
                    <a:pt x="133303" y="132085"/>
                    <a:pt x="138219" y="130446"/>
                  </a:cubicBezTo>
                  <a:cubicBezTo>
                    <a:pt x="148430" y="121495"/>
                    <a:pt x="162424" y="108763"/>
                    <a:pt x="167088" y="111536"/>
                  </a:cubicBezTo>
                  <a:close/>
                </a:path>
              </a:pathLst>
            </a:custGeom>
            <a:grpFill/>
            <a:ln w="1270" cap="flat">
              <a:solidFill>
                <a:schemeClr val="bg1"/>
              </a:solidFill>
              <a:prstDash val="solid"/>
              <a:miter/>
            </a:ln>
          </p:spPr>
          <p:txBody>
            <a:bodyPr rtlCol="0" anchor="ctr"/>
            <a:lstStyle/>
            <a:p>
              <a:endParaRPr lang="ko-KR" altLang="en-US"/>
            </a:p>
          </p:txBody>
        </p:sp>
        <p:sp>
          <p:nvSpPr>
            <p:cNvPr id="188" name="자유형: 도형 168">
              <a:extLst>
                <a:ext uri="{FF2B5EF4-FFF2-40B4-BE49-F238E27FC236}">
                  <a16:creationId xmlns:a16="http://schemas.microsoft.com/office/drawing/2014/main" id="{64AF1E31-D5E0-2246-8141-6FBDA0E32365}"/>
                </a:ext>
              </a:extLst>
            </p:cNvPr>
            <p:cNvSpPr/>
            <p:nvPr/>
          </p:nvSpPr>
          <p:spPr>
            <a:xfrm>
              <a:off x="3701048" y="3883335"/>
              <a:ext cx="12607" cy="37820"/>
            </a:xfrm>
            <a:custGeom>
              <a:avLst/>
              <a:gdLst>
                <a:gd name="connsiteX0" fmla="*/ 22030 w 12606"/>
                <a:gd name="connsiteY0" fmla="*/ 43080 h 37819"/>
                <a:gd name="connsiteX1" fmla="*/ 11440 w 12606"/>
                <a:gd name="connsiteY1" fmla="*/ 32490 h 37819"/>
                <a:gd name="connsiteX2" fmla="*/ 2364 w 12606"/>
                <a:gd name="connsiteY2" fmla="*/ 14589 h 37819"/>
                <a:gd name="connsiteX3" fmla="*/ 12071 w 12606"/>
                <a:gd name="connsiteY3" fmla="*/ 6899 h 37819"/>
                <a:gd name="connsiteX4" fmla="*/ 14718 w 12606"/>
                <a:gd name="connsiteY4" fmla="*/ 26817 h 37819"/>
                <a:gd name="connsiteX5" fmla="*/ 22030 w 12606"/>
                <a:gd name="connsiteY5" fmla="*/ 43080 h 3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06" h="37819">
                  <a:moveTo>
                    <a:pt x="22030" y="43080"/>
                  </a:moveTo>
                  <a:cubicBezTo>
                    <a:pt x="20391" y="46609"/>
                    <a:pt x="11566" y="38541"/>
                    <a:pt x="11440" y="32490"/>
                  </a:cubicBezTo>
                  <a:cubicBezTo>
                    <a:pt x="11188" y="26439"/>
                    <a:pt x="2364" y="25304"/>
                    <a:pt x="2364" y="14589"/>
                  </a:cubicBezTo>
                  <a:cubicBezTo>
                    <a:pt x="2364" y="3873"/>
                    <a:pt x="6650" y="-2430"/>
                    <a:pt x="12071" y="6899"/>
                  </a:cubicBezTo>
                  <a:cubicBezTo>
                    <a:pt x="17491" y="16228"/>
                    <a:pt x="13835" y="22279"/>
                    <a:pt x="14718" y="26817"/>
                  </a:cubicBezTo>
                  <a:cubicBezTo>
                    <a:pt x="15727" y="31229"/>
                    <a:pt x="24929" y="36902"/>
                    <a:pt x="22030" y="43080"/>
                  </a:cubicBezTo>
                  <a:close/>
                </a:path>
              </a:pathLst>
            </a:custGeom>
            <a:grpFill/>
            <a:ln w="1270" cap="flat">
              <a:solidFill>
                <a:schemeClr val="bg1"/>
              </a:solidFill>
              <a:prstDash val="solid"/>
              <a:miter/>
            </a:ln>
          </p:spPr>
          <p:txBody>
            <a:bodyPr rtlCol="0" anchor="ctr"/>
            <a:lstStyle/>
            <a:p>
              <a:endParaRPr lang="ko-KR" altLang="en-US"/>
            </a:p>
          </p:txBody>
        </p:sp>
        <p:sp>
          <p:nvSpPr>
            <p:cNvPr id="189" name="자유형: 도형 169">
              <a:extLst>
                <a:ext uri="{FF2B5EF4-FFF2-40B4-BE49-F238E27FC236}">
                  <a16:creationId xmlns:a16="http://schemas.microsoft.com/office/drawing/2014/main" id="{574F4EB5-AF52-5647-8D4B-60531995F1B4}"/>
                </a:ext>
              </a:extLst>
            </p:cNvPr>
            <p:cNvSpPr/>
            <p:nvPr/>
          </p:nvSpPr>
          <p:spPr>
            <a:xfrm>
              <a:off x="4142924" y="4284257"/>
              <a:ext cx="25213" cy="25213"/>
            </a:xfrm>
            <a:custGeom>
              <a:avLst/>
              <a:gdLst>
                <a:gd name="connsiteX0" fmla="*/ 4111 w 25213"/>
                <a:gd name="connsiteY0" fmla="*/ 21992 h 25213"/>
                <a:gd name="connsiteX1" fmla="*/ 3480 w 25213"/>
                <a:gd name="connsiteY1" fmla="*/ 9511 h 25213"/>
                <a:gd name="connsiteX2" fmla="*/ 23020 w 25213"/>
                <a:gd name="connsiteY2" fmla="*/ 4091 h 25213"/>
                <a:gd name="connsiteX3" fmla="*/ 24407 w 25213"/>
                <a:gd name="connsiteY3" fmla="*/ 19597 h 25213"/>
                <a:gd name="connsiteX4" fmla="*/ 4111 w 25213"/>
                <a:gd name="connsiteY4" fmla="*/ 21992 h 25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13" h="25213">
                  <a:moveTo>
                    <a:pt x="4111" y="21992"/>
                  </a:moveTo>
                  <a:cubicBezTo>
                    <a:pt x="581" y="18714"/>
                    <a:pt x="9279" y="12159"/>
                    <a:pt x="3480" y="9511"/>
                  </a:cubicBezTo>
                  <a:cubicBezTo>
                    <a:pt x="-2445" y="6738"/>
                    <a:pt x="16843" y="-1078"/>
                    <a:pt x="23020" y="4091"/>
                  </a:cubicBezTo>
                  <a:cubicBezTo>
                    <a:pt x="29198" y="9385"/>
                    <a:pt x="29828" y="17201"/>
                    <a:pt x="24407" y="19597"/>
                  </a:cubicBezTo>
                  <a:cubicBezTo>
                    <a:pt x="18860" y="21740"/>
                    <a:pt x="7262" y="24891"/>
                    <a:pt x="4111" y="21992"/>
                  </a:cubicBezTo>
                  <a:close/>
                </a:path>
              </a:pathLst>
            </a:custGeom>
            <a:grpFill/>
            <a:ln w="1270" cap="flat">
              <a:solidFill>
                <a:schemeClr val="bg1"/>
              </a:solidFill>
              <a:prstDash val="solid"/>
              <a:miter/>
            </a:ln>
          </p:spPr>
          <p:txBody>
            <a:bodyPr rtlCol="0" anchor="ctr"/>
            <a:lstStyle/>
            <a:p>
              <a:endParaRPr lang="ko-KR" altLang="en-US"/>
            </a:p>
          </p:txBody>
        </p:sp>
        <p:sp>
          <p:nvSpPr>
            <p:cNvPr id="190" name="자유형: 도형 170">
              <a:extLst>
                <a:ext uri="{FF2B5EF4-FFF2-40B4-BE49-F238E27FC236}">
                  <a16:creationId xmlns:a16="http://schemas.microsoft.com/office/drawing/2014/main" id="{F864CDFA-4654-3845-911A-7DBC460B713A}"/>
                </a:ext>
              </a:extLst>
            </p:cNvPr>
            <p:cNvSpPr/>
            <p:nvPr/>
          </p:nvSpPr>
          <p:spPr>
            <a:xfrm>
              <a:off x="6936129" y="3400130"/>
              <a:ext cx="88246" cy="75639"/>
            </a:xfrm>
            <a:custGeom>
              <a:avLst/>
              <a:gdLst>
                <a:gd name="connsiteX0" fmla="*/ 86071 w 88245"/>
                <a:gd name="connsiteY0" fmla="*/ 61105 h 75639"/>
                <a:gd name="connsiteX1" fmla="*/ 69557 w 88245"/>
                <a:gd name="connsiteY1" fmla="*/ 41565 h 75639"/>
                <a:gd name="connsiteX2" fmla="*/ 60102 w 88245"/>
                <a:gd name="connsiteY2" fmla="*/ 20386 h 75639"/>
                <a:gd name="connsiteX3" fmla="*/ 52790 w 88245"/>
                <a:gd name="connsiteY3" fmla="*/ 5006 h 75639"/>
                <a:gd name="connsiteX4" fmla="*/ 29216 w 88245"/>
                <a:gd name="connsiteY4" fmla="*/ 2611 h 75639"/>
                <a:gd name="connsiteX5" fmla="*/ 2364 w 88245"/>
                <a:gd name="connsiteY5" fmla="*/ 8032 h 75639"/>
                <a:gd name="connsiteX6" fmla="*/ 8289 w 88245"/>
                <a:gd name="connsiteY6" fmla="*/ 29085 h 75639"/>
                <a:gd name="connsiteX7" fmla="*/ 28712 w 88245"/>
                <a:gd name="connsiteY7" fmla="*/ 37657 h 75639"/>
                <a:gd name="connsiteX8" fmla="*/ 33628 w 88245"/>
                <a:gd name="connsiteY8" fmla="*/ 47364 h 75639"/>
                <a:gd name="connsiteX9" fmla="*/ 36149 w 88245"/>
                <a:gd name="connsiteY9" fmla="*/ 47364 h 75639"/>
                <a:gd name="connsiteX10" fmla="*/ 43083 w 88245"/>
                <a:gd name="connsiteY10" fmla="*/ 53289 h 75639"/>
                <a:gd name="connsiteX11" fmla="*/ 56068 w 88245"/>
                <a:gd name="connsiteY11" fmla="*/ 59340 h 75639"/>
                <a:gd name="connsiteX12" fmla="*/ 68548 w 88245"/>
                <a:gd name="connsiteY12" fmla="*/ 63879 h 75639"/>
                <a:gd name="connsiteX13" fmla="*/ 74221 w 88245"/>
                <a:gd name="connsiteY13" fmla="*/ 77998 h 75639"/>
                <a:gd name="connsiteX14" fmla="*/ 91366 w 88245"/>
                <a:gd name="connsiteY14" fmla="*/ 74342 h 75639"/>
                <a:gd name="connsiteX15" fmla="*/ 86071 w 88245"/>
                <a:gd name="connsiteY15" fmla="*/ 61105 h 7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8245" h="75639">
                  <a:moveTo>
                    <a:pt x="86071" y="61105"/>
                  </a:moveTo>
                  <a:cubicBezTo>
                    <a:pt x="86071" y="54802"/>
                    <a:pt x="69557" y="49381"/>
                    <a:pt x="69557" y="41565"/>
                  </a:cubicBezTo>
                  <a:cubicBezTo>
                    <a:pt x="69557" y="33749"/>
                    <a:pt x="58589" y="26689"/>
                    <a:pt x="60102" y="20386"/>
                  </a:cubicBezTo>
                  <a:cubicBezTo>
                    <a:pt x="61236" y="16100"/>
                    <a:pt x="55689" y="9923"/>
                    <a:pt x="52790" y="5006"/>
                  </a:cubicBezTo>
                  <a:cubicBezTo>
                    <a:pt x="45604" y="3368"/>
                    <a:pt x="36275" y="1729"/>
                    <a:pt x="29216" y="2611"/>
                  </a:cubicBezTo>
                  <a:cubicBezTo>
                    <a:pt x="19383" y="3746"/>
                    <a:pt x="12071" y="6519"/>
                    <a:pt x="2364" y="8032"/>
                  </a:cubicBezTo>
                  <a:cubicBezTo>
                    <a:pt x="7532" y="15848"/>
                    <a:pt x="3877" y="18117"/>
                    <a:pt x="8289" y="29085"/>
                  </a:cubicBezTo>
                  <a:cubicBezTo>
                    <a:pt x="12954" y="40809"/>
                    <a:pt x="24803" y="34632"/>
                    <a:pt x="28712" y="37657"/>
                  </a:cubicBezTo>
                  <a:cubicBezTo>
                    <a:pt x="30224" y="38918"/>
                    <a:pt x="31989" y="42952"/>
                    <a:pt x="33628" y="47364"/>
                  </a:cubicBezTo>
                  <a:cubicBezTo>
                    <a:pt x="34384" y="47364"/>
                    <a:pt x="35015" y="47238"/>
                    <a:pt x="36149" y="47364"/>
                  </a:cubicBezTo>
                  <a:cubicBezTo>
                    <a:pt x="40436" y="48120"/>
                    <a:pt x="42200" y="50390"/>
                    <a:pt x="43083" y="53289"/>
                  </a:cubicBezTo>
                  <a:cubicBezTo>
                    <a:pt x="48630" y="54550"/>
                    <a:pt x="53546" y="58206"/>
                    <a:pt x="56068" y="59340"/>
                  </a:cubicBezTo>
                  <a:cubicBezTo>
                    <a:pt x="59471" y="60853"/>
                    <a:pt x="61741" y="56315"/>
                    <a:pt x="68548" y="63879"/>
                  </a:cubicBezTo>
                  <a:cubicBezTo>
                    <a:pt x="74473" y="70434"/>
                    <a:pt x="74977" y="72199"/>
                    <a:pt x="74221" y="77998"/>
                  </a:cubicBezTo>
                  <a:cubicBezTo>
                    <a:pt x="80272" y="77998"/>
                    <a:pt x="86071" y="76611"/>
                    <a:pt x="91366" y="74342"/>
                  </a:cubicBezTo>
                  <a:cubicBezTo>
                    <a:pt x="88718" y="69552"/>
                    <a:pt x="86071" y="64131"/>
                    <a:pt x="86071" y="61105"/>
                  </a:cubicBezTo>
                  <a:close/>
                </a:path>
              </a:pathLst>
            </a:custGeom>
            <a:grpFill/>
            <a:ln w="1270" cap="flat">
              <a:solidFill>
                <a:schemeClr val="bg1"/>
              </a:solidFill>
              <a:prstDash val="solid"/>
              <a:miter/>
            </a:ln>
          </p:spPr>
          <p:txBody>
            <a:bodyPr rtlCol="0" anchor="ctr"/>
            <a:lstStyle/>
            <a:p>
              <a:endParaRPr lang="ko-KR" altLang="en-US"/>
            </a:p>
          </p:txBody>
        </p:sp>
        <p:sp>
          <p:nvSpPr>
            <p:cNvPr id="191" name="자유형: 도형 171">
              <a:extLst>
                <a:ext uri="{FF2B5EF4-FFF2-40B4-BE49-F238E27FC236}">
                  <a16:creationId xmlns:a16="http://schemas.microsoft.com/office/drawing/2014/main" id="{821BAF95-5C41-FD43-BB8E-E911A0A381D9}"/>
                </a:ext>
              </a:extLst>
            </p:cNvPr>
            <p:cNvSpPr/>
            <p:nvPr/>
          </p:nvSpPr>
          <p:spPr>
            <a:xfrm>
              <a:off x="6976848" y="3382476"/>
              <a:ext cx="126065" cy="100852"/>
            </a:xfrm>
            <a:custGeom>
              <a:avLst/>
              <a:gdLst>
                <a:gd name="connsiteX0" fmla="*/ 126916 w 126065"/>
                <a:gd name="connsiteY0" fmla="*/ 37914 h 100852"/>
                <a:gd name="connsiteX1" fmla="*/ 103216 w 126065"/>
                <a:gd name="connsiteY1" fmla="*/ 7280 h 100852"/>
                <a:gd name="connsiteX2" fmla="*/ 86071 w 126065"/>
                <a:gd name="connsiteY2" fmla="*/ 19887 h 100852"/>
                <a:gd name="connsiteX3" fmla="*/ 74347 w 126065"/>
                <a:gd name="connsiteY3" fmla="*/ 19887 h 100852"/>
                <a:gd name="connsiteX4" fmla="*/ 54302 w 126065"/>
                <a:gd name="connsiteY4" fmla="*/ 5768 h 100852"/>
                <a:gd name="connsiteX5" fmla="*/ 45856 w 126065"/>
                <a:gd name="connsiteY5" fmla="*/ 2364 h 100852"/>
                <a:gd name="connsiteX6" fmla="*/ 40561 w 126065"/>
                <a:gd name="connsiteY6" fmla="*/ 12071 h 100852"/>
                <a:gd name="connsiteX7" fmla="*/ 49134 w 126065"/>
                <a:gd name="connsiteY7" fmla="*/ 23795 h 100852"/>
                <a:gd name="connsiteX8" fmla="*/ 28711 w 126065"/>
                <a:gd name="connsiteY8" fmla="*/ 22156 h 100852"/>
                <a:gd name="connsiteX9" fmla="*/ 10684 w 126065"/>
                <a:gd name="connsiteY9" fmla="*/ 16609 h 100852"/>
                <a:gd name="connsiteX10" fmla="*/ 19383 w 126065"/>
                <a:gd name="connsiteY10" fmla="*/ 37788 h 100852"/>
                <a:gd name="connsiteX11" fmla="*/ 28837 w 126065"/>
                <a:gd name="connsiteY11" fmla="*/ 58967 h 100852"/>
                <a:gd name="connsiteX12" fmla="*/ 45352 w 126065"/>
                <a:gd name="connsiteY12" fmla="*/ 78507 h 100852"/>
                <a:gd name="connsiteX13" fmla="*/ 50647 w 126065"/>
                <a:gd name="connsiteY13" fmla="*/ 91744 h 100852"/>
                <a:gd name="connsiteX14" fmla="*/ 82415 w 126065"/>
                <a:gd name="connsiteY14" fmla="*/ 72078 h 100852"/>
                <a:gd name="connsiteX15" fmla="*/ 87710 w 126065"/>
                <a:gd name="connsiteY15" fmla="*/ 96156 h 100852"/>
                <a:gd name="connsiteX16" fmla="*/ 106746 w 126065"/>
                <a:gd name="connsiteY16" fmla="*/ 109897 h 100852"/>
                <a:gd name="connsiteX17" fmla="*/ 111410 w 126065"/>
                <a:gd name="connsiteY17" fmla="*/ 94139 h 100852"/>
                <a:gd name="connsiteX18" fmla="*/ 126916 w 126065"/>
                <a:gd name="connsiteY18" fmla="*/ 37914 h 100852"/>
                <a:gd name="connsiteX19" fmla="*/ 15348 w 126065"/>
                <a:gd name="connsiteY19" fmla="*/ 76994 h 100852"/>
                <a:gd name="connsiteX20" fmla="*/ 2364 w 126065"/>
                <a:gd name="connsiteY20" fmla="*/ 70943 h 100852"/>
                <a:gd name="connsiteX21" fmla="*/ 11062 w 126065"/>
                <a:gd name="connsiteY21" fmla="*/ 84936 h 100852"/>
                <a:gd name="connsiteX22" fmla="*/ 28837 w 126065"/>
                <a:gd name="connsiteY22" fmla="*/ 95400 h 100852"/>
                <a:gd name="connsiteX23" fmla="*/ 33376 w 126065"/>
                <a:gd name="connsiteY23" fmla="*/ 95652 h 100852"/>
                <a:gd name="connsiteX24" fmla="*/ 27703 w 126065"/>
                <a:gd name="connsiteY24" fmla="*/ 81533 h 100852"/>
                <a:gd name="connsiteX25" fmla="*/ 15348 w 126065"/>
                <a:gd name="connsiteY25" fmla="*/ 76994 h 10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6065" h="100852">
                  <a:moveTo>
                    <a:pt x="126916" y="37914"/>
                  </a:moveTo>
                  <a:cubicBezTo>
                    <a:pt x="123638" y="32115"/>
                    <a:pt x="113679" y="20139"/>
                    <a:pt x="103216" y="7280"/>
                  </a:cubicBezTo>
                  <a:cubicBezTo>
                    <a:pt x="99938" y="16987"/>
                    <a:pt x="88340" y="14214"/>
                    <a:pt x="86071" y="19887"/>
                  </a:cubicBezTo>
                  <a:cubicBezTo>
                    <a:pt x="83676" y="25812"/>
                    <a:pt x="77877" y="18752"/>
                    <a:pt x="74347" y="19887"/>
                  </a:cubicBezTo>
                  <a:cubicBezTo>
                    <a:pt x="70817" y="21021"/>
                    <a:pt x="62623" y="6902"/>
                    <a:pt x="54302" y="5768"/>
                  </a:cubicBezTo>
                  <a:cubicBezTo>
                    <a:pt x="51781" y="5389"/>
                    <a:pt x="48882" y="4003"/>
                    <a:pt x="45856" y="2364"/>
                  </a:cubicBezTo>
                  <a:cubicBezTo>
                    <a:pt x="42452" y="6020"/>
                    <a:pt x="39301" y="10054"/>
                    <a:pt x="40561" y="12071"/>
                  </a:cubicBezTo>
                  <a:cubicBezTo>
                    <a:pt x="42957" y="15979"/>
                    <a:pt x="53042" y="19887"/>
                    <a:pt x="49134" y="23795"/>
                  </a:cubicBezTo>
                  <a:cubicBezTo>
                    <a:pt x="45226" y="27703"/>
                    <a:pt x="32619" y="26190"/>
                    <a:pt x="28711" y="22156"/>
                  </a:cubicBezTo>
                  <a:cubicBezTo>
                    <a:pt x="24803" y="18248"/>
                    <a:pt x="12953" y="11945"/>
                    <a:pt x="10684" y="16609"/>
                  </a:cubicBezTo>
                  <a:cubicBezTo>
                    <a:pt x="8289" y="21273"/>
                    <a:pt x="20895" y="31485"/>
                    <a:pt x="19383" y="37788"/>
                  </a:cubicBezTo>
                  <a:cubicBezTo>
                    <a:pt x="17744" y="44091"/>
                    <a:pt x="28837" y="51151"/>
                    <a:pt x="28837" y="58967"/>
                  </a:cubicBezTo>
                  <a:cubicBezTo>
                    <a:pt x="28837" y="66783"/>
                    <a:pt x="45352" y="72330"/>
                    <a:pt x="45352" y="78507"/>
                  </a:cubicBezTo>
                  <a:cubicBezTo>
                    <a:pt x="45352" y="81533"/>
                    <a:pt x="47873" y="86953"/>
                    <a:pt x="50647" y="91744"/>
                  </a:cubicBezTo>
                  <a:cubicBezTo>
                    <a:pt x="63505" y="86323"/>
                    <a:pt x="74095" y="76238"/>
                    <a:pt x="82415" y="72078"/>
                  </a:cubicBezTo>
                  <a:cubicBezTo>
                    <a:pt x="95022" y="65774"/>
                    <a:pt x="89727" y="91996"/>
                    <a:pt x="87710" y="96156"/>
                  </a:cubicBezTo>
                  <a:cubicBezTo>
                    <a:pt x="86197" y="99056"/>
                    <a:pt x="96282" y="105863"/>
                    <a:pt x="106746" y="109897"/>
                  </a:cubicBezTo>
                  <a:cubicBezTo>
                    <a:pt x="106367" y="104224"/>
                    <a:pt x="107754" y="98677"/>
                    <a:pt x="111410" y="94139"/>
                  </a:cubicBezTo>
                  <a:cubicBezTo>
                    <a:pt x="124647" y="78003"/>
                    <a:pt x="134858" y="52033"/>
                    <a:pt x="126916" y="37914"/>
                  </a:cubicBezTo>
                  <a:close/>
                  <a:moveTo>
                    <a:pt x="15348" y="76994"/>
                  </a:moveTo>
                  <a:cubicBezTo>
                    <a:pt x="12827" y="75860"/>
                    <a:pt x="7911" y="72204"/>
                    <a:pt x="2364" y="70943"/>
                  </a:cubicBezTo>
                  <a:cubicBezTo>
                    <a:pt x="4003" y="75607"/>
                    <a:pt x="3876" y="81659"/>
                    <a:pt x="11062" y="84936"/>
                  </a:cubicBezTo>
                  <a:cubicBezTo>
                    <a:pt x="22534" y="90231"/>
                    <a:pt x="5767" y="92248"/>
                    <a:pt x="28837" y="95400"/>
                  </a:cubicBezTo>
                  <a:cubicBezTo>
                    <a:pt x="30350" y="95652"/>
                    <a:pt x="31863" y="95652"/>
                    <a:pt x="33376" y="95652"/>
                  </a:cubicBezTo>
                  <a:cubicBezTo>
                    <a:pt x="34132" y="89853"/>
                    <a:pt x="33628" y="88088"/>
                    <a:pt x="27703" y="81533"/>
                  </a:cubicBezTo>
                  <a:cubicBezTo>
                    <a:pt x="21021" y="73969"/>
                    <a:pt x="18752" y="78507"/>
                    <a:pt x="15348" y="76994"/>
                  </a:cubicBezTo>
                  <a:close/>
                </a:path>
              </a:pathLst>
            </a:custGeom>
            <a:grpFill/>
            <a:ln w="1270" cap="flat">
              <a:solidFill>
                <a:schemeClr val="bg1"/>
              </a:solidFill>
              <a:prstDash val="solid"/>
              <a:miter/>
            </a:ln>
          </p:spPr>
          <p:txBody>
            <a:bodyPr rtlCol="0" anchor="ctr"/>
            <a:lstStyle/>
            <a:p>
              <a:endParaRPr lang="ko-KR" altLang="en-US"/>
            </a:p>
          </p:txBody>
        </p:sp>
        <p:sp>
          <p:nvSpPr>
            <p:cNvPr id="192" name="자유형: 도형 172">
              <a:extLst>
                <a:ext uri="{FF2B5EF4-FFF2-40B4-BE49-F238E27FC236}">
                  <a16:creationId xmlns:a16="http://schemas.microsoft.com/office/drawing/2014/main" id="{E32CE628-58B5-9C4E-B7E0-3405A1982F73}"/>
                </a:ext>
              </a:extLst>
            </p:cNvPr>
            <p:cNvSpPr/>
            <p:nvPr/>
          </p:nvSpPr>
          <p:spPr>
            <a:xfrm>
              <a:off x="7401920" y="3494252"/>
              <a:ext cx="378195" cy="264737"/>
            </a:xfrm>
            <a:custGeom>
              <a:avLst/>
              <a:gdLst>
                <a:gd name="connsiteX0" fmla="*/ 366458 w 378195"/>
                <a:gd name="connsiteY0" fmla="*/ 40101 h 264736"/>
                <a:gd name="connsiteX1" fmla="*/ 356247 w 378195"/>
                <a:gd name="connsiteY1" fmla="*/ 32663 h 264736"/>
                <a:gd name="connsiteX2" fmla="*/ 327252 w 378195"/>
                <a:gd name="connsiteY2" fmla="*/ 51699 h 264736"/>
                <a:gd name="connsiteX3" fmla="*/ 313511 w 378195"/>
                <a:gd name="connsiteY3" fmla="*/ 56363 h 264736"/>
                <a:gd name="connsiteX4" fmla="*/ 300653 w 378195"/>
                <a:gd name="connsiteY4" fmla="*/ 55859 h 264736"/>
                <a:gd name="connsiteX5" fmla="*/ 299644 w 378195"/>
                <a:gd name="connsiteY5" fmla="*/ 24469 h 264736"/>
                <a:gd name="connsiteX6" fmla="*/ 289181 w 378195"/>
                <a:gd name="connsiteY6" fmla="*/ 2407 h 264736"/>
                <a:gd name="connsiteX7" fmla="*/ 265102 w 378195"/>
                <a:gd name="connsiteY7" fmla="*/ 25477 h 264736"/>
                <a:gd name="connsiteX8" fmla="*/ 239889 w 378195"/>
                <a:gd name="connsiteY8" fmla="*/ 38084 h 264736"/>
                <a:gd name="connsiteX9" fmla="*/ 212659 w 378195"/>
                <a:gd name="connsiteY9" fmla="*/ 45395 h 264736"/>
                <a:gd name="connsiteX10" fmla="*/ 189589 w 378195"/>
                <a:gd name="connsiteY10" fmla="*/ 39092 h 264736"/>
                <a:gd name="connsiteX11" fmla="*/ 167528 w 378195"/>
                <a:gd name="connsiteY11" fmla="*/ 31780 h 264736"/>
                <a:gd name="connsiteX12" fmla="*/ 145467 w 378195"/>
                <a:gd name="connsiteY12" fmla="*/ 27620 h 264736"/>
                <a:gd name="connsiteX13" fmla="*/ 124540 w 378195"/>
                <a:gd name="connsiteY13" fmla="*/ 40227 h 264736"/>
                <a:gd name="connsiteX14" fmla="*/ 108782 w 378195"/>
                <a:gd name="connsiteY14" fmla="*/ 66448 h 264736"/>
                <a:gd name="connsiteX15" fmla="*/ 71088 w 378195"/>
                <a:gd name="connsiteY15" fmla="*/ 88384 h 264736"/>
                <a:gd name="connsiteX16" fmla="*/ 48018 w 378195"/>
                <a:gd name="connsiteY16" fmla="*/ 96704 h 264736"/>
                <a:gd name="connsiteX17" fmla="*/ 29108 w 378195"/>
                <a:gd name="connsiteY17" fmla="*/ 91409 h 264736"/>
                <a:gd name="connsiteX18" fmla="*/ 17636 w 378195"/>
                <a:gd name="connsiteY18" fmla="*/ 104016 h 264736"/>
                <a:gd name="connsiteX19" fmla="*/ 7173 w 378195"/>
                <a:gd name="connsiteY19" fmla="*/ 124943 h 264736"/>
                <a:gd name="connsiteX20" fmla="*/ 4022 w 378195"/>
                <a:gd name="connsiteY20" fmla="*/ 148012 h 264736"/>
                <a:gd name="connsiteX21" fmla="*/ 4022 w 378195"/>
                <a:gd name="connsiteY21" fmla="*/ 176251 h 264736"/>
                <a:gd name="connsiteX22" fmla="*/ 8182 w 378195"/>
                <a:gd name="connsiteY22" fmla="*/ 206633 h 264736"/>
                <a:gd name="connsiteX23" fmla="*/ 34403 w 378195"/>
                <a:gd name="connsiteY23" fmla="*/ 220248 h 264736"/>
                <a:gd name="connsiteX24" fmla="*/ 7173 w 378195"/>
                <a:gd name="connsiteY24" fmla="*/ 257941 h 264736"/>
                <a:gd name="connsiteX25" fmla="*/ 12594 w 378195"/>
                <a:gd name="connsiteY25" fmla="*/ 266766 h 264736"/>
                <a:gd name="connsiteX26" fmla="*/ 53439 w 378195"/>
                <a:gd name="connsiteY26" fmla="*/ 271304 h 264736"/>
                <a:gd name="connsiteX27" fmla="*/ 160090 w 378195"/>
                <a:gd name="connsiteY27" fmla="*/ 257941 h 264736"/>
                <a:gd name="connsiteX28" fmla="*/ 157695 w 378195"/>
                <a:gd name="connsiteY28" fmla="*/ 231215 h 264736"/>
                <a:gd name="connsiteX29" fmla="*/ 178874 w 378195"/>
                <a:gd name="connsiteY29" fmla="*/ 218609 h 264736"/>
                <a:gd name="connsiteX30" fmla="*/ 196901 w 378195"/>
                <a:gd name="connsiteY30" fmla="*/ 213944 h 264736"/>
                <a:gd name="connsiteX31" fmla="*/ 225140 w 378195"/>
                <a:gd name="connsiteY31" fmla="*/ 204490 h 264736"/>
                <a:gd name="connsiteX32" fmla="*/ 237746 w 378195"/>
                <a:gd name="connsiteY32" fmla="*/ 192765 h 264736"/>
                <a:gd name="connsiteX33" fmla="*/ 246319 w 378195"/>
                <a:gd name="connsiteY33" fmla="*/ 164527 h 264736"/>
                <a:gd name="connsiteX34" fmla="*/ 264346 w 378195"/>
                <a:gd name="connsiteY34" fmla="*/ 153559 h 264736"/>
                <a:gd name="connsiteX35" fmla="*/ 255773 w 378195"/>
                <a:gd name="connsiteY35" fmla="*/ 136288 h 264736"/>
                <a:gd name="connsiteX36" fmla="*/ 285525 w 378195"/>
                <a:gd name="connsiteY36" fmla="*/ 137045 h 264736"/>
                <a:gd name="connsiteX37" fmla="*/ 287920 w 378195"/>
                <a:gd name="connsiteY37" fmla="*/ 115866 h 264736"/>
                <a:gd name="connsiteX38" fmla="*/ 300526 w 378195"/>
                <a:gd name="connsiteY38" fmla="*/ 97082 h 264736"/>
                <a:gd name="connsiteX39" fmla="*/ 295736 w 378195"/>
                <a:gd name="connsiteY39" fmla="*/ 81324 h 264736"/>
                <a:gd name="connsiteX40" fmla="*/ 299644 w 378195"/>
                <a:gd name="connsiteY40" fmla="*/ 67961 h 264736"/>
                <a:gd name="connsiteX41" fmla="*/ 303552 w 378195"/>
                <a:gd name="connsiteY41" fmla="*/ 66322 h 264736"/>
                <a:gd name="connsiteX42" fmla="*/ 317293 w 378195"/>
                <a:gd name="connsiteY42" fmla="*/ 61532 h 264736"/>
                <a:gd name="connsiteX43" fmla="*/ 353096 w 378195"/>
                <a:gd name="connsiteY43" fmla="*/ 50816 h 264736"/>
                <a:gd name="connsiteX44" fmla="*/ 380073 w 378195"/>
                <a:gd name="connsiteY44" fmla="*/ 42622 h 264736"/>
                <a:gd name="connsiteX45" fmla="*/ 366458 w 378195"/>
                <a:gd name="connsiteY45" fmla="*/ 40101 h 264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78195" h="264736">
                  <a:moveTo>
                    <a:pt x="366458" y="40101"/>
                  </a:moveTo>
                  <a:cubicBezTo>
                    <a:pt x="360912" y="40857"/>
                    <a:pt x="362172" y="36193"/>
                    <a:pt x="356247" y="32663"/>
                  </a:cubicBezTo>
                  <a:cubicBezTo>
                    <a:pt x="351583" y="29889"/>
                    <a:pt x="337590" y="42622"/>
                    <a:pt x="327252" y="51699"/>
                  </a:cubicBezTo>
                  <a:cubicBezTo>
                    <a:pt x="322462" y="53337"/>
                    <a:pt x="317671" y="55102"/>
                    <a:pt x="313511" y="56363"/>
                  </a:cubicBezTo>
                  <a:cubicBezTo>
                    <a:pt x="307712" y="58128"/>
                    <a:pt x="303048" y="58632"/>
                    <a:pt x="300653" y="55859"/>
                  </a:cubicBezTo>
                  <a:cubicBezTo>
                    <a:pt x="294349" y="48547"/>
                    <a:pt x="311116" y="29637"/>
                    <a:pt x="299644" y="24469"/>
                  </a:cubicBezTo>
                  <a:cubicBezTo>
                    <a:pt x="288172" y="19174"/>
                    <a:pt x="298635" y="3542"/>
                    <a:pt x="289181" y="2407"/>
                  </a:cubicBezTo>
                  <a:cubicBezTo>
                    <a:pt x="279726" y="1399"/>
                    <a:pt x="265102" y="18165"/>
                    <a:pt x="265102" y="25477"/>
                  </a:cubicBezTo>
                  <a:cubicBezTo>
                    <a:pt x="265102" y="32789"/>
                    <a:pt x="239889" y="30646"/>
                    <a:pt x="239889" y="38084"/>
                  </a:cubicBezTo>
                  <a:cubicBezTo>
                    <a:pt x="239889" y="45395"/>
                    <a:pt x="216819" y="37075"/>
                    <a:pt x="212659" y="45395"/>
                  </a:cubicBezTo>
                  <a:cubicBezTo>
                    <a:pt x="208499" y="53842"/>
                    <a:pt x="196901" y="39092"/>
                    <a:pt x="189589" y="39092"/>
                  </a:cubicBezTo>
                  <a:cubicBezTo>
                    <a:pt x="182277" y="39092"/>
                    <a:pt x="176983" y="28629"/>
                    <a:pt x="167528" y="31780"/>
                  </a:cubicBezTo>
                  <a:cubicBezTo>
                    <a:pt x="158073" y="34932"/>
                    <a:pt x="152904" y="28629"/>
                    <a:pt x="145467" y="27620"/>
                  </a:cubicBezTo>
                  <a:cubicBezTo>
                    <a:pt x="138155" y="26612"/>
                    <a:pt x="132860" y="43378"/>
                    <a:pt x="124540" y="40227"/>
                  </a:cubicBezTo>
                  <a:cubicBezTo>
                    <a:pt x="116093" y="37075"/>
                    <a:pt x="111933" y="55985"/>
                    <a:pt x="108782" y="66448"/>
                  </a:cubicBezTo>
                  <a:cubicBezTo>
                    <a:pt x="105630" y="76912"/>
                    <a:pt x="69954" y="76912"/>
                    <a:pt x="71088" y="88384"/>
                  </a:cubicBezTo>
                  <a:cubicBezTo>
                    <a:pt x="72097" y="99855"/>
                    <a:pt x="50161" y="104142"/>
                    <a:pt x="48018" y="96704"/>
                  </a:cubicBezTo>
                  <a:cubicBezTo>
                    <a:pt x="45875" y="89392"/>
                    <a:pt x="32260" y="93552"/>
                    <a:pt x="29108" y="91409"/>
                  </a:cubicBezTo>
                  <a:cubicBezTo>
                    <a:pt x="25957" y="89266"/>
                    <a:pt x="16502" y="93552"/>
                    <a:pt x="17636" y="104016"/>
                  </a:cubicBezTo>
                  <a:cubicBezTo>
                    <a:pt x="18645" y="114479"/>
                    <a:pt x="8182" y="120782"/>
                    <a:pt x="7173" y="124943"/>
                  </a:cubicBezTo>
                  <a:cubicBezTo>
                    <a:pt x="6164" y="129102"/>
                    <a:pt x="-139" y="141709"/>
                    <a:pt x="4022" y="148012"/>
                  </a:cubicBezTo>
                  <a:cubicBezTo>
                    <a:pt x="8182" y="154315"/>
                    <a:pt x="-1273" y="164779"/>
                    <a:pt x="4022" y="176251"/>
                  </a:cubicBezTo>
                  <a:cubicBezTo>
                    <a:pt x="9316" y="187723"/>
                    <a:pt x="6164" y="202472"/>
                    <a:pt x="8182" y="206633"/>
                  </a:cubicBezTo>
                  <a:cubicBezTo>
                    <a:pt x="10325" y="210793"/>
                    <a:pt x="30117" y="208776"/>
                    <a:pt x="34403" y="220248"/>
                  </a:cubicBezTo>
                  <a:cubicBezTo>
                    <a:pt x="38563" y="231719"/>
                    <a:pt x="8182" y="251764"/>
                    <a:pt x="7173" y="257941"/>
                  </a:cubicBezTo>
                  <a:cubicBezTo>
                    <a:pt x="6669" y="260588"/>
                    <a:pt x="9316" y="263614"/>
                    <a:pt x="12594" y="266766"/>
                  </a:cubicBezTo>
                  <a:cubicBezTo>
                    <a:pt x="24570" y="267270"/>
                    <a:pt x="39698" y="268783"/>
                    <a:pt x="53439" y="271304"/>
                  </a:cubicBezTo>
                  <a:cubicBezTo>
                    <a:pt x="70710" y="274455"/>
                    <a:pt x="158577" y="261093"/>
                    <a:pt x="160090" y="257941"/>
                  </a:cubicBezTo>
                  <a:cubicBezTo>
                    <a:pt x="161729" y="254789"/>
                    <a:pt x="156938" y="235123"/>
                    <a:pt x="157695" y="231215"/>
                  </a:cubicBezTo>
                  <a:cubicBezTo>
                    <a:pt x="158451" y="227307"/>
                    <a:pt x="169419" y="217852"/>
                    <a:pt x="178874" y="218609"/>
                  </a:cubicBezTo>
                  <a:cubicBezTo>
                    <a:pt x="188329" y="219365"/>
                    <a:pt x="196901" y="221004"/>
                    <a:pt x="196901" y="213944"/>
                  </a:cubicBezTo>
                  <a:cubicBezTo>
                    <a:pt x="196901" y="206885"/>
                    <a:pt x="222744" y="198312"/>
                    <a:pt x="225140" y="204490"/>
                  </a:cubicBezTo>
                  <a:cubicBezTo>
                    <a:pt x="227535" y="210793"/>
                    <a:pt x="236864" y="208397"/>
                    <a:pt x="237746" y="192765"/>
                  </a:cubicBezTo>
                  <a:cubicBezTo>
                    <a:pt x="238503" y="177007"/>
                    <a:pt x="236990" y="165283"/>
                    <a:pt x="246319" y="164527"/>
                  </a:cubicBezTo>
                  <a:cubicBezTo>
                    <a:pt x="255773" y="163770"/>
                    <a:pt x="265228" y="158224"/>
                    <a:pt x="264346" y="153559"/>
                  </a:cubicBezTo>
                  <a:cubicBezTo>
                    <a:pt x="263589" y="148895"/>
                    <a:pt x="252622" y="139440"/>
                    <a:pt x="255773" y="136288"/>
                  </a:cubicBezTo>
                  <a:cubicBezTo>
                    <a:pt x="258925" y="133137"/>
                    <a:pt x="282499" y="144104"/>
                    <a:pt x="285525" y="137045"/>
                  </a:cubicBezTo>
                  <a:cubicBezTo>
                    <a:pt x="288676" y="129985"/>
                    <a:pt x="284012" y="122169"/>
                    <a:pt x="287920" y="115866"/>
                  </a:cubicBezTo>
                  <a:cubicBezTo>
                    <a:pt x="291828" y="109563"/>
                    <a:pt x="301283" y="103259"/>
                    <a:pt x="300526" y="97082"/>
                  </a:cubicBezTo>
                  <a:cubicBezTo>
                    <a:pt x="299770" y="90779"/>
                    <a:pt x="301283" y="86871"/>
                    <a:pt x="295736" y="81324"/>
                  </a:cubicBezTo>
                  <a:cubicBezTo>
                    <a:pt x="290189" y="75777"/>
                    <a:pt x="292584" y="68717"/>
                    <a:pt x="299644" y="67961"/>
                  </a:cubicBezTo>
                  <a:cubicBezTo>
                    <a:pt x="300905" y="67835"/>
                    <a:pt x="302165" y="67205"/>
                    <a:pt x="303552" y="66322"/>
                  </a:cubicBezTo>
                  <a:cubicBezTo>
                    <a:pt x="308973" y="65188"/>
                    <a:pt x="313637" y="64179"/>
                    <a:pt x="317293" y="61532"/>
                  </a:cubicBezTo>
                  <a:cubicBezTo>
                    <a:pt x="327126" y="54220"/>
                    <a:pt x="345910" y="48295"/>
                    <a:pt x="353096" y="50816"/>
                  </a:cubicBezTo>
                  <a:cubicBezTo>
                    <a:pt x="359021" y="52959"/>
                    <a:pt x="372005" y="51194"/>
                    <a:pt x="380073" y="42622"/>
                  </a:cubicBezTo>
                  <a:cubicBezTo>
                    <a:pt x="375535" y="40731"/>
                    <a:pt x="369736" y="39722"/>
                    <a:pt x="366458" y="40101"/>
                  </a:cubicBezTo>
                  <a:close/>
                </a:path>
              </a:pathLst>
            </a:custGeom>
            <a:grpFill/>
            <a:ln w="1270" cap="flat">
              <a:solidFill>
                <a:schemeClr val="bg1"/>
              </a:solidFill>
              <a:prstDash val="solid"/>
              <a:miter/>
            </a:ln>
          </p:spPr>
          <p:txBody>
            <a:bodyPr rtlCol="0" anchor="ctr"/>
            <a:lstStyle/>
            <a:p>
              <a:endParaRPr lang="ko-KR" altLang="en-US"/>
            </a:p>
          </p:txBody>
        </p:sp>
        <p:sp>
          <p:nvSpPr>
            <p:cNvPr id="193" name="자유형: 도형 173">
              <a:extLst>
                <a:ext uri="{FF2B5EF4-FFF2-40B4-BE49-F238E27FC236}">
                  <a16:creationId xmlns:a16="http://schemas.microsoft.com/office/drawing/2014/main" id="{6CA05E62-039F-E545-8B54-29660C00BE0D}"/>
                </a:ext>
              </a:extLst>
            </p:cNvPr>
            <p:cNvSpPr/>
            <p:nvPr/>
          </p:nvSpPr>
          <p:spPr>
            <a:xfrm>
              <a:off x="7412277" y="3534762"/>
              <a:ext cx="441228" cy="390802"/>
            </a:xfrm>
            <a:custGeom>
              <a:avLst/>
              <a:gdLst>
                <a:gd name="connsiteX0" fmla="*/ 420395 w 441227"/>
                <a:gd name="connsiteY0" fmla="*/ 43587 h 390801"/>
                <a:gd name="connsiteX1" fmla="*/ 406906 w 441227"/>
                <a:gd name="connsiteY1" fmla="*/ 23543 h 390801"/>
                <a:gd name="connsiteX2" fmla="*/ 382702 w 441227"/>
                <a:gd name="connsiteY2" fmla="*/ 3876 h 390801"/>
                <a:gd name="connsiteX3" fmla="*/ 374634 w 441227"/>
                <a:gd name="connsiteY3" fmla="*/ 5515 h 390801"/>
                <a:gd name="connsiteX4" fmla="*/ 369843 w 441227"/>
                <a:gd name="connsiteY4" fmla="*/ 2364 h 390801"/>
                <a:gd name="connsiteX5" fmla="*/ 342865 w 441227"/>
                <a:gd name="connsiteY5" fmla="*/ 10558 h 390801"/>
                <a:gd name="connsiteX6" fmla="*/ 307063 w 441227"/>
                <a:gd name="connsiteY6" fmla="*/ 21273 h 390801"/>
                <a:gd name="connsiteX7" fmla="*/ 293322 w 441227"/>
                <a:gd name="connsiteY7" fmla="*/ 26064 h 390801"/>
                <a:gd name="connsiteX8" fmla="*/ 289414 w 441227"/>
                <a:gd name="connsiteY8" fmla="*/ 27703 h 390801"/>
                <a:gd name="connsiteX9" fmla="*/ 285506 w 441227"/>
                <a:gd name="connsiteY9" fmla="*/ 41066 h 390801"/>
                <a:gd name="connsiteX10" fmla="*/ 290296 w 441227"/>
                <a:gd name="connsiteY10" fmla="*/ 56824 h 390801"/>
                <a:gd name="connsiteX11" fmla="*/ 277690 w 441227"/>
                <a:gd name="connsiteY11" fmla="*/ 75607 h 390801"/>
                <a:gd name="connsiteX12" fmla="*/ 275294 w 441227"/>
                <a:gd name="connsiteY12" fmla="*/ 96786 h 390801"/>
                <a:gd name="connsiteX13" fmla="*/ 245543 w 441227"/>
                <a:gd name="connsiteY13" fmla="*/ 96030 h 390801"/>
                <a:gd name="connsiteX14" fmla="*/ 254116 w 441227"/>
                <a:gd name="connsiteY14" fmla="*/ 113301 h 390801"/>
                <a:gd name="connsiteX15" fmla="*/ 236088 w 441227"/>
                <a:gd name="connsiteY15" fmla="*/ 124269 h 390801"/>
                <a:gd name="connsiteX16" fmla="*/ 227516 w 441227"/>
                <a:gd name="connsiteY16" fmla="*/ 152507 h 390801"/>
                <a:gd name="connsiteX17" fmla="*/ 214909 w 441227"/>
                <a:gd name="connsiteY17" fmla="*/ 164231 h 390801"/>
                <a:gd name="connsiteX18" fmla="*/ 186671 w 441227"/>
                <a:gd name="connsiteY18" fmla="*/ 173686 h 390801"/>
                <a:gd name="connsiteX19" fmla="*/ 168644 w 441227"/>
                <a:gd name="connsiteY19" fmla="*/ 178351 h 390801"/>
                <a:gd name="connsiteX20" fmla="*/ 147464 w 441227"/>
                <a:gd name="connsiteY20" fmla="*/ 190957 h 390801"/>
                <a:gd name="connsiteX21" fmla="*/ 149860 w 441227"/>
                <a:gd name="connsiteY21" fmla="*/ 217683 h 390801"/>
                <a:gd name="connsiteX22" fmla="*/ 43209 w 441227"/>
                <a:gd name="connsiteY22" fmla="*/ 231046 h 390801"/>
                <a:gd name="connsiteX23" fmla="*/ 2364 w 441227"/>
                <a:gd name="connsiteY23" fmla="*/ 226507 h 390801"/>
                <a:gd name="connsiteX24" fmla="*/ 14844 w 441227"/>
                <a:gd name="connsiteY24" fmla="*/ 240753 h 390801"/>
                <a:gd name="connsiteX25" fmla="*/ 42074 w 441227"/>
                <a:gd name="connsiteY25" fmla="*/ 263823 h 390801"/>
                <a:gd name="connsiteX26" fmla="*/ 54681 w 441227"/>
                <a:gd name="connsiteY26" fmla="*/ 293196 h 390801"/>
                <a:gd name="connsiteX27" fmla="*/ 60984 w 441227"/>
                <a:gd name="connsiteY27" fmla="*/ 313114 h 390801"/>
                <a:gd name="connsiteX28" fmla="*/ 36905 w 441227"/>
                <a:gd name="connsiteY28" fmla="*/ 320426 h 390801"/>
                <a:gd name="connsiteX29" fmla="*/ 20139 w 441227"/>
                <a:gd name="connsiteY29" fmla="*/ 347656 h 390801"/>
                <a:gd name="connsiteX30" fmla="*/ 20769 w 441227"/>
                <a:gd name="connsiteY30" fmla="*/ 354211 h 390801"/>
                <a:gd name="connsiteX31" fmla="*/ 70313 w 441227"/>
                <a:gd name="connsiteY31" fmla="*/ 350681 h 390801"/>
                <a:gd name="connsiteX32" fmla="*/ 90735 w 441227"/>
                <a:gd name="connsiteY32" fmla="*/ 347530 h 390801"/>
                <a:gd name="connsiteX33" fmla="*/ 133471 w 441227"/>
                <a:gd name="connsiteY33" fmla="*/ 347152 h 390801"/>
                <a:gd name="connsiteX34" fmla="*/ 154650 w 441227"/>
                <a:gd name="connsiteY34" fmla="*/ 353455 h 390801"/>
                <a:gd name="connsiteX35" fmla="*/ 166753 w 441227"/>
                <a:gd name="connsiteY35" fmla="*/ 367952 h 390801"/>
                <a:gd name="connsiteX36" fmla="*/ 172299 w 441227"/>
                <a:gd name="connsiteY36" fmla="*/ 385980 h 390801"/>
                <a:gd name="connsiteX37" fmla="*/ 195495 w 441227"/>
                <a:gd name="connsiteY37" fmla="*/ 396191 h 390801"/>
                <a:gd name="connsiteX38" fmla="*/ 199782 w 441227"/>
                <a:gd name="connsiteY38" fmla="*/ 398838 h 390801"/>
                <a:gd name="connsiteX39" fmla="*/ 201421 w 441227"/>
                <a:gd name="connsiteY39" fmla="*/ 396947 h 390801"/>
                <a:gd name="connsiteX40" fmla="*/ 225499 w 441227"/>
                <a:gd name="connsiteY40" fmla="*/ 380181 h 390801"/>
                <a:gd name="connsiteX41" fmla="*/ 250712 w 441227"/>
                <a:gd name="connsiteY41" fmla="*/ 379172 h 390801"/>
                <a:gd name="connsiteX42" fmla="*/ 270630 w 441227"/>
                <a:gd name="connsiteY42" fmla="*/ 374003 h 390801"/>
                <a:gd name="connsiteX43" fmla="*/ 261175 w 441227"/>
                <a:gd name="connsiteY43" fmla="*/ 349925 h 390801"/>
                <a:gd name="connsiteX44" fmla="*/ 249577 w 441227"/>
                <a:gd name="connsiteY44" fmla="*/ 322695 h 390801"/>
                <a:gd name="connsiteX45" fmla="*/ 232811 w 441227"/>
                <a:gd name="connsiteY45" fmla="*/ 303785 h 390801"/>
                <a:gd name="connsiteX46" fmla="*/ 252729 w 441227"/>
                <a:gd name="connsiteY46" fmla="*/ 278698 h 390801"/>
                <a:gd name="connsiteX47" fmla="*/ 272647 w 441227"/>
                <a:gd name="connsiteY47" fmla="*/ 280841 h 390801"/>
                <a:gd name="connsiteX48" fmla="*/ 290422 w 441227"/>
                <a:gd name="connsiteY48" fmla="*/ 279833 h 390801"/>
                <a:gd name="connsiteX49" fmla="*/ 305046 w 441227"/>
                <a:gd name="connsiteY49" fmla="*/ 259915 h 390801"/>
                <a:gd name="connsiteX50" fmla="*/ 327107 w 441227"/>
                <a:gd name="connsiteY50" fmla="*/ 246300 h 390801"/>
                <a:gd name="connsiteX51" fmla="*/ 337571 w 441227"/>
                <a:gd name="connsiteY51" fmla="*/ 217935 h 390801"/>
                <a:gd name="connsiteX52" fmla="*/ 353329 w 441227"/>
                <a:gd name="connsiteY52" fmla="*/ 205328 h 390801"/>
                <a:gd name="connsiteX53" fmla="*/ 365935 w 441227"/>
                <a:gd name="connsiteY53" fmla="*/ 190705 h 390801"/>
                <a:gd name="connsiteX54" fmla="*/ 371104 w 441227"/>
                <a:gd name="connsiteY54" fmla="*/ 170787 h 390801"/>
                <a:gd name="connsiteX55" fmla="*/ 384719 w 441227"/>
                <a:gd name="connsiteY55" fmla="*/ 150868 h 390801"/>
                <a:gd name="connsiteX56" fmla="*/ 372112 w 441227"/>
                <a:gd name="connsiteY56" fmla="*/ 139396 h 390801"/>
                <a:gd name="connsiteX57" fmla="*/ 356354 w 441227"/>
                <a:gd name="connsiteY57" fmla="*/ 114183 h 390801"/>
                <a:gd name="connsiteX58" fmla="*/ 352194 w 441227"/>
                <a:gd name="connsiteY58" fmla="*/ 89097 h 390801"/>
                <a:gd name="connsiteX59" fmla="*/ 365809 w 441227"/>
                <a:gd name="connsiteY59" fmla="*/ 74473 h 390801"/>
                <a:gd name="connsiteX60" fmla="*/ 405646 w 441227"/>
                <a:gd name="connsiteY60" fmla="*/ 81785 h 390801"/>
                <a:gd name="connsiteX61" fmla="*/ 431867 w 441227"/>
                <a:gd name="connsiteY61" fmla="*/ 71321 h 390801"/>
                <a:gd name="connsiteX62" fmla="*/ 441322 w 441227"/>
                <a:gd name="connsiteY62" fmla="*/ 54933 h 390801"/>
                <a:gd name="connsiteX63" fmla="*/ 420395 w 441227"/>
                <a:gd name="connsiteY63" fmla="*/ 43587 h 390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441227" h="390801">
                  <a:moveTo>
                    <a:pt x="420395" y="43587"/>
                  </a:moveTo>
                  <a:cubicBezTo>
                    <a:pt x="408041" y="37662"/>
                    <a:pt x="406906" y="27073"/>
                    <a:pt x="406906" y="23543"/>
                  </a:cubicBezTo>
                  <a:cubicBezTo>
                    <a:pt x="406906" y="20391"/>
                    <a:pt x="392913" y="11945"/>
                    <a:pt x="382702" y="3876"/>
                  </a:cubicBezTo>
                  <a:cubicBezTo>
                    <a:pt x="381315" y="4129"/>
                    <a:pt x="378163" y="4633"/>
                    <a:pt x="374634" y="5515"/>
                  </a:cubicBezTo>
                  <a:cubicBezTo>
                    <a:pt x="373373" y="4255"/>
                    <a:pt x="371608" y="3246"/>
                    <a:pt x="369843" y="2364"/>
                  </a:cubicBezTo>
                  <a:cubicBezTo>
                    <a:pt x="361901" y="10810"/>
                    <a:pt x="348790" y="12701"/>
                    <a:pt x="342865" y="10558"/>
                  </a:cubicBezTo>
                  <a:cubicBezTo>
                    <a:pt x="335680" y="7911"/>
                    <a:pt x="316896" y="13962"/>
                    <a:pt x="307063" y="21273"/>
                  </a:cubicBezTo>
                  <a:cubicBezTo>
                    <a:pt x="303407" y="23921"/>
                    <a:pt x="298742" y="24929"/>
                    <a:pt x="293322" y="26064"/>
                  </a:cubicBezTo>
                  <a:cubicBezTo>
                    <a:pt x="291935" y="26946"/>
                    <a:pt x="290548" y="27577"/>
                    <a:pt x="289414" y="27703"/>
                  </a:cubicBezTo>
                  <a:cubicBezTo>
                    <a:pt x="282354" y="28459"/>
                    <a:pt x="279959" y="35519"/>
                    <a:pt x="285506" y="41066"/>
                  </a:cubicBezTo>
                  <a:cubicBezTo>
                    <a:pt x="291053" y="46613"/>
                    <a:pt x="289414" y="50521"/>
                    <a:pt x="290296" y="56824"/>
                  </a:cubicBezTo>
                  <a:cubicBezTo>
                    <a:pt x="291053" y="63127"/>
                    <a:pt x="281598" y="69430"/>
                    <a:pt x="277690" y="75607"/>
                  </a:cubicBezTo>
                  <a:cubicBezTo>
                    <a:pt x="273782" y="81911"/>
                    <a:pt x="278446" y="89727"/>
                    <a:pt x="275294" y="96786"/>
                  </a:cubicBezTo>
                  <a:cubicBezTo>
                    <a:pt x="272143" y="103846"/>
                    <a:pt x="248569" y="92879"/>
                    <a:pt x="245543" y="96030"/>
                  </a:cubicBezTo>
                  <a:cubicBezTo>
                    <a:pt x="242392" y="99182"/>
                    <a:pt x="253359" y="108637"/>
                    <a:pt x="254116" y="113301"/>
                  </a:cubicBezTo>
                  <a:cubicBezTo>
                    <a:pt x="254872" y="118092"/>
                    <a:pt x="245543" y="123512"/>
                    <a:pt x="236088" y="124269"/>
                  </a:cubicBezTo>
                  <a:cubicBezTo>
                    <a:pt x="226634" y="125025"/>
                    <a:pt x="228272" y="136875"/>
                    <a:pt x="227516" y="152507"/>
                  </a:cubicBezTo>
                  <a:cubicBezTo>
                    <a:pt x="226759" y="168265"/>
                    <a:pt x="217304" y="170534"/>
                    <a:pt x="214909" y="164231"/>
                  </a:cubicBezTo>
                  <a:cubicBezTo>
                    <a:pt x="212514" y="157928"/>
                    <a:pt x="186671" y="166626"/>
                    <a:pt x="186671" y="173686"/>
                  </a:cubicBezTo>
                  <a:cubicBezTo>
                    <a:pt x="186671" y="180746"/>
                    <a:pt x="178098" y="179233"/>
                    <a:pt x="168644" y="178351"/>
                  </a:cubicBezTo>
                  <a:cubicBezTo>
                    <a:pt x="159189" y="177594"/>
                    <a:pt x="148221" y="187049"/>
                    <a:pt x="147464" y="190957"/>
                  </a:cubicBezTo>
                  <a:cubicBezTo>
                    <a:pt x="146708" y="194865"/>
                    <a:pt x="151373" y="214531"/>
                    <a:pt x="149860" y="217683"/>
                  </a:cubicBezTo>
                  <a:cubicBezTo>
                    <a:pt x="148347" y="220834"/>
                    <a:pt x="60480" y="234197"/>
                    <a:pt x="43209" y="231046"/>
                  </a:cubicBezTo>
                  <a:cubicBezTo>
                    <a:pt x="29468" y="228524"/>
                    <a:pt x="14340" y="227012"/>
                    <a:pt x="2364" y="226507"/>
                  </a:cubicBezTo>
                  <a:cubicBezTo>
                    <a:pt x="6902" y="230920"/>
                    <a:pt x="12953" y="235836"/>
                    <a:pt x="14844" y="240753"/>
                  </a:cubicBezTo>
                  <a:cubicBezTo>
                    <a:pt x="18374" y="250082"/>
                    <a:pt x="29468" y="258528"/>
                    <a:pt x="42074" y="263823"/>
                  </a:cubicBezTo>
                  <a:cubicBezTo>
                    <a:pt x="54681" y="269117"/>
                    <a:pt x="48377" y="291053"/>
                    <a:pt x="54681" y="293196"/>
                  </a:cubicBezTo>
                  <a:cubicBezTo>
                    <a:pt x="60984" y="295339"/>
                    <a:pt x="69430" y="312106"/>
                    <a:pt x="60984" y="313114"/>
                  </a:cubicBezTo>
                  <a:cubicBezTo>
                    <a:pt x="52537" y="314122"/>
                    <a:pt x="45226" y="316266"/>
                    <a:pt x="36905" y="320426"/>
                  </a:cubicBezTo>
                  <a:cubicBezTo>
                    <a:pt x="28459" y="324586"/>
                    <a:pt x="19130" y="335049"/>
                    <a:pt x="20139" y="347656"/>
                  </a:cubicBezTo>
                  <a:cubicBezTo>
                    <a:pt x="20265" y="349295"/>
                    <a:pt x="20517" y="351564"/>
                    <a:pt x="20769" y="354211"/>
                  </a:cubicBezTo>
                  <a:cubicBezTo>
                    <a:pt x="42200" y="354715"/>
                    <a:pt x="67539" y="353707"/>
                    <a:pt x="70313" y="350681"/>
                  </a:cubicBezTo>
                  <a:cubicBezTo>
                    <a:pt x="74599" y="346017"/>
                    <a:pt x="84810" y="343622"/>
                    <a:pt x="90735" y="347530"/>
                  </a:cubicBezTo>
                  <a:cubicBezTo>
                    <a:pt x="96660" y="351438"/>
                    <a:pt x="122882" y="353077"/>
                    <a:pt x="133471" y="347152"/>
                  </a:cubicBezTo>
                  <a:cubicBezTo>
                    <a:pt x="146330" y="339966"/>
                    <a:pt x="154272" y="347152"/>
                    <a:pt x="154650" y="353455"/>
                  </a:cubicBezTo>
                  <a:cubicBezTo>
                    <a:pt x="155028" y="359758"/>
                    <a:pt x="160953" y="362532"/>
                    <a:pt x="166753" y="367952"/>
                  </a:cubicBezTo>
                  <a:cubicBezTo>
                    <a:pt x="172677" y="373499"/>
                    <a:pt x="168391" y="379676"/>
                    <a:pt x="172299" y="385980"/>
                  </a:cubicBezTo>
                  <a:cubicBezTo>
                    <a:pt x="176208" y="392283"/>
                    <a:pt x="184023" y="391022"/>
                    <a:pt x="195495" y="396191"/>
                  </a:cubicBezTo>
                  <a:cubicBezTo>
                    <a:pt x="197134" y="396947"/>
                    <a:pt x="198395" y="397830"/>
                    <a:pt x="199782" y="398838"/>
                  </a:cubicBezTo>
                  <a:cubicBezTo>
                    <a:pt x="200538" y="397956"/>
                    <a:pt x="201042" y="397325"/>
                    <a:pt x="201421" y="396947"/>
                  </a:cubicBezTo>
                  <a:cubicBezTo>
                    <a:pt x="207724" y="389636"/>
                    <a:pt x="208732" y="377029"/>
                    <a:pt x="225499" y="380181"/>
                  </a:cubicBezTo>
                  <a:cubicBezTo>
                    <a:pt x="242265" y="383332"/>
                    <a:pt x="241257" y="377029"/>
                    <a:pt x="250712" y="379172"/>
                  </a:cubicBezTo>
                  <a:cubicBezTo>
                    <a:pt x="260166" y="381189"/>
                    <a:pt x="266470" y="380181"/>
                    <a:pt x="270630" y="374003"/>
                  </a:cubicBezTo>
                  <a:cubicBezTo>
                    <a:pt x="274790" y="367700"/>
                    <a:pt x="266470" y="355094"/>
                    <a:pt x="261175" y="349925"/>
                  </a:cubicBezTo>
                  <a:cubicBezTo>
                    <a:pt x="255880" y="344630"/>
                    <a:pt x="248569" y="333158"/>
                    <a:pt x="249577" y="322695"/>
                  </a:cubicBezTo>
                  <a:cubicBezTo>
                    <a:pt x="250586" y="312232"/>
                    <a:pt x="232811" y="312232"/>
                    <a:pt x="232811" y="303785"/>
                  </a:cubicBezTo>
                  <a:cubicBezTo>
                    <a:pt x="232811" y="295465"/>
                    <a:pt x="249577" y="281850"/>
                    <a:pt x="252729" y="278698"/>
                  </a:cubicBezTo>
                  <a:cubicBezTo>
                    <a:pt x="255880" y="275547"/>
                    <a:pt x="269496" y="287145"/>
                    <a:pt x="272647" y="280841"/>
                  </a:cubicBezTo>
                  <a:cubicBezTo>
                    <a:pt x="275799" y="274538"/>
                    <a:pt x="285254" y="278698"/>
                    <a:pt x="290422" y="279833"/>
                  </a:cubicBezTo>
                  <a:cubicBezTo>
                    <a:pt x="295717" y="280841"/>
                    <a:pt x="304037" y="269370"/>
                    <a:pt x="305046" y="259915"/>
                  </a:cubicBezTo>
                  <a:cubicBezTo>
                    <a:pt x="306054" y="250460"/>
                    <a:pt x="323955" y="249451"/>
                    <a:pt x="327107" y="246300"/>
                  </a:cubicBezTo>
                  <a:cubicBezTo>
                    <a:pt x="330259" y="243148"/>
                    <a:pt x="335554" y="222221"/>
                    <a:pt x="337571" y="217935"/>
                  </a:cubicBezTo>
                  <a:cubicBezTo>
                    <a:pt x="339714" y="213775"/>
                    <a:pt x="353329" y="216926"/>
                    <a:pt x="353329" y="205328"/>
                  </a:cubicBezTo>
                  <a:cubicBezTo>
                    <a:pt x="353329" y="193731"/>
                    <a:pt x="359632" y="191713"/>
                    <a:pt x="365935" y="190705"/>
                  </a:cubicBezTo>
                  <a:cubicBezTo>
                    <a:pt x="372238" y="189696"/>
                    <a:pt x="370096" y="179233"/>
                    <a:pt x="371104" y="170787"/>
                  </a:cubicBezTo>
                  <a:cubicBezTo>
                    <a:pt x="372112" y="162340"/>
                    <a:pt x="376399" y="153011"/>
                    <a:pt x="384719" y="150868"/>
                  </a:cubicBezTo>
                  <a:cubicBezTo>
                    <a:pt x="393165" y="148725"/>
                    <a:pt x="381567" y="137253"/>
                    <a:pt x="372112" y="139396"/>
                  </a:cubicBezTo>
                  <a:cubicBezTo>
                    <a:pt x="362657" y="141540"/>
                    <a:pt x="356354" y="114183"/>
                    <a:pt x="356354" y="114183"/>
                  </a:cubicBezTo>
                  <a:cubicBezTo>
                    <a:pt x="356354" y="114183"/>
                    <a:pt x="357363" y="92248"/>
                    <a:pt x="352194" y="89097"/>
                  </a:cubicBezTo>
                  <a:cubicBezTo>
                    <a:pt x="346899" y="85945"/>
                    <a:pt x="354337" y="74473"/>
                    <a:pt x="365809" y="74473"/>
                  </a:cubicBezTo>
                  <a:cubicBezTo>
                    <a:pt x="377281" y="74473"/>
                    <a:pt x="398334" y="87079"/>
                    <a:pt x="405646" y="81785"/>
                  </a:cubicBezTo>
                  <a:cubicBezTo>
                    <a:pt x="412957" y="76616"/>
                    <a:pt x="427707" y="73464"/>
                    <a:pt x="431867" y="71321"/>
                  </a:cubicBezTo>
                  <a:cubicBezTo>
                    <a:pt x="435019" y="69682"/>
                    <a:pt x="439431" y="59723"/>
                    <a:pt x="441322" y="54933"/>
                  </a:cubicBezTo>
                  <a:cubicBezTo>
                    <a:pt x="436280" y="51277"/>
                    <a:pt x="428338" y="47243"/>
                    <a:pt x="420395" y="43587"/>
                  </a:cubicBezTo>
                  <a:close/>
                </a:path>
              </a:pathLst>
            </a:custGeom>
            <a:grpFill/>
            <a:ln w="1270" cap="flat">
              <a:solidFill>
                <a:schemeClr val="bg1"/>
              </a:solidFill>
              <a:prstDash val="solid"/>
              <a:miter/>
            </a:ln>
          </p:spPr>
          <p:txBody>
            <a:bodyPr rtlCol="0" anchor="ctr"/>
            <a:lstStyle/>
            <a:p>
              <a:endParaRPr lang="ko-KR" altLang="en-US"/>
            </a:p>
          </p:txBody>
        </p:sp>
        <p:sp>
          <p:nvSpPr>
            <p:cNvPr id="194" name="자유형: 도형 174">
              <a:extLst>
                <a:ext uri="{FF2B5EF4-FFF2-40B4-BE49-F238E27FC236}">
                  <a16:creationId xmlns:a16="http://schemas.microsoft.com/office/drawing/2014/main" id="{99409F3A-2769-0E45-AFC8-BD182111B7E0}"/>
                </a:ext>
              </a:extLst>
            </p:cNvPr>
            <p:cNvSpPr/>
            <p:nvPr/>
          </p:nvSpPr>
          <p:spPr>
            <a:xfrm>
              <a:off x="8295237" y="4425757"/>
              <a:ext cx="1210224" cy="428621"/>
            </a:xfrm>
            <a:custGeom>
              <a:avLst/>
              <a:gdLst>
                <a:gd name="connsiteX0" fmla="*/ 87456 w 1210224"/>
                <a:gd name="connsiteY0" fmla="*/ 183426 h 428621"/>
                <a:gd name="connsiteX1" fmla="*/ 100063 w 1210224"/>
                <a:gd name="connsiteY1" fmla="*/ 198301 h 428621"/>
                <a:gd name="connsiteX2" fmla="*/ 87456 w 1210224"/>
                <a:gd name="connsiteY2" fmla="*/ 183426 h 428621"/>
                <a:gd name="connsiteX3" fmla="*/ 344125 w 1210224"/>
                <a:gd name="connsiteY3" fmla="*/ 231204 h 428621"/>
                <a:gd name="connsiteX4" fmla="*/ 330005 w 1210224"/>
                <a:gd name="connsiteY4" fmla="*/ 237508 h 428621"/>
                <a:gd name="connsiteX5" fmla="*/ 344125 w 1210224"/>
                <a:gd name="connsiteY5" fmla="*/ 231204 h 428621"/>
                <a:gd name="connsiteX6" fmla="*/ 49007 w 1210224"/>
                <a:gd name="connsiteY6" fmla="*/ 115855 h 428621"/>
                <a:gd name="connsiteX7" fmla="*/ 65521 w 1210224"/>
                <a:gd name="connsiteY7" fmla="*/ 137034 h 428621"/>
                <a:gd name="connsiteX8" fmla="*/ 49007 w 1210224"/>
                <a:gd name="connsiteY8" fmla="*/ 115855 h 428621"/>
                <a:gd name="connsiteX9" fmla="*/ 641386 w 1210224"/>
                <a:gd name="connsiteY9" fmla="*/ 250114 h 428621"/>
                <a:gd name="connsiteX10" fmla="*/ 649202 w 1210224"/>
                <a:gd name="connsiteY10" fmla="*/ 278353 h 428621"/>
                <a:gd name="connsiteX11" fmla="*/ 652354 w 1210224"/>
                <a:gd name="connsiteY11" fmla="*/ 308986 h 428621"/>
                <a:gd name="connsiteX12" fmla="*/ 665717 w 1210224"/>
                <a:gd name="connsiteY12" fmla="*/ 283143 h 428621"/>
                <a:gd name="connsiteX13" fmla="*/ 662565 w 1210224"/>
                <a:gd name="connsiteY13" fmla="*/ 234482 h 428621"/>
                <a:gd name="connsiteX14" fmla="*/ 679836 w 1210224"/>
                <a:gd name="connsiteY14" fmla="*/ 245450 h 428621"/>
                <a:gd name="connsiteX15" fmla="*/ 693199 w 1210224"/>
                <a:gd name="connsiteY15" fmla="*/ 272175 h 428621"/>
                <a:gd name="connsiteX16" fmla="*/ 717529 w 1210224"/>
                <a:gd name="connsiteY16" fmla="*/ 275327 h 428621"/>
                <a:gd name="connsiteX17" fmla="*/ 719168 w 1210224"/>
                <a:gd name="connsiteY17" fmla="*/ 254905 h 428621"/>
                <a:gd name="connsiteX18" fmla="*/ 713747 w 1210224"/>
                <a:gd name="connsiteY18" fmla="*/ 224271 h 428621"/>
                <a:gd name="connsiteX19" fmla="*/ 705049 w 1210224"/>
                <a:gd name="connsiteY19" fmla="*/ 202335 h 428621"/>
                <a:gd name="connsiteX20" fmla="*/ 745011 w 1210224"/>
                <a:gd name="connsiteY20" fmla="*/ 173340 h 428621"/>
                <a:gd name="connsiteX21" fmla="*/ 690930 w 1210224"/>
                <a:gd name="connsiteY21" fmla="*/ 188972 h 428621"/>
                <a:gd name="connsiteX22" fmla="*/ 658027 w 1210224"/>
                <a:gd name="connsiteY22" fmla="*/ 163129 h 428621"/>
                <a:gd name="connsiteX23" fmla="*/ 745894 w 1210224"/>
                <a:gd name="connsiteY23" fmla="*/ 143463 h 428621"/>
                <a:gd name="connsiteX24" fmla="*/ 792160 w 1210224"/>
                <a:gd name="connsiteY24" fmla="*/ 115981 h 428621"/>
                <a:gd name="connsiteX25" fmla="*/ 763921 w 1210224"/>
                <a:gd name="connsiteY25" fmla="*/ 126948 h 428621"/>
                <a:gd name="connsiteX26" fmla="*/ 697233 w 1210224"/>
                <a:gd name="connsiteY26" fmla="*/ 119889 h 428621"/>
                <a:gd name="connsiteX27" fmla="*/ 665087 w 1210224"/>
                <a:gd name="connsiteY27" fmla="*/ 133252 h 428621"/>
                <a:gd name="connsiteX28" fmla="*/ 646302 w 1210224"/>
                <a:gd name="connsiteY28" fmla="*/ 172458 h 428621"/>
                <a:gd name="connsiteX29" fmla="*/ 625123 w 1210224"/>
                <a:gd name="connsiteY29" fmla="*/ 223514 h 428621"/>
                <a:gd name="connsiteX30" fmla="*/ 641386 w 1210224"/>
                <a:gd name="connsiteY30" fmla="*/ 250114 h 428621"/>
                <a:gd name="connsiteX31" fmla="*/ 282857 w 1210224"/>
                <a:gd name="connsiteY31" fmla="*/ 270411 h 428621"/>
                <a:gd name="connsiteX32" fmla="*/ 286765 w 1210224"/>
                <a:gd name="connsiteY32" fmla="*/ 242928 h 428621"/>
                <a:gd name="connsiteX33" fmla="*/ 297733 w 1210224"/>
                <a:gd name="connsiteY33" fmla="*/ 236625 h 428621"/>
                <a:gd name="connsiteX34" fmla="*/ 298489 w 1210224"/>
                <a:gd name="connsiteY34" fmla="*/ 220110 h 428621"/>
                <a:gd name="connsiteX35" fmla="*/ 276554 w 1210224"/>
                <a:gd name="connsiteY35" fmla="*/ 198932 h 428621"/>
                <a:gd name="connsiteX36" fmla="*/ 273402 w 1210224"/>
                <a:gd name="connsiteY36" fmla="*/ 210656 h 428621"/>
                <a:gd name="connsiteX37" fmla="*/ 283614 w 1210224"/>
                <a:gd name="connsiteY37" fmla="*/ 223262 h 428621"/>
                <a:gd name="connsiteX38" fmla="*/ 267099 w 1210224"/>
                <a:gd name="connsiteY38" fmla="*/ 218598 h 428621"/>
                <a:gd name="connsiteX39" fmla="*/ 250585 w 1210224"/>
                <a:gd name="connsiteY39" fmla="*/ 204479 h 428621"/>
                <a:gd name="connsiteX40" fmla="*/ 227010 w 1210224"/>
                <a:gd name="connsiteY40" fmla="*/ 180904 h 428621"/>
                <a:gd name="connsiteX41" fmla="*/ 221590 w 1210224"/>
                <a:gd name="connsiteY41" fmla="*/ 162121 h 428621"/>
                <a:gd name="connsiteX42" fmla="*/ 208226 w 1210224"/>
                <a:gd name="connsiteY42" fmla="*/ 137790 h 428621"/>
                <a:gd name="connsiteX43" fmla="*/ 194107 w 1210224"/>
                <a:gd name="connsiteY43" fmla="*/ 126066 h 428621"/>
                <a:gd name="connsiteX44" fmla="*/ 180744 w 1210224"/>
                <a:gd name="connsiteY44" fmla="*/ 112703 h 428621"/>
                <a:gd name="connsiteX45" fmla="*/ 164230 w 1210224"/>
                <a:gd name="connsiteY45" fmla="*/ 104887 h 428621"/>
                <a:gd name="connsiteX46" fmla="*/ 143807 w 1210224"/>
                <a:gd name="connsiteY46" fmla="*/ 96315 h 428621"/>
                <a:gd name="connsiteX47" fmla="*/ 120989 w 1210224"/>
                <a:gd name="connsiteY47" fmla="*/ 73497 h 428621"/>
                <a:gd name="connsiteX48" fmla="*/ 76236 w 1210224"/>
                <a:gd name="connsiteY48" fmla="*/ 33534 h 428621"/>
                <a:gd name="connsiteX49" fmla="*/ 37787 w 1210224"/>
                <a:gd name="connsiteY49" fmla="*/ 15507 h 428621"/>
                <a:gd name="connsiteX50" fmla="*/ 3245 w 1210224"/>
                <a:gd name="connsiteY50" fmla="*/ 5296 h 428621"/>
                <a:gd name="connsiteX51" fmla="*/ 39299 w 1210224"/>
                <a:gd name="connsiteY51" fmla="*/ 56352 h 428621"/>
                <a:gd name="connsiteX52" fmla="*/ 75354 w 1210224"/>
                <a:gd name="connsiteY52" fmla="*/ 94045 h 428621"/>
                <a:gd name="connsiteX53" fmla="*/ 104349 w 1210224"/>
                <a:gd name="connsiteY53" fmla="*/ 147371 h 428621"/>
                <a:gd name="connsiteX54" fmla="*/ 145194 w 1210224"/>
                <a:gd name="connsiteY54" fmla="*/ 208513 h 428621"/>
                <a:gd name="connsiteX55" fmla="*/ 183644 w 1210224"/>
                <a:gd name="connsiteY55" fmla="*/ 254022 h 428621"/>
                <a:gd name="connsiteX56" fmla="*/ 231549 w 1210224"/>
                <a:gd name="connsiteY56" fmla="*/ 295624 h 428621"/>
                <a:gd name="connsiteX57" fmla="*/ 244912 w 1210224"/>
                <a:gd name="connsiteY57" fmla="*/ 308986 h 428621"/>
                <a:gd name="connsiteX58" fmla="*/ 273150 w 1210224"/>
                <a:gd name="connsiteY58" fmla="*/ 309743 h 428621"/>
                <a:gd name="connsiteX59" fmla="*/ 282857 w 1210224"/>
                <a:gd name="connsiteY59" fmla="*/ 270411 h 428621"/>
                <a:gd name="connsiteX60" fmla="*/ 882296 w 1210224"/>
                <a:gd name="connsiteY60" fmla="*/ 144850 h 428621"/>
                <a:gd name="connsiteX61" fmla="*/ 891751 w 1210224"/>
                <a:gd name="connsiteY61" fmla="*/ 125184 h 428621"/>
                <a:gd name="connsiteX62" fmla="*/ 876119 w 1210224"/>
                <a:gd name="connsiteY62" fmla="*/ 118124 h 428621"/>
                <a:gd name="connsiteX63" fmla="*/ 858092 w 1210224"/>
                <a:gd name="connsiteY63" fmla="*/ 107913 h 428621"/>
                <a:gd name="connsiteX64" fmla="*/ 872211 w 1210224"/>
                <a:gd name="connsiteY64" fmla="*/ 166029 h 428621"/>
                <a:gd name="connsiteX65" fmla="*/ 882296 w 1210224"/>
                <a:gd name="connsiteY65" fmla="*/ 144850 h 428621"/>
                <a:gd name="connsiteX66" fmla="*/ 818003 w 1210224"/>
                <a:gd name="connsiteY66" fmla="*/ 242928 h 428621"/>
                <a:gd name="connsiteX67" fmla="*/ 850150 w 1210224"/>
                <a:gd name="connsiteY67" fmla="*/ 251627 h 428621"/>
                <a:gd name="connsiteX68" fmla="*/ 818003 w 1210224"/>
                <a:gd name="connsiteY68" fmla="*/ 242928 h 428621"/>
                <a:gd name="connsiteX69" fmla="*/ 755979 w 1210224"/>
                <a:gd name="connsiteY69" fmla="*/ 375549 h 428621"/>
                <a:gd name="connsiteX70" fmla="*/ 699502 w 1210224"/>
                <a:gd name="connsiteY70" fmla="*/ 380213 h 428621"/>
                <a:gd name="connsiteX71" fmla="*/ 650085 w 1210224"/>
                <a:gd name="connsiteY71" fmla="*/ 387273 h 428621"/>
                <a:gd name="connsiteX72" fmla="*/ 693199 w 1210224"/>
                <a:gd name="connsiteY72" fmla="*/ 395089 h 428621"/>
                <a:gd name="connsiteX73" fmla="*/ 747280 w 1210224"/>
                <a:gd name="connsiteY73" fmla="*/ 383365 h 428621"/>
                <a:gd name="connsiteX74" fmla="*/ 755979 w 1210224"/>
                <a:gd name="connsiteY74" fmla="*/ 375549 h 428621"/>
                <a:gd name="connsiteX75" fmla="*/ 923898 w 1210224"/>
                <a:gd name="connsiteY75" fmla="*/ 231961 h 428621"/>
                <a:gd name="connsiteX76" fmla="*/ 872085 w 1210224"/>
                <a:gd name="connsiteY76" fmla="*/ 241416 h 428621"/>
                <a:gd name="connsiteX77" fmla="*/ 908139 w 1210224"/>
                <a:gd name="connsiteY77" fmla="*/ 246962 h 428621"/>
                <a:gd name="connsiteX78" fmla="*/ 941925 w 1210224"/>
                <a:gd name="connsiteY78" fmla="*/ 258687 h 428621"/>
                <a:gd name="connsiteX79" fmla="*/ 923898 w 1210224"/>
                <a:gd name="connsiteY79" fmla="*/ 231961 h 428621"/>
                <a:gd name="connsiteX80" fmla="*/ 510404 w 1210224"/>
                <a:gd name="connsiteY80" fmla="*/ 366976 h 428621"/>
                <a:gd name="connsiteX81" fmla="*/ 464139 w 1210224"/>
                <a:gd name="connsiteY81" fmla="*/ 359917 h 428621"/>
                <a:gd name="connsiteX82" fmla="*/ 490865 w 1210224"/>
                <a:gd name="connsiteY82" fmla="*/ 341890 h 428621"/>
                <a:gd name="connsiteX83" fmla="*/ 459474 w 1210224"/>
                <a:gd name="connsiteY83" fmla="*/ 341133 h 428621"/>
                <a:gd name="connsiteX84" fmla="*/ 404510 w 1210224"/>
                <a:gd name="connsiteY84" fmla="*/ 334830 h 428621"/>
                <a:gd name="connsiteX85" fmla="*/ 348033 w 1210224"/>
                <a:gd name="connsiteY85" fmla="*/ 322223 h 428621"/>
                <a:gd name="connsiteX86" fmla="*/ 286009 w 1210224"/>
                <a:gd name="connsiteY86" fmla="*/ 319072 h 428621"/>
                <a:gd name="connsiteX87" fmla="*/ 273529 w 1210224"/>
                <a:gd name="connsiteY87" fmla="*/ 334830 h 428621"/>
                <a:gd name="connsiteX88" fmla="*/ 293068 w 1210224"/>
                <a:gd name="connsiteY88" fmla="*/ 338738 h 428621"/>
                <a:gd name="connsiteX89" fmla="*/ 307188 w 1210224"/>
                <a:gd name="connsiteY89" fmla="*/ 353614 h 428621"/>
                <a:gd name="connsiteX90" fmla="*/ 354336 w 1210224"/>
                <a:gd name="connsiteY90" fmla="*/ 357521 h 428621"/>
                <a:gd name="connsiteX91" fmla="*/ 404510 w 1210224"/>
                <a:gd name="connsiteY91" fmla="*/ 370128 h 428621"/>
                <a:gd name="connsiteX92" fmla="*/ 470442 w 1210224"/>
                <a:gd name="connsiteY92" fmla="*/ 381096 h 428621"/>
                <a:gd name="connsiteX93" fmla="*/ 505740 w 1210224"/>
                <a:gd name="connsiteY93" fmla="*/ 382608 h 428621"/>
                <a:gd name="connsiteX94" fmla="*/ 537130 w 1210224"/>
                <a:gd name="connsiteY94" fmla="*/ 383365 h 428621"/>
                <a:gd name="connsiteX95" fmla="*/ 510404 w 1210224"/>
                <a:gd name="connsiteY95" fmla="*/ 366976 h 428621"/>
                <a:gd name="connsiteX96" fmla="*/ 1127871 w 1210224"/>
                <a:gd name="connsiteY96" fmla="*/ 195906 h 428621"/>
                <a:gd name="connsiteX97" fmla="*/ 1104297 w 1210224"/>
                <a:gd name="connsiteY97" fmla="*/ 217085 h 428621"/>
                <a:gd name="connsiteX98" fmla="*/ 1061183 w 1210224"/>
                <a:gd name="connsiteY98" fmla="*/ 244567 h 428621"/>
                <a:gd name="connsiteX99" fmla="*/ 1032944 w 1210224"/>
                <a:gd name="connsiteY99" fmla="*/ 178635 h 428621"/>
                <a:gd name="connsiteX100" fmla="*/ 972559 w 1210224"/>
                <a:gd name="connsiteY100" fmla="*/ 170819 h 428621"/>
                <a:gd name="connsiteX101" fmla="*/ 949741 w 1210224"/>
                <a:gd name="connsiteY101" fmla="*/ 188090 h 428621"/>
                <a:gd name="connsiteX102" fmla="*/ 963860 w 1210224"/>
                <a:gd name="connsiteY102" fmla="*/ 195150 h 428621"/>
                <a:gd name="connsiteX103" fmla="*/ 978736 w 1210224"/>
                <a:gd name="connsiteY103" fmla="*/ 213177 h 428621"/>
                <a:gd name="connsiteX104" fmla="*/ 1021094 w 1210224"/>
                <a:gd name="connsiteY104" fmla="*/ 215572 h 428621"/>
                <a:gd name="connsiteX105" fmla="*/ 1018699 w 1210224"/>
                <a:gd name="connsiteY105" fmla="*/ 223388 h 428621"/>
                <a:gd name="connsiteX106" fmla="*/ 996007 w 1210224"/>
                <a:gd name="connsiteY106" fmla="*/ 227296 h 428621"/>
                <a:gd name="connsiteX107" fmla="*/ 980249 w 1210224"/>
                <a:gd name="connsiteY107" fmla="*/ 231204 h 428621"/>
                <a:gd name="connsiteX108" fmla="*/ 996764 w 1210224"/>
                <a:gd name="connsiteY108" fmla="*/ 254778 h 428621"/>
                <a:gd name="connsiteX109" fmla="*/ 1014791 w 1210224"/>
                <a:gd name="connsiteY109" fmla="*/ 254778 h 428621"/>
                <a:gd name="connsiteX110" fmla="*/ 1042273 w 1210224"/>
                <a:gd name="connsiteY110" fmla="*/ 262595 h 428621"/>
                <a:gd name="connsiteX111" fmla="*/ 1065847 w 1210224"/>
                <a:gd name="connsiteY111" fmla="*/ 275201 h 428621"/>
                <a:gd name="connsiteX112" fmla="*/ 1140351 w 1210224"/>
                <a:gd name="connsiteY112" fmla="*/ 301044 h 428621"/>
                <a:gd name="connsiteX113" fmla="*/ 1155227 w 1210224"/>
                <a:gd name="connsiteY113" fmla="*/ 331678 h 428621"/>
                <a:gd name="connsiteX114" fmla="*/ 1154471 w 1210224"/>
                <a:gd name="connsiteY114" fmla="*/ 355252 h 428621"/>
                <a:gd name="connsiteX115" fmla="*/ 1129384 w 1210224"/>
                <a:gd name="connsiteY115" fmla="*/ 376431 h 428621"/>
                <a:gd name="connsiteX116" fmla="*/ 1190526 w 1210224"/>
                <a:gd name="connsiteY116" fmla="*/ 373280 h 428621"/>
                <a:gd name="connsiteX117" fmla="*/ 1218764 w 1210224"/>
                <a:gd name="connsiteY117" fmla="*/ 395341 h 428621"/>
                <a:gd name="connsiteX118" fmla="*/ 1218764 w 1210224"/>
                <a:gd name="connsiteY118" fmla="*/ 227927 h 428621"/>
                <a:gd name="connsiteX119" fmla="*/ 1127871 w 1210224"/>
                <a:gd name="connsiteY119" fmla="*/ 195906 h 428621"/>
                <a:gd name="connsiteX120" fmla="*/ 788252 w 1210224"/>
                <a:gd name="connsiteY120" fmla="*/ 394837 h 428621"/>
                <a:gd name="connsiteX121" fmla="*/ 779679 w 1210224"/>
                <a:gd name="connsiteY121" fmla="*/ 398493 h 428621"/>
                <a:gd name="connsiteX122" fmla="*/ 775771 w 1210224"/>
                <a:gd name="connsiteY122" fmla="*/ 406057 h 428621"/>
                <a:gd name="connsiteX123" fmla="*/ 767073 w 1210224"/>
                <a:gd name="connsiteY123" fmla="*/ 401266 h 428621"/>
                <a:gd name="connsiteX124" fmla="*/ 754466 w 1210224"/>
                <a:gd name="connsiteY124" fmla="*/ 431270 h 428621"/>
                <a:gd name="connsiteX125" fmla="*/ 787748 w 1210224"/>
                <a:gd name="connsiteY125" fmla="*/ 412234 h 428621"/>
                <a:gd name="connsiteX126" fmla="*/ 791277 w 1210224"/>
                <a:gd name="connsiteY126" fmla="*/ 407696 h 428621"/>
                <a:gd name="connsiteX127" fmla="*/ 793925 w 1210224"/>
                <a:gd name="connsiteY127" fmla="*/ 405300 h 428621"/>
                <a:gd name="connsiteX128" fmla="*/ 796572 w 1210224"/>
                <a:gd name="connsiteY128" fmla="*/ 403535 h 428621"/>
                <a:gd name="connsiteX129" fmla="*/ 788252 w 1210224"/>
                <a:gd name="connsiteY129" fmla="*/ 394837 h 428621"/>
                <a:gd name="connsiteX130" fmla="*/ 570033 w 1210224"/>
                <a:gd name="connsiteY130" fmla="*/ 192754 h 428621"/>
                <a:gd name="connsiteX131" fmla="*/ 585665 w 1210224"/>
                <a:gd name="connsiteY131" fmla="*/ 151909 h 428621"/>
                <a:gd name="connsiteX132" fmla="*/ 625628 w 1210224"/>
                <a:gd name="connsiteY132" fmla="*/ 129092 h 428621"/>
                <a:gd name="connsiteX133" fmla="*/ 607601 w 1210224"/>
                <a:gd name="connsiteY133" fmla="*/ 107913 h 428621"/>
                <a:gd name="connsiteX134" fmla="*/ 598902 w 1210224"/>
                <a:gd name="connsiteY134" fmla="*/ 86734 h 428621"/>
                <a:gd name="connsiteX135" fmla="*/ 590330 w 1210224"/>
                <a:gd name="connsiteY135" fmla="*/ 63160 h 428621"/>
                <a:gd name="connsiteX136" fmla="*/ 591843 w 1210224"/>
                <a:gd name="connsiteY136" fmla="*/ 43493 h 428621"/>
                <a:gd name="connsiteX137" fmla="*/ 595751 w 1210224"/>
                <a:gd name="connsiteY137" fmla="*/ 41476 h 428621"/>
                <a:gd name="connsiteX138" fmla="*/ 583144 w 1210224"/>
                <a:gd name="connsiteY138" fmla="*/ 37190 h 428621"/>
                <a:gd name="connsiteX139" fmla="*/ 542299 w 1210224"/>
                <a:gd name="connsiteY139" fmla="*/ 54461 h 428621"/>
                <a:gd name="connsiteX140" fmla="*/ 526667 w 1210224"/>
                <a:gd name="connsiteY140" fmla="*/ 78035 h 428621"/>
                <a:gd name="connsiteX141" fmla="*/ 518851 w 1210224"/>
                <a:gd name="connsiteY141" fmla="*/ 103122 h 428621"/>
                <a:gd name="connsiteX142" fmla="*/ 495276 w 1210224"/>
                <a:gd name="connsiteY142" fmla="*/ 118880 h 428621"/>
                <a:gd name="connsiteX143" fmla="*/ 470190 w 1210224"/>
                <a:gd name="connsiteY143" fmla="*/ 114090 h 428621"/>
                <a:gd name="connsiteX144" fmla="*/ 443464 w 1210224"/>
                <a:gd name="connsiteY144" fmla="*/ 125058 h 428621"/>
                <a:gd name="connsiteX145" fmla="*/ 408922 w 1210224"/>
                <a:gd name="connsiteY145" fmla="*/ 128209 h 428621"/>
                <a:gd name="connsiteX146" fmla="*/ 386987 w 1210224"/>
                <a:gd name="connsiteY146" fmla="*/ 117242 h 428621"/>
                <a:gd name="connsiteX147" fmla="*/ 379045 w 1210224"/>
                <a:gd name="connsiteY147" fmla="*/ 100223 h 428621"/>
                <a:gd name="connsiteX148" fmla="*/ 376019 w 1210224"/>
                <a:gd name="connsiteY148" fmla="*/ 99971 h 428621"/>
                <a:gd name="connsiteX149" fmla="*/ 358748 w 1210224"/>
                <a:gd name="connsiteY149" fmla="*/ 136908 h 428621"/>
                <a:gd name="connsiteX150" fmla="*/ 372868 w 1210224"/>
                <a:gd name="connsiteY150" fmla="*/ 173719 h 428621"/>
                <a:gd name="connsiteX151" fmla="*/ 395686 w 1210224"/>
                <a:gd name="connsiteY151" fmla="*/ 200444 h 428621"/>
                <a:gd name="connsiteX152" fmla="*/ 420772 w 1210224"/>
                <a:gd name="connsiteY152" fmla="*/ 235743 h 428621"/>
                <a:gd name="connsiteX153" fmla="*/ 441951 w 1210224"/>
                <a:gd name="connsiteY153" fmla="*/ 245954 h 428621"/>
                <a:gd name="connsiteX154" fmla="*/ 477249 w 1210224"/>
                <a:gd name="connsiteY154" fmla="*/ 242046 h 428621"/>
                <a:gd name="connsiteX155" fmla="*/ 511035 w 1210224"/>
                <a:gd name="connsiteY155" fmla="*/ 257804 h 428621"/>
                <a:gd name="connsiteX156" fmla="*/ 549484 w 1210224"/>
                <a:gd name="connsiteY156" fmla="*/ 251501 h 428621"/>
                <a:gd name="connsiteX157" fmla="*/ 570033 w 1210224"/>
                <a:gd name="connsiteY157" fmla="*/ 192754 h 428621"/>
                <a:gd name="connsiteX158" fmla="*/ 628906 w 1210224"/>
                <a:gd name="connsiteY158" fmla="*/ 412486 h 428621"/>
                <a:gd name="connsiteX159" fmla="*/ 652480 w 1210224"/>
                <a:gd name="connsiteY159" fmla="*/ 424210 h 428621"/>
                <a:gd name="connsiteX160" fmla="*/ 677567 w 1210224"/>
                <a:gd name="connsiteY160" fmla="*/ 425849 h 428621"/>
                <a:gd name="connsiteX161" fmla="*/ 628906 w 1210224"/>
                <a:gd name="connsiteY161" fmla="*/ 412486 h 428621"/>
                <a:gd name="connsiteX162" fmla="*/ 589699 w 1210224"/>
                <a:gd name="connsiteY162" fmla="*/ 374036 h 428621"/>
                <a:gd name="connsiteX163" fmla="*/ 565369 w 1210224"/>
                <a:gd name="connsiteY163" fmla="*/ 377188 h 428621"/>
                <a:gd name="connsiteX164" fmla="*/ 552762 w 1210224"/>
                <a:gd name="connsiteY164" fmla="*/ 391307 h 428621"/>
                <a:gd name="connsiteX165" fmla="*/ 591212 w 1210224"/>
                <a:gd name="connsiteY165" fmla="*/ 397610 h 428621"/>
                <a:gd name="connsiteX166" fmla="*/ 628906 w 1210224"/>
                <a:gd name="connsiteY166" fmla="*/ 386642 h 428621"/>
                <a:gd name="connsiteX167" fmla="*/ 589699 w 1210224"/>
                <a:gd name="connsiteY167" fmla="*/ 374036 h 428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1210224" h="428621">
                  <a:moveTo>
                    <a:pt x="87456" y="183426"/>
                  </a:moveTo>
                  <a:cubicBezTo>
                    <a:pt x="85944" y="187334"/>
                    <a:pt x="94516" y="202966"/>
                    <a:pt x="100063" y="198301"/>
                  </a:cubicBezTo>
                  <a:cubicBezTo>
                    <a:pt x="105610" y="193511"/>
                    <a:pt x="92499" y="170945"/>
                    <a:pt x="87456" y="183426"/>
                  </a:cubicBezTo>
                  <a:close/>
                  <a:moveTo>
                    <a:pt x="344125" y="231204"/>
                  </a:moveTo>
                  <a:cubicBezTo>
                    <a:pt x="344125" y="224145"/>
                    <a:pt x="323828" y="227548"/>
                    <a:pt x="330005" y="237508"/>
                  </a:cubicBezTo>
                  <a:cubicBezTo>
                    <a:pt x="336182" y="247719"/>
                    <a:pt x="344125" y="238264"/>
                    <a:pt x="344125" y="231204"/>
                  </a:cubicBezTo>
                  <a:close/>
                  <a:moveTo>
                    <a:pt x="49007" y="115855"/>
                  </a:moveTo>
                  <a:cubicBezTo>
                    <a:pt x="47368" y="123671"/>
                    <a:pt x="56066" y="146363"/>
                    <a:pt x="65521" y="137034"/>
                  </a:cubicBezTo>
                  <a:cubicBezTo>
                    <a:pt x="74976" y="127579"/>
                    <a:pt x="50645" y="108165"/>
                    <a:pt x="49007" y="115855"/>
                  </a:cubicBezTo>
                  <a:close/>
                  <a:moveTo>
                    <a:pt x="641386" y="250114"/>
                  </a:moveTo>
                  <a:cubicBezTo>
                    <a:pt x="653110" y="250870"/>
                    <a:pt x="651597" y="268141"/>
                    <a:pt x="649202" y="278353"/>
                  </a:cubicBezTo>
                  <a:cubicBezTo>
                    <a:pt x="646807" y="288564"/>
                    <a:pt x="642143" y="312768"/>
                    <a:pt x="652354" y="308986"/>
                  </a:cubicBezTo>
                  <a:cubicBezTo>
                    <a:pt x="664960" y="304322"/>
                    <a:pt x="672776" y="288564"/>
                    <a:pt x="665717" y="283143"/>
                  </a:cubicBezTo>
                  <a:cubicBezTo>
                    <a:pt x="658657" y="277596"/>
                    <a:pt x="659413" y="243054"/>
                    <a:pt x="662565" y="234482"/>
                  </a:cubicBezTo>
                  <a:cubicBezTo>
                    <a:pt x="665717" y="225784"/>
                    <a:pt x="686896" y="232087"/>
                    <a:pt x="679836" y="245450"/>
                  </a:cubicBezTo>
                  <a:cubicBezTo>
                    <a:pt x="672776" y="258813"/>
                    <a:pt x="693199" y="257174"/>
                    <a:pt x="693199" y="272175"/>
                  </a:cubicBezTo>
                  <a:cubicBezTo>
                    <a:pt x="693199" y="287051"/>
                    <a:pt x="704923" y="279235"/>
                    <a:pt x="717529" y="275327"/>
                  </a:cubicBezTo>
                  <a:cubicBezTo>
                    <a:pt x="730136" y="271419"/>
                    <a:pt x="727740" y="264359"/>
                    <a:pt x="719168" y="254905"/>
                  </a:cubicBezTo>
                  <a:cubicBezTo>
                    <a:pt x="710596" y="245450"/>
                    <a:pt x="725471" y="232213"/>
                    <a:pt x="713747" y="224271"/>
                  </a:cubicBezTo>
                  <a:cubicBezTo>
                    <a:pt x="702023" y="216455"/>
                    <a:pt x="694081" y="204605"/>
                    <a:pt x="705049" y="202335"/>
                  </a:cubicBezTo>
                  <a:cubicBezTo>
                    <a:pt x="716017" y="199940"/>
                    <a:pt x="749045" y="181156"/>
                    <a:pt x="745011" y="173340"/>
                  </a:cubicBezTo>
                  <a:cubicBezTo>
                    <a:pt x="741103" y="165524"/>
                    <a:pt x="694838" y="174853"/>
                    <a:pt x="690930" y="188972"/>
                  </a:cubicBezTo>
                  <a:cubicBezTo>
                    <a:pt x="687022" y="203092"/>
                    <a:pt x="654119" y="187334"/>
                    <a:pt x="658027" y="163129"/>
                  </a:cubicBezTo>
                  <a:cubicBezTo>
                    <a:pt x="661935" y="138799"/>
                    <a:pt x="727110" y="134891"/>
                    <a:pt x="745894" y="143463"/>
                  </a:cubicBezTo>
                  <a:cubicBezTo>
                    <a:pt x="764677" y="152161"/>
                    <a:pt x="785100" y="129344"/>
                    <a:pt x="792160" y="115981"/>
                  </a:cubicBezTo>
                  <a:cubicBezTo>
                    <a:pt x="799219" y="102618"/>
                    <a:pt x="777284" y="118376"/>
                    <a:pt x="763921" y="126948"/>
                  </a:cubicBezTo>
                  <a:cubicBezTo>
                    <a:pt x="750558" y="135647"/>
                    <a:pt x="715260" y="126192"/>
                    <a:pt x="697233" y="119889"/>
                  </a:cubicBezTo>
                  <a:cubicBezTo>
                    <a:pt x="679206" y="113586"/>
                    <a:pt x="679962" y="130856"/>
                    <a:pt x="665087" y="133252"/>
                  </a:cubicBezTo>
                  <a:cubicBezTo>
                    <a:pt x="650211" y="135647"/>
                    <a:pt x="653363" y="168550"/>
                    <a:pt x="646302" y="172458"/>
                  </a:cubicBezTo>
                  <a:cubicBezTo>
                    <a:pt x="639243" y="176366"/>
                    <a:pt x="639243" y="200697"/>
                    <a:pt x="625123" y="223514"/>
                  </a:cubicBezTo>
                  <a:cubicBezTo>
                    <a:pt x="610878" y="246080"/>
                    <a:pt x="629662" y="249232"/>
                    <a:pt x="641386" y="250114"/>
                  </a:cubicBezTo>
                  <a:close/>
                  <a:moveTo>
                    <a:pt x="282857" y="270411"/>
                  </a:moveTo>
                  <a:cubicBezTo>
                    <a:pt x="282101" y="259443"/>
                    <a:pt x="286765" y="248475"/>
                    <a:pt x="286765" y="242928"/>
                  </a:cubicBezTo>
                  <a:cubicBezTo>
                    <a:pt x="286765" y="237508"/>
                    <a:pt x="290673" y="235112"/>
                    <a:pt x="297733" y="236625"/>
                  </a:cubicBezTo>
                  <a:cubicBezTo>
                    <a:pt x="304792" y="238264"/>
                    <a:pt x="304036" y="221749"/>
                    <a:pt x="298489" y="220110"/>
                  </a:cubicBezTo>
                  <a:cubicBezTo>
                    <a:pt x="292942" y="218598"/>
                    <a:pt x="289917" y="198932"/>
                    <a:pt x="276554" y="198932"/>
                  </a:cubicBezTo>
                  <a:cubicBezTo>
                    <a:pt x="263191" y="198932"/>
                    <a:pt x="265586" y="209899"/>
                    <a:pt x="273402" y="210656"/>
                  </a:cubicBezTo>
                  <a:cubicBezTo>
                    <a:pt x="281218" y="211412"/>
                    <a:pt x="285883" y="217715"/>
                    <a:pt x="283614" y="223262"/>
                  </a:cubicBezTo>
                  <a:cubicBezTo>
                    <a:pt x="281218" y="228809"/>
                    <a:pt x="278193" y="217715"/>
                    <a:pt x="267099" y="218598"/>
                  </a:cubicBezTo>
                  <a:cubicBezTo>
                    <a:pt x="256131" y="219354"/>
                    <a:pt x="263191" y="205235"/>
                    <a:pt x="250585" y="204479"/>
                  </a:cubicBezTo>
                  <a:cubicBezTo>
                    <a:pt x="237978" y="203722"/>
                    <a:pt x="240373" y="180904"/>
                    <a:pt x="227010" y="180904"/>
                  </a:cubicBezTo>
                  <a:cubicBezTo>
                    <a:pt x="213648" y="180904"/>
                    <a:pt x="212891" y="169937"/>
                    <a:pt x="221590" y="162121"/>
                  </a:cubicBezTo>
                  <a:cubicBezTo>
                    <a:pt x="230162" y="154305"/>
                    <a:pt x="208226" y="147245"/>
                    <a:pt x="208226" y="137790"/>
                  </a:cubicBezTo>
                  <a:cubicBezTo>
                    <a:pt x="208226" y="128335"/>
                    <a:pt x="194107" y="133882"/>
                    <a:pt x="194107" y="126066"/>
                  </a:cubicBezTo>
                  <a:cubicBezTo>
                    <a:pt x="194107" y="118250"/>
                    <a:pt x="187804" y="122158"/>
                    <a:pt x="180744" y="112703"/>
                  </a:cubicBezTo>
                  <a:cubicBezTo>
                    <a:pt x="173684" y="103248"/>
                    <a:pt x="170533" y="111947"/>
                    <a:pt x="164230" y="104887"/>
                  </a:cubicBezTo>
                  <a:cubicBezTo>
                    <a:pt x="157926" y="97827"/>
                    <a:pt x="149354" y="93919"/>
                    <a:pt x="143807" y="96315"/>
                  </a:cubicBezTo>
                  <a:cubicBezTo>
                    <a:pt x="138260" y="98710"/>
                    <a:pt x="125780" y="86103"/>
                    <a:pt x="120989" y="73497"/>
                  </a:cubicBezTo>
                  <a:cubicBezTo>
                    <a:pt x="117208" y="63538"/>
                    <a:pt x="81027" y="46771"/>
                    <a:pt x="76236" y="33534"/>
                  </a:cubicBezTo>
                  <a:cubicBezTo>
                    <a:pt x="71572" y="20171"/>
                    <a:pt x="58966" y="14625"/>
                    <a:pt x="37787" y="15507"/>
                  </a:cubicBezTo>
                  <a:cubicBezTo>
                    <a:pt x="16608" y="16263"/>
                    <a:pt x="8287" y="-5294"/>
                    <a:pt x="3245" y="5296"/>
                  </a:cubicBezTo>
                  <a:cubicBezTo>
                    <a:pt x="-3058" y="18659"/>
                    <a:pt x="26063" y="48410"/>
                    <a:pt x="39299" y="56352"/>
                  </a:cubicBezTo>
                  <a:cubicBezTo>
                    <a:pt x="52662" y="64168"/>
                    <a:pt x="59722" y="92407"/>
                    <a:pt x="75354" y="94045"/>
                  </a:cubicBezTo>
                  <a:cubicBezTo>
                    <a:pt x="91112" y="95558"/>
                    <a:pt x="92625" y="144976"/>
                    <a:pt x="104349" y="147371"/>
                  </a:cubicBezTo>
                  <a:cubicBezTo>
                    <a:pt x="116073" y="149766"/>
                    <a:pt x="141286" y="188216"/>
                    <a:pt x="145194" y="208513"/>
                  </a:cubicBezTo>
                  <a:cubicBezTo>
                    <a:pt x="149102" y="228935"/>
                    <a:pt x="174946" y="239146"/>
                    <a:pt x="183644" y="254022"/>
                  </a:cubicBezTo>
                  <a:cubicBezTo>
                    <a:pt x="192216" y="268898"/>
                    <a:pt x="226758" y="289320"/>
                    <a:pt x="231549" y="295624"/>
                  </a:cubicBezTo>
                  <a:cubicBezTo>
                    <a:pt x="236213" y="301927"/>
                    <a:pt x="241004" y="316046"/>
                    <a:pt x="244912" y="308986"/>
                  </a:cubicBezTo>
                  <a:cubicBezTo>
                    <a:pt x="248820" y="301927"/>
                    <a:pt x="265334" y="308986"/>
                    <a:pt x="273150" y="309743"/>
                  </a:cubicBezTo>
                  <a:cubicBezTo>
                    <a:pt x="281345" y="310499"/>
                    <a:pt x="283614" y="281378"/>
                    <a:pt x="282857" y="270411"/>
                  </a:cubicBezTo>
                  <a:close/>
                  <a:moveTo>
                    <a:pt x="882296" y="144850"/>
                  </a:moveTo>
                  <a:cubicBezTo>
                    <a:pt x="899567" y="146489"/>
                    <a:pt x="891751" y="136151"/>
                    <a:pt x="891751" y="125184"/>
                  </a:cubicBezTo>
                  <a:cubicBezTo>
                    <a:pt x="891751" y="114216"/>
                    <a:pt x="876119" y="123671"/>
                    <a:pt x="876119" y="118124"/>
                  </a:cubicBezTo>
                  <a:cubicBezTo>
                    <a:pt x="876119" y="112577"/>
                    <a:pt x="870572" y="90642"/>
                    <a:pt x="858092" y="107913"/>
                  </a:cubicBezTo>
                  <a:cubicBezTo>
                    <a:pt x="845486" y="125184"/>
                    <a:pt x="862126" y="167794"/>
                    <a:pt x="872211" y="166029"/>
                  </a:cubicBezTo>
                  <a:cubicBezTo>
                    <a:pt x="880784" y="164516"/>
                    <a:pt x="865025" y="143337"/>
                    <a:pt x="882296" y="144850"/>
                  </a:cubicBezTo>
                  <a:close/>
                  <a:moveTo>
                    <a:pt x="818003" y="242928"/>
                  </a:moveTo>
                  <a:cubicBezTo>
                    <a:pt x="821155" y="255535"/>
                    <a:pt x="843847" y="262595"/>
                    <a:pt x="850150" y="251627"/>
                  </a:cubicBezTo>
                  <a:cubicBezTo>
                    <a:pt x="856453" y="240659"/>
                    <a:pt x="814347" y="228431"/>
                    <a:pt x="818003" y="242928"/>
                  </a:cubicBezTo>
                  <a:close/>
                  <a:moveTo>
                    <a:pt x="755979" y="375549"/>
                  </a:moveTo>
                  <a:cubicBezTo>
                    <a:pt x="734800" y="372397"/>
                    <a:pt x="720681" y="388155"/>
                    <a:pt x="699502" y="380213"/>
                  </a:cubicBezTo>
                  <a:cubicBezTo>
                    <a:pt x="678323" y="372397"/>
                    <a:pt x="646681" y="380339"/>
                    <a:pt x="650085" y="387273"/>
                  </a:cubicBezTo>
                  <a:cubicBezTo>
                    <a:pt x="653236" y="393576"/>
                    <a:pt x="672020" y="394332"/>
                    <a:pt x="693199" y="395089"/>
                  </a:cubicBezTo>
                  <a:cubicBezTo>
                    <a:pt x="714378" y="395845"/>
                    <a:pt x="733161" y="384121"/>
                    <a:pt x="747280" y="383365"/>
                  </a:cubicBezTo>
                  <a:cubicBezTo>
                    <a:pt x="761526" y="382608"/>
                    <a:pt x="777158" y="378700"/>
                    <a:pt x="755979" y="375549"/>
                  </a:cubicBezTo>
                  <a:close/>
                  <a:moveTo>
                    <a:pt x="923898" y="231961"/>
                  </a:moveTo>
                  <a:cubicBezTo>
                    <a:pt x="903475" y="225657"/>
                    <a:pt x="868681" y="231078"/>
                    <a:pt x="872085" y="241416"/>
                  </a:cubicBezTo>
                  <a:cubicBezTo>
                    <a:pt x="875237" y="250870"/>
                    <a:pt x="891751" y="246962"/>
                    <a:pt x="908139" y="246962"/>
                  </a:cubicBezTo>
                  <a:cubicBezTo>
                    <a:pt x="924654" y="246962"/>
                    <a:pt x="933226" y="258687"/>
                    <a:pt x="941925" y="258687"/>
                  </a:cubicBezTo>
                  <a:cubicBezTo>
                    <a:pt x="950623" y="258687"/>
                    <a:pt x="944320" y="238264"/>
                    <a:pt x="923898" y="231961"/>
                  </a:cubicBezTo>
                  <a:close/>
                  <a:moveTo>
                    <a:pt x="510404" y="366976"/>
                  </a:moveTo>
                  <a:cubicBezTo>
                    <a:pt x="509648" y="357521"/>
                    <a:pt x="479014" y="366220"/>
                    <a:pt x="464139" y="359917"/>
                  </a:cubicBezTo>
                  <a:cubicBezTo>
                    <a:pt x="449263" y="353614"/>
                    <a:pt x="480653" y="348193"/>
                    <a:pt x="490865" y="341890"/>
                  </a:cubicBezTo>
                  <a:cubicBezTo>
                    <a:pt x="501076" y="335586"/>
                    <a:pt x="484561" y="333317"/>
                    <a:pt x="459474" y="341133"/>
                  </a:cubicBezTo>
                  <a:cubicBezTo>
                    <a:pt x="434387" y="348949"/>
                    <a:pt x="405392" y="323862"/>
                    <a:pt x="404510" y="334830"/>
                  </a:cubicBezTo>
                  <a:cubicBezTo>
                    <a:pt x="403753" y="345798"/>
                    <a:pt x="359000" y="330165"/>
                    <a:pt x="348033" y="322223"/>
                  </a:cubicBezTo>
                  <a:cubicBezTo>
                    <a:pt x="337065" y="314407"/>
                    <a:pt x="294707" y="304196"/>
                    <a:pt x="286009" y="319072"/>
                  </a:cubicBezTo>
                  <a:cubicBezTo>
                    <a:pt x="277437" y="333947"/>
                    <a:pt x="269872" y="320584"/>
                    <a:pt x="273529" y="334830"/>
                  </a:cubicBezTo>
                  <a:cubicBezTo>
                    <a:pt x="275924" y="344284"/>
                    <a:pt x="286009" y="338738"/>
                    <a:pt x="293068" y="338738"/>
                  </a:cubicBezTo>
                  <a:cubicBezTo>
                    <a:pt x="300128" y="338738"/>
                    <a:pt x="296976" y="352101"/>
                    <a:pt x="307188" y="353614"/>
                  </a:cubicBezTo>
                  <a:cubicBezTo>
                    <a:pt x="317399" y="355252"/>
                    <a:pt x="351184" y="364581"/>
                    <a:pt x="354336" y="357521"/>
                  </a:cubicBezTo>
                  <a:cubicBezTo>
                    <a:pt x="357488" y="350462"/>
                    <a:pt x="388878" y="357521"/>
                    <a:pt x="404510" y="370128"/>
                  </a:cubicBezTo>
                  <a:cubicBezTo>
                    <a:pt x="420268" y="382608"/>
                    <a:pt x="456323" y="383491"/>
                    <a:pt x="470442" y="381096"/>
                  </a:cubicBezTo>
                  <a:cubicBezTo>
                    <a:pt x="484561" y="378700"/>
                    <a:pt x="500193" y="390550"/>
                    <a:pt x="505740" y="382608"/>
                  </a:cubicBezTo>
                  <a:cubicBezTo>
                    <a:pt x="511287" y="374792"/>
                    <a:pt x="521498" y="395215"/>
                    <a:pt x="537130" y="383365"/>
                  </a:cubicBezTo>
                  <a:cubicBezTo>
                    <a:pt x="552762" y="371641"/>
                    <a:pt x="511161" y="376431"/>
                    <a:pt x="510404" y="366976"/>
                  </a:cubicBezTo>
                  <a:close/>
                  <a:moveTo>
                    <a:pt x="1127871" y="195906"/>
                  </a:moveTo>
                  <a:cubicBezTo>
                    <a:pt x="1116147" y="196662"/>
                    <a:pt x="1114508" y="217085"/>
                    <a:pt x="1104297" y="217085"/>
                  </a:cubicBezTo>
                  <a:cubicBezTo>
                    <a:pt x="1094085" y="217085"/>
                    <a:pt x="1079966" y="238264"/>
                    <a:pt x="1061183" y="244567"/>
                  </a:cubicBezTo>
                  <a:cubicBezTo>
                    <a:pt x="1042399" y="250870"/>
                    <a:pt x="1041517" y="190485"/>
                    <a:pt x="1032944" y="178635"/>
                  </a:cubicBezTo>
                  <a:cubicBezTo>
                    <a:pt x="1024372" y="166911"/>
                    <a:pt x="977223" y="157456"/>
                    <a:pt x="972559" y="170819"/>
                  </a:cubicBezTo>
                  <a:cubicBezTo>
                    <a:pt x="967894" y="184182"/>
                    <a:pt x="951506" y="177122"/>
                    <a:pt x="949741" y="188090"/>
                  </a:cubicBezTo>
                  <a:cubicBezTo>
                    <a:pt x="948228" y="198301"/>
                    <a:pt x="953649" y="195150"/>
                    <a:pt x="963860" y="195150"/>
                  </a:cubicBezTo>
                  <a:cubicBezTo>
                    <a:pt x="974071" y="195150"/>
                    <a:pt x="974071" y="202966"/>
                    <a:pt x="978736" y="213177"/>
                  </a:cubicBezTo>
                  <a:cubicBezTo>
                    <a:pt x="983401" y="223388"/>
                    <a:pt x="1011765" y="216329"/>
                    <a:pt x="1021094" y="215572"/>
                  </a:cubicBezTo>
                  <a:cubicBezTo>
                    <a:pt x="1030549" y="214816"/>
                    <a:pt x="1032062" y="228053"/>
                    <a:pt x="1018699" y="223388"/>
                  </a:cubicBezTo>
                  <a:cubicBezTo>
                    <a:pt x="1005336" y="218724"/>
                    <a:pt x="1005336" y="229692"/>
                    <a:pt x="996007" y="227296"/>
                  </a:cubicBezTo>
                  <a:cubicBezTo>
                    <a:pt x="986552" y="224901"/>
                    <a:pt x="974071" y="225657"/>
                    <a:pt x="980249" y="231204"/>
                  </a:cubicBezTo>
                  <a:cubicBezTo>
                    <a:pt x="986552" y="236751"/>
                    <a:pt x="996764" y="242172"/>
                    <a:pt x="996764" y="254778"/>
                  </a:cubicBezTo>
                  <a:cubicBezTo>
                    <a:pt x="996764" y="267385"/>
                    <a:pt x="1014791" y="264990"/>
                    <a:pt x="1014791" y="254778"/>
                  </a:cubicBezTo>
                  <a:cubicBezTo>
                    <a:pt x="1014791" y="244567"/>
                    <a:pt x="1024246" y="257930"/>
                    <a:pt x="1042273" y="262595"/>
                  </a:cubicBezTo>
                  <a:cubicBezTo>
                    <a:pt x="1060300" y="267385"/>
                    <a:pt x="1047820" y="274319"/>
                    <a:pt x="1065847" y="275201"/>
                  </a:cubicBezTo>
                  <a:cubicBezTo>
                    <a:pt x="1083874" y="275957"/>
                    <a:pt x="1124719" y="289320"/>
                    <a:pt x="1140351" y="301044"/>
                  </a:cubicBezTo>
                  <a:cubicBezTo>
                    <a:pt x="1156109" y="312768"/>
                    <a:pt x="1145016" y="320711"/>
                    <a:pt x="1155227" y="331678"/>
                  </a:cubicBezTo>
                  <a:cubicBezTo>
                    <a:pt x="1165439" y="342646"/>
                    <a:pt x="1168590" y="355252"/>
                    <a:pt x="1154471" y="355252"/>
                  </a:cubicBezTo>
                  <a:cubicBezTo>
                    <a:pt x="1140351" y="355252"/>
                    <a:pt x="1125476" y="369372"/>
                    <a:pt x="1129384" y="376431"/>
                  </a:cubicBezTo>
                  <a:cubicBezTo>
                    <a:pt x="1133291" y="383491"/>
                    <a:pt x="1179558" y="373280"/>
                    <a:pt x="1190526" y="373280"/>
                  </a:cubicBezTo>
                  <a:cubicBezTo>
                    <a:pt x="1197711" y="373280"/>
                    <a:pt x="1205023" y="386012"/>
                    <a:pt x="1218764" y="395341"/>
                  </a:cubicBezTo>
                  <a:lnTo>
                    <a:pt x="1218764" y="227927"/>
                  </a:lnTo>
                  <a:cubicBezTo>
                    <a:pt x="1184979" y="216329"/>
                    <a:pt x="1137578" y="195276"/>
                    <a:pt x="1127871" y="195906"/>
                  </a:cubicBezTo>
                  <a:close/>
                  <a:moveTo>
                    <a:pt x="788252" y="394837"/>
                  </a:moveTo>
                  <a:cubicBezTo>
                    <a:pt x="785856" y="396476"/>
                    <a:pt x="783083" y="397736"/>
                    <a:pt x="779679" y="398493"/>
                  </a:cubicBezTo>
                  <a:cubicBezTo>
                    <a:pt x="778670" y="401392"/>
                    <a:pt x="777536" y="404670"/>
                    <a:pt x="775771" y="406057"/>
                  </a:cubicBezTo>
                  <a:cubicBezTo>
                    <a:pt x="773628" y="407821"/>
                    <a:pt x="769847" y="404292"/>
                    <a:pt x="767073" y="401266"/>
                  </a:cubicBezTo>
                  <a:cubicBezTo>
                    <a:pt x="751945" y="407569"/>
                    <a:pt x="743877" y="425723"/>
                    <a:pt x="754466" y="431270"/>
                  </a:cubicBezTo>
                  <a:cubicBezTo>
                    <a:pt x="764551" y="436690"/>
                    <a:pt x="779301" y="422319"/>
                    <a:pt x="787748" y="412234"/>
                  </a:cubicBezTo>
                  <a:cubicBezTo>
                    <a:pt x="789134" y="410595"/>
                    <a:pt x="790395" y="409082"/>
                    <a:pt x="791277" y="407696"/>
                  </a:cubicBezTo>
                  <a:cubicBezTo>
                    <a:pt x="791782" y="406939"/>
                    <a:pt x="792790" y="406057"/>
                    <a:pt x="793925" y="405300"/>
                  </a:cubicBezTo>
                  <a:cubicBezTo>
                    <a:pt x="794681" y="404670"/>
                    <a:pt x="795564" y="404165"/>
                    <a:pt x="796572" y="403535"/>
                  </a:cubicBezTo>
                  <a:cubicBezTo>
                    <a:pt x="794177" y="400132"/>
                    <a:pt x="791025" y="396854"/>
                    <a:pt x="788252" y="394837"/>
                  </a:cubicBezTo>
                  <a:close/>
                  <a:moveTo>
                    <a:pt x="570033" y="192754"/>
                  </a:moveTo>
                  <a:cubicBezTo>
                    <a:pt x="584152" y="184182"/>
                    <a:pt x="587304" y="167668"/>
                    <a:pt x="585665" y="151909"/>
                  </a:cubicBezTo>
                  <a:cubicBezTo>
                    <a:pt x="584152" y="136151"/>
                    <a:pt x="620207" y="135395"/>
                    <a:pt x="625628" y="129092"/>
                  </a:cubicBezTo>
                  <a:cubicBezTo>
                    <a:pt x="631175" y="122788"/>
                    <a:pt x="617812" y="112577"/>
                    <a:pt x="607601" y="107913"/>
                  </a:cubicBezTo>
                  <a:cubicBezTo>
                    <a:pt x="597390" y="103248"/>
                    <a:pt x="605962" y="93037"/>
                    <a:pt x="598902" y="86734"/>
                  </a:cubicBezTo>
                  <a:cubicBezTo>
                    <a:pt x="591843" y="80430"/>
                    <a:pt x="580118" y="63916"/>
                    <a:pt x="590330" y="63160"/>
                  </a:cubicBezTo>
                  <a:cubicBezTo>
                    <a:pt x="600541" y="62403"/>
                    <a:pt x="583270" y="48284"/>
                    <a:pt x="591843" y="43493"/>
                  </a:cubicBezTo>
                  <a:cubicBezTo>
                    <a:pt x="592977" y="42863"/>
                    <a:pt x="594363" y="42233"/>
                    <a:pt x="595751" y="41476"/>
                  </a:cubicBezTo>
                  <a:cubicBezTo>
                    <a:pt x="590582" y="38955"/>
                    <a:pt x="586043" y="37190"/>
                    <a:pt x="583144" y="37190"/>
                  </a:cubicBezTo>
                  <a:cubicBezTo>
                    <a:pt x="570663" y="37190"/>
                    <a:pt x="540786" y="34039"/>
                    <a:pt x="542299" y="54461"/>
                  </a:cubicBezTo>
                  <a:cubicBezTo>
                    <a:pt x="543937" y="74884"/>
                    <a:pt x="525028" y="67068"/>
                    <a:pt x="526667" y="78035"/>
                  </a:cubicBezTo>
                  <a:cubicBezTo>
                    <a:pt x="528179" y="89003"/>
                    <a:pt x="517212" y="89003"/>
                    <a:pt x="518851" y="103122"/>
                  </a:cubicBezTo>
                  <a:cubicBezTo>
                    <a:pt x="520490" y="117242"/>
                    <a:pt x="511035" y="110938"/>
                    <a:pt x="495276" y="118880"/>
                  </a:cubicBezTo>
                  <a:cubicBezTo>
                    <a:pt x="479645" y="126696"/>
                    <a:pt x="485822" y="114090"/>
                    <a:pt x="470190" y="114090"/>
                  </a:cubicBezTo>
                  <a:cubicBezTo>
                    <a:pt x="454432" y="114090"/>
                    <a:pt x="452919" y="121906"/>
                    <a:pt x="443464" y="125058"/>
                  </a:cubicBezTo>
                  <a:cubicBezTo>
                    <a:pt x="434009" y="128209"/>
                    <a:pt x="415226" y="123545"/>
                    <a:pt x="408922" y="128209"/>
                  </a:cubicBezTo>
                  <a:cubicBezTo>
                    <a:pt x="402619" y="132874"/>
                    <a:pt x="393290" y="117242"/>
                    <a:pt x="386987" y="117242"/>
                  </a:cubicBezTo>
                  <a:cubicBezTo>
                    <a:pt x="383835" y="117242"/>
                    <a:pt x="381062" y="108669"/>
                    <a:pt x="379045" y="100223"/>
                  </a:cubicBezTo>
                  <a:cubicBezTo>
                    <a:pt x="377910" y="99971"/>
                    <a:pt x="376901" y="99845"/>
                    <a:pt x="376019" y="99971"/>
                  </a:cubicBezTo>
                  <a:cubicBezTo>
                    <a:pt x="365807" y="100727"/>
                    <a:pt x="348915" y="127705"/>
                    <a:pt x="358748" y="136908"/>
                  </a:cubicBezTo>
                  <a:cubicBezTo>
                    <a:pt x="370473" y="147875"/>
                    <a:pt x="367446" y="165146"/>
                    <a:pt x="372868" y="173719"/>
                  </a:cubicBezTo>
                  <a:cubicBezTo>
                    <a:pt x="378414" y="182291"/>
                    <a:pt x="395686" y="183930"/>
                    <a:pt x="395686" y="200444"/>
                  </a:cubicBezTo>
                  <a:cubicBezTo>
                    <a:pt x="395686" y="216959"/>
                    <a:pt x="410561" y="242802"/>
                    <a:pt x="420772" y="235743"/>
                  </a:cubicBezTo>
                  <a:cubicBezTo>
                    <a:pt x="430984" y="228683"/>
                    <a:pt x="438800" y="238894"/>
                    <a:pt x="441951" y="245954"/>
                  </a:cubicBezTo>
                  <a:cubicBezTo>
                    <a:pt x="445103" y="253013"/>
                    <a:pt x="469433" y="240407"/>
                    <a:pt x="477249" y="242046"/>
                  </a:cubicBezTo>
                  <a:cubicBezTo>
                    <a:pt x="485065" y="243685"/>
                    <a:pt x="509396" y="248349"/>
                    <a:pt x="511035" y="257804"/>
                  </a:cubicBezTo>
                  <a:cubicBezTo>
                    <a:pt x="512547" y="267259"/>
                    <a:pt x="534609" y="257048"/>
                    <a:pt x="549484" y="251501"/>
                  </a:cubicBezTo>
                  <a:cubicBezTo>
                    <a:pt x="564612" y="246080"/>
                    <a:pt x="555914" y="201327"/>
                    <a:pt x="570033" y="192754"/>
                  </a:cubicBezTo>
                  <a:close/>
                  <a:moveTo>
                    <a:pt x="628906" y="412486"/>
                  </a:moveTo>
                  <a:cubicBezTo>
                    <a:pt x="633570" y="419545"/>
                    <a:pt x="646933" y="419545"/>
                    <a:pt x="652480" y="424210"/>
                  </a:cubicBezTo>
                  <a:cubicBezTo>
                    <a:pt x="658027" y="428874"/>
                    <a:pt x="677567" y="439086"/>
                    <a:pt x="677567" y="425849"/>
                  </a:cubicBezTo>
                  <a:cubicBezTo>
                    <a:pt x="677567" y="412486"/>
                    <a:pt x="623611" y="404544"/>
                    <a:pt x="628906" y="412486"/>
                  </a:cubicBezTo>
                  <a:close/>
                  <a:moveTo>
                    <a:pt x="589699" y="374036"/>
                  </a:moveTo>
                  <a:cubicBezTo>
                    <a:pt x="586547" y="381096"/>
                    <a:pt x="573185" y="382608"/>
                    <a:pt x="565369" y="377188"/>
                  </a:cubicBezTo>
                  <a:cubicBezTo>
                    <a:pt x="557553" y="371767"/>
                    <a:pt x="547845" y="384625"/>
                    <a:pt x="552762" y="391307"/>
                  </a:cubicBezTo>
                  <a:cubicBezTo>
                    <a:pt x="555157" y="394458"/>
                    <a:pt x="571546" y="407065"/>
                    <a:pt x="591212" y="397610"/>
                  </a:cubicBezTo>
                  <a:cubicBezTo>
                    <a:pt x="610878" y="388155"/>
                    <a:pt x="624115" y="396854"/>
                    <a:pt x="628906" y="386642"/>
                  </a:cubicBezTo>
                  <a:cubicBezTo>
                    <a:pt x="633570" y="376431"/>
                    <a:pt x="592851" y="366976"/>
                    <a:pt x="589699" y="374036"/>
                  </a:cubicBezTo>
                  <a:close/>
                </a:path>
              </a:pathLst>
            </a:custGeom>
            <a:grpFill/>
            <a:ln w="1270" cap="flat">
              <a:solidFill>
                <a:schemeClr val="bg1"/>
              </a:solidFill>
              <a:prstDash val="solid"/>
              <a:miter/>
            </a:ln>
          </p:spPr>
          <p:txBody>
            <a:bodyPr rtlCol="0" anchor="ctr"/>
            <a:lstStyle/>
            <a:p>
              <a:endParaRPr lang="ko-KR" altLang="en-US"/>
            </a:p>
          </p:txBody>
        </p:sp>
        <p:sp>
          <p:nvSpPr>
            <p:cNvPr id="195" name="자유형: 도형 175">
              <a:extLst>
                <a:ext uri="{FF2B5EF4-FFF2-40B4-BE49-F238E27FC236}">
                  <a16:creationId xmlns:a16="http://schemas.microsoft.com/office/drawing/2014/main" id="{06B339D2-2D92-194D-A492-E12FF8A3AFD5}"/>
                </a:ext>
              </a:extLst>
            </p:cNvPr>
            <p:cNvSpPr/>
            <p:nvPr/>
          </p:nvSpPr>
          <p:spPr>
            <a:xfrm>
              <a:off x="9059946" y="4798863"/>
              <a:ext cx="88246" cy="25213"/>
            </a:xfrm>
            <a:custGeom>
              <a:avLst/>
              <a:gdLst>
                <a:gd name="connsiteX0" fmla="*/ 10936 w 88245"/>
                <a:gd name="connsiteY0" fmla="*/ 26018 h 25213"/>
                <a:gd name="connsiteX1" fmla="*/ 2364 w 88245"/>
                <a:gd name="connsiteY1" fmla="*/ 28161 h 25213"/>
                <a:gd name="connsiteX2" fmla="*/ 11062 w 88245"/>
                <a:gd name="connsiteY2" fmla="*/ 32951 h 25213"/>
                <a:gd name="connsiteX3" fmla="*/ 14970 w 88245"/>
                <a:gd name="connsiteY3" fmla="*/ 25387 h 25213"/>
                <a:gd name="connsiteX4" fmla="*/ 11441 w 88245"/>
                <a:gd name="connsiteY4" fmla="*/ 26018 h 25213"/>
                <a:gd name="connsiteX5" fmla="*/ 10936 w 88245"/>
                <a:gd name="connsiteY5" fmla="*/ 26018 h 25213"/>
                <a:gd name="connsiteX6" fmla="*/ 48504 w 88245"/>
                <a:gd name="connsiteY6" fmla="*/ 5595 h 25213"/>
                <a:gd name="connsiteX7" fmla="*/ 25812 w 88245"/>
                <a:gd name="connsiteY7" fmla="*/ 20093 h 25213"/>
                <a:gd name="connsiteX8" fmla="*/ 23543 w 88245"/>
                <a:gd name="connsiteY8" fmla="*/ 21731 h 25213"/>
                <a:gd name="connsiteX9" fmla="*/ 31863 w 88245"/>
                <a:gd name="connsiteY9" fmla="*/ 30556 h 25213"/>
                <a:gd name="connsiteX10" fmla="*/ 87710 w 88245"/>
                <a:gd name="connsiteY10" fmla="*/ 4839 h 25213"/>
                <a:gd name="connsiteX11" fmla="*/ 48504 w 88245"/>
                <a:gd name="connsiteY11" fmla="*/ 5595 h 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245" h="25213">
                  <a:moveTo>
                    <a:pt x="10936" y="26018"/>
                  </a:moveTo>
                  <a:cubicBezTo>
                    <a:pt x="7911" y="26270"/>
                    <a:pt x="5011" y="27026"/>
                    <a:pt x="2364" y="28161"/>
                  </a:cubicBezTo>
                  <a:cubicBezTo>
                    <a:pt x="5011" y="31186"/>
                    <a:pt x="8793" y="34716"/>
                    <a:pt x="11062" y="32951"/>
                  </a:cubicBezTo>
                  <a:cubicBezTo>
                    <a:pt x="12827" y="31564"/>
                    <a:pt x="13961" y="28287"/>
                    <a:pt x="14970" y="25387"/>
                  </a:cubicBezTo>
                  <a:cubicBezTo>
                    <a:pt x="13836" y="25639"/>
                    <a:pt x="12701" y="25892"/>
                    <a:pt x="11441" y="26018"/>
                  </a:cubicBezTo>
                  <a:cubicBezTo>
                    <a:pt x="11188" y="25892"/>
                    <a:pt x="11062" y="26018"/>
                    <a:pt x="10936" y="26018"/>
                  </a:cubicBezTo>
                  <a:close/>
                  <a:moveTo>
                    <a:pt x="48504" y="5595"/>
                  </a:moveTo>
                  <a:cubicBezTo>
                    <a:pt x="37914" y="5091"/>
                    <a:pt x="33628" y="13789"/>
                    <a:pt x="25812" y="20093"/>
                  </a:cubicBezTo>
                  <a:cubicBezTo>
                    <a:pt x="25055" y="20597"/>
                    <a:pt x="24299" y="21227"/>
                    <a:pt x="23543" y="21731"/>
                  </a:cubicBezTo>
                  <a:cubicBezTo>
                    <a:pt x="26316" y="23748"/>
                    <a:pt x="29468" y="27152"/>
                    <a:pt x="31863" y="30556"/>
                  </a:cubicBezTo>
                  <a:cubicBezTo>
                    <a:pt x="46991" y="21479"/>
                    <a:pt x="85693" y="10259"/>
                    <a:pt x="87710" y="4839"/>
                  </a:cubicBezTo>
                  <a:cubicBezTo>
                    <a:pt x="90105" y="-1465"/>
                    <a:pt x="64262" y="6351"/>
                    <a:pt x="48504" y="5595"/>
                  </a:cubicBezTo>
                  <a:close/>
                </a:path>
              </a:pathLst>
            </a:custGeom>
            <a:grpFill/>
            <a:ln w="1270" cap="flat">
              <a:solidFill>
                <a:schemeClr val="bg1"/>
              </a:solidFill>
              <a:prstDash val="solid"/>
              <a:miter/>
            </a:ln>
          </p:spPr>
          <p:txBody>
            <a:bodyPr rtlCol="0" anchor="ctr"/>
            <a:lstStyle/>
            <a:p>
              <a:endParaRPr lang="ko-KR" altLang="en-US"/>
            </a:p>
          </p:txBody>
        </p:sp>
        <p:sp>
          <p:nvSpPr>
            <p:cNvPr id="196" name="자유형: 도형 176">
              <a:extLst>
                <a:ext uri="{FF2B5EF4-FFF2-40B4-BE49-F238E27FC236}">
                  <a16:creationId xmlns:a16="http://schemas.microsoft.com/office/drawing/2014/main" id="{B154C797-FD37-3A4D-B1A4-DBF2FE3B5D2B}"/>
                </a:ext>
              </a:extLst>
            </p:cNvPr>
            <p:cNvSpPr/>
            <p:nvPr/>
          </p:nvSpPr>
          <p:spPr>
            <a:xfrm>
              <a:off x="5977366" y="3209767"/>
              <a:ext cx="302556" cy="327769"/>
            </a:xfrm>
            <a:custGeom>
              <a:avLst/>
              <a:gdLst>
                <a:gd name="connsiteX0" fmla="*/ 212300 w 302556"/>
                <a:gd name="connsiteY0" fmla="*/ 291053 h 327769"/>
                <a:gd name="connsiteX1" fmla="*/ 180154 w 302556"/>
                <a:gd name="connsiteY1" fmla="*/ 291053 h 327769"/>
                <a:gd name="connsiteX2" fmla="*/ 157840 w 302556"/>
                <a:gd name="connsiteY2" fmla="*/ 301642 h 327769"/>
                <a:gd name="connsiteX3" fmla="*/ 185323 w 302556"/>
                <a:gd name="connsiteY3" fmla="*/ 316518 h 327769"/>
                <a:gd name="connsiteX4" fmla="*/ 215578 w 302556"/>
                <a:gd name="connsiteY4" fmla="*/ 335302 h 327769"/>
                <a:gd name="connsiteX5" fmla="*/ 222638 w 302556"/>
                <a:gd name="connsiteY5" fmla="*/ 317274 h 327769"/>
                <a:gd name="connsiteX6" fmla="*/ 233605 w 302556"/>
                <a:gd name="connsiteY6" fmla="*/ 292565 h 327769"/>
                <a:gd name="connsiteX7" fmla="*/ 212300 w 302556"/>
                <a:gd name="connsiteY7" fmla="*/ 291053 h 327769"/>
                <a:gd name="connsiteX8" fmla="*/ 60518 w 302556"/>
                <a:gd name="connsiteY8" fmla="*/ 202051 h 327769"/>
                <a:gd name="connsiteX9" fmla="*/ 41356 w 302556"/>
                <a:gd name="connsiteY9" fmla="*/ 206715 h 327769"/>
                <a:gd name="connsiteX10" fmla="*/ 51189 w 302556"/>
                <a:gd name="connsiteY10" fmla="*/ 240879 h 327769"/>
                <a:gd name="connsiteX11" fmla="*/ 62157 w 302556"/>
                <a:gd name="connsiteY11" fmla="*/ 266344 h 327769"/>
                <a:gd name="connsiteX12" fmla="*/ 80563 w 302556"/>
                <a:gd name="connsiteY12" fmla="*/ 254998 h 327769"/>
                <a:gd name="connsiteX13" fmla="*/ 84849 w 302556"/>
                <a:gd name="connsiteY13" fmla="*/ 211884 h 327769"/>
                <a:gd name="connsiteX14" fmla="*/ 60518 w 302556"/>
                <a:gd name="connsiteY14" fmla="*/ 202051 h 327769"/>
                <a:gd name="connsiteX15" fmla="*/ 252768 w 302556"/>
                <a:gd name="connsiteY15" fmla="*/ 189444 h 327769"/>
                <a:gd name="connsiteX16" fmla="*/ 233101 w 302556"/>
                <a:gd name="connsiteY16" fmla="*/ 173686 h 327769"/>
                <a:gd name="connsiteX17" fmla="*/ 191878 w 302556"/>
                <a:gd name="connsiteY17" fmla="*/ 131328 h 327769"/>
                <a:gd name="connsiteX18" fmla="*/ 154563 w 302556"/>
                <a:gd name="connsiteY18" fmla="*/ 93257 h 327769"/>
                <a:gd name="connsiteX19" fmla="*/ 154941 w 302556"/>
                <a:gd name="connsiteY19" fmla="*/ 66531 h 327769"/>
                <a:gd name="connsiteX20" fmla="*/ 166665 w 302556"/>
                <a:gd name="connsiteY20" fmla="*/ 51403 h 327769"/>
                <a:gd name="connsiteX21" fmla="*/ 168052 w 302556"/>
                <a:gd name="connsiteY21" fmla="*/ 16231 h 327769"/>
                <a:gd name="connsiteX22" fmla="*/ 154563 w 302556"/>
                <a:gd name="connsiteY22" fmla="*/ 13583 h 327769"/>
                <a:gd name="connsiteX23" fmla="*/ 149268 w 302556"/>
                <a:gd name="connsiteY23" fmla="*/ 2364 h 327769"/>
                <a:gd name="connsiteX24" fmla="*/ 128089 w 302556"/>
                <a:gd name="connsiteY24" fmla="*/ 5263 h 327769"/>
                <a:gd name="connsiteX25" fmla="*/ 111575 w 302556"/>
                <a:gd name="connsiteY25" fmla="*/ 10558 h 327769"/>
                <a:gd name="connsiteX26" fmla="*/ 108297 w 302556"/>
                <a:gd name="connsiteY26" fmla="*/ 8793 h 327769"/>
                <a:gd name="connsiteX27" fmla="*/ 103128 w 302556"/>
                <a:gd name="connsiteY27" fmla="*/ 13583 h 327769"/>
                <a:gd name="connsiteX28" fmla="*/ 99220 w 302556"/>
                <a:gd name="connsiteY28" fmla="*/ 19887 h 327769"/>
                <a:gd name="connsiteX29" fmla="*/ 91404 w 302556"/>
                <a:gd name="connsiteY29" fmla="*/ 23038 h 327769"/>
                <a:gd name="connsiteX30" fmla="*/ 78798 w 302556"/>
                <a:gd name="connsiteY30" fmla="*/ 26190 h 327769"/>
                <a:gd name="connsiteX31" fmla="*/ 69343 w 302556"/>
                <a:gd name="connsiteY31" fmla="*/ 31737 h 327769"/>
                <a:gd name="connsiteX32" fmla="*/ 62283 w 302556"/>
                <a:gd name="connsiteY32" fmla="*/ 41192 h 327769"/>
                <a:gd name="connsiteX33" fmla="*/ 47408 w 302556"/>
                <a:gd name="connsiteY33" fmla="*/ 23164 h 327769"/>
                <a:gd name="connsiteX34" fmla="*/ 34045 w 302556"/>
                <a:gd name="connsiteY34" fmla="*/ 41948 h 327769"/>
                <a:gd name="connsiteX35" fmla="*/ 11353 w 302556"/>
                <a:gd name="connsiteY35" fmla="*/ 43587 h 327769"/>
                <a:gd name="connsiteX36" fmla="*/ 14379 w 302556"/>
                <a:gd name="connsiteY36" fmla="*/ 56067 h 327769"/>
                <a:gd name="connsiteX37" fmla="*/ 9084 w 302556"/>
                <a:gd name="connsiteY37" fmla="*/ 66657 h 327769"/>
                <a:gd name="connsiteX38" fmla="*/ 3789 w 302556"/>
                <a:gd name="connsiteY38" fmla="*/ 73086 h 327769"/>
                <a:gd name="connsiteX39" fmla="*/ 11479 w 302556"/>
                <a:gd name="connsiteY39" fmla="*/ 86575 h 327769"/>
                <a:gd name="connsiteX40" fmla="*/ 17404 w 302556"/>
                <a:gd name="connsiteY40" fmla="*/ 99560 h 327769"/>
                <a:gd name="connsiteX41" fmla="*/ 29758 w 302556"/>
                <a:gd name="connsiteY41" fmla="*/ 103720 h 327769"/>
                <a:gd name="connsiteX42" fmla="*/ 26733 w 302556"/>
                <a:gd name="connsiteY42" fmla="*/ 112671 h 327769"/>
                <a:gd name="connsiteX43" fmla="*/ 39592 w 302556"/>
                <a:gd name="connsiteY43" fmla="*/ 109015 h 327769"/>
                <a:gd name="connsiteX44" fmla="*/ 57997 w 302556"/>
                <a:gd name="connsiteY44" fmla="*/ 93383 h 327769"/>
                <a:gd name="connsiteX45" fmla="*/ 95312 w 302556"/>
                <a:gd name="connsiteY45" fmla="*/ 109015 h 327769"/>
                <a:gd name="connsiteX46" fmla="*/ 103506 w 302556"/>
                <a:gd name="connsiteY46" fmla="*/ 124773 h 327769"/>
                <a:gd name="connsiteX47" fmla="*/ 128593 w 302556"/>
                <a:gd name="connsiteY47" fmla="*/ 156919 h 327769"/>
                <a:gd name="connsiteX48" fmla="*/ 164648 w 302556"/>
                <a:gd name="connsiteY48" fmla="*/ 187931 h 327769"/>
                <a:gd name="connsiteX49" fmla="*/ 190113 w 302556"/>
                <a:gd name="connsiteY49" fmla="*/ 198899 h 327769"/>
                <a:gd name="connsiteX50" fmla="*/ 213309 w 302556"/>
                <a:gd name="connsiteY50" fmla="*/ 214153 h 327769"/>
                <a:gd name="connsiteX51" fmla="*/ 232093 w 302556"/>
                <a:gd name="connsiteY51" fmla="*/ 229911 h 327769"/>
                <a:gd name="connsiteX52" fmla="*/ 240665 w 302556"/>
                <a:gd name="connsiteY52" fmla="*/ 245543 h 327769"/>
                <a:gd name="connsiteX53" fmla="*/ 241800 w 302556"/>
                <a:gd name="connsiteY53" fmla="*/ 274160 h 327769"/>
                <a:gd name="connsiteX54" fmla="*/ 242934 w 302556"/>
                <a:gd name="connsiteY54" fmla="*/ 295339 h 327769"/>
                <a:gd name="connsiteX55" fmla="*/ 256297 w 302556"/>
                <a:gd name="connsiteY55" fmla="*/ 273404 h 327769"/>
                <a:gd name="connsiteX56" fmla="*/ 271551 w 302556"/>
                <a:gd name="connsiteY56" fmla="*/ 257645 h 327769"/>
                <a:gd name="connsiteX57" fmla="*/ 259449 w 302556"/>
                <a:gd name="connsiteY57" fmla="*/ 236845 h 327769"/>
                <a:gd name="connsiteX58" fmla="*/ 284914 w 302556"/>
                <a:gd name="connsiteY58" fmla="*/ 225499 h 327769"/>
                <a:gd name="connsiteX59" fmla="*/ 304958 w 302556"/>
                <a:gd name="connsiteY59" fmla="*/ 226634 h 327769"/>
                <a:gd name="connsiteX60" fmla="*/ 252768 w 302556"/>
                <a:gd name="connsiteY60" fmla="*/ 189444 h 327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02556" h="327769">
                  <a:moveTo>
                    <a:pt x="212300" y="291053"/>
                  </a:moveTo>
                  <a:cubicBezTo>
                    <a:pt x="196164" y="294583"/>
                    <a:pt x="189609" y="295717"/>
                    <a:pt x="180154" y="291053"/>
                  </a:cubicBezTo>
                  <a:cubicBezTo>
                    <a:pt x="170699" y="286388"/>
                    <a:pt x="155445" y="295339"/>
                    <a:pt x="157840" y="301642"/>
                  </a:cubicBezTo>
                  <a:cubicBezTo>
                    <a:pt x="159353" y="305928"/>
                    <a:pt x="165657" y="311475"/>
                    <a:pt x="185323" y="316518"/>
                  </a:cubicBezTo>
                  <a:cubicBezTo>
                    <a:pt x="204989" y="321560"/>
                    <a:pt x="207258" y="334923"/>
                    <a:pt x="215578" y="335302"/>
                  </a:cubicBezTo>
                  <a:cubicBezTo>
                    <a:pt x="223772" y="335680"/>
                    <a:pt x="224655" y="327864"/>
                    <a:pt x="222638" y="317274"/>
                  </a:cubicBezTo>
                  <a:cubicBezTo>
                    <a:pt x="220621" y="306685"/>
                    <a:pt x="232471" y="294583"/>
                    <a:pt x="233605" y="292565"/>
                  </a:cubicBezTo>
                  <a:cubicBezTo>
                    <a:pt x="234740" y="290674"/>
                    <a:pt x="228437" y="287523"/>
                    <a:pt x="212300" y="291053"/>
                  </a:cubicBezTo>
                  <a:close/>
                  <a:moveTo>
                    <a:pt x="60518" y="202051"/>
                  </a:moveTo>
                  <a:cubicBezTo>
                    <a:pt x="51946" y="209489"/>
                    <a:pt x="44760" y="200790"/>
                    <a:pt x="41356" y="206715"/>
                  </a:cubicBezTo>
                  <a:cubicBezTo>
                    <a:pt x="37070" y="214153"/>
                    <a:pt x="54719" y="225499"/>
                    <a:pt x="51189" y="240879"/>
                  </a:cubicBezTo>
                  <a:cubicBezTo>
                    <a:pt x="47659" y="256133"/>
                    <a:pt x="53206" y="275421"/>
                    <a:pt x="62157" y="266344"/>
                  </a:cubicBezTo>
                  <a:cubicBezTo>
                    <a:pt x="71234" y="257393"/>
                    <a:pt x="75520" y="261680"/>
                    <a:pt x="80563" y="254998"/>
                  </a:cubicBezTo>
                  <a:cubicBezTo>
                    <a:pt x="85605" y="248317"/>
                    <a:pt x="81319" y="223608"/>
                    <a:pt x="84849" y="211884"/>
                  </a:cubicBezTo>
                  <a:cubicBezTo>
                    <a:pt x="88379" y="200034"/>
                    <a:pt x="69217" y="194613"/>
                    <a:pt x="60518" y="202051"/>
                  </a:cubicBezTo>
                  <a:close/>
                  <a:moveTo>
                    <a:pt x="252768" y="189444"/>
                  </a:moveTo>
                  <a:cubicBezTo>
                    <a:pt x="242556" y="183141"/>
                    <a:pt x="249237" y="172930"/>
                    <a:pt x="233101" y="173686"/>
                  </a:cubicBezTo>
                  <a:cubicBezTo>
                    <a:pt x="216965" y="174442"/>
                    <a:pt x="197803" y="154524"/>
                    <a:pt x="191878" y="131328"/>
                  </a:cubicBezTo>
                  <a:cubicBezTo>
                    <a:pt x="185953" y="108258"/>
                    <a:pt x="160866" y="106998"/>
                    <a:pt x="154563" y="93257"/>
                  </a:cubicBezTo>
                  <a:cubicBezTo>
                    <a:pt x="148260" y="79515"/>
                    <a:pt x="160488" y="78003"/>
                    <a:pt x="154941" y="66531"/>
                  </a:cubicBezTo>
                  <a:cubicBezTo>
                    <a:pt x="151916" y="60228"/>
                    <a:pt x="158597" y="54555"/>
                    <a:pt x="166665" y="51403"/>
                  </a:cubicBezTo>
                  <a:cubicBezTo>
                    <a:pt x="166035" y="38797"/>
                    <a:pt x="167043" y="25055"/>
                    <a:pt x="168052" y="16231"/>
                  </a:cubicBezTo>
                  <a:cubicBezTo>
                    <a:pt x="161874" y="15601"/>
                    <a:pt x="156454" y="14718"/>
                    <a:pt x="154563" y="13583"/>
                  </a:cubicBezTo>
                  <a:cubicBezTo>
                    <a:pt x="151663" y="11819"/>
                    <a:pt x="151033" y="2364"/>
                    <a:pt x="149268" y="2364"/>
                  </a:cubicBezTo>
                  <a:cubicBezTo>
                    <a:pt x="147503" y="2364"/>
                    <a:pt x="130989" y="2364"/>
                    <a:pt x="128089" y="5263"/>
                  </a:cubicBezTo>
                  <a:cubicBezTo>
                    <a:pt x="125189" y="8163"/>
                    <a:pt x="116365" y="13458"/>
                    <a:pt x="111575" y="10558"/>
                  </a:cubicBezTo>
                  <a:cubicBezTo>
                    <a:pt x="110566" y="9928"/>
                    <a:pt x="109431" y="9297"/>
                    <a:pt x="108297" y="8793"/>
                  </a:cubicBezTo>
                  <a:lnTo>
                    <a:pt x="103128" y="13583"/>
                  </a:lnTo>
                  <a:cubicBezTo>
                    <a:pt x="103128" y="13583"/>
                    <a:pt x="102372" y="19887"/>
                    <a:pt x="99220" y="19887"/>
                  </a:cubicBezTo>
                  <a:cubicBezTo>
                    <a:pt x="96068" y="19887"/>
                    <a:pt x="91404" y="17491"/>
                    <a:pt x="91404" y="23038"/>
                  </a:cubicBezTo>
                  <a:cubicBezTo>
                    <a:pt x="91404" y="28585"/>
                    <a:pt x="82832" y="26946"/>
                    <a:pt x="78798" y="26190"/>
                  </a:cubicBezTo>
                  <a:cubicBezTo>
                    <a:pt x="74890" y="25434"/>
                    <a:pt x="69343" y="26946"/>
                    <a:pt x="69343" y="31737"/>
                  </a:cubicBezTo>
                  <a:cubicBezTo>
                    <a:pt x="69343" y="36401"/>
                    <a:pt x="68586" y="46612"/>
                    <a:pt x="62283" y="41192"/>
                  </a:cubicBezTo>
                  <a:cubicBezTo>
                    <a:pt x="55980" y="35645"/>
                    <a:pt x="49677" y="21526"/>
                    <a:pt x="47408" y="23164"/>
                  </a:cubicBezTo>
                  <a:cubicBezTo>
                    <a:pt x="45012" y="24803"/>
                    <a:pt x="39592" y="41948"/>
                    <a:pt x="34045" y="41948"/>
                  </a:cubicBezTo>
                  <a:cubicBezTo>
                    <a:pt x="30641" y="41948"/>
                    <a:pt x="19421" y="42831"/>
                    <a:pt x="11353" y="43587"/>
                  </a:cubicBezTo>
                  <a:cubicBezTo>
                    <a:pt x="9210" y="50394"/>
                    <a:pt x="11479" y="54429"/>
                    <a:pt x="14379" y="56067"/>
                  </a:cubicBezTo>
                  <a:cubicBezTo>
                    <a:pt x="17278" y="57832"/>
                    <a:pt x="12613" y="64892"/>
                    <a:pt x="9084" y="66657"/>
                  </a:cubicBezTo>
                  <a:cubicBezTo>
                    <a:pt x="5554" y="68422"/>
                    <a:pt x="-371" y="66657"/>
                    <a:pt x="3789" y="73086"/>
                  </a:cubicBezTo>
                  <a:cubicBezTo>
                    <a:pt x="7949" y="79515"/>
                    <a:pt x="15513" y="80146"/>
                    <a:pt x="11479" y="86575"/>
                  </a:cubicBezTo>
                  <a:cubicBezTo>
                    <a:pt x="7319" y="93005"/>
                    <a:pt x="11479" y="98930"/>
                    <a:pt x="17404" y="99560"/>
                  </a:cubicBezTo>
                  <a:cubicBezTo>
                    <a:pt x="23329" y="100190"/>
                    <a:pt x="31523" y="98930"/>
                    <a:pt x="29758" y="103720"/>
                  </a:cubicBezTo>
                  <a:cubicBezTo>
                    <a:pt x="28750" y="106493"/>
                    <a:pt x="27111" y="109645"/>
                    <a:pt x="26733" y="112671"/>
                  </a:cubicBezTo>
                  <a:cubicBezTo>
                    <a:pt x="31397" y="111284"/>
                    <a:pt x="35431" y="111158"/>
                    <a:pt x="39592" y="109015"/>
                  </a:cubicBezTo>
                  <a:cubicBezTo>
                    <a:pt x="47786" y="104728"/>
                    <a:pt x="44256" y="97291"/>
                    <a:pt x="57997" y="93383"/>
                  </a:cubicBezTo>
                  <a:cubicBezTo>
                    <a:pt x="71738" y="89475"/>
                    <a:pt x="89765" y="100820"/>
                    <a:pt x="95312" y="109015"/>
                  </a:cubicBezTo>
                  <a:cubicBezTo>
                    <a:pt x="100859" y="117209"/>
                    <a:pt x="102372" y="118092"/>
                    <a:pt x="103506" y="124773"/>
                  </a:cubicBezTo>
                  <a:cubicBezTo>
                    <a:pt x="104641" y="131454"/>
                    <a:pt x="109809" y="144817"/>
                    <a:pt x="128593" y="156919"/>
                  </a:cubicBezTo>
                  <a:cubicBezTo>
                    <a:pt x="147377" y="169148"/>
                    <a:pt x="154941" y="182763"/>
                    <a:pt x="164648" y="187931"/>
                  </a:cubicBezTo>
                  <a:cubicBezTo>
                    <a:pt x="174481" y="193100"/>
                    <a:pt x="184314" y="191839"/>
                    <a:pt x="190113" y="198899"/>
                  </a:cubicBezTo>
                  <a:cubicBezTo>
                    <a:pt x="196038" y="205959"/>
                    <a:pt x="203854" y="209867"/>
                    <a:pt x="213309" y="214153"/>
                  </a:cubicBezTo>
                  <a:cubicBezTo>
                    <a:pt x="222764" y="218439"/>
                    <a:pt x="223142" y="228650"/>
                    <a:pt x="232093" y="229911"/>
                  </a:cubicBezTo>
                  <a:cubicBezTo>
                    <a:pt x="241043" y="231046"/>
                    <a:pt x="235244" y="238988"/>
                    <a:pt x="240665" y="245543"/>
                  </a:cubicBezTo>
                  <a:cubicBezTo>
                    <a:pt x="246086" y="252225"/>
                    <a:pt x="247725" y="266344"/>
                    <a:pt x="241800" y="274160"/>
                  </a:cubicBezTo>
                  <a:cubicBezTo>
                    <a:pt x="235874" y="281976"/>
                    <a:pt x="239026" y="295339"/>
                    <a:pt x="242934" y="295339"/>
                  </a:cubicBezTo>
                  <a:cubicBezTo>
                    <a:pt x="246842" y="295339"/>
                    <a:pt x="255037" y="281220"/>
                    <a:pt x="256297" y="273404"/>
                  </a:cubicBezTo>
                  <a:cubicBezTo>
                    <a:pt x="257432" y="265588"/>
                    <a:pt x="265374" y="265966"/>
                    <a:pt x="271551" y="257645"/>
                  </a:cubicBezTo>
                  <a:cubicBezTo>
                    <a:pt x="277854" y="249451"/>
                    <a:pt x="262096" y="247434"/>
                    <a:pt x="259449" y="236845"/>
                  </a:cubicBezTo>
                  <a:cubicBezTo>
                    <a:pt x="256676" y="226255"/>
                    <a:pt x="271173" y="216800"/>
                    <a:pt x="284914" y="225499"/>
                  </a:cubicBezTo>
                  <a:cubicBezTo>
                    <a:pt x="298655" y="234071"/>
                    <a:pt x="304202" y="239996"/>
                    <a:pt x="304958" y="226634"/>
                  </a:cubicBezTo>
                  <a:cubicBezTo>
                    <a:pt x="306093" y="213397"/>
                    <a:pt x="262979" y="195747"/>
                    <a:pt x="252768" y="189444"/>
                  </a:cubicBezTo>
                  <a:close/>
                </a:path>
              </a:pathLst>
            </a:custGeom>
            <a:grpFill/>
            <a:ln w="1270" cap="flat">
              <a:solidFill>
                <a:schemeClr val="bg1"/>
              </a:solidFill>
              <a:prstDash val="solid"/>
              <a:miter/>
            </a:ln>
          </p:spPr>
          <p:txBody>
            <a:bodyPr rtlCol="0" anchor="ctr"/>
            <a:lstStyle/>
            <a:p>
              <a:endParaRPr lang="ko-KR" altLang="en-US"/>
            </a:p>
          </p:txBody>
        </p:sp>
        <p:sp>
          <p:nvSpPr>
            <p:cNvPr id="197" name="자유형: 도형 177">
              <a:extLst>
                <a:ext uri="{FF2B5EF4-FFF2-40B4-BE49-F238E27FC236}">
                  <a16:creationId xmlns:a16="http://schemas.microsoft.com/office/drawing/2014/main" id="{867532C7-FD07-6B47-A162-10D969530076}"/>
                </a:ext>
              </a:extLst>
            </p:cNvPr>
            <p:cNvSpPr/>
            <p:nvPr/>
          </p:nvSpPr>
          <p:spPr>
            <a:xfrm>
              <a:off x="6280717" y="3332302"/>
              <a:ext cx="25213" cy="37820"/>
            </a:xfrm>
            <a:custGeom>
              <a:avLst/>
              <a:gdLst>
                <a:gd name="connsiteX0" fmla="*/ 13709 w 25213"/>
                <a:gd name="connsiteY0" fmla="*/ 2364 h 37819"/>
                <a:gd name="connsiteX1" fmla="*/ 3498 w 25213"/>
                <a:gd name="connsiteY1" fmla="*/ 22030 h 37819"/>
                <a:gd name="connsiteX2" fmla="*/ 2364 w 25213"/>
                <a:gd name="connsiteY2" fmla="*/ 30224 h 37819"/>
                <a:gd name="connsiteX3" fmla="*/ 21147 w 25213"/>
                <a:gd name="connsiteY3" fmla="*/ 44091 h 37819"/>
                <a:gd name="connsiteX4" fmla="*/ 22534 w 25213"/>
                <a:gd name="connsiteY4" fmla="*/ 44848 h 37819"/>
                <a:gd name="connsiteX5" fmla="*/ 34511 w 25213"/>
                <a:gd name="connsiteY5" fmla="*/ 26064 h 37819"/>
                <a:gd name="connsiteX6" fmla="*/ 13709 w 25213"/>
                <a:gd name="connsiteY6" fmla="*/ 2364 h 3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213" h="37819">
                  <a:moveTo>
                    <a:pt x="13709" y="2364"/>
                  </a:moveTo>
                  <a:cubicBezTo>
                    <a:pt x="8289" y="9676"/>
                    <a:pt x="2994" y="19004"/>
                    <a:pt x="3498" y="22030"/>
                  </a:cubicBezTo>
                  <a:cubicBezTo>
                    <a:pt x="3751" y="23417"/>
                    <a:pt x="3372" y="26442"/>
                    <a:pt x="2364" y="30224"/>
                  </a:cubicBezTo>
                  <a:cubicBezTo>
                    <a:pt x="9298" y="35897"/>
                    <a:pt x="16105" y="41570"/>
                    <a:pt x="21147" y="44091"/>
                  </a:cubicBezTo>
                  <a:cubicBezTo>
                    <a:pt x="21652" y="44343"/>
                    <a:pt x="22030" y="44596"/>
                    <a:pt x="22534" y="44848"/>
                  </a:cubicBezTo>
                  <a:cubicBezTo>
                    <a:pt x="24047" y="36149"/>
                    <a:pt x="30098" y="27073"/>
                    <a:pt x="34511" y="26064"/>
                  </a:cubicBezTo>
                  <a:cubicBezTo>
                    <a:pt x="28459" y="18626"/>
                    <a:pt x="19509" y="8163"/>
                    <a:pt x="13709" y="2364"/>
                  </a:cubicBezTo>
                  <a:close/>
                </a:path>
              </a:pathLst>
            </a:custGeom>
            <a:grpFill/>
            <a:ln w="1270" cap="flat">
              <a:solidFill>
                <a:schemeClr val="bg1"/>
              </a:solidFill>
              <a:prstDash val="solid"/>
              <a:miter/>
            </a:ln>
          </p:spPr>
          <p:txBody>
            <a:bodyPr rtlCol="0" anchor="ctr"/>
            <a:lstStyle/>
            <a:p>
              <a:endParaRPr lang="ko-KR" altLang="en-US"/>
            </a:p>
          </p:txBody>
        </p:sp>
        <p:sp>
          <p:nvSpPr>
            <p:cNvPr id="198" name="자유형: 도형 178">
              <a:extLst>
                <a:ext uri="{FF2B5EF4-FFF2-40B4-BE49-F238E27FC236}">
                  <a16:creationId xmlns:a16="http://schemas.microsoft.com/office/drawing/2014/main" id="{2A82CEDC-B5FE-1C42-9016-D498EE15A89A}"/>
                </a:ext>
              </a:extLst>
            </p:cNvPr>
            <p:cNvSpPr/>
            <p:nvPr/>
          </p:nvSpPr>
          <p:spPr>
            <a:xfrm>
              <a:off x="6288911" y="3237501"/>
              <a:ext cx="100852" cy="126065"/>
            </a:xfrm>
            <a:custGeom>
              <a:avLst/>
              <a:gdLst>
                <a:gd name="connsiteX0" fmla="*/ 98551 w 100852"/>
                <a:gd name="connsiteY0" fmla="*/ 90735 h 126065"/>
                <a:gd name="connsiteX1" fmla="*/ 98551 w 100852"/>
                <a:gd name="connsiteY1" fmla="*/ 72456 h 126065"/>
                <a:gd name="connsiteX2" fmla="*/ 99182 w 100852"/>
                <a:gd name="connsiteY2" fmla="*/ 58337 h 126065"/>
                <a:gd name="connsiteX3" fmla="*/ 69809 w 100852"/>
                <a:gd name="connsiteY3" fmla="*/ 49512 h 126065"/>
                <a:gd name="connsiteX4" fmla="*/ 66279 w 100852"/>
                <a:gd name="connsiteY4" fmla="*/ 32998 h 126065"/>
                <a:gd name="connsiteX5" fmla="*/ 57454 w 100852"/>
                <a:gd name="connsiteY5" fmla="*/ 23543 h 126065"/>
                <a:gd name="connsiteX6" fmla="*/ 47999 w 100852"/>
                <a:gd name="connsiteY6" fmla="*/ 8289 h 126065"/>
                <a:gd name="connsiteX7" fmla="*/ 48756 w 100852"/>
                <a:gd name="connsiteY7" fmla="*/ 7154 h 126065"/>
                <a:gd name="connsiteX8" fmla="*/ 41318 w 100852"/>
                <a:gd name="connsiteY8" fmla="*/ 5894 h 126065"/>
                <a:gd name="connsiteX9" fmla="*/ 29972 w 100852"/>
                <a:gd name="connsiteY9" fmla="*/ 2364 h 126065"/>
                <a:gd name="connsiteX10" fmla="*/ 2364 w 100852"/>
                <a:gd name="connsiteY10" fmla="*/ 11062 h 126065"/>
                <a:gd name="connsiteX11" fmla="*/ 9298 w 100852"/>
                <a:gd name="connsiteY11" fmla="*/ 27073 h 126065"/>
                <a:gd name="connsiteX12" fmla="*/ 17744 w 100852"/>
                <a:gd name="connsiteY12" fmla="*/ 46108 h 126065"/>
                <a:gd name="connsiteX13" fmla="*/ 15601 w 100852"/>
                <a:gd name="connsiteY13" fmla="*/ 87206 h 126065"/>
                <a:gd name="connsiteX14" fmla="*/ 5768 w 100852"/>
                <a:gd name="connsiteY14" fmla="*/ 97039 h 126065"/>
                <a:gd name="connsiteX15" fmla="*/ 26568 w 100852"/>
                <a:gd name="connsiteY15" fmla="*/ 120865 h 126065"/>
                <a:gd name="connsiteX16" fmla="*/ 27325 w 100852"/>
                <a:gd name="connsiteY16" fmla="*/ 120613 h 126065"/>
                <a:gd name="connsiteX17" fmla="*/ 51908 w 100852"/>
                <a:gd name="connsiteY17" fmla="*/ 134606 h 126065"/>
                <a:gd name="connsiteX18" fmla="*/ 97669 w 100852"/>
                <a:gd name="connsiteY18" fmla="*/ 126286 h 126065"/>
                <a:gd name="connsiteX19" fmla="*/ 98173 w 100852"/>
                <a:gd name="connsiteY19" fmla="*/ 118218 h 126065"/>
                <a:gd name="connsiteX20" fmla="*/ 106998 w 100852"/>
                <a:gd name="connsiteY20" fmla="*/ 107628 h 126065"/>
                <a:gd name="connsiteX21" fmla="*/ 98551 w 100852"/>
                <a:gd name="connsiteY21" fmla="*/ 90735 h 12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0852" h="126065">
                  <a:moveTo>
                    <a:pt x="98551" y="90735"/>
                  </a:moveTo>
                  <a:cubicBezTo>
                    <a:pt x="92626" y="85441"/>
                    <a:pt x="93257" y="75986"/>
                    <a:pt x="98551" y="72456"/>
                  </a:cubicBezTo>
                  <a:cubicBezTo>
                    <a:pt x="103846" y="68926"/>
                    <a:pt x="99182" y="64262"/>
                    <a:pt x="99182" y="58337"/>
                  </a:cubicBezTo>
                  <a:cubicBezTo>
                    <a:pt x="99182" y="52412"/>
                    <a:pt x="73843" y="50647"/>
                    <a:pt x="69809" y="49512"/>
                  </a:cubicBezTo>
                  <a:cubicBezTo>
                    <a:pt x="65649" y="48378"/>
                    <a:pt x="72708" y="32998"/>
                    <a:pt x="66279" y="32998"/>
                  </a:cubicBezTo>
                  <a:cubicBezTo>
                    <a:pt x="59849" y="32998"/>
                    <a:pt x="57454" y="28333"/>
                    <a:pt x="57454" y="23543"/>
                  </a:cubicBezTo>
                  <a:cubicBezTo>
                    <a:pt x="57454" y="18878"/>
                    <a:pt x="47495" y="11188"/>
                    <a:pt x="47999" y="8289"/>
                  </a:cubicBezTo>
                  <a:cubicBezTo>
                    <a:pt x="48125" y="7911"/>
                    <a:pt x="48378" y="7532"/>
                    <a:pt x="48756" y="7154"/>
                  </a:cubicBezTo>
                  <a:cubicBezTo>
                    <a:pt x="45100" y="6650"/>
                    <a:pt x="42327" y="6146"/>
                    <a:pt x="41318" y="5894"/>
                  </a:cubicBezTo>
                  <a:cubicBezTo>
                    <a:pt x="36906" y="5011"/>
                    <a:pt x="29972" y="2364"/>
                    <a:pt x="29972" y="2364"/>
                  </a:cubicBezTo>
                  <a:cubicBezTo>
                    <a:pt x="29972" y="2364"/>
                    <a:pt x="13584" y="7658"/>
                    <a:pt x="2364" y="11062"/>
                  </a:cubicBezTo>
                  <a:cubicBezTo>
                    <a:pt x="3120" y="17996"/>
                    <a:pt x="4885" y="25434"/>
                    <a:pt x="9298" y="27073"/>
                  </a:cubicBezTo>
                  <a:cubicBezTo>
                    <a:pt x="17744" y="30224"/>
                    <a:pt x="14592" y="38671"/>
                    <a:pt x="17744" y="46108"/>
                  </a:cubicBezTo>
                  <a:cubicBezTo>
                    <a:pt x="20895" y="53546"/>
                    <a:pt x="19887" y="87206"/>
                    <a:pt x="15601" y="87206"/>
                  </a:cubicBezTo>
                  <a:cubicBezTo>
                    <a:pt x="13836" y="87206"/>
                    <a:pt x="9676" y="91618"/>
                    <a:pt x="5768" y="97039"/>
                  </a:cubicBezTo>
                  <a:cubicBezTo>
                    <a:pt x="11567" y="102838"/>
                    <a:pt x="20517" y="113427"/>
                    <a:pt x="26568" y="120865"/>
                  </a:cubicBezTo>
                  <a:cubicBezTo>
                    <a:pt x="26820" y="120739"/>
                    <a:pt x="27073" y="120613"/>
                    <a:pt x="27325" y="120613"/>
                  </a:cubicBezTo>
                  <a:cubicBezTo>
                    <a:pt x="32620" y="120613"/>
                    <a:pt x="51908" y="134606"/>
                    <a:pt x="51908" y="134606"/>
                  </a:cubicBezTo>
                  <a:cubicBezTo>
                    <a:pt x="51908" y="134606"/>
                    <a:pt x="79263" y="128933"/>
                    <a:pt x="97669" y="126286"/>
                  </a:cubicBezTo>
                  <a:cubicBezTo>
                    <a:pt x="97921" y="123512"/>
                    <a:pt x="98551" y="120235"/>
                    <a:pt x="98173" y="118218"/>
                  </a:cubicBezTo>
                  <a:cubicBezTo>
                    <a:pt x="97543" y="114688"/>
                    <a:pt x="101703" y="107628"/>
                    <a:pt x="106998" y="107628"/>
                  </a:cubicBezTo>
                  <a:cubicBezTo>
                    <a:pt x="112040" y="107754"/>
                    <a:pt x="104350" y="96030"/>
                    <a:pt x="98551" y="90735"/>
                  </a:cubicBezTo>
                  <a:close/>
                </a:path>
              </a:pathLst>
            </a:custGeom>
            <a:grpFill/>
            <a:ln w="1270" cap="flat">
              <a:solidFill>
                <a:schemeClr val="bg1"/>
              </a:solidFill>
              <a:prstDash val="solid"/>
              <a:miter/>
            </a:ln>
          </p:spPr>
          <p:txBody>
            <a:bodyPr rtlCol="0" anchor="ctr"/>
            <a:lstStyle/>
            <a:p>
              <a:endParaRPr lang="ko-KR" altLang="en-US"/>
            </a:p>
          </p:txBody>
        </p:sp>
      </p:grpSp>
      <p:sp>
        <p:nvSpPr>
          <p:cNvPr id="199" name="자유형: 도형 179">
            <a:extLst>
              <a:ext uri="{FF2B5EF4-FFF2-40B4-BE49-F238E27FC236}">
                <a16:creationId xmlns:a16="http://schemas.microsoft.com/office/drawing/2014/main" id="{AFEB116A-D4AF-1041-8D76-370E3E1C2BCD}"/>
              </a:ext>
            </a:extLst>
          </p:cNvPr>
          <p:cNvSpPr/>
          <p:nvPr/>
        </p:nvSpPr>
        <p:spPr>
          <a:xfrm>
            <a:off x="4541623" y="4218674"/>
            <a:ext cx="236579" cy="313935"/>
          </a:xfrm>
          <a:custGeom>
            <a:avLst/>
            <a:gdLst>
              <a:gd name="connsiteX0" fmla="*/ 144875 w 285750"/>
              <a:gd name="connsiteY0" fmla="*/ 7144 h 390525"/>
              <a:gd name="connsiteX1" fmla="*/ 7144 w 285750"/>
              <a:gd name="connsiteY1" fmla="*/ 144875 h 390525"/>
              <a:gd name="connsiteX2" fmla="*/ 135636 w 285750"/>
              <a:gd name="connsiteY2" fmla="*/ 383381 h 390525"/>
              <a:gd name="connsiteX3" fmla="*/ 154115 w 285750"/>
              <a:gd name="connsiteY3" fmla="*/ 383381 h 390525"/>
              <a:gd name="connsiteX4" fmla="*/ 282607 w 285750"/>
              <a:gd name="connsiteY4" fmla="*/ 144875 h 390525"/>
              <a:gd name="connsiteX5" fmla="*/ 144875 w 285750"/>
              <a:gd name="connsiteY5" fmla="*/ 7144 h 390525"/>
              <a:gd name="connsiteX6" fmla="*/ 144875 w 285750"/>
              <a:gd name="connsiteY6" fmla="*/ 214217 h 390525"/>
              <a:gd name="connsiteX7" fmla="*/ 75533 w 285750"/>
              <a:gd name="connsiteY7" fmla="*/ 144875 h 390525"/>
              <a:gd name="connsiteX8" fmla="*/ 144875 w 285750"/>
              <a:gd name="connsiteY8" fmla="*/ 75533 h 390525"/>
              <a:gd name="connsiteX9" fmla="*/ 214217 w 285750"/>
              <a:gd name="connsiteY9" fmla="*/ 144875 h 390525"/>
              <a:gd name="connsiteX10" fmla="*/ 144875 w 285750"/>
              <a:gd name="connsiteY10" fmla="*/ 214217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5750" h="390525">
                <a:moveTo>
                  <a:pt x="144875" y="7144"/>
                </a:moveTo>
                <a:cubicBezTo>
                  <a:pt x="68866" y="7144"/>
                  <a:pt x="7144" y="68961"/>
                  <a:pt x="7144" y="144875"/>
                </a:cubicBezTo>
                <a:cubicBezTo>
                  <a:pt x="7144" y="239173"/>
                  <a:pt x="130397" y="377571"/>
                  <a:pt x="135636" y="383381"/>
                </a:cubicBezTo>
                <a:cubicBezTo>
                  <a:pt x="140589" y="388906"/>
                  <a:pt x="149162" y="388906"/>
                  <a:pt x="154115" y="383381"/>
                </a:cubicBezTo>
                <a:cubicBezTo>
                  <a:pt x="159353" y="377571"/>
                  <a:pt x="282607" y="239173"/>
                  <a:pt x="282607" y="144875"/>
                </a:cubicBezTo>
                <a:cubicBezTo>
                  <a:pt x="282607" y="68961"/>
                  <a:pt x="220790" y="7144"/>
                  <a:pt x="144875" y="7144"/>
                </a:cubicBezTo>
                <a:close/>
                <a:moveTo>
                  <a:pt x="144875" y="214217"/>
                </a:moveTo>
                <a:cubicBezTo>
                  <a:pt x="106680" y="214217"/>
                  <a:pt x="75533" y="183166"/>
                  <a:pt x="75533" y="144875"/>
                </a:cubicBezTo>
                <a:cubicBezTo>
                  <a:pt x="75533" y="106680"/>
                  <a:pt x="106585" y="75533"/>
                  <a:pt x="144875" y="75533"/>
                </a:cubicBezTo>
                <a:cubicBezTo>
                  <a:pt x="183166" y="75533"/>
                  <a:pt x="214217" y="106585"/>
                  <a:pt x="214217" y="144875"/>
                </a:cubicBezTo>
                <a:cubicBezTo>
                  <a:pt x="214217" y="183166"/>
                  <a:pt x="183071" y="214217"/>
                  <a:pt x="144875" y="214217"/>
                </a:cubicBezTo>
                <a:close/>
              </a:path>
            </a:pathLst>
          </a:custGeom>
          <a:solidFill>
            <a:srgbClr val="9E2A4D"/>
          </a:solidFill>
          <a:ln w="9525" cap="flat">
            <a:noFill/>
            <a:prstDash val="solid"/>
            <a:miter/>
          </a:ln>
        </p:spPr>
        <p:txBody>
          <a:bodyPr rtlCol="0" anchor="ctr"/>
          <a:lstStyle/>
          <a:p>
            <a:endParaRPr lang="ko-KR" altLang="en-US"/>
          </a:p>
        </p:txBody>
      </p:sp>
      <p:sp>
        <p:nvSpPr>
          <p:cNvPr id="200" name="자유형: 도형 180">
            <a:extLst>
              <a:ext uri="{FF2B5EF4-FFF2-40B4-BE49-F238E27FC236}">
                <a16:creationId xmlns:a16="http://schemas.microsoft.com/office/drawing/2014/main" id="{FE528928-C062-1845-89D2-8E24BC66F5F9}"/>
              </a:ext>
            </a:extLst>
          </p:cNvPr>
          <p:cNvSpPr/>
          <p:nvPr/>
        </p:nvSpPr>
        <p:spPr>
          <a:xfrm>
            <a:off x="8697477" y="4634176"/>
            <a:ext cx="236579" cy="313935"/>
          </a:xfrm>
          <a:custGeom>
            <a:avLst/>
            <a:gdLst>
              <a:gd name="connsiteX0" fmla="*/ 144875 w 285750"/>
              <a:gd name="connsiteY0" fmla="*/ 7144 h 390525"/>
              <a:gd name="connsiteX1" fmla="*/ 7144 w 285750"/>
              <a:gd name="connsiteY1" fmla="*/ 144875 h 390525"/>
              <a:gd name="connsiteX2" fmla="*/ 135636 w 285750"/>
              <a:gd name="connsiteY2" fmla="*/ 383381 h 390525"/>
              <a:gd name="connsiteX3" fmla="*/ 154115 w 285750"/>
              <a:gd name="connsiteY3" fmla="*/ 383381 h 390525"/>
              <a:gd name="connsiteX4" fmla="*/ 282607 w 285750"/>
              <a:gd name="connsiteY4" fmla="*/ 144875 h 390525"/>
              <a:gd name="connsiteX5" fmla="*/ 144875 w 285750"/>
              <a:gd name="connsiteY5" fmla="*/ 7144 h 390525"/>
              <a:gd name="connsiteX6" fmla="*/ 144875 w 285750"/>
              <a:gd name="connsiteY6" fmla="*/ 214217 h 390525"/>
              <a:gd name="connsiteX7" fmla="*/ 75533 w 285750"/>
              <a:gd name="connsiteY7" fmla="*/ 144875 h 390525"/>
              <a:gd name="connsiteX8" fmla="*/ 144875 w 285750"/>
              <a:gd name="connsiteY8" fmla="*/ 75533 h 390525"/>
              <a:gd name="connsiteX9" fmla="*/ 214217 w 285750"/>
              <a:gd name="connsiteY9" fmla="*/ 144875 h 390525"/>
              <a:gd name="connsiteX10" fmla="*/ 144875 w 285750"/>
              <a:gd name="connsiteY10" fmla="*/ 214217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5750" h="390525">
                <a:moveTo>
                  <a:pt x="144875" y="7144"/>
                </a:moveTo>
                <a:cubicBezTo>
                  <a:pt x="68866" y="7144"/>
                  <a:pt x="7144" y="68961"/>
                  <a:pt x="7144" y="144875"/>
                </a:cubicBezTo>
                <a:cubicBezTo>
                  <a:pt x="7144" y="239173"/>
                  <a:pt x="130397" y="377571"/>
                  <a:pt x="135636" y="383381"/>
                </a:cubicBezTo>
                <a:cubicBezTo>
                  <a:pt x="140589" y="388906"/>
                  <a:pt x="149162" y="388906"/>
                  <a:pt x="154115" y="383381"/>
                </a:cubicBezTo>
                <a:cubicBezTo>
                  <a:pt x="159353" y="377571"/>
                  <a:pt x="282607" y="239173"/>
                  <a:pt x="282607" y="144875"/>
                </a:cubicBezTo>
                <a:cubicBezTo>
                  <a:pt x="282607" y="68961"/>
                  <a:pt x="220790" y="7144"/>
                  <a:pt x="144875" y="7144"/>
                </a:cubicBezTo>
                <a:close/>
                <a:moveTo>
                  <a:pt x="144875" y="214217"/>
                </a:moveTo>
                <a:cubicBezTo>
                  <a:pt x="106680" y="214217"/>
                  <a:pt x="75533" y="183166"/>
                  <a:pt x="75533" y="144875"/>
                </a:cubicBezTo>
                <a:cubicBezTo>
                  <a:pt x="75533" y="106680"/>
                  <a:pt x="106585" y="75533"/>
                  <a:pt x="144875" y="75533"/>
                </a:cubicBezTo>
                <a:cubicBezTo>
                  <a:pt x="183166" y="75533"/>
                  <a:pt x="214217" y="106585"/>
                  <a:pt x="214217" y="144875"/>
                </a:cubicBezTo>
                <a:cubicBezTo>
                  <a:pt x="214217" y="183166"/>
                  <a:pt x="183071" y="214217"/>
                  <a:pt x="144875" y="214217"/>
                </a:cubicBezTo>
                <a:close/>
              </a:path>
            </a:pathLst>
          </a:custGeom>
          <a:solidFill>
            <a:srgbClr val="9E2A4D"/>
          </a:solidFill>
          <a:ln w="9525" cap="flat">
            <a:noFill/>
            <a:prstDash val="solid"/>
            <a:miter/>
          </a:ln>
        </p:spPr>
        <p:txBody>
          <a:bodyPr rtlCol="0" anchor="ctr"/>
          <a:lstStyle/>
          <a:p>
            <a:endParaRPr lang="ko-KR" altLang="en-US"/>
          </a:p>
        </p:txBody>
      </p:sp>
      <p:sp>
        <p:nvSpPr>
          <p:cNvPr id="201" name="자유형: 도형 181">
            <a:extLst>
              <a:ext uri="{FF2B5EF4-FFF2-40B4-BE49-F238E27FC236}">
                <a16:creationId xmlns:a16="http://schemas.microsoft.com/office/drawing/2014/main" id="{2EDD5F9C-3EC1-C546-AA97-85D046833071}"/>
              </a:ext>
            </a:extLst>
          </p:cNvPr>
          <p:cNvSpPr/>
          <p:nvPr/>
        </p:nvSpPr>
        <p:spPr>
          <a:xfrm>
            <a:off x="7798487" y="2360249"/>
            <a:ext cx="236579" cy="313935"/>
          </a:xfrm>
          <a:custGeom>
            <a:avLst/>
            <a:gdLst>
              <a:gd name="connsiteX0" fmla="*/ 144875 w 285750"/>
              <a:gd name="connsiteY0" fmla="*/ 7144 h 390525"/>
              <a:gd name="connsiteX1" fmla="*/ 7144 w 285750"/>
              <a:gd name="connsiteY1" fmla="*/ 144875 h 390525"/>
              <a:gd name="connsiteX2" fmla="*/ 135636 w 285750"/>
              <a:gd name="connsiteY2" fmla="*/ 383381 h 390525"/>
              <a:gd name="connsiteX3" fmla="*/ 154115 w 285750"/>
              <a:gd name="connsiteY3" fmla="*/ 383381 h 390525"/>
              <a:gd name="connsiteX4" fmla="*/ 282607 w 285750"/>
              <a:gd name="connsiteY4" fmla="*/ 144875 h 390525"/>
              <a:gd name="connsiteX5" fmla="*/ 144875 w 285750"/>
              <a:gd name="connsiteY5" fmla="*/ 7144 h 390525"/>
              <a:gd name="connsiteX6" fmla="*/ 144875 w 285750"/>
              <a:gd name="connsiteY6" fmla="*/ 214217 h 390525"/>
              <a:gd name="connsiteX7" fmla="*/ 75533 w 285750"/>
              <a:gd name="connsiteY7" fmla="*/ 144875 h 390525"/>
              <a:gd name="connsiteX8" fmla="*/ 144875 w 285750"/>
              <a:gd name="connsiteY8" fmla="*/ 75533 h 390525"/>
              <a:gd name="connsiteX9" fmla="*/ 214217 w 285750"/>
              <a:gd name="connsiteY9" fmla="*/ 144875 h 390525"/>
              <a:gd name="connsiteX10" fmla="*/ 144875 w 285750"/>
              <a:gd name="connsiteY10" fmla="*/ 214217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5750" h="390525">
                <a:moveTo>
                  <a:pt x="144875" y="7144"/>
                </a:moveTo>
                <a:cubicBezTo>
                  <a:pt x="68866" y="7144"/>
                  <a:pt x="7144" y="68961"/>
                  <a:pt x="7144" y="144875"/>
                </a:cubicBezTo>
                <a:cubicBezTo>
                  <a:pt x="7144" y="239173"/>
                  <a:pt x="130397" y="377571"/>
                  <a:pt x="135636" y="383381"/>
                </a:cubicBezTo>
                <a:cubicBezTo>
                  <a:pt x="140589" y="388906"/>
                  <a:pt x="149162" y="388906"/>
                  <a:pt x="154115" y="383381"/>
                </a:cubicBezTo>
                <a:cubicBezTo>
                  <a:pt x="159353" y="377571"/>
                  <a:pt x="282607" y="239173"/>
                  <a:pt x="282607" y="144875"/>
                </a:cubicBezTo>
                <a:cubicBezTo>
                  <a:pt x="282607" y="68961"/>
                  <a:pt x="220790" y="7144"/>
                  <a:pt x="144875" y="7144"/>
                </a:cubicBezTo>
                <a:close/>
                <a:moveTo>
                  <a:pt x="144875" y="214217"/>
                </a:moveTo>
                <a:cubicBezTo>
                  <a:pt x="106680" y="214217"/>
                  <a:pt x="75533" y="183166"/>
                  <a:pt x="75533" y="144875"/>
                </a:cubicBezTo>
                <a:cubicBezTo>
                  <a:pt x="75533" y="106680"/>
                  <a:pt x="106585" y="75533"/>
                  <a:pt x="144875" y="75533"/>
                </a:cubicBezTo>
                <a:cubicBezTo>
                  <a:pt x="183166" y="75533"/>
                  <a:pt x="214217" y="106585"/>
                  <a:pt x="214217" y="144875"/>
                </a:cubicBezTo>
                <a:cubicBezTo>
                  <a:pt x="214217" y="183166"/>
                  <a:pt x="183071" y="214217"/>
                  <a:pt x="144875" y="214217"/>
                </a:cubicBezTo>
                <a:close/>
              </a:path>
            </a:pathLst>
          </a:custGeom>
          <a:solidFill>
            <a:srgbClr val="9E2A4D"/>
          </a:solidFill>
          <a:ln w="9525" cap="flat">
            <a:noFill/>
            <a:prstDash val="solid"/>
            <a:miter/>
          </a:ln>
        </p:spPr>
        <p:txBody>
          <a:bodyPr rtlCol="0" anchor="ctr"/>
          <a:lstStyle/>
          <a:p>
            <a:endParaRPr lang="ko-KR" altLang="en-US"/>
          </a:p>
        </p:txBody>
      </p:sp>
      <p:pic>
        <p:nvPicPr>
          <p:cNvPr id="4" name="Picture 3">
            <a:extLst>
              <a:ext uri="{FF2B5EF4-FFF2-40B4-BE49-F238E27FC236}">
                <a16:creationId xmlns:a16="http://schemas.microsoft.com/office/drawing/2014/main" id="{49A70493-15F7-967F-1F37-831DCF597A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389" y="274565"/>
            <a:ext cx="1510774" cy="504996"/>
          </a:xfrm>
          <a:prstGeom prst="rect">
            <a:avLst/>
          </a:prstGeom>
        </p:spPr>
      </p:pic>
      <p:sp>
        <p:nvSpPr>
          <p:cNvPr id="6" name="Title 5">
            <a:extLst>
              <a:ext uri="{FF2B5EF4-FFF2-40B4-BE49-F238E27FC236}">
                <a16:creationId xmlns:a16="http://schemas.microsoft.com/office/drawing/2014/main" id="{6229F53D-3B0F-9393-429A-6466CA27B8FF}"/>
              </a:ext>
            </a:extLst>
          </p:cNvPr>
          <p:cNvSpPr>
            <a:spLocks noGrp="1"/>
          </p:cNvSpPr>
          <p:nvPr>
            <p:ph type="title"/>
          </p:nvPr>
        </p:nvSpPr>
        <p:spPr/>
        <p:txBody>
          <a:bodyPr/>
          <a:lstStyle/>
          <a:p>
            <a:pPr algn="ctr"/>
            <a:endParaRPr lang="en-US"/>
          </a:p>
        </p:txBody>
      </p:sp>
      <p:pic>
        <p:nvPicPr>
          <p:cNvPr id="2" name="Picture 1">
            <a:extLst>
              <a:ext uri="{FF2B5EF4-FFF2-40B4-BE49-F238E27FC236}">
                <a16:creationId xmlns:a16="http://schemas.microsoft.com/office/drawing/2014/main" id="{72B3C9CE-77C0-F341-41FE-A5D2A0A020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spTree>
    <p:extLst>
      <p:ext uri="{BB962C8B-B14F-4D97-AF65-F5344CB8AC3E}">
        <p14:creationId xmlns:p14="http://schemas.microsoft.com/office/powerpoint/2010/main" val="15231049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4820F6-6C26-1EBF-5C42-FA03DE41E161}"/>
              </a:ext>
            </a:extLst>
          </p:cNvPr>
          <p:cNvSpPr txBox="1"/>
          <p:nvPr/>
        </p:nvSpPr>
        <p:spPr bwMode="auto">
          <a:xfrm>
            <a:off x="3647115" y="2649752"/>
            <a:ext cx="4706938" cy="1015663"/>
          </a:xfrm>
          <a:prstGeom prst="rect">
            <a:avLst/>
          </a:prstGeom>
          <a:noFill/>
        </p:spPr>
        <p:txBody>
          <a:bodyPr anchor="ctr">
            <a:spAutoFit/>
          </a:bodyPr>
          <a:lstStyle/>
          <a:p>
            <a:pPr algn="ctr" eaLnBrk="1" fontAlgn="auto" hangingPunct="1">
              <a:spcBef>
                <a:spcPts val="0"/>
              </a:spcBef>
              <a:spcAft>
                <a:spcPts val="0"/>
              </a:spcAft>
              <a:defRPr/>
            </a:pPr>
            <a:r>
              <a:rPr lang="en-US" sz="6000" b="1" dirty="0">
                <a:solidFill>
                  <a:schemeClr val="bg1"/>
                </a:solidFill>
                <a:cs typeface="Arial" panose="020B0604020202020204" pitchFamily="34" charset="0"/>
              </a:rPr>
              <a:t>THANK YOU</a:t>
            </a:r>
          </a:p>
        </p:txBody>
      </p:sp>
      <p:sp>
        <p:nvSpPr>
          <p:cNvPr id="16" name="TextBox 15">
            <a:extLst>
              <a:ext uri="{FF2B5EF4-FFF2-40B4-BE49-F238E27FC236}">
                <a16:creationId xmlns:a16="http://schemas.microsoft.com/office/drawing/2014/main" id="{ADC1C89C-415D-8541-332A-2F542D81F044}"/>
              </a:ext>
            </a:extLst>
          </p:cNvPr>
          <p:cNvSpPr txBox="1"/>
          <p:nvPr/>
        </p:nvSpPr>
        <p:spPr>
          <a:xfrm>
            <a:off x="4434467" y="4076956"/>
            <a:ext cx="1661533" cy="276999"/>
          </a:xfrm>
          <a:prstGeom prst="rect">
            <a:avLst/>
          </a:prstGeom>
          <a:noFill/>
        </p:spPr>
        <p:txBody>
          <a:bodyPr wrap="square" rtlCol="0">
            <a:spAutoFit/>
          </a:bodyPr>
          <a:lstStyle/>
          <a:p>
            <a:r>
              <a:rPr lang="en-MY" sz="1200" dirty="0">
                <a:solidFill>
                  <a:schemeClr val="bg1"/>
                </a:solidFill>
              </a:rPr>
              <a:t>univteknologimalaysia</a:t>
            </a:r>
          </a:p>
        </p:txBody>
      </p:sp>
      <p:grpSp>
        <p:nvGrpSpPr>
          <p:cNvPr id="17" name="Group 16">
            <a:extLst>
              <a:ext uri="{FF2B5EF4-FFF2-40B4-BE49-F238E27FC236}">
                <a16:creationId xmlns:a16="http://schemas.microsoft.com/office/drawing/2014/main" id="{7136870D-2DAD-C7DB-DE9D-5E9D14D472AB}"/>
              </a:ext>
            </a:extLst>
          </p:cNvPr>
          <p:cNvGrpSpPr/>
          <p:nvPr/>
        </p:nvGrpSpPr>
        <p:grpSpPr>
          <a:xfrm>
            <a:off x="3366240" y="4067101"/>
            <a:ext cx="280228" cy="281958"/>
            <a:chOff x="2163763" y="-1266825"/>
            <a:chExt cx="1028700" cy="1035050"/>
          </a:xfrm>
          <a:solidFill>
            <a:schemeClr val="bg1">
              <a:lumMod val="95000"/>
            </a:schemeClr>
          </a:solidFill>
        </p:grpSpPr>
        <p:sp>
          <p:nvSpPr>
            <p:cNvPr id="18" name="Freeform 5">
              <a:extLst>
                <a:ext uri="{FF2B5EF4-FFF2-40B4-BE49-F238E27FC236}">
                  <a16:creationId xmlns:a16="http://schemas.microsoft.com/office/drawing/2014/main" id="{9CA6BC94-EC3A-003F-BBFA-332A294D5FB2}"/>
                </a:ext>
              </a:extLst>
            </p:cNvPr>
            <p:cNvSpPr>
              <a:spLocks noEditPoints="1"/>
            </p:cNvSpPr>
            <p:nvPr/>
          </p:nvSpPr>
          <p:spPr bwMode="auto">
            <a:xfrm>
              <a:off x="2163763" y="-1266825"/>
              <a:ext cx="1028700" cy="1035050"/>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ED93D63C-4E6A-702C-8FFD-729BB391A998}"/>
                </a:ext>
              </a:extLst>
            </p:cNvPr>
            <p:cNvSpPr>
              <a:spLocks/>
            </p:cNvSpPr>
            <p:nvPr/>
          </p:nvSpPr>
          <p:spPr bwMode="auto">
            <a:xfrm>
              <a:off x="2554288" y="-1014413"/>
              <a:ext cx="246063" cy="528638"/>
            </a:xfrm>
            <a:custGeom>
              <a:avLst/>
              <a:gdLst>
                <a:gd name="T0" fmla="*/ 63 w 95"/>
                <a:gd name="T1" fmla="*/ 60 h 202"/>
                <a:gd name="T2" fmla="*/ 63 w 95"/>
                <a:gd name="T3" fmla="*/ 44 h 202"/>
                <a:gd name="T4" fmla="*/ 72 w 95"/>
                <a:gd name="T5" fmla="*/ 34 h 202"/>
                <a:gd name="T6" fmla="*/ 94 w 95"/>
                <a:gd name="T7" fmla="*/ 34 h 202"/>
                <a:gd name="T8" fmla="*/ 94 w 95"/>
                <a:gd name="T9" fmla="*/ 0 h 202"/>
                <a:gd name="T10" fmla="*/ 63 w 95"/>
                <a:gd name="T11" fmla="*/ 0 h 202"/>
                <a:gd name="T12" fmla="*/ 21 w 95"/>
                <a:gd name="T13" fmla="*/ 42 h 202"/>
                <a:gd name="T14" fmla="*/ 21 w 95"/>
                <a:gd name="T15" fmla="*/ 60 h 202"/>
                <a:gd name="T16" fmla="*/ 0 w 95"/>
                <a:gd name="T17" fmla="*/ 60 h 202"/>
                <a:gd name="T18" fmla="*/ 0 w 95"/>
                <a:gd name="T19" fmla="*/ 85 h 202"/>
                <a:gd name="T20" fmla="*/ 0 w 95"/>
                <a:gd name="T21" fmla="*/ 101 h 202"/>
                <a:gd name="T22" fmla="*/ 21 w 95"/>
                <a:gd name="T23" fmla="*/ 101 h 202"/>
                <a:gd name="T24" fmla="*/ 21 w 95"/>
                <a:gd name="T25" fmla="*/ 202 h 202"/>
                <a:gd name="T26" fmla="*/ 61 w 95"/>
                <a:gd name="T27" fmla="*/ 202 h 202"/>
                <a:gd name="T28" fmla="*/ 61 w 95"/>
                <a:gd name="T29" fmla="*/ 101 h 202"/>
                <a:gd name="T30" fmla="*/ 91 w 95"/>
                <a:gd name="T31" fmla="*/ 101 h 202"/>
                <a:gd name="T32" fmla="*/ 92 w 95"/>
                <a:gd name="T33" fmla="*/ 85 h 202"/>
                <a:gd name="T34" fmla="*/ 95 w 95"/>
                <a:gd name="T35" fmla="*/ 60 h 202"/>
                <a:gd name="T36" fmla="*/ 63 w 95"/>
                <a:gd name="T37"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02">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0" name="Group 19">
            <a:extLst>
              <a:ext uri="{FF2B5EF4-FFF2-40B4-BE49-F238E27FC236}">
                <a16:creationId xmlns:a16="http://schemas.microsoft.com/office/drawing/2014/main" id="{309B19F7-B624-3ABA-C567-5166FD20AAE7}"/>
              </a:ext>
            </a:extLst>
          </p:cNvPr>
          <p:cNvGrpSpPr/>
          <p:nvPr/>
        </p:nvGrpSpPr>
        <p:grpSpPr>
          <a:xfrm>
            <a:off x="7531144" y="4077067"/>
            <a:ext cx="279796" cy="281958"/>
            <a:chOff x="3470276" y="-1266825"/>
            <a:chExt cx="1027113" cy="1035050"/>
          </a:xfrm>
          <a:solidFill>
            <a:schemeClr val="bg1">
              <a:lumMod val="95000"/>
            </a:schemeClr>
          </a:solidFill>
        </p:grpSpPr>
        <p:sp>
          <p:nvSpPr>
            <p:cNvPr id="21" name="Freeform 6">
              <a:extLst>
                <a:ext uri="{FF2B5EF4-FFF2-40B4-BE49-F238E27FC236}">
                  <a16:creationId xmlns:a16="http://schemas.microsoft.com/office/drawing/2014/main" id="{1D2869D3-FA80-AF09-B200-6780D06BD571}"/>
                </a:ext>
              </a:extLst>
            </p:cNvPr>
            <p:cNvSpPr>
              <a:spLocks noEditPoints="1"/>
            </p:cNvSpPr>
            <p:nvPr/>
          </p:nvSpPr>
          <p:spPr bwMode="auto">
            <a:xfrm>
              <a:off x="3470276" y="-1266825"/>
              <a:ext cx="1027113" cy="1035050"/>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8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8 w 396"/>
                <a:gd name="T31" fmla="*/ 327 h 396"/>
                <a:gd name="T32" fmla="*/ 381 w 396"/>
                <a:gd name="T33" fmla="*/ 198 h 396"/>
                <a:gd name="T34" fmla="*/ 328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3" y="22"/>
                    <a:pt x="338" y="58"/>
                  </a:cubicBezTo>
                  <a:cubicBezTo>
                    <a:pt x="374" y="93"/>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3"/>
                    <a:pt x="58" y="58"/>
                  </a:cubicBezTo>
                  <a:cubicBezTo>
                    <a:pt x="94" y="22"/>
                    <a:pt x="144" y="0"/>
                    <a:pt x="198" y="0"/>
                  </a:cubicBezTo>
                  <a:close/>
                  <a:moveTo>
                    <a:pt x="328"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8" y="327"/>
                  </a:cubicBezTo>
                  <a:cubicBezTo>
                    <a:pt x="361" y="294"/>
                    <a:pt x="381" y="248"/>
                    <a:pt x="381" y="198"/>
                  </a:cubicBezTo>
                  <a:cubicBezTo>
                    <a:pt x="381" y="147"/>
                    <a:pt x="361" y="102"/>
                    <a:pt x="328"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6">
              <a:extLst>
                <a:ext uri="{FF2B5EF4-FFF2-40B4-BE49-F238E27FC236}">
                  <a16:creationId xmlns:a16="http://schemas.microsoft.com/office/drawing/2014/main" id="{D2E0A07B-CE26-AFAB-9272-1F467B6A0A9B}"/>
                </a:ext>
              </a:extLst>
            </p:cNvPr>
            <p:cNvSpPr>
              <a:spLocks noEditPoints="1"/>
            </p:cNvSpPr>
            <p:nvPr/>
          </p:nvSpPr>
          <p:spPr bwMode="auto">
            <a:xfrm>
              <a:off x="3727451" y="-1011238"/>
              <a:ext cx="515938" cy="520700"/>
            </a:xfrm>
            <a:custGeom>
              <a:avLst/>
              <a:gdLst>
                <a:gd name="T0" fmla="*/ 49 w 199"/>
                <a:gd name="T1" fmla="*/ 100 h 199"/>
                <a:gd name="T2" fmla="*/ 99 w 199"/>
                <a:gd name="T3" fmla="*/ 49 h 199"/>
                <a:gd name="T4" fmla="*/ 150 w 199"/>
                <a:gd name="T5" fmla="*/ 100 h 199"/>
                <a:gd name="T6" fmla="*/ 99 w 199"/>
                <a:gd name="T7" fmla="*/ 150 h 199"/>
                <a:gd name="T8" fmla="*/ 49 w 199"/>
                <a:gd name="T9" fmla="*/ 100 h 199"/>
                <a:gd name="T10" fmla="*/ 152 w 199"/>
                <a:gd name="T11" fmla="*/ 0 h 199"/>
                <a:gd name="T12" fmla="*/ 47 w 199"/>
                <a:gd name="T13" fmla="*/ 0 h 199"/>
                <a:gd name="T14" fmla="*/ 0 w 199"/>
                <a:gd name="T15" fmla="*/ 47 h 199"/>
                <a:gd name="T16" fmla="*/ 0 w 199"/>
                <a:gd name="T17" fmla="*/ 152 h 199"/>
                <a:gd name="T18" fmla="*/ 47 w 199"/>
                <a:gd name="T19" fmla="*/ 199 h 199"/>
                <a:gd name="T20" fmla="*/ 152 w 199"/>
                <a:gd name="T21" fmla="*/ 199 h 199"/>
                <a:gd name="T22" fmla="*/ 199 w 199"/>
                <a:gd name="T23" fmla="*/ 152 h 199"/>
                <a:gd name="T24" fmla="*/ 199 w 199"/>
                <a:gd name="T25" fmla="*/ 47 h 199"/>
                <a:gd name="T26" fmla="*/ 152 w 199"/>
                <a:gd name="T27" fmla="*/ 0 h 199"/>
                <a:gd name="T28" fmla="*/ 47 w 199"/>
                <a:gd name="T29" fmla="*/ 12 h 199"/>
                <a:gd name="T30" fmla="*/ 152 w 199"/>
                <a:gd name="T31" fmla="*/ 12 h 199"/>
                <a:gd name="T32" fmla="*/ 187 w 199"/>
                <a:gd name="T33" fmla="*/ 47 h 199"/>
                <a:gd name="T34" fmla="*/ 187 w 199"/>
                <a:gd name="T35" fmla="*/ 152 h 199"/>
                <a:gd name="T36" fmla="*/ 152 w 199"/>
                <a:gd name="T37" fmla="*/ 187 h 199"/>
                <a:gd name="T38" fmla="*/ 47 w 199"/>
                <a:gd name="T39" fmla="*/ 187 h 199"/>
                <a:gd name="T40" fmla="*/ 12 w 199"/>
                <a:gd name="T41" fmla="*/ 152 h 199"/>
                <a:gd name="T42" fmla="*/ 12 w 199"/>
                <a:gd name="T43" fmla="*/ 47 h 199"/>
                <a:gd name="T44" fmla="*/ 47 w 199"/>
                <a:gd name="T45" fmla="*/ 12 h 199"/>
                <a:gd name="T46" fmla="*/ 162 w 199"/>
                <a:gd name="T47" fmla="*/ 27 h 199"/>
                <a:gd name="T48" fmla="*/ 152 w 199"/>
                <a:gd name="T49" fmla="*/ 37 h 199"/>
                <a:gd name="T50" fmla="*/ 162 w 199"/>
                <a:gd name="T51" fmla="*/ 48 h 199"/>
                <a:gd name="T52" fmla="*/ 173 w 199"/>
                <a:gd name="T53" fmla="*/ 37 h 199"/>
                <a:gd name="T54" fmla="*/ 162 w 199"/>
                <a:gd name="T55" fmla="*/ 27 h 199"/>
                <a:gd name="T56" fmla="*/ 163 w 199"/>
                <a:gd name="T57" fmla="*/ 100 h 199"/>
                <a:gd name="T58" fmla="*/ 99 w 199"/>
                <a:gd name="T59" fmla="*/ 36 h 199"/>
                <a:gd name="T60" fmla="*/ 35 w 199"/>
                <a:gd name="T61" fmla="*/ 100 h 199"/>
                <a:gd name="T62" fmla="*/ 99 w 199"/>
                <a:gd name="T63" fmla="*/ 164 h 199"/>
                <a:gd name="T64" fmla="*/ 163 w 199"/>
                <a:gd name="T65" fmla="*/ 10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9" h="199">
                  <a:moveTo>
                    <a:pt x="49" y="100"/>
                  </a:moveTo>
                  <a:cubicBezTo>
                    <a:pt x="49" y="72"/>
                    <a:pt x="71" y="49"/>
                    <a:pt x="99" y="49"/>
                  </a:cubicBezTo>
                  <a:cubicBezTo>
                    <a:pt x="127" y="49"/>
                    <a:pt x="150" y="72"/>
                    <a:pt x="150" y="100"/>
                  </a:cubicBezTo>
                  <a:cubicBezTo>
                    <a:pt x="150" y="128"/>
                    <a:pt x="127" y="150"/>
                    <a:pt x="99" y="150"/>
                  </a:cubicBezTo>
                  <a:cubicBezTo>
                    <a:pt x="71" y="150"/>
                    <a:pt x="49" y="128"/>
                    <a:pt x="49" y="100"/>
                  </a:cubicBezTo>
                  <a:close/>
                  <a:moveTo>
                    <a:pt x="152" y="0"/>
                  </a:moveTo>
                  <a:cubicBezTo>
                    <a:pt x="47" y="0"/>
                    <a:pt x="47" y="0"/>
                    <a:pt x="47" y="0"/>
                  </a:cubicBezTo>
                  <a:cubicBezTo>
                    <a:pt x="21" y="0"/>
                    <a:pt x="0" y="21"/>
                    <a:pt x="0" y="47"/>
                  </a:cubicBezTo>
                  <a:cubicBezTo>
                    <a:pt x="0" y="152"/>
                    <a:pt x="0" y="152"/>
                    <a:pt x="0" y="152"/>
                  </a:cubicBezTo>
                  <a:cubicBezTo>
                    <a:pt x="0" y="178"/>
                    <a:pt x="21" y="199"/>
                    <a:pt x="47" y="199"/>
                  </a:cubicBezTo>
                  <a:cubicBezTo>
                    <a:pt x="152" y="199"/>
                    <a:pt x="152" y="199"/>
                    <a:pt x="152" y="199"/>
                  </a:cubicBezTo>
                  <a:cubicBezTo>
                    <a:pt x="178" y="199"/>
                    <a:pt x="199" y="178"/>
                    <a:pt x="199" y="152"/>
                  </a:cubicBezTo>
                  <a:cubicBezTo>
                    <a:pt x="199" y="47"/>
                    <a:pt x="199" y="47"/>
                    <a:pt x="199" y="47"/>
                  </a:cubicBezTo>
                  <a:cubicBezTo>
                    <a:pt x="199" y="21"/>
                    <a:pt x="178" y="0"/>
                    <a:pt x="152" y="0"/>
                  </a:cubicBezTo>
                  <a:close/>
                  <a:moveTo>
                    <a:pt x="47" y="12"/>
                  </a:moveTo>
                  <a:cubicBezTo>
                    <a:pt x="152" y="12"/>
                    <a:pt x="152" y="12"/>
                    <a:pt x="152" y="12"/>
                  </a:cubicBezTo>
                  <a:cubicBezTo>
                    <a:pt x="171" y="12"/>
                    <a:pt x="187" y="28"/>
                    <a:pt x="187" y="47"/>
                  </a:cubicBezTo>
                  <a:cubicBezTo>
                    <a:pt x="187" y="152"/>
                    <a:pt x="187" y="152"/>
                    <a:pt x="187" y="152"/>
                  </a:cubicBezTo>
                  <a:cubicBezTo>
                    <a:pt x="187" y="171"/>
                    <a:pt x="171" y="187"/>
                    <a:pt x="152" y="187"/>
                  </a:cubicBezTo>
                  <a:cubicBezTo>
                    <a:pt x="47" y="187"/>
                    <a:pt x="47" y="187"/>
                    <a:pt x="47" y="187"/>
                  </a:cubicBezTo>
                  <a:cubicBezTo>
                    <a:pt x="28" y="187"/>
                    <a:pt x="12" y="171"/>
                    <a:pt x="12" y="152"/>
                  </a:cubicBezTo>
                  <a:cubicBezTo>
                    <a:pt x="12" y="47"/>
                    <a:pt x="12" y="47"/>
                    <a:pt x="12" y="47"/>
                  </a:cubicBezTo>
                  <a:cubicBezTo>
                    <a:pt x="12" y="28"/>
                    <a:pt x="28" y="12"/>
                    <a:pt x="47" y="12"/>
                  </a:cubicBezTo>
                  <a:close/>
                  <a:moveTo>
                    <a:pt x="162" y="27"/>
                  </a:moveTo>
                  <a:cubicBezTo>
                    <a:pt x="156" y="27"/>
                    <a:pt x="152" y="32"/>
                    <a:pt x="152" y="37"/>
                  </a:cubicBezTo>
                  <a:cubicBezTo>
                    <a:pt x="152" y="43"/>
                    <a:pt x="156" y="48"/>
                    <a:pt x="162" y="48"/>
                  </a:cubicBezTo>
                  <a:cubicBezTo>
                    <a:pt x="168" y="48"/>
                    <a:pt x="173" y="43"/>
                    <a:pt x="173" y="37"/>
                  </a:cubicBezTo>
                  <a:cubicBezTo>
                    <a:pt x="173" y="32"/>
                    <a:pt x="168" y="27"/>
                    <a:pt x="162" y="27"/>
                  </a:cubicBezTo>
                  <a:close/>
                  <a:moveTo>
                    <a:pt x="163" y="100"/>
                  </a:moveTo>
                  <a:cubicBezTo>
                    <a:pt x="163" y="64"/>
                    <a:pt x="135" y="36"/>
                    <a:pt x="99" y="36"/>
                  </a:cubicBezTo>
                  <a:cubicBezTo>
                    <a:pt x="64" y="36"/>
                    <a:pt x="35" y="64"/>
                    <a:pt x="35" y="100"/>
                  </a:cubicBezTo>
                  <a:cubicBezTo>
                    <a:pt x="35" y="135"/>
                    <a:pt x="64" y="164"/>
                    <a:pt x="99" y="164"/>
                  </a:cubicBezTo>
                  <a:cubicBezTo>
                    <a:pt x="135" y="164"/>
                    <a:pt x="163" y="135"/>
                    <a:pt x="163"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4" name="TextBox 23">
            <a:extLst>
              <a:ext uri="{FF2B5EF4-FFF2-40B4-BE49-F238E27FC236}">
                <a16:creationId xmlns:a16="http://schemas.microsoft.com/office/drawing/2014/main" id="{601DB2CC-6680-AB58-44EA-DF265753FC9C}"/>
              </a:ext>
            </a:extLst>
          </p:cNvPr>
          <p:cNvSpPr txBox="1"/>
          <p:nvPr/>
        </p:nvSpPr>
        <p:spPr>
          <a:xfrm>
            <a:off x="6711844" y="4072060"/>
            <a:ext cx="3029941" cy="276999"/>
          </a:xfrm>
          <a:prstGeom prst="rect">
            <a:avLst/>
          </a:prstGeom>
          <a:noFill/>
        </p:spPr>
        <p:txBody>
          <a:bodyPr wrap="square" rtlCol="0">
            <a:spAutoFit/>
          </a:bodyPr>
          <a:lstStyle/>
          <a:p>
            <a:r>
              <a:rPr lang="en-MY" sz="1200" dirty="0">
                <a:solidFill>
                  <a:schemeClr val="bg1"/>
                </a:solidFill>
              </a:rPr>
              <a:t>utm.my</a:t>
            </a:r>
          </a:p>
        </p:txBody>
      </p:sp>
      <p:sp>
        <p:nvSpPr>
          <p:cNvPr id="25" name="Shape 2865">
            <a:extLst>
              <a:ext uri="{FF2B5EF4-FFF2-40B4-BE49-F238E27FC236}">
                <a16:creationId xmlns:a16="http://schemas.microsoft.com/office/drawing/2014/main" id="{123F8921-49CA-90DB-32D1-C5AA4C985D01}"/>
              </a:ext>
            </a:extLst>
          </p:cNvPr>
          <p:cNvSpPr/>
          <p:nvPr/>
        </p:nvSpPr>
        <p:spPr>
          <a:xfrm>
            <a:off x="3720466" y="407695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3430" y="9320"/>
                </a:moveTo>
                <a:cubicBezTo>
                  <a:pt x="11975" y="9320"/>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0"/>
                  <a:pt x="13430" y="9320"/>
                </a:cubicBezTo>
                <a:moveTo>
                  <a:pt x="6873" y="14727"/>
                </a:moveTo>
                <a:lnTo>
                  <a:pt x="8829" y="14727"/>
                </a:lnTo>
                <a:lnTo>
                  <a:pt x="8829" y="9320"/>
                </a:lnTo>
                <a:lnTo>
                  <a:pt x="6873" y="9320"/>
                </a:lnTo>
                <a:cubicBezTo>
                  <a:pt x="6873" y="9320"/>
                  <a:pt x="6873" y="14727"/>
                  <a:pt x="6873" y="14727"/>
                </a:cubicBezTo>
                <a:close/>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solidFill>
            <a:schemeClr val="bg1"/>
          </a:soli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6" name="Shape 2861">
            <a:extLst>
              <a:ext uri="{FF2B5EF4-FFF2-40B4-BE49-F238E27FC236}">
                <a16:creationId xmlns:a16="http://schemas.microsoft.com/office/drawing/2014/main" id="{1380BA52-67A1-3ED5-42D9-2A461EBA05A8}"/>
              </a:ext>
            </a:extLst>
          </p:cNvPr>
          <p:cNvSpPr/>
          <p:nvPr/>
        </p:nvSpPr>
        <p:spPr>
          <a:xfrm>
            <a:off x="4072196" y="407695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324" y="12090"/>
                </a:moveTo>
                <a:cubicBezTo>
                  <a:pt x="14019" y="12090"/>
                  <a:pt x="14019" y="12428"/>
                  <a:pt x="14019" y="12428"/>
                </a:cubicBezTo>
                <a:lnTo>
                  <a:pt x="14019" y="12863"/>
                </a:lnTo>
                <a:lnTo>
                  <a:pt x="14628" y="12863"/>
                </a:lnTo>
                <a:lnTo>
                  <a:pt x="14628" y="12428"/>
                </a:lnTo>
                <a:cubicBezTo>
                  <a:pt x="14628" y="12428"/>
                  <a:pt x="14628" y="12090"/>
                  <a:pt x="14324" y="12090"/>
                </a:cubicBezTo>
                <a:moveTo>
                  <a:pt x="15287" y="12380"/>
                </a:moveTo>
                <a:lnTo>
                  <a:pt x="15287" y="13348"/>
                </a:lnTo>
                <a:lnTo>
                  <a:pt x="14019" y="13348"/>
                </a:lnTo>
                <a:lnTo>
                  <a:pt x="14019" y="14072"/>
                </a:lnTo>
                <a:cubicBezTo>
                  <a:pt x="14019" y="14072"/>
                  <a:pt x="14019" y="14411"/>
                  <a:pt x="14324" y="14411"/>
                </a:cubicBezTo>
                <a:cubicBezTo>
                  <a:pt x="14628" y="14411"/>
                  <a:pt x="14628" y="14072"/>
                  <a:pt x="14628" y="14072"/>
                </a:cubicBezTo>
                <a:lnTo>
                  <a:pt x="14628" y="13734"/>
                </a:lnTo>
                <a:lnTo>
                  <a:pt x="15287" y="13734"/>
                </a:lnTo>
                <a:lnTo>
                  <a:pt x="15287" y="14266"/>
                </a:lnTo>
                <a:cubicBezTo>
                  <a:pt x="15287" y="14266"/>
                  <a:pt x="15186" y="14943"/>
                  <a:pt x="14375" y="14943"/>
                </a:cubicBezTo>
                <a:cubicBezTo>
                  <a:pt x="13564" y="14943"/>
                  <a:pt x="13411" y="14266"/>
                  <a:pt x="13411" y="14266"/>
                </a:cubicBezTo>
                <a:lnTo>
                  <a:pt x="13411" y="12380"/>
                </a:lnTo>
                <a:cubicBezTo>
                  <a:pt x="13411" y="12380"/>
                  <a:pt x="13411" y="11558"/>
                  <a:pt x="14375" y="11558"/>
                </a:cubicBezTo>
                <a:cubicBezTo>
                  <a:pt x="15338" y="11558"/>
                  <a:pt x="15287" y="12380"/>
                  <a:pt x="15287" y="12380"/>
                </a:cubicBezTo>
                <a:moveTo>
                  <a:pt x="12904" y="14169"/>
                </a:moveTo>
                <a:cubicBezTo>
                  <a:pt x="12904" y="14169"/>
                  <a:pt x="12904" y="14943"/>
                  <a:pt x="12347" y="14943"/>
                </a:cubicBezTo>
                <a:cubicBezTo>
                  <a:pt x="12005" y="14943"/>
                  <a:pt x="11798" y="14762"/>
                  <a:pt x="11687" y="14621"/>
                </a:cubicBezTo>
                <a:lnTo>
                  <a:pt x="11687" y="14895"/>
                </a:lnTo>
                <a:lnTo>
                  <a:pt x="11028" y="14895"/>
                </a:lnTo>
                <a:lnTo>
                  <a:pt x="11028" y="10446"/>
                </a:lnTo>
                <a:lnTo>
                  <a:pt x="11687" y="10446"/>
                </a:lnTo>
                <a:lnTo>
                  <a:pt x="11687" y="11888"/>
                </a:lnTo>
                <a:cubicBezTo>
                  <a:pt x="11788" y="11782"/>
                  <a:pt x="12036" y="11558"/>
                  <a:pt x="12347" y="11558"/>
                </a:cubicBezTo>
                <a:cubicBezTo>
                  <a:pt x="12752" y="11558"/>
                  <a:pt x="12904" y="11896"/>
                  <a:pt x="12904" y="12332"/>
                </a:cubicBezTo>
                <a:cubicBezTo>
                  <a:pt x="12904" y="12332"/>
                  <a:pt x="12904" y="14169"/>
                  <a:pt x="12904" y="14169"/>
                </a:cubicBezTo>
                <a:close/>
                <a:moveTo>
                  <a:pt x="10521" y="14895"/>
                </a:moveTo>
                <a:lnTo>
                  <a:pt x="9913" y="14895"/>
                </a:lnTo>
                <a:lnTo>
                  <a:pt x="9913" y="14605"/>
                </a:lnTo>
                <a:cubicBezTo>
                  <a:pt x="9913" y="14605"/>
                  <a:pt x="9558" y="14943"/>
                  <a:pt x="9152" y="14943"/>
                </a:cubicBezTo>
                <a:cubicBezTo>
                  <a:pt x="8747" y="14943"/>
                  <a:pt x="8696" y="14556"/>
                  <a:pt x="8696" y="14556"/>
                </a:cubicBezTo>
                <a:lnTo>
                  <a:pt x="8696" y="11558"/>
                </a:lnTo>
                <a:lnTo>
                  <a:pt x="9304" y="11558"/>
                </a:lnTo>
                <a:lnTo>
                  <a:pt x="9304" y="14362"/>
                </a:lnTo>
                <a:cubicBezTo>
                  <a:pt x="9304" y="14362"/>
                  <a:pt x="9304" y="14508"/>
                  <a:pt x="9507" y="14508"/>
                </a:cubicBezTo>
                <a:cubicBezTo>
                  <a:pt x="9710" y="14508"/>
                  <a:pt x="9913" y="14266"/>
                  <a:pt x="9913" y="14266"/>
                </a:cubicBezTo>
                <a:lnTo>
                  <a:pt x="9913" y="11558"/>
                </a:lnTo>
                <a:lnTo>
                  <a:pt x="10521" y="11558"/>
                </a:lnTo>
                <a:cubicBezTo>
                  <a:pt x="10521" y="11558"/>
                  <a:pt x="10521" y="14895"/>
                  <a:pt x="10521" y="14895"/>
                </a:cubicBezTo>
                <a:close/>
                <a:moveTo>
                  <a:pt x="8595" y="11074"/>
                </a:moveTo>
                <a:lnTo>
                  <a:pt x="7834" y="11074"/>
                </a:lnTo>
                <a:lnTo>
                  <a:pt x="7834" y="14895"/>
                </a:lnTo>
                <a:lnTo>
                  <a:pt x="7124" y="14895"/>
                </a:lnTo>
                <a:lnTo>
                  <a:pt x="7124" y="11074"/>
                </a:lnTo>
                <a:lnTo>
                  <a:pt x="6363" y="11074"/>
                </a:lnTo>
                <a:lnTo>
                  <a:pt x="6363" y="10446"/>
                </a:lnTo>
                <a:lnTo>
                  <a:pt x="8595" y="10446"/>
                </a:lnTo>
                <a:cubicBezTo>
                  <a:pt x="8595" y="10446"/>
                  <a:pt x="8595" y="11074"/>
                  <a:pt x="8595" y="11074"/>
                </a:cubicBezTo>
                <a:close/>
                <a:moveTo>
                  <a:pt x="14527" y="9430"/>
                </a:moveTo>
                <a:cubicBezTo>
                  <a:pt x="14527" y="9430"/>
                  <a:pt x="12667" y="9334"/>
                  <a:pt x="10800" y="9334"/>
                </a:cubicBezTo>
                <a:cubicBezTo>
                  <a:pt x="8940" y="9334"/>
                  <a:pt x="7074" y="9430"/>
                  <a:pt x="7074" y="9430"/>
                </a:cubicBezTo>
                <a:cubicBezTo>
                  <a:pt x="6233" y="9430"/>
                  <a:pt x="5552" y="10080"/>
                  <a:pt x="5552" y="10881"/>
                </a:cubicBezTo>
                <a:cubicBezTo>
                  <a:pt x="5552" y="10881"/>
                  <a:pt x="5400" y="11822"/>
                  <a:pt x="5400" y="12767"/>
                </a:cubicBezTo>
                <a:cubicBezTo>
                  <a:pt x="5400" y="13708"/>
                  <a:pt x="5552" y="14652"/>
                  <a:pt x="5552" y="14652"/>
                </a:cubicBezTo>
                <a:cubicBezTo>
                  <a:pt x="5552" y="15454"/>
                  <a:pt x="6233" y="16103"/>
                  <a:pt x="7074" y="16103"/>
                </a:cubicBezTo>
                <a:cubicBezTo>
                  <a:pt x="7074" y="16103"/>
                  <a:pt x="8905" y="16200"/>
                  <a:pt x="10800" y="16200"/>
                </a:cubicBezTo>
                <a:cubicBezTo>
                  <a:pt x="12630" y="16200"/>
                  <a:pt x="14527" y="16103"/>
                  <a:pt x="14527" y="16103"/>
                </a:cubicBezTo>
                <a:cubicBezTo>
                  <a:pt x="15367" y="16103"/>
                  <a:pt x="16048" y="15454"/>
                  <a:pt x="16048" y="14652"/>
                </a:cubicBezTo>
                <a:cubicBezTo>
                  <a:pt x="16048" y="14652"/>
                  <a:pt x="16200" y="13700"/>
                  <a:pt x="16200" y="12767"/>
                </a:cubicBezTo>
                <a:cubicBezTo>
                  <a:pt x="16200" y="11814"/>
                  <a:pt x="16048" y="10881"/>
                  <a:pt x="16048" y="10881"/>
                </a:cubicBezTo>
                <a:cubicBezTo>
                  <a:pt x="16048" y="10080"/>
                  <a:pt x="15367" y="9430"/>
                  <a:pt x="14527" y="9430"/>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1992" y="12090"/>
                </a:moveTo>
                <a:cubicBezTo>
                  <a:pt x="11860" y="12090"/>
                  <a:pt x="11757" y="12168"/>
                  <a:pt x="11687" y="12243"/>
                </a:cubicBezTo>
                <a:lnTo>
                  <a:pt x="11687" y="14276"/>
                </a:lnTo>
                <a:cubicBezTo>
                  <a:pt x="11751" y="14345"/>
                  <a:pt x="11847" y="14411"/>
                  <a:pt x="11992" y="14411"/>
                </a:cubicBezTo>
                <a:cubicBezTo>
                  <a:pt x="12296" y="14411"/>
                  <a:pt x="12296" y="14072"/>
                  <a:pt x="12296" y="14072"/>
                </a:cubicBezTo>
                <a:lnTo>
                  <a:pt x="12296" y="12428"/>
                </a:lnTo>
                <a:cubicBezTo>
                  <a:pt x="12296" y="12428"/>
                  <a:pt x="12245" y="12090"/>
                  <a:pt x="11992" y="12090"/>
                </a:cubicBezTo>
                <a:moveTo>
                  <a:pt x="7986" y="8751"/>
                </a:moveTo>
                <a:lnTo>
                  <a:pt x="8696" y="8751"/>
                </a:lnTo>
                <a:lnTo>
                  <a:pt x="8696" y="7188"/>
                </a:lnTo>
                <a:lnTo>
                  <a:pt x="9507" y="4970"/>
                </a:lnTo>
                <a:lnTo>
                  <a:pt x="8848" y="4970"/>
                </a:lnTo>
                <a:lnTo>
                  <a:pt x="8341" y="6433"/>
                </a:lnTo>
                <a:lnTo>
                  <a:pt x="7834" y="4970"/>
                </a:lnTo>
                <a:lnTo>
                  <a:pt x="7124" y="4970"/>
                </a:lnTo>
                <a:lnTo>
                  <a:pt x="7986" y="7188"/>
                </a:lnTo>
                <a:cubicBezTo>
                  <a:pt x="7986" y="7188"/>
                  <a:pt x="7986" y="8751"/>
                  <a:pt x="7986" y="8751"/>
                </a:cubicBezTo>
                <a:close/>
                <a:moveTo>
                  <a:pt x="12397" y="8801"/>
                </a:moveTo>
                <a:cubicBezTo>
                  <a:pt x="12802" y="8801"/>
                  <a:pt x="13158" y="8449"/>
                  <a:pt x="13158" y="8449"/>
                </a:cubicBezTo>
                <a:lnTo>
                  <a:pt x="13158" y="8751"/>
                </a:lnTo>
                <a:lnTo>
                  <a:pt x="13766" y="8751"/>
                </a:lnTo>
                <a:lnTo>
                  <a:pt x="13766" y="5878"/>
                </a:lnTo>
                <a:lnTo>
                  <a:pt x="13158" y="5878"/>
                </a:lnTo>
                <a:lnTo>
                  <a:pt x="13158" y="8096"/>
                </a:lnTo>
                <a:cubicBezTo>
                  <a:pt x="13158" y="8096"/>
                  <a:pt x="12955" y="8348"/>
                  <a:pt x="12752" y="8348"/>
                </a:cubicBezTo>
                <a:cubicBezTo>
                  <a:pt x="12549" y="8348"/>
                  <a:pt x="12549" y="8196"/>
                  <a:pt x="12549" y="8196"/>
                </a:cubicBezTo>
                <a:lnTo>
                  <a:pt x="12549" y="5878"/>
                </a:lnTo>
                <a:lnTo>
                  <a:pt x="11941" y="5878"/>
                </a:lnTo>
                <a:lnTo>
                  <a:pt x="11941" y="8398"/>
                </a:lnTo>
                <a:cubicBezTo>
                  <a:pt x="11941" y="8398"/>
                  <a:pt x="11992" y="8801"/>
                  <a:pt x="12397" y="8801"/>
                </a:cubicBezTo>
                <a:moveTo>
                  <a:pt x="10166" y="6634"/>
                </a:moveTo>
                <a:cubicBezTo>
                  <a:pt x="10166" y="6467"/>
                  <a:pt x="10302" y="6332"/>
                  <a:pt x="10470" y="6332"/>
                </a:cubicBezTo>
                <a:cubicBezTo>
                  <a:pt x="10639" y="6332"/>
                  <a:pt x="10775" y="6467"/>
                  <a:pt x="10775" y="6634"/>
                </a:cubicBezTo>
                <a:lnTo>
                  <a:pt x="10775" y="8045"/>
                </a:lnTo>
                <a:cubicBezTo>
                  <a:pt x="10775" y="8212"/>
                  <a:pt x="10639" y="8348"/>
                  <a:pt x="10470" y="8348"/>
                </a:cubicBezTo>
                <a:cubicBezTo>
                  <a:pt x="10302" y="8348"/>
                  <a:pt x="10166" y="8212"/>
                  <a:pt x="10166" y="8045"/>
                </a:cubicBezTo>
                <a:cubicBezTo>
                  <a:pt x="10166" y="8045"/>
                  <a:pt x="10166" y="6634"/>
                  <a:pt x="10166" y="6634"/>
                </a:cubicBezTo>
                <a:close/>
                <a:moveTo>
                  <a:pt x="10369" y="8801"/>
                </a:moveTo>
                <a:lnTo>
                  <a:pt x="10572" y="8801"/>
                </a:lnTo>
                <a:cubicBezTo>
                  <a:pt x="11020" y="8801"/>
                  <a:pt x="11383" y="8440"/>
                  <a:pt x="11383" y="7995"/>
                </a:cubicBezTo>
                <a:lnTo>
                  <a:pt x="11383" y="6684"/>
                </a:lnTo>
                <a:cubicBezTo>
                  <a:pt x="11383" y="6239"/>
                  <a:pt x="11020" y="5878"/>
                  <a:pt x="10572" y="5878"/>
                </a:cubicBezTo>
                <a:lnTo>
                  <a:pt x="10369" y="5878"/>
                </a:lnTo>
                <a:cubicBezTo>
                  <a:pt x="9921" y="5878"/>
                  <a:pt x="9558" y="6239"/>
                  <a:pt x="9558" y="6684"/>
                </a:cubicBezTo>
                <a:lnTo>
                  <a:pt x="9558" y="7995"/>
                </a:lnTo>
                <a:cubicBezTo>
                  <a:pt x="9558" y="8440"/>
                  <a:pt x="9921" y="8801"/>
                  <a:pt x="10369" y="8801"/>
                </a:cubicBezTo>
              </a:path>
            </a:pathLst>
          </a:custGeom>
          <a:solidFill>
            <a:schemeClr val="bg1"/>
          </a:soli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pic>
        <p:nvPicPr>
          <p:cNvPr id="30" name="Graphic 29">
            <a:extLst>
              <a:ext uri="{FF2B5EF4-FFF2-40B4-BE49-F238E27FC236}">
                <a16:creationId xmlns:a16="http://schemas.microsoft.com/office/drawing/2014/main" id="{970F175F-7AF7-89EA-112A-720572DAABD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53684" y="4070864"/>
            <a:ext cx="289182" cy="289182"/>
          </a:xfrm>
          <a:prstGeom prst="rect">
            <a:avLst/>
          </a:prstGeom>
        </p:spPr>
      </p:pic>
      <p:sp>
        <p:nvSpPr>
          <p:cNvPr id="31" name="TextBox 30">
            <a:extLst>
              <a:ext uri="{FF2B5EF4-FFF2-40B4-BE49-F238E27FC236}">
                <a16:creationId xmlns:a16="http://schemas.microsoft.com/office/drawing/2014/main" id="{8BBE6196-BF2A-FEBF-C038-9FC0BED4A868}"/>
              </a:ext>
            </a:extLst>
          </p:cNvPr>
          <p:cNvSpPr txBox="1"/>
          <p:nvPr/>
        </p:nvSpPr>
        <p:spPr>
          <a:xfrm>
            <a:off x="7819166" y="4069364"/>
            <a:ext cx="1861503" cy="276999"/>
          </a:xfrm>
          <a:prstGeom prst="rect">
            <a:avLst/>
          </a:prstGeom>
          <a:noFill/>
        </p:spPr>
        <p:txBody>
          <a:bodyPr wrap="square" rtlCol="0">
            <a:spAutoFit/>
          </a:bodyPr>
          <a:lstStyle/>
          <a:p>
            <a:r>
              <a:rPr lang="en-MY" sz="1200" dirty="0" err="1">
                <a:solidFill>
                  <a:schemeClr val="bg1"/>
                </a:solidFill>
              </a:rPr>
              <a:t>utmofficial</a:t>
            </a:r>
            <a:endParaRPr lang="en-MY" sz="1200" dirty="0">
              <a:solidFill>
                <a:schemeClr val="bg1"/>
              </a:solidFill>
            </a:endParaRPr>
          </a:p>
        </p:txBody>
      </p:sp>
      <p:pic>
        <p:nvPicPr>
          <p:cNvPr id="33" name="Graphic 32">
            <a:extLst>
              <a:ext uri="{FF2B5EF4-FFF2-40B4-BE49-F238E27FC236}">
                <a16:creationId xmlns:a16="http://schemas.microsoft.com/office/drawing/2014/main" id="{B08DA86B-1F79-234F-1249-1C05AE9EA62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89397" y="4076956"/>
            <a:ext cx="289182" cy="289182"/>
          </a:xfrm>
          <a:prstGeom prst="rect">
            <a:avLst/>
          </a:prstGeom>
        </p:spPr>
      </p:pic>
    </p:spTree>
    <p:extLst>
      <p:ext uri="{BB962C8B-B14F-4D97-AF65-F5344CB8AC3E}">
        <p14:creationId xmlns:p14="http://schemas.microsoft.com/office/powerpoint/2010/main" val="14705221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2525">
            <a:extLst>
              <a:ext uri="{FF2B5EF4-FFF2-40B4-BE49-F238E27FC236}">
                <a16:creationId xmlns:a16="http://schemas.microsoft.com/office/drawing/2014/main" id="{A86E9C78-8CBE-6D68-6831-1A8F049B2CA4}"/>
              </a:ext>
            </a:extLst>
          </p:cNvPr>
          <p:cNvSpPr/>
          <p:nvPr/>
        </p:nvSpPr>
        <p:spPr>
          <a:xfrm>
            <a:off x="904422" y="204509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1291" y="17673"/>
                </a:moveTo>
                <a:cubicBezTo>
                  <a:pt x="11562" y="17673"/>
                  <a:pt x="11782" y="17453"/>
                  <a:pt x="11782" y="17182"/>
                </a:cubicBezTo>
                <a:cubicBezTo>
                  <a:pt x="11782" y="16911"/>
                  <a:pt x="11562" y="16691"/>
                  <a:pt x="11291" y="16691"/>
                </a:cubicBezTo>
                <a:cubicBezTo>
                  <a:pt x="11020" y="16691"/>
                  <a:pt x="10800" y="16911"/>
                  <a:pt x="10800" y="17182"/>
                </a:cubicBezTo>
                <a:cubicBezTo>
                  <a:pt x="10800" y="17453"/>
                  <a:pt x="11020" y="17673"/>
                  <a:pt x="11291" y="17673"/>
                </a:cubicBezTo>
                <a:moveTo>
                  <a:pt x="17673" y="18655"/>
                </a:moveTo>
                <a:lnTo>
                  <a:pt x="13745" y="18655"/>
                </a:lnTo>
                <a:lnTo>
                  <a:pt x="13745" y="12273"/>
                </a:lnTo>
                <a:cubicBezTo>
                  <a:pt x="13745" y="12002"/>
                  <a:pt x="13525" y="11782"/>
                  <a:pt x="13255" y="11782"/>
                </a:cubicBezTo>
                <a:lnTo>
                  <a:pt x="8345" y="11782"/>
                </a:lnTo>
                <a:cubicBezTo>
                  <a:pt x="8075" y="11782"/>
                  <a:pt x="7855" y="12002"/>
                  <a:pt x="7855" y="12273"/>
                </a:cubicBezTo>
                <a:lnTo>
                  <a:pt x="7855" y="18655"/>
                </a:lnTo>
                <a:lnTo>
                  <a:pt x="3927" y="18655"/>
                </a:lnTo>
                <a:lnTo>
                  <a:pt x="3927" y="8058"/>
                </a:lnTo>
                <a:lnTo>
                  <a:pt x="10800" y="1185"/>
                </a:lnTo>
                <a:lnTo>
                  <a:pt x="17673" y="8058"/>
                </a:lnTo>
                <a:cubicBezTo>
                  <a:pt x="17673" y="8058"/>
                  <a:pt x="17673" y="18655"/>
                  <a:pt x="17673" y="18655"/>
                </a:cubicBezTo>
                <a:close/>
                <a:moveTo>
                  <a:pt x="17673" y="20618"/>
                </a:moveTo>
                <a:lnTo>
                  <a:pt x="13745" y="20618"/>
                </a:lnTo>
                <a:lnTo>
                  <a:pt x="13745" y="19636"/>
                </a:lnTo>
                <a:lnTo>
                  <a:pt x="17673" y="19636"/>
                </a:lnTo>
                <a:cubicBezTo>
                  <a:pt x="17673" y="19636"/>
                  <a:pt x="17673" y="20618"/>
                  <a:pt x="17673" y="20618"/>
                </a:cubicBezTo>
                <a:close/>
                <a:moveTo>
                  <a:pt x="12764" y="20618"/>
                </a:moveTo>
                <a:lnTo>
                  <a:pt x="8836" y="20618"/>
                </a:lnTo>
                <a:lnTo>
                  <a:pt x="8836" y="12764"/>
                </a:lnTo>
                <a:lnTo>
                  <a:pt x="12764" y="12764"/>
                </a:lnTo>
                <a:cubicBezTo>
                  <a:pt x="12764" y="12764"/>
                  <a:pt x="12764" y="20618"/>
                  <a:pt x="12764" y="20618"/>
                </a:cubicBezTo>
                <a:close/>
                <a:moveTo>
                  <a:pt x="7855" y="20618"/>
                </a:moveTo>
                <a:lnTo>
                  <a:pt x="3927" y="20618"/>
                </a:lnTo>
                <a:lnTo>
                  <a:pt x="3927" y="19636"/>
                </a:lnTo>
                <a:lnTo>
                  <a:pt x="7855" y="19636"/>
                </a:lnTo>
                <a:cubicBezTo>
                  <a:pt x="7855" y="19636"/>
                  <a:pt x="7855" y="20618"/>
                  <a:pt x="7855" y="20618"/>
                </a:cubicBezTo>
                <a:close/>
                <a:moveTo>
                  <a:pt x="14727" y="1964"/>
                </a:moveTo>
                <a:lnTo>
                  <a:pt x="16691" y="1964"/>
                </a:lnTo>
                <a:lnTo>
                  <a:pt x="16691" y="5688"/>
                </a:lnTo>
                <a:lnTo>
                  <a:pt x="14727" y="3724"/>
                </a:lnTo>
                <a:cubicBezTo>
                  <a:pt x="14727" y="3724"/>
                  <a:pt x="14727" y="1964"/>
                  <a:pt x="14727" y="1964"/>
                </a:cubicBezTo>
                <a:close/>
                <a:moveTo>
                  <a:pt x="21456" y="10453"/>
                </a:moveTo>
                <a:lnTo>
                  <a:pt x="17673" y="6670"/>
                </a:lnTo>
                <a:lnTo>
                  <a:pt x="17673" y="1473"/>
                </a:lnTo>
                <a:cubicBezTo>
                  <a:pt x="17673" y="1202"/>
                  <a:pt x="17453" y="982"/>
                  <a:pt x="17182" y="982"/>
                </a:cubicBezTo>
                <a:lnTo>
                  <a:pt x="14236" y="982"/>
                </a:lnTo>
                <a:cubicBezTo>
                  <a:pt x="13966" y="982"/>
                  <a:pt x="13745" y="1202"/>
                  <a:pt x="13745" y="1473"/>
                </a:cubicBezTo>
                <a:lnTo>
                  <a:pt x="13745" y="2742"/>
                </a:lnTo>
                <a:lnTo>
                  <a:pt x="11147" y="144"/>
                </a:lnTo>
                <a:cubicBezTo>
                  <a:pt x="11058" y="55"/>
                  <a:pt x="10935" y="0"/>
                  <a:pt x="10800" y="0"/>
                </a:cubicBezTo>
                <a:cubicBezTo>
                  <a:pt x="10665" y="0"/>
                  <a:pt x="10542" y="55"/>
                  <a:pt x="10453" y="144"/>
                </a:cubicBezTo>
                <a:lnTo>
                  <a:pt x="144" y="10453"/>
                </a:lnTo>
                <a:cubicBezTo>
                  <a:pt x="55" y="10542"/>
                  <a:pt x="0" y="10665"/>
                  <a:pt x="0" y="10800"/>
                </a:cubicBezTo>
                <a:cubicBezTo>
                  <a:pt x="0" y="11072"/>
                  <a:pt x="220" y="11291"/>
                  <a:pt x="491" y="11291"/>
                </a:cubicBezTo>
                <a:cubicBezTo>
                  <a:pt x="626" y="11291"/>
                  <a:pt x="749" y="11236"/>
                  <a:pt x="838" y="11147"/>
                </a:cubicBezTo>
                <a:lnTo>
                  <a:pt x="2945" y="9040"/>
                </a:lnTo>
                <a:lnTo>
                  <a:pt x="2945" y="21109"/>
                </a:lnTo>
                <a:cubicBezTo>
                  <a:pt x="2945" y="21381"/>
                  <a:pt x="3166" y="21600"/>
                  <a:pt x="3436" y="21600"/>
                </a:cubicBezTo>
                <a:lnTo>
                  <a:pt x="18164" y="21600"/>
                </a:lnTo>
                <a:cubicBezTo>
                  <a:pt x="18434" y="21600"/>
                  <a:pt x="18655" y="21381"/>
                  <a:pt x="18655" y="21109"/>
                </a:cubicBezTo>
                <a:lnTo>
                  <a:pt x="18655" y="9040"/>
                </a:lnTo>
                <a:lnTo>
                  <a:pt x="20762" y="11147"/>
                </a:lnTo>
                <a:cubicBezTo>
                  <a:pt x="20851" y="11236"/>
                  <a:pt x="20974" y="11291"/>
                  <a:pt x="21109" y="11291"/>
                </a:cubicBezTo>
                <a:cubicBezTo>
                  <a:pt x="21380" y="11291"/>
                  <a:pt x="21600" y="11072"/>
                  <a:pt x="21600" y="10800"/>
                </a:cubicBezTo>
                <a:cubicBezTo>
                  <a:pt x="21600" y="10665"/>
                  <a:pt x="21545" y="10542"/>
                  <a:pt x="21456" y="1045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 name="Shape 2526">
            <a:extLst>
              <a:ext uri="{FF2B5EF4-FFF2-40B4-BE49-F238E27FC236}">
                <a16:creationId xmlns:a16="http://schemas.microsoft.com/office/drawing/2014/main" id="{DF007609-CB16-0B8A-3904-ABDEFB5C2D2F}"/>
              </a:ext>
            </a:extLst>
          </p:cNvPr>
          <p:cNvSpPr/>
          <p:nvPr/>
        </p:nvSpPr>
        <p:spPr>
          <a:xfrm>
            <a:off x="1437683" y="204509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4236" y="16752"/>
                </a:moveTo>
                <a:cubicBezTo>
                  <a:pt x="14001" y="16887"/>
                  <a:pt x="13921" y="17188"/>
                  <a:pt x="14057" y="17422"/>
                </a:cubicBezTo>
                <a:cubicBezTo>
                  <a:pt x="14192" y="17658"/>
                  <a:pt x="14493" y="17738"/>
                  <a:pt x="14727" y="17602"/>
                </a:cubicBezTo>
                <a:cubicBezTo>
                  <a:pt x="14962" y="17467"/>
                  <a:pt x="15042" y="17167"/>
                  <a:pt x="14907" y="16932"/>
                </a:cubicBezTo>
                <a:cubicBezTo>
                  <a:pt x="14771" y="16697"/>
                  <a:pt x="14472" y="16617"/>
                  <a:pt x="14236" y="16752"/>
                </a:cubicBezTo>
                <a:moveTo>
                  <a:pt x="10800" y="11782"/>
                </a:moveTo>
                <a:cubicBezTo>
                  <a:pt x="10258" y="11782"/>
                  <a:pt x="9818" y="11342"/>
                  <a:pt x="9818" y="10800"/>
                </a:cubicBezTo>
                <a:cubicBezTo>
                  <a:pt x="9818" y="10258"/>
                  <a:pt x="10258" y="9818"/>
                  <a:pt x="10800" y="9818"/>
                </a:cubicBezTo>
                <a:cubicBezTo>
                  <a:pt x="11342" y="9818"/>
                  <a:pt x="11782" y="10258"/>
                  <a:pt x="11782" y="10800"/>
                </a:cubicBezTo>
                <a:cubicBezTo>
                  <a:pt x="11782" y="11342"/>
                  <a:pt x="11342" y="11782"/>
                  <a:pt x="10800" y="11782"/>
                </a:cubicBezTo>
                <a:moveTo>
                  <a:pt x="15218" y="10309"/>
                </a:moveTo>
                <a:lnTo>
                  <a:pt x="12694" y="10309"/>
                </a:lnTo>
                <a:cubicBezTo>
                  <a:pt x="12515" y="9624"/>
                  <a:pt x="11978" y="9084"/>
                  <a:pt x="11291" y="8906"/>
                </a:cubicBezTo>
                <a:lnTo>
                  <a:pt x="11291" y="3436"/>
                </a:lnTo>
                <a:cubicBezTo>
                  <a:pt x="11291" y="3166"/>
                  <a:pt x="11071" y="2945"/>
                  <a:pt x="10800" y="2945"/>
                </a:cubicBezTo>
                <a:cubicBezTo>
                  <a:pt x="10529" y="2945"/>
                  <a:pt x="10309" y="3166"/>
                  <a:pt x="10309" y="3436"/>
                </a:cubicBezTo>
                <a:lnTo>
                  <a:pt x="10309" y="8906"/>
                </a:lnTo>
                <a:cubicBezTo>
                  <a:pt x="9464" y="9125"/>
                  <a:pt x="8836" y="9886"/>
                  <a:pt x="8836" y="10800"/>
                </a:cubicBezTo>
                <a:cubicBezTo>
                  <a:pt x="8836" y="11885"/>
                  <a:pt x="9716" y="12764"/>
                  <a:pt x="10800" y="12764"/>
                </a:cubicBezTo>
                <a:cubicBezTo>
                  <a:pt x="11714" y="12764"/>
                  <a:pt x="12476" y="12137"/>
                  <a:pt x="12694" y="11291"/>
                </a:cubicBezTo>
                <a:lnTo>
                  <a:pt x="15218" y="11291"/>
                </a:lnTo>
                <a:cubicBezTo>
                  <a:pt x="15489" y="11291"/>
                  <a:pt x="15709" y="11072"/>
                  <a:pt x="15709" y="10800"/>
                </a:cubicBezTo>
                <a:cubicBezTo>
                  <a:pt x="15709" y="10529"/>
                  <a:pt x="15489" y="10309"/>
                  <a:pt x="15218" y="10309"/>
                </a:cubicBezTo>
                <a:moveTo>
                  <a:pt x="16932" y="6693"/>
                </a:moveTo>
                <a:cubicBezTo>
                  <a:pt x="16697" y="6829"/>
                  <a:pt x="16616" y="7129"/>
                  <a:pt x="16752" y="7364"/>
                </a:cubicBezTo>
                <a:cubicBezTo>
                  <a:pt x="16887" y="7599"/>
                  <a:pt x="17188" y="7679"/>
                  <a:pt x="17422" y="7543"/>
                </a:cubicBezTo>
                <a:cubicBezTo>
                  <a:pt x="17657" y="7408"/>
                  <a:pt x="17737" y="7108"/>
                  <a:pt x="17602" y="6873"/>
                </a:cubicBezTo>
                <a:cubicBezTo>
                  <a:pt x="17467" y="6638"/>
                  <a:pt x="17166" y="6557"/>
                  <a:pt x="16932" y="6693"/>
                </a:cubicBezTo>
                <a:moveTo>
                  <a:pt x="10800" y="17673"/>
                </a:moveTo>
                <a:cubicBezTo>
                  <a:pt x="10529" y="17673"/>
                  <a:pt x="10309" y="17893"/>
                  <a:pt x="10309" y="18164"/>
                </a:cubicBezTo>
                <a:cubicBezTo>
                  <a:pt x="10309" y="18435"/>
                  <a:pt x="10529" y="18655"/>
                  <a:pt x="10800" y="18655"/>
                </a:cubicBezTo>
                <a:cubicBezTo>
                  <a:pt x="11071" y="18655"/>
                  <a:pt x="11291" y="18435"/>
                  <a:pt x="11291" y="18164"/>
                </a:cubicBezTo>
                <a:cubicBezTo>
                  <a:pt x="11291" y="17893"/>
                  <a:pt x="11071" y="17673"/>
                  <a:pt x="10800" y="17673"/>
                </a:cubicBezTo>
                <a:moveTo>
                  <a:pt x="17422" y="14057"/>
                </a:moveTo>
                <a:cubicBezTo>
                  <a:pt x="17188" y="13921"/>
                  <a:pt x="16887" y="14001"/>
                  <a:pt x="16752" y="14236"/>
                </a:cubicBezTo>
                <a:cubicBezTo>
                  <a:pt x="16616" y="14472"/>
                  <a:pt x="16697" y="14772"/>
                  <a:pt x="16932" y="14907"/>
                </a:cubicBezTo>
                <a:cubicBezTo>
                  <a:pt x="17166" y="15043"/>
                  <a:pt x="17467" y="14962"/>
                  <a:pt x="17602" y="14727"/>
                </a:cubicBezTo>
                <a:cubicBezTo>
                  <a:pt x="17737" y="14492"/>
                  <a:pt x="17657" y="14192"/>
                  <a:pt x="17422" y="14057"/>
                </a:cubicBezTo>
                <a:moveTo>
                  <a:pt x="4668" y="6693"/>
                </a:moveTo>
                <a:cubicBezTo>
                  <a:pt x="4433" y="6557"/>
                  <a:pt x="4133" y="6638"/>
                  <a:pt x="3998" y="6873"/>
                </a:cubicBezTo>
                <a:cubicBezTo>
                  <a:pt x="3863" y="7108"/>
                  <a:pt x="3942" y="7408"/>
                  <a:pt x="4178" y="7543"/>
                </a:cubicBezTo>
                <a:cubicBezTo>
                  <a:pt x="4412" y="7679"/>
                  <a:pt x="4713" y="7599"/>
                  <a:pt x="4848" y="7364"/>
                </a:cubicBezTo>
                <a:cubicBezTo>
                  <a:pt x="4984" y="7129"/>
                  <a:pt x="4903" y="6829"/>
                  <a:pt x="4668" y="6693"/>
                </a:cubicBezTo>
                <a:moveTo>
                  <a:pt x="14236" y="4848"/>
                </a:moveTo>
                <a:cubicBezTo>
                  <a:pt x="14472" y="4984"/>
                  <a:pt x="14771" y="4903"/>
                  <a:pt x="14907" y="4669"/>
                </a:cubicBezTo>
                <a:cubicBezTo>
                  <a:pt x="15042" y="4434"/>
                  <a:pt x="14962" y="4134"/>
                  <a:pt x="14727" y="3998"/>
                </a:cubicBezTo>
                <a:cubicBezTo>
                  <a:pt x="14493" y="3863"/>
                  <a:pt x="14192" y="3943"/>
                  <a:pt x="14057" y="4178"/>
                </a:cubicBezTo>
                <a:cubicBezTo>
                  <a:pt x="13921" y="4412"/>
                  <a:pt x="14001" y="4713"/>
                  <a:pt x="14236" y="4848"/>
                </a:cubicBezTo>
                <a:moveTo>
                  <a:pt x="3436" y="10309"/>
                </a:moveTo>
                <a:cubicBezTo>
                  <a:pt x="3166" y="10309"/>
                  <a:pt x="2945" y="10529"/>
                  <a:pt x="2945" y="10800"/>
                </a:cubicBezTo>
                <a:cubicBezTo>
                  <a:pt x="2945" y="11072"/>
                  <a:pt x="3166" y="11291"/>
                  <a:pt x="3436" y="11291"/>
                </a:cubicBezTo>
                <a:cubicBezTo>
                  <a:pt x="3707" y="11291"/>
                  <a:pt x="3927" y="11072"/>
                  <a:pt x="3927" y="10800"/>
                </a:cubicBezTo>
                <a:cubicBezTo>
                  <a:pt x="3927" y="10529"/>
                  <a:pt x="3707" y="10309"/>
                  <a:pt x="3436" y="10309"/>
                </a:cubicBezTo>
                <a:moveTo>
                  <a:pt x="6873" y="3998"/>
                </a:moveTo>
                <a:cubicBezTo>
                  <a:pt x="6638" y="4134"/>
                  <a:pt x="6558" y="4434"/>
                  <a:pt x="6693" y="4669"/>
                </a:cubicBezTo>
                <a:cubicBezTo>
                  <a:pt x="6829" y="4903"/>
                  <a:pt x="7129" y="4984"/>
                  <a:pt x="7364" y="4848"/>
                </a:cubicBezTo>
                <a:cubicBezTo>
                  <a:pt x="7599" y="4713"/>
                  <a:pt x="7679" y="4412"/>
                  <a:pt x="7543" y="4178"/>
                </a:cubicBezTo>
                <a:cubicBezTo>
                  <a:pt x="7408" y="3943"/>
                  <a:pt x="7108" y="3863"/>
                  <a:pt x="6873" y="3998"/>
                </a:cubicBezTo>
                <a:moveTo>
                  <a:pt x="4178" y="14057"/>
                </a:moveTo>
                <a:cubicBezTo>
                  <a:pt x="3942" y="14192"/>
                  <a:pt x="3863" y="14492"/>
                  <a:pt x="3998" y="14727"/>
                </a:cubicBezTo>
                <a:cubicBezTo>
                  <a:pt x="4133" y="14962"/>
                  <a:pt x="4433" y="15043"/>
                  <a:pt x="4668" y="14907"/>
                </a:cubicBezTo>
                <a:cubicBezTo>
                  <a:pt x="4903" y="14772"/>
                  <a:pt x="4984" y="14472"/>
                  <a:pt x="4848" y="14236"/>
                </a:cubicBezTo>
                <a:cubicBezTo>
                  <a:pt x="4713" y="14001"/>
                  <a:pt x="4412" y="13921"/>
                  <a:pt x="4178" y="14057"/>
                </a:cubicBezTo>
                <a:moveTo>
                  <a:pt x="7364" y="16752"/>
                </a:moveTo>
                <a:cubicBezTo>
                  <a:pt x="7129" y="16617"/>
                  <a:pt x="6829" y="16697"/>
                  <a:pt x="6693" y="16932"/>
                </a:cubicBezTo>
                <a:cubicBezTo>
                  <a:pt x="6558" y="17167"/>
                  <a:pt x="6638" y="17467"/>
                  <a:pt x="6873" y="17602"/>
                </a:cubicBezTo>
                <a:cubicBezTo>
                  <a:pt x="7108" y="17738"/>
                  <a:pt x="7408" y="17658"/>
                  <a:pt x="7543" y="17422"/>
                </a:cubicBezTo>
                <a:cubicBezTo>
                  <a:pt x="7679" y="17188"/>
                  <a:pt x="7599" y="16887"/>
                  <a:pt x="7364" y="16752"/>
                </a:cubicBezTo>
                <a:moveTo>
                  <a:pt x="18164" y="10309"/>
                </a:moveTo>
                <a:cubicBezTo>
                  <a:pt x="17893" y="10309"/>
                  <a:pt x="17673" y="10529"/>
                  <a:pt x="17673" y="10800"/>
                </a:cubicBezTo>
                <a:cubicBezTo>
                  <a:pt x="17673" y="11072"/>
                  <a:pt x="17893" y="11291"/>
                  <a:pt x="18164" y="11291"/>
                </a:cubicBezTo>
                <a:cubicBezTo>
                  <a:pt x="18434" y="11291"/>
                  <a:pt x="18655" y="11072"/>
                  <a:pt x="18655" y="10800"/>
                </a:cubicBezTo>
                <a:cubicBezTo>
                  <a:pt x="18655" y="10529"/>
                  <a:pt x="18434" y="10309"/>
                  <a:pt x="18164" y="103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 name="Shape 2527">
            <a:extLst>
              <a:ext uri="{FF2B5EF4-FFF2-40B4-BE49-F238E27FC236}">
                <a16:creationId xmlns:a16="http://schemas.microsoft.com/office/drawing/2014/main" id="{008A4D37-48A2-5D00-981E-093E67FF3063}"/>
              </a:ext>
            </a:extLst>
          </p:cNvPr>
          <p:cNvSpPr/>
          <p:nvPr/>
        </p:nvSpPr>
        <p:spPr>
          <a:xfrm>
            <a:off x="1970944" y="204509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11782"/>
                </a:moveTo>
                <a:cubicBezTo>
                  <a:pt x="10258" y="11782"/>
                  <a:pt x="9818" y="11342"/>
                  <a:pt x="9818" y="10800"/>
                </a:cubicBezTo>
                <a:cubicBezTo>
                  <a:pt x="9818" y="10258"/>
                  <a:pt x="10258" y="9818"/>
                  <a:pt x="10800" y="9818"/>
                </a:cubicBezTo>
                <a:cubicBezTo>
                  <a:pt x="11342" y="9818"/>
                  <a:pt x="11782" y="10258"/>
                  <a:pt x="11782" y="10800"/>
                </a:cubicBezTo>
                <a:cubicBezTo>
                  <a:pt x="11782" y="11342"/>
                  <a:pt x="11342" y="11782"/>
                  <a:pt x="10800" y="11782"/>
                </a:cubicBezTo>
                <a:moveTo>
                  <a:pt x="14236" y="10309"/>
                </a:moveTo>
                <a:lnTo>
                  <a:pt x="12694" y="10309"/>
                </a:lnTo>
                <a:cubicBezTo>
                  <a:pt x="12516" y="9622"/>
                  <a:pt x="11979" y="9084"/>
                  <a:pt x="11291" y="8906"/>
                </a:cubicBezTo>
                <a:lnTo>
                  <a:pt x="11291" y="5400"/>
                </a:lnTo>
                <a:cubicBezTo>
                  <a:pt x="11291" y="5129"/>
                  <a:pt x="11071" y="4909"/>
                  <a:pt x="10800" y="4909"/>
                </a:cubicBezTo>
                <a:cubicBezTo>
                  <a:pt x="10529" y="4909"/>
                  <a:pt x="10309" y="5129"/>
                  <a:pt x="10309" y="5400"/>
                </a:cubicBezTo>
                <a:lnTo>
                  <a:pt x="10309" y="8906"/>
                </a:lnTo>
                <a:cubicBezTo>
                  <a:pt x="9464" y="9125"/>
                  <a:pt x="8836" y="9886"/>
                  <a:pt x="8836" y="10800"/>
                </a:cubicBezTo>
                <a:cubicBezTo>
                  <a:pt x="8836" y="11885"/>
                  <a:pt x="9716" y="12764"/>
                  <a:pt x="10800" y="12764"/>
                </a:cubicBezTo>
                <a:cubicBezTo>
                  <a:pt x="11714" y="12764"/>
                  <a:pt x="12476" y="12137"/>
                  <a:pt x="12694" y="11291"/>
                </a:cubicBezTo>
                <a:lnTo>
                  <a:pt x="14236" y="11291"/>
                </a:lnTo>
                <a:cubicBezTo>
                  <a:pt x="14507" y="11291"/>
                  <a:pt x="14727" y="11072"/>
                  <a:pt x="14727" y="10800"/>
                </a:cubicBezTo>
                <a:cubicBezTo>
                  <a:pt x="14727" y="10529"/>
                  <a:pt x="14507" y="10309"/>
                  <a:pt x="14236" y="10309"/>
                </a:cubicBezTo>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0800" y="18655"/>
                </a:moveTo>
                <a:cubicBezTo>
                  <a:pt x="6462" y="18655"/>
                  <a:pt x="2945" y="15138"/>
                  <a:pt x="2945" y="10800"/>
                </a:cubicBezTo>
                <a:cubicBezTo>
                  <a:pt x="2945" y="6462"/>
                  <a:pt x="6462" y="2945"/>
                  <a:pt x="10800" y="2945"/>
                </a:cubicBezTo>
                <a:cubicBezTo>
                  <a:pt x="15138" y="2945"/>
                  <a:pt x="18655" y="6462"/>
                  <a:pt x="18655" y="10800"/>
                </a:cubicBezTo>
                <a:cubicBezTo>
                  <a:pt x="18655" y="15138"/>
                  <a:pt x="15138" y="18655"/>
                  <a:pt x="10800" y="18655"/>
                </a:cubicBezTo>
                <a:moveTo>
                  <a:pt x="10800" y="1964"/>
                </a:moveTo>
                <a:cubicBezTo>
                  <a:pt x="5920" y="1964"/>
                  <a:pt x="1964" y="5920"/>
                  <a:pt x="1964" y="10800"/>
                </a:cubicBezTo>
                <a:cubicBezTo>
                  <a:pt x="1964" y="15680"/>
                  <a:pt x="5920" y="19636"/>
                  <a:pt x="10800" y="19636"/>
                </a:cubicBezTo>
                <a:cubicBezTo>
                  <a:pt x="15680" y="19636"/>
                  <a:pt x="19636" y="15680"/>
                  <a:pt x="19636" y="10800"/>
                </a:cubicBezTo>
                <a:cubicBezTo>
                  <a:pt x="19636" y="5920"/>
                  <a:pt x="15680" y="1964"/>
                  <a:pt x="10800" y="196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 name="Shape 2528">
            <a:extLst>
              <a:ext uri="{FF2B5EF4-FFF2-40B4-BE49-F238E27FC236}">
                <a16:creationId xmlns:a16="http://schemas.microsoft.com/office/drawing/2014/main" id="{BF06586A-268E-C37F-0741-2509D7E9C5B5}"/>
              </a:ext>
            </a:extLst>
          </p:cNvPr>
          <p:cNvSpPr/>
          <p:nvPr/>
        </p:nvSpPr>
        <p:spPr>
          <a:xfrm>
            <a:off x="2542295" y="2045094"/>
            <a:ext cx="203148" cy="279328"/>
          </a:xfrm>
          <a:custGeom>
            <a:avLst/>
            <a:gdLst/>
            <a:ahLst/>
            <a:cxnLst>
              <a:cxn ang="0">
                <a:pos x="wd2" y="hd2"/>
              </a:cxn>
              <a:cxn ang="5400000">
                <a:pos x="wd2" y="hd2"/>
              </a:cxn>
              <a:cxn ang="10800000">
                <a:pos x="wd2" y="hd2"/>
              </a:cxn>
              <a:cxn ang="16200000">
                <a:pos x="wd2" y="hd2"/>
              </a:cxn>
            </a:cxnLst>
            <a:rect l="0" t="0" r="r" b="b"/>
            <a:pathLst>
              <a:path w="21600" h="21600" extrusionOk="0">
                <a:moveTo>
                  <a:pt x="20250" y="19636"/>
                </a:moveTo>
                <a:cubicBezTo>
                  <a:pt x="20250" y="20178"/>
                  <a:pt x="19645" y="20618"/>
                  <a:pt x="18900" y="20618"/>
                </a:cubicBezTo>
                <a:lnTo>
                  <a:pt x="2700" y="20618"/>
                </a:lnTo>
                <a:cubicBezTo>
                  <a:pt x="1955" y="20618"/>
                  <a:pt x="1350" y="20178"/>
                  <a:pt x="1350" y="19636"/>
                </a:cubicBezTo>
                <a:lnTo>
                  <a:pt x="1350" y="10800"/>
                </a:lnTo>
                <a:cubicBezTo>
                  <a:pt x="1350" y="10258"/>
                  <a:pt x="1955" y="9818"/>
                  <a:pt x="2700" y="9818"/>
                </a:cubicBezTo>
                <a:lnTo>
                  <a:pt x="18900" y="9818"/>
                </a:lnTo>
                <a:cubicBezTo>
                  <a:pt x="19645" y="9818"/>
                  <a:pt x="20250" y="10258"/>
                  <a:pt x="20250" y="10800"/>
                </a:cubicBezTo>
                <a:cubicBezTo>
                  <a:pt x="20250" y="10800"/>
                  <a:pt x="20250" y="19636"/>
                  <a:pt x="20250" y="19636"/>
                </a:cubicBezTo>
                <a:close/>
                <a:moveTo>
                  <a:pt x="4050" y="5891"/>
                </a:moveTo>
                <a:cubicBezTo>
                  <a:pt x="4050" y="3180"/>
                  <a:pt x="7072" y="982"/>
                  <a:pt x="10800" y="982"/>
                </a:cubicBezTo>
                <a:cubicBezTo>
                  <a:pt x="14528" y="982"/>
                  <a:pt x="17550" y="3180"/>
                  <a:pt x="17550" y="5891"/>
                </a:cubicBezTo>
                <a:lnTo>
                  <a:pt x="17550" y="8836"/>
                </a:lnTo>
                <a:lnTo>
                  <a:pt x="4050" y="8836"/>
                </a:lnTo>
                <a:cubicBezTo>
                  <a:pt x="4050" y="8836"/>
                  <a:pt x="4050" y="5891"/>
                  <a:pt x="4050" y="5891"/>
                </a:cubicBezTo>
                <a:close/>
                <a:moveTo>
                  <a:pt x="18900" y="8836"/>
                </a:moveTo>
                <a:lnTo>
                  <a:pt x="18900" y="5891"/>
                </a:lnTo>
                <a:cubicBezTo>
                  <a:pt x="18900" y="2638"/>
                  <a:pt x="15273" y="0"/>
                  <a:pt x="10800" y="0"/>
                </a:cubicBezTo>
                <a:cubicBezTo>
                  <a:pt x="6327" y="0"/>
                  <a:pt x="2700" y="2638"/>
                  <a:pt x="2700" y="5891"/>
                </a:cubicBezTo>
                <a:lnTo>
                  <a:pt x="2700" y="8836"/>
                </a:lnTo>
                <a:cubicBezTo>
                  <a:pt x="1209" y="8836"/>
                  <a:pt x="0" y="9716"/>
                  <a:pt x="0" y="10800"/>
                </a:cubicBezTo>
                <a:lnTo>
                  <a:pt x="0" y="19636"/>
                </a:lnTo>
                <a:cubicBezTo>
                  <a:pt x="0" y="20721"/>
                  <a:pt x="1209" y="21600"/>
                  <a:pt x="2700" y="21600"/>
                </a:cubicBezTo>
                <a:lnTo>
                  <a:pt x="18900" y="21600"/>
                </a:lnTo>
                <a:cubicBezTo>
                  <a:pt x="20391" y="21600"/>
                  <a:pt x="21600" y="20721"/>
                  <a:pt x="21600" y="19636"/>
                </a:cubicBezTo>
                <a:lnTo>
                  <a:pt x="21600" y="10800"/>
                </a:lnTo>
                <a:cubicBezTo>
                  <a:pt x="21600" y="9716"/>
                  <a:pt x="20391" y="8836"/>
                  <a:pt x="18900" y="8836"/>
                </a:cubicBezTo>
                <a:moveTo>
                  <a:pt x="11475" y="15573"/>
                </a:moveTo>
                <a:lnTo>
                  <a:pt x="11475" y="16200"/>
                </a:lnTo>
                <a:cubicBezTo>
                  <a:pt x="11475" y="16472"/>
                  <a:pt x="11172" y="16691"/>
                  <a:pt x="10800" y="16691"/>
                </a:cubicBezTo>
                <a:cubicBezTo>
                  <a:pt x="10428" y="16691"/>
                  <a:pt x="10125" y="16472"/>
                  <a:pt x="10125" y="16200"/>
                </a:cubicBezTo>
                <a:lnTo>
                  <a:pt x="10125" y="15573"/>
                </a:lnTo>
                <a:cubicBezTo>
                  <a:pt x="9723" y="15403"/>
                  <a:pt x="9450" y="15090"/>
                  <a:pt x="9450" y="14727"/>
                </a:cubicBezTo>
                <a:cubicBezTo>
                  <a:pt x="9450" y="14186"/>
                  <a:pt x="10055" y="13745"/>
                  <a:pt x="10800" y="13745"/>
                </a:cubicBezTo>
                <a:cubicBezTo>
                  <a:pt x="11545" y="13745"/>
                  <a:pt x="12150" y="14186"/>
                  <a:pt x="12150" y="14727"/>
                </a:cubicBezTo>
                <a:cubicBezTo>
                  <a:pt x="12150" y="15090"/>
                  <a:pt x="11876" y="15403"/>
                  <a:pt x="11475" y="15573"/>
                </a:cubicBezTo>
                <a:moveTo>
                  <a:pt x="10800" y="12764"/>
                </a:moveTo>
                <a:cubicBezTo>
                  <a:pt x="9309" y="12764"/>
                  <a:pt x="8100" y="13643"/>
                  <a:pt x="8100" y="14727"/>
                </a:cubicBezTo>
                <a:cubicBezTo>
                  <a:pt x="8100" y="15232"/>
                  <a:pt x="8369" y="15687"/>
                  <a:pt x="8798" y="16034"/>
                </a:cubicBezTo>
                <a:cubicBezTo>
                  <a:pt x="8789" y="16089"/>
                  <a:pt x="8775" y="16144"/>
                  <a:pt x="8775" y="16200"/>
                </a:cubicBezTo>
                <a:cubicBezTo>
                  <a:pt x="8775" y="17014"/>
                  <a:pt x="9681" y="17673"/>
                  <a:pt x="10800" y="17673"/>
                </a:cubicBezTo>
                <a:cubicBezTo>
                  <a:pt x="11919" y="17673"/>
                  <a:pt x="12825" y="17014"/>
                  <a:pt x="12825" y="16200"/>
                </a:cubicBezTo>
                <a:cubicBezTo>
                  <a:pt x="12825" y="16144"/>
                  <a:pt x="12810" y="16089"/>
                  <a:pt x="12802" y="16034"/>
                </a:cubicBezTo>
                <a:cubicBezTo>
                  <a:pt x="13231" y="15686"/>
                  <a:pt x="13500" y="15232"/>
                  <a:pt x="13500" y="14727"/>
                </a:cubicBezTo>
                <a:cubicBezTo>
                  <a:pt x="13500" y="13643"/>
                  <a:pt x="12291" y="12764"/>
                  <a:pt x="10800" y="1276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 name="Shape 2529">
            <a:extLst>
              <a:ext uri="{FF2B5EF4-FFF2-40B4-BE49-F238E27FC236}">
                <a16:creationId xmlns:a16="http://schemas.microsoft.com/office/drawing/2014/main" id="{6F00B9DD-CE91-D40F-134B-B11E3C38B21E}"/>
              </a:ext>
            </a:extLst>
          </p:cNvPr>
          <p:cNvSpPr/>
          <p:nvPr/>
        </p:nvSpPr>
        <p:spPr>
          <a:xfrm>
            <a:off x="3075556" y="2045094"/>
            <a:ext cx="203148" cy="279328"/>
          </a:xfrm>
          <a:custGeom>
            <a:avLst/>
            <a:gdLst/>
            <a:ahLst/>
            <a:cxnLst>
              <a:cxn ang="0">
                <a:pos x="wd2" y="hd2"/>
              </a:cxn>
              <a:cxn ang="5400000">
                <a:pos x="wd2" y="hd2"/>
              </a:cxn>
              <a:cxn ang="10800000">
                <a:pos x="wd2" y="hd2"/>
              </a:cxn>
              <a:cxn ang="16200000">
                <a:pos x="wd2" y="hd2"/>
              </a:cxn>
            </a:cxnLst>
            <a:rect l="0" t="0" r="r" b="b"/>
            <a:pathLst>
              <a:path w="21600" h="21600" extrusionOk="0">
                <a:moveTo>
                  <a:pt x="11475" y="15573"/>
                </a:moveTo>
                <a:lnTo>
                  <a:pt x="11475" y="16200"/>
                </a:lnTo>
                <a:cubicBezTo>
                  <a:pt x="11475" y="16471"/>
                  <a:pt x="11172" y="16691"/>
                  <a:pt x="10800" y="16691"/>
                </a:cubicBezTo>
                <a:cubicBezTo>
                  <a:pt x="10428" y="16691"/>
                  <a:pt x="10125" y="16471"/>
                  <a:pt x="10125" y="16200"/>
                </a:cubicBezTo>
                <a:lnTo>
                  <a:pt x="10125" y="15573"/>
                </a:lnTo>
                <a:cubicBezTo>
                  <a:pt x="9723" y="15403"/>
                  <a:pt x="9450" y="15090"/>
                  <a:pt x="9450" y="14727"/>
                </a:cubicBezTo>
                <a:cubicBezTo>
                  <a:pt x="9450" y="14185"/>
                  <a:pt x="10055" y="13745"/>
                  <a:pt x="10800" y="13745"/>
                </a:cubicBezTo>
                <a:cubicBezTo>
                  <a:pt x="11545" y="13745"/>
                  <a:pt x="12150" y="14185"/>
                  <a:pt x="12150" y="14727"/>
                </a:cubicBezTo>
                <a:cubicBezTo>
                  <a:pt x="12150" y="15090"/>
                  <a:pt x="11876" y="15403"/>
                  <a:pt x="11475" y="15573"/>
                </a:cubicBezTo>
                <a:moveTo>
                  <a:pt x="10800" y="12764"/>
                </a:moveTo>
                <a:cubicBezTo>
                  <a:pt x="9309" y="12764"/>
                  <a:pt x="8100" y="13643"/>
                  <a:pt x="8100" y="14727"/>
                </a:cubicBezTo>
                <a:cubicBezTo>
                  <a:pt x="8100" y="15232"/>
                  <a:pt x="8369" y="15686"/>
                  <a:pt x="8798" y="16034"/>
                </a:cubicBezTo>
                <a:cubicBezTo>
                  <a:pt x="8789" y="16089"/>
                  <a:pt x="8775" y="16143"/>
                  <a:pt x="8775" y="16200"/>
                </a:cubicBezTo>
                <a:cubicBezTo>
                  <a:pt x="8775" y="17014"/>
                  <a:pt x="9681" y="17673"/>
                  <a:pt x="10800" y="17673"/>
                </a:cubicBezTo>
                <a:cubicBezTo>
                  <a:pt x="11919" y="17673"/>
                  <a:pt x="12825" y="17014"/>
                  <a:pt x="12825" y="16200"/>
                </a:cubicBezTo>
                <a:cubicBezTo>
                  <a:pt x="12825" y="16143"/>
                  <a:pt x="12810" y="16089"/>
                  <a:pt x="12802" y="16034"/>
                </a:cubicBezTo>
                <a:cubicBezTo>
                  <a:pt x="13231" y="15687"/>
                  <a:pt x="13500" y="15232"/>
                  <a:pt x="13500" y="14727"/>
                </a:cubicBezTo>
                <a:cubicBezTo>
                  <a:pt x="13500" y="13643"/>
                  <a:pt x="12291" y="12764"/>
                  <a:pt x="10800" y="12764"/>
                </a:cubicBezTo>
                <a:moveTo>
                  <a:pt x="20250" y="19636"/>
                </a:moveTo>
                <a:cubicBezTo>
                  <a:pt x="20250" y="20179"/>
                  <a:pt x="19645" y="20618"/>
                  <a:pt x="18900" y="20618"/>
                </a:cubicBezTo>
                <a:lnTo>
                  <a:pt x="2700" y="20618"/>
                </a:lnTo>
                <a:cubicBezTo>
                  <a:pt x="1955" y="20618"/>
                  <a:pt x="1350" y="20179"/>
                  <a:pt x="1350" y="19636"/>
                </a:cubicBezTo>
                <a:lnTo>
                  <a:pt x="1350" y="10800"/>
                </a:lnTo>
                <a:cubicBezTo>
                  <a:pt x="1350" y="10258"/>
                  <a:pt x="1955" y="9818"/>
                  <a:pt x="2700" y="9818"/>
                </a:cubicBezTo>
                <a:lnTo>
                  <a:pt x="18900" y="9818"/>
                </a:lnTo>
                <a:cubicBezTo>
                  <a:pt x="19645" y="9818"/>
                  <a:pt x="20250" y="10258"/>
                  <a:pt x="20250" y="10800"/>
                </a:cubicBezTo>
                <a:cubicBezTo>
                  <a:pt x="20250" y="10800"/>
                  <a:pt x="20250" y="19636"/>
                  <a:pt x="20250" y="19636"/>
                </a:cubicBezTo>
                <a:close/>
                <a:moveTo>
                  <a:pt x="18900" y="8836"/>
                </a:moveTo>
                <a:lnTo>
                  <a:pt x="18900" y="5891"/>
                </a:lnTo>
                <a:cubicBezTo>
                  <a:pt x="18900" y="2638"/>
                  <a:pt x="15273" y="0"/>
                  <a:pt x="10800" y="0"/>
                </a:cubicBezTo>
                <a:cubicBezTo>
                  <a:pt x="6327" y="0"/>
                  <a:pt x="2700" y="2638"/>
                  <a:pt x="2700" y="5891"/>
                </a:cubicBezTo>
                <a:cubicBezTo>
                  <a:pt x="2700" y="6162"/>
                  <a:pt x="3003" y="6382"/>
                  <a:pt x="3375" y="6382"/>
                </a:cubicBezTo>
                <a:cubicBezTo>
                  <a:pt x="3747" y="6382"/>
                  <a:pt x="4050" y="6162"/>
                  <a:pt x="4050" y="5891"/>
                </a:cubicBezTo>
                <a:cubicBezTo>
                  <a:pt x="4050" y="3180"/>
                  <a:pt x="7072" y="982"/>
                  <a:pt x="10800" y="982"/>
                </a:cubicBezTo>
                <a:cubicBezTo>
                  <a:pt x="14528" y="982"/>
                  <a:pt x="17550" y="3180"/>
                  <a:pt x="17550" y="5891"/>
                </a:cubicBezTo>
                <a:lnTo>
                  <a:pt x="17550" y="8836"/>
                </a:lnTo>
                <a:lnTo>
                  <a:pt x="2700" y="8836"/>
                </a:lnTo>
                <a:cubicBezTo>
                  <a:pt x="1209" y="8836"/>
                  <a:pt x="0" y="9716"/>
                  <a:pt x="0" y="10800"/>
                </a:cubicBezTo>
                <a:lnTo>
                  <a:pt x="0" y="19636"/>
                </a:lnTo>
                <a:cubicBezTo>
                  <a:pt x="0" y="20721"/>
                  <a:pt x="1209" y="21600"/>
                  <a:pt x="2700" y="21600"/>
                </a:cubicBezTo>
                <a:lnTo>
                  <a:pt x="18900" y="21600"/>
                </a:lnTo>
                <a:cubicBezTo>
                  <a:pt x="20391" y="21600"/>
                  <a:pt x="21600" y="20721"/>
                  <a:pt x="21600" y="19636"/>
                </a:cubicBezTo>
                <a:lnTo>
                  <a:pt x="21600" y="10800"/>
                </a:lnTo>
                <a:cubicBezTo>
                  <a:pt x="21600" y="9716"/>
                  <a:pt x="20391" y="8836"/>
                  <a:pt x="18900" y="883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 name="Shape 2530">
            <a:extLst>
              <a:ext uri="{FF2B5EF4-FFF2-40B4-BE49-F238E27FC236}">
                <a16:creationId xmlns:a16="http://schemas.microsoft.com/office/drawing/2014/main" id="{D0E2D2C6-61B8-9723-F583-E64632EAA882}"/>
              </a:ext>
            </a:extLst>
          </p:cNvPr>
          <p:cNvSpPr/>
          <p:nvPr/>
        </p:nvSpPr>
        <p:spPr>
          <a:xfrm>
            <a:off x="3596120" y="2045093"/>
            <a:ext cx="228541" cy="279337"/>
          </a:xfrm>
          <a:custGeom>
            <a:avLst/>
            <a:gdLst/>
            <a:ahLst/>
            <a:cxnLst>
              <a:cxn ang="0">
                <a:pos x="wd2" y="hd2"/>
              </a:cxn>
              <a:cxn ang="5400000">
                <a:pos x="wd2" y="hd2"/>
              </a:cxn>
              <a:cxn ang="10800000">
                <a:pos x="wd2" y="hd2"/>
              </a:cxn>
              <a:cxn ang="16200000">
                <a:pos x="wd2" y="hd2"/>
              </a:cxn>
            </a:cxnLst>
            <a:rect l="0" t="0" r="r" b="b"/>
            <a:pathLst>
              <a:path w="21600" h="21600" extrusionOk="0">
                <a:moveTo>
                  <a:pt x="20400" y="19636"/>
                </a:moveTo>
                <a:cubicBezTo>
                  <a:pt x="20400" y="20178"/>
                  <a:pt x="19862" y="20617"/>
                  <a:pt x="19200" y="20617"/>
                </a:cubicBezTo>
                <a:lnTo>
                  <a:pt x="6000" y="20617"/>
                </a:lnTo>
                <a:lnTo>
                  <a:pt x="6000" y="982"/>
                </a:lnTo>
                <a:lnTo>
                  <a:pt x="13200" y="982"/>
                </a:lnTo>
                <a:lnTo>
                  <a:pt x="13200" y="6872"/>
                </a:lnTo>
                <a:lnTo>
                  <a:pt x="15600" y="4909"/>
                </a:lnTo>
                <a:lnTo>
                  <a:pt x="18000" y="6872"/>
                </a:lnTo>
                <a:lnTo>
                  <a:pt x="18000" y="982"/>
                </a:lnTo>
                <a:lnTo>
                  <a:pt x="19200" y="982"/>
                </a:lnTo>
                <a:cubicBezTo>
                  <a:pt x="19862" y="982"/>
                  <a:pt x="20400" y="1422"/>
                  <a:pt x="20400" y="1964"/>
                </a:cubicBezTo>
                <a:cubicBezTo>
                  <a:pt x="20400" y="1964"/>
                  <a:pt x="20400" y="19636"/>
                  <a:pt x="20400" y="19636"/>
                </a:cubicBezTo>
                <a:close/>
                <a:moveTo>
                  <a:pt x="4800" y="20617"/>
                </a:moveTo>
                <a:lnTo>
                  <a:pt x="2400" y="20617"/>
                </a:lnTo>
                <a:cubicBezTo>
                  <a:pt x="1738" y="20617"/>
                  <a:pt x="1200" y="20178"/>
                  <a:pt x="1200" y="19636"/>
                </a:cubicBezTo>
                <a:lnTo>
                  <a:pt x="1200" y="1964"/>
                </a:lnTo>
                <a:cubicBezTo>
                  <a:pt x="1200" y="1422"/>
                  <a:pt x="1738" y="982"/>
                  <a:pt x="2400" y="982"/>
                </a:cubicBezTo>
                <a:lnTo>
                  <a:pt x="4800" y="982"/>
                </a:lnTo>
                <a:cubicBezTo>
                  <a:pt x="4800" y="982"/>
                  <a:pt x="4800" y="20617"/>
                  <a:pt x="4800" y="20617"/>
                </a:cubicBezTo>
                <a:close/>
                <a:moveTo>
                  <a:pt x="14400" y="982"/>
                </a:moveTo>
                <a:lnTo>
                  <a:pt x="16800" y="982"/>
                </a:lnTo>
                <a:lnTo>
                  <a:pt x="16800" y="4418"/>
                </a:lnTo>
                <a:lnTo>
                  <a:pt x="15600" y="3436"/>
                </a:lnTo>
                <a:lnTo>
                  <a:pt x="14400" y="4418"/>
                </a:lnTo>
                <a:cubicBezTo>
                  <a:pt x="14400" y="4418"/>
                  <a:pt x="14400" y="982"/>
                  <a:pt x="14400" y="982"/>
                </a:cubicBezTo>
                <a:close/>
                <a:moveTo>
                  <a:pt x="19200" y="0"/>
                </a:moveTo>
                <a:lnTo>
                  <a:pt x="2400" y="0"/>
                </a:lnTo>
                <a:cubicBezTo>
                  <a:pt x="1075" y="0"/>
                  <a:pt x="0" y="879"/>
                  <a:pt x="0" y="1964"/>
                </a:cubicBezTo>
                <a:lnTo>
                  <a:pt x="0" y="19636"/>
                </a:lnTo>
                <a:cubicBezTo>
                  <a:pt x="0" y="20720"/>
                  <a:pt x="1075" y="21600"/>
                  <a:pt x="2400" y="21600"/>
                </a:cubicBezTo>
                <a:lnTo>
                  <a:pt x="19200" y="21600"/>
                </a:lnTo>
                <a:cubicBezTo>
                  <a:pt x="20525" y="21600"/>
                  <a:pt x="21600" y="20720"/>
                  <a:pt x="21600" y="19636"/>
                </a:cubicBezTo>
                <a:lnTo>
                  <a:pt x="21600" y="1964"/>
                </a:lnTo>
                <a:cubicBezTo>
                  <a:pt x="21600" y="879"/>
                  <a:pt x="20525" y="0"/>
                  <a:pt x="192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 name="Shape 2531">
            <a:extLst>
              <a:ext uri="{FF2B5EF4-FFF2-40B4-BE49-F238E27FC236}">
                <a16:creationId xmlns:a16="http://schemas.microsoft.com/office/drawing/2014/main" id="{076EEAB1-74FE-D6A8-DAA1-D4ED04CC1DE4}"/>
              </a:ext>
            </a:extLst>
          </p:cNvPr>
          <p:cNvSpPr/>
          <p:nvPr/>
        </p:nvSpPr>
        <p:spPr>
          <a:xfrm>
            <a:off x="4129381" y="2045094"/>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20400" y="19636"/>
                </a:moveTo>
                <a:cubicBezTo>
                  <a:pt x="20400" y="20179"/>
                  <a:pt x="19862" y="20618"/>
                  <a:pt x="19200" y="20618"/>
                </a:cubicBezTo>
                <a:lnTo>
                  <a:pt x="7200" y="20618"/>
                </a:lnTo>
                <a:lnTo>
                  <a:pt x="7200" y="982"/>
                </a:lnTo>
                <a:lnTo>
                  <a:pt x="19200" y="982"/>
                </a:lnTo>
                <a:cubicBezTo>
                  <a:pt x="19862" y="982"/>
                  <a:pt x="20400" y="1422"/>
                  <a:pt x="20400" y="1964"/>
                </a:cubicBezTo>
                <a:cubicBezTo>
                  <a:pt x="20400" y="1964"/>
                  <a:pt x="20400" y="19636"/>
                  <a:pt x="20400" y="19636"/>
                </a:cubicBezTo>
                <a:close/>
                <a:moveTo>
                  <a:pt x="6000" y="20618"/>
                </a:moveTo>
                <a:lnTo>
                  <a:pt x="3600" y="20618"/>
                </a:lnTo>
                <a:cubicBezTo>
                  <a:pt x="2937" y="20618"/>
                  <a:pt x="2400" y="20179"/>
                  <a:pt x="2400" y="19636"/>
                </a:cubicBezTo>
                <a:lnTo>
                  <a:pt x="2400" y="18655"/>
                </a:lnTo>
                <a:lnTo>
                  <a:pt x="3000" y="18655"/>
                </a:lnTo>
                <a:cubicBezTo>
                  <a:pt x="3332" y="18655"/>
                  <a:pt x="3600" y="18435"/>
                  <a:pt x="3600" y="18164"/>
                </a:cubicBezTo>
                <a:cubicBezTo>
                  <a:pt x="3600" y="17893"/>
                  <a:pt x="3332" y="17673"/>
                  <a:pt x="3000" y="17673"/>
                </a:cubicBezTo>
                <a:lnTo>
                  <a:pt x="2400" y="17673"/>
                </a:lnTo>
                <a:lnTo>
                  <a:pt x="2400" y="15709"/>
                </a:lnTo>
                <a:lnTo>
                  <a:pt x="3000" y="15709"/>
                </a:lnTo>
                <a:cubicBezTo>
                  <a:pt x="3332" y="15709"/>
                  <a:pt x="3600" y="15490"/>
                  <a:pt x="3600" y="15218"/>
                </a:cubicBezTo>
                <a:cubicBezTo>
                  <a:pt x="3600" y="14947"/>
                  <a:pt x="3332" y="14727"/>
                  <a:pt x="3000" y="14727"/>
                </a:cubicBezTo>
                <a:lnTo>
                  <a:pt x="2400" y="14727"/>
                </a:lnTo>
                <a:lnTo>
                  <a:pt x="2400" y="12764"/>
                </a:lnTo>
                <a:lnTo>
                  <a:pt x="3000" y="12764"/>
                </a:lnTo>
                <a:cubicBezTo>
                  <a:pt x="3332" y="12764"/>
                  <a:pt x="3600" y="12544"/>
                  <a:pt x="3600" y="12273"/>
                </a:cubicBezTo>
                <a:cubicBezTo>
                  <a:pt x="3600" y="12002"/>
                  <a:pt x="3332" y="11782"/>
                  <a:pt x="3000" y="11782"/>
                </a:cubicBezTo>
                <a:lnTo>
                  <a:pt x="2400" y="11782"/>
                </a:lnTo>
                <a:lnTo>
                  <a:pt x="2400" y="9818"/>
                </a:lnTo>
                <a:lnTo>
                  <a:pt x="3000" y="9818"/>
                </a:lnTo>
                <a:cubicBezTo>
                  <a:pt x="3332" y="9818"/>
                  <a:pt x="3600" y="9599"/>
                  <a:pt x="3600" y="9327"/>
                </a:cubicBezTo>
                <a:cubicBezTo>
                  <a:pt x="3600" y="9056"/>
                  <a:pt x="3332" y="8836"/>
                  <a:pt x="3000" y="8836"/>
                </a:cubicBezTo>
                <a:lnTo>
                  <a:pt x="2400" y="8836"/>
                </a:lnTo>
                <a:lnTo>
                  <a:pt x="2400" y="6873"/>
                </a:lnTo>
                <a:lnTo>
                  <a:pt x="3000" y="6873"/>
                </a:lnTo>
                <a:cubicBezTo>
                  <a:pt x="3332" y="6873"/>
                  <a:pt x="3600" y="6653"/>
                  <a:pt x="3600" y="6382"/>
                </a:cubicBezTo>
                <a:cubicBezTo>
                  <a:pt x="3600" y="6111"/>
                  <a:pt x="3332" y="5891"/>
                  <a:pt x="3000" y="5891"/>
                </a:cubicBezTo>
                <a:lnTo>
                  <a:pt x="2400" y="5891"/>
                </a:lnTo>
                <a:lnTo>
                  <a:pt x="2400" y="3927"/>
                </a:lnTo>
                <a:lnTo>
                  <a:pt x="3000" y="3927"/>
                </a:lnTo>
                <a:cubicBezTo>
                  <a:pt x="3332" y="3927"/>
                  <a:pt x="3600" y="3708"/>
                  <a:pt x="3600" y="3436"/>
                </a:cubicBezTo>
                <a:cubicBezTo>
                  <a:pt x="3600" y="3166"/>
                  <a:pt x="3332" y="2945"/>
                  <a:pt x="3000" y="2945"/>
                </a:cubicBezTo>
                <a:lnTo>
                  <a:pt x="2400" y="2945"/>
                </a:lnTo>
                <a:lnTo>
                  <a:pt x="2400" y="1964"/>
                </a:lnTo>
                <a:cubicBezTo>
                  <a:pt x="2400" y="1422"/>
                  <a:pt x="2937" y="982"/>
                  <a:pt x="3600" y="982"/>
                </a:cubicBezTo>
                <a:lnTo>
                  <a:pt x="6000" y="982"/>
                </a:lnTo>
                <a:cubicBezTo>
                  <a:pt x="6000" y="982"/>
                  <a:pt x="6000" y="20618"/>
                  <a:pt x="6000" y="20618"/>
                </a:cubicBezTo>
                <a:close/>
                <a:moveTo>
                  <a:pt x="19200" y="0"/>
                </a:moveTo>
                <a:lnTo>
                  <a:pt x="3600" y="0"/>
                </a:lnTo>
                <a:cubicBezTo>
                  <a:pt x="2275" y="0"/>
                  <a:pt x="1200" y="879"/>
                  <a:pt x="1200" y="1964"/>
                </a:cubicBezTo>
                <a:lnTo>
                  <a:pt x="1200" y="2945"/>
                </a:lnTo>
                <a:lnTo>
                  <a:pt x="600" y="2945"/>
                </a:lnTo>
                <a:cubicBezTo>
                  <a:pt x="268" y="2945"/>
                  <a:pt x="0" y="3166"/>
                  <a:pt x="0" y="3436"/>
                </a:cubicBezTo>
                <a:cubicBezTo>
                  <a:pt x="0" y="3708"/>
                  <a:pt x="268" y="3927"/>
                  <a:pt x="600" y="3927"/>
                </a:cubicBezTo>
                <a:lnTo>
                  <a:pt x="1200" y="3927"/>
                </a:lnTo>
                <a:lnTo>
                  <a:pt x="1200" y="5891"/>
                </a:lnTo>
                <a:lnTo>
                  <a:pt x="600" y="5891"/>
                </a:lnTo>
                <a:cubicBezTo>
                  <a:pt x="268" y="5891"/>
                  <a:pt x="0" y="6111"/>
                  <a:pt x="0" y="6382"/>
                </a:cubicBezTo>
                <a:cubicBezTo>
                  <a:pt x="0" y="6653"/>
                  <a:pt x="268" y="6873"/>
                  <a:pt x="600" y="6873"/>
                </a:cubicBezTo>
                <a:lnTo>
                  <a:pt x="1200" y="6873"/>
                </a:lnTo>
                <a:lnTo>
                  <a:pt x="1200" y="8836"/>
                </a:lnTo>
                <a:lnTo>
                  <a:pt x="600" y="8836"/>
                </a:lnTo>
                <a:cubicBezTo>
                  <a:pt x="268" y="8836"/>
                  <a:pt x="0" y="9056"/>
                  <a:pt x="0" y="9327"/>
                </a:cubicBezTo>
                <a:cubicBezTo>
                  <a:pt x="0" y="9599"/>
                  <a:pt x="268" y="9818"/>
                  <a:pt x="600" y="9818"/>
                </a:cubicBezTo>
                <a:lnTo>
                  <a:pt x="1200" y="9818"/>
                </a:lnTo>
                <a:lnTo>
                  <a:pt x="1200" y="11782"/>
                </a:lnTo>
                <a:lnTo>
                  <a:pt x="600" y="11782"/>
                </a:lnTo>
                <a:cubicBezTo>
                  <a:pt x="268" y="11782"/>
                  <a:pt x="0" y="12002"/>
                  <a:pt x="0" y="12273"/>
                </a:cubicBezTo>
                <a:cubicBezTo>
                  <a:pt x="0" y="12544"/>
                  <a:pt x="268" y="12764"/>
                  <a:pt x="600" y="12764"/>
                </a:cubicBezTo>
                <a:lnTo>
                  <a:pt x="1200" y="12764"/>
                </a:lnTo>
                <a:lnTo>
                  <a:pt x="1200" y="14727"/>
                </a:lnTo>
                <a:lnTo>
                  <a:pt x="600" y="14727"/>
                </a:lnTo>
                <a:cubicBezTo>
                  <a:pt x="268" y="14727"/>
                  <a:pt x="0" y="14947"/>
                  <a:pt x="0" y="15218"/>
                </a:cubicBezTo>
                <a:cubicBezTo>
                  <a:pt x="0" y="15490"/>
                  <a:pt x="268" y="15709"/>
                  <a:pt x="600" y="15709"/>
                </a:cubicBezTo>
                <a:lnTo>
                  <a:pt x="1200" y="15709"/>
                </a:lnTo>
                <a:lnTo>
                  <a:pt x="1200" y="17673"/>
                </a:lnTo>
                <a:lnTo>
                  <a:pt x="600" y="17673"/>
                </a:lnTo>
                <a:cubicBezTo>
                  <a:pt x="268" y="17673"/>
                  <a:pt x="0" y="17893"/>
                  <a:pt x="0" y="18164"/>
                </a:cubicBezTo>
                <a:cubicBezTo>
                  <a:pt x="0" y="18435"/>
                  <a:pt x="268" y="18655"/>
                  <a:pt x="600" y="18655"/>
                </a:cubicBezTo>
                <a:lnTo>
                  <a:pt x="1200" y="18655"/>
                </a:lnTo>
                <a:lnTo>
                  <a:pt x="1200" y="19636"/>
                </a:lnTo>
                <a:cubicBezTo>
                  <a:pt x="1200" y="20721"/>
                  <a:pt x="2275" y="21600"/>
                  <a:pt x="3600" y="21600"/>
                </a:cubicBezTo>
                <a:lnTo>
                  <a:pt x="19200" y="21600"/>
                </a:lnTo>
                <a:cubicBezTo>
                  <a:pt x="20525" y="21600"/>
                  <a:pt x="21600" y="20721"/>
                  <a:pt x="21600" y="19636"/>
                </a:cubicBezTo>
                <a:lnTo>
                  <a:pt x="21600" y="1964"/>
                </a:lnTo>
                <a:cubicBezTo>
                  <a:pt x="21600" y="879"/>
                  <a:pt x="20525" y="0"/>
                  <a:pt x="192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 name="Shape 2532">
            <a:extLst>
              <a:ext uri="{FF2B5EF4-FFF2-40B4-BE49-F238E27FC236}">
                <a16:creationId xmlns:a16="http://schemas.microsoft.com/office/drawing/2014/main" id="{84AB2E70-46AD-A14C-386D-A2C4A5EAFB53}"/>
              </a:ext>
            </a:extLst>
          </p:cNvPr>
          <p:cNvSpPr/>
          <p:nvPr/>
        </p:nvSpPr>
        <p:spPr>
          <a:xfrm>
            <a:off x="4662642" y="2045094"/>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4400" y="5891"/>
                </a:moveTo>
                <a:lnTo>
                  <a:pt x="14400" y="982"/>
                </a:lnTo>
                <a:lnTo>
                  <a:pt x="15000" y="982"/>
                </a:lnTo>
                <a:lnTo>
                  <a:pt x="20400" y="5891"/>
                </a:lnTo>
                <a:cubicBezTo>
                  <a:pt x="20400" y="5891"/>
                  <a:pt x="14400" y="5891"/>
                  <a:pt x="14400" y="5891"/>
                </a:cubicBezTo>
                <a:close/>
                <a:moveTo>
                  <a:pt x="20400" y="19636"/>
                </a:moveTo>
                <a:cubicBezTo>
                  <a:pt x="20400" y="20179"/>
                  <a:pt x="19862" y="20618"/>
                  <a:pt x="19200" y="20618"/>
                </a:cubicBezTo>
                <a:lnTo>
                  <a:pt x="2400" y="20618"/>
                </a:lnTo>
                <a:cubicBezTo>
                  <a:pt x="1737" y="20618"/>
                  <a:pt x="1200" y="20179"/>
                  <a:pt x="1200" y="19636"/>
                </a:cubicBezTo>
                <a:lnTo>
                  <a:pt x="1200" y="1964"/>
                </a:lnTo>
                <a:cubicBezTo>
                  <a:pt x="1200" y="1422"/>
                  <a:pt x="1737" y="982"/>
                  <a:pt x="2400" y="982"/>
                </a:cubicBezTo>
                <a:lnTo>
                  <a:pt x="13200" y="982"/>
                </a:lnTo>
                <a:lnTo>
                  <a:pt x="13200" y="5891"/>
                </a:lnTo>
                <a:cubicBezTo>
                  <a:pt x="13200" y="6433"/>
                  <a:pt x="13738" y="6873"/>
                  <a:pt x="14400" y="6873"/>
                </a:cubicBezTo>
                <a:lnTo>
                  <a:pt x="20400" y="6873"/>
                </a:lnTo>
                <a:cubicBezTo>
                  <a:pt x="20400" y="6873"/>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4800" y="8836"/>
                </a:moveTo>
                <a:cubicBezTo>
                  <a:pt x="4800" y="9108"/>
                  <a:pt x="5068" y="9327"/>
                  <a:pt x="5400" y="9327"/>
                </a:cubicBezTo>
                <a:lnTo>
                  <a:pt x="16200" y="9327"/>
                </a:lnTo>
                <a:cubicBezTo>
                  <a:pt x="16532" y="9327"/>
                  <a:pt x="16800" y="9108"/>
                  <a:pt x="16800" y="8836"/>
                </a:cubicBezTo>
                <a:cubicBezTo>
                  <a:pt x="16800" y="8566"/>
                  <a:pt x="16532" y="8345"/>
                  <a:pt x="16200" y="8345"/>
                </a:cubicBezTo>
                <a:lnTo>
                  <a:pt x="5400" y="8345"/>
                </a:lnTo>
                <a:cubicBezTo>
                  <a:pt x="5068" y="8345"/>
                  <a:pt x="4800" y="8566"/>
                  <a:pt x="4800" y="8836"/>
                </a:cubicBezTo>
                <a:moveTo>
                  <a:pt x="16200" y="12273"/>
                </a:moveTo>
                <a:lnTo>
                  <a:pt x="5400" y="12273"/>
                </a:lnTo>
                <a:cubicBezTo>
                  <a:pt x="5068" y="12273"/>
                  <a:pt x="4800" y="12493"/>
                  <a:pt x="4800" y="12764"/>
                </a:cubicBezTo>
                <a:cubicBezTo>
                  <a:pt x="4800" y="13035"/>
                  <a:pt x="5068" y="13255"/>
                  <a:pt x="5400" y="13255"/>
                </a:cubicBezTo>
                <a:lnTo>
                  <a:pt x="16200" y="13255"/>
                </a:lnTo>
                <a:cubicBezTo>
                  <a:pt x="16532" y="13255"/>
                  <a:pt x="16800" y="13035"/>
                  <a:pt x="16800" y="12764"/>
                </a:cubicBezTo>
                <a:cubicBezTo>
                  <a:pt x="16800" y="12493"/>
                  <a:pt x="16532" y="12273"/>
                  <a:pt x="16200" y="12273"/>
                </a:cubicBezTo>
                <a:moveTo>
                  <a:pt x="5400" y="5400"/>
                </a:moveTo>
                <a:lnTo>
                  <a:pt x="8400" y="5400"/>
                </a:lnTo>
                <a:cubicBezTo>
                  <a:pt x="8732" y="5400"/>
                  <a:pt x="9000" y="5181"/>
                  <a:pt x="9000" y="4909"/>
                </a:cubicBezTo>
                <a:cubicBezTo>
                  <a:pt x="9000" y="4638"/>
                  <a:pt x="8732" y="4418"/>
                  <a:pt x="8400" y="4418"/>
                </a:cubicBezTo>
                <a:lnTo>
                  <a:pt x="5400" y="4418"/>
                </a:lnTo>
                <a:cubicBezTo>
                  <a:pt x="5068" y="4418"/>
                  <a:pt x="4800" y="4638"/>
                  <a:pt x="4800" y="4909"/>
                </a:cubicBezTo>
                <a:cubicBezTo>
                  <a:pt x="4800" y="5181"/>
                  <a:pt x="5068" y="5400"/>
                  <a:pt x="5400" y="5400"/>
                </a:cubicBezTo>
                <a:moveTo>
                  <a:pt x="12600" y="16200"/>
                </a:moveTo>
                <a:lnTo>
                  <a:pt x="5400" y="16200"/>
                </a:lnTo>
                <a:cubicBezTo>
                  <a:pt x="5068" y="16200"/>
                  <a:pt x="4800" y="16420"/>
                  <a:pt x="4800" y="16691"/>
                </a:cubicBezTo>
                <a:cubicBezTo>
                  <a:pt x="4800" y="16962"/>
                  <a:pt x="5068" y="17182"/>
                  <a:pt x="5400" y="17182"/>
                </a:cubicBezTo>
                <a:lnTo>
                  <a:pt x="12600" y="17182"/>
                </a:lnTo>
                <a:cubicBezTo>
                  <a:pt x="12932" y="17182"/>
                  <a:pt x="13200" y="16962"/>
                  <a:pt x="13200" y="16691"/>
                </a:cubicBezTo>
                <a:cubicBezTo>
                  <a:pt x="13200" y="16420"/>
                  <a:pt x="12932" y="16200"/>
                  <a:pt x="12600" y="162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1" name="Shape 2533">
            <a:extLst>
              <a:ext uri="{FF2B5EF4-FFF2-40B4-BE49-F238E27FC236}">
                <a16:creationId xmlns:a16="http://schemas.microsoft.com/office/drawing/2014/main" id="{8DDDD547-569C-F28C-95A5-843A62BFAC78}"/>
              </a:ext>
            </a:extLst>
          </p:cNvPr>
          <p:cNvSpPr/>
          <p:nvPr/>
        </p:nvSpPr>
        <p:spPr>
          <a:xfrm>
            <a:off x="5195904" y="2045094"/>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8836"/>
                </a:moveTo>
                <a:lnTo>
                  <a:pt x="10800" y="5967"/>
                </a:lnTo>
                <a:lnTo>
                  <a:pt x="13929" y="8836"/>
                </a:lnTo>
                <a:cubicBezTo>
                  <a:pt x="13929" y="8836"/>
                  <a:pt x="10800" y="8836"/>
                  <a:pt x="10800" y="8836"/>
                </a:cubicBezTo>
                <a:close/>
                <a:moveTo>
                  <a:pt x="14400" y="19636"/>
                </a:moveTo>
                <a:cubicBezTo>
                  <a:pt x="14400" y="20179"/>
                  <a:pt x="13862" y="20618"/>
                  <a:pt x="13200" y="20618"/>
                </a:cubicBezTo>
                <a:lnTo>
                  <a:pt x="2400" y="20618"/>
                </a:lnTo>
                <a:cubicBezTo>
                  <a:pt x="1738" y="20618"/>
                  <a:pt x="1200" y="20179"/>
                  <a:pt x="1200" y="19636"/>
                </a:cubicBezTo>
                <a:lnTo>
                  <a:pt x="1200" y="6873"/>
                </a:lnTo>
                <a:cubicBezTo>
                  <a:pt x="1200" y="6331"/>
                  <a:pt x="1738" y="5891"/>
                  <a:pt x="2400" y="5891"/>
                </a:cubicBezTo>
                <a:lnTo>
                  <a:pt x="9600" y="5891"/>
                </a:lnTo>
                <a:lnTo>
                  <a:pt x="9600" y="8836"/>
                </a:lnTo>
                <a:cubicBezTo>
                  <a:pt x="9600" y="9378"/>
                  <a:pt x="10138" y="9818"/>
                  <a:pt x="10800" y="9818"/>
                </a:cubicBezTo>
                <a:lnTo>
                  <a:pt x="14400" y="9818"/>
                </a:lnTo>
                <a:cubicBezTo>
                  <a:pt x="14400" y="9818"/>
                  <a:pt x="14400" y="19636"/>
                  <a:pt x="14400" y="19636"/>
                </a:cubicBezTo>
                <a:close/>
                <a:moveTo>
                  <a:pt x="2400" y="4909"/>
                </a:moveTo>
                <a:cubicBezTo>
                  <a:pt x="1075" y="4909"/>
                  <a:pt x="0" y="5788"/>
                  <a:pt x="0" y="6873"/>
                </a:cubicBezTo>
                <a:lnTo>
                  <a:pt x="0" y="19636"/>
                </a:lnTo>
                <a:cubicBezTo>
                  <a:pt x="0" y="20721"/>
                  <a:pt x="1075" y="21600"/>
                  <a:pt x="2400" y="21600"/>
                </a:cubicBezTo>
                <a:lnTo>
                  <a:pt x="13200" y="21600"/>
                </a:lnTo>
                <a:cubicBezTo>
                  <a:pt x="14525" y="21600"/>
                  <a:pt x="15600" y="20721"/>
                  <a:pt x="15600" y="19636"/>
                </a:cubicBezTo>
                <a:lnTo>
                  <a:pt x="15600" y="8836"/>
                </a:lnTo>
                <a:lnTo>
                  <a:pt x="11400" y="4909"/>
                </a:lnTo>
                <a:cubicBezTo>
                  <a:pt x="11400" y="4909"/>
                  <a:pt x="2400" y="4909"/>
                  <a:pt x="2400" y="4909"/>
                </a:cubicBezTo>
                <a:close/>
                <a:moveTo>
                  <a:pt x="16800" y="3927"/>
                </a:moveTo>
                <a:lnTo>
                  <a:pt x="16800" y="1058"/>
                </a:lnTo>
                <a:lnTo>
                  <a:pt x="19929" y="3927"/>
                </a:lnTo>
                <a:cubicBezTo>
                  <a:pt x="19929" y="3927"/>
                  <a:pt x="16800" y="3927"/>
                  <a:pt x="16800" y="3927"/>
                </a:cubicBezTo>
                <a:close/>
                <a:moveTo>
                  <a:pt x="17400" y="0"/>
                </a:moveTo>
                <a:lnTo>
                  <a:pt x="8400" y="0"/>
                </a:lnTo>
                <a:cubicBezTo>
                  <a:pt x="7075" y="0"/>
                  <a:pt x="6000" y="879"/>
                  <a:pt x="6000" y="1964"/>
                </a:cubicBezTo>
                <a:lnTo>
                  <a:pt x="6000" y="3436"/>
                </a:lnTo>
                <a:cubicBezTo>
                  <a:pt x="6000" y="3708"/>
                  <a:pt x="6268" y="3927"/>
                  <a:pt x="6600" y="3927"/>
                </a:cubicBezTo>
                <a:cubicBezTo>
                  <a:pt x="6932" y="3927"/>
                  <a:pt x="7200" y="3708"/>
                  <a:pt x="7200" y="3436"/>
                </a:cubicBezTo>
                <a:lnTo>
                  <a:pt x="7200" y="1964"/>
                </a:lnTo>
                <a:cubicBezTo>
                  <a:pt x="7200" y="1422"/>
                  <a:pt x="7738" y="982"/>
                  <a:pt x="8400" y="982"/>
                </a:cubicBezTo>
                <a:lnTo>
                  <a:pt x="15600" y="982"/>
                </a:lnTo>
                <a:lnTo>
                  <a:pt x="15600" y="3927"/>
                </a:lnTo>
                <a:cubicBezTo>
                  <a:pt x="15600" y="4469"/>
                  <a:pt x="16138" y="4909"/>
                  <a:pt x="16800" y="4909"/>
                </a:cubicBezTo>
                <a:lnTo>
                  <a:pt x="20400" y="4909"/>
                </a:lnTo>
                <a:lnTo>
                  <a:pt x="20400" y="14727"/>
                </a:lnTo>
                <a:cubicBezTo>
                  <a:pt x="20400" y="15269"/>
                  <a:pt x="19862" y="15709"/>
                  <a:pt x="19200" y="15709"/>
                </a:cubicBezTo>
                <a:lnTo>
                  <a:pt x="17400" y="15709"/>
                </a:lnTo>
                <a:cubicBezTo>
                  <a:pt x="17068" y="15709"/>
                  <a:pt x="16800" y="15929"/>
                  <a:pt x="16800" y="16200"/>
                </a:cubicBezTo>
                <a:cubicBezTo>
                  <a:pt x="16800" y="16472"/>
                  <a:pt x="17068" y="16691"/>
                  <a:pt x="17400" y="16691"/>
                </a:cubicBezTo>
                <a:lnTo>
                  <a:pt x="19200" y="16691"/>
                </a:lnTo>
                <a:cubicBezTo>
                  <a:pt x="20525" y="16691"/>
                  <a:pt x="21600" y="15812"/>
                  <a:pt x="21600" y="14727"/>
                </a:cubicBezTo>
                <a:lnTo>
                  <a:pt x="21600" y="3927"/>
                </a:lnTo>
                <a:cubicBezTo>
                  <a:pt x="21600" y="3927"/>
                  <a:pt x="17400" y="0"/>
                  <a:pt x="17400" y="0"/>
                </a:cubicBezTo>
                <a:close/>
                <a:moveTo>
                  <a:pt x="3600" y="12273"/>
                </a:moveTo>
                <a:cubicBezTo>
                  <a:pt x="3600" y="12544"/>
                  <a:pt x="3868" y="12764"/>
                  <a:pt x="4200" y="12764"/>
                </a:cubicBezTo>
                <a:lnTo>
                  <a:pt x="11400" y="12764"/>
                </a:lnTo>
                <a:cubicBezTo>
                  <a:pt x="11732" y="12764"/>
                  <a:pt x="12000" y="12544"/>
                  <a:pt x="12000" y="12273"/>
                </a:cubicBezTo>
                <a:cubicBezTo>
                  <a:pt x="12000" y="12002"/>
                  <a:pt x="11732" y="11782"/>
                  <a:pt x="11400" y="11782"/>
                </a:cubicBezTo>
                <a:lnTo>
                  <a:pt x="4200" y="11782"/>
                </a:lnTo>
                <a:cubicBezTo>
                  <a:pt x="3868" y="11782"/>
                  <a:pt x="3600" y="12002"/>
                  <a:pt x="3600" y="12273"/>
                </a:cubicBezTo>
                <a:moveTo>
                  <a:pt x="4200" y="9818"/>
                </a:moveTo>
                <a:lnTo>
                  <a:pt x="6600" y="9818"/>
                </a:lnTo>
                <a:cubicBezTo>
                  <a:pt x="6932" y="9818"/>
                  <a:pt x="7200" y="9599"/>
                  <a:pt x="7200" y="9327"/>
                </a:cubicBezTo>
                <a:cubicBezTo>
                  <a:pt x="7200" y="9056"/>
                  <a:pt x="6932" y="8836"/>
                  <a:pt x="6600" y="8836"/>
                </a:cubicBezTo>
                <a:lnTo>
                  <a:pt x="4200" y="8836"/>
                </a:lnTo>
                <a:cubicBezTo>
                  <a:pt x="3868" y="8836"/>
                  <a:pt x="3600" y="9056"/>
                  <a:pt x="3600" y="9327"/>
                </a:cubicBezTo>
                <a:cubicBezTo>
                  <a:pt x="3600" y="9599"/>
                  <a:pt x="3868" y="9818"/>
                  <a:pt x="4200" y="9818"/>
                </a:cubicBezTo>
                <a:moveTo>
                  <a:pt x="9000" y="17673"/>
                </a:moveTo>
                <a:lnTo>
                  <a:pt x="4200" y="17673"/>
                </a:lnTo>
                <a:cubicBezTo>
                  <a:pt x="3868" y="17673"/>
                  <a:pt x="3600" y="17893"/>
                  <a:pt x="3600" y="18164"/>
                </a:cubicBezTo>
                <a:cubicBezTo>
                  <a:pt x="3600" y="18435"/>
                  <a:pt x="3868" y="18655"/>
                  <a:pt x="4200" y="18655"/>
                </a:cubicBezTo>
                <a:lnTo>
                  <a:pt x="9000" y="18655"/>
                </a:lnTo>
                <a:cubicBezTo>
                  <a:pt x="9332" y="18655"/>
                  <a:pt x="9600" y="18435"/>
                  <a:pt x="9600" y="18164"/>
                </a:cubicBezTo>
                <a:cubicBezTo>
                  <a:pt x="9600" y="17893"/>
                  <a:pt x="9332" y="17673"/>
                  <a:pt x="9000" y="17673"/>
                </a:cubicBezTo>
                <a:moveTo>
                  <a:pt x="11400" y="14727"/>
                </a:moveTo>
                <a:lnTo>
                  <a:pt x="4200" y="14727"/>
                </a:lnTo>
                <a:cubicBezTo>
                  <a:pt x="3868" y="14727"/>
                  <a:pt x="3600" y="14947"/>
                  <a:pt x="3600" y="15218"/>
                </a:cubicBezTo>
                <a:cubicBezTo>
                  <a:pt x="3600" y="15490"/>
                  <a:pt x="3868" y="15709"/>
                  <a:pt x="4200" y="15709"/>
                </a:cubicBezTo>
                <a:lnTo>
                  <a:pt x="11400" y="15709"/>
                </a:lnTo>
                <a:cubicBezTo>
                  <a:pt x="11732" y="15709"/>
                  <a:pt x="12000" y="15490"/>
                  <a:pt x="12000" y="15218"/>
                </a:cubicBezTo>
                <a:cubicBezTo>
                  <a:pt x="12000" y="14947"/>
                  <a:pt x="11732" y="14727"/>
                  <a:pt x="11400" y="147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2" name="Shape 2534">
            <a:extLst>
              <a:ext uri="{FF2B5EF4-FFF2-40B4-BE49-F238E27FC236}">
                <a16:creationId xmlns:a16="http://schemas.microsoft.com/office/drawing/2014/main" id="{1CEE5313-3C13-2A6E-3AE8-0D4D1F78F00F}"/>
              </a:ext>
            </a:extLst>
          </p:cNvPr>
          <p:cNvSpPr/>
          <p:nvPr/>
        </p:nvSpPr>
        <p:spPr>
          <a:xfrm>
            <a:off x="5729165" y="2045093"/>
            <a:ext cx="228541" cy="279337"/>
          </a:xfrm>
          <a:custGeom>
            <a:avLst/>
            <a:gdLst/>
            <a:ahLst/>
            <a:cxnLst>
              <a:cxn ang="0">
                <a:pos x="wd2" y="hd2"/>
              </a:cxn>
              <a:cxn ang="5400000">
                <a:pos x="wd2" y="hd2"/>
              </a:cxn>
              <a:cxn ang="10800000">
                <a:pos x="wd2" y="hd2"/>
              </a:cxn>
              <a:cxn ang="16200000">
                <a:pos x="wd2" y="hd2"/>
              </a:cxn>
            </a:cxnLst>
            <a:rect l="0" t="0" r="r" b="b"/>
            <a:pathLst>
              <a:path w="21600" h="21600" extrusionOk="0">
                <a:moveTo>
                  <a:pt x="14400" y="5891"/>
                </a:moveTo>
                <a:lnTo>
                  <a:pt x="14400" y="982"/>
                </a:lnTo>
                <a:lnTo>
                  <a:pt x="15000" y="982"/>
                </a:lnTo>
                <a:lnTo>
                  <a:pt x="20400" y="5891"/>
                </a:lnTo>
                <a:cubicBezTo>
                  <a:pt x="20400" y="5891"/>
                  <a:pt x="14400" y="5891"/>
                  <a:pt x="14400" y="5891"/>
                </a:cubicBezTo>
                <a:close/>
                <a:moveTo>
                  <a:pt x="20400" y="19636"/>
                </a:moveTo>
                <a:cubicBezTo>
                  <a:pt x="20400" y="20178"/>
                  <a:pt x="19862" y="20617"/>
                  <a:pt x="19200" y="20617"/>
                </a:cubicBezTo>
                <a:lnTo>
                  <a:pt x="2400" y="20617"/>
                </a:lnTo>
                <a:cubicBezTo>
                  <a:pt x="1738" y="20617"/>
                  <a:pt x="1200" y="20178"/>
                  <a:pt x="1200" y="19636"/>
                </a:cubicBezTo>
                <a:lnTo>
                  <a:pt x="1200" y="1964"/>
                </a:lnTo>
                <a:cubicBezTo>
                  <a:pt x="1200" y="1422"/>
                  <a:pt x="1738" y="982"/>
                  <a:pt x="2400" y="982"/>
                </a:cubicBezTo>
                <a:lnTo>
                  <a:pt x="13200" y="982"/>
                </a:lnTo>
                <a:lnTo>
                  <a:pt x="13200" y="5891"/>
                </a:lnTo>
                <a:cubicBezTo>
                  <a:pt x="13200" y="6433"/>
                  <a:pt x="13738"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0"/>
                  <a:pt x="1075" y="21600"/>
                  <a:pt x="2400" y="21600"/>
                </a:cubicBezTo>
                <a:lnTo>
                  <a:pt x="19200" y="21600"/>
                </a:lnTo>
                <a:cubicBezTo>
                  <a:pt x="20525" y="21600"/>
                  <a:pt x="21600" y="20720"/>
                  <a:pt x="21600" y="19636"/>
                </a:cubicBezTo>
                <a:lnTo>
                  <a:pt x="21600" y="5400"/>
                </a:lnTo>
                <a:cubicBezTo>
                  <a:pt x="21600" y="5400"/>
                  <a:pt x="15600" y="0"/>
                  <a:pt x="15600" y="0"/>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3" name="Shape 2535">
            <a:extLst>
              <a:ext uri="{FF2B5EF4-FFF2-40B4-BE49-F238E27FC236}">
                <a16:creationId xmlns:a16="http://schemas.microsoft.com/office/drawing/2014/main" id="{73F78F8F-9F2F-3D61-1236-B7B38538C270}"/>
              </a:ext>
            </a:extLst>
          </p:cNvPr>
          <p:cNvSpPr/>
          <p:nvPr/>
        </p:nvSpPr>
        <p:spPr>
          <a:xfrm>
            <a:off x="929815" y="2578355"/>
            <a:ext cx="228541" cy="279337"/>
          </a:xfrm>
          <a:custGeom>
            <a:avLst/>
            <a:gdLst/>
            <a:ahLst/>
            <a:cxnLst>
              <a:cxn ang="0">
                <a:pos x="wd2" y="hd2"/>
              </a:cxn>
              <a:cxn ang="5400000">
                <a:pos x="wd2" y="hd2"/>
              </a:cxn>
              <a:cxn ang="10800000">
                <a:pos x="wd2" y="hd2"/>
              </a:cxn>
              <a:cxn ang="16200000">
                <a:pos x="wd2" y="hd2"/>
              </a:cxn>
            </a:cxnLst>
            <a:rect l="0" t="0" r="r" b="b"/>
            <a:pathLst>
              <a:path w="21600" h="21600" extrusionOk="0">
                <a:moveTo>
                  <a:pt x="10800" y="8836"/>
                </a:moveTo>
                <a:lnTo>
                  <a:pt x="10800" y="5966"/>
                </a:lnTo>
                <a:lnTo>
                  <a:pt x="13928" y="8836"/>
                </a:lnTo>
                <a:cubicBezTo>
                  <a:pt x="13928" y="8836"/>
                  <a:pt x="10800" y="8836"/>
                  <a:pt x="10800" y="8836"/>
                </a:cubicBezTo>
                <a:close/>
                <a:moveTo>
                  <a:pt x="14400" y="19636"/>
                </a:moveTo>
                <a:cubicBezTo>
                  <a:pt x="14400" y="20178"/>
                  <a:pt x="13862" y="20617"/>
                  <a:pt x="13200" y="20617"/>
                </a:cubicBezTo>
                <a:lnTo>
                  <a:pt x="2400" y="20617"/>
                </a:lnTo>
                <a:cubicBezTo>
                  <a:pt x="1738" y="20617"/>
                  <a:pt x="1200" y="20178"/>
                  <a:pt x="1200" y="19636"/>
                </a:cubicBezTo>
                <a:lnTo>
                  <a:pt x="1200" y="6872"/>
                </a:lnTo>
                <a:cubicBezTo>
                  <a:pt x="1200" y="6331"/>
                  <a:pt x="1738" y="5891"/>
                  <a:pt x="2400" y="5891"/>
                </a:cubicBezTo>
                <a:lnTo>
                  <a:pt x="9600" y="5891"/>
                </a:lnTo>
                <a:lnTo>
                  <a:pt x="9600" y="8836"/>
                </a:lnTo>
                <a:cubicBezTo>
                  <a:pt x="9600" y="9378"/>
                  <a:pt x="10138" y="9818"/>
                  <a:pt x="10800" y="9818"/>
                </a:cubicBezTo>
                <a:lnTo>
                  <a:pt x="14400" y="9818"/>
                </a:lnTo>
                <a:cubicBezTo>
                  <a:pt x="14400" y="9818"/>
                  <a:pt x="14400" y="19636"/>
                  <a:pt x="14400" y="19636"/>
                </a:cubicBezTo>
                <a:close/>
                <a:moveTo>
                  <a:pt x="2400" y="4909"/>
                </a:moveTo>
                <a:cubicBezTo>
                  <a:pt x="1075" y="4909"/>
                  <a:pt x="0" y="5788"/>
                  <a:pt x="0" y="6872"/>
                </a:cubicBezTo>
                <a:lnTo>
                  <a:pt x="0" y="19636"/>
                </a:lnTo>
                <a:cubicBezTo>
                  <a:pt x="0" y="20720"/>
                  <a:pt x="1075" y="21600"/>
                  <a:pt x="2400" y="21600"/>
                </a:cubicBezTo>
                <a:lnTo>
                  <a:pt x="13200" y="21600"/>
                </a:lnTo>
                <a:cubicBezTo>
                  <a:pt x="14525" y="21600"/>
                  <a:pt x="15600" y="20720"/>
                  <a:pt x="15600" y="19636"/>
                </a:cubicBezTo>
                <a:lnTo>
                  <a:pt x="15600" y="8836"/>
                </a:lnTo>
                <a:lnTo>
                  <a:pt x="11400" y="4909"/>
                </a:lnTo>
                <a:cubicBezTo>
                  <a:pt x="11400" y="4909"/>
                  <a:pt x="2400" y="4909"/>
                  <a:pt x="2400" y="4909"/>
                </a:cubicBezTo>
                <a:close/>
                <a:moveTo>
                  <a:pt x="16800" y="3927"/>
                </a:moveTo>
                <a:lnTo>
                  <a:pt x="16800" y="1058"/>
                </a:lnTo>
                <a:lnTo>
                  <a:pt x="19928" y="3927"/>
                </a:lnTo>
                <a:cubicBezTo>
                  <a:pt x="19928" y="3927"/>
                  <a:pt x="16800" y="3927"/>
                  <a:pt x="16800" y="3927"/>
                </a:cubicBezTo>
                <a:close/>
                <a:moveTo>
                  <a:pt x="17400" y="0"/>
                </a:moveTo>
                <a:lnTo>
                  <a:pt x="8400" y="0"/>
                </a:lnTo>
                <a:cubicBezTo>
                  <a:pt x="7075" y="0"/>
                  <a:pt x="6000" y="879"/>
                  <a:pt x="6000" y="1964"/>
                </a:cubicBezTo>
                <a:lnTo>
                  <a:pt x="6000" y="3436"/>
                </a:lnTo>
                <a:cubicBezTo>
                  <a:pt x="6000" y="3708"/>
                  <a:pt x="6269" y="3927"/>
                  <a:pt x="6600" y="3927"/>
                </a:cubicBezTo>
                <a:cubicBezTo>
                  <a:pt x="6931" y="3927"/>
                  <a:pt x="7200" y="3708"/>
                  <a:pt x="7200" y="3436"/>
                </a:cubicBezTo>
                <a:lnTo>
                  <a:pt x="7200" y="1964"/>
                </a:lnTo>
                <a:cubicBezTo>
                  <a:pt x="7200" y="1422"/>
                  <a:pt x="7738" y="982"/>
                  <a:pt x="8400" y="982"/>
                </a:cubicBezTo>
                <a:lnTo>
                  <a:pt x="15600" y="982"/>
                </a:lnTo>
                <a:lnTo>
                  <a:pt x="15600" y="3927"/>
                </a:lnTo>
                <a:cubicBezTo>
                  <a:pt x="15600" y="4469"/>
                  <a:pt x="16138" y="4909"/>
                  <a:pt x="16800" y="4909"/>
                </a:cubicBezTo>
                <a:lnTo>
                  <a:pt x="20400" y="4909"/>
                </a:lnTo>
                <a:lnTo>
                  <a:pt x="20400" y="14727"/>
                </a:lnTo>
                <a:cubicBezTo>
                  <a:pt x="20400" y="15269"/>
                  <a:pt x="19862" y="15709"/>
                  <a:pt x="19200" y="15709"/>
                </a:cubicBezTo>
                <a:lnTo>
                  <a:pt x="17400" y="15709"/>
                </a:lnTo>
                <a:cubicBezTo>
                  <a:pt x="17069" y="15709"/>
                  <a:pt x="16800" y="15929"/>
                  <a:pt x="16800" y="16199"/>
                </a:cubicBezTo>
                <a:cubicBezTo>
                  <a:pt x="16800" y="16471"/>
                  <a:pt x="17069" y="16690"/>
                  <a:pt x="17400" y="16690"/>
                </a:cubicBezTo>
                <a:lnTo>
                  <a:pt x="19200" y="16690"/>
                </a:lnTo>
                <a:cubicBezTo>
                  <a:pt x="20525" y="16690"/>
                  <a:pt x="21600" y="15811"/>
                  <a:pt x="21600" y="14727"/>
                </a:cubicBezTo>
                <a:lnTo>
                  <a:pt x="21600" y="3927"/>
                </a:lnTo>
                <a:cubicBezTo>
                  <a:pt x="21600" y="3927"/>
                  <a:pt x="17400" y="0"/>
                  <a:pt x="17400" y="0"/>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4" name="Shape 2536">
            <a:extLst>
              <a:ext uri="{FF2B5EF4-FFF2-40B4-BE49-F238E27FC236}">
                <a16:creationId xmlns:a16="http://schemas.microsoft.com/office/drawing/2014/main" id="{69FDA6F6-B6CA-C1CC-D66E-E6C44A109C45}"/>
              </a:ext>
            </a:extLst>
          </p:cNvPr>
          <p:cNvSpPr/>
          <p:nvPr/>
        </p:nvSpPr>
        <p:spPr>
          <a:xfrm>
            <a:off x="1437683" y="257835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4418" y="11782"/>
                </a:moveTo>
                <a:lnTo>
                  <a:pt x="14236" y="11782"/>
                </a:lnTo>
                <a:cubicBezTo>
                  <a:pt x="14507" y="11782"/>
                  <a:pt x="14727" y="11562"/>
                  <a:pt x="14727" y="11291"/>
                </a:cubicBezTo>
                <a:cubicBezTo>
                  <a:pt x="14727" y="11020"/>
                  <a:pt x="14507" y="10800"/>
                  <a:pt x="14236" y="10800"/>
                </a:cubicBezTo>
                <a:lnTo>
                  <a:pt x="4418" y="10800"/>
                </a:lnTo>
                <a:cubicBezTo>
                  <a:pt x="4147" y="10800"/>
                  <a:pt x="3927" y="11020"/>
                  <a:pt x="3927" y="11291"/>
                </a:cubicBezTo>
                <a:cubicBezTo>
                  <a:pt x="3927" y="11562"/>
                  <a:pt x="4147" y="11782"/>
                  <a:pt x="4418" y="11782"/>
                </a:cubicBezTo>
                <a:moveTo>
                  <a:pt x="20618" y="20618"/>
                </a:moveTo>
                <a:lnTo>
                  <a:pt x="5891" y="20618"/>
                </a:lnTo>
                <a:lnTo>
                  <a:pt x="5891" y="16200"/>
                </a:lnTo>
                <a:cubicBezTo>
                  <a:pt x="5891" y="15929"/>
                  <a:pt x="5671" y="15709"/>
                  <a:pt x="5400" y="15709"/>
                </a:cubicBezTo>
                <a:lnTo>
                  <a:pt x="982" y="15709"/>
                </a:lnTo>
                <a:lnTo>
                  <a:pt x="982" y="982"/>
                </a:lnTo>
                <a:lnTo>
                  <a:pt x="20618" y="982"/>
                </a:lnTo>
                <a:cubicBezTo>
                  <a:pt x="20618" y="982"/>
                  <a:pt x="20618" y="20618"/>
                  <a:pt x="20618" y="20618"/>
                </a:cubicBezTo>
                <a:close/>
                <a:moveTo>
                  <a:pt x="4909" y="20127"/>
                </a:moveTo>
                <a:lnTo>
                  <a:pt x="1473" y="16691"/>
                </a:lnTo>
                <a:lnTo>
                  <a:pt x="4909" y="16691"/>
                </a:lnTo>
                <a:cubicBezTo>
                  <a:pt x="4909" y="16691"/>
                  <a:pt x="4909" y="20127"/>
                  <a:pt x="4909" y="20127"/>
                </a:cubicBezTo>
                <a:close/>
                <a:moveTo>
                  <a:pt x="20618" y="0"/>
                </a:moveTo>
                <a:lnTo>
                  <a:pt x="982" y="0"/>
                </a:lnTo>
                <a:cubicBezTo>
                  <a:pt x="440" y="0"/>
                  <a:pt x="0" y="440"/>
                  <a:pt x="0" y="982"/>
                </a:cubicBezTo>
                <a:lnTo>
                  <a:pt x="0" y="16691"/>
                </a:lnTo>
                <a:lnTo>
                  <a:pt x="4909" y="21600"/>
                </a:lnTo>
                <a:lnTo>
                  <a:pt x="20618" y="21600"/>
                </a:lnTo>
                <a:cubicBezTo>
                  <a:pt x="21160" y="21600"/>
                  <a:pt x="21600" y="21161"/>
                  <a:pt x="21600" y="20618"/>
                </a:cubicBezTo>
                <a:lnTo>
                  <a:pt x="21600" y="982"/>
                </a:lnTo>
                <a:cubicBezTo>
                  <a:pt x="21600" y="440"/>
                  <a:pt x="21160" y="0"/>
                  <a:pt x="20618" y="0"/>
                </a:cubicBezTo>
                <a:moveTo>
                  <a:pt x="4418" y="8836"/>
                </a:moveTo>
                <a:lnTo>
                  <a:pt x="17182" y="8836"/>
                </a:lnTo>
                <a:cubicBezTo>
                  <a:pt x="17453" y="8836"/>
                  <a:pt x="17673" y="8617"/>
                  <a:pt x="17673" y="8345"/>
                </a:cubicBezTo>
                <a:cubicBezTo>
                  <a:pt x="17673" y="8075"/>
                  <a:pt x="17453" y="7855"/>
                  <a:pt x="17182" y="7855"/>
                </a:cubicBezTo>
                <a:lnTo>
                  <a:pt x="4418" y="7855"/>
                </a:lnTo>
                <a:cubicBezTo>
                  <a:pt x="4147" y="7855"/>
                  <a:pt x="3927" y="8075"/>
                  <a:pt x="3927" y="8345"/>
                </a:cubicBezTo>
                <a:cubicBezTo>
                  <a:pt x="3927" y="8617"/>
                  <a:pt x="4147" y="8836"/>
                  <a:pt x="4418" y="8836"/>
                </a:cubicBezTo>
                <a:moveTo>
                  <a:pt x="4418" y="5891"/>
                </a:moveTo>
                <a:lnTo>
                  <a:pt x="10309" y="5891"/>
                </a:lnTo>
                <a:cubicBezTo>
                  <a:pt x="10580" y="5891"/>
                  <a:pt x="10800" y="5672"/>
                  <a:pt x="10800" y="5400"/>
                </a:cubicBezTo>
                <a:cubicBezTo>
                  <a:pt x="10800" y="5129"/>
                  <a:pt x="10580" y="4909"/>
                  <a:pt x="10309" y="4909"/>
                </a:cubicBezTo>
                <a:lnTo>
                  <a:pt x="4418" y="4909"/>
                </a:lnTo>
                <a:cubicBezTo>
                  <a:pt x="4147" y="4909"/>
                  <a:pt x="3927" y="5129"/>
                  <a:pt x="3927" y="5400"/>
                </a:cubicBezTo>
                <a:cubicBezTo>
                  <a:pt x="3927" y="5672"/>
                  <a:pt x="4147" y="5891"/>
                  <a:pt x="4418" y="589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5" name="Shape 2537">
            <a:extLst>
              <a:ext uri="{FF2B5EF4-FFF2-40B4-BE49-F238E27FC236}">
                <a16:creationId xmlns:a16="http://schemas.microsoft.com/office/drawing/2014/main" id="{6C5542BA-E8A3-9A73-867E-02716B9770E2}"/>
              </a:ext>
            </a:extLst>
          </p:cNvPr>
          <p:cNvSpPr/>
          <p:nvPr/>
        </p:nvSpPr>
        <p:spPr>
          <a:xfrm>
            <a:off x="1996337" y="2578355"/>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4400" y="13745"/>
                </a:moveTo>
                <a:lnTo>
                  <a:pt x="3600" y="13745"/>
                </a:lnTo>
                <a:cubicBezTo>
                  <a:pt x="3269" y="13745"/>
                  <a:pt x="3000" y="13966"/>
                  <a:pt x="3000" y="14236"/>
                </a:cubicBezTo>
                <a:cubicBezTo>
                  <a:pt x="3000" y="14508"/>
                  <a:pt x="3269" y="14727"/>
                  <a:pt x="3600" y="14727"/>
                </a:cubicBezTo>
                <a:lnTo>
                  <a:pt x="14400" y="14727"/>
                </a:lnTo>
                <a:cubicBezTo>
                  <a:pt x="14731" y="14727"/>
                  <a:pt x="15000" y="14508"/>
                  <a:pt x="15000" y="14236"/>
                </a:cubicBezTo>
                <a:cubicBezTo>
                  <a:pt x="15000" y="13966"/>
                  <a:pt x="14731" y="13745"/>
                  <a:pt x="14400" y="13745"/>
                </a:cubicBezTo>
                <a:moveTo>
                  <a:pt x="3000" y="11291"/>
                </a:moveTo>
                <a:cubicBezTo>
                  <a:pt x="3000" y="11562"/>
                  <a:pt x="3269" y="11782"/>
                  <a:pt x="3600" y="11782"/>
                </a:cubicBezTo>
                <a:lnTo>
                  <a:pt x="18000" y="11782"/>
                </a:lnTo>
                <a:cubicBezTo>
                  <a:pt x="18331" y="11782"/>
                  <a:pt x="18600" y="11562"/>
                  <a:pt x="18600" y="11291"/>
                </a:cubicBezTo>
                <a:cubicBezTo>
                  <a:pt x="18600" y="11020"/>
                  <a:pt x="18331" y="10800"/>
                  <a:pt x="18000" y="10800"/>
                </a:cubicBezTo>
                <a:lnTo>
                  <a:pt x="3600" y="10800"/>
                </a:lnTo>
                <a:cubicBezTo>
                  <a:pt x="3269" y="10800"/>
                  <a:pt x="3000" y="11020"/>
                  <a:pt x="3000" y="11291"/>
                </a:cubicBezTo>
                <a:moveTo>
                  <a:pt x="20400" y="20618"/>
                </a:moveTo>
                <a:lnTo>
                  <a:pt x="6600" y="20618"/>
                </a:lnTo>
                <a:lnTo>
                  <a:pt x="1200" y="16200"/>
                </a:lnTo>
                <a:lnTo>
                  <a:pt x="1200" y="2945"/>
                </a:lnTo>
                <a:lnTo>
                  <a:pt x="4200" y="2945"/>
                </a:lnTo>
                <a:lnTo>
                  <a:pt x="4200" y="4418"/>
                </a:lnTo>
                <a:cubicBezTo>
                  <a:pt x="4200" y="4690"/>
                  <a:pt x="4469" y="4909"/>
                  <a:pt x="4800" y="4909"/>
                </a:cubicBezTo>
                <a:cubicBezTo>
                  <a:pt x="5131" y="4909"/>
                  <a:pt x="5400" y="4690"/>
                  <a:pt x="5400" y="4418"/>
                </a:cubicBezTo>
                <a:lnTo>
                  <a:pt x="5400" y="2945"/>
                </a:lnTo>
                <a:lnTo>
                  <a:pt x="6600" y="2945"/>
                </a:lnTo>
                <a:lnTo>
                  <a:pt x="6600" y="4418"/>
                </a:lnTo>
                <a:cubicBezTo>
                  <a:pt x="6600" y="4690"/>
                  <a:pt x="6869" y="4909"/>
                  <a:pt x="7200" y="4909"/>
                </a:cubicBezTo>
                <a:cubicBezTo>
                  <a:pt x="7531" y="4909"/>
                  <a:pt x="7800" y="4690"/>
                  <a:pt x="7800" y="4418"/>
                </a:cubicBezTo>
                <a:lnTo>
                  <a:pt x="7800" y="2945"/>
                </a:lnTo>
                <a:lnTo>
                  <a:pt x="9000" y="2945"/>
                </a:lnTo>
                <a:lnTo>
                  <a:pt x="9000" y="4418"/>
                </a:lnTo>
                <a:cubicBezTo>
                  <a:pt x="9000" y="4690"/>
                  <a:pt x="9269" y="4909"/>
                  <a:pt x="9600" y="4909"/>
                </a:cubicBezTo>
                <a:cubicBezTo>
                  <a:pt x="9931" y="4909"/>
                  <a:pt x="10200" y="4690"/>
                  <a:pt x="10200" y="4418"/>
                </a:cubicBezTo>
                <a:lnTo>
                  <a:pt x="10200" y="2945"/>
                </a:lnTo>
                <a:lnTo>
                  <a:pt x="11400" y="2945"/>
                </a:lnTo>
                <a:lnTo>
                  <a:pt x="11400" y="4418"/>
                </a:lnTo>
                <a:cubicBezTo>
                  <a:pt x="11400" y="4690"/>
                  <a:pt x="11669" y="4909"/>
                  <a:pt x="12000" y="4909"/>
                </a:cubicBezTo>
                <a:cubicBezTo>
                  <a:pt x="12331" y="4909"/>
                  <a:pt x="12600" y="4690"/>
                  <a:pt x="12600" y="4418"/>
                </a:cubicBezTo>
                <a:lnTo>
                  <a:pt x="12600" y="2945"/>
                </a:lnTo>
                <a:lnTo>
                  <a:pt x="13800" y="2945"/>
                </a:lnTo>
                <a:lnTo>
                  <a:pt x="13800" y="4418"/>
                </a:lnTo>
                <a:cubicBezTo>
                  <a:pt x="13800" y="4690"/>
                  <a:pt x="14069" y="4909"/>
                  <a:pt x="14400" y="4909"/>
                </a:cubicBezTo>
                <a:cubicBezTo>
                  <a:pt x="14731" y="4909"/>
                  <a:pt x="15000" y="4690"/>
                  <a:pt x="15000" y="4418"/>
                </a:cubicBezTo>
                <a:lnTo>
                  <a:pt x="15000" y="2945"/>
                </a:lnTo>
                <a:lnTo>
                  <a:pt x="16200" y="2945"/>
                </a:lnTo>
                <a:lnTo>
                  <a:pt x="16200" y="4418"/>
                </a:lnTo>
                <a:cubicBezTo>
                  <a:pt x="16200" y="4690"/>
                  <a:pt x="16469" y="4909"/>
                  <a:pt x="16800" y="4909"/>
                </a:cubicBezTo>
                <a:cubicBezTo>
                  <a:pt x="17131" y="4909"/>
                  <a:pt x="17400" y="4690"/>
                  <a:pt x="17400" y="4418"/>
                </a:cubicBezTo>
                <a:lnTo>
                  <a:pt x="17400" y="2945"/>
                </a:lnTo>
                <a:lnTo>
                  <a:pt x="20400" y="2945"/>
                </a:lnTo>
                <a:cubicBezTo>
                  <a:pt x="20400" y="2945"/>
                  <a:pt x="20400" y="20618"/>
                  <a:pt x="20400" y="20618"/>
                </a:cubicBezTo>
                <a:close/>
                <a:moveTo>
                  <a:pt x="1200" y="20618"/>
                </a:moveTo>
                <a:lnTo>
                  <a:pt x="1200" y="17673"/>
                </a:lnTo>
                <a:lnTo>
                  <a:pt x="4800" y="20618"/>
                </a:lnTo>
                <a:cubicBezTo>
                  <a:pt x="4800" y="20618"/>
                  <a:pt x="1200" y="20618"/>
                  <a:pt x="1200" y="20618"/>
                </a:cubicBezTo>
                <a:close/>
                <a:moveTo>
                  <a:pt x="20400" y="1964"/>
                </a:moveTo>
                <a:lnTo>
                  <a:pt x="17400" y="1964"/>
                </a:lnTo>
                <a:lnTo>
                  <a:pt x="17400" y="491"/>
                </a:lnTo>
                <a:cubicBezTo>
                  <a:pt x="17400" y="220"/>
                  <a:pt x="17131" y="0"/>
                  <a:pt x="16800" y="0"/>
                </a:cubicBezTo>
                <a:cubicBezTo>
                  <a:pt x="16469" y="0"/>
                  <a:pt x="16200" y="220"/>
                  <a:pt x="16200" y="491"/>
                </a:cubicBezTo>
                <a:lnTo>
                  <a:pt x="16200" y="1964"/>
                </a:lnTo>
                <a:lnTo>
                  <a:pt x="15000" y="1964"/>
                </a:lnTo>
                <a:lnTo>
                  <a:pt x="15000" y="491"/>
                </a:lnTo>
                <a:cubicBezTo>
                  <a:pt x="15000" y="220"/>
                  <a:pt x="14731" y="0"/>
                  <a:pt x="14400" y="0"/>
                </a:cubicBezTo>
                <a:cubicBezTo>
                  <a:pt x="14069" y="0"/>
                  <a:pt x="13800" y="220"/>
                  <a:pt x="13800" y="491"/>
                </a:cubicBezTo>
                <a:lnTo>
                  <a:pt x="13800" y="1964"/>
                </a:lnTo>
                <a:lnTo>
                  <a:pt x="12600" y="1964"/>
                </a:lnTo>
                <a:lnTo>
                  <a:pt x="12600" y="491"/>
                </a:lnTo>
                <a:cubicBezTo>
                  <a:pt x="12600" y="220"/>
                  <a:pt x="12331" y="0"/>
                  <a:pt x="12000" y="0"/>
                </a:cubicBezTo>
                <a:cubicBezTo>
                  <a:pt x="11669" y="0"/>
                  <a:pt x="11400" y="220"/>
                  <a:pt x="11400" y="491"/>
                </a:cubicBezTo>
                <a:lnTo>
                  <a:pt x="11400" y="1964"/>
                </a:lnTo>
                <a:lnTo>
                  <a:pt x="10200" y="1964"/>
                </a:lnTo>
                <a:lnTo>
                  <a:pt x="10200" y="491"/>
                </a:lnTo>
                <a:cubicBezTo>
                  <a:pt x="10200" y="220"/>
                  <a:pt x="9931" y="0"/>
                  <a:pt x="9600" y="0"/>
                </a:cubicBezTo>
                <a:cubicBezTo>
                  <a:pt x="9269" y="0"/>
                  <a:pt x="9000" y="220"/>
                  <a:pt x="9000" y="491"/>
                </a:cubicBezTo>
                <a:lnTo>
                  <a:pt x="9000" y="1964"/>
                </a:lnTo>
                <a:lnTo>
                  <a:pt x="7800" y="1964"/>
                </a:lnTo>
                <a:lnTo>
                  <a:pt x="7800" y="491"/>
                </a:lnTo>
                <a:cubicBezTo>
                  <a:pt x="7800" y="220"/>
                  <a:pt x="7531" y="0"/>
                  <a:pt x="7200" y="0"/>
                </a:cubicBezTo>
                <a:cubicBezTo>
                  <a:pt x="6869" y="0"/>
                  <a:pt x="6600" y="220"/>
                  <a:pt x="6600" y="491"/>
                </a:cubicBezTo>
                <a:lnTo>
                  <a:pt x="6600" y="1964"/>
                </a:lnTo>
                <a:lnTo>
                  <a:pt x="5400" y="1964"/>
                </a:lnTo>
                <a:lnTo>
                  <a:pt x="5400" y="491"/>
                </a:lnTo>
                <a:cubicBezTo>
                  <a:pt x="5400" y="220"/>
                  <a:pt x="5131" y="0"/>
                  <a:pt x="4800" y="0"/>
                </a:cubicBezTo>
                <a:cubicBezTo>
                  <a:pt x="4469" y="0"/>
                  <a:pt x="4200" y="220"/>
                  <a:pt x="4200" y="491"/>
                </a:cubicBezTo>
                <a:lnTo>
                  <a:pt x="4200" y="1964"/>
                </a:lnTo>
                <a:lnTo>
                  <a:pt x="1200" y="1964"/>
                </a:lnTo>
                <a:cubicBezTo>
                  <a:pt x="538" y="1964"/>
                  <a:pt x="0" y="2404"/>
                  <a:pt x="0" y="2945"/>
                </a:cubicBezTo>
                <a:lnTo>
                  <a:pt x="0" y="20618"/>
                </a:lnTo>
                <a:cubicBezTo>
                  <a:pt x="0" y="21161"/>
                  <a:pt x="538" y="21600"/>
                  <a:pt x="1200" y="21600"/>
                </a:cubicBezTo>
                <a:lnTo>
                  <a:pt x="20400" y="21600"/>
                </a:lnTo>
                <a:cubicBezTo>
                  <a:pt x="21062" y="21600"/>
                  <a:pt x="21600" y="21161"/>
                  <a:pt x="21600" y="20618"/>
                </a:cubicBezTo>
                <a:lnTo>
                  <a:pt x="21600" y="2945"/>
                </a:lnTo>
                <a:cubicBezTo>
                  <a:pt x="21600" y="2404"/>
                  <a:pt x="21062" y="1964"/>
                  <a:pt x="20400" y="1964"/>
                </a:cubicBezTo>
                <a:moveTo>
                  <a:pt x="3600" y="8836"/>
                </a:moveTo>
                <a:lnTo>
                  <a:pt x="10800" y="8836"/>
                </a:lnTo>
                <a:cubicBezTo>
                  <a:pt x="11131" y="8836"/>
                  <a:pt x="11400" y="8617"/>
                  <a:pt x="11400" y="8345"/>
                </a:cubicBezTo>
                <a:cubicBezTo>
                  <a:pt x="11400" y="8075"/>
                  <a:pt x="11131" y="7855"/>
                  <a:pt x="10800" y="7855"/>
                </a:cubicBezTo>
                <a:lnTo>
                  <a:pt x="3600" y="7855"/>
                </a:lnTo>
                <a:cubicBezTo>
                  <a:pt x="3269" y="7855"/>
                  <a:pt x="3000" y="8075"/>
                  <a:pt x="3000" y="8345"/>
                </a:cubicBezTo>
                <a:cubicBezTo>
                  <a:pt x="3000" y="8617"/>
                  <a:pt x="3269" y="8836"/>
                  <a:pt x="3600" y="883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6" name="Shape 2538">
            <a:extLst>
              <a:ext uri="{FF2B5EF4-FFF2-40B4-BE49-F238E27FC236}">
                <a16:creationId xmlns:a16="http://schemas.microsoft.com/office/drawing/2014/main" id="{C27A4A60-904F-54DD-C2CF-341CCD2D44BE}"/>
              </a:ext>
            </a:extLst>
          </p:cNvPr>
          <p:cNvSpPr/>
          <p:nvPr/>
        </p:nvSpPr>
        <p:spPr>
          <a:xfrm>
            <a:off x="2529598" y="2578355"/>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20400" y="5891"/>
                </a:moveTo>
                <a:lnTo>
                  <a:pt x="1200" y="5891"/>
                </a:lnTo>
                <a:lnTo>
                  <a:pt x="1200" y="3927"/>
                </a:lnTo>
                <a:lnTo>
                  <a:pt x="6000" y="3927"/>
                </a:lnTo>
                <a:cubicBezTo>
                  <a:pt x="6000" y="4469"/>
                  <a:pt x="6538" y="4909"/>
                  <a:pt x="7200" y="4909"/>
                </a:cubicBezTo>
                <a:lnTo>
                  <a:pt x="14400" y="4909"/>
                </a:lnTo>
                <a:cubicBezTo>
                  <a:pt x="15062" y="4909"/>
                  <a:pt x="15600" y="4469"/>
                  <a:pt x="15600" y="3927"/>
                </a:cubicBezTo>
                <a:lnTo>
                  <a:pt x="20400" y="3927"/>
                </a:lnTo>
                <a:cubicBezTo>
                  <a:pt x="20400" y="3927"/>
                  <a:pt x="20400" y="5891"/>
                  <a:pt x="20400" y="5891"/>
                </a:cubicBezTo>
                <a:close/>
                <a:moveTo>
                  <a:pt x="20400" y="20618"/>
                </a:moveTo>
                <a:lnTo>
                  <a:pt x="1200" y="20618"/>
                </a:lnTo>
                <a:lnTo>
                  <a:pt x="1200" y="6873"/>
                </a:lnTo>
                <a:lnTo>
                  <a:pt x="20400" y="6873"/>
                </a:lnTo>
                <a:cubicBezTo>
                  <a:pt x="20400" y="6873"/>
                  <a:pt x="20400" y="20618"/>
                  <a:pt x="20400" y="20618"/>
                </a:cubicBezTo>
                <a:close/>
                <a:moveTo>
                  <a:pt x="7200" y="1964"/>
                </a:moveTo>
                <a:lnTo>
                  <a:pt x="14400" y="1964"/>
                </a:lnTo>
                <a:lnTo>
                  <a:pt x="14400" y="3927"/>
                </a:lnTo>
                <a:lnTo>
                  <a:pt x="7200" y="3927"/>
                </a:lnTo>
                <a:cubicBezTo>
                  <a:pt x="7200" y="3927"/>
                  <a:pt x="7200" y="1964"/>
                  <a:pt x="7200" y="1964"/>
                </a:cubicBezTo>
                <a:close/>
                <a:moveTo>
                  <a:pt x="20400" y="2945"/>
                </a:moveTo>
                <a:lnTo>
                  <a:pt x="15600" y="2945"/>
                </a:lnTo>
                <a:lnTo>
                  <a:pt x="15600" y="1964"/>
                </a:lnTo>
                <a:cubicBezTo>
                  <a:pt x="15600" y="1422"/>
                  <a:pt x="15062" y="982"/>
                  <a:pt x="14400" y="982"/>
                </a:cubicBezTo>
                <a:lnTo>
                  <a:pt x="12000" y="982"/>
                </a:lnTo>
                <a:cubicBezTo>
                  <a:pt x="12000" y="440"/>
                  <a:pt x="11462" y="0"/>
                  <a:pt x="10800" y="0"/>
                </a:cubicBezTo>
                <a:cubicBezTo>
                  <a:pt x="10138" y="0"/>
                  <a:pt x="9600" y="440"/>
                  <a:pt x="9600" y="982"/>
                </a:cubicBezTo>
                <a:lnTo>
                  <a:pt x="7200" y="982"/>
                </a:lnTo>
                <a:cubicBezTo>
                  <a:pt x="6538" y="982"/>
                  <a:pt x="6000" y="1422"/>
                  <a:pt x="6000" y="1964"/>
                </a:cubicBezTo>
                <a:lnTo>
                  <a:pt x="6000" y="2945"/>
                </a:lnTo>
                <a:lnTo>
                  <a:pt x="1200" y="2945"/>
                </a:lnTo>
                <a:cubicBezTo>
                  <a:pt x="538" y="2945"/>
                  <a:pt x="0" y="3386"/>
                  <a:pt x="0" y="3927"/>
                </a:cubicBezTo>
                <a:lnTo>
                  <a:pt x="0" y="20618"/>
                </a:lnTo>
                <a:cubicBezTo>
                  <a:pt x="0" y="21160"/>
                  <a:pt x="538" y="21600"/>
                  <a:pt x="1200" y="21600"/>
                </a:cubicBezTo>
                <a:lnTo>
                  <a:pt x="20400" y="21600"/>
                </a:lnTo>
                <a:cubicBezTo>
                  <a:pt x="21062" y="21600"/>
                  <a:pt x="21600" y="21160"/>
                  <a:pt x="21600" y="20618"/>
                </a:cubicBezTo>
                <a:lnTo>
                  <a:pt x="21600" y="3927"/>
                </a:lnTo>
                <a:cubicBezTo>
                  <a:pt x="21600" y="3386"/>
                  <a:pt x="21062" y="2945"/>
                  <a:pt x="20400" y="2945"/>
                </a:cubicBezTo>
                <a:moveTo>
                  <a:pt x="4200" y="16691"/>
                </a:moveTo>
                <a:lnTo>
                  <a:pt x="15000" y="16691"/>
                </a:lnTo>
                <a:cubicBezTo>
                  <a:pt x="15331" y="16691"/>
                  <a:pt x="15600" y="16472"/>
                  <a:pt x="15600" y="16200"/>
                </a:cubicBezTo>
                <a:cubicBezTo>
                  <a:pt x="15600" y="15929"/>
                  <a:pt x="15331" y="15709"/>
                  <a:pt x="15000" y="15709"/>
                </a:cubicBezTo>
                <a:lnTo>
                  <a:pt x="4200" y="15709"/>
                </a:lnTo>
                <a:cubicBezTo>
                  <a:pt x="3869" y="15709"/>
                  <a:pt x="3600" y="15929"/>
                  <a:pt x="3600" y="16200"/>
                </a:cubicBezTo>
                <a:cubicBezTo>
                  <a:pt x="3600" y="16472"/>
                  <a:pt x="3869" y="16691"/>
                  <a:pt x="4200" y="16691"/>
                </a:cubicBezTo>
                <a:moveTo>
                  <a:pt x="4200" y="13745"/>
                </a:moveTo>
                <a:lnTo>
                  <a:pt x="17400" y="13745"/>
                </a:lnTo>
                <a:cubicBezTo>
                  <a:pt x="17731" y="13745"/>
                  <a:pt x="18000" y="13526"/>
                  <a:pt x="18000" y="13255"/>
                </a:cubicBezTo>
                <a:cubicBezTo>
                  <a:pt x="18000" y="12984"/>
                  <a:pt x="17731" y="12764"/>
                  <a:pt x="17400" y="12764"/>
                </a:cubicBezTo>
                <a:lnTo>
                  <a:pt x="4200" y="12764"/>
                </a:lnTo>
                <a:cubicBezTo>
                  <a:pt x="3869" y="12764"/>
                  <a:pt x="3600" y="12984"/>
                  <a:pt x="3600" y="13255"/>
                </a:cubicBezTo>
                <a:cubicBezTo>
                  <a:pt x="3600" y="13526"/>
                  <a:pt x="3869" y="13745"/>
                  <a:pt x="4200" y="13745"/>
                </a:cubicBezTo>
                <a:moveTo>
                  <a:pt x="4200" y="10800"/>
                </a:moveTo>
                <a:lnTo>
                  <a:pt x="11400" y="10800"/>
                </a:lnTo>
                <a:cubicBezTo>
                  <a:pt x="11731" y="10800"/>
                  <a:pt x="12000" y="10581"/>
                  <a:pt x="12000" y="10309"/>
                </a:cubicBezTo>
                <a:cubicBezTo>
                  <a:pt x="12000" y="10038"/>
                  <a:pt x="11731" y="9818"/>
                  <a:pt x="11400" y="9818"/>
                </a:cubicBezTo>
                <a:lnTo>
                  <a:pt x="4200" y="9818"/>
                </a:lnTo>
                <a:cubicBezTo>
                  <a:pt x="3869" y="9818"/>
                  <a:pt x="3600" y="10038"/>
                  <a:pt x="3600" y="10309"/>
                </a:cubicBezTo>
                <a:cubicBezTo>
                  <a:pt x="3600" y="10581"/>
                  <a:pt x="3869" y="10800"/>
                  <a:pt x="4200" y="108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7" name="Shape 2539">
            <a:extLst>
              <a:ext uri="{FF2B5EF4-FFF2-40B4-BE49-F238E27FC236}">
                <a16:creationId xmlns:a16="http://schemas.microsoft.com/office/drawing/2014/main" id="{01B45C61-1FFE-8621-D219-24270625A2F6}"/>
              </a:ext>
            </a:extLst>
          </p:cNvPr>
          <p:cNvSpPr/>
          <p:nvPr/>
        </p:nvSpPr>
        <p:spPr>
          <a:xfrm>
            <a:off x="3037466" y="2622793"/>
            <a:ext cx="279328" cy="190451"/>
          </a:xfrm>
          <a:custGeom>
            <a:avLst/>
            <a:gdLst/>
            <a:ahLst/>
            <a:cxnLst>
              <a:cxn ang="0">
                <a:pos x="wd2" y="hd2"/>
              </a:cxn>
              <a:cxn ang="5400000">
                <a:pos x="wd2" y="hd2"/>
              </a:cxn>
              <a:cxn ang="10800000">
                <a:pos x="wd2" y="hd2"/>
              </a:cxn>
              <a:cxn ang="16200000">
                <a:pos x="wd2" y="hd2"/>
              </a:cxn>
            </a:cxnLst>
            <a:rect l="0" t="0" r="r" b="b"/>
            <a:pathLst>
              <a:path w="21600" h="21600" extrusionOk="0">
                <a:moveTo>
                  <a:pt x="21600" y="720"/>
                </a:moveTo>
                <a:cubicBezTo>
                  <a:pt x="21600" y="323"/>
                  <a:pt x="21380" y="0"/>
                  <a:pt x="21109" y="0"/>
                </a:cubicBezTo>
                <a:cubicBezTo>
                  <a:pt x="20969" y="0"/>
                  <a:pt x="20845" y="88"/>
                  <a:pt x="20756" y="226"/>
                </a:cubicBezTo>
                <a:lnTo>
                  <a:pt x="20754" y="223"/>
                </a:lnTo>
                <a:lnTo>
                  <a:pt x="7848" y="19853"/>
                </a:lnTo>
                <a:lnTo>
                  <a:pt x="838" y="9571"/>
                </a:lnTo>
                <a:cubicBezTo>
                  <a:pt x="749" y="9441"/>
                  <a:pt x="626" y="9360"/>
                  <a:pt x="491" y="9360"/>
                </a:cubicBezTo>
                <a:cubicBezTo>
                  <a:pt x="220" y="9360"/>
                  <a:pt x="0" y="9683"/>
                  <a:pt x="0" y="10080"/>
                </a:cubicBezTo>
                <a:cubicBezTo>
                  <a:pt x="0" y="10279"/>
                  <a:pt x="55" y="10459"/>
                  <a:pt x="144" y="10589"/>
                </a:cubicBezTo>
                <a:lnTo>
                  <a:pt x="7507" y="21390"/>
                </a:lnTo>
                <a:cubicBezTo>
                  <a:pt x="7596" y="21520"/>
                  <a:pt x="7719" y="21600"/>
                  <a:pt x="7855" y="21600"/>
                </a:cubicBezTo>
                <a:cubicBezTo>
                  <a:pt x="7995" y="21600"/>
                  <a:pt x="8119" y="21513"/>
                  <a:pt x="8208" y="21376"/>
                </a:cubicBezTo>
                <a:lnTo>
                  <a:pt x="8210" y="21377"/>
                </a:lnTo>
                <a:lnTo>
                  <a:pt x="21465" y="1217"/>
                </a:lnTo>
                <a:lnTo>
                  <a:pt x="21462" y="1215"/>
                </a:lnTo>
                <a:cubicBezTo>
                  <a:pt x="21547" y="1087"/>
                  <a:pt x="21600" y="913"/>
                  <a:pt x="21600" y="72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8" name="Shape 2540">
            <a:extLst>
              <a:ext uri="{FF2B5EF4-FFF2-40B4-BE49-F238E27FC236}">
                <a16:creationId xmlns:a16="http://schemas.microsoft.com/office/drawing/2014/main" id="{ABCD94F9-4AE1-2210-E2AD-5A1ECB26509A}"/>
              </a:ext>
            </a:extLst>
          </p:cNvPr>
          <p:cNvSpPr/>
          <p:nvPr/>
        </p:nvSpPr>
        <p:spPr>
          <a:xfrm>
            <a:off x="3570727" y="257835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732" y="6661"/>
                </a:moveTo>
                <a:cubicBezTo>
                  <a:pt x="20540" y="6471"/>
                  <a:pt x="20228" y="6473"/>
                  <a:pt x="20038" y="6667"/>
                </a:cubicBezTo>
                <a:cubicBezTo>
                  <a:pt x="19903" y="6804"/>
                  <a:pt x="19870" y="7000"/>
                  <a:pt x="19929" y="7171"/>
                </a:cubicBezTo>
                <a:lnTo>
                  <a:pt x="19918" y="7175"/>
                </a:lnTo>
                <a:cubicBezTo>
                  <a:pt x="20365" y="8298"/>
                  <a:pt x="20618" y="9518"/>
                  <a:pt x="20618" y="10800"/>
                </a:cubicBezTo>
                <a:cubicBezTo>
                  <a:pt x="20618" y="16223"/>
                  <a:pt x="16223" y="20618"/>
                  <a:pt x="10800" y="20618"/>
                </a:cubicBezTo>
                <a:cubicBezTo>
                  <a:pt x="5378" y="20618"/>
                  <a:pt x="982" y="16223"/>
                  <a:pt x="982" y="10800"/>
                </a:cubicBezTo>
                <a:cubicBezTo>
                  <a:pt x="982" y="5377"/>
                  <a:pt x="5378" y="982"/>
                  <a:pt x="10800" y="982"/>
                </a:cubicBezTo>
                <a:cubicBezTo>
                  <a:pt x="13575" y="982"/>
                  <a:pt x="16077" y="2136"/>
                  <a:pt x="17862" y="3989"/>
                </a:cubicBezTo>
                <a:lnTo>
                  <a:pt x="17868" y="3982"/>
                </a:lnTo>
                <a:cubicBezTo>
                  <a:pt x="18062" y="4157"/>
                  <a:pt x="18359" y="4153"/>
                  <a:pt x="18544" y="3965"/>
                </a:cubicBezTo>
                <a:cubicBezTo>
                  <a:pt x="18734" y="3771"/>
                  <a:pt x="18732" y="3461"/>
                  <a:pt x="18539" y="3270"/>
                </a:cubicBezTo>
                <a:cubicBezTo>
                  <a:pt x="18520" y="3252"/>
                  <a:pt x="18496" y="3244"/>
                  <a:pt x="18476" y="3230"/>
                </a:cubicBezTo>
                <a:cubicBezTo>
                  <a:pt x="16521" y="1241"/>
                  <a:pt x="13810" y="0"/>
                  <a:pt x="10800" y="0"/>
                </a:cubicBezTo>
                <a:cubicBezTo>
                  <a:pt x="4835" y="0"/>
                  <a:pt x="0" y="4835"/>
                  <a:pt x="0" y="10800"/>
                </a:cubicBezTo>
                <a:cubicBezTo>
                  <a:pt x="0" y="16764"/>
                  <a:pt x="4835" y="21600"/>
                  <a:pt x="10800" y="21600"/>
                </a:cubicBezTo>
                <a:cubicBezTo>
                  <a:pt x="16765" y="21600"/>
                  <a:pt x="21600" y="16764"/>
                  <a:pt x="21600" y="10800"/>
                </a:cubicBezTo>
                <a:cubicBezTo>
                  <a:pt x="21600" y="9412"/>
                  <a:pt x="21329" y="8089"/>
                  <a:pt x="20851" y="6869"/>
                </a:cubicBezTo>
                <a:cubicBezTo>
                  <a:pt x="20828" y="6794"/>
                  <a:pt x="20793" y="6721"/>
                  <a:pt x="20732" y="6661"/>
                </a:cubicBezTo>
                <a:moveTo>
                  <a:pt x="10792" y="13534"/>
                </a:moveTo>
                <a:lnTo>
                  <a:pt x="6238" y="8980"/>
                </a:lnTo>
                <a:cubicBezTo>
                  <a:pt x="6149" y="8891"/>
                  <a:pt x="6027" y="8836"/>
                  <a:pt x="5891" y="8836"/>
                </a:cubicBezTo>
                <a:cubicBezTo>
                  <a:pt x="5620" y="8836"/>
                  <a:pt x="5400" y="9056"/>
                  <a:pt x="5400" y="9327"/>
                </a:cubicBezTo>
                <a:cubicBezTo>
                  <a:pt x="5400" y="9463"/>
                  <a:pt x="5455" y="9585"/>
                  <a:pt x="5544" y="9675"/>
                </a:cubicBezTo>
                <a:lnTo>
                  <a:pt x="10453" y="14583"/>
                </a:lnTo>
                <a:cubicBezTo>
                  <a:pt x="10542" y="14672"/>
                  <a:pt x="10664" y="14727"/>
                  <a:pt x="10800" y="14727"/>
                </a:cubicBezTo>
                <a:cubicBezTo>
                  <a:pt x="10940" y="14727"/>
                  <a:pt x="11064" y="14668"/>
                  <a:pt x="11154" y="14574"/>
                </a:cubicBezTo>
                <a:lnTo>
                  <a:pt x="11155" y="14576"/>
                </a:lnTo>
                <a:lnTo>
                  <a:pt x="19353" y="5988"/>
                </a:lnTo>
                <a:cubicBezTo>
                  <a:pt x="19353" y="5989"/>
                  <a:pt x="19354" y="5990"/>
                  <a:pt x="19354" y="5991"/>
                </a:cubicBezTo>
                <a:lnTo>
                  <a:pt x="20055" y="5255"/>
                </a:lnTo>
                <a:cubicBezTo>
                  <a:pt x="20055" y="5255"/>
                  <a:pt x="20054" y="5254"/>
                  <a:pt x="20054" y="5253"/>
                </a:cubicBezTo>
                <a:lnTo>
                  <a:pt x="21464" y="3775"/>
                </a:lnTo>
                <a:lnTo>
                  <a:pt x="21463" y="3774"/>
                </a:lnTo>
                <a:cubicBezTo>
                  <a:pt x="21547" y="3686"/>
                  <a:pt x="21600" y="3567"/>
                  <a:pt x="21600" y="3436"/>
                </a:cubicBezTo>
                <a:cubicBezTo>
                  <a:pt x="21600" y="3166"/>
                  <a:pt x="21380" y="2945"/>
                  <a:pt x="21109" y="2945"/>
                </a:cubicBezTo>
                <a:cubicBezTo>
                  <a:pt x="20969" y="2945"/>
                  <a:pt x="20844" y="3005"/>
                  <a:pt x="20755" y="3099"/>
                </a:cubicBezTo>
                <a:lnTo>
                  <a:pt x="20754" y="3097"/>
                </a:lnTo>
                <a:lnTo>
                  <a:pt x="19493" y="4419"/>
                </a:lnTo>
                <a:cubicBezTo>
                  <a:pt x="19492" y="4418"/>
                  <a:pt x="19491" y="4416"/>
                  <a:pt x="19490" y="4415"/>
                </a:cubicBezTo>
                <a:lnTo>
                  <a:pt x="18805" y="5133"/>
                </a:lnTo>
                <a:cubicBezTo>
                  <a:pt x="18806" y="5134"/>
                  <a:pt x="18807" y="5136"/>
                  <a:pt x="18807" y="5137"/>
                </a:cubicBezTo>
                <a:cubicBezTo>
                  <a:pt x="18807" y="5137"/>
                  <a:pt x="10792" y="13534"/>
                  <a:pt x="10792" y="13534"/>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9" name="Shape 2541">
            <a:extLst>
              <a:ext uri="{FF2B5EF4-FFF2-40B4-BE49-F238E27FC236}">
                <a16:creationId xmlns:a16="http://schemas.microsoft.com/office/drawing/2014/main" id="{5BF83DE1-4930-F4A5-ABA7-00B7A4D9FDC8}"/>
              </a:ext>
            </a:extLst>
          </p:cNvPr>
          <p:cNvSpPr/>
          <p:nvPr/>
        </p:nvSpPr>
        <p:spPr>
          <a:xfrm>
            <a:off x="4129381" y="2603748"/>
            <a:ext cx="228541" cy="228541"/>
          </a:xfrm>
          <a:custGeom>
            <a:avLst/>
            <a:gdLst/>
            <a:ahLst/>
            <a:cxnLst>
              <a:cxn ang="0">
                <a:pos x="wd2" y="hd2"/>
              </a:cxn>
              <a:cxn ang="5400000">
                <a:pos x="wd2" y="hd2"/>
              </a:cxn>
              <a:cxn ang="10800000">
                <a:pos x="wd2" y="hd2"/>
              </a:cxn>
              <a:cxn ang="16200000">
                <a:pos x="wd2" y="hd2"/>
              </a:cxn>
            </a:cxnLst>
            <a:rect l="0" t="0" r="r" b="b"/>
            <a:pathLst>
              <a:path w="21600" h="21600" extrusionOk="0">
                <a:moveTo>
                  <a:pt x="11648" y="10800"/>
                </a:moveTo>
                <a:lnTo>
                  <a:pt x="21424" y="1024"/>
                </a:lnTo>
                <a:cubicBezTo>
                  <a:pt x="21533" y="916"/>
                  <a:pt x="21600" y="766"/>
                  <a:pt x="21600" y="600"/>
                </a:cubicBezTo>
                <a:cubicBezTo>
                  <a:pt x="21600" y="269"/>
                  <a:pt x="21332" y="0"/>
                  <a:pt x="21000" y="0"/>
                </a:cubicBezTo>
                <a:cubicBezTo>
                  <a:pt x="20835" y="0"/>
                  <a:pt x="20685" y="67"/>
                  <a:pt x="20576" y="176"/>
                </a:cubicBezTo>
                <a:lnTo>
                  <a:pt x="10800" y="9952"/>
                </a:lnTo>
                <a:lnTo>
                  <a:pt x="1024" y="176"/>
                </a:lnTo>
                <a:cubicBezTo>
                  <a:pt x="916" y="67"/>
                  <a:pt x="766" y="0"/>
                  <a:pt x="600" y="0"/>
                </a:cubicBezTo>
                <a:cubicBezTo>
                  <a:pt x="268" y="0"/>
                  <a:pt x="0" y="269"/>
                  <a:pt x="0" y="600"/>
                </a:cubicBezTo>
                <a:cubicBezTo>
                  <a:pt x="0" y="766"/>
                  <a:pt x="67" y="916"/>
                  <a:pt x="176" y="1025"/>
                </a:cubicBezTo>
                <a:lnTo>
                  <a:pt x="9952" y="10800"/>
                </a:lnTo>
                <a:lnTo>
                  <a:pt x="176" y="20576"/>
                </a:lnTo>
                <a:cubicBezTo>
                  <a:pt x="67" y="20684"/>
                  <a:pt x="0" y="20834"/>
                  <a:pt x="0" y="21000"/>
                </a:cubicBezTo>
                <a:cubicBezTo>
                  <a:pt x="0" y="21332"/>
                  <a:pt x="268" y="21600"/>
                  <a:pt x="600" y="21600"/>
                </a:cubicBezTo>
                <a:cubicBezTo>
                  <a:pt x="766" y="21600"/>
                  <a:pt x="916" y="21533"/>
                  <a:pt x="1024" y="21424"/>
                </a:cubicBezTo>
                <a:lnTo>
                  <a:pt x="10800" y="11648"/>
                </a:lnTo>
                <a:lnTo>
                  <a:pt x="20576" y="21424"/>
                </a:lnTo>
                <a:cubicBezTo>
                  <a:pt x="20685" y="21533"/>
                  <a:pt x="20835" y="21600"/>
                  <a:pt x="21000" y="21600"/>
                </a:cubicBezTo>
                <a:cubicBezTo>
                  <a:pt x="21332" y="21600"/>
                  <a:pt x="21600" y="21332"/>
                  <a:pt x="21600" y="21000"/>
                </a:cubicBezTo>
                <a:cubicBezTo>
                  <a:pt x="21600" y="20834"/>
                  <a:pt x="21533" y="20684"/>
                  <a:pt x="21424" y="20576"/>
                </a:cubicBezTo>
                <a:cubicBezTo>
                  <a:pt x="21424" y="20576"/>
                  <a:pt x="11648" y="10800"/>
                  <a:pt x="11648" y="10800"/>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0" name="Shape 2542">
            <a:extLst>
              <a:ext uri="{FF2B5EF4-FFF2-40B4-BE49-F238E27FC236}">
                <a16:creationId xmlns:a16="http://schemas.microsoft.com/office/drawing/2014/main" id="{ABFE7208-7DB3-9369-83FD-DB3776A6C4E2}"/>
              </a:ext>
            </a:extLst>
          </p:cNvPr>
          <p:cNvSpPr/>
          <p:nvPr/>
        </p:nvSpPr>
        <p:spPr>
          <a:xfrm>
            <a:off x="4637249" y="257835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8655" y="4909"/>
                </a:moveTo>
                <a:lnTo>
                  <a:pt x="19636" y="4909"/>
                </a:lnTo>
                <a:lnTo>
                  <a:pt x="19636" y="3927"/>
                </a:lnTo>
                <a:lnTo>
                  <a:pt x="18655" y="3927"/>
                </a:lnTo>
                <a:cubicBezTo>
                  <a:pt x="18655" y="3927"/>
                  <a:pt x="18655" y="4909"/>
                  <a:pt x="18655" y="4909"/>
                </a:cubicBezTo>
                <a:close/>
                <a:moveTo>
                  <a:pt x="19636" y="12764"/>
                </a:moveTo>
                <a:lnTo>
                  <a:pt x="18655" y="12764"/>
                </a:lnTo>
                <a:lnTo>
                  <a:pt x="18655" y="13745"/>
                </a:lnTo>
                <a:lnTo>
                  <a:pt x="19636" y="13745"/>
                </a:lnTo>
                <a:cubicBezTo>
                  <a:pt x="19636" y="13745"/>
                  <a:pt x="19636" y="12764"/>
                  <a:pt x="19636" y="12764"/>
                </a:cubicBezTo>
                <a:close/>
                <a:moveTo>
                  <a:pt x="18655" y="2945"/>
                </a:moveTo>
                <a:lnTo>
                  <a:pt x="19636" y="2945"/>
                </a:lnTo>
                <a:lnTo>
                  <a:pt x="19636" y="1964"/>
                </a:lnTo>
                <a:lnTo>
                  <a:pt x="18655" y="1964"/>
                </a:lnTo>
                <a:cubicBezTo>
                  <a:pt x="18655" y="1964"/>
                  <a:pt x="18655" y="2945"/>
                  <a:pt x="18655" y="2945"/>
                </a:cubicBezTo>
                <a:close/>
                <a:moveTo>
                  <a:pt x="20618" y="10309"/>
                </a:moveTo>
                <a:lnTo>
                  <a:pt x="17673" y="10309"/>
                </a:lnTo>
                <a:lnTo>
                  <a:pt x="17673" y="982"/>
                </a:lnTo>
                <a:lnTo>
                  <a:pt x="19636" y="982"/>
                </a:lnTo>
                <a:cubicBezTo>
                  <a:pt x="20178" y="982"/>
                  <a:pt x="20618" y="1422"/>
                  <a:pt x="20618" y="1964"/>
                </a:cubicBezTo>
                <a:cubicBezTo>
                  <a:pt x="20618" y="1964"/>
                  <a:pt x="20618" y="10309"/>
                  <a:pt x="20618" y="10309"/>
                </a:cubicBezTo>
                <a:close/>
                <a:moveTo>
                  <a:pt x="20618" y="19636"/>
                </a:moveTo>
                <a:cubicBezTo>
                  <a:pt x="20618" y="20178"/>
                  <a:pt x="20178" y="20618"/>
                  <a:pt x="19636" y="20618"/>
                </a:cubicBezTo>
                <a:lnTo>
                  <a:pt x="17673" y="20618"/>
                </a:lnTo>
                <a:lnTo>
                  <a:pt x="17673" y="11291"/>
                </a:lnTo>
                <a:lnTo>
                  <a:pt x="20618" y="11291"/>
                </a:lnTo>
                <a:cubicBezTo>
                  <a:pt x="20618" y="11291"/>
                  <a:pt x="20618" y="19636"/>
                  <a:pt x="20618" y="19636"/>
                </a:cubicBezTo>
                <a:close/>
                <a:moveTo>
                  <a:pt x="16691" y="10309"/>
                </a:moveTo>
                <a:lnTo>
                  <a:pt x="4909" y="10309"/>
                </a:lnTo>
                <a:lnTo>
                  <a:pt x="4909" y="982"/>
                </a:lnTo>
                <a:lnTo>
                  <a:pt x="16691" y="982"/>
                </a:lnTo>
                <a:cubicBezTo>
                  <a:pt x="16691" y="982"/>
                  <a:pt x="16691" y="10309"/>
                  <a:pt x="16691" y="10309"/>
                </a:cubicBezTo>
                <a:close/>
                <a:moveTo>
                  <a:pt x="16691" y="20618"/>
                </a:moveTo>
                <a:lnTo>
                  <a:pt x="4909" y="20618"/>
                </a:lnTo>
                <a:lnTo>
                  <a:pt x="4909" y="11291"/>
                </a:lnTo>
                <a:lnTo>
                  <a:pt x="16691" y="11291"/>
                </a:lnTo>
                <a:cubicBezTo>
                  <a:pt x="16691" y="11291"/>
                  <a:pt x="16691" y="20618"/>
                  <a:pt x="16691" y="20618"/>
                </a:cubicBezTo>
                <a:close/>
                <a:moveTo>
                  <a:pt x="3927" y="10309"/>
                </a:moveTo>
                <a:lnTo>
                  <a:pt x="982" y="10309"/>
                </a:lnTo>
                <a:lnTo>
                  <a:pt x="982" y="1964"/>
                </a:lnTo>
                <a:cubicBezTo>
                  <a:pt x="982" y="1422"/>
                  <a:pt x="1421" y="982"/>
                  <a:pt x="1964" y="982"/>
                </a:cubicBezTo>
                <a:lnTo>
                  <a:pt x="3927" y="982"/>
                </a:lnTo>
                <a:cubicBezTo>
                  <a:pt x="3927" y="982"/>
                  <a:pt x="3927" y="10309"/>
                  <a:pt x="3927" y="10309"/>
                </a:cubicBezTo>
                <a:close/>
                <a:moveTo>
                  <a:pt x="3927" y="20618"/>
                </a:moveTo>
                <a:lnTo>
                  <a:pt x="1964" y="20618"/>
                </a:lnTo>
                <a:cubicBezTo>
                  <a:pt x="1421" y="20618"/>
                  <a:pt x="982" y="20178"/>
                  <a:pt x="982" y="19636"/>
                </a:cubicBezTo>
                <a:lnTo>
                  <a:pt x="982" y="11291"/>
                </a:lnTo>
                <a:lnTo>
                  <a:pt x="3927" y="11291"/>
                </a:lnTo>
                <a:cubicBezTo>
                  <a:pt x="3927" y="11291"/>
                  <a:pt x="3927" y="20618"/>
                  <a:pt x="3927" y="20618"/>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9636" y="14727"/>
                </a:moveTo>
                <a:lnTo>
                  <a:pt x="18655" y="14727"/>
                </a:lnTo>
                <a:lnTo>
                  <a:pt x="18655" y="15709"/>
                </a:lnTo>
                <a:lnTo>
                  <a:pt x="19636" y="15709"/>
                </a:lnTo>
                <a:cubicBezTo>
                  <a:pt x="19636" y="15709"/>
                  <a:pt x="19636" y="14727"/>
                  <a:pt x="19636" y="14727"/>
                </a:cubicBezTo>
                <a:close/>
                <a:moveTo>
                  <a:pt x="18655" y="6873"/>
                </a:moveTo>
                <a:lnTo>
                  <a:pt x="19636" y="6873"/>
                </a:lnTo>
                <a:lnTo>
                  <a:pt x="19636" y="5891"/>
                </a:lnTo>
                <a:lnTo>
                  <a:pt x="18655" y="5891"/>
                </a:lnTo>
                <a:cubicBezTo>
                  <a:pt x="18655" y="5891"/>
                  <a:pt x="18655" y="6873"/>
                  <a:pt x="18655" y="6873"/>
                </a:cubicBezTo>
                <a:close/>
                <a:moveTo>
                  <a:pt x="18655" y="8836"/>
                </a:moveTo>
                <a:lnTo>
                  <a:pt x="19636" y="8836"/>
                </a:lnTo>
                <a:lnTo>
                  <a:pt x="19636" y="7855"/>
                </a:lnTo>
                <a:lnTo>
                  <a:pt x="18655" y="7855"/>
                </a:lnTo>
                <a:cubicBezTo>
                  <a:pt x="18655" y="7855"/>
                  <a:pt x="18655" y="8836"/>
                  <a:pt x="18655" y="8836"/>
                </a:cubicBezTo>
                <a:close/>
                <a:moveTo>
                  <a:pt x="19636" y="16691"/>
                </a:moveTo>
                <a:lnTo>
                  <a:pt x="18655" y="16691"/>
                </a:lnTo>
                <a:lnTo>
                  <a:pt x="18655" y="17673"/>
                </a:lnTo>
                <a:lnTo>
                  <a:pt x="19636" y="17673"/>
                </a:lnTo>
                <a:cubicBezTo>
                  <a:pt x="19636" y="17673"/>
                  <a:pt x="19636" y="16691"/>
                  <a:pt x="19636" y="16691"/>
                </a:cubicBezTo>
                <a:close/>
                <a:moveTo>
                  <a:pt x="19636" y="18655"/>
                </a:moveTo>
                <a:lnTo>
                  <a:pt x="18655" y="18655"/>
                </a:lnTo>
                <a:lnTo>
                  <a:pt x="18655" y="19636"/>
                </a:lnTo>
                <a:lnTo>
                  <a:pt x="19636" y="19636"/>
                </a:lnTo>
                <a:cubicBezTo>
                  <a:pt x="19636" y="19636"/>
                  <a:pt x="19636" y="18655"/>
                  <a:pt x="19636" y="18655"/>
                </a:cubicBezTo>
                <a:close/>
                <a:moveTo>
                  <a:pt x="2945" y="18655"/>
                </a:moveTo>
                <a:lnTo>
                  <a:pt x="1964" y="18655"/>
                </a:lnTo>
                <a:lnTo>
                  <a:pt x="1964" y="19636"/>
                </a:lnTo>
                <a:lnTo>
                  <a:pt x="2945" y="19636"/>
                </a:lnTo>
                <a:cubicBezTo>
                  <a:pt x="2945" y="19636"/>
                  <a:pt x="2945" y="18655"/>
                  <a:pt x="2945" y="18655"/>
                </a:cubicBezTo>
                <a:close/>
                <a:moveTo>
                  <a:pt x="2945" y="16691"/>
                </a:moveTo>
                <a:lnTo>
                  <a:pt x="1964" y="16691"/>
                </a:lnTo>
                <a:lnTo>
                  <a:pt x="1964" y="17673"/>
                </a:lnTo>
                <a:lnTo>
                  <a:pt x="2945" y="17673"/>
                </a:lnTo>
                <a:cubicBezTo>
                  <a:pt x="2945" y="17673"/>
                  <a:pt x="2945" y="16691"/>
                  <a:pt x="2945" y="16691"/>
                </a:cubicBezTo>
                <a:close/>
                <a:moveTo>
                  <a:pt x="1964" y="2945"/>
                </a:moveTo>
                <a:lnTo>
                  <a:pt x="2945" y="2945"/>
                </a:lnTo>
                <a:lnTo>
                  <a:pt x="2945" y="1964"/>
                </a:lnTo>
                <a:lnTo>
                  <a:pt x="1964" y="1964"/>
                </a:lnTo>
                <a:cubicBezTo>
                  <a:pt x="1964" y="1964"/>
                  <a:pt x="1964" y="2945"/>
                  <a:pt x="1964" y="2945"/>
                </a:cubicBezTo>
                <a:close/>
                <a:moveTo>
                  <a:pt x="2945" y="14727"/>
                </a:moveTo>
                <a:lnTo>
                  <a:pt x="1964" y="14727"/>
                </a:lnTo>
                <a:lnTo>
                  <a:pt x="1964" y="15709"/>
                </a:lnTo>
                <a:lnTo>
                  <a:pt x="2945" y="15709"/>
                </a:lnTo>
                <a:cubicBezTo>
                  <a:pt x="2945" y="15709"/>
                  <a:pt x="2945" y="14727"/>
                  <a:pt x="2945" y="14727"/>
                </a:cubicBezTo>
                <a:close/>
                <a:moveTo>
                  <a:pt x="2945" y="12764"/>
                </a:moveTo>
                <a:lnTo>
                  <a:pt x="1964" y="12764"/>
                </a:lnTo>
                <a:lnTo>
                  <a:pt x="1964" y="13745"/>
                </a:lnTo>
                <a:lnTo>
                  <a:pt x="2945" y="13745"/>
                </a:lnTo>
                <a:cubicBezTo>
                  <a:pt x="2945" y="13745"/>
                  <a:pt x="2945" y="12764"/>
                  <a:pt x="2945" y="12764"/>
                </a:cubicBezTo>
                <a:close/>
                <a:moveTo>
                  <a:pt x="1964" y="6873"/>
                </a:moveTo>
                <a:lnTo>
                  <a:pt x="2945" y="6873"/>
                </a:lnTo>
                <a:lnTo>
                  <a:pt x="2945" y="5891"/>
                </a:lnTo>
                <a:lnTo>
                  <a:pt x="1964" y="5891"/>
                </a:lnTo>
                <a:cubicBezTo>
                  <a:pt x="1964" y="5891"/>
                  <a:pt x="1964" y="6873"/>
                  <a:pt x="1964" y="6873"/>
                </a:cubicBezTo>
                <a:close/>
                <a:moveTo>
                  <a:pt x="1964" y="4909"/>
                </a:moveTo>
                <a:lnTo>
                  <a:pt x="2945" y="4909"/>
                </a:lnTo>
                <a:lnTo>
                  <a:pt x="2945" y="3927"/>
                </a:lnTo>
                <a:lnTo>
                  <a:pt x="1964" y="3927"/>
                </a:lnTo>
                <a:cubicBezTo>
                  <a:pt x="1964" y="3927"/>
                  <a:pt x="1964" y="4909"/>
                  <a:pt x="1964" y="4909"/>
                </a:cubicBezTo>
                <a:close/>
                <a:moveTo>
                  <a:pt x="1964" y="8836"/>
                </a:moveTo>
                <a:lnTo>
                  <a:pt x="2945" y="8836"/>
                </a:lnTo>
                <a:lnTo>
                  <a:pt x="2945" y="7855"/>
                </a:lnTo>
                <a:lnTo>
                  <a:pt x="1964" y="7855"/>
                </a:lnTo>
                <a:cubicBezTo>
                  <a:pt x="1964" y="7855"/>
                  <a:pt x="1964" y="8836"/>
                  <a:pt x="1964" y="8836"/>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1" name="Shape 2543">
            <a:extLst>
              <a:ext uri="{FF2B5EF4-FFF2-40B4-BE49-F238E27FC236}">
                <a16:creationId xmlns:a16="http://schemas.microsoft.com/office/drawing/2014/main" id="{B918B833-80C0-9164-D2CF-C598D8F204B2}"/>
              </a:ext>
            </a:extLst>
          </p:cNvPr>
          <p:cNvSpPr/>
          <p:nvPr/>
        </p:nvSpPr>
        <p:spPr>
          <a:xfrm>
            <a:off x="5170510" y="257835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5709" y="18655"/>
                </a:moveTo>
                <a:lnTo>
                  <a:pt x="14727" y="18655"/>
                </a:lnTo>
                <a:lnTo>
                  <a:pt x="14727" y="19636"/>
                </a:lnTo>
                <a:lnTo>
                  <a:pt x="15709" y="19636"/>
                </a:lnTo>
                <a:cubicBezTo>
                  <a:pt x="15709" y="19636"/>
                  <a:pt x="15709" y="18655"/>
                  <a:pt x="15709" y="18655"/>
                </a:cubicBezTo>
                <a:close/>
                <a:moveTo>
                  <a:pt x="15709" y="14727"/>
                </a:moveTo>
                <a:lnTo>
                  <a:pt x="14727" y="14727"/>
                </a:lnTo>
                <a:lnTo>
                  <a:pt x="14727" y="15709"/>
                </a:lnTo>
                <a:lnTo>
                  <a:pt x="15709" y="15709"/>
                </a:lnTo>
                <a:cubicBezTo>
                  <a:pt x="15709" y="15709"/>
                  <a:pt x="15709" y="14727"/>
                  <a:pt x="15709" y="14727"/>
                </a:cubicBezTo>
                <a:close/>
                <a:moveTo>
                  <a:pt x="14727" y="10800"/>
                </a:moveTo>
                <a:lnTo>
                  <a:pt x="15709" y="10800"/>
                </a:lnTo>
                <a:lnTo>
                  <a:pt x="15709" y="9818"/>
                </a:lnTo>
                <a:lnTo>
                  <a:pt x="14727" y="9818"/>
                </a:lnTo>
                <a:cubicBezTo>
                  <a:pt x="14727" y="9818"/>
                  <a:pt x="14727" y="10800"/>
                  <a:pt x="14727" y="10800"/>
                </a:cubicBezTo>
                <a:close/>
                <a:moveTo>
                  <a:pt x="15709" y="16691"/>
                </a:moveTo>
                <a:lnTo>
                  <a:pt x="14727" y="16691"/>
                </a:lnTo>
                <a:lnTo>
                  <a:pt x="14727" y="17673"/>
                </a:lnTo>
                <a:lnTo>
                  <a:pt x="15709" y="17673"/>
                </a:lnTo>
                <a:cubicBezTo>
                  <a:pt x="15709" y="17673"/>
                  <a:pt x="15709" y="16691"/>
                  <a:pt x="15709" y="16691"/>
                </a:cubicBezTo>
                <a:close/>
                <a:moveTo>
                  <a:pt x="14727" y="8836"/>
                </a:moveTo>
                <a:lnTo>
                  <a:pt x="15709" y="8836"/>
                </a:lnTo>
                <a:lnTo>
                  <a:pt x="15709" y="7855"/>
                </a:lnTo>
                <a:lnTo>
                  <a:pt x="14727" y="7855"/>
                </a:lnTo>
                <a:cubicBezTo>
                  <a:pt x="14727" y="7855"/>
                  <a:pt x="14727" y="8836"/>
                  <a:pt x="14727" y="8836"/>
                </a:cubicBezTo>
                <a:close/>
                <a:moveTo>
                  <a:pt x="19636" y="0"/>
                </a:moveTo>
                <a:lnTo>
                  <a:pt x="5891" y="0"/>
                </a:lnTo>
                <a:cubicBezTo>
                  <a:pt x="4806" y="0"/>
                  <a:pt x="3927" y="879"/>
                  <a:pt x="3927" y="1964"/>
                </a:cubicBezTo>
                <a:lnTo>
                  <a:pt x="3927" y="2455"/>
                </a:lnTo>
                <a:cubicBezTo>
                  <a:pt x="3927" y="2726"/>
                  <a:pt x="4147" y="2945"/>
                  <a:pt x="4418" y="2945"/>
                </a:cubicBezTo>
                <a:cubicBezTo>
                  <a:pt x="4690" y="2945"/>
                  <a:pt x="4909" y="2726"/>
                  <a:pt x="4909" y="2455"/>
                </a:cubicBezTo>
                <a:lnTo>
                  <a:pt x="4909" y="1964"/>
                </a:lnTo>
                <a:cubicBezTo>
                  <a:pt x="4909" y="1422"/>
                  <a:pt x="5349" y="982"/>
                  <a:pt x="5891" y="982"/>
                </a:cubicBezTo>
                <a:lnTo>
                  <a:pt x="19636" y="982"/>
                </a:lnTo>
                <a:cubicBezTo>
                  <a:pt x="20178" y="982"/>
                  <a:pt x="20618" y="1422"/>
                  <a:pt x="20618" y="1964"/>
                </a:cubicBezTo>
                <a:lnTo>
                  <a:pt x="20618" y="15709"/>
                </a:lnTo>
                <a:cubicBezTo>
                  <a:pt x="20618" y="16251"/>
                  <a:pt x="20178" y="16691"/>
                  <a:pt x="19636" y="16691"/>
                </a:cubicBezTo>
                <a:lnTo>
                  <a:pt x="19145" y="16691"/>
                </a:lnTo>
                <a:cubicBezTo>
                  <a:pt x="18874" y="16691"/>
                  <a:pt x="18655" y="16911"/>
                  <a:pt x="18655" y="17182"/>
                </a:cubicBezTo>
                <a:cubicBezTo>
                  <a:pt x="18655" y="17453"/>
                  <a:pt x="18874" y="17673"/>
                  <a:pt x="19145" y="17673"/>
                </a:cubicBezTo>
                <a:lnTo>
                  <a:pt x="19636" y="17673"/>
                </a:lnTo>
                <a:cubicBezTo>
                  <a:pt x="20721" y="17673"/>
                  <a:pt x="21600" y="16794"/>
                  <a:pt x="21600" y="15709"/>
                </a:cubicBezTo>
                <a:lnTo>
                  <a:pt x="21600" y="1964"/>
                </a:lnTo>
                <a:cubicBezTo>
                  <a:pt x="21600" y="879"/>
                  <a:pt x="20721" y="0"/>
                  <a:pt x="19636" y="0"/>
                </a:cubicBezTo>
                <a:moveTo>
                  <a:pt x="14727" y="6873"/>
                </a:moveTo>
                <a:lnTo>
                  <a:pt x="15709" y="6873"/>
                </a:lnTo>
                <a:lnTo>
                  <a:pt x="15709" y="5891"/>
                </a:lnTo>
                <a:lnTo>
                  <a:pt x="14727" y="5891"/>
                </a:lnTo>
                <a:cubicBezTo>
                  <a:pt x="14727" y="5891"/>
                  <a:pt x="14727" y="6873"/>
                  <a:pt x="14727" y="6873"/>
                </a:cubicBezTo>
                <a:close/>
                <a:moveTo>
                  <a:pt x="16691" y="12273"/>
                </a:moveTo>
                <a:lnTo>
                  <a:pt x="13745" y="12273"/>
                </a:lnTo>
                <a:lnTo>
                  <a:pt x="13745" y="4909"/>
                </a:lnTo>
                <a:lnTo>
                  <a:pt x="15709" y="4909"/>
                </a:lnTo>
                <a:cubicBezTo>
                  <a:pt x="16251" y="4909"/>
                  <a:pt x="16691" y="5349"/>
                  <a:pt x="16691" y="5891"/>
                </a:cubicBezTo>
                <a:cubicBezTo>
                  <a:pt x="16691" y="5891"/>
                  <a:pt x="16691" y="12273"/>
                  <a:pt x="16691" y="12273"/>
                </a:cubicBezTo>
                <a:close/>
                <a:moveTo>
                  <a:pt x="16691" y="19636"/>
                </a:moveTo>
                <a:cubicBezTo>
                  <a:pt x="16691" y="20178"/>
                  <a:pt x="16251" y="20618"/>
                  <a:pt x="15709" y="20618"/>
                </a:cubicBezTo>
                <a:lnTo>
                  <a:pt x="13745" y="20618"/>
                </a:lnTo>
                <a:lnTo>
                  <a:pt x="13745" y="13255"/>
                </a:lnTo>
                <a:lnTo>
                  <a:pt x="16691" y="13255"/>
                </a:lnTo>
                <a:cubicBezTo>
                  <a:pt x="16691" y="13255"/>
                  <a:pt x="16691" y="19636"/>
                  <a:pt x="16691" y="19636"/>
                </a:cubicBezTo>
                <a:close/>
                <a:moveTo>
                  <a:pt x="12764" y="12273"/>
                </a:moveTo>
                <a:lnTo>
                  <a:pt x="4909" y="12273"/>
                </a:lnTo>
                <a:lnTo>
                  <a:pt x="4909" y="4909"/>
                </a:lnTo>
                <a:lnTo>
                  <a:pt x="12764" y="4909"/>
                </a:lnTo>
                <a:cubicBezTo>
                  <a:pt x="12764" y="4909"/>
                  <a:pt x="12764" y="12273"/>
                  <a:pt x="12764" y="12273"/>
                </a:cubicBezTo>
                <a:close/>
                <a:moveTo>
                  <a:pt x="12764" y="20618"/>
                </a:moveTo>
                <a:lnTo>
                  <a:pt x="4909" y="20618"/>
                </a:lnTo>
                <a:lnTo>
                  <a:pt x="4909" y="13255"/>
                </a:lnTo>
                <a:lnTo>
                  <a:pt x="12764" y="13255"/>
                </a:lnTo>
                <a:cubicBezTo>
                  <a:pt x="12764" y="13255"/>
                  <a:pt x="12764" y="20618"/>
                  <a:pt x="12764" y="20618"/>
                </a:cubicBezTo>
                <a:close/>
                <a:moveTo>
                  <a:pt x="3927" y="12273"/>
                </a:moveTo>
                <a:lnTo>
                  <a:pt x="982" y="12273"/>
                </a:lnTo>
                <a:lnTo>
                  <a:pt x="982" y="5891"/>
                </a:lnTo>
                <a:cubicBezTo>
                  <a:pt x="982" y="5349"/>
                  <a:pt x="1422" y="4909"/>
                  <a:pt x="1964" y="4909"/>
                </a:cubicBezTo>
                <a:lnTo>
                  <a:pt x="3927" y="4909"/>
                </a:lnTo>
                <a:cubicBezTo>
                  <a:pt x="3927" y="4909"/>
                  <a:pt x="3927" y="12273"/>
                  <a:pt x="3927" y="12273"/>
                </a:cubicBezTo>
                <a:close/>
                <a:moveTo>
                  <a:pt x="3927" y="20618"/>
                </a:moveTo>
                <a:lnTo>
                  <a:pt x="1964" y="20618"/>
                </a:lnTo>
                <a:cubicBezTo>
                  <a:pt x="1422" y="20618"/>
                  <a:pt x="982" y="20178"/>
                  <a:pt x="982" y="19636"/>
                </a:cubicBezTo>
                <a:lnTo>
                  <a:pt x="982" y="13255"/>
                </a:lnTo>
                <a:lnTo>
                  <a:pt x="3927" y="13255"/>
                </a:lnTo>
                <a:cubicBezTo>
                  <a:pt x="3927" y="13255"/>
                  <a:pt x="3927" y="20618"/>
                  <a:pt x="3927" y="20618"/>
                </a:cubicBezTo>
                <a:close/>
                <a:moveTo>
                  <a:pt x="15709" y="3927"/>
                </a:moveTo>
                <a:lnTo>
                  <a:pt x="1964" y="3927"/>
                </a:lnTo>
                <a:cubicBezTo>
                  <a:pt x="879" y="3927"/>
                  <a:pt x="0" y="4806"/>
                  <a:pt x="0" y="5891"/>
                </a:cubicBezTo>
                <a:lnTo>
                  <a:pt x="0" y="19636"/>
                </a:lnTo>
                <a:cubicBezTo>
                  <a:pt x="0" y="20721"/>
                  <a:pt x="879" y="21600"/>
                  <a:pt x="1964" y="21600"/>
                </a:cubicBezTo>
                <a:lnTo>
                  <a:pt x="15709" y="21600"/>
                </a:lnTo>
                <a:cubicBezTo>
                  <a:pt x="16794" y="21600"/>
                  <a:pt x="17673" y="20721"/>
                  <a:pt x="17673" y="19636"/>
                </a:cubicBezTo>
                <a:lnTo>
                  <a:pt x="17673" y="5891"/>
                </a:lnTo>
                <a:cubicBezTo>
                  <a:pt x="17673" y="4806"/>
                  <a:pt x="16794" y="3927"/>
                  <a:pt x="15709" y="3927"/>
                </a:cubicBezTo>
                <a:moveTo>
                  <a:pt x="1964" y="8836"/>
                </a:moveTo>
                <a:lnTo>
                  <a:pt x="2945" y="8836"/>
                </a:lnTo>
                <a:lnTo>
                  <a:pt x="2945" y="7855"/>
                </a:lnTo>
                <a:lnTo>
                  <a:pt x="1964" y="7855"/>
                </a:lnTo>
                <a:cubicBezTo>
                  <a:pt x="1964" y="7855"/>
                  <a:pt x="1964" y="8836"/>
                  <a:pt x="1964" y="8836"/>
                </a:cubicBezTo>
                <a:close/>
                <a:moveTo>
                  <a:pt x="1964" y="10800"/>
                </a:moveTo>
                <a:lnTo>
                  <a:pt x="2945" y="10800"/>
                </a:lnTo>
                <a:lnTo>
                  <a:pt x="2945" y="9818"/>
                </a:lnTo>
                <a:lnTo>
                  <a:pt x="1964" y="9818"/>
                </a:lnTo>
                <a:cubicBezTo>
                  <a:pt x="1964" y="9818"/>
                  <a:pt x="1964" y="10800"/>
                  <a:pt x="1964" y="10800"/>
                </a:cubicBezTo>
                <a:close/>
                <a:moveTo>
                  <a:pt x="2945" y="16691"/>
                </a:moveTo>
                <a:lnTo>
                  <a:pt x="1964" y="16691"/>
                </a:lnTo>
                <a:lnTo>
                  <a:pt x="1964" y="17673"/>
                </a:lnTo>
                <a:lnTo>
                  <a:pt x="2945" y="17673"/>
                </a:lnTo>
                <a:cubicBezTo>
                  <a:pt x="2945" y="17673"/>
                  <a:pt x="2945" y="16691"/>
                  <a:pt x="2945" y="16691"/>
                </a:cubicBezTo>
                <a:close/>
                <a:moveTo>
                  <a:pt x="1964" y="6873"/>
                </a:moveTo>
                <a:lnTo>
                  <a:pt x="2945" y="6873"/>
                </a:lnTo>
                <a:lnTo>
                  <a:pt x="2945" y="5891"/>
                </a:lnTo>
                <a:lnTo>
                  <a:pt x="1964" y="5891"/>
                </a:lnTo>
                <a:cubicBezTo>
                  <a:pt x="1964" y="5891"/>
                  <a:pt x="1964" y="6873"/>
                  <a:pt x="1964" y="6873"/>
                </a:cubicBezTo>
                <a:close/>
                <a:moveTo>
                  <a:pt x="2945" y="14727"/>
                </a:moveTo>
                <a:lnTo>
                  <a:pt x="1964" y="14727"/>
                </a:lnTo>
                <a:lnTo>
                  <a:pt x="1964" y="15709"/>
                </a:lnTo>
                <a:lnTo>
                  <a:pt x="2945" y="15709"/>
                </a:lnTo>
                <a:cubicBezTo>
                  <a:pt x="2945" y="15709"/>
                  <a:pt x="2945" y="14727"/>
                  <a:pt x="2945" y="14727"/>
                </a:cubicBezTo>
                <a:close/>
                <a:moveTo>
                  <a:pt x="2945" y="18655"/>
                </a:moveTo>
                <a:lnTo>
                  <a:pt x="1964" y="18655"/>
                </a:lnTo>
                <a:lnTo>
                  <a:pt x="1964" y="19636"/>
                </a:lnTo>
                <a:lnTo>
                  <a:pt x="2945" y="19636"/>
                </a:lnTo>
                <a:cubicBezTo>
                  <a:pt x="2945" y="19636"/>
                  <a:pt x="2945" y="18655"/>
                  <a:pt x="2945" y="18655"/>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2" name="Shape 2544">
            <a:extLst>
              <a:ext uri="{FF2B5EF4-FFF2-40B4-BE49-F238E27FC236}">
                <a16:creationId xmlns:a16="http://schemas.microsoft.com/office/drawing/2014/main" id="{65F2C1FC-350A-DDF6-AD9B-BA3A18467D0C}"/>
              </a:ext>
            </a:extLst>
          </p:cNvPr>
          <p:cNvSpPr/>
          <p:nvPr/>
        </p:nvSpPr>
        <p:spPr>
          <a:xfrm>
            <a:off x="5703771" y="257835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8836" y="8255"/>
                </a:moveTo>
                <a:lnTo>
                  <a:pt x="12837" y="10800"/>
                </a:lnTo>
                <a:lnTo>
                  <a:pt x="8836" y="13345"/>
                </a:lnTo>
                <a:cubicBezTo>
                  <a:pt x="8836" y="13345"/>
                  <a:pt x="8836" y="8255"/>
                  <a:pt x="8836" y="8255"/>
                </a:cubicBezTo>
                <a:close/>
                <a:moveTo>
                  <a:pt x="8345" y="14727"/>
                </a:moveTo>
                <a:cubicBezTo>
                  <a:pt x="8461" y="14727"/>
                  <a:pt x="8564" y="14681"/>
                  <a:pt x="8647" y="14614"/>
                </a:cubicBezTo>
                <a:lnTo>
                  <a:pt x="8652" y="14620"/>
                </a:lnTo>
                <a:lnTo>
                  <a:pt x="14052" y="11184"/>
                </a:lnTo>
                <a:lnTo>
                  <a:pt x="14047" y="11178"/>
                </a:lnTo>
                <a:cubicBezTo>
                  <a:pt x="14160" y="11088"/>
                  <a:pt x="14236" y="10955"/>
                  <a:pt x="14236" y="10800"/>
                </a:cubicBezTo>
                <a:cubicBezTo>
                  <a:pt x="14236" y="10645"/>
                  <a:pt x="14160" y="10512"/>
                  <a:pt x="14047" y="10422"/>
                </a:cubicBezTo>
                <a:lnTo>
                  <a:pt x="14052" y="10417"/>
                </a:lnTo>
                <a:lnTo>
                  <a:pt x="8652" y="6980"/>
                </a:lnTo>
                <a:lnTo>
                  <a:pt x="8647" y="6986"/>
                </a:lnTo>
                <a:cubicBezTo>
                  <a:pt x="8564" y="6919"/>
                  <a:pt x="8461" y="6873"/>
                  <a:pt x="8345" y="6873"/>
                </a:cubicBezTo>
                <a:cubicBezTo>
                  <a:pt x="8074" y="6873"/>
                  <a:pt x="7855" y="7093"/>
                  <a:pt x="7855" y="7364"/>
                </a:cubicBezTo>
                <a:lnTo>
                  <a:pt x="7855" y="14236"/>
                </a:lnTo>
                <a:cubicBezTo>
                  <a:pt x="7855" y="14507"/>
                  <a:pt x="8074" y="14727"/>
                  <a:pt x="8345" y="14727"/>
                </a:cubicBezTo>
                <a:moveTo>
                  <a:pt x="19636" y="18655"/>
                </a:moveTo>
                <a:lnTo>
                  <a:pt x="18655" y="18655"/>
                </a:lnTo>
                <a:lnTo>
                  <a:pt x="18655" y="19636"/>
                </a:lnTo>
                <a:lnTo>
                  <a:pt x="19636" y="19636"/>
                </a:lnTo>
                <a:cubicBezTo>
                  <a:pt x="19636" y="19636"/>
                  <a:pt x="19636" y="18655"/>
                  <a:pt x="19636" y="18655"/>
                </a:cubicBezTo>
                <a:close/>
                <a:moveTo>
                  <a:pt x="19636" y="14727"/>
                </a:moveTo>
                <a:lnTo>
                  <a:pt x="18655" y="14727"/>
                </a:lnTo>
                <a:lnTo>
                  <a:pt x="18655" y="15709"/>
                </a:lnTo>
                <a:lnTo>
                  <a:pt x="19636" y="15709"/>
                </a:lnTo>
                <a:cubicBezTo>
                  <a:pt x="19636" y="15709"/>
                  <a:pt x="19636" y="14727"/>
                  <a:pt x="19636" y="14727"/>
                </a:cubicBezTo>
                <a:close/>
                <a:moveTo>
                  <a:pt x="19636" y="12764"/>
                </a:moveTo>
                <a:lnTo>
                  <a:pt x="18655" y="12764"/>
                </a:lnTo>
                <a:lnTo>
                  <a:pt x="18655" y="13745"/>
                </a:lnTo>
                <a:lnTo>
                  <a:pt x="19636" y="13745"/>
                </a:lnTo>
                <a:cubicBezTo>
                  <a:pt x="19636" y="13745"/>
                  <a:pt x="19636" y="12764"/>
                  <a:pt x="19636" y="12764"/>
                </a:cubicBezTo>
                <a:close/>
                <a:moveTo>
                  <a:pt x="19636" y="16691"/>
                </a:moveTo>
                <a:lnTo>
                  <a:pt x="18655" y="16691"/>
                </a:lnTo>
                <a:lnTo>
                  <a:pt x="18655" y="17673"/>
                </a:lnTo>
                <a:lnTo>
                  <a:pt x="19636" y="17673"/>
                </a:lnTo>
                <a:cubicBezTo>
                  <a:pt x="19636" y="17673"/>
                  <a:pt x="19636" y="16691"/>
                  <a:pt x="19636" y="16691"/>
                </a:cubicBezTo>
                <a:close/>
                <a:moveTo>
                  <a:pt x="18655" y="2945"/>
                </a:moveTo>
                <a:lnTo>
                  <a:pt x="19636" y="2945"/>
                </a:lnTo>
                <a:lnTo>
                  <a:pt x="19636" y="1964"/>
                </a:lnTo>
                <a:lnTo>
                  <a:pt x="18655" y="1964"/>
                </a:lnTo>
                <a:cubicBezTo>
                  <a:pt x="18655" y="1964"/>
                  <a:pt x="18655" y="2945"/>
                  <a:pt x="18655" y="2945"/>
                </a:cubicBezTo>
                <a:close/>
                <a:moveTo>
                  <a:pt x="20618" y="10309"/>
                </a:moveTo>
                <a:lnTo>
                  <a:pt x="17673" y="10309"/>
                </a:lnTo>
                <a:lnTo>
                  <a:pt x="17673" y="982"/>
                </a:lnTo>
                <a:lnTo>
                  <a:pt x="19636" y="982"/>
                </a:lnTo>
                <a:cubicBezTo>
                  <a:pt x="20178" y="982"/>
                  <a:pt x="20618" y="1421"/>
                  <a:pt x="20618" y="1964"/>
                </a:cubicBezTo>
                <a:cubicBezTo>
                  <a:pt x="20618" y="1964"/>
                  <a:pt x="20618" y="10309"/>
                  <a:pt x="20618" y="10309"/>
                </a:cubicBezTo>
                <a:close/>
                <a:moveTo>
                  <a:pt x="20618" y="19636"/>
                </a:moveTo>
                <a:cubicBezTo>
                  <a:pt x="20618" y="20178"/>
                  <a:pt x="20178" y="20618"/>
                  <a:pt x="19636" y="20618"/>
                </a:cubicBezTo>
                <a:lnTo>
                  <a:pt x="17673" y="20618"/>
                </a:lnTo>
                <a:lnTo>
                  <a:pt x="17673" y="11291"/>
                </a:lnTo>
                <a:lnTo>
                  <a:pt x="20618" y="11291"/>
                </a:lnTo>
                <a:cubicBezTo>
                  <a:pt x="20618" y="11291"/>
                  <a:pt x="20618" y="19636"/>
                  <a:pt x="20618" y="19636"/>
                </a:cubicBezTo>
                <a:close/>
                <a:moveTo>
                  <a:pt x="16691" y="20618"/>
                </a:moveTo>
                <a:lnTo>
                  <a:pt x="4909" y="20618"/>
                </a:lnTo>
                <a:lnTo>
                  <a:pt x="4909" y="982"/>
                </a:lnTo>
                <a:lnTo>
                  <a:pt x="16691" y="982"/>
                </a:lnTo>
                <a:cubicBezTo>
                  <a:pt x="16691" y="982"/>
                  <a:pt x="16691" y="20618"/>
                  <a:pt x="16691" y="20618"/>
                </a:cubicBezTo>
                <a:close/>
                <a:moveTo>
                  <a:pt x="3927" y="10309"/>
                </a:moveTo>
                <a:lnTo>
                  <a:pt x="982" y="10309"/>
                </a:lnTo>
                <a:lnTo>
                  <a:pt x="982" y="1964"/>
                </a:lnTo>
                <a:cubicBezTo>
                  <a:pt x="982" y="1421"/>
                  <a:pt x="1422" y="982"/>
                  <a:pt x="1964" y="982"/>
                </a:cubicBezTo>
                <a:lnTo>
                  <a:pt x="3927" y="982"/>
                </a:lnTo>
                <a:cubicBezTo>
                  <a:pt x="3927" y="982"/>
                  <a:pt x="3927" y="10309"/>
                  <a:pt x="3927" y="10309"/>
                </a:cubicBezTo>
                <a:close/>
                <a:moveTo>
                  <a:pt x="3927" y="20618"/>
                </a:moveTo>
                <a:lnTo>
                  <a:pt x="1964" y="20618"/>
                </a:lnTo>
                <a:cubicBezTo>
                  <a:pt x="1422" y="20618"/>
                  <a:pt x="982" y="20178"/>
                  <a:pt x="982" y="19636"/>
                </a:cubicBezTo>
                <a:lnTo>
                  <a:pt x="982" y="11291"/>
                </a:lnTo>
                <a:lnTo>
                  <a:pt x="3927" y="11291"/>
                </a:lnTo>
                <a:cubicBezTo>
                  <a:pt x="3927" y="11291"/>
                  <a:pt x="3927" y="20618"/>
                  <a:pt x="3927" y="20618"/>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8655" y="8836"/>
                </a:moveTo>
                <a:lnTo>
                  <a:pt x="19636" y="8836"/>
                </a:lnTo>
                <a:lnTo>
                  <a:pt x="19636" y="7855"/>
                </a:lnTo>
                <a:lnTo>
                  <a:pt x="18655" y="7855"/>
                </a:lnTo>
                <a:cubicBezTo>
                  <a:pt x="18655" y="7855"/>
                  <a:pt x="18655" y="8836"/>
                  <a:pt x="18655" y="8836"/>
                </a:cubicBezTo>
                <a:close/>
                <a:moveTo>
                  <a:pt x="18655" y="6873"/>
                </a:moveTo>
                <a:lnTo>
                  <a:pt x="19636" y="6873"/>
                </a:lnTo>
                <a:lnTo>
                  <a:pt x="19636" y="5891"/>
                </a:lnTo>
                <a:lnTo>
                  <a:pt x="18655" y="5891"/>
                </a:lnTo>
                <a:cubicBezTo>
                  <a:pt x="18655" y="5891"/>
                  <a:pt x="18655" y="6873"/>
                  <a:pt x="18655" y="6873"/>
                </a:cubicBezTo>
                <a:close/>
                <a:moveTo>
                  <a:pt x="18655" y="4909"/>
                </a:moveTo>
                <a:lnTo>
                  <a:pt x="19636" y="4909"/>
                </a:lnTo>
                <a:lnTo>
                  <a:pt x="19636" y="3927"/>
                </a:lnTo>
                <a:lnTo>
                  <a:pt x="18655" y="3927"/>
                </a:lnTo>
                <a:cubicBezTo>
                  <a:pt x="18655" y="3927"/>
                  <a:pt x="18655" y="4909"/>
                  <a:pt x="18655" y="4909"/>
                </a:cubicBezTo>
                <a:close/>
                <a:moveTo>
                  <a:pt x="1964" y="2945"/>
                </a:moveTo>
                <a:lnTo>
                  <a:pt x="2945" y="2945"/>
                </a:lnTo>
                <a:lnTo>
                  <a:pt x="2945" y="1964"/>
                </a:lnTo>
                <a:lnTo>
                  <a:pt x="1964" y="1964"/>
                </a:lnTo>
                <a:cubicBezTo>
                  <a:pt x="1964" y="1964"/>
                  <a:pt x="1964" y="2945"/>
                  <a:pt x="1964" y="2945"/>
                </a:cubicBezTo>
                <a:close/>
                <a:moveTo>
                  <a:pt x="1964" y="8836"/>
                </a:moveTo>
                <a:lnTo>
                  <a:pt x="2945" y="8836"/>
                </a:lnTo>
                <a:lnTo>
                  <a:pt x="2945" y="7855"/>
                </a:lnTo>
                <a:lnTo>
                  <a:pt x="1964" y="7855"/>
                </a:lnTo>
                <a:cubicBezTo>
                  <a:pt x="1964" y="7855"/>
                  <a:pt x="1964" y="8836"/>
                  <a:pt x="1964" y="8836"/>
                </a:cubicBezTo>
                <a:close/>
                <a:moveTo>
                  <a:pt x="2945" y="16691"/>
                </a:moveTo>
                <a:lnTo>
                  <a:pt x="1964" y="16691"/>
                </a:lnTo>
                <a:lnTo>
                  <a:pt x="1964" y="17673"/>
                </a:lnTo>
                <a:lnTo>
                  <a:pt x="2945" y="17673"/>
                </a:lnTo>
                <a:cubicBezTo>
                  <a:pt x="2945" y="17673"/>
                  <a:pt x="2945" y="16691"/>
                  <a:pt x="2945" y="16691"/>
                </a:cubicBezTo>
                <a:close/>
                <a:moveTo>
                  <a:pt x="2945" y="12764"/>
                </a:moveTo>
                <a:lnTo>
                  <a:pt x="1964" y="12764"/>
                </a:lnTo>
                <a:lnTo>
                  <a:pt x="1964" y="13745"/>
                </a:lnTo>
                <a:lnTo>
                  <a:pt x="2945" y="13745"/>
                </a:lnTo>
                <a:cubicBezTo>
                  <a:pt x="2945" y="13745"/>
                  <a:pt x="2945" y="12764"/>
                  <a:pt x="2945" y="12764"/>
                </a:cubicBezTo>
                <a:close/>
                <a:moveTo>
                  <a:pt x="2945" y="14727"/>
                </a:moveTo>
                <a:lnTo>
                  <a:pt x="1964" y="14727"/>
                </a:lnTo>
                <a:lnTo>
                  <a:pt x="1964" y="15709"/>
                </a:lnTo>
                <a:lnTo>
                  <a:pt x="2945" y="15709"/>
                </a:lnTo>
                <a:cubicBezTo>
                  <a:pt x="2945" y="15709"/>
                  <a:pt x="2945" y="14727"/>
                  <a:pt x="2945" y="14727"/>
                </a:cubicBezTo>
                <a:close/>
                <a:moveTo>
                  <a:pt x="2945" y="18655"/>
                </a:moveTo>
                <a:lnTo>
                  <a:pt x="1964" y="18655"/>
                </a:lnTo>
                <a:lnTo>
                  <a:pt x="1964" y="19636"/>
                </a:lnTo>
                <a:lnTo>
                  <a:pt x="2945" y="19636"/>
                </a:lnTo>
                <a:cubicBezTo>
                  <a:pt x="2945" y="19636"/>
                  <a:pt x="2945" y="18655"/>
                  <a:pt x="2945" y="18655"/>
                </a:cubicBezTo>
                <a:close/>
                <a:moveTo>
                  <a:pt x="1964" y="6873"/>
                </a:moveTo>
                <a:lnTo>
                  <a:pt x="2945" y="6873"/>
                </a:lnTo>
                <a:lnTo>
                  <a:pt x="2945" y="5891"/>
                </a:lnTo>
                <a:lnTo>
                  <a:pt x="1964" y="5891"/>
                </a:lnTo>
                <a:cubicBezTo>
                  <a:pt x="1964" y="5891"/>
                  <a:pt x="1964" y="6873"/>
                  <a:pt x="1964" y="6873"/>
                </a:cubicBezTo>
                <a:close/>
                <a:moveTo>
                  <a:pt x="1964" y="4909"/>
                </a:moveTo>
                <a:lnTo>
                  <a:pt x="2945" y="4909"/>
                </a:lnTo>
                <a:lnTo>
                  <a:pt x="2945" y="3927"/>
                </a:lnTo>
                <a:lnTo>
                  <a:pt x="1964" y="3927"/>
                </a:lnTo>
                <a:cubicBezTo>
                  <a:pt x="1964" y="3927"/>
                  <a:pt x="1964" y="4909"/>
                  <a:pt x="1964" y="4909"/>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3" name="Shape 2545">
            <a:extLst>
              <a:ext uri="{FF2B5EF4-FFF2-40B4-BE49-F238E27FC236}">
                <a16:creationId xmlns:a16="http://schemas.microsoft.com/office/drawing/2014/main" id="{F9832EF2-0121-574B-7A31-5B93FAAFBD63}"/>
              </a:ext>
            </a:extLst>
          </p:cNvPr>
          <p:cNvSpPr/>
          <p:nvPr/>
        </p:nvSpPr>
        <p:spPr>
          <a:xfrm>
            <a:off x="904422" y="311161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9"/>
                </a:moveTo>
                <a:cubicBezTo>
                  <a:pt x="5377" y="20619"/>
                  <a:pt x="982" y="16223"/>
                  <a:pt x="982" y="10800"/>
                </a:cubicBezTo>
                <a:cubicBezTo>
                  <a:pt x="982" y="5378"/>
                  <a:pt x="5377" y="982"/>
                  <a:pt x="10800" y="982"/>
                </a:cubicBezTo>
                <a:cubicBezTo>
                  <a:pt x="13336" y="982"/>
                  <a:pt x="15638" y="1950"/>
                  <a:pt x="17377" y="3529"/>
                </a:cubicBezTo>
                <a:lnTo>
                  <a:pt x="10453" y="10453"/>
                </a:lnTo>
                <a:cubicBezTo>
                  <a:pt x="10364" y="10542"/>
                  <a:pt x="10309" y="10665"/>
                  <a:pt x="10309" y="10800"/>
                </a:cubicBezTo>
                <a:cubicBezTo>
                  <a:pt x="10309" y="11072"/>
                  <a:pt x="10529" y="11291"/>
                  <a:pt x="10800" y="11291"/>
                </a:cubicBezTo>
                <a:lnTo>
                  <a:pt x="20594" y="11291"/>
                </a:lnTo>
                <a:cubicBezTo>
                  <a:pt x="20336" y="16484"/>
                  <a:pt x="16057" y="20619"/>
                  <a:pt x="10800" y="20619"/>
                </a:cubicBezTo>
                <a:moveTo>
                  <a:pt x="20594" y="10309"/>
                </a:moveTo>
                <a:lnTo>
                  <a:pt x="11985" y="10309"/>
                </a:lnTo>
                <a:lnTo>
                  <a:pt x="18071" y="4223"/>
                </a:lnTo>
                <a:cubicBezTo>
                  <a:pt x="19541" y="5852"/>
                  <a:pt x="20477" y="7971"/>
                  <a:pt x="20594" y="10309"/>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4" name="Shape 2546">
            <a:extLst>
              <a:ext uri="{FF2B5EF4-FFF2-40B4-BE49-F238E27FC236}">
                <a16:creationId xmlns:a16="http://schemas.microsoft.com/office/drawing/2014/main" id="{147A816F-08BE-C959-82C4-C4D999A94146}"/>
              </a:ext>
            </a:extLst>
          </p:cNvPr>
          <p:cNvSpPr/>
          <p:nvPr/>
        </p:nvSpPr>
        <p:spPr>
          <a:xfrm>
            <a:off x="1437683" y="3137009"/>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20618" y="20400"/>
                </a:moveTo>
                <a:lnTo>
                  <a:pt x="18655" y="20400"/>
                </a:lnTo>
                <a:lnTo>
                  <a:pt x="18655" y="1200"/>
                </a:lnTo>
                <a:lnTo>
                  <a:pt x="20618" y="1200"/>
                </a:lnTo>
                <a:cubicBezTo>
                  <a:pt x="20618" y="1200"/>
                  <a:pt x="20618" y="20400"/>
                  <a:pt x="20618" y="20400"/>
                </a:cubicBezTo>
                <a:close/>
                <a:moveTo>
                  <a:pt x="21109" y="0"/>
                </a:moveTo>
                <a:lnTo>
                  <a:pt x="18164" y="0"/>
                </a:lnTo>
                <a:cubicBezTo>
                  <a:pt x="17893" y="0"/>
                  <a:pt x="17673" y="269"/>
                  <a:pt x="17673" y="600"/>
                </a:cubicBezTo>
                <a:lnTo>
                  <a:pt x="17673" y="21000"/>
                </a:lnTo>
                <a:cubicBezTo>
                  <a:pt x="17673" y="21332"/>
                  <a:pt x="17893" y="21600"/>
                  <a:pt x="18164" y="21600"/>
                </a:cubicBezTo>
                <a:lnTo>
                  <a:pt x="21109" y="21600"/>
                </a:lnTo>
                <a:cubicBezTo>
                  <a:pt x="21380" y="21600"/>
                  <a:pt x="21600" y="21332"/>
                  <a:pt x="21600" y="21000"/>
                </a:cubicBezTo>
                <a:lnTo>
                  <a:pt x="21600" y="600"/>
                </a:lnTo>
                <a:cubicBezTo>
                  <a:pt x="21600" y="269"/>
                  <a:pt x="21380" y="0"/>
                  <a:pt x="21109" y="0"/>
                </a:cubicBezTo>
                <a:moveTo>
                  <a:pt x="8836" y="20400"/>
                </a:moveTo>
                <a:lnTo>
                  <a:pt x="6873" y="20400"/>
                </a:lnTo>
                <a:lnTo>
                  <a:pt x="6873" y="3600"/>
                </a:lnTo>
                <a:lnTo>
                  <a:pt x="8836" y="3600"/>
                </a:lnTo>
                <a:cubicBezTo>
                  <a:pt x="8836" y="3600"/>
                  <a:pt x="8836" y="20400"/>
                  <a:pt x="8836" y="20400"/>
                </a:cubicBezTo>
                <a:close/>
                <a:moveTo>
                  <a:pt x="9327" y="2400"/>
                </a:moveTo>
                <a:lnTo>
                  <a:pt x="6382" y="2400"/>
                </a:lnTo>
                <a:cubicBezTo>
                  <a:pt x="6111" y="2400"/>
                  <a:pt x="5891" y="2669"/>
                  <a:pt x="5891" y="3000"/>
                </a:cubicBezTo>
                <a:lnTo>
                  <a:pt x="5891" y="21000"/>
                </a:lnTo>
                <a:cubicBezTo>
                  <a:pt x="5891" y="21332"/>
                  <a:pt x="6111" y="21600"/>
                  <a:pt x="6382" y="21600"/>
                </a:cubicBezTo>
                <a:lnTo>
                  <a:pt x="9327" y="21600"/>
                </a:lnTo>
                <a:cubicBezTo>
                  <a:pt x="9598" y="21600"/>
                  <a:pt x="9818" y="21332"/>
                  <a:pt x="9818" y="21000"/>
                </a:cubicBezTo>
                <a:lnTo>
                  <a:pt x="9818" y="3000"/>
                </a:lnTo>
                <a:cubicBezTo>
                  <a:pt x="9818" y="2669"/>
                  <a:pt x="9598" y="2400"/>
                  <a:pt x="9327" y="2400"/>
                </a:cubicBezTo>
                <a:moveTo>
                  <a:pt x="14727" y="20400"/>
                </a:moveTo>
                <a:lnTo>
                  <a:pt x="12764" y="20400"/>
                </a:lnTo>
                <a:lnTo>
                  <a:pt x="12764" y="10800"/>
                </a:lnTo>
                <a:lnTo>
                  <a:pt x="14727" y="10800"/>
                </a:lnTo>
                <a:cubicBezTo>
                  <a:pt x="14727" y="10800"/>
                  <a:pt x="14727" y="20400"/>
                  <a:pt x="14727" y="20400"/>
                </a:cubicBezTo>
                <a:close/>
                <a:moveTo>
                  <a:pt x="15218" y="9600"/>
                </a:moveTo>
                <a:lnTo>
                  <a:pt x="12273" y="9600"/>
                </a:lnTo>
                <a:cubicBezTo>
                  <a:pt x="12002" y="9600"/>
                  <a:pt x="11782" y="9869"/>
                  <a:pt x="11782" y="10200"/>
                </a:cubicBezTo>
                <a:lnTo>
                  <a:pt x="11782" y="21000"/>
                </a:lnTo>
                <a:cubicBezTo>
                  <a:pt x="11782" y="21332"/>
                  <a:pt x="12002" y="21600"/>
                  <a:pt x="12273" y="21600"/>
                </a:cubicBezTo>
                <a:lnTo>
                  <a:pt x="15218" y="21600"/>
                </a:lnTo>
                <a:cubicBezTo>
                  <a:pt x="15489" y="21600"/>
                  <a:pt x="15709" y="21332"/>
                  <a:pt x="15709" y="21000"/>
                </a:cubicBezTo>
                <a:lnTo>
                  <a:pt x="15709" y="10200"/>
                </a:lnTo>
                <a:cubicBezTo>
                  <a:pt x="15709" y="9869"/>
                  <a:pt x="15489" y="9600"/>
                  <a:pt x="15218" y="9600"/>
                </a:cubicBezTo>
                <a:moveTo>
                  <a:pt x="2945" y="20400"/>
                </a:moveTo>
                <a:lnTo>
                  <a:pt x="982" y="20400"/>
                </a:lnTo>
                <a:lnTo>
                  <a:pt x="982" y="14400"/>
                </a:lnTo>
                <a:lnTo>
                  <a:pt x="2945" y="14400"/>
                </a:lnTo>
                <a:cubicBezTo>
                  <a:pt x="2945" y="14400"/>
                  <a:pt x="2945" y="20400"/>
                  <a:pt x="2945" y="20400"/>
                </a:cubicBezTo>
                <a:close/>
                <a:moveTo>
                  <a:pt x="3436" y="13200"/>
                </a:moveTo>
                <a:lnTo>
                  <a:pt x="491" y="13200"/>
                </a:lnTo>
                <a:cubicBezTo>
                  <a:pt x="220" y="13200"/>
                  <a:pt x="0" y="13469"/>
                  <a:pt x="0" y="13800"/>
                </a:cubicBezTo>
                <a:lnTo>
                  <a:pt x="0" y="21000"/>
                </a:lnTo>
                <a:cubicBezTo>
                  <a:pt x="0" y="21332"/>
                  <a:pt x="220" y="21600"/>
                  <a:pt x="491" y="21600"/>
                </a:cubicBezTo>
                <a:lnTo>
                  <a:pt x="3436" y="21600"/>
                </a:lnTo>
                <a:cubicBezTo>
                  <a:pt x="3707" y="21600"/>
                  <a:pt x="3927" y="21332"/>
                  <a:pt x="3927" y="21000"/>
                </a:cubicBezTo>
                <a:lnTo>
                  <a:pt x="3927" y="13800"/>
                </a:lnTo>
                <a:cubicBezTo>
                  <a:pt x="3927" y="13469"/>
                  <a:pt x="3707" y="13200"/>
                  <a:pt x="3436" y="132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5" name="Shape 2547">
            <a:extLst>
              <a:ext uri="{FF2B5EF4-FFF2-40B4-BE49-F238E27FC236}">
                <a16:creationId xmlns:a16="http://schemas.microsoft.com/office/drawing/2014/main" id="{85AC2D96-FC87-F02D-D287-082C09765F0B}"/>
              </a:ext>
            </a:extLst>
          </p:cNvPr>
          <p:cNvSpPr/>
          <p:nvPr/>
        </p:nvSpPr>
        <p:spPr>
          <a:xfrm>
            <a:off x="1970944" y="311161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8073" y="17379"/>
                </a:moveTo>
                <a:lnTo>
                  <a:pt x="15643" y="14949"/>
                </a:lnTo>
                <a:cubicBezTo>
                  <a:pt x="16600" y="13832"/>
                  <a:pt x="17182" y="12386"/>
                  <a:pt x="17182" y="10800"/>
                </a:cubicBezTo>
                <a:cubicBezTo>
                  <a:pt x="17182" y="9214"/>
                  <a:pt x="16600" y="7767"/>
                  <a:pt x="15643" y="6651"/>
                </a:cubicBezTo>
                <a:lnTo>
                  <a:pt x="18073" y="4221"/>
                </a:lnTo>
                <a:cubicBezTo>
                  <a:pt x="19649" y="5963"/>
                  <a:pt x="20618" y="8266"/>
                  <a:pt x="20618" y="10800"/>
                </a:cubicBezTo>
                <a:cubicBezTo>
                  <a:pt x="20618" y="13335"/>
                  <a:pt x="19649" y="15637"/>
                  <a:pt x="18073" y="17379"/>
                </a:cubicBezTo>
                <a:moveTo>
                  <a:pt x="10800" y="20619"/>
                </a:moveTo>
                <a:cubicBezTo>
                  <a:pt x="8265" y="20619"/>
                  <a:pt x="5963" y="19650"/>
                  <a:pt x="4221" y="18073"/>
                </a:cubicBezTo>
                <a:lnTo>
                  <a:pt x="6651" y="15643"/>
                </a:lnTo>
                <a:cubicBezTo>
                  <a:pt x="7767" y="16600"/>
                  <a:pt x="9214" y="17182"/>
                  <a:pt x="10800" y="17182"/>
                </a:cubicBezTo>
                <a:cubicBezTo>
                  <a:pt x="12386" y="17182"/>
                  <a:pt x="13833" y="16600"/>
                  <a:pt x="14949" y="15643"/>
                </a:cubicBezTo>
                <a:lnTo>
                  <a:pt x="17379" y="18073"/>
                </a:lnTo>
                <a:cubicBezTo>
                  <a:pt x="15637" y="19650"/>
                  <a:pt x="13334" y="20619"/>
                  <a:pt x="10800" y="20619"/>
                </a:cubicBezTo>
                <a:moveTo>
                  <a:pt x="982" y="10800"/>
                </a:moveTo>
                <a:cubicBezTo>
                  <a:pt x="982" y="8266"/>
                  <a:pt x="1950" y="5963"/>
                  <a:pt x="3527" y="4221"/>
                </a:cubicBezTo>
                <a:lnTo>
                  <a:pt x="5957" y="6651"/>
                </a:lnTo>
                <a:cubicBezTo>
                  <a:pt x="4999" y="7767"/>
                  <a:pt x="4418" y="9214"/>
                  <a:pt x="4418" y="10800"/>
                </a:cubicBezTo>
                <a:cubicBezTo>
                  <a:pt x="4418" y="12386"/>
                  <a:pt x="4999" y="13832"/>
                  <a:pt x="5957" y="14949"/>
                </a:cubicBezTo>
                <a:lnTo>
                  <a:pt x="3527" y="17379"/>
                </a:lnTo>
                <a:cubicBezTo>
                  <a:pt x="1950" y="15637"/>
                  <a:pt x="982" y="13335"/>
                  <a:pt x="982" y="10800"/>
                </a:cubicBezTo>
                <a:moveTo>
                  <a:pt x="16200" y="10800"/>
                </a:moveTo>
                <a:cubicBezTo>
                  <a:pt x="16200" y="13782"/>
                  <a:pt x="13782" y="16200"/>
                  <a:pt x="10800" y="16200"/>
                </a:cubicBezTo>
                <a:cubicBezTo>
                  <a:pt x="7817" y="16200"/>
                  <a:pt x="5400" y="13782"/>
                  <a:pt x="5400" y="10800"/>
                </a:cubicBezTo>
                <a:cubicBezTo>
                  <a:pt x="5400" y="7817"/>
                  <a:pt x="7817" y="5400"/>
                  <a:pt x="10800" y="5400"/>
                </a:cubicBezTo>
                <a:cubicBezTo>
                  <a:pt x="13782" y="5400"/>
                  <a:pt x="16200" y="7817"/>
                  <a:pt x="16200" y="10800"/>
                </a:cubicBezTo>
                <a:moveTo>
                  <a:pt x="10800" y="982"/>
                </a:moveTo>
                <a:cubicBezTo>
                  <a:pt x="13334" y="982"/>
                  <a:pt x="15637" y="1950"/>
                  <a:pt x="17379" y="3527"/>
                </a:cubicBezTo>
                <a:lnTo>
                  <a:pt x="14949" y="5957"/>
                </a:lnTo>
                <a:cubicBezTo>
                  <a:pt x="13832" y="4999"/>
                  <a:pt x="12386" y="4418"/>
                  <a:pt x="10800" y="4418"/>
                </a:cubicBezTo>
                <a:cubicBezTo>
                  <a:pt x="9214" y="4418"/>
                  <a:pt x="7767" y="4999"/>
                  <a:pt x="6651" y="5957"/>
                </a:cubicBezTo>
                <a:lnTo>
                  <a:pt x="4221" y="3527"/>
                </a:lnTo>
                <a:cubicBezTo>
                  <a:pt x="5963" y="1950"/>
                  <a:pt x="8265" y="982"/>
                  <a:pt x="10800" y="982"/>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6" name="Shape 2548">
            <a:extLst>
              <a:ext uri="{FF2B5EF4-FFF2-40B4-BE49-F238E27FC236}">
                <a16:creationId xmlns:a16="http://schemas.microsoft.com/office/drawing/2014/main" id="{9DA6F0EB-BC6F-57D4-4F8C-D503F8860924}"/>
              </a:ext>
            </a:extLst>
          </p:cNvPr>
          <p:cNvSpPr/>
          <p:nvPr/>
        </p:nvSpPr>
        <p:spPr>
          <a:xfrm>
            <a:off x="2504205" y="3219538"/>
            <a:ext cx="279328" cy="63484"/>
          </a:xfrm>
          <a:custGeom>
            <a:avLst/>
            <a:gdLst/>
            <a:ahLst/>
            <a:cxnLst>
              <a:cxn ang="0">
                <a:pos x="wd2" y="hd2"/>
              </a:cxn>
              <a:cxn ang="5400000">
                <a:pos x="wd2" y="hd2"/>
              </a:cxn>
              <a:cxn ang="10800000">
                <a:pos x="wd2" y="hd2"/>
              </a:cxn>
              <a:cxn ang="16200000">
                <a:pos x="wd2" y="hd2"/>
              </a:cxn>
            </a:cxnLst>
            <a:rect l="0" t="0" r="r" b="b"/>
            <a:pathLst>
              <a:path w="21600" h="21600" extrusionOk="0">
                <a:moveTo>
                  <a:pt x="19145" y="17280"/>
                </a:moveTo>
                <a:cubicBezTo>
                  <a:pt x="18332" y="17280"/>
                  <a:pt x="17673" y="14380"/>
                  <a:pt x="17673" y="10800"/>
                </a:cubicBezTo>
                <a:cubicBezTo>
                  <a:pt x="17673" y="7224"/>
                  <a:pt x="18332" y="4320"/>
                  <a:pt x="19145" y="4320"/>
                </a:cubicBezTo>
                <a:cubicBezTo>
                  <a:pt x="19959" y="4320"/>
                  <a:pt x="20618" y="7224"/>
                  <a:pt x="20618" y="10800"/>
                </a:cubicBezTo>
                <a:cubicBezTo>
                  <a:pt x="20618" y="14380"/>
                  <a:pt x="19959" y="17280"/>
                  <a:pt x="19145" y="17280"/>
                </a:cubicBezTo>
                <a:moveTo>
                  <a:pt x="19145" y="0"/>
                </a:moveTo>
                <a:cubicBezTo>
                  <a:pt x="17790" y="0"/>
                  <a:pt x="16691" y="4837"/>
                  <a:pt x="16691" y="10800"/>
                </a:cubicBezTo>
                <a:cubicBezTo>
                  <a:pt x="16691" y="16766"/>
                  <a:pt x="17790" y="21600"/>
                  <a:pt x="19145" y="21600"/>
                </a:cubicBezTo>
                <a:cubicBezTo>
                  <a:pt x="20501" y="21600"/>
                  <a:pt x="21600" y="16766"/>
                  <a:pt x="21600" y="10800"/>
                </a:cubicBezTo>
                <a:cubicBezTo>
                  <a:pt x="21600" y="4837"/>
                  <a:pt x="20501" y="0"/>
                  <a:pt x="19145" y="0"/>
                </a:cubicBezTo>
                <a:moveTo>
                  <a:pt x="10800" y="17280"/>
                </a:moveTo>
                <a:cubicBezTo>
                  <a:pt x="9986" y="17280"/>
                  <a:pt x="9327" y="14380"/>
                  <a:pt x="9327" y="10800"/>
                </a:cubicBezTo>
                <a:cubicBezTo>
                  <a:pt x="9327" y="7224"/>
                  <a:pt x="9986" y="4320"/>
                  <a:pt x="10800" y="4320"/>
                </a:cubicBezTo>
                <a:cubicBezTo>
                  <a:pt x="11614" y="4320"/>
                  <a:pt x="12273" y="7224"/>
                  <a:pt x="12273" y="10800"/>
                </a:cubicBezTo>
                <a:cubicBezTo>
                  <a:pt x="12273" y="14380"/>
                  <a:pt x="11614" y="17280"/>
                  <a:pt x="10800" y="17280"/>
                </a:cubicBezTo>
                <a:moveTo>
                  <a:pt x="10800" y="0"/>
                </a:moveTo>
                <a:cubicBezTo>
                  <a:pt x="9444" y="0"/>
                  <a:pt x="8345" y="4837"/>
                  <a:pt x="8345" y="10800"/>
                </a:cubicBezTo>
                <a:cubicBezTo>
                  <a:pt x="8345" y="16766"/>
                  <a:pt x="9444" y="21600"/>
                  <a:pt x="10800" y="21600"/>
                </a:cubicBezTo>
                <a:cubicBezTo>
                  <a:pt x="12156" y="21600"/>
                  <a:pt x="13255" y="16766"/>
                  <a:pt x="13255" y="10800"/>
                </a:cubicBezTo>
                <a:cubicBezTo>
                  <a:pt x="13255" y="4837"/>
                  <a:pt x="12156" y="0"/>
                  <a:pt x="10800" y="0"/>
                </a:cubicBezTo>
                <a:moveTo>
                  <a:pt x="2455" y="17280"/>
                </a:moveTo>
                <a:cubicBezTo>
                  <a:pt x="1641" y="17280"/>
                  <a:pt x="982" y="14380"/>
                  <a:pt x="982" y="10800"/>
                </a:cubicBezTo>
                <a:cubicBezTo>
                  <a:pt x="982" y="7224"/>
                  <a:pt x="1641" y="4320"/>
                  <a:pt x="2455" y="4320"/>
                </a:cubicBezTo>
                <a:cubicBezTo>
                  <a:pt x="3268" y="4320"/>
                  <a:pt x="3927" y="7224"/>
                  <a:pt x="3927" y="10800"/>
                </a:cubicBezTo>
                <a:cubicBezTo>
                  <a:pt x="3927" y="14380"/>
                  <a:pt x="3268" y="17280"/>
                  <a:pt x="2455" y="17280"/>
                </a:cubicBezTo>
                <a:moveTo>
                  <a:pt x="2455" y="0"/>
                </a:moveTo>
                <a:cubicBezTo>
                  <a:pt x="1099" y="0"/>
                  <a:pt x="0" y="4837"/>
                  <a:pt x="0" y="10800"/>
                </a:cubicBezTo>
                <a:cubicBezTo>
                  <a:pt x="0" y="16766"/>
                  <a:pt x="1099" y="21600"/>
                  <a:pt x="2455" y="21600"/>
                </a:cubicBezTo>
                <a:cubicBezTo>
                  <a:pt x="3811" y="21600"/>
                  <a:pt x="4909" y="16766"/>
                  <a:pt x="4909" y="10800"/>
                </a:cubicBezTo>
                <a:cubicBezTo>
                  <a:pt x="4909" y="4837"/>
                  <a:pt x="3811" y="0"/>
                  <a:pt x="2455"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7" name="Shape 2549">
            <a:extLst>
              <a:ext uri="{FF2B5EF4-FFF2-40B4-BE49-F238E27FC236}">
                <a16:creationId xmlns:a16="http://schemas.microsoft.com/office/drawing/2014/main" id="{F687C092-E8B7-98F5-675B-F7297A9D92AD}"/>
              </a:ext>
            </a:extLst>
          </p:cNvPr>
          <p:cNvSpPr/>
          <p:nvPr/>
        </p:nvSpPr>
        <p:spPr>
          <a:xfrm>
            <a:off x="3037466" y="311161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0800" y="11291"/>
                </a:moveTo>
                <a:cubicBezTo>
                  <a:pt x="10529" y="11291"/>
                  <a:pt x="10309" y="11072"/>
                  <a:pt x="10309" y="10800"/>
                </a:cubicBezTo>
                <a:cubicBezTo>
                  <a:pt x="10309" y="10529"/>
                  <a:pt x="10529" y="10309"/>
                  <a:pt x="10800" y="10309"/>
                </a:cubicBezTo>
                <a:cubicBezTo>
                  <a:pt x="11071" y="10309"/>
                  <a:pt x="11291" y="10529"/>
                  <a:pt x="11291" y="10800"/>
                </a:cubicBezTo>
                <a:cubicBezTo>
                  <a:pt x="11291" y="11072"/>
                  <a:pt x="11071" y="11291"/>
                  <a:pt x="10800" y="11291"/>
                </a:cubicBezTo>
                <a:moveTo>
                  <a:pt x="10800" y="9327"/>
                </a:moveTo>
                <a:cubicBezTo>
                  <a:pt x="9986" y="9327"/>
                  <a:pt x="9327" y="9987"/>
                  <a:pt x="9327" y="10800"/>
                </a:cubicBezTo>
                <a:cubicBezTo>
                  <a:pt x="9327" y="11614"/>
                  <a:pt x="9986" y="12273"/>
                  <a:pt x="10800" y="12273"/>
                </a:cubicBezTo>
                <a:cubicBezTo>
                  <a:pt x="11614" y="12273"/>
                  <a:pt x="12273" y="11614"/>
                  <a:pt x="12273" y="10800"/>
                </a:cubicBezTo>
                <a:cubicBezTo>
                  <a:pt x="12273" y="9987"/>
                  <a:pt x="11614" y="9327"/>
                  <a:pt x="10800" y="9327"/>
                </a:cubicBezTo>
                <a:moveTo>
                  <a:pt x="5400" y="11291"/>
                </a:moveTo>
                <a:cubicBezTo>
                  <a:pt x="5129" y="11291"/>
                  <a:pt x="4909" y="11072"/>
                  <a:pt x="4909" y="10800"/>
                </a:cubicBezTo>
                <a:cubicBezTo>
                  <a:pt x="4909" y="10529"/>
                  <a:pt x="5129" y="10309"/>
                  <a:pt x="5400" y="10309"/>
                </a:cubicBezTo>
                <a:cubicBezTo>
                  <a:pt x="5671" y="10309"/>
                  <a:pt x="5891" y="10529"/>
                  <a:pt x="5891" y="10800"/>
                </a:cubicBezTo>
                <a:cubicBezTo>
                  <a:pt x="5891" y="11072"/>
                  <a:pt x="5671" y="11291"/>
                  <a:pt x="5400" y="11291"/>
                </a:cubicBezTo>
                <a:moveTo>
                  <a:pt x="5400" y="9327"/>
                </a:moveTo>
                <a:cubicBezTo>
                  <a:pt x="4586" y="9327"/>
                  <a:pt x="3927" y="9987"/>
                  <a:pt x="3927" y="10800"/>
                </a:cubicBezTo>
                <a:cubicBezTo>
                  <a:pt x="3927" y="11614"/>
                  <a:pt x="4586" y="12273"/>
                  <a:pt x="5400" y="12273"/>
                </a:cubicBezTo>
                <a:cubicBezTo>
                  <a:pt x="6214" y="12273"/>
                  <a:pt x="6873" y="11614"/>
                  <a:pt x="6873" y="10800"/>
                </a:cubicBezTo>
                <a:cubicBezTo>
                  <a:pt x="6873" y="9987"/>
                  <a:pt x="6214" y="9327"/>
                  <a:pt x="5400" y="9327"/>
                </a:cubicBezTo>
                <a:moveTo>
                  <a:pt x="16200" y="11291"/>
                </a:moveTo>
                <a:cubicBezTo>
                  <a:pt x="15929" y="11291"/>
                  <a:pt x="15709" y="11072"/>
                  <a:pt x="15709" y="10800"/>
                </a:cubicBezTo>
                <a:cubicBezTo>
                  <a:pt x="15709" y="10529"/>
                  <a:pt x="15929" y="10309"/>
                  <a:pt x="16200" y="10309"/>
                </a:cubicBezTo>
                <a:cubicBezTo>
                  <a:pt x="16471" y="10309"/>
                  <a:pt x="16691" y="10529"/>
                  <a:pt x="16691" y="10800"/>
                </a:cubicBezTo>
                <a:cubicBezTo>
                  <a:pt x="16691" y="11072"/>
                  <a:pt x="16471" y="11291"/>
                  <a:pt x="16200" y="11291"/>
                </a:cubicBezTo>
                <a:moveTo>
                  <a:pt x="16200" y="9327"/>
                </a:moveTo>
                <a:cubicBezTo>
                  <a:pt x="15386" y="9327"/>
                  <a:pt x="14727" y="9987"/>
                  <a:pt x="14727" y="10800"/>
                </a:cubicBezTo>
                <a:cubicBezTo>
                  <a:pt x="14727" y="11614"/>
                  <a:pt x="15386" y="12273"/>
                  <a:pt x="16200" y="12273"/>
                </a:cubicBezTo>
                <a:cubicBezTo>
                  <a:pt x="17014" y="12273"/>
                  <a:pt x="17673" y="11614"/>
                  <a:pt x="17673" y="10800"/>
                </a:cubicBezTo>
                <a:cubicBezTo>
                  <a:pt x="17673" y="9987"/>
                  <a:pt x="17014" y="9327"/>
                  <a:pt x="16200" y="93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8" name="Shape 2550">
            <a:extLst>
              <a:ext uri="{FF2B5EF4-FFF2-40B4-BE49-F238E27FC236}">
                <a16:creationId xmlns:a16="http://schemas.microsoft.com/office/drawing/2014/main" id="{C3BBC03A-AFF9-E417-B838-726688C31955}"/>
              </a:ext>
            </a:extLst>
          </p:cNvPr>
          <p:cNvSpPr/>
          <p:nvPr/>
        </p:nvSpPr>
        <p:spPr>
          <a:xfrm>
            <a:off x="3570727" y="311161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109" y="7364"/>
                </a:moveTo>
                <a:cubicBezTo>
                  <a:pt x="20838" y="7364"/>
                  <a:pt x="20618" y="7584"/>
                  <a:pt x="20618" y="7855"/>
                </a:cubicBezTo>
                <a:lnTo>
                  <a:pt x="20618" y="18655"/>
                </a:lnTo>
                <a:cubicBezTo>
                  <a:pt x="20618" y="19739"/>
                  <a:pt x="19739" y="20618"/>
                  <a:pt x="18655" y="20618"/>
                </a:cubicBezTo>
                <a:lnTo>
                  <a:pt x="2945" y="20618"/>
                </a:lnTo>
                <a:cubicBezTo>
                  <a:pt x="1861" y="20618"/>
                  <a:pt x="982" y="19739"/>
                  <a:pt x="982" y="18655"/>
                </a:cubicBezTo>
                <a:lnTo>
                  <a:pt x="982" y="2945"/>
                </a:lnTo>
                <a:cubicBezTo>
                  <a:pt x="982" y="1861"/>
                  <a:pt x="1861" y="982"/>
                  <a:pt x="2945" y="982"/>
                </a:cubicBezTo>
                <a:lnTo>
                  <a:pt x="13745" y="982"/>
                </a:lnTo>
                <a:cubicBezTo>
                  <a:pt x="14017" y="982"/>
                  <a:pt x="14236" y="762"/>
                  <a:pt x="14236" y="491"/>
                </a:cubicBezTo>
                <a:cubicBezTo>
                  <a:pt x="14236" y="220"/>
                  <a:pt x="14017" y="0"/>
                  <a:pt x="13745" y="0"/>
                </a:cubicBezTo>
                <a:lnTo>
                  <a:pt x="2945" y="0"/>
                </a:lnTo>
                <a:cubicBezTo>
                  <a:pt x="1318" y="0"/>
                  <a:pt x="0" y="1319"/>
                  <a:pt x="0" y="2945"/>
                </a:cubicBezTo>
                <a:lnTo>
                  <a:pt x="0" y="18655"/>
                </a:lnTo>
                <a:cubicBezTo>
                  <a:pt x="0" y="20282"/>
                  <a:pt x="1318" y="21600"/>
                  <a:pt x="2945" y="21600"/>
                </a:cubicBezTo>
                <a:lnTo>
                  <a:pt x="18655" y="21600"/>
                </a:lnTo>
                <a:cubicBezTo>
                  <a:pt x="20282" y="21600"/>
                  <a:pt x="21600" y="20282"/>
                  <a:pt x="21600" y="18655"/>
                </a:cubicBezTo>
                <a:lnTo>
                  <a:pt x="21600" y="7855"/>
                </a:lnTo>
                <a:cubicBezTo>
                  <a:pt x="21600" y="7584"/>
                  <a:pt x="21380" y="7364"/>
                  <a:pt x="21109" y="7364"/>
                </a:cubicBezTo>
                <a:moveTo>
                  <a:pt x="7006" y="12764"/>
                </a:moveTo>
                <a:lnTo>
                  <a:pt x="8836" y="12764"/>
                </a:lnTo>
                <a:lnTo>
                  <a:pt x="8836" y="14594"/>
                </a:lnTo>
                <a:lnTo>
                  <a:pt x="6627" y="14973"/>
                </a:lnTo>
                <a:cubicBezTo>
                  <a:pt x="6627" y="14973"/>
                  <a:pt x="7006" y="12764"/>
                  <a:pt x="7006" y="12764"/>
                </a:cubicBezTo>
                <a:close/>
                <a:moveTo>
                  <a:pt x="16775" y="2742"/>
                </a:moveTo>
                <a:lnTo>
                  <a:pt x="18858" y="4825"/>
                </a:lnTo>
                <a:lnTo>
                  <a:pt x="9818" y="13865"/>
                </a:lnTo>
                <a:lnTo>
                  <a:pt x="9818" y="11782"/>
                </a:lnTo>
                <a:lnTo>
                  <a:pt x="7736" y="11782"/>
                </a:lnTo>
                <a:cubicBezTo>
                  <a:pt x="7736" y="11782"/>
                  <a:pt x="16775" y="2742"/>
                  <a:pt x="16775" y="2742"/>
                </a:cubicBezTo>
                <a:close/>
                <a:moveTo>
                  <a:pt x="18104" y="1414"/>
                </a:moveTo>
                <a:cubicBezTo>
                  <a:pt x="18371" y="1147"/>
                  <a:pt x="18739" y="982"/>
                  <a:pt x="19145" y="982"/>
                </a:cubicBezTo>
                <a:cubicBezTo>
                  <a:pt x="19959" y="982"/>
                  <a:pt x="20618" y="1642"/>
                  <a:pt x="20618" y="2455"/>
                </a:cubicBezTo>
                <a:cubicBezTo>
                  <a:pt x="20618" y="2861"/>
                  <a:pt x="20453" y="3230"/>
                  <a:pt x="20187" y="3496"/>
                </a:cubicBezTo>
                <a:lnTo>
                  <a:pt x="19552" y="4131"/>
                </a:lnTo>
                <a:lnTo>
                  <a:pt x="17469" y="2048"/>
                </a:lnTo>
                <a:cubicBezTo>
                  <a:pt x="17469" y="2048"/>
                  <a:pt x="18104" y="1414"/>
                  <a:pt x="18104" y="1414"/>
                </a:cubicBezTo>
                <a:close/>
                <a:moveTo>
                  <a:pt x="5400" y="16200"/>
                </a:moveTo>
                <a:lnTo>
                  <a:pt x="9590" y="15481"/>
                </a:lnTo>
                <a:lnTo>
                  <a:pt x="20881" y="4190"/>
                </a:lnTo>
                <a:cubicBezTo>
                  <a:pt x="21325" y="3746"/>
                  <a:pt x="21600" y="3133"/>
                  <a:pt x="21600" y="2455"/>
                </a:cubicBezTo>
                <a:cubicBezTo>
                  <a:pt x="21600" y="1099"/>
                  <a:pt x="20501" y="0"/>
                  <a:pt x="19145" y="0"/>
                </a:cubicBezTo>
                <a:cubicBezTo>
                  <a:pt x="18468" y="0"/>
                  <a:pt x="17854" y="275"/>
                  <a:pt x="17410" y="719"/>
                </a:cubicBezTo>
                <a:lnTo>
                  <a:pt x="6119" y="12010"/>
                </a:lnTo>
                <a:cubicBezTo>
                  <a:pt x="6119" y="12010"/>
                  <a:pt x="5400" y="16200"/>
                  <a:pt x="5400" y="16200"/>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9" name="Shape 2551">
            <a:extLst>
              <a:ext uri="{FF2B5EF4-FFF2-40B4-BE49-F238E27FC236}">
                <a16:creationId xmlns:a16="http://schemas.microsoft.com/office/drawing/2014/main" id="{8AD27F77-9FC6-2737-F786-BCF5F3FD7AA0}"/>
              </a:ext>
            </a:extLst>
          </p:cNvPr>
          <p:cNvSpPr/>
          <p:nvPr/>
        </p:nvSpPr>
        <p:spPr>
          <a:xfrm>
            <a:off x="4103988" y="311161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9755" y="6010"/>
                </a:moveTo>
                <a:lnTo>
                  <a:pt x="18630" y="7136"/>
                </a:lnTo>
                <a:lnTo>
                  <a:pt x="14465" y="2970"/>
                </a:lnTo>
                <a:lnTo>
                  <a:pt x="15590" y="1845"/>
                </a:lnTo>
                <a:cubicBezTo>
                  <a:pt x="15590" y="1845"/>
                  <a:pt x="16391" y="982"/>
                  <a:pt x="17673" y="982"/>
                </a:cubicBezTo>
                <a:cubicBezTo>
                  <a:pt x="19300" y="982"/>
                  <a:pt x="20618" y="2300"/>
                  <a:pt x="20618" y="3927"/>
                </a:cubicBezTo>
                <a:cubicBezTo>
                  <a:pt x="20618" y="4741"/>
                  <a:pt x="20288" y="5477"/>
                  <a:pt x="19755" y="6010"/>
                </a:cubicBezTo>
                <a:moveTo>
                  <a:pt x="7364" y="18402"/>
                </a:moveTo>
                <a:lnTo>
                  <a:pt x="7364" y="14727"/>
                </a:lnTo>
                <a:cubicBezTo>
                  <a:pt x="7364" y="14456"/>
                  <a:pt x="7144" y="14236"/>
                  <a:pt x="6873" y="14236"/>
                </a:cubicBezTo>
                <a:lnTo>
                  <a:pt x="3198" y="14236"/>
                </a:lnTo>
                <a:lnTo>
                  <a:pt x="13770" y="3665"/>
                </a:lnTo>
                <a:lnTo>
                  <a:pt x="17935" y="7830"/>
                </a:lnTo>
                <a:cubicBezTo>
                  <a:pt x="17935" y="7830"/>
                  <a:pt x="7364" y="18402"/>
                  <a:pt x="7364" y="18402"/>
                </a:cubicBezTo>
                <a:close/>
                <a:moveTo>
                  <a:pt x="6382" y="19042"/>
                </a:moveTo>
                <a:lnTo>
                  <a:pt x="2945" y="19845"/>
                </a:lnTo>
                <a:lnTo>
                  <a:pt x="2945" y="18655"/>
                </a:lnTo>
                <a:lnTo>
                  <a:pt x="1755" y="18655"/>
                </a:lnTo>
                <a:lnTo>
                  <a:pt x="2558" y="15218"/>
                </a:lnTo>
                <a:lnTo>
                  <a:pt x="6382" y="15218"/>
                </a:lnTo>
                <a:cubicBezTo>
                  <a:pt x="6382" y="15218"/>
                  <a:pt x="6382" y="19042"/>
                  <a:pt x="6382" y="19042"/>
                </a:cubicBezTo>
                <a:close/>
                <a:moveTo>
                  <a:pt x="17673" y="0"/>
                </a:moveTo>
                <a:cubicBezTo>
                  <a:pt x="16588" y="0"/>
                  <a:pt x="15606" y="439"/>
                  <a:pt x="14896" y="1151"/>
                </a:cubicBezTo>
                <a:lnTo>
                  <a:pt x="1641" y="14405"/>
                </a:lnTo>
                <a:lnTo>
                  <a:pt x="0" y="21600"/>
                </a:lnTo>
                <a:lnTo>
                  <a:pt x="7195" y="19959"/>
                </a:lnTo>
                <a:lnTo>
                  <a:pt x="20449" y="6704"/>
                </a:lnTo>
                <a:cubicBezTo>
                  <a:pt x="21160" y="5994"/>
                  <a:pt x="21600" y="5012"/>
                  <a:pt x="21600" y="3927"/>
                </a:cubicBezTo>
                <a:cubicBezTo>
                  <a:pt x="21600" y="1758"/>
                  <a:pt x="19842" y="0"/>
                  <a:pt x="17673"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0" name="Shape 2552">
            <a:extLst>
              <a:ext uri="{FF2B5EF4-FFF2-40B4-BE49-F238E27FC236}">
                <a16:creationId xmlns:a16="http://schemas.microsoft.com/office/drawing/2014/main" id="{04752473-F5CE-EF8B-A9C9-471229AE090D}"/>
              </a:ext>
            </a:extLst>
          </p:cNvPr>
          <p:cNvSpPr/>
          <p:nvPr/>
        </p:nvSpPr>
        <p:spPr>
          <a:xfrm>
            <a:off x="4637249" y="3124312"/>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10800" y="18360"/>
                </a:moveTo>
                <a:cubicBezTo>
                  <a:pt x="9864" y="18360"/>
                  <a:pt x="8922" y="18237"/>
                  <a:pt x="7998" y="17995"/>
                </a:cubicBezTo>
                <a:cubicBezTo>
                  <a:pt x="7923" y="17975"/>
                  <a:pt x="7846" y="17965"/>
                  <a:pt x="7770" y="17965"/>
                </a:cubicBezTo>
                <a:cubicBezTo>
                  <a:pt x="7646" y="17965"/>
                  <a:pt x="7522" y="17991"/>
                  <a:pt x="7406" y="18043"/>
                </a:cubicBezTo>
                <a:lnTo>
                  <a:pt x="3352" y="19826"/>
                </a:lnTo>
                <a:lnTo>
                  <a:pt x="4013" y="16735"/>
                </a:lnTo>
                <a:cubicBezTo>
                  <a:pt x="4098" y="16339"/>
                  <a:pt x="3972" y="15924"/>
                  <a:pt x="3689" y="15662"/>
                </a:cubicBezTo>
                <a:cubicBezTo>
                  <a:pt x="1944" y="14045"/>
                  <a:pt x="982" y="11934"/>
                  <a:pt x="982" y="9720"/>
                </a:cubicBezTo>
                <a:cubicBezTo>
                  <a:pt x="982" y="4956"/>
                  <a:pt x="5387" y="1080"/>
                  <a:pt x="10800" y="1080"/>
                </a:cubicBezTo>
                <a:cubicBezTo>
                  <a:pt x="16214" y="1080"/>
                  <a:pt x="20618" y="4956"/>
                  <a:pt x="20618" y="9720"/>
                </a:cubicBezTo>
                <a:cubicBezTo>
                  <a:pt x="20618" y="14484"/>
                  <a:pt x="16214" y="18360"/>
                  <a:pt x="10800" y="18360"/>
                </a:cubicBezTo>
                <a:moveTo>
                  <a:pt x="10800" y="0"/>
                </a:moveTo>
                <a:cubicBezTo>
                  <a:pt x="4835" y="0"/>
                  <a:pt x="0" y="4352"/>
                  <a:pt x="0" y="9720"/>
                </a:cubicBezTo>
                <a:cubicBezTo>
                  <a:pt x="0" y="12353"/>
                  <a:pt x="1168" y="14738"/>
                  <a:pt x="3057" y="16488"/>
                </a:cubicBezTo>
                <a:lnTo>
                  <a:pt x="1964" y="21600"/>
                </a:lnTo>
                <a:lnTo>
                  <a:pt x="7770" y="19046"/>
                </a:lnTo>
                <a:cubicBezTo>
                  <a:pt x="8732" y="19298"/>
                  <a:pt x="9747" y="19440"/>
                  <a:pt x="10800" y="19440"/>
                </a:cubicBezTo>
                <a:cubicBezTo>
                  <a:pt x="16765" y="19440"/>
                  <a:pt x="21600" y="15089"/>
                  <a:pt x="21600" y="9720"/>
                </a:cubicBezTo>
                <a:cubicBezTo>
                  <a:pt x="21600" y="4352"/>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1" name="Shape 2553">
            <a:extLst>
              <a:ext uri="{FF2B5EF4-FFF2-40B4-BE49-F238E27FC236}">
                <a16:creationId xmlns:a16="http://schemas.microsoft.com/office/drawing/2014/main" id="{7AF20149-9323-F3FC-6291-83CD928BD26B}"/>
              </a:ext>
            </a:extLst>
          </p:cNvPr>
          <p:cNvSpPr/>
          <p:nvPr/>
        </p:nvSpPr>
        <p:spPr>
          <a:xfrm>
            <a:off x="5170510" y="3124312"/>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15709" y="8100"/>
                </a:moveTo>
                <a:cubicBezTo>
                  <a:pt x="14896" y="8100"/>
                  <a:pt x="14236" y="8826"/>
                  <a:pt x="14236" y="9720"/>
                </a:cubicBezTo>
                <a:cubicBezTo>
                  <a:pt x="14236" y="10615"/>
                  <a:pt x="14896" y="11340"/>
                  <a:pt x="15709" y="11340"/>
                </a:cubicBezTo>
                <a:cubicBezTo>
                  <a:pt x="16522" y="11340"/>
                  <a:pt x="17182" y="10615"/>
                  <a:pt x="17182" y="9720"/>
                </a:cubicBezTo>
                <a:cubicBezTo>
                  <a:pt x="17182" y="8826"/>
                  <a:pt x="16522" y="8100"/>
                  <a:pt x="15709" y="8100"/>
                </a:cubicBezTo>
                <a:moveTo>
                  <a:pt x="10800" y="18360"/>
                </a:moveTo>
                <a:cubicBezTo>
                  <a:pt x="9864" y="18360"/>
                  <a:pt x="8922" y="18237"/>
                  <a:pt x="7998" y="17995"/>
                </a:cubicBezTo>
                <a:cubicBezTo>
                  <a:pt x="7923" y="17975"/>
                  <a:pt x="7846" y="17965"/>
                  <a:pt x="7770" y="17965"/>
                </a:cubicBezTo>
                <a:cubicBezTo>
                  <a:pt x="7646" y="17965"/>
                  <a:pt x="7522" y="17991"/>
                  <a:pt x="7406" y="18043"/>
                </a:cubicBezTo>
                <a:lnTo>
                  <a:pt x="3352" y="19826"/>
                </a:lnTo>
                <a:lnTo>
                  <a:pt x="4013" y="16735"/>
                </a:lnTo>
                <a:cubicBezTo>
                  <a:pt x="4098" y="16339"/>
                  <a:pt x="3972" y="15924"/>
                  <a:pt x="3689" y="15662"/>
                </a:cubicBezTo>
                <a:cubicBezTo>
                  <a:pt x="1944" y="14045"/>
                  <a:pt x="982" y="11934"/>
                  <a:pt x="982" y="9720"/>
                </a:cubicBezTo>
                <a:cubicBezTo>
                  <a:pt x="982" y="4956"/>
                  <a:pt x="5387" y="1080"/>
                  <a:pt x="10800" y="1080"/>
                </a:cubicBezTo>
                <a:cubicBezTo>
                  <a:pt x="16214" y="1080"/>
                  <a:pt x="20618" y="4956"/>
                  <a:pt x="20618" y="9720"/>
                </a:cubicBezTo>
                <a:cubicBezTo>
                  <a:pt x="20618" y="14484"/>
                  <a:pt x="16214" y="18360"/>
                  <a:pt x="10800" y="18360"/>
                </a:cubicBezTo>
                <a:moveTo>
                  <a:pt x="10800" y="0"/>
                </a:moveTo>
                <a:cubicBezTo>
                  <a:pt x="4835" y="0"/>
                  <a:pt x="0" y="4352"/>
                  <a:pt x="0" y="9720"/>
                </a:cubicBezTo>
                <a:cubicBezTo>
                  <a:pt x="0" y="12353"/>
                  <a:pt x="1168" y="14738"/>
                  <a:pt x="3057" y="16488"/>
                </a:cubicBezTo>
                <a:lnTo>
                  <a:pt x="1964" y="21600"/>
                </a:lnTo>
                <a:lnTo>
                  <a:pt x="7770" y="19046"/>
                </a:lnTo>
                <a:cubicBezTo>
                  <a:pt x="8732" y="19298"/>
                  <a:pt x="9747" y="19440"/>
                  <a:pt x="10800" y="19440"/>
                </a:cubicBezTo>
                <a:cubicBezTo>
                  <a:pt x="16765" y="19440"/>
                  <a:pt x="21600" y="15089"/>
                  <a:pt x="21600" y="9720"/>
                </a:cubicBezTo>
                <a:cubicBezTo>
                  <a:pt x="21600" y="4352"/>
                  <a:pt x="16765" y="0"/>
                  <a:pt x="10800" y="0"/>
                </a:cubicBezTo>
                <a:moveTo>
                  <a:pt x="10800" y="8100"/>
                </a:moveTo>
                <a:cubicBezTo>
                  <a:pt x="9987" y="8100"/>
                  <a:pt x="9327" y="8826"/>
                  <a:pt x="9327" y="9720"/>
                </a:cubicBezTo>
                <a:cubicBezTo>
                  <a:pt x="9327" y="10615"/>
                  <a:pt x="9987" y="11340"/>
                  <a:pt x="10800" y="11340"/>
                </a:cubicBezTo>
                <a:cubicBezTo>
                  <a:pt x="11613" y="11340"/>
                  <a:pt x="12273" y="10615"/>
                  <a:pt x="12273" y="9720"/>
                </a:cubicBezTo>
                <a:cubicBezTo>
                  <a:pt x="12273" y="8826"/>
                  <a:pt x="11613" y="8100"/>
                  <a:pt x="10800" y="8100"/>
                </a:cubicBezTo>
                <a:moveTo>
                  <a:pt x="5891" y="8100"/>
                </a:moveTo>
                <a:cubicBezTo>
                  <a:pt x="5078" y="8100"/>
                  <a:pt x="4418" y="8826"/>
                  <a:pt x="4418" y="9720"/>
                </a:cubicBezTo>
                <a:cubicBezTo>
                  <a:pt x="4418" y="10615"/>
                  <a:pt x="5078" y="11340"/>
                  <a:pt x="5891" y="11340"/>
                </a:cubicBezTo>
                <a:cubicBezTo>
                  <a:pt x="6704" y="11340"/>
                  <a:pt x="7364" y="10615"/>
                  <a:pt x="7364" y="9720"/>
                </a:cubicBezTo>
                <a:cubicBezTo>
                  <a:pt x="7364" y="8826"/>
                  <a:pt x="6704" y="8100"/>
                  <a:pt x="5891" y="81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2" name="Shape 2554">
            <a:extLst>
              <a:ext uri="{FF2B5EF4-FFF2-40B4-BE49-F238E27FC236}">
                <a16:creationId xmlns:a16="http://schemas.microsoft.com/office/drawing/2014/main" id="{1F09502D-4378-5F62-7382-3819888626FC}"/>
              </a:ext>
            </a:extLst>
          </p:cNvPr>
          <p:cNvSpPr/>
          <p:nvPr/>
        </p:nvSpPr>
        <p:spPr>
          <a:xfrm>
            <a:off x="5703771" y="3124312"/>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7855" y="18900"/>
                </a:moveTo>
                <a:cubicBezTo>
                  <a:pt x="7279" y="18900"/>
                  <a:pt x="6684" y="18827"/>
                  <a:pt x="6086" y="18683"/>
                </a:cubicBezTo>
                <a:cubicBezTo>
                  <a:pt x="6017" y="18666"/>
                  <a:pt x="5946" y="18658"/>
                  <a:pt x="5876" y="18658"/>
                </a:cubicBezTo>
                <a:cubicBezTo>
                  <a:pt x="5756" y="18658"/>
                  <a:pt x="5636" y="18682"/>
                  <a:pt x="5523" y="18729"/>
                </a:cubicBezTo>
                <a:lnTo>
                  <a:pt x="2957" y="19815"/>
                </a:lnTo>
                <a:lnTo>
                  <a:pt x="3365" y="18243"/>
                </a:lnTo>
                <a:cubicBezTo>
                  <a:pt x="3474" y="17827"/>
                  <a:pt x="3345" y="17380"/>
                  <a:pt x="3039" y="17108"/>
                </a:cubicBezTo>
                <a:cubicBezTo>
                  <a:pt x="1712" y="15926"/>
                  <a:pt x="982" y="14358"/>
                  <a:pt x="982" y="12690"/>
                </a:cubicBezTo>
                <a:cubicBezTo>
                  <a:pt x="982" y="9266"/>
                  <a:pt x="4065" y="6480"/>
                  <a:pt x="7855" y="6480"/>
                </a:cubicBezTo>
                <a:cubicBezTo>
                  <a:pt x="11644" y="6480"/>
                  <a:pt x="14727" y="9266"/>
                  <a:pt x="14727" y="12690"/>
                </a:cubicBezTo>
                <a:cubicBezTo>
                  <a:pt x="14727" y="16114"/>
                  <a:pt x="11644" y="18900"/>
                  <a:pt x="7855" y="18900"/>
                </a:cubicBezTo>
                <a:moveTo>
                  <a:pt x="7855" y="5400"/>
                </a:moveTo>
                <a:cubicBezTo>
                  <a:pt x="3517" y="5400"/>
                  <a:pt x="0" y="8664"/>
                  <a:pt x="0" y="12690"/>
                </a:cubicBezTo>
                <a:cubicBezTo>
                  <a:pt x="0" y="14758"/>
                  <a:pt x="932" y="16620"/>
                  <a:pt x="2422" y="17947"/>
                </a:cubicBezTo>
                <a:lnTo>
                  <a:pt x="1473" y="21600"/>
                </a:lnTo>
                <a:lnTo>
                  <a:pt x="5876" y="19738"/>
                </a:lnTo>
                <a:cubicBezTo>
                  <a:pt x="6509" y="19891"/>
                  <a:pt x="7169" y="19980"/>
                  <a:pt x="7855" y="19980"/>
                </a:cubicBezTo>
                <a:cubicBezTo>
                  <a:pt x="12192" y="19980"/>
                  <a:pt x="15709" y="16716"/>
                  <a:pt x="15709" y="12690"/>
                </a:cubicBezTo>
                <a:cubicBezTo>
                  <a:pt x="15709" y="8664"/>
                  <a:pt x="12192" y="5400"/>
                  <a:pt x="7855" y="5400"/>
                </a:cubicBezTo>
                <a:moveTo>
                  <a:pt x="21600" y="7290"/>
                </a:moveTo>
                <a:cubicBezTo>
                  <a:pt x="21600" y="3264"/>
                  <a:pt x="18084" y="0"/>
                  <a:pt x="13745" y="0"/>
                </a:cubicBezTo>
                <a:cubicBezTo>
                  <a:pt x="10506" y="0"/>
                  <a:pt x="7725" y="1821"/>
                  <a:pt x="6525" y="4422"/>
                </a:cubicBezTo>
                <a:cubicBezTo>
                  <a:pt x="6912" y="4367"/>
                  <a:pt x="7306" y="4332"/>
                  <a:pt x="7708" y="4326"/>
                </a:cubicBezTo>
                <a:cubicBezTo>
                  <a:pt x="8875" y="2394"/>
                  <a:pt x="11143" y="1080"/>
                  <a:pt x="13745" y="1080"/>
                </a:cubicBezTo>
                <a:cubicBezTo>
                  <a:pt x="17535" y="1080"/>
                  <a:pt x="20618" y="3866"/>
                  <a:pt x="20618" y="7290"/>
                </a:cubicBezTo>
                <a:cubicBezTo>
                  <a:pt x="20618" y="8958"/>
                  <a:pt x="19888" y="10526"/>
                  <a:pt x="18561" y="11707"/>
                </a:cubicBezTo>
                <a:cubicBezTo>
                  <a:pt x="18255" y="11980"/>
                  <a:pt x="18126" y="12428"/>
                  <a:pt x="18234" y="12843"/>
                </a:cubicBezTo>
                <a:lnTo>
                  <a:pt x="18643" y="14415"/>
                </a:lnTo>
                <a:lnTo>
                  <a:pt x="16613" y="13556"/>
                </a:lnTo>
                <a:cubicBezTo>
                  <a:pt x="16573" y="13922"/>
                  <a:pt x="16500" y="14278"/>
                  <a:pt x="16411" y="14628"/>
                </a:cubicBezTo>
                <a:lnTo>
                  <a:pt x="20127" y="16200"/>
                </a:lnTo>
                <a:lnTo>
                  <a:pt x="19178" y="12547"/>
                </a:lnTo>
                <a:cubicBezTo>
                  <a:pt x="20669" y="11220"/>
                  <a:pt x="21600" y="9358"/>
                  <a:pt x="21600" y="729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3" name="Shape 2555">
            <a:extLst>
              <a:ext uri="{FF2B5EF4-FFF2-40B4-BE49-F238E27FC236}">
                <a16:creationId xmlns:a16="http://schemas.microsoft.com/office/drawing/2014/main" id="{28BE36F1-2668-188B-A27B-9650C14DB59E}"/>
              </a:ext>
            </a:extLst>
          </p:cNvPr>
          <p:cNvSpPr/>
          <p:nvPr/>
        </p:nvSpPr>
        <p:spPr>
          <a:xfrm>
            <a:off x="904422" y="36448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8073" y="17379"/>
                </a:moveTo>
                <a:lnTo>
                  <a:pt x="4221" y="3527"/>
                </a:lnTo>
                <a:cubicBezTo>
                  <a:pt x="5963" y="1950"/>
                  <a:pt x="8265" y="982"/>
                  <a:pt x="10800" y="982"/>
                </a:cubicBezTo>
                <a:cubicBezTo>
                  <a:pt x="16223" y="982"/>
                  <a:pt x="20618" y="5377"/>
                  <a:pt x="20618" y="10800"/>
                </a:cubicBezTo>
                <a:cubicBezTo>
                  <a:pt x="20618" y="13335"/>
                  <a:pt x="19650" y="15637"/>
                  <a:pt x="18073" y="17379"/>
                </a:cubicBezTo>
                <a:moveTo>
                  <a:pt x="10800" y="20618"/>
                </a:moveTo>
                <a:cubicBezTo>
                  <a:pt x="5377" y="20618"/>
                  <a:pt x="982" y="16223"/>
                  <a:pt x="982" y="10800"/>
                </a:cubicBezTo>
                <a:cubicBezTo>
                  <a:pt x="982" y="8266"/>
                  <a:pt x="1950" y="5963"/>
                  <a:pt x="3527" y="4221"/>
                </a:cubicBezTo>
                <a:lnTo>
                  <a:pt x="17379" y="18073"/>
                </a:lnTo>
                <a:cubicBezTo>
                  <a:pt x="15637" y="19650"/>
                  <a:pt x="13334" y="20618"/>
                  <a:pt x="10800" y="20618"/>
                </a:cubicBezTo>
                <a:moveTo>
                  <a:pt x="10800" y="0"/>
                </a:moveTo>
                <a:cubicBezTo>
                  <a:pt x="4835" y="0"/>
                  <a:pt x="0" y="4836"/>
                  <a:pt x="0" y="10800"/>
                </a:cubicBezTo>
                <a:cubicBezTo>
                  <a:pt x="0" y="16764"/>
                  <a:pt x="4835" y="21600"/>
                  <a:pt x="10800" y="21600"/>
                </a:cubicBezTo>
                <a:cubicBezTo>
                  <a:pt x="16764" y="21600"/>
                  <a:pt x="21600" y="16764"/>
                  <a:pt x="21600" y="10800"/>
                </a:cubicBezTo>
                <a:cubicBezTo>
                  <a:pt x="21600" y="4836"/>
                  <a:pt x="16764"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4" name="Shape 2556">
            <a:extLst>
              <a:ext uri="{FF2B5EF4-FFF2-40B4-BE49-F238E27FC236}">
                <a16:creationId xmlns:a16="http://schemas.microsoft.com/office/drawing/2014/main" id="{F96455CA-EA75-7338-DDEB-9CF9CAF84F25}"/>
              </a:ext>
            </a:extLst>
          </p:cNvPr>
          <p:cNvSpPr/>
          <p:nvPr/>
        </p:nvSpPr>
        <p:spPr>
          <a:xfrm>
            <a:off x="1437683" y="36448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1874" y="5396"/>
                </a:moveTo>
                <a:cubicBezTo>
                  <a:pt x="11493" y="5396"/>
                  <a:pt x="11166" y="5519"/>
                  <a:pt x="10894" y="5766"/>
                </a:cubicBezTo>
                <a:cubicBezTo>
                  <a:pt x="10621" y="6013"/>
                  <a:pt x="10484" y="6310"/>
                  <a:pt x="10484" y="6658"/>
                </a:cubicBezTo>
                <a:cubicBezTo>
                  <a:pt x="10484" y="7005"/>
                  <a:pt x="10621" y="7301"/>
                  <a:pt x="10894" y="7545"/>
                </a:cubicBezTo>
                <a:cubicBezTo>
                  <a:pt x="11166" y="7790"/>
                  <a:pt x="11493" y="7912"/>
                  <a:pt x="11874" y="7912"/>
                </a:cubicBezTo>
                <a:cubicBezTo>
                  <a:pt x="12255" y="7912"/>
                  <a:pt x="12581" y="7790"/>
                  <a:pt x="12852" y="7545"/>
                </a:cubicBezTo>
                <a:cubicBezTo>
                  <a:pt x="13122" y="7301"/>
                  <a:pt x="13257" y="7005"/>
                  <a:pt x="13257" y="6658"/>
                </a:cubicBezTo>
                <a:cubicBezTo>
                  <a:pt x="13257" y="6310"/>
                  <a:pt x="13122" y="6013"/>
                  <a:pt x="12852" y="5766"/>
                </a:cubicBezTo>
                <a:cubicBezTo>
                  <a:pt x="12581" y="5519"/>
                  <a:pt x="12255" y="5396"/>
                  <a:pt x="11874" y="5396"/>
                </a:cubicBezTo>
                <a:moveTo>
                  <a:pt x="12242" y="15228"/>
                </a:moveTo>
                <a:cubicBezTo>
                  <a:pt x="11942" y="15228"/>
                  <a:pt x="11730" y="15180"/>
                  <a:pt x="11608" y="15083"/>
                </a:cubicBezTo>
                <a:cubicBezTo>
                  <a:pt x="11486" y="14987"/>
                  <a:pt x="11425" y="14807"/>
                  <a:pt x="11425" y="14542"/>
                </a:cubicBezTo>
                <a:cubicBezTo>
                  <a:pt x="11425" y="14436"/>
                  <a:pt x="11444" y="14281"/>
                  <a:pt x="11482" y="14076"/>
                </a:cubicBezTo>
                <a:cubicBezTo>
                  <a:pt x="11519" y="13870"/>
                  <a:pt x="11562" y="13687"/>
                  <a:pt x="11609" y="13527"/>
                </a:cubicBezTo>
                <a:lnTo>
                  <a:pt x="12189" y="11532"/>
                </a:lnTo>
                <a:cubicBezTo>
                  <a:pt x="12246" y="11349"/>
                  <a:pt x="12284" y="11148"/>
                  <a:pt x="12306" y="10929"/>
                </a:cubicBezTo>
                <a:cubicBezTo>
                  <a:pt x="12327" y="10709"/>
                  <a:pt x="12337" y="10557"/>
                  <a:pt x="12337" y="10469"/>
                </a:cubicBezTo>
                <a:cubicBezTo>
                  <a:pt x="12337" y="10049"/>
                  <a:pt x="12185" y="9707"/>
                  <a:pt x="11882" y="9444"/>
                </a:cubicBezTo>
                <a:cubicBezTo>
                  <a:pt x="11578" y="9182"/>
                  <a:pt x="11146" y="9050"/>
                  <a:pt x="10586" y="9050"/>
                </a:cubicBezTo>
                <a:cubicBezTo>
                  <a:pt x="10275" y="9050"/>
                  <a:pt x="9945" y="9104"/>
                  <a:pt x="9597" y="9211"/>
                </a:cubicBezTo>
                <a:cubicBezTo>
                  <a:pt x="9248" y="9319"/>
                  <a:pt x="8884" y="9448"/>
                  <a:pt x="8502" y="9599"/>
                </a:cubicBezTo>
                <a:lnTo>
                  <a:pt x="8347" y="10216"/>
                </a:lnTo>
                <a:cubicBezTo>
                  <a:pt x="8460" y="10175"/>
                  <a:pt x="8595" y="10131"/>
                  <a:pt x="8753" y="10085"/>
                </a:cubicBezTo>
                <a:cubicBezTo>
                  <a:pt x="8911" y="10040"/>
                  <a:pt x="9066" y="10017"/>
                  <a:pt x="9217" y="10017"/>
                </a:cubicBezTo>
                <a:cubicBezTo>
                  <a:pt x="9524" y="10017"/>
                  <a:pt x="9731" y="10068"/>
                  <a:pt x="9839" y="10168"/>
                </a:cubicBezTo>
                <a:cubicBezTo>
                  <a:pt x="9948" y="10269"/>
                  <a:pt x="10002" y="10447"/>
                  <a:pt x="10002" y="10703"/>
                </a:cubicBezTo>
                <a:cubicBezTo>
                  <a:pt x="10002" y="10844"/>
                  <a:pt x="9985" y="11001"/>
                  <a:pt x="9949" y="11172"/>
                </a:cubicBezTo>
                <a:cubicBezTo>
                  <a:pt x="9914" y="11343"/>
                  <a:pt x="9870" y="11526"/>
                  <a:pt x="9818" y="11717"/>
                </a:cubicBezTo>
                <a:lnTo>
                  <a:pt x="9235" y="13719"/>
                </a:lnTo>
                <a:cubicBezTo>
                  <a:pt x="9184" y="13929"/>
                  <a:pt x="9146" y="14118"/>
                  <a:pt x="9123" y="14285"/>
                </a:cubicBezTo>
                <a:cubicBezTo>
                  <a:pt x="9100" y="14451"/>
                  <a:pt x="9088" y="14615"/>
                  <a:pt x="9088" y="14775"/>
                </a:cubicBezTo>
                <a:cubicBezTo>
                  <a:pt x="9088" y="15186"/>
                  <a:pt x="9244" y="15526"/>
                  <a:pt x="9556" y="15793"/>
                </a:cubicBezTo>
                <a:cubicBezTo>
                  <a:pt x="9869" y="16060"/>
                  <a:pt x="10308" y="16194"/>
                  <a:pt x="10872" y="16194"/>
                </a:cubicBezTo>
                <a:cubicBezTo>
                  <a:pt x="11239" y="16194"/>
                  <a:pt x="11561" y="16147"/>
                  <a:pt x="11839" y="16053"/>
                </a:cubicBezTo>
                <a:cubicBezTo>
                  <a:pt x="12117" y="15960"/>
                  <a:pt x="12488" y="15824"/>
                  <a:pt x="12954" y="15645"/>
                </a:cubicBezTo>
                <a:lnTo>
                  <a:pt x="13109" y="15028"/>
                </a:lnTo>
                <a:cubicBezTo>
                  <a:pt x="13029" y="15065"/>
                  <a:pt x="12900" y="15107"/>
                  <a:pt x="12721" y="15155"/>
                </a:cubicBezTo>
                <a:cubicBezTo>
                  <a:pt x="12543" y="15204"/>
                  <a:pt x="12383" y="15228"/>
                  <a:pt x="12242" y="1522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5" name="Shape 2557">
            <a:extLst>
              <a:ext uri="{FF2B5EF4-FFF2-40B4-BE49-F238E27FC236}">
                <a16:creationId xmlns:a16="http://schemas.microsoft.com/office/drawing/2014/main" id="{BBC13D59-379D-BDF7-D7C9-41BB73060D76}"/>
              </a:ext>
            </a:extLst>
          </p:cNvPr>
          <p:cNvSpPr/>
          <p:nvPr/>
        </p:nvSpPr>
        <p:spPr>
          <a:xfrm>
            <a:off x="1970944" y="36448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2991" y="6559"/>
                </a:moveTo>
                <a:cubicBezTo>
                  <a:pt x="12727" y="6341"/>
                  <a:pt x="12420" y="6172"/>
                  <a:pt x="12078" y="6058"/>
                </a:cubicBezTo>
                <a:cubicBezTo>
                  <a:pt x="11737" y="5946"/>
                  <a:pt x="11367" y="5889"/>
                  <a:pt x="10978" y="5889"/>
                </a:cubicBezTo>
                <a:cubicBezTo>
                  <a:pt x="10477" y="5889"/>
                  <a:pt x="10025" y="5967"/>
                  <a:pt x="9633" y="6120"/>
                </a:cubicBezTo>
                <a:cubicBezTo>
                  <a:pt x="9239" y="6275"/>
                  <a:pt x="8900" y="6494"/>
                  <a:pt x="8623" y="6771"/>
                </a:cubicBezTo>
                <a:cubicBezTo>
                  <a:pt x="8346" y="7049"/>
                  <a:pt x="8133" y="7392"/>
                  <a:pt x="7992" y="7788"/>
                </a:cubicBezTo>
                <a:cubicBezTo>
                  <a:pt x="7853" y="8180"/>
                  <a:pt x="7782" y="8620"/>
                  <a:pt x="7782" y="9096"/>
                </a:cubicBezTo>
                <a:lnTo>
                  <a:pt x="7782" y="9217"/>
                </a:lnTo>
                <a:lnTo>
                  <a:pt x="8880" y="9217"/>
                </a:lnTo>
                <a:lnTo>
                  <a:pt x="8877" y="9093"/>
                </a:lnTo>
                <a:cubicBezTo>
                  <a:pt x="8868" y="8767"/>
                  <a:pt x="8908" y="8461"/>
                  <a:pt x="8993" y="8187"/>
                </a:cubicBezTo>
                <a:cubicBezTo>
                  <a:pt x="9079" y="7914"/>
                  <a:pt x="9207" y="7675"/>
                  <a:pt x="9377" y="7473"/>
                </a:cubicBezTo>
                <a:cubicBezTo>
                  <a:pt x="9545" y="7274"/>
                  <a:pt x="9762" y="7115"/>
                  <a:pt x="10024" y="7000"/>
                </a:cubicBezTo>
                <a:cubicBezTo>
                  <a:pt x="10287" y="6884"/>
                  <a:pt x="10594" y="6827"/>
                  <a:pt x="10937" y="6827"/>
                </a:cubicBezTo>
                <a:cubicBezTo>
                  <a:pt x="11182" y="6827"/>
                  <a:pt x="11418" y="6868"/>
                  <a:pt x="11639" y="6950"/>
                </a:cubicBezTo>
                <a:cubicBezTo>
                  <a:pt x="11858" y="7032"/>
                  <a:pt x="12053" y="7146"/>
                  <a:pt x="12218" y="7289"/>
                </a:cubicBezTo>
                <a:cubicBezTo>
                  <a:pt x="12381" y="7431"/>
                  <a:pt x="12512" y="7605"/>
                  <a:pt x="12609" y="7808"/>
                </a:cubicBezTo>
                <a:cubicBezTo>
                  <a:pt x="12704" y="8011"/>
                  <a:pt x="12752" y="8236"/>
                  <a:pt x="12752" y="8478"/>
                </a:cubicBezTo>
                <a:cubicBezTo>
                  <a:pt x="12752" y="8797"/>
                  <a:pt x="12674" y="9089"/>
                  <a:pt x="12519" y="9350"/>
                </a:cubicBezTo>
                <a:cubicBezTo>
                  <a:pt x="12359" y="9618"/>
                  <a:pt x="12154" y="9865"/>
                  <a:pt x="11913" y="10082"/>
                </a:cubicBezTo>
                <a:cubicBezTo>
                  <a:pt x="11624" y="10337"/>
                  <a:pt x="11374" y="10568"/>
                  <a:pt x="11170" y="10771"/>
                </a:cubicBezTo>
                <a:cubicBezTo>
                  <a:pt x="10959" y="10979"/>
                  <a:pt x="10789" y="11200"/>
                  <a:pt x="10662" y="11428"/>
                </a:cubicBezTo>
                <a:cubicBezTo>
                  <a:pt x="10534" y="11657"/>
                  <a:pt x="10441" y="11916"/>
                  <a:pt x="10385" y="12199"/>
                </a:cubicBezTo>
                <a:cubicBezTo>
                  <a:pt x="10329" y="12478"/>
                  <a:pt x="10305" y="12827"/>
                  <a:pt x="10315" y="13237"/>
                </a:cubicBezTo>
                <a:lnTo>
                  <a:pt x="10318" y="13355"/>
                </a:lnTo>
                <a:lnTo>
                  <a:pt x="11407" y="13355"/>
                </a:lnTo>
                <a:lnTo>
                  <a:pt x="11410" y="13237"/>
                </a:lnTo>
                <a:cubicBezTo>
                  <a:pt x="11418" y="12838"/>
                  <a:pt x="11436" y="12531"/>
                  <a:pt x="11463" y="12322"/>
                </a:cubicBezTo>
                <a:cubicBezTo>
                  <a:pt x="11488" y="12125"/>
                  <a:pt x="11538" y="11956"/>
                  <a:pt x="11611" y="11821"/>
                </a:cubicBezTo>
                <a:cubicBezTo>
                  <a:pt x="11687" y="11684"/>
                  <a:pt x="11803" y="11541"/>
                  <a:pt x="11959" y="11399"/>
                </a:cubicBezTo>
                <a:cubicBezTo>
                  <a:pt x="12127" y="11245"/>
                  <a:pt x="12351" y="11031"/>
                  <a:pt x="12630" y="10762"/>
                </a:cubicBezTo>
                <a:cubicBezTo>
                  <a:pt x="12979" y="10441"/>
                  <a:pt x="13270" y="10102"/>
                  <a:pt x="13495" y="9753"/>
                </a:cubicBezTo>
                <a:cubicBezTo>
                  <a:pt x="13729" y="9393"/>
                  <a:pt x="13847" y="8952"/>
                  <a:pt x="13847" y="8439"/>
                </a:cubicBezTo>
                <a:cubicBezTo>
                  <a:pt x="13847" y="8038"/>
                  <a:pt x="13770" y="7675"/>
                  <a:pt x="13618" y="7362"/>
                </a:cubicBezTo>
                <a:cubicBezTo>
                  <a:pt x="13467" y="7050"/>
                  <a:pt x="13256" y="6780"/>
                  <a:pt x="12991" y="6559"/>
                </a:cubicBezTo>
                <a:moveTo>
                  <a:pt x="10179" y="15706"/>
                </a:moveTo>
                <a:lnTo>
                  <a:pt x="11558" y="15706"/>
                </a:lnTo>
                <a:lnTo>
                  <a:pt x="11558" y="14072"/>
                </a:lnTo>
                <a:lnTo>
                  <a:pt x="10179" y="14072"/>
                </a:lnTo>
                <a:cubicBezTo>
                  <a:pt x="10179" y="14072"/>
                  <a:pt x="10179" y="15706"/>
                  <a:pt x="10179" y="15706"/>
                </a:cubicBezTo>
                <a:close/>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5" y="0"/>
                  <a:pt x="0" y="4836"/>
                  <a:pt x="0" y="10800"/>
                </a:cubicBezTo>
                <a:cubicBezTo>
                  <a:pt x="0" y="16764"/>
                  <a:pt x="4835" y="21600"/>
                  <a:pt x="10800" y="21600"/>
                </a:cubicBezTo>
                <a:cubicBezTo>
                  <a:pt x="16764" y="21600"/>
                  <a:pt x="21600" y="16764"/>
                  <a:pt x="21600" y="10800"/>
                </a:cubicBezTo>
                <a:cubicBezTo>
                  <a:pt x="21600" y="4836"/>
                  <a:pt x="16764"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6" name="Shape 2558">
            <a:extLst>
              <a:ext uri="{FF2B5EF4-FFF2-40B4-BE49-F238E27FC236}">
                <a16:creationId xmlns:a16="http://schemas.microsoft.com/office/drawing/2014/main" id="{D43524FA-7D25-06E3-A08B-010F778A8B9F}"/>
              </a:ext>
            </a:extLst>
          </p:cNvPr>
          <p:cNvSpPr/>
          <p:nvPr/>
        </p:nvSpPr>
        <p:spPr>
          <a:xfrm>
            <a:off x="2504205" y="36448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1782" y="5891"/>
                </a:moveTo>
                <a:lnTo>
                  <a:pt x="9818" y="5891"/>
                </a:lnTo>
                <a:cubicBezTo>
                  <a:pt x="9547" y="5891"/>
                  <a:pt x="9327" y="6111"/>
                  <a:pt x="9327" y="6382"/>
                </a:cubicBezTo>
                <a:cubicBezTo>
                  <a:pt x="9327" y="6394"/>
                  <a:pt x="9334" y="6405"/>
                  <a:pt x="9334" y="6417"/>
                </a:cubicBezTo>
                <a:lnTo>
                  <a:pt x="9328" y="6417"/>
                </a:lnTo>
                <a:lnTo>
                  <a:pt x="9819" y="12308"/>
                </a:lnTo>
                <a:lnTo>
                  <a:pt x="9825" y="12307"/>
                </a:lnTo>
                <a:cubicBezTo>
                  <a:pt x="9844" y="12562"/>
                  <a:pt x="10050" y="12764"/>
                  <a:pt x="10309" y="12764"/>
                </a:cubicBezTo>
                <a:lnTo>
                  <a:pt x="11291" y="12764"/>
                </a:lnTo>
                <a:cubicBezTo>
                  <a:pt x="11550" y="12764"/>
                  <a:pt x="11756" y="12562"/>
                  <a:pt x="11775" y="12307"/>
                </a:cubicBezTo>
                <a:lnTo>
                  <a:pt x="11781" y="12308"/>
                </a:lnTo>
                <a:lnTo>
                  <a:pt x="12272" y="6417"/>
                </a:lnTo>
                <a:lnTo>
                  <a:pt x="12266" y="6417"/>
                </a:lnTo>
                <a:cubicBezTo>
                  <a:pt x="12267" y="6405"/>
                  <a:pt x="12273" y="6394"/>
                  <a:pt x="12273" y="6382"/>
                </a:cubicBezTo>
                <a:cubicBezTo>
                  <a:pt x="12273" y="6111"/>
                  <a:pt x="12053" y="5891"/>
                  <a:pt x="11782" y="5891"/>
                </a:cubicBezTo>
                <a:moveTo>
                  <a:pt x="10800" y="13745"/>
                </a:moveTo>
                <a:cubicBezTo>
                  <a:pt x="10258" y="13745"/>
                  <a:pt x="9818" y="14186"/>
                  <a:pt x="9818" y="14727"/>
                </a:cubicBezTo>
                <a:cubicBezTo>
                  <a:pt x="9818" y="15269"/>
                  <a:pt x="10258" y="15709"/>
                  <a:pt x="10800" y="15709"/>
                </a:cubicBezTo>
                <a:cubicBezTo>
                  <a:pt x="11342" y="15709"/>
                  <a:pt x="11782" y="15269"/>
                  <a:pt x="11782" y="14727"/>
                </a:cubicBezTo>
                <a:cubicBezTo>
                  <a:pt x="11782" y="14186"/>
                  <a:pt x="11342" y="13745"/>
                  <a:pt x="10800" y="1374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7" name="Shape 2559">
            <a:extLst>
              <a:ext uri="{FF2B5EF4-FFF2-40B4-BE49-F238E27FC236}">
                <a16:creationId xmlns:a16="http://schemas.microsoft.com/office/drawing/2014/main" id="{6D4495EC-2421-D393-7777-AF4B6BC71733}"/>
              </a:ext>
            </a:extLst>
          </p:cNvPr>
          <p:cNvSpPr/>
          <p:nvPr/>
        </p:nvSpPr>
        <p:spPr>
          <a:xfrm>
            <a:off x="3037466" y="3670270"/>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2455" y="15600"/>
                </a:moveTo>
                <a:lnTo>
                  <a:pt x="982" y="15600"/>
                </a:lnTo>
                <a:lnTo>
                  <a:pt x="982" y="1200"/>
                </a:lnTo>
                <a:lnTo>
                  <a:pt x="16691" y="1200"/>
                </a:lnTo>
                <a:lnTo>
                  <a:pt x="16691" y="3000"/>
                </a:lnTo>
                <a:cubicBezTo>
                  <a:pt x="16691" y="3332"/>
                  <a:pt x="16911" y="3600"/>
                  <a:pt x="17182" y="3600"/>
                </a:cubicBezTo>
                <a:cubicBezTo>
                  <a:pt x="17453" y="3600"/>
                  <a:pt x="17673" y="3332"/>
                  <a:pt x="17673" y="3000"/>
                </a:cubicBezTo>
                <a:lnTo>
                  <a:pt x="17673" y="1200"/>
                </a:lnTo>
                <a:cubicBezTo>
                  <a:pt x="17673" y="538"/>
                  <a:pt x="17233" y="0"/>
                  <a:pt x="16691" y="0"/>
                </a:cubicBezTo>
                <a:lnTo>
                  <a:pt x="982" y="0"/>
                </a:lnTo>
                <a:cubicBezTo>
                  <a:pt x="440" y="0"/>
                  <a:pt x="0" y="538"/>
                  <a:pt x="0" y="1200"/>
                </a:cubicBezTo>
                <a:lnTo>
                  <a:pt x="0" y="15600"/>
                </a:lnTo>
                <a:cubicBezTo>
                  <a:pt x="0" y="16262"/>
                  <a:pt x="440" y="16800"/>
                  <a:pt x="982" y="16800"/>
                </a:cubicBezTo>
                <a:lnTo>
                  <a:pt x="2455" y="16800"/>
                </a:lnTo>
                <a:cubicBezTo>
                  <a:pt x="2725" y="16800"/>
                  <a:pt x="2945" y="16532"/>
                  <a:pt x="2945" y="16200"/>
                </a:cubicBezTo>
                <a:cubicBezTo>
                  <a:pt x="2945" y="15869"/>
                  <a:pt x="2725" y="15600"/>
                  <a:pt x="2455" y="15600"/>
                </a:cubicBezTo>
                <a:moveTo>
                  <a:pt x="20618" y="20400"/>
                </a:moveTo>
                <a:lnTo>
                  <a:pt x="4909" y="20400"/>
                </a:lnTo>
                <a:lnTo>
                  <a:pt x="4909" y="6000"/>
                </a:lnTo>
                <a:lnTo>
                  <a:pt x="20618" y="6000"/>
                </a:lnTo>
                <a:cubicBezTo>
                  <a:pt x="20618" y="6000"/>
                  <a:pt x="20618" y="20400"/>
                  <a:pt x="20618" y="20400"/>
                </a:cubicBezTo>
                <a:close/>
                <a:moveTo>
                  <a:pt x="20618" y="4800"/>
                </a:moveTo>
                <a:lnTo>
                  <a:pt x="4909" y="4800"/>
                </a:lnTo>
                <a:cubicBezTo>
                  <a:pt x="4367" y="4800"/>
                  <a:pt x="3927" y="5338"/>
                  <a:pt x="3927" y="6000"/>
                </a:cubicBezTo>
                <a:lnTo>
                  <a:pt x="3927" y="20400"/>
                </a:lnTo>
                <a:cubicBezTo>
                  <a:pt x="3927" y="21062"/>
                  <a:pt x="4367" y="21600"/>
                  <a:pt x="4909" y="21600"/>
                </a:cubicBezTo>
                <a:lnTo>
                  <a:pt x="20618" y="21600"/>
                </a:lnTo>
                <a:cubicBezTo>
                  <a:pt x="21160" y="21600"/>
                  <a:pt x="21600" y="21062"/>
                  <a:pt x="21600" y="20400"/>
                </a:cubicBezTo>
                <a:lnTo>
                  <a:pt x="21600" y="6000"/>
                </a:lnTo>
                <a:cubicBezTo>
                  <a:pt x="21600" y="5338"/>
                  <a:pt x="21160" y="4800"/>
                  <a:pt x="20618" y="48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8" name="Shape 2560">
            <a:extLst>
              <a:ext uri="{FF2B5EF4-FFF2-40B4-BE49-F238E27FC236}">
                <a16:creationId xmlns:a16="http://schemas.microsoft.com/office/drawing/2014/main" id="{AA45BCF0-EB59-4D15-5175-E07FBEA6721C}"/>
              </a:ext>
            </a:extLst>
          </p:cNvPr>
          <p:cNvSpPr/>
          <p:nvPr/>
        </p:nvSpPr>
        <p:spPr>
          <a:xfrm>
            <a:off x="3570727" y="36448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455" y="13745"/>
                </a:moveTo>
                <a:cubicBezTo>
                  <a:pt x="2726" y="13745"/>
                  <a:pt x="2945" y="13526"/>
                  <a:pt x="2945" y="13255"/>
                </a:cubicBezTo>
                <a:cubicBezTo>
                  <a:pt x="2945" y="12984"/>
                  <a:pt x="2726" y="12764"/>
                  <a:pt x="2455" y="12764"/>
                </a:cubicBezTo>
                <a:lnTo>
                  <a:pt x="982" y="12764"/>
                </a:lnTo>
                <a:lnTo>
                  <a:pt x="982" y="982"/>
                </a:lnTo>
                <a:lnTo>
                  <a:pt x="16691" y="982"/>
                </a:lnTo>
                <a:lnTo>
                  <a:pt x="16691" y="2455"/>
                </a:lnTo>
                <a:cubicBezTo>
                  <a:pt x="16691" y="2726"/>
                  <a:pt x="16910" y="2945"/>
                  <a:pt x="17182" y="2945"/>
                </a:cubicBezTo>
                <a:cubicBezTo>
                  <a:pt x="17453" y="2945"/>
                  <a:pt x="17673" y="2726"/>
                  <a:pt x="17673" y="2455"/>
                </a:cubicBezTo>
                <a:lnTo>
                  <a:pt x="17673" y="982"/>
                </a:lnTo>
                <a:cubicBezTo>
                  <a:pt x="17673" y="440"/>
                  <a:pt x="17233" y="0"/>
                  <a:pt x="16691" y="0"/>
                </a:cubicBezTo>
                <a:lnTo>
                  <a:pt x="982" y="0"/>
                </a:lnTo>
                <a:cubicBezTo>
                  <a:pt x="440" y="0"/>
                  <a:pt x="0" y="440"/>
                  <a:pt x="0" y="982"/>
                </a:cubicBezTo>
                <a:lnTo>
                  <a:pt x="0" y="16691"/>
                </a:lnTo>
                <a:cubicBezTo>
                  <a:pt x="0" y="17233"/>
                  <a:pt x="440" y="17673"/>
                  <a:pt x="982" y="17673"/>
                </a:cubicBezTo>
                <a:lnTo>
                  <a:pt x="2455" y="17673"/>
                </a:lnTo>
                <a:cubicBezTo>
                  <a:pt x="2726" y="17673"/>
                  <a:pt x="2945" y="17453"/>
                  <a:pt x="2945" y="17182"/>
                </a:cubicBezTo>
                <a:cubicBezTo>
                  <a:pt x="2945" y="16911"/>
                  <a:pt x="2726" y="16691"/>
                  <a:pt x="2455" y="16691"/>
                </a:cubicBezTo>
                <a:lnTo>
                  <a:pt x="982" y="16691"/>
                </a:lnTo>
                <a:lnTo>
                  <a:pt x="982" y="13745"/>
                </a:lnTo>
                <a:cubicBezTo>
                  <a:pt x="982" y="13745"/>
                  <a:pt x="2455" y="13745"/>
                  <a:pt x="2455" y="13745"/>
                </a:cubicBezTo>
                <a:close/>
                <a:moveTo>
                  <a:pt x="20618" y="16691"/>
                </a:moveTo>
                <a:lnTo>
                  <a:pt x="4909" y="16691"/>
                </a:lnTo>
                <a:lnTo>
                  <a:pt x="4909" y="4909"/>
                </a:lnTo>
                <a:lnTo>
                  <a:pt x="20618" y="4909"/>
                </a:lnTo>
                <a:cubicBezTo>
                  <a:pt x="20618" y="4909"/>
                  <a:pt x="20618" y="16691"/>
                  <a:pt x="20618" y="16691"/>
                </a:cubicBezTo>
                <a:close/>
                <a:moveTo>
                  <a:pt x="20618" y="20618"/>
                </a:moveTo>
                <a:lnTo>
                  <a:pt x="4909" y="20618"/>
                </a:lnTo>
                <a:lnTo>
                  <a:pt x="4909" y="17673"/>
                </a:lnTo>
                <a:lnTo>
                  <a:pt x="20618" y="17673"/>
                </a:lnTo>
                <a:cubicBezTo>
                  <a:pt x="20618" y="17673"/>
                  <a:pt x="20618" y="20618"/>
                  <a:pt x="20618" y="20618"/>
                </a:cubicBezTo>
                <a:close/>
                <a:moveTo>
                  <a:pt x="20618" y="3927"/>
                </a:moveTo>
                <a:lnTo>
                  <a:pt x="4909" y="3927"/>
                </a:lnTo>
                <a:cubicBezTo>
                  <a:pt x="4367" y="3927"/>
                  <a:pt x="3927" y="4367"/>
                  <a:pt x="3927" y="4909"/>
                </a:cubicBezTo>
                <a:lnTo>
                  <a:pt x="3927" y="20618"/>
                </a:lnTo>
                <a:cubicBezTo>
                  <a:pt x="3927" y="21160"/>
                  <a:pt x="4367" y="21600"/>
                  <a:pt x="4909" y="21600"/>
                </a:cubicBezTo>
                <a:lnTo>
                  <a:pt x="20618" y="21600"/>
                </a:lnTo>
                <a:cubicBezTo>
                  <a:pt x="21160" y="21600"/>
                  <a:pt x="21600" y="21160"/>
                  <a:pt x="21600" y="20618"/>
                </a:cubicBezTo>
                <a:lnTo>
                  <a:pt x="21600" y="4909"/>
                </a:lnTo>
                <a:cubicBezTo>
                  <a:pt x="21600" y="4367"/>
                  <a:pt x="21160" y="3927"/>
                  <a:pt x="20618" y="39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9" name="Shape 2561">
            <a:extLst>
              <a:ext uri="{FF2B5EF4-FFF2-40B4-BE49-F238E27FC236}">
                <a16:creationId xmlns:a16="http://schemas.microsoft.com/office/drawing/2014/main" id="{429B3458-03DB-2F0C-C8B0-36790711AE15}"/>
              </a:ext>
            </a:extLst>
          </p:cNvPr>
          <p:cNvSpPr/>
          <p:nvPr/>
        </p:nvSpPr>
        <p:spPr>
          <a:xfrm>
            <a:off x="4103988" y="3670270"/>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2455" y="3600"/>
                </a:moveTo>
                <a:lnTo>
                  <a:pt x="19145" y="3600"/>
                </a:lnTo>
                <a:cubicBezTo>
                  <a:pt x="19417" y="3600"/>
                  <a:pt x="19636" y="3332"/>
                  <a:pt x="19636" y="3000"/>
                </a:cubicBezTo>
                <a:cubicBezTo>
                  <a:pt x="19636" y="2669"/>
                  <a:pt x="19417" y="2400"/>
                  <a:pt x="19145" y="2400"/>
                </a:cubicBezTo>
                <a:lnTo>
                  <a:pt x="2455" y="2400"/>
                </a:lnTo>
                <a:cubicBezTo>
                  <a:pt x="2183" y="2400"/>
                  <a:pt x="1964" y="2669"/>
                  <a:pt x="1964" y="3000"/>
                </a:cubicBezTo>
                <a:cubicBezTo>
                  <a:pt x="1964" y="3332"/>
                  <a:pt x="2183" y="3600"/>
                  <a:pt x="2455" y="3600"/>
                </a:cubicBezTo>
                <a:moveTo>
                  <a:pt x="20618" y="20400"/>
                </a:moveTo>
                <a:lnTo>
                  <a:pt x="982" y="20400"/>
                </a:lnTo>
                <a:lnTo>
                  <a:pt x="982" y="6000"/>
                </a:lnTo>
                <a:lnTo>
                  <a:pt x="20618" y="6000"/>
                </a:lnTo>
                <a:cubicBezTo>
                  <a:pt x="20618" y="6000"/>
                  <a:pt x="20618" y="20400"/>
                  <a:pt x="20618" y="20400"/>
                </a:cubicBezTo>
                <a:close/>
                <a:moveTo>
                  <a:pt x="20618" y="4800"/>
                </a:moveTo>
                <a:lnTo>
                  <a:pt x="982" y="4800"/>
                </a:lnTo>
                <a:cubicBezTo>
                  <a:pt x="439" y="4800"/>
                  <a:pt x="0" y="5338"/>
                  <a:pt x="0" y="6000"/>
                </a:cubicBezTo>
                <a:lnTo>
                  <a:pt x="0" y="20400"/>
                </a:lnTo>
                <a:cubicBezTo>
                  <a:pt x="0" y="21062"/>
                  <a:pt x="439" y="21600"/>
                  <a:pt x="982" y="21600"/>
                </a:cubicBezTo>
                <a:lnTo>
                  <a:pt x="20618" y="21600"/>
                </a:lnTo>
                <a:cubicBezTo>
                  <a:pt x="21160" y="21600"/>
                  <a:pt x="21600" y="21062"/>
                  <a:pt x="21600" y="20400"/>
                </a:cubicBezTo>
                <a:lnTo>
                  <a:pt x="21600" y="6000"/>
                </a:lnTo>
                <a:cubicBezTo>
                  <a:pt x="21600" y="5338"/>
                  <a:pt x="21160" y="4800"/>
                  <a:pt x="20618" y="4800"/>
                </a:cubicBezTo>
                <a:moveTo>
                  <a:pt x="4418" y="1200"/>
                </a:moveTo>
                <a:lnTo>
                  <a:pt x="17182" y="1200"/>
                </a:lnTo>
                <a:cubicBezTo>
                  <a:pt x="17453" y="1200"/>
                  <a:pt x="17673" y="932"/>
                  <a:pt x="17673" y="600"/>
                </a:cubicBezTo>
                <a:cubicBezTo>
                  <a:pt x="17673" y="269"/>
                  <a:pt x="17453" y="0"/>
                  <a:pt x="17182" y="0"/>
                </a:cubicBezTo>
                <a:lnTo>
                  <a:pt x="4418" y="0"/>
                </a:lnTo>
                <a:cubicBezTo>
                  <a:pt x="4147" y="0"/>
                  <a:pt x="3927" y="269"/>
                  <a:pt x="3927" y="600"/>
                </a:cubicBezTo>
                <a:cubicBezTo>
                  <a:pt x="3927" y="932"/>
                  <a:pt x="4147" y="1200"/>
                  <a:pt x="4418" y="12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0" name="Shape 2562">
            <a:extLst>
              <a:ext uri="{FF2B5EF4-FFF2-40B4-BE49-F238E27FC236}">
                <a16:creationId xmlns:a16="http://schemas.microsoft.com/office/drawing/2014/main" id="{475D0A36-BCCD-9D2B-E6C2-7741C8064622}"/>
              </a:ext>
            </a:extLst>
          </p:cNvPr>
          <p:cNvSpPr/>
          <p:nvPr/>
        </p:nvSpPr>
        <p:spPr>
          <a:xfrm>
            <a:off x="4637249" y="36448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9"/>
                  <a:pt x="19636" y="20619"/>
                </a:cubicBezTo>
                <a:lnTo>
                  <a:pt x="1964" y="20619"/>
                </a:lnTo>
                <a:cubicBezTo>
                  <a:pt x="1421" y="20619"/>
                  <a:pt x="982" y="20179"/>
                  <a:pt x="982" y="19636"/>
                </a:cubicBezTo>
                <a:lnTo>
                  <a:pt x="982" y="1964"/>
                </a:lnTo>
                <a:cubicBezTo>
                  <a:pt x="982" y="1422"/>
                  <a:pt x="1421"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4294" y="17673"/>
                </a:moveTo>
                <a:lnTo>
                  <a:pt x="8376" y="10732"/>
                </a:lnTo>
                <a:lnTo>
                  <a:pt x="10838" y="14425"/>
                </a:lnTo>
                <a:cubicBezTo>
                  <a:pt x="10862" y="14484"/>
                  <a:pt x="10898" y="14536"/>
                  <a:pt x="10942" y="14581"/>
                </a:cubicBezTo>
                <a:lnTo>
                  <a:pt x="10944" y="14583"/>
                </a:lnTo>
                <a:cubicBezTo>
                  <a:pt x="11033" y="14673"/>
                  <a:pt x="11155" y="14727"/>
                  <a:pt x="11291" y="14727"/>
                </a:cubicBezTo>
                <a:cubicBezTo>
                  <a:pt x="11427" y="14727"/>
                  <a:pt x="11549" y="14673"/>
                  <a:pt x="11638" y="14583"/>
                </a:cubicBezTo>
                <a:lnTo>
                  <a:pt x="13686" y="12536"/>
                </a:lnTo>
                <a:lnTo>
                  <a:pt x="17242" y="17673"/>
                </a:lnTo>
                <a:cubicBezTo>
                  <a:pt x="17242" y="17673"/>
                  <a:pt x="4294" y="17673"/>
                  <a:pt x="4294" y="17673"/>
                </a:cubicBezTo>
                <a:close/>
                <a:moveTo>
                  <a:pt x="18620" y="17982"/>
                </a:moveTo>
                <a:lnTo>
                  <a:pt x="18617" y="17978"/>
                </a:lnTo>
                <a:cubicBezTo>
                  <a:pt x="18590" y="17913"/>
                  <a:pt x="18551" y="17858"/>
                  <a:pt x="18501" y="17810"/>
                </a:cubicBezTo>
                <a:lnTo>
                  <a:pt x="14201" y="11600"/>
                </a:lnTo>
                <a:lnTo>
                  <a:pt x="14200" y="11601"/>
                </a:lnTo>
                <a:cubicBezTo>
                  <a:pt x="14127" y="11420"/>
                  <a:pt x="13952" y="11291"/>
                  <a:pt x="13745" y="11291"/>
                </a:cubicBezTo>
                <a:cubicBezTo>
                  <a:pt x="13610" y="11291"/>
                  <a:pt x="13488" y="11346"/>
                  <a:pt x="13398" y="11435"/>
                </a:cubicBezTo>
                <a:lnTo>
                  <a:pt x="11360" y="13473"/>
                </a:lnTo>
                <a:lnTo>
                  <a:pt x="8798" y="9630"/>
                </a:lnTo>
                <a:cubicBezTo>
                  <a:pt x="8724" y="9453"/>
                  <a:pt x="8550" y="9327"/>
                  <a:pt x="8345" y="9327"/>
                </a:cubicBezTo>
                <a:cubicBezTo>
                  <a:pt x="8175" y="9327"/>
                  <a:pt x="8033" y="9420"/>
                  <a:pt x="7945" y="9551"/>
                </a:cubicBezTo>
                <a:lnTo>
                  <a:pt x="7937" y="9546"/>
                </a:lnTo>
                <a:lnTo>
                  <a:pt x="3028" y="17891"/>
                </a:lnTo>
                <a:lnTo>
                  <a:pt x="3036" y="17897"/>
                </a:lnTo>
                <a:cubicBezTo>
                  <a:pt x="2983" y="17974"/>
                  <a:pt x="2945" y="18063"/>
                  <a:pt x="2945" y="18164"/>
                </a:cubicBezTo>
                <a:cubicBezTo>
                  <a:pt x="2945" y="18435"/>
                  <a:pt x="3165" y="18655"/>
                  <a:pt x="3436" y="18655"/>
                </a:cubicBezTo>
                <a:lnTo>
                  <a:pt x="18164" y="18655"/>
                </a:lnTo>
                <a:cubicBezTo>
                  <a:pt x="18435" y="18655"/>
                  <a:pt x="18655" y="18435"/>
                  <a:pt x="18655" y="18164"/>
                </a:cubicBezTo>
                <a:cubicBezTo>
                  <a:pt x="18655" y="18099"/>
                  <a:pt x="18640" y="18039"/>
                  <a:pt x="18618" y="17983"/>
                </a:cubicBezTo>
                <a:cubicBezTo>
                  <a:pt x="18618" y="17983"/>
                  <a:pt x="18620" y="17982"/>
                  <a:pt x="18620" y="17982"/>
                </a:cubicBezTo>
                <a:close/>
                <a:moveTo>
                  <a:pt x="5400" y="3927"/>
                </a:moveTo>
                <a:cubicBezTo>
                  <a:pt x="6213" y="3927"/>
                  <a:pt x="6873" y="4587"/>
                  <a:pt x="6873" y="5400"/>
                </a:cubicBezTo>
                <a:cubicBezTo>
                  <a:pt x="6873" y="6214"/>
                  <a:pt x="6213" y="6873"/>
                  <a:pt x="5400" y="6873"/>
                </a:cubicBezTo>
                <a:cubicBezTo>
                  <a:pt x="4587" y="6873"/>
                  <a:pt x="3927" y="6214"/>
                  <a:pt x="3927" y="5400"/>
                </a:cubicBezTo>
                <a:cubicBezTo>
                  <a:pt x="3927" y="4587"/>
                  <a:pt x="4587" y="3927"/>
                  <a:pt x="5400" y="3927"/>
                </a:cubicBezTo>
                <a:moveTo>
                  <a:pt x="5400" y="7855"/>
                </a:moveTo>
                <a:cubicBezTo>
                  <a:pt x="6756" y="7855"/>
                  <a:pt x="7855" y="6756"/>
                  <a:pt x="7855" y="5400"/>
                </a:cubicBezTo>
                <a:cubicBezTo>
                  <a:pt x="7855" y="4045"/>
                  <a:pt x="6756" y="2945"/>
                  <a:pt x="5400" y="2945"/>
                </a:cubicBezTo>
                <a:cubicBezTo>
                  <a:pt x="4044" y="2945"/>
                  <a:pt x="2945" y="4045"/>
                  <a:pt x="2945" y="5400"/>
                </a:cubicBezTo>
                <a:cubicBezTo>
                  <a:pt x="2945" y="6756"/>
                  <a:pt x="4044" y="7855"/>
                  <a:pt x="5400" y="785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1" name="Shape 2563">
            <a:extLst>
              <a:ext uri="{FF2B5EF4-FFF2-40B4-BE49-F238E27FC236}">
                <a16:creationId xmlns:a16="http://schemas.microsoft.com/office/drawing/2014/main" id="{805F8C55-6B99-2296-442D-852D16BC597E}"/>
              </a:ext>
            </a:extLst>
          </p:cNvPr>
          <p:cNvSpPr/>
          <p:nvPr/>
        </p:nvSpPr>
        <p:spPr>
          <a:xfrm>
            <a:off x="5170510" y="36448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9636" y="0"/>
                </a:moveTo>
                <a:lnTo>
                  <a:pt x="5891" y="0"/>
                </a:lnTo>
                <a:cubicBezTo>
                  <a:pt x="4806" y="0"/>
                  <a:pt x="3927" y="879"/>
                  <a:pt x="3927" y="1964"/>
                </a:cubicBezTo>
                <a:lnTo>
                  <a:pt x="3927" y="2455"/>
                </a:lnTo>
                <a:cubicBezTo>
                  <a:pt x="3927" y="2726"/>
                  <a:pt x="4147" y="2945"/>
                  <a:pt x="4418" y="2945"/>
                </a:cubicBezTo>
                <a:cubicBezTo>
                  <a:pt x="4690" y="2945"/>
                  <a:pt x="4909" y="2726"/>
                  <a:pt x="4909" y="2455"/>
                </a:cubicBezTo>
                <a:lnTo>
                  <a:pt x="4909" y="1964"/>
                </a:lnTo>
                <a:cubicBezTo>
                  <a:pt x="4909" y="1422"/>
                  <a:pt x="5349" y="982"/>
                  <a:pt x="5891" y="982"/>
                </a:cubicBezTo>
                <a:lnTo>
                  <a:pt x="19636" y="982"/>
                </a:lnTo>
                <a:cubicBezTo>
                  <a:pt x="20178" y="982"/>
                  <a:pt x="20618" y="1422"/>
                  <a:pt x="20618" y="1964"/>
                </a:cubicBezTo>
                <a:lnTo>
                  <a:pt x="20618" y="15709"/>
                </a:lnTo>
                <a:cubicBezTo>
                  <a:pt x="20618" y="16252"/>
                  <a:pt x="20178" y="16691"/>
                  <a:pt x="19636" y="16691"/>
                </a:cubicBezTo>
                <a:lnTo>
                  <a:pt x="19145" y="16691"/>
                </a:lnTo>
                <a:cubicBezTo>
                  <a:pt x="18874" y="16691"/>
                  <a:pt x="18655" y="16911"/>
                  <a:pt x="18655" y="17182"/>
                </a:cubicBezTo>
                <a:cubicBezTo>
                  <a:pt x="18655" y="17453"/>
                  <a:pt x="18874" y="17673"/>
                  <a:pt x="19145" y="17673"/>
                </a:cubicBezTo>
                <a:lnTo>
                  <a:pt x="19636" y="17673"/>
                </a:lnTo>
                <a:cubicBezTo>
                  <a:pt x="20721" y="17673"/>
                  <a:pt x="21600" y="16794"/>
                  <a:pt x="21600" y="15709"/>
                </a:cubicBezTo>
                <a:lnTo>
                  <a:pt x="21600" y="1964"/>
                </a:lnTo>
                <a:cubicBezTo>
                  <a:pt x="21600" y="879"/>
                  <a:pt x="20721" y="0"/>
                  <a:pt x="19636" y="0"/>
                </a:cubicBezTo>
                <a:moveTo>
                  <a:pt x="4354" y="17673"/>
                </a:moveTo>
                <a:lnTo>
                  <a:pt x="7369" y="13149"/>
                </a:lnTo>
                <a:lnTo>
                  <a:pt x="8875" y="15407"/>
                </a:lnTo>
                <a:cubicBezTo>
                  <a:pt x="8949" y="15584"/>
                  <a:pt x="9123" y="15709"/>
                  <a:pt x="9327" y="15709"/>
                </a:cubicBezTo>
                <a:cubicBezTo>
                  <a:pt x="9463" y="15709"/>
                  <a:pt x="9586" y="15655"/>
                  <a:pt x="9674" y="15565"/>
                </a:cubicBezTo>
                <a:lnTo>
                  <a:pt x="11198" y="14042"/>
                </a:lnTo>
                <a:lnTo>
                  <a:pt x="13376" y="17673"/>
                </a:lnTo>
                <a:cubicBezTo>
                  <a:pt x="13376" y="17673"/>
                  <a:pt x="4354" y="17673"/>
                  <a:pt x="4354" y="17673"/>
                </a:cubicBezTo>
                <a:close/>
                <a:moveTo>
                  <a:pt x="14692" y="17982"/>
                </a:moveTo>
                <a:lnTo>
                  <a:pt x="14690" y="17977"/>
                </a:lnTo>
                <a:cubicBezTo>
                  <a:pt x="14685" y="17967"/>
                  <a:pt x="14677" y="17959"/>
                  <a:pt x="14673" y="17949"/>
                </a:cubicBezTo>
                <a:lnTo>
                  <a:pt x="11747" y="13073"/>
                </a:lnTo>
                <a:lnTo>
                  <a:pt x="11745" y="13073"/>
                </a:lnTo>
                <a:cubicBezTo>
                  <a:pt x="11673" y="12892"/>
                  <a:pt x="11498" y="12764"/>
                  <a:pt x="11291" y="12764"/>
                </a:cubicBezTo>
                <a:cubicBezTo>
                  <a:pt x="11155" y="12764"/>
                  <a:pt x="11033" y="12819"/>
                  <a:pt x="10944" y="12908"/>
                </a:cubicBezTo>
                <a:lnTo>
                  <a:pt x="9397" y="14454"/>
                </a:lnTo>
                <a:lnTo>
                  <a:pt x="7816" y="12084"/>
                </a:lnTo>
                <a:cubicBezTo>
                  <a:pt x="7742" y="11907"/>
                  <a:pt x="7568" y="11782"/>
                  <a:pt x="7364" y="11782"/>
                </a:cubicBezTo>
                <a:cubicBezTo>
                  <a:pt x="7193" y="11782"/>
                  <a:pt x="7051" y="11874"/>
                  <a:pt x="6963" y="12006"/>
                </a:cubicBezTo>
                <a:lnTo>
                  <a:pt x="6955" y="12000"/>
                </a:lnTo>
                <a:lnTo>
                  <a:pt x="3028" y="17891"/>
                </a:lnTo>
                <a:lnTo>
                  <a:pt x="3036" y="17897"/>
                </a:lnTo>
                <a:cubicBezTo>
                  <a:pt x="2983" y="17974"/>
                  <a:pt x="2945" y="18063"/>
                  <a:pt x="2945" y="18164"/>
                </a:cubicBezTo>
                <a:cubicBezTo>
                  <a:pt x="2945" y="18435"/>
                  <a:pt x="3165" y="18655"/>
                  <a:pt x="3436" y="18655"/>
                </a:cubicBezTo>
                <a:lnTo>
                  <a:pt x="14236" y="18655"/>
                </a:lnTo>
                <a:cubicBezTo>
                  <a:pt x="14508" y="18655"/>
                  <a:pt x="14727" y="18435"/>
                  <a:pt x="14727" y="18164"/>
                </a:cubicBezTo>
                <a:cubicBezTo>
                  <a:pt x="14727" y="18099"/>
                  <a:pt x="14713" y="18039"/>
                  <a:pt x="14691" y="17983"/>
                </a:cubicBezTo>
                <a:cubicBezTo>
                  <a:pt x="14691" y="17983"/>
                  <a:pt x="14692" y="17982"/>
                  <a:pt x="14692" y="17982"/>
                </a:cubicBezTo>
                <a:close/>
                <a:moveTo>
                  <a:pt x="4909" y="7855"/>
                </a:moveTo>
                <a:cubicBezTo>
                  <a:pt x="5451" y="7855"/>
                  <a:pt x="5891" y="8295"/>
                  <a:pt x="5891" y="8836"/>
                </a:cubicBezTo>
                <a:cubicBezTo>
                  <a:pt x="5891" y="9379"/>
                  <a:pt x="5451" y="9818"/>
                  <a:pt x="4909" y="9818"/>
                </a:cubicBezTo>
                <a:cubicBezTo>
                  <a:pt x="4367" y="9818"/>
                  <a:pt x="3927" y="9379"/>
                  <a:pt x="3927" y="8836"/>
                </a:cubicBezTo>
                <a:cubicBezTo>
                  <a:pt x="3927" y="8295"/>
                  <a:pt x="4367" y="7855"/>
                  <a:pt x="4909" y="7855"/>
                </a:cubicBezTo>
                <a:moveTo>
                  <a:pt x="4909" y="10800"/>
                </a:moveTo>
                <a:cubicBezTo>
                  <a:pt x="5994" y="10800"/>
                  <a:pt x="6873" y="9921"/>
                  <a:pt x="6873" y="8836"/>
                </a:cubicBezTo>
                <a:cubicBezTo>
                  <a:pt x="6873" y="7752"/>
                  <a:pt x="5994" y="6873"/>
                  <a:pt x="4909" y="6873"/>
                </a:cubicBezTo>
                <a:cubicBezTo>
                  <a:pt x="3825" y="6873"/>
                  <a:pt x="2945" y="7752"/>
                  <a:pt x="2945" y="8836"/>
                </a:cubicBezTo>
                <a:cubicBezTo>
                  <a:pt x="2945" y="9921"/>
                  <a:pt x="3825" y="10800"/>
                  <a:pt x="4909" y="10800"/>
                </a:cubicBezTo>
                <a:moveTo>
                  <a:pt x="16691" y="19636"/>
                </a:moveTo>
                <a:cubicBezTo>
                  <a:pt x="16691" y="20179"/>
                  <a:pt x="16251" y="20619"/>
                  <a:pt x="15709" y="20619"/>
                </a:cubicBezTo>
                <a:lnTo>
                  <a:pt x="1964" y="20619"/>
                </a:lnTo>
                <a:cubicBezTo>
                  <a:pt x="1422" y="20619"/>
                  <a:pt x="982" y="20179"/>
                  <a:pt x="982" y="19636"/>
                </a:cubicBezTo>
                <a:lnTo>
                  <a:pt x="982" y="5891"/>
                </a:lnTo>
                <a:cubicBezTo>
                  <a:pt x="982" y="5349"/>
                  <a:pt x="1422" y="4909"/>
                  <a:pt x="1964" y="4909"/>
                </a:cubicBezTo>
                <a:lnTo>
                  <a:pt x="15709" y="4909"/>
                </a:lnTo>
                <a:cubicBezTo>
                  <a:pt x="16251" y="4909"/>
                  <a:pt x="16691" y="5349"/>
                  <a:pt x="16691" y="5891"/>
                </a:cubicBezTo>
                <a:cubicBezTo>
                  <a:pt x="16691" y="5891"/>
                  <a:pt x="16691" y="19636"/>
                  <a:pt x="16691" y="19636"/>
                </a:cubicBezTo>
                <a:close/>
                <a:moveTo>
                  <a:pt x="15709" y="3927"/>
                </a:moveTo>
                <a:lnTo>
                  <a:pt x="1964" y="3927"/>
                </a:lnTo>
                <a:cubicBezTo>
                  <a:pt x="879" y="3927"/>
                  <a:pt x="0" y="4806"/>
                  <a:pt x="0" y="5891"/>
                </a:cubicBezTo>
                <a:lnTo>
                  <a:pt x="0" y="19636"/>
                </a:lnTo>
                <a:cubicBezTo>
                  <a:pt x="0" y="20721"/>
                  <a:pt x="879" y="21600"/>
                  <a:pt x="1964" y="21600"/>
                </a:cubicBezTo>
                <a:lnTo>
                  <a:pt x="15709" y="21600"/>
                </a:lnTo>
                <a:cubicBezTo>
                  <a:pt x="16794" y="21600"/>
                  <a:pt x="17673" y="20721"/>
                  <a:pt x="17673" y="19636"/>
                </a:cubicBezTo>
                <a:lnTo>
                  <a:pt x="17673" y="5891"/>
                </a:lnTo>
                <a:cubicBezTo>
                  <a:pt x="17673" y="4806"/>
                  <a:pt x="16794" y="3927"/>
                  <a:pt x="15709" y="39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2" name="Shape 2564">
            <a:extLst>
              <a:ext uri="{FF2B5EF4-FFF2-40B4-BE49-F238E27FC236}">
                <a16:creationId xmlns:a16="http://schemas.microsoft.com/office/drawing/2014/main" id="{B9B02B77-B5DA-CAA3-6672-BC80B5EC4250}"/>
              </a:ext>
            </a:extLst>
          </p:cNvPr>
          <p:cNvSpPr/>
          <p:nvPr/>
        </p:nvSpPr>
        <p:spPr>
          <a:xfrm>
            <a:off x="5703771" y="36448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9818" y="10800"/>
                </a:moveTo>
                <a:lnTo>
                  <a:pt x="11782" y="10800"/>
                </a:lnTo>
                <a:lnTo>
                  <a:pt x="11782" y="12764"/>
                </a:lnTo>
                <a:lnTo>
                  <a:pt x="9818" y="12764"/>
                </a:lnTo>
                <a:cubicBezTo>
                  <a:pt x="9818" y="12764"/>
                  <a:pt x="9818" y="10800"/>
                  <a:pt x="9818" y="10800"/>
                </a:cubicBezTo>
                <a:close/>
                <a:moveTo>
                  <a:pt x="9327" y="13745"/>
                </a:moveTo>
                <a:lnTo>
                  <a:pt x="12273" y="13745"/>
                </a:lnTo>
                <a:cubicBezTo>
                  <a:pt x="12544" y="13745"/>
                  <a:pt x="12764" y="13526"/>
                  <a:pt x="12764" y="13255"/>
                </a:cubicBezTo>
                <a:lnTo>
                  <a:pt x="12764" y="10309"/>
                </a:lnTo>
                <a:cubicBezTo>
                  <a:pt x="12764" y="10038"/>
                  <a:pt x="12544" y="9818"/>
                  <a:pt x="12273" y="9818"/>
                </a:cubicBezTo>
                <a:lnTo>
                  <a:pt x="9327" y="9818"/>
                </a:lnTo>
                <a:cubicBezTo>
                  <a:pt x="9056" y="9818"/>
                  <a:pt x="8836" y="10038"/>
                  <a:pt x="8836" y="10309"/>
                </a:cubicBezTo>
                <a:lnTo>
                  <a:pt x="8836" y="13255"/>
                </a:lnTo>
                <a:cubicBezTo>
                  <a:pt x="8836" y="13526"/>
                  <a:pt x="9056" y="13745"/>
                  <a:pt x="9327" y="13745"/>
                </a:cubicBezTo>
                <a:moveTo>
                  <a:pt x="14727" y="15709"/>
                </a:moveTo>
                <a:lnTo>
                  <a:pt x="16691" y="15709"/>
                </a:lnTo>
                <a:lnTo>
                  <a:pt x="16691" y="17673"/>
                </a:lnTo>
                <a:lnTo>
                  <a:pt x="14727" y="17673"/>
                </a:lnTo>
                <a:cubicBezTo>
                  <a:pt x="14727" y="17673"/>
                  <a:pt x="14727" y="15709"/>
                  <a:pt x="14727" y="15709"/>
                </a:cubicBezTo>
                <a:close/>
                <a:moveTo>
                  <a:pt x="14236" y="18655"/>
                </a:moveTo>
                <a:lnTo>
                  <a:pt x="17182" y="18655"/>
                </a:lnTo>
                <a:cubicBezTo>
                  <a:pt x="17453" y="18655"/>
                  <a:pt x="17673" y="18435"/>
                  <a:pt x="17673" y="18164"/>
                </a:cubicBezTo>
                <a:lnTo>
                  <a:pt x="17673" y="15218"/>
                </a:lnTo>
                <a:cubicBezTo>
                  <a:pt x="17673" y="14947"/>
                  <a:pt x="17453" y="14727"/>
                  <a:pt x="17182" y="14727"/>
                </a:cubicBezTo>
                <a:lnTo>
                  <a:pt x="14236" y="14727"/>
                </a:lnTo>
                <a:cubicBezTo>
                  <a:pt x="13965" y="14727"/>
                  <a:pt x="13745" y="14947"/>
                  <a:pt x="13745" y="15218"/>
                </a:cubicBezTo>
                <a:lnTo>
                  <a:pt x="13745" y="18164"/>
                </a:lnTo>
                <a:cubicBezTo>
                  <a:pt x="13745" y="18435"/>
                  <a:pt x="13965" y="18655"/>
                  <a:pt x="14236" y="18655"/>
                </a:cubicBezTo>
                <a:moveTo>
                  <a:pt x="9818" y="5891"/>
                </a:moveTo>
                <a:lnTo>
                  <a:pt x="11782" y="5891"/>
                </a:lnTo>
                <a:lnTo>
                  <a:pt x="11782" y="7855"/>
                </a:lnTo>
                <a:lnTo>
                  <a:pt x="9818" y="7855"/>
                </a:lnTo>
                <a:cubicBezTo>
                  <a:pt x="9818" y="7855"/>
                  <a:pt x="9818" y="5891"/>
                  <a:pt x="9818" y="5891"/>
                </a:cubicBezTo>
                <a:close/>
                <a:moveTo>
                  <a:pt x="9327" y="8836"/>
                </a:moveTo>
                <a:lnTo>
                  <a:pt x="12273" y="8836"/>
                </a:lnTo>
                <a:cubicBezTo>
                  <a:pt x="12544" y="8836"/>
                  <a:pt x="12764" y="8617"/>
                  <a:pt x="12764" y="8345"/>
                </a:cubicBezTo>
                <a:lnTo>
                  <a:pt x="12764" y="5400"/>
                </a:lnTo>
                <a:cubicBezTo>
                  <a:pt x="12764" y="5129"/>
                  <a:pt x="12544" y="4909"/>
                  <a:pt x="12273" y="4909"/>
                </a:cubicBezTo>
                <a:lnTo>
                  <a:pt x="9327" y="4909"/>
                </a:lnTo>
                <a:cubicBezTo>
                  <a:pt x="9056" y="4909"/>
                  <a:pt x="8836" y="5129"/>
                  <a:pt x="8836" y="5400"/>
                </a:cubicBezTo>
                <a:lnTo>
                  <a:pt x="8836" y="8345"/>
                </a:lnTo>
                <a:cubicBezTo>
                  <a:pt x="8836" y="8617"/>
                  <a:pt x="9056" y="8836"/>
                  <a:pt x="9327" y="8836"/>
                </a:cubicBezTo>
                <a:moveTo>
                  <a:pt x="4909" y="15709"/>
                </a:moveTo>
                <a:lnTo>
                  <a:pt x="6873" y="15709"/>
                </a:lnTo>
                <a:lnTo>
                  <a:pt x="6873" y="17673"/>
                </a:lnTo>
                <a:lnTo>
                  <a:pt x="4909" y="17673"/>
                </a:lnTo>
                <a:cubicBezTo>
                  <a:pt x="4909" y="17673"/>
                  <a:pt x="4909" y="15709"/>
                  <a:pt x="4909" y="15709"/>
                </a:cubicBezTo>
                <a:close/>
                <a:moveTo>
                  <a:pt x="4418" y="18655"/>
                </a:moveTo>
                <a:lnTo>
                  <a:pt x="7364" y="18655"/>
                </a:lnTo>
                <a:cubicBezTo>
                  <a:pt x="7635" y="18655"/>
                  <a:pt x="7855" y="18435"/>
                  <a:pt x="7855" y="18164"/>
                </a:cubicBezTo>
                <a:lnTo>
                  <a:pt x="7855" y="15218"/>
                </a:lnTo>
                <a:cubicBezTo>
                  <a:pt x="7855" y="14947"/>
                  <a:pt x="7635" y="14727"/>
                  <a:pt x="7364" y="14727"/>
                </a:cubicBezTo>
                <a:lnTo>
                  <a:pt x="4418" y="14727"/>
                </a:lnTo>
                <a:cubicBezTo>
                  <a:pt x="4147" y="14727"/>
                  <a:pt x="3927" y="14947"/>
                  <a:pt x="3927" y="15218"/>
                </a:cubicBezTo>
                <a:lnTo>
                  <a:pt x="3927" y="18164"/>
                </a:lnTo>
                <a:cubicBezTo>
                  <a:pt x="3927" y="18435"/>
                  <a:pt x="4147" y="18655"/>
                  <a:pt x="4418" y="18655"/>
                </a:cubicBezTo>
                <a:moveTo>
                  <a:pt x="14727" y="10800"/>
                </a:moveTo>
                <a:lnTo>
                  <a:pt x="16691" y="10800"/>
                </a:lnTo>
                <a:lnTo>
                  <a:pt x="16691" y="12764"/>
                </a:lnTo>
                <a:lnTo>
                  <a:pt x="14727" y="12764"/>
                </a:lnTo>
                <a:cubicBezTo>
                  <a:pt x="14727" y="12764"/>
                  <a:pt x="14727" y="10800"/>
                  <a:pt x="14727" y="10800"/>
                </a:cubicBezTo>
                <a:close/>
                <a:moveTo>
                  <a:pt x="14236" y="13745"/>
                </a:moveTo>
                <a:lnTo>
                  <a:pt x="17182" y="13745"/>
                </a:lnTo>
                <a:cubicBezTo>
                  <a:pt x="17453" y="13745"/>
                  <a:pt x="17673" y="13526"/>
                  <a:pt x="17673" y="13255"/>
                </a:cubicBezTo>
                <a:lnTo>
                  <a:pt x="17673" y="10309"/>
                </a:lnTo>
                <a:cubicBezTo>
                  <a:pt x="17673" y="10038"/>
                  <a:pt x="17453" y="9818"/>
                  <a:pt x="17182" y="9818"/>
                </a:cubicBezTo>
                <a:lnTo>
                  <a:pt x="14236" y="9818"/>
                </a:lnTo>
                <a:cubicBezTo>
                  <a:pt x="13965" y="9818"/>
                  <a:pt x="13745" y="10038"/>
                  <a:pt x="13745" y="10309"/>
                </a:cubicBezTo>
                <a:lnTo>
                  <a:pt x="13745" y="13255"/>
                </a:lnTo>
                <a:cubicBezTo>
                  <a:pt x="13745" y="13526"/>
                  <a:pt x="13965" y="13745"/>
                  <a:pt x="14236" y="13745"/>
                </a:cubicBezTo>
                <a:moveTo>
                  <a:pt x="4909" y="10800"/>
                </a:moveTo>
                <a:lnTo>
                  <a:pt x="6873" y="10800"/>
                </a:lnTo>
                <a:lnTo>
                  <a:pt x="6873" y="12764"/>
                </a:lnTo>
                <a:lnTo>
                  <a:pt x="4909" y="12764"/>
                </a:lnTo>
                <a:cubicBezTo>
                  <a:pt x="4909" y="12764"/>
                  <a:pt x="4909" y="10800"/>
                  <a:pt x="4909" y="10800"/>
                </a:cubicBezTo>
                <a:close/>
                <a:moveTo>
                  <a:pt x="4418" y="13745"/>
                </a:moveTo>
                <a:lnTo>
                  <a:pt x="7364" y="13745"/>
                </a:lnTo>
                <a:cubicBezTo>
                  <a:pt x="7635" y="13745"/>
                  <a:pt x="7855" y="13526"/>
                  <a:pt x="7855" y="13255"/>
                </a:cubicBezTo>
                <a:lnTo>
                  <a:pt x="7855" y="10309"/>
                </a:lnTo>
                <a:cubicBezTo>
                  <a:pt x="7855" y="10038"/>
                  <a:pt x="7635" y="9818"/>
                  <a:pt x="7364" y="9818"/>
                </a:cubicBezTo>
                <a:lnTo>
                  <a:pt x="4418" y="9818"/>
                </a:lnTo>
                <a:cubicBezTo>
                  <a:pt x="4147" y="9818"/>
                  <a:pt x="3927" y="10038"/>
                  <a:pt x="3927" y="10309"/>
                </a:cubicBezTo>
                <a:lnTo>
                  <a:pt x="3927" y="13255"/>
                </a:lnTo>
                <a:cubicBezTo>
                  <a:pt x="3927" y="13526"/>
                  <a:pt x="4147" y="13745"/>
                  <a:pt x="4418" y="13745"/>
                </a:cubicBezTo>
                <a:moveTo>
                  <a:pt x="4909" y="5891"/>
                </a:moveTo>
                <a:lnTo>
                  <a:pt x="6873" y="5891"/>
                </a:lnTo>
                <a:lnTo>
                  <a:pt x="6873" y="7855"/>
                </a:lnTo>
                <a:lnTo>
                  <a:pt x="4909" y="7855"/>
                </a:lnTo>
                <a:cubicBezTo>
                  <a:pt x="4909" y="7855"/>
                  <a:pt x="4909" y="5891"/>
                  <a:pt x="4909" y="5891"/>
                </a:cubicBezTo>
                <a:close/>
                <a:moveTo>
                  <a:pt x="4418" y="8836"/>
                </a:moveTo>
                <a:lnTo>
                  <a:pt x="7364" y="8836"/>
                </a:lnTo>
                <a:cubicBezTo>
                  <a:pt x="7635" y="8836"/>
                  <a:pt x="7855" y="8617"/>
                  <a:pt x="7855" y="8345"/>
                </a:cubicBezTo>
                <a:lnTo>
                  <a:pt x="7855" y="5400"/>
                </a:lnTo>
                <a:cubicBezTo>
                  <a:pt x="7855" y="5129"/>
                  <a:pt x="7635" y="4909"/>
                  <a:pt x="7364" y="4909"/>
                </a:cubicBezTo>
                <a:lnTo>
                  <a:pt x="4418" y="4909"/>
                </a:lnTo>
                <a:cubicBezTo>
                  <a:pt x="4147" y="4909"/>
                  <a:pt x="3927" y="5129"/>
                  <a:pt x="3927" y="5400"/>
                </a:cubicBezTo>
                <a:lnTo>
                  <a:pt x="3927" y="8345"/>
                </a:lnTo>
                <a:cubicBezTo>
                  <a:pt x="3927" y="8617"/>
                  <a:pt x="4147" y="8836"/>
                  <a:pt x="4418" y="8836"/>
                </a:cubicBezTo>
                <a:moveTo>
                  <a:pt x="14727" y="5891"/>
                </a:moveTo>
                <a:lnTo>
                  <a:pt x="16691" y="5891"/>
                </a:lnTo>
                <a:lnTo>
                  <a:pt x="16691" y="7855"/>
                </a:lnTo>
                <a:lnTo>
                  <a:pt x="14727" y="7855"/>
                </a:lnTo>
                <a:cubicBezTo>
                  <a:pt x="14727" y="7855"/>
                  <a:pt x="14727" y="5891"/>
                  <a:pt x="14727" y="5891"/>
                </a:cubicBezTo>
                <a:close/>
                <a:moveTo>
                  <a:pt x="14236" y="8836"/>
                </a:moveTo>
                <a:lnTo>
                  <a:pt x="17182" y="8836"/>
                </a:lnTo>
                <a:cubicBezTo>
                  <a:pt x="17453" y="8836"/>
                  <a:pt x="17673" y="8617"/>
                  <a:pt x="17673" y="8345"/>
                </a:cubicBezTo>
                <a:lnTo>
                  <a:pt x="17673" y="5400"/>
                </a:lnTo>
                <a:cubicBezTo>
                  <a:pt x="17673" y="5129"/>
                  <a:pt x="17453" y="4909"/>
                  <a:pt x="17182" y="4909"/>
                </a:cubicBezTo>
                <a:lnTo>
                  <a:pt x="14236" y="4909"/>
                </a:lnTo>
                <a:cubicBezTo>
                  <a:pt x="13965" y="4909"/>
                  <a:pt x="13745" y="5129"/>
                  <a:pt x="13745" y="5400"/>
                </a:cubicBezTo>
                <a:lnTo>
                  <a:pt x="13745" y="8345"/>
                </a:lnTo>
                <a:cubicBezTo>
                  <a:pt x="13745" y="8617"/>
                  <a:pt x="13965" y="8836"/>
                  <a:pt x="14236" y="8836"/>
                </a:cubicBezTo>
                <a:moveTo>
                  <a:pt x="19636" y="1964"/>
                </a:moveTo>
                <a:lnTo>
                  <a:pt x="1964" y="1964"/>
                </a:lnTo>
                <a:lnTo>
                  <a:pt x="1964" y="982"/>
                </a:lnTo>
                <a:lnTo>
                  <a:pt x="19636" y="982"/>
                </a:lnTo>
                <a:cubicBezTo>
                  <a:pt x="19636" y="982"/>
                  <a:pt x="19636" y="1964"/>
                  <a:pt x="19636" y="1964"/>
                </a:cubicBezTo>
                <a:close/>
                <a:moveTo>
                  <a:pt x="19636" y="20618"/>
                </a:moveTo>
                <a:lnTo>
                  <a:pt x="12764" y="20618"/>
                </a:lnTo>
                <a:lnTo>
                  <a:pt x="12764" y="15218"/>
                </a:lnTo>
                <a:cubicBezTo>
                  <a:pt x="12764" y="14947"/>
                  <a:pt x="12544" y="14727"/>
                  <a:pt x="12273" y="14727"/>
                </a:cubicBezTo>
                <a:lnTo>
                  <a:pt x="9327" y="14727"/>
                </a:lnTo>
                <a:cubicBezTo>
                  <a:pt x="9056" y="14727"/>
                  <a:pt x="8836" y="14947"/>
                  <a:pt x="8836" y="15218"/>
                </a:cubicBezTo>
                <a:lnTo>
                  <a:pt x="8836" y="20618"/>
                </a:lnTo>
                <a:lnTo>
                  <a:pt x="1964" y="20618"/>
                </a:lnTo>
                <a:lnTo>
                  <a:pt x="1964" y="2945"/>
                </a:lnTo>
                <a:lnTo>
                  <a:pt x="19636" y="2945"/>
                </a:lnTo>
                <a:cubicBezTo>
                  <a:pt x="19636" y="2945"/>
                  <a:pt x="19636" y="20618"/>
                  <a:pt x="19636" y="20618"/>
                </a:cubicBezTo>
                <a:close/>
                <a:moveTo>
                  <a:pt x="11782" y="20618"/>
                </a:moveTo>
                <a:lnTo>
                  <a:pt x="9818" y="20618"/>
                </a:lnTo>
                <a:lnTo>
                  <a:pt x="9818" y="15709"/>
                </a:lnTo>
                <a:lnTo>
                  <a:pt x="11782" y="15709"/>
                </a:lnTo>
                <a:cubicBezTo>
                  <a:pt x="11782" y="15709"/>
                  <a:pt x="11782" y="20618"/>
                  <a:pt x="11782" y="20618"/>
                </a:cubicBezTo>
                <a:close/>
                <a:moveTo>
                  <a:pt x="21109" y="1964"/>
                </a:moveTo>
                <a:lnTo>
                  <a:pt x="20618" y="1964"/>
                </a:lnTo>
                <a:lnTo>
                  <a:pt x="20618" y="491"/>
                </a:lnTo>
                <a:cubicBezTo>
                  <a:pt x="20618" y="220"/>
                  <a:pt x="20399" y="0"/>
                  <a:pt x="20127" y="0"/>
                </a:cubicBezTo>
                <a:lnTo>
                  <a:pt x="1473" y="0"/>
                </a:lnTo>
                <a:cubicBezTo>
                  <a:pt x="1201" y="0"/>
                  <a:pt x="982" y="220"/>
                  <a:pt x="982" y="491"/>
                </a:cubicBezTo>
                <a:lnTo>
                  <a:pt x="982" y="1964"/>
                </a:lnTo>
                <a:lnTo>
                  <a:pt x="491" y="1964"/>
                </a:lnTo>
                <a:cubicBezTo>
                  <a:pt x="220" y="1964"/>
                  <a:pt x="0" y="2184"/>
                  <a:pt x="0" y="2455"/>
                </a:cubicBezTo>
                <a:cubicBezTo>
                  <a:pt x="0" y="2726"/>
                  <a:pt x="220" y="2945"/>
                  <a:pt x="491" y="2945"/>
                </a:cubicBezTo>
                <a:lnTo>
                  <a:pt x="982" y="2945"/>
                </a:lnTo>
                <a:lnTo>
                  <a:pt x="982" y="21109"/>
                </a:lnTo>
                <a:cubicBezTo>
                  <a:pt x="982" y="21381"/>
                  <a:pt x="1201" y="21600"/>
                  <a:pt x="1473" y="21600"/>
                </a:cubicBezTo>
                <a:lnTo>
                  <a:pt x="20127" y="21600"/>
                </a:lnTo>
                <a:cubicBezTo>
                  <a:pt x="20399" y="21600"/>
                  <a:pt x="20618" y="21381"/>
                  <a:pt x="20618" y="21109"/>
                </a:cubicBezTo>
                <a:lnTo>
                  <a:pt x="20618" y="2945"/>
                </a:lnTo>
                <a:lnTo>
                  <a:pt x="21109" y="2945"/>
                </a:lnTo>
                <a:cubicBezTo>
                  <a:pt x="21380" y="2945"/>
                  <a:pt x="21600" y="2726"/>
                  <a:pt x="21600" y="2455"/>
                </a:cubicBezTo>
                <a:cubicBezTo>
                  <a:pt x="21600" y="2184"/>
                  <a:pt x="21380" y="1964"/>
                  <a:pt x="21109" y="196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3" name="Shape 2565">
            <a:extLst>
              <a:ext uri="{FF2B5EF4-FFF2-40B4-BE49-F238E27FC236}">
                <a16:creationId xmlns:a16="http://schemas.microsoft.com/office/drawing/2014/main" id="{0030810A-51D6-0E95-329E-667627D96C8C}"/>
              </a:ext>
            </a:extLst>
          </p:cNvPr>
          <p:cNvSpPr/>
          <p:nvPr/>
        </p:nvSpPr>
        <p:spPr>
          <a:xfrm>
            <a:off x="904422" y="4203531"/>
            <a:ext cx="279328" cy="228548"/>
          </a:xfrm>
          <a:custGeom>
            <a:avLst/>
            <a:gdLst/>
            <a:ahLst/>
            <a:cxnLst>
              <a:cxn ang="0">
                <a:pos x="wd2" y="hd2"/>
              </a:cxn>
              <a:cxn ang="5400000">
                <a:pos x="wd2" y="hd2"/>
              </a:cxn>
              <a:cxn ang="10800000">
                <a:pos x="wd2" y="hd2"/>
              </a:cxn>
              <a:cxn ang="16200000">
                <a:pos x="wd2" y="hd2"/>
              </a:cxn>
            </a:cxnLst>
            <a:rect l="0" t="0" r="r" b="b"/>
            <a:pathLst>
              <a:path w="21600" h="21600" extrusionOk="0">
                <a:moveTo>
                  <a:pt x="7855" y="8400"/>
                </a:moveTo>
                <a:lnTo>
                  <a:pt x="13745" y="8400"/>
                </a:lnTo>
                <a:lnTo>
                  <a:pt x="13745" y="9600"/>
                </a:lnTo>
                <a:lnTo>
                  <a:pt x="7855" y="9600"/>
                </a:lnTo>
                <a:cubicBezTo>
                  <a:pt x="7855" y="9600"/>
                  <a:pt x="7855" y="8400"/>
                  <a:pt x="7855" y="8400"/>
                </a:cubicBezTo>
                <a:close/>
                <a:moveTo>
                  <a:pt x="7855" y="10800"/>
                </a:moveTo>
                <a:lnTo>
                  <a:pt x="13745" y="10800"/>
                </a:lnTo>
                <a:cubicBezTo>
                  <a:pt x="14287" y="10800"/>
                  <a:pt x="14727" y="10262"/>
                  <a:pt x="14727" y="9600"/>
                </a:cubicBezTo>
                <a:lnTo>
                  <a:pt x="14727" y="8400"/>
                </a:lnTo>
                <a:cubicBezTo>
                  <a:pt x="14727" y="7737"/>
                  <a:pt x="14287" y="7200"/>
                  <a:pt x="13745" y="7200"/>
                </a:cubicBezTo>
                <a:lnTo>
                  <a:pt x="7855" y="7200"/>
                </a:lnTo>
                <a:cubicBezTo>
                  <a:pt x="7313" y="7200"/>
                  <a:pt x="6873" y="7737"/>
                  <a:pt x="6873" y="8400"/>
                </a:cubicBezTo>
                <a:lnTo>
                  <a:pt x="6873" y="9600"/>
                </a:lnTo>
                <a:cubicBezTo>
                  <a:pt x="6873" y="10262"/>
                  <a:pt x="7313" y="10800"/>
                  <a:pt x="7855" y="10800"/>
                </a:cubicBezTo>
                <a:moveTo>
                  <a:pt x="20618" y="3600"/>
                </a:moveTo>
                <a:lnTo>
                  <a:pt x="982" y="3600"/>
                </a:lnTo>
                <a:lnTo>
                  <a:pt x="982" y="1200"/>
                </a:lnTo>
                <a:lnTo>
                  <a:pt x="20618" y="1200"/>
                </a:lnTo>
                <a:cubicBezTo>
                  <a:pt x="20618" y="1200"/>
                  <a:pt x="20618" y="3600"/>
                  <a:pt x="20618" y="3600"/>
                </a:cubicBezTo>
                <a:close/>
                <a:moveTo>
                  <a:pt x="18655" y="20399"/>
                </a:moveTo>
                <a:lnTo>
                  <a:pt x="2945" y="20399"/>
                </a:lnTo>
                <a:lnTo>
                  <a:pt x="2945" y="4800"/>
                </a:lnTo>
                <a:lnTo>
                  <a:pt x="18655" y="4800"/>
                </a:lnTo>
                <a:cubicBezTo>
                  <a:pt x="18655" y="4800"/>
                  <a:pt x="18655" y="20399"/>
                  <a:pt x="18655" y="20399"/>
                </a:cubicBezTo>
                <a:close/>
                <a:moveTo>
                  <a:pt x="20618" y="0"/>
                </a:moveTo>
                <a:lnTo>
                  <a:pt x="982" y="0"/>
                </a:lnTo>
                <a:cubicBezTo>
                  <a:pt x="440" y="0"/>
                  <a:pt x="0" y="538"/>
                  <a:pt x="0" y="1200"/>
                </a:cubicBezTo>
                <a:lnTo>
                  <a:pt x="0" y="3600"/>
                </a:lnTo>
                <a:cubicBezTo>
                  <a:pt x="0" y="4263"/>
                  <a:pt x="440" y="4800"/>
                  <a:pt x="982" y="4800"/>
                </a:cubicBezTo>
                <a:lnTo>
                  <a:pt x="1964" y="4800"/>
                </a:lnTo>
                <a:lnTo>
                  <a:pt x="1964" y="20399"/>
                </a:lnTo>
                <a:cubicBezTo>
                  <a:pt x="1964" y="21062"/>
                  <a:pt x="2403" y="21600"/>
                  <a:pt x="2945" y="21600"/>
                </a:cubicBezTo>
                <a:lnTo>
                  <a:pt x="18655" y="21600"/>
                </a:lnTo>
                <a:cubicBezTo>
                  <a:pt x="19197" y="21600"/>
                  <a:pt x="19636" y="21062"/>
                  <a:pt x="19636" y="20399"/>
                </a:cubicBezTo>
                <a:lnTo>
                  <a:pt x="19636" y="4800"/>
                </a:lnTo>
                <a:lnTo>
                  <a:pt x="20618" y="4800"/>
                </a:lnTo>
                <a:cubicBezTo>
                  <a:pt x="21160" y="4800"/>
                  <a:pt x="21600" y="4263"/>
                  <a:pt x="21600" y="3600"/>
                </a:cubicBezTo>
                <a:lnTo>
                  <a:pt x="21600" y="1200"/>
                </a:lnTo>
                <a:cubicBezTo>
                  <a:pt x="21600" y="538"/>
                  <a:pt x="21160" y="0"/>
                  <a:pt x="20618"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4" name="Shape 2566">
            <a:extLst>
              <a:ext uri="{FF2B5EF4-FFF2-40B4-BE49-F238E27FC236}">
                <a16:creationId xmlns:a16="http://schemas.microsoft.com/office/drawing/2014/main" id="{58E7744B-52C1-9E25-6EAB-E77E7FE38D7C}"/>
              </a:ext>
            </a:extLst>
          </p:cNvPr>
          <p:cNvSpPr/>
          <p:nvPr/>
        </p:nvSpPr>
        <p:spPr>
          <a:xfrm>
            <a:off x="1437683" y="4203531"/>
            <a:ext cx="279328" cy="228551"/>
          </a:xfrm>
          <a:custGeom>
            <a:avLst/>
            <a:gdLst/>
            <a:ahLst/>
            <a:cxnLst>
              <a:cxn ang="0">
                <a:pos x="wd2" y="hd2"/>
              </a:cxn>
              <a:cxn ang="5400000">
                <a:pos x="wd2" y="hd2"/>
              </a:cxn>
              <a:cxn ang="10800000">
                <a:pos x="wd2" y="hd2"/>
              </a:cxn>
              <a:cxn ang="16200000">
                <a:pos x="wd2" y="hd2"/>
              </a:cxn>
            </a:cxnLst>
            <a:rect l="0" t="0" r="r" b="b"/>
            <a:pathLst>
              <a:path w="21600" h="21600" extrusionOk="0">
                <a:moveTo>
                  <a:pt x="6382" y="12000"/>
                </a:moveTo>
                <a:cubicBezTo>
                  <a:pt x="6653" y="12000"/>
                  <a:pt x="6873" y="12268"/>
                  <a:pt x="6873" y="12599"/>
                </a:cubicBezTo>
                <a:cubicBezTo>
                  <a:pt x="6873" y="12931"/>
                  <a:pt x="6653" y="13199"/>
                  <a:pt x="6382" y="13199"/>
                </a:cubicBezTo>
                <a:cubicBezTo>
                  <a:pt x="6111" y="13199"/>
                  <a:pt x="5891" y="12931"/>
                  <a:pt x="5891" y="12599"/>
                </a:cubicBezTo>
                <a:cubicBezTo>
                  <a:pt x="5891" y="12268"/>
                  <a:pt x="6111" y="12000"/>
                  <a:pt x="6382" y="12000"/>
                </a:cubicBezTo>
                <a:moveTo>
                  <a:pt x="6382" y="14399"/>
                </a:moveTo>
                <a:cubicBezTo>
                  <a:pt x="7195" y="14399"/>
                  <a:pt x="7855" y="13594"/>
                  <a:pt x="7855" y="12599"/>
                </a:cubicBezTo>
                <a:cubicBezTo>
                  <a:pt x="7855" y="11606"/>
                  <a:pt x="7195" y="10800"/>
                  <a:pt x="6382" y="10800"/>
                </a:cubicBezTo>
                <a:cubicBezTo>
                  <a:pt x="5568" y="10800"/>
                  <a:pt x="4909" y="11606"/>
                  <a:pt x="4909" y="12599"/>
                </a:cubicBezTo>
                <a:cubicBezTo>
                  <a:pt x="4909" y="13594"/>
                  <a:pt x="5568" y="14399"/>
                  <a:pt x="6382" y="14399"/>
                </a:cubicBezTo>
                <a:moveTo>
                  <a:pt x="20618" y="3600"/>
                </a:moveTo>
                <a:lnTo>
                  <a:pt x="982" y="3600"/>
                </a:lnTo>
                <a:lnTo>
                  <a:pt x="982" y="1200"/>
                </a:lnTo>
                <a:lnTo>
                  <a:pt x="20618" y="1200"/>
                </a:lnTo>
                <a:cubicBezTo>
                  <a:pt x="20618" y="1200"/>
                  <a:pt x="20618" y="3600"/>
                  <a:pt x="20618" y="3600"/>
                </a:cubicBezTo>
                <a:close/>
                <a:moveTo>
                  <a:pt x="18655" y="20399"/>
                </a:moveTo>
                <a:lnTo>
                  <a:pt x="2945" y="20399"/>
                </a:lnTo>
                <a:lnTo>
                  <a:pt x="2945" y="4800"/>
                </a:lnTo>
                <a:lnTo>
                  <a:pt x="18655" y="4800"/>
                </a:lnTo>
                <a:cubicBezTo>
                  <a:pt x="18655" y="4800"/>
                  <a:pt x="18655" y="20399"/>
                  <a:pt x="18655" y="20399"/>
                </a:cubicBezTo>
                <a:close/>
                <a:moveTo>
                  <a:pt x="20618" y="0"/>
                </a:moveTo>
                <a:lnTo>
                  <a:pt x="982" y="0"/>
                </a:lnTo>
                <a:cubicBezTo>
                  <a:pt x="440" y="0"/>
                  <a:pt x="0" y="538"/>
                  <a:pt x="0" y="1200"/>
                </a:cubicBezTo>
                <a:lnTo>
                  <a:pt x="0" y="3600"/>
                </a:lnTo>
                <a:cubicBezTo>
                  <a:pt x="0" y="4263"/>
                  <a:pt x="440" y="4800"/>
                  <a:pt x="982" y="4800"/>
                </a:cubicBezTo>
                <a:lnTo>
                  <a:pt x="1964" y="4800"/>
                </a:lnTo>
                <a:lnTo>
                  <a:pt x="1964" y="20399"/>
                </a:lnTo>
                <a:cubicBezTo>
                  <a:pt x="1964" y="21062"/>
                  <a:pt x="2403" y="21600"/>
                  <a:pt x="2945" y="21600"/>
                </a:cubicBezTo>
                <a:lnTo>
                  <a:pt x="18655" y="21600"/>
                </a:lnTo>
                <a:cubicBezTo>
                  <a:pt x="19197" y="21600"/>
                  <a:pt x="19636" y="21062"/>
                  <a:pt x="19636" y="20399"/>
                </a:cubicBezTo>
                <a:lnTo>
                  <a:pt x="19636" y="4800"/>
                </a:lnTo>
                <a:lnTo>
                  <a:pt x="20618" y="4800"/>
                </a:lnTo>
                <a:cubicBezTo>
                  <a:pt x="21160" y="4800"/>
                  <a:pt x="21600" y="4263"/>
                  <a:pt x="21600" y="3600"/>
                </a:cubicBezTo>
                <a:lnTo>
                  <a:pt x="21600" y="1200"/>
                </a:lnTo>
                <a:cubicBezTo>
                  <a:pt x="21600" y="538"/>
                  <a:pt x="21160" y="0"/>
                  <a:pt x="20618" y="0"/>
                </a:cubicBezTo>
                <a:moveTo>
                  <a:pt x="10800" y="12000"/>
                </a:moveTo>
                <a:cubicBezTo>
                  <a:pt x="11071" y="12000"/>
                  <a:pt x="11291" y="12268"/>
                  <a:pt x="11291" y="12599"/>
                </a:cubicBezTo>
                <a:cubicBezTo>
                  <a:pt x="11291" y="12931"/>
                  <a:pt x="11071" y="13199"/>
                  <a:pt x="10800" y="13199"/>
                </a:cubicBezTo>
                <a:cubicBezTo>
                  <a:pt x="10529" y="13199"/>
                  <a:pt x="10309" y="12931"/>
                  <a:pt x="10309" y="12599"/>
                </a:cubicBezTo>
                <a:cubicBezTo>
                  <a:pt x="10309" y="12268"/>
                  <a:pt x="10529" y="12000"/>
                  <a:pt x="10800" y="12000"/>
                </a:cubicBezTo>
                <a:moveTo>
                  <a:pt x="10800" y="14399"/>
                </a:moveTo>
                <a:cubicBezTo>
                  <a:pt x="11614" y="14399"/>
                  <a:pt x="12273" y="13594"/>
                  <a:pt x="12273" y="12599"/>
                </a:cubicBezTo>
                <a:cubicBezTo>
                  <a:pt x="12273" y="11606"/>
                  <a:pt x="11614" y="10800"/>
                  <a:pt x="10800" y="10800"/>
                </a:cubicBezTo>
                <a:cubicBezTo>
                  <a:pt x="9986" y="10800"/>
                  <a:pt x="9327" y="11606"/>
                  <a:pt x="9327" y="12599"/>
                </a:cubicBezTo>
                <a:cubicBezTo>
                  <a:pt x="9327" y="13594"/>
                  <a:pt x="9986" y="14399"/>
                  <a:pt x="10800" y="14399"/>
                </a:cubicBezTo>
                <a:moveTo>
                  <a:pt x="15218" y="12000"/>
                </a:moveTo>
                <a:cubicBezTo>
                  <a:pt x="15489" y="12000"/>
                  <a:pt x="15709" y="12268"/>
                  <a:pt x="15709" y="12599"/>
                </a:cubicBezTo>
                <a:cubicBezTo>
                  <a:pt x="15709" y="12931"/>
                  <a:pt x="15489" y="13199"/>
                  <a:pt x="15218" y="13199"/>
                </a:cubicBezTo>
                <a:cubicBezTo>
                  <a:pt x="14947" y="13199"/>
                  <a:pt x="14727" y="12931"/>
                  <a:pt x="14727" y="12599"/>
                </a:cubicBezTo>
                <a:cubicBezTo>
                  <a:pt x="14727" y="12268"/>
                  <a:pt x="14947" y="12000"/>
                  <a:pt x="15218" y="12000"/>
                </a:cubicBezTo>
                <a:moveTo>
                  <a:pt x="15218" y="14399"/>
                </a:moveTo>
                <a:cubicBezTo>
                  <a:pt x="16032" y="14399"/>
                  <a:pt x="16691" y="13594"/>
                  <a:pt x="16691" y="12599"/>
                </a:cubicBezTo>
                <a:cubicBezTo>
                  <a:pt x="16691" y="11606"/>
                  <a:pt x="16032" y="10800"/>
                  <a:pt x="15218" y="10800"/>
                </a:cubicBezTo>
                <a:cubicBezTo>
                  <a:pt x="14405" y="10800"/>
                  <a:pt x="13745" y="11606"/>
                  <a:pt x="13745" y="12599"/>
                </a:cubicBezTo>
                <a:cubicBezTo>
                  <a:pt x="13745" y="13594"/>
                  <a:pt x="14405" y="14399"/>
                  <a:pt x="15218" y="1439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5" name="Shape 2567">
            <a:extLst>
              <a:ext uri="{FF2B5EF4-FFF2-40B4-BE49-F238E27FC236}">
                <a16:creationId xmlns:a16="http://schemas.microsoft.com/office/drawing/2014/main" id="{5BB9CBBF-443A-56B8-F86C-9F8943565E91}"/>
              </a:ext>
            </a:extLst>
          </p:cNvPr>
          <p:cNvSpPr/>
          <p:nvPr/>
        </p:nvSpPr>
        <p:spPr>
          <a:xfrm>
            <a:off x="1970944" y="4178138"/>
            <a:ext cx="279328" cy="279337"/>
          </a:xfrm>
          <a:custGeom>
            <a:avLst/>
            <a:gdLst/>
            <a:ahLst/>
            <a:cxnLst>
              <a:cxn ang="0">
                <a:pos x="wd2" y="hd2"/>
              </a:cxn>
              <a:cxn ang="5400000">
                <a:pos x="wd2" y="hd2"/>
              </a:cxn>
              <a:cxn ang="10800000">
                <a:pos x="wd2" y="hd2"/>
              </a:cxn>
              <a:cxn ang="16200000">
                <a:pos x="wd2" y="hd2"/>
              </a:cxn>
            </a:cxnLst>
            <a:rect l="0" t="0" r="r" b="b"/>
            <a:pathLst>
              <a:path w="21600" h="21600" extrusionOk="0">
                <a:moveTo>
                  <a:pt x="20618" y="4909"/>
                </a:moveTo>
                <a:lnTo>
                  <a:pt x="12764" y="4909"/>
                </a:lnTo>
                <a:cubicBezTo>
                  <a:pt x="12493" y="4909"/>
                  <a:pt x="12273" y="5129"/>
                  <a:pt x="12273" y="5400"/>
                </a:cubicBezTo>
                <a:cubicBezTo>
                  <a:pt x="12273" y="5671"/>
                  <a:pt x="12493" y="5891"/>
                  <a:pt x="12764" y="5891"/>
                </a:cubicBezTo>
                <a:lnTo>
                  <a:pt x="20618" y="5891"/>
                </a:lnTo>
                <a:lnTo>
                  <a:pt x="20618" y="7854"/>
                </a:lnTo>
                <a:lnTo>
                  <a:pt x="12764" y="7854"/>
                </a:lnTo>
                <a:cubicBezTo>
                  <a:pt x="12493" y="7854"/>
                  <a:pt x="12273" y="8074"/>
                  <a:pt x="12273" y="8345"/>
                </a:cubicBezTo>
                <a:cubicBezTo>
                  <a:pt x="12273" y="8617"/>
                  <a:pt x="12493" y="8836"/>
                  <a:pt x="12764" y="8836"/>
                </a:cubicBezTo>
                <a:lnTo>
                  <a:pt x="18655" y="8836"/>
                </a:lnTo>
                <a:lnTo>
                  <a:pt x="18655" y="20617"/>
                </a:lnTo>
                <a:lnTo>
                  <a:pt x="2945" y="20617"/>
                </a:lnTo>
                <a:lnTo>
                  <a:pt x="2945" y="8836"/>
                </a:lnTo>
                <a:lnTo>
                  <a:pt x="8836" y="8836"/>
                </a:lnTo>
                <a:cubicBezTo>
                  <a:pt x="9107" y="8836"/>
                  <a:pt x="9327" y="8617"/>
                  <a:pt x="9327" y="8345"/>
                </a:cubicBezTo>
                <a:cubicBezTo>
                  <a:pt x="9327" y="8074"/>
                  <a:pt x="9107" y="7854"/>
                  <a:pt x="8836" y="7854"/>
                </a:cubicBezTo>
                <a:lnTo>
                  <a:pt x="982" y="7854"/>
                </a:lnTo>
                <a:lnTo>
                  <a:pt x="982" y="5891"/>
                </a:lnTo>
                <a:lnTo>
                  <a:pt x="8836" y="5891"/>
                </a:lnTo>
                <a:cubicBezTo>
                  <a:pt x="9107" y="5891"/>
                  <a:pt x="9327" y="5671"/>
                  <a:pt x="9327" y="5400"/>
                </a:cubicBezTo>
                <a:cubicBezTo>
                  <a:pt x="9327" y="5129"/>
                  <a:pt x="9107" y="4909"/>
                  <a:pt x="8836" y="4909"/>
                </a:cubicBezTo>
                <a:lnTo>
                  <a:pt x="982" y="4909"/>
                </a:lnTo>
                <a:cubicBezTo>
                  <a:pt x="440" y="4909"/>
                  <a:pt x="0" y="5349"/>
                  <a:pt x="0" y="5891"/>
                </a:cubicBezTo>
                <a:lnTo>
                  <a:pt x="0" y="7854"/>
                </a:lnTo>
                <a:cubicBezTo>
                  <a:pt x="0" y="8396"/>
                  <a:pt x="440" y="8836"/>
                  <a:pt x="982" y="8836"/>
                </a:cubicBezTo>
                <a:lnTo>
                  <a:pt x="1964" y="8836"/>
                </a:lnTo>
                <a:lnTo>
                  <a:pt x="1964" y="20617"/>
                </a:lnTo>
                <a:cubicBezTo>
                  <a:pt x="1964" y="21159"/>
                  <a:pt x="2403" y="21600"/>
                  <a:pt x="2945" y="21600"/>
                </a:cubicBezTo>
                <a:lnTo>
                  <a:pt x="18655" y="21600"/>
                </a:lnTo>
                <a:cubicBezTo>
                  <a:pt x="19197" y="21600"/>
                  <a:pt x="19636" y="21159"/>
                  <a:pt x="19636" y="20617"/>
                </a:cubicBezTo>
                <a:lnTo>
                  <a:pt x="19636" y="8836"/>
                </a:lnTo>
                <a:lnTo>
                  <a:pt x="20618" y="8836"/>
                </a:lnTo>
                <a:cubicBezTo>
                  <a:pt x="21160" y="8836"/>
                  <a:pt x="21600" y="8396"/>
                  <a:pt x="21600" y="7854"/>
                </a:cubicBezTo>
                <a:lnTo>
                  <a:pt x="21600" y="5891"/>
                </a:lnTo>
                <a:cubicBezTo>
                  <a:pt x="21600" y="5349"/>
                  <a:pt x="21160" y="4909"/>
                  <a:pt x="20618" y="4909"/>
                </a:cubicBezTo>
                <a:moveTo>
                  <a:pt x="7855" y="11782"/>
                </a:moveTo>
                <a:cubicBezTo>
                  <a:pt x="7584" y="11782"/>
                  <a:pt x="7364" y="12001"/>
                  <a:pt x="7364" y="12272"/>
                </a:cubicBezTo>
                <a:cubicBezTo>
                  <a:pt x="7364" y="12408"/>
                  <a:pt x="7419" y="12531"/>
                  <a:pt x="7507" y="12619"/>
                </a:cubicBezTo>
                <a:lnTo>
                  <a:pt x="10453" y="15565"/>
                </a:lnTo>
                <a:cubicBezTo>
                  <a:pt x="10542" y="15654"/>
                  <a:pt x="10665" y="15709"/>
                  <a:pt x="10800" y="15709"/>
                </a:cubicBezTo>
                <a:cubicBezTo>
                  <a:pt x="10935" y="15709"/>
                  <a:pt x="11058" y="15654"/>
                  <a:pt x="11147" y="15565"/>
                </a:cubicBezTo>
                <a:lnTo>
                  <a:pt x="14093" y="12619"/>
                </a:lnTo>
                <a:cubicBezTo>
                  <a:pt x="14181" y="12531"/>
                  <a:pt x="14236" y="12408"/>
                  <a:pt x="14236" y="12272"/>
                </a:cubicBezTo>
                <a:cubicBezTo>
                  <a:pt x="14236" y="12001"/>
                  <a:pt x="14016" y="11782"/>
                  <a:pt x="13745" y="11782"/>
                </a:cubicBezTo>
                <a:cubicBezTo>
                  <a:pt x="13610" y="11782"/>
                  <a:pt x="13487" y="11837"/>
                  <a:pt x="13398" y="11925"/>
                </a:cubicBezTo>
                <a:lnTo>
                  <a:pt x="11291" y="14033"/>
                </a:lnTo>
                <a:lnTo>
                  <a:pt x="11291" y="492"/>
                </a:lnTo>
                <a:lnTo>
                  <a:pt x="11291" y="491"/>
                </a:lnTo>
                <a:cubicBezTo>
                  <a:pt x="11291" y="220"/>
                  <a:pt x="11071" y="0"/>
                  <a:pt x="10800" y="0"/>
                </a:cubicBezTo>
                <a:cubicBezTo>
                  <a:pt x="10529" y="0"/>
                  <a:pt x="10309" y="220"/>
                  <a:pt x="10309" y="491"/>
                </a:cubicBezTo>
                <a:lnTo>
                  <a:pt x="10309" y="14033"/>
                </a:lnTo>
                <a:lnTo>
                  <a:pt x="8202" y="11925"/>
                </a:lnTo>
                <a:cubicBezTo>
                  <a:pt x="8113" y="11837"/>
                  <a:pt x="7990" y="11782"/>
                  <a:pt x="7855" y="117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6" name="Shape 2568">
            <a:extLst>
              <a:ext uri="{FF2B5EF4-FFF2-40B4-BE49-F238E27FC236}">
                <a16:creationId xmlns:a16="http://schemas.microsoft.com/office/drawing/2014/main" id="{C91CE557-3893-CBC8-3804-441370A242E6}"/>
              </a:ext>
            </a:extLst>
          </p:cNvPr>
          <p:cNvSpPr/>
          <p:nvPr/>
        </p:nvSpPr>
        <p:spPr>
          <a:xfrm>
            <a:off x="2504205" y="4178138"/>
            <a:ext cx="279328" cy="279337"/>
          </a:xfrm>
          <a:custGeom>
            <a:avLst/>
            <a:gdLst/>
            <a:ahLst/>
            <a:cxnLst>
              <a:cxn ang="0">
                <a:pos x="wd2" y="hd2"/>
              </a:cxn>
              <a:cxn ang="5400000">
                <a:pos x="wd2" y="hd2"/>
              </a:cxn>
              <a:cxn ang="10800000">
                <a:pos x="wd2" y="hd2"/>
              </a:cxn>
              <a:cxn ang="16200000">
                <a:pos x="wd2" y="hd2"/>
              </a:cxn>
            </a:cxnLst>
            <a:rect l="0" t="0" r="r" b="b"/>
            <a:pathLst>
              <a:path w="21600" h="21600" extrusionOk="0">
                <a:moveTo>
                  <a:pt x="20618" y="4909"/>
                </a:moveTo>
                <a:lnTo>
                  <a:pt x="12764" y="4909"/>
                </a:lnTo>
                <a:cubicBezTo>
                  <a:pt x="12493" y="4909"/>
                  <a:pt x="12273" y="5129"/>
                  <a:pt x="12273" y="5400"/>
                </a:cubicBezTo>
                <a:cubicBezTo>
                  <a:pt x="12273" y="5671"/>
                  <a:pt x="12493" y="5891"/>
                  <a:pt x="12764" y="5891"/>
                </a:cubicBezTo>
                <a:lnTo>
                  <a:pt x="20618" y="5891"/>
                </a:lnTo>
                <a:lnTo>
                  <a:pt x="20618" y="7854"/>
                </a:lnTo>
                <a:lnTo>
                  <a:pt x="12764" y="7854"/>
                </a:lnTo>
                <a:cubicBezTo>
                  <a:pt x="12493" y="7854"/>
                  <a:pt x="12273" y="8074"/>
                  <a:pt x="12273" y="8345"/>
                </a:cubicBezTo>
                <a:cubicBezTo>
                  <a:pt x="12273" y="8617"/>
                  <a:pt x="12493" y="8836"/>
                  <a:pt x="12764" y="8836"/>
                </a:cubicBezTo>
                <a:lnTo>
                  <a:pt x="18655" y="8836"/>
                </a:lnTo>
                <a:lnTo>
                  <a:pt x="18655" y="20617"/>
                </a:lnTo>
                <a:lnTo>
                  <a:pt x="2945" y="20617"/>
                </a:lnTo>
                <a:lnTo>
                  <a:pt x="2945" y="8836"/>
                </a:lnTo>
                <a:lnTo>
                  <a:pt x="8836" y="8836"/>
                </a:lnTo>
                <a:cubicBezTo>
                  <a:pt x="9107" y="8836"/>
                  <a:pt x="9327" y="8617"/>
                  <a:pt x="9327" y="8345"/>
                </a:cubicBezTo>
                <a:cubicBezTo>
                  <a:pt x="9327" y="8074"/>
                  <a:pt x="9107" y="7854"/>
                  <a:pt x="8836" y="7854"/>
                </a:cubicBezTo>
                <a:lnTo>
                  <a:pt x="982" y="7854"/>
                </a:lnTo>
                <a:lnTo>
                  <a:pt x="982" y="5891"/>
                </a:lnTo>
                <a:lnTo>
                  <a:pt x="8836" y="5891"/>
                </a:lnTo>
                <a:cubicBezTo>
                  <a:pt x="9107" y="5891"/>
                  <a:pt x="9327" y="5671"/>
                  <a:pt x="9327" y="5400"/>
                </a:cubicBezTo>
                <a:cubicBezTo>
                  <a:pt x="9327" y="5129"/>
                  <a:pt x="9107" y="4909"/>
                  <a:pt x="8836" y="4909"/>
                </a:cubicBezTo>
                <a:lnTo>
                  <a:pt x="982" y="4909"/>
                </a:lnTo>
                <a:cubicBezTo>
                  <a:pt x="440" y="4909"/>
                  <a:pt x="0" y="5349"/>
                  <a:pt x="0" y="5891"/>
                </a:cubicBezTo>
                <a:lnTo>
                  <a:pt x="0" y="7854"/>
                </a:lnTo>
                <a:cubicBezTo>
                  <a:pt x="0" y="8396"/>
                  <a:pt x="440" y="8836"/>
                  <a:pt x="982" y="8836"/>
                </a:cubicBezTo>
                <a:lnTo>
                  <a:pt x="1964" y="8836"/>
                </a:lnTo>
                <a:lnTo>
                  <a:pt x="1964" y="20617"/>
                </a:lnTo>
                <a:cubicBezTo>
                  <a:pt x="1964" y="21159"/>
                  <a:pt x="2403" y="21600"/>
                  <a:pt x="2945" y="21600"/>
                </a:cubicBezTo>
                <a:lnTo>
                  <a:pt x="18655" y="21600"/>
                </a:lnTo>
                <a:cubicBezTo>
                  <a:pt x="19197" y="21600"/>
                  <a:pt x="19636" y="21159"/>
                  <a:pt x="19636" y="20617"/>
                </a:cubicBezTo>
                <a:lnTo>
                  <a:pt x="19636" y="8836"/>
                </a:lnTo>
                <a:lnTo>
                  <a:pt x="20618" y="8836"/>
                </a:lnTo>
                <a:cubicBezTo>
                  <a:pt x="21160" y="8836"/>
                  <a:pt x="21600" y="8396"/>
                  <a:pt x="21600" y="7854"/>
                </a:cubicBezTo>
                <a:lnTo>
                  <a:pt x="21600" y="5891"/>
                </a:lnTo>
                <a:cubicBezTo>
                  <a:pt x="21600" y="5349"/>
                  <a:pt x="21160" y="4909"/>
                  <a:pt x="20618" y="4909"/>
                </a:cubicBezTo>
                <a:moveTo>
                  <a:pt x="7855" y="3927"/>
                </a:moveTo>
                <a:cubicBezTo>
                  <a:pt x="7990" y="3927"/>
                  <a:pt x="8113" y="3872"/>
                  <a:pt x="8202" y="3784"/>
                </a:cubicBezTo>
                <a:lnTo>
                  <a:pt x="10309" y="1676"/>
                </a:lnTo>
                <a:lnTo>
                  <a:pt x="10309" y="15218"/>
                </a:lnTo>
                <a:lnTo>
                  <a:pt x="10309" y="15218"/>
                </a:lnTo>
                <a:cubicBezTo>
                  <a:pt x="10309" y="15489"/>
                  <a:pt x="10529" y="15709"/>
                  <a:pt x="10800" y="15709"/>
                </a:cubicBezTo>
                <a:cubicBezTo>
                  <a:pt x="11071" y="15709"/>
                  <a:pt x="11291" y="15489"/>
                  <a:pt x="11291" y="15218"/>
                </a:cubicBezTo>
                <a:lnTo>
                  <a:pt x="11291" y="1676"/>
                </a:lnTo>
                <a:lnTo>
                  <a:pt x="13398" y="3784"/>
                </a:lnTo>
                <a:cubicBezTo>
                  <a:pt x="13487" y="3872"/>
                  <a:pt x="13610" y="3927"/>
                  <a:pt x="13745" y="3927"/>
                </a:cubicBezTo>
                <a:cubicBezTo>
                  <a:pt x="14016" y="3927"/>
                  <a:pt x="14236" y="3708"/>
                  <a:pt x="14236" y="3436"/>
                </a:cubicBezTo>
                <a:cubicBezTo>
                  <a:pt x="14236" y="3301"/>
                  <a:pt x="14181" y="3178"/>
                  <a:pt x="14093" y="3089"/>
                </a:cubicBezTo>
                <a:lnTo>
                  <a:pt x="11147" y="144"/>
                </a:lnTo>
                <a:cubicBezTo>
                  <a:pt x="11058" y="55"/>
                  <a:pt x="10935" y="0"/>
                  <a:pt x="10800" y="0"/>
                </a:cubicBezTo>
                <a:cubicBezTo>
                  <a:pt x="10665" y="0"/>
                  <a:pt x="10542" y="55"/>
                  <a:pt x="10453" y="144"/>
                </a:cubicBezTo>
                <a:lnTo>
                  <a:pt x="7507" y="3089"/>
                </a:lnTo>
                <a:cubicBezTo>
                  <a:pt x="7419" y="3178"/>
                  <a:pt x="7364" y="3301"/>
                  <a:pt x="7364" y="3436"/>
                </a:cubicBezTo>
                <a:cubicBezTo>
                  <a:pt x="7364" y="3708"/>
                  <a:pt x="7584" y="3927"/>
                  <a:pt x="7855" y="39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7" name="Shape 2569">
            <a:extLst>
              <a:ext uri="{FF2B5EF4-FFF2-40B4-BE49-F238E27FC236}">
                <a16:creationId xmlns:a16="http://schemas.microsoft.com/office/drawing/2014/main" id="{154CCC19-AC16-9284-C9FC-045775AABE0B}"/>
              </a:ext>
            </a:extLst>
          </p:cNvPr>
          <p:cNvSpPr/>
          <p:nvPr/>
        </p:nvSpPr>
        <p:spPr>
          <a:xfrm>
            <a:off x="3037466" y="4178138"/>
            <a:ext cx="279328" cy="279334"/>
          </a:xfrm>
          <a:custGeom>
            <a:avLst/>
            <a:gdLst/>
            <a:ahLst/>
            <a:cxnLst>
              <a:cxn ang="0">
                <a:pos x="wd2" y="hd2"/>
              </a:cxn>
              <a:cxn ang="5400000">
                <a:pos x="wd2" y="hd2"/>
              </a:cxn>
              <a:cxn ang="10800000">
                <a:pos x="wd2" y="hd2"/>
              </a:cxn>
              <a:cxn ang="16200000">
                <a:pos x="wd2" y="hd2"/>
              </a:cxn>
            </a:cxnLst>
            <a:rect l="0" t="0" r="r" b="b"/>
            <a:pathLst>
              <a:path w="21600" h="21600" extrusionOk="0">
                <a:moveTo>
                  <a:pt x="20618" y="8836"/>
                </a:moveTo>
                <a:lnTo>
                  <a:pt x="982" y="8836"/>
                </a:lnTo>
                <a:lnTo>
                  <a:pt x="982" y="6873"/>
                </a:lnTo>
                <a:lnTo>
                  <a:pt x="20618" y="6873"/>
                </a:lnTo>
                <a:cubicBezTo>
                  <a:pt x="20618" y="6873"/>
                  <a:pt x="20618" y="8836"/>
                  <a:pt x="20618" y="8836"/>
                </a:cubicBezTo>
                <a:close/>
                <a:moveTo>
                  <a:pt x="18655" y="20618"/>
                </a:moveTo>
                <a:lnTo>
                  <a:pt x="2945" y="20618"/>
                </a:lnTo>
                <a:lnTo>
                  <a:pt x="2945" y="9818"/>
                </a:lnTo>
                <a:lnTo>
                  <a:pt x="18655" y="9818"/>
                </a:lnTo>
                <a:cubicBezTo>
                  <a:pt x="18655" y="9818"/>
                  <a:pt x="18655" y="20618"/>
                  <a:pt x="18655" y="20618"/>
                </a:cubicBezTo>
                <a:close/>
                <a:moveTo>
                  <a:pt x="3927" y="982"/>
                </a:moveTo>
                <a:lnTo>
                  <a:pt x="11782" y="982"/>
                </a:lnTo>
                <a:lnTo>
                  <a:pt x="11782" y="3436"/>
                </a:lnTo>
                <a:cubicBezTo>
                  <a:pt x="11782" y="3708"/>
                  <a:pt x="12002" y="3927"/>
                  <a:pt x="12273" y="3927"/>
                </a:cubicBezTo>
                <a:lnTo>
                  <a:pt x="14727" y="3927"/>
                </a:lnTo>
                <a:lnTo>
                  <a:pt x="14727" y="5891"/>
                </a:lnTo>
                <a:lnTo>
                  <a:pt x="3927" y="5891"/>
                </a:lnTo>
                <a:cubicBezTo>
                  <a:pt x="3927" y="5891"/>
                  <a:pt x="3927" y="982"/>
                  <a:pt x="3927" y="982"/>
                </a:cubicBezTo>
                <a:close/>
                <a:moveTo>
                  <a:pt x="12764" y="1473"/>
                </a:moveTo>
                <a:lnTo>
                  <a:pt x="14236" y="2945"/>
                </a:lnTo>
                <a:lnTo>
                  <a:pt x="12764" y="2945"/>
                </a:lnTo>
                <a:cubicBezTo>
                  <a:pt x="12764" y="2945"/>
                  <a:pt x="12764" y="1473"/>
                  <a:pt x="12764" y="1473"/>
                </a:cubicBezTo>
                <a:close/>
                <a:moveTo>
                  <a:pt x="17673" y="1964"/>
                </a:moveTo>
                <a:lnTo>
                  <a:pt x="17673" y="5891"/>
                </a:lnTo>
                <a:lnTo>
                  <a:pt x="15709" y="5891"/>
                </a:lnTo>
                <a:lnTo>
                  <a:pt x="15709" y="2945"/>
                </a:lnTo>
                <a:lnTo>
                  <a:pt x="14727" y="1964"/>
                </a:lnTo>
                <a:cubicBezTo>
                  <a:pt x="14727" y="1964"/>
                  <a:pt x="17673" y="1964"/>
                  <a:pt x="17673" y="1964"/>
                </a:cubicBezTo>
                <a:close/>
                <a:moveTo>
                  <a:pt x="20618" y="5891"/>
                </a:moveTo>
                <a:lnTo>
                  <a:pt x="18655" y="5891"/>
                </a:lnTo>
                <a:lnTo>
                  <a:pt x="18655" y="1964"/>
                </a:lnTo>
                <a:cubicBezTo>
                  <a:pt x="18655" y="1422"/>
                  <a:pt x="18215" y="982"/>
                  <a:pt x="17673" y="982"/>
                </a:cubicBezTo>
                <a:lnTo>
                  <a:pt x="13745" y="982"/>
                </a:lnTo>
                <a:lnTo>
                  <a:pt x="12764" y="0"/>
                </a:lnTo>
                <a:lnTo>
                  <a:pt x="3927" y="0"/>
                </a:lnTo>
                <a:cubicBezTo>
                  <a:pt x="3385" y="0"/>
                  <a:pt x="2945" y="440"/>
                  <a:pt x="2945" y="982"/>
                </a:cubicBezTo>
                <a:lnTo>
                  <a:pt x="2945" y="5891"/>
                </a:lnTo>
                <a:lnTo>
                  <a:pt x="982" y="5891"/>
                </a:lnTo>
                <a:cubicBezTo>
                  <a:pt x="440" y="5891"/>
                  <a:pt x="0" y="6331"/>
                  <a:pt x="0" y="6873"/>
                </a:cubicBezTo>
                <a:lnTo>
                  <a:pt x="0" y="8836"/>
                </a:lnTo>
                <a:cubicBezTo>
                  <a:pt x="0" y="9379"/>
                  <a:pt x="440" y="9818"/>
                  <a:pt x="982" y="9818"/>
                </a:cubicBezTo>
                <a:lnTo>
                  <a:pt x="1964" y="9818"/>
                </a:lnTo>
                <a:lnTo>
                  <a:pt x="1964" y="20618"/>
                </a:lnTo>
                <a:cubicBezTo>
                  <a:pt x="1964" y="21160"/>
                  <a:pt x="2403" y="21600"/>
                  <a:pt x="2945" y="21600"/>
                </a:cubicBezTo>
                <a:lnTo>
                  <a:pt x="18655" y="21600"/>
                </a:lnTo>
                <a:cubicBezTo>
                  <a:pt x="19197" y="21600"/>
                  <a:pt x="19636" y="21160"/>
                  <a:pt x="19636" y="20618"/>
                </a:cubicBezTo>
                <a:lnTo>
                  <a:pt x="19636" y="9818"/>
                </a:lnTo>
                <a:lnTo>
                  <a:pt x="20618" y="9818"/>
                </a:lnTo>
                <a:cubicBezTo>
                  <a:pt x="21160" y="9818"/>
                  <a:pt x="21600" y="9379"/>
                  <a:pt x="21600" y="8836"/>
                </a:cubicBezTo>
                <a:lnTo>
                  <a:pt x="21600" y="6873"/>
                </a:lnTo>
                <a:cubicBezTo>
                  <a:pt x="21600" y="6331"/>
                  <a:pt x="21160" y="5891"/>
                  <a:pt x="20618" y="5891"/>
                </a:cubicBezTo>
                <a:moveTo>
                  <a:pt x="7855" y="12763"/>
                </a:moveTo>
                <a:lnTo>
                  <a:pt x="13745" y="12763"/>
                </a:lnTo>
                <a:lnTo>
                  <a:pt x="13745" y="13745"/>
                </a:lnTo>
                <a:lnTo>
                  <a:pt x="7855" y="13745"/>
                </a:lnTo>
                <a:cubicBezTo>
                  <a:pt x="7855" y="13745"/>
                  <a:pt x="7855" y="12763"/>
                  <a:pt x="7855" y="12763"/>
                </a:cubicBezTo>
                <a:close/>
                <a:moveTo>
                  <a:pt x="7855" y="14727"/>
                </a:moveTo>
                <a:lnTo>
                  <a:pt x="13745" y="14727"/>
                </a:lnTo>
                <a:cubicBezTo>
                  <a:pt x="14287" y="14727"/>
                  <a:pt x="14727" y="14287"/>
                  <a:pt x="14727" y="13745"/>
                </a:cubicBezTo>
                <a:lnTo>
                  <a:pt x="14727" y="12763"/>
                </a:lnTo>
                <a:cubicBezTo>
                  <a:pt x="14727" y="12221"/>
                  <a:pt x="14287" y="11782"/>
                  <a:pt x="13745" y="11782"/>
                </a:cubicBezTo>
                <a:lnTo>
                  <a:pt x="7855" y="11782"/>
                </a:lnTo>
                <a:cubicBezTo>
                  <a:pt x="7313" y="11782"/>
                  <a:pt x="6873" y="12221"/>
                  <a:pt x="6873" y="12763"/>
                </a:cubicBezTo>
                <a:lnTo>
                  <a:pt x="6873" y="13745"/>
                </a:lnTo>
                <a:cubicBezTo>
                  <a:pt x="6873" y="14287"/>
                  <a:pt x="7313" y="14727"/>
                  <a:pt x="7855" y="147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8" name="Shape 2570">
            <a:extLst>
              <a:ext uri="{FF2B5EF4-FFF2-40B4-BE49-F238E27FC236}">
                <a16:creationId xmlns:a16="http://schemas.microsoft.com/office/drawing/2014/main" id="{89DAE6C1-DD54-1051-4411-96B55CDDC8FA}"/>
              </a:ext>
            </a:extLst>
          </p:cNvPr>
          <p:cNvSpPr/>
          <p:nvPr/>
        </p:nvSpPr>
        <p:spPr>
          <a:xfrm>
            <a:off x="3570727" y="4184486"/>
            <a:ext cx="279328" cy="272981"/>
          </a:xfrm>
          <a:custGeom>
            <a:avLst/>
            <a:gdLst/>
            <a:ahLst/>
            <a:cxnLst>
              <a:cxn ang="0">
                <a:pos x="wd2" y="hd2"/>
              </a:cxn>
              <a:cxn ang="5400000">
                <a:pos x="wd2" y="hd2"/>
              </a:cxn>
              <a:cxn ang="10800000">
                <a:pos x="wd2" y="hd2"/>
              </a:cxn>
              <a:cxn ang="16200000">
                <a:pos x="wd2" y="hd2"/>
              </a:cxn>
            </a:cxnLst>
            <a:rect l="0" t="0" r="r" b="b"/>
            <a:pathLst>
              <a:path w="21600" h="21319" extrusionOk="0">
                <a:moveTo>
                  <a:pt x="7530" y="4197"/>
                </a:moveTo>
                <a:lnTo>
                  <a:pt x="6680" y="3701"/>
                </a:lnTo>
                <a:lnTo>
                  <a:pt x="6189" y="4560"/>
                </a:lnTo>
                <a:lnTo>
                  <a:pt x="7040" y="5056"/>
                </a:lnTo>
                <a:cubicBezTo>
                  <a:pt x="7040" y="5056"/>
                  <a:pt x="7530" y="4197"/>
                  <a:pt x="7530" y="4197"/>
                </a:cubicBezTo>
                <a:close/>
                <a:moveTo>
                  <a:pt x="8512" y="2479"/>
                </a:moveTo>
                <a:lnTo>
                  <a:pt x="7662" y="1984"/>
                </a:lnTo>
                <a:lnTo>
                  <a:pt x="7171" y="2843"/>
                </a:lnTo>
                <a:lnTo>
                  <a:pt x="8021" y="3339"/>
                </a:lnTo>
                <a:cubicBezTo>
                  <a:pt x="8021" y="3339"/>
                  <a:pt x="8512" y="2479"/>
                  <a:pt x="8512" y="2479"/>
                </a:cubicBezTo>
                <a:close/>
                <a:moveTo>
                  <a:pt x="20618" y="8428"/>
                </a:moveTo>
                <a:lnTo>
                  <a:pt x="982" y="8428"/>
                </a:lnTo>
                <a:lnTo>
                  <a:pt x="982" y="6445"/>
                </a:lnTo>
                <a:lnTo>
                  <a:pt x="20618" y="6445"/>
                </a:lnTo>
                <a:cubicBezTo>
                  <a:pt x="20618" y="6445"/>
                  <a:pt x="20618" y="8428"/>
                  <a:pt x="20618" y="8428"/>
                </a:cubicBezTo>
                <a:close/>
                <a:moveTo>
                  <a:pt x="18655" y="20327"/>
                </a:moveTo>
                <a:lnTo>
                  <a:pt x="2945" y="20327"/>
                </a:lnTo>
                <a:lnTo>
                  <a:pt x="2945" y="9420"/>
                </a:lnTo>
                <a:lnTo>
                  <a:pt x="18655" y="9420"/>
                </a:lnTo>
                <a:cubicBezTo>
                  <a:pt x="18655" y="9420"/>
                  <a:pt x="18655" y="20327"/>
                  <a:pt x="18655" y="20327"/>
                </a:cubicBezTo>
                <a:close/>
                <a:moveTo>
                  <a:pt x="6811" y="1488"/>
                </a:moveTo>
                <a:cubicBezTo>
                  <a:pt x="7083" y="1014"/>
                  <a:pt x="7683" y="851"/>
                  <a:pt x="8153" y="1125"/>
                </a:cubicBezTo>
                <a:lnTo>
                  <a:pt x="9854" y="2117"/>
                </a:lnTo>
                <a:lnTo>
                  <a:pt x="7946" y="5454"/>
                </a:lnTo>
                <a:lnTo>
                  <a:pt x="5759" y="5454"/>
                </a:lnTo>
                <a:lnTo>
                  <a:pt x="5698" y="5419"/>
                </a:lnTo>
                <a:lnTo>
                  <a:pt x="5678" y="5454"/>
                </a:lnTo>
                <a:lnTo>
                  <a:pt x="4545" y="5454"/>
                </a:lnTo>
                <a:cubicBezTo>
                  <a:pt x="4545" y="5454"/>
                  <a:pt x="6811" y="1488"/>
                  <a:pt x="6811" y="1488"/>
                </a:cubicBezTo>
                <a:close/>
                <a:moveTo>
                  <a:pt x="15577" y="5454"/>
                </a:moveTo>
                <a:lnTo>
                  <a:pt x="9079" y="5454"/>
                </a:lnTo>
                <a:lnTo>
                  <a:pt x="10704" y="2612"/>
                </a:lnTo>
                <a:cubicBezTo>
                  <a:pt x="10704" y="2612"/>
                  <a:pt x="15577" y="5454"/>
                  <a:pt x="15577" y="5454"/>
                </a:cubicBezTo>
                <a:close/>
                <a:moveTo>
                  <a:pt x="15930" y="2759"/>
                </a:moveTo>
                <a:cubicBezTo>
                  <a:pt x="16454" y="2617"/>
                  <a:pt x="16991" y="2931"/>
                  <a:pt x="17132" y="3460"/>
                </a:cubicBezTo>
                <a:lnTo>
                  <a:pt x="17661" y="5454"/>
                </a:lnTo>
                <a:lnTo>
                  <a:pt x="17540" y="5454"/>
                </a:lnTo>
                <a:lnTo>
                  <a:pt x="16279" y="4718"/>
                </a:lnTo>
                <a:lnTo>
                  <a:pt x="16438" y="4674"/>
                </a:lnTo>
                <a:lnTo>
                  <a:pt x="16184" y="3716"/>
                </a:lnTo>
                <a:lnTo>
                  <a:pt x="15236" y="3973"/>
                </a:lnTo>
                <a:lnTo>
                  <a:pt x="15279" y="4135"/>
                </a:lnTo>
                <a:lnTo>
                  <a:pt x="14076" y="3434"/>
                </a:lnTo>
                <a:lnTo>
                  <a:pt x="14033" y="3272"/>
                </a:lnTo>
                <a:cubicBezTo>
                  <a:pt x="14033" y="3272"/>
                  <a:pt x="15930" y="2759"/>
                  <a:pt x="15930" y="2759"/>
                </a:cubicBezTo>
                <a:close/>
                <a:moveTo>
                  <a:pt x="20618" y="5454"/>
                </a:moveTo>
                <a:lnTo>
                  <a:pt x="18678" y="5454"/>
                </a:lnTo>
                <a:lnTo>
                  <a:pt x="18081" y="3203"/>
                </a:lnTo>
                <a:cubicBezTo>
                  <a:pt x="17800" y="2145"/>
                  <a:pt x="16724" y="1518"/>
                  <a:pt x="15676" y="1801"/>
                </a:cubicBezTo>
                <a:lnTo>
                  <a:pt x="12671" y="2615"/>
                </a:lnTo>
                <a:lnTo>
                  <a:pt x="8644" y="266"/>
                </a:lnTo>
                <a:cubicBezTo>
                  <a:pt x="7704" y="-281"/>
                  <a:pt x="6504" y="44"/>
                  <a:pt x="5961" y="992"/>
                </a:cubicBezTo>
                <a:lnTo>
                  <a:pt x="3410" y="5454"/>
                </a:lnTo>
                <a:lnTo>
                  <a:pt x="982" y="5454"/>
                </a:lnTo>
                <a:cubicBezTo>
                  <a:pt x="440" y="5454"/>
                  <a:pt x="0" y="5898"/>
                  <a:pt x="0" y="6445"/>
                </a:cubicBezTo>
                <a:lnTo>
                  <a:pt x="0" y="8428"/>
                </a:lnTo>
                <a:cubicBezTo>
                  <a:pt x="0" y="8977"/>
                  <a:pt x="440" y="9420"/>
                  <a:pt x="982" y="9420"/>
                </a:cubicBezTo>
                <a:lnTo>
                  <a:pt x="1964" y="9420"/>
                </a:lnTo>
                <a:lnTo>
                  <a:pt x="1964" y="20327"/>
                </a:lnTo>
                <a:cubicBezTo>
                  <a:pt x="1964" y="20875"/>
                  <a:pt x="2403" y="21319"/>
                  <a:pt x="2945" y="21319"/>
                </a:cubicBezTo>
                <a:lnTo>
                  <a:pt x="18655" y="21319"/>
                </a:lnTo>
                <a:cubicBezTo>
                  <a:pt x="19197" y="21319"/>
                  <a:pt x="19636" y="20875"/>
                  <a:pt x="19636" y="20327"/>
                </a:cubicBezTo>
                <a:lnTo>
                  <a:pt x="19636" y="9420"/>
                </a:lnTo>
                <a:lnTo>
                  <a:pt x="20618" y="9420"/>
                </a:lnTo>
                <a:cubicBezTo>
                  <a:pt x="21160" y="9420"/>
                  <a:pt x="21600" y="8977"/>
                  <a:pt x="21600" y="8428"/>
                </a:cubicBezTo>
                <a:lnTo>
                  <a:pt x="21600" y="6445"/>
                </a:lnTo>
                <a:cubicBezTo>
                  <a:pt x="21600" y="5898"/>
                  <a:pt x="21160" y="5454"/>
                  <a:pt x="20618" y="5454"/>
                </a:cubicBezTo>
                <a:moveTo>
                  <a:pt x="7855" y="12395"/>
                </a:moveTo>
                <a:lnTo>
                  <a:pt x="13745" y="12395"/>
                </a:lnTo>
                <a:lnTo>
                  <a:pt x="13745" y="13386"/>
                </a:lnTo>
                <a:lnTo>
                  <a:pt x="7855" y="13386"/>
                </a:lnTo>
                <a:cubicBezTo>
                  <a:pt x="7855" y="13386"/>
                  <a:pt x="7855" y="12395"/>
                  <a:pt x="7855" y="12395"/>
                </a:cubicBezTo>
                <a:close/>
                <a:moveTo>
                  <a:pt x="7855" y="14378"/>
                </a:moveTo>
                <a:lnTo>
                  <a:pt x="13745" y="14378"/>
                </a:lnTo>
                <a:cubicBezTo>
                  <a:pt x="14288" y="14378"/>
                  <a:pt x="14727" y="13934"/>
                  <a:pt x="14727" y="13386"/>
                </a:cubicBezTo>
                <a:lnTo>
                  <a:pt x="14727" y="12395"/>
                </a:lnTo>
                <a:cubicBezTo>
                  <a:pt x="14727" y="11847"/>
                  <a:pt x="14288" y="11403"/>
                  <a:pt x="13745" y="11403"/>
                </a:cubicBezTo>
                <a:lnTo>
                  <a:pt x="7855" y="11403"/>
                </a:lnTo>
                <a:cubicBezTo>
                  <a:pt x="7312" y="11403"/>
                  <a:pt x="6873" y="11847"/>
                  <a:pt x="6873" y="12395"/>
                </a:cubicBezTo>
                <a:lnTo>
                  <a:pt x="6873" y="13386"/>
                </a:lnTo>
                <a:cubicBezTo>
                  <a:pt x="6873" y="13934"/>
                  <a:pt x="7312" y="14378"/>
                  <a:pt x="7855" y="1437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9" name="Shape 2571">
            <a:extLst>
              <a:ext uri="{FF2B5EF4-FFF2-40B4-BE49-F238E27FC236}">
                <a16:creationId xmlns:a16="http://schemas.microsoft.com/office/drawing/2014/main" id="{CFEAE0F9-299D-5474-FF77-4DF1F58B2B88}"/>
              </a:ext>
            </a:extLst>
          </p:cNvPr>
          <p:cNvSpPr/>
          <p:nvPr/>
        </p:nvSpPr>
        <p:spPr>
          <a:xfrm>
            <a:off x="4103988" y="4178138"/>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0" name="Shape 2572">
            <a:extLst>
              <a:ext uri="{FF2B5EF4-FFF2-40B4-BE49-F238E27FC236}">
                <a16:creationId xmlns:a16="http://schemas.microsoft.com/office/drawing/2014/main" id="{89D03F6E-3412-918B-A150-FF8D8BC49F96}"/>
              </a:ext>
            </a:extLst>
          </p:cNvPr>
          <p:cNvSpPr/>
          <p:nvPr/>
        </p:nvSpPr>
        <p:spPr>
          <a:xfrm>
            <a:off x="4637249" y="4178138"/>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moveTo>
                  <a:pt x="13745" y="8836"/>
                </a:moveTo>
                <a:lnTo>
                  <a:pt x="9818" y="8836"/>
                </a:lnTo>
                <a:lnTo>
                  <a:pt x="9818" y="4909"/>
                </a:lnTo>
                <a:cubicBezTo>
                  <a:pt x="9818" y="4638"/>
                  <a:pt x="9599" y="4418"/>
                  <a:pt x="9327" y="4418"/>
                </a:cubicBezTo>
                <a:cubicBezTo>
                  <a:pt x="9056" y="4418"/>
                  <a:pt x="8836" y="4638"/>
                  <a:pt x="8836" y="4909"/>
                </a:cubicBezTo>
                <a:lnTo>
                  <a:pt x="8836" y="8836"/>
                </a:lnTo>
                <a:lnTo>
                  <a:pt x="4909" y="8836"/>
                </a:lnTo>
                <a:cubicBezTo>
                  <a:pt x="4638" y="8836"/>
                  <a:pt x="4418" y="9056"/>
                  <a:pt x="4418" y="9327"/>
                </a:cubicBezTo>
                <a:cubicBezTo>
                  <a:pt x="4418" y="9599"/>
                  <a:pt x="4638" y="9818"/>
                  <a:pt x="4909" y="9818"/>
                </a:cubicBezTo>
                <a:lnTo>
                  <a:pt x="8836" y="9818"/>
                </a:lnTo>
                <a:lnTo>
                  <a:pt x="8836" y="13745"/>
                </a:lnTo>
                <a:cubicBezTo>
                  <a:pt x="8836" y="14017"/>
                  <a:pt x="9056" y="14236"/>
                  <a:pt x="9327" y="14236"/>
                </a:cubicBezTo>
                <a:cubicBezTo>
                  <a:pt x="9599" y="14236"/>
                  <a:pt x="9818" y="14017"/>
                  <a:pt x="9818" y="13745"/>
                </a:cubicBezTo>
                <a:lnTo>
                  <a:pt x="9818" y="9818"/>
                </a:lnTo>
                <a:lnTo>
                  <a:pt x="13745" y="9818"/>
                </a:lnTo>
                <a:cubicBezTo>
                  <a:pt x="14017" y="9818"/>
                  <a:pt x="14236" y="9599"/>
                  <a:pt x="14236" y="9327"/>
                </a:cubicBezTo>
                <a:cubicBezTo>
                  <a:pt x="14236" y="9056"/>
                  <a:pt x="14017" y="8836"/>
                  <a:pt x="13745" y="883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1" name="Shape 2573">
            <a:extLst>
              <a:ext uri="{FF2B5EF4-FFF2-40B4-BE49-F238E27FC236}">
                <a16:creationId xmlns:a16="http://schemas.microsoft.com/office/drawing/2014/main" id="{6A52F3A5-D626-6975-8BA7-0E7B3932C90F}"/>
              </a:ext>
            </a:extLst>
          </p:cNvPr>
          <p:cNvSpPr/>
          <p:nvPr/>
        </p:nvSpPr>
        <p:spPr>
          <a:xfrm>
            <a:off x="5170510" y="4178138"/>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moveTo>
                  <a:pt x="13745" y="8836"/>
                </a:moveTo>
                <a:lnTo>
                  <a:pt x="4909" y="8836"/>
                </a:lnTo>
                <a:cubicBezTo>
                  <a:pt x="4638" y="8836"/>
                  <a:pt x="4418" y="9056"/>
                  <a:pt x="4418" y="9327"/>
                </a:cubicBezTo>
                <a:cubicBezTo>
                  <a:pt x="4418" y="9599"/>
                  <a:pt x="4638" y="9818"/>
                  <a:pt x="4909" y="9818"/>
                </a:cubicBezTo>
                <a:lnTo>
                  <a:pt x="13745" y="9818"/>
                </a:lnTo>
                <a:cubicBezTo>
                  <a:pt x="14017" y="9818"/>
                  <a:pt x="14236" y="9599"/>
                  <a:pt x="14236" y="9327"/>
                </a:cubicBezTo>
                <a:cubicBezTo>
                  <a:pt x="14236" y="9056"/>
                  <a:pt x="14017" y="8836"/>
                  <a:pt x="13745" y="883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2" name="Shape 2574">
            <a:extLst>
              <a:ext uri="{FF2B5EF4-FFF2-40B4-BE49-F238E27FC236}">
                <a16:creationId xmlns:a16="http://schemas.microsoft.com/office/drawing/2014/main" id="{D9B2B83B-1983-E56C-7182-221157EA0717}"/>
              </a:ext>
            </a:extLst>
          </p:cNvPr>
          <p:cNvSpPr/>
          <p:nvPr/>
        </p:nvSpPr>
        <p:spPr>
          <a:xfrm>
            <a:off x="5716468" y="4178138"/>
            <a:ext cx="253935"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4909"/>
                </a:moveTo>
                <a:cubicBezTo>
                  <a:pt x="5432" y="4909"/>
                  <a:pt x="1080" y="4030"/>
                  <a:pt x="1080" y="2945"/>
                </a:cubicBezTo>
                <a:cubicBezTo>
                  <a:pt x="1080" y="1861"/>
                  <a:pt x="5432" y="982"/>
                  <a:pt x="10800" y="982"/>
                </a:cubicBezTo>
                <a:cubicBezTo>
                  <a:pt x="16168" y="982"/>
                  <a:pt x="20520" y="1861"/>
                  <a:pt x="20520" y="2945"/>
                </a:cubicBezTo>
                <a:cubicBezTo>
                  <a:pt x="20520" y="4030"/>
                  <a:pt x="16168" y="4909"/>
                  <a:pt x="10800" y="4909"/>
                </a:cubicBezTo>
                <a:moveTo>
                  <a:pt x="16305" y="8659"/>
                </a:moveTo>
                <a:cubicBezTo>
                  <a:pt x="14130" y="10260"/>
                  <a:pt x="11880" y="11916"/>
                  <a:pt x="11880" y="14727"/>
                </a:cubicBezTo>
                <a:cubicBezTo>
                  <a:pt x="11880" y="17561"/>
                  <a:pt x="11880" y="19270"/>
                  <a:pt x="11642" y="20135"/>
                </a:cubicBezTo>
                <a:cubicBezTo>
                  <a:pt x="11522" y="20573"/>
                  <a:pt x="11509" y="20618"/>
                  <a:pt x="10800" y="20618"/>
                </a:cubicBezTo>
                <a:cubicBezTo>
                  <a:pt x="10091" y="20618"/>
                  <a:pt x="10078" y="20573"/>
                  <a:pt x="9957" y="20135"/>
                </a:cubicBezTo>
                <a:cubicBezTo>
                  <a:pt x="9818" y="19627"/>
                  <a:pt x="9761" y="18820"/>
                  <a:pt x="9738" y="17673"/>
                </a:cubicBezTo>
                <a:lnTo>
                  <a:pt x="10260" y="17673"/>
                </a:lnTo>
                <a:cubicBezTo>
                  <a:pt x="10558" y="17673"/>
                  <a:pt x="10800" y="17453"/>
                  <a:pt x="10800" y="17182"/>
                </a:cubicBezTo>
                <a:cubicBezTo>
                  <a:pt x="10800" y="16911"/>
                  <a:pt x="10558" y="16691"/>
                  <a:pt x="10260" y="16691"/>
                </a:cubicBezTo>
                <a:lnTo>
                  <a:pt x="9724" y="16691"/>
                </a:lnTo>
                <a:cubicBezTo>
                  <a:pt x="9722" y="16381"/>
                  <a:pt x="9721" y="16059"/>
                  <a:pt x="9721" y="15709"/>
                </a:cubicBezTo>
                <a:lnTo>
                  <a:pt x="10260" y="15709"/>
                </a:lnTo>
                <a:cubicBezTo>
                  <a:pt x="10558" y="15709"/>
                  <a:pt x="10800" y="15489"/>
                  <a:pt x="10800" y="15218"/>
                </a:cubicBezTo>
                <a:cubicBezTo>
                  <a:pt x="10800" y="14947"/>
                  <a:pt x="10558" y="14727"/>
                  <a:pt x="10260" y="14727"/>
                </a:cubicBezTo>
                <a:lnTo>
                  <a:pt x="9720" y="14727"/>
                </a:lnTo>
                <a:cubicBezTo>
                  <a:pt x="9720" y="11916"/>
                  <a:pt x="7470" y="10260"/>
                  <a:pt x="5295" y="8659"/>
                </a:cubicBezTo>
                <a:cubicBezTo>
                  <a:pt x="3543" y="7370"/>
                  <a:pt x="1872" y="6139"/>
                  <a:pt x="1294" y="4344"/>
                </a:cubicBezTo>
                <a:cubicBezTo>
                  <a:pt x="3119" y="5266"/>
                  <a:pt x="6691" y="5891"/>
                  <a:pt x="10800" y="5891"/>
                </a:cubicBezTo>
                <a:cubicBezTo>
                  <a:pt x="14905" y="5891"/>
                  <a:pt x="18475" y="5266"/>
                  <a:pt x="20302" y="4347"/>
                </a:cubicBezTo>
                <a:cubicBezTo>
                  <a:pt x="19721" y="6143"/>
                  <a:pt x="18053" y="7373"/>
                  <a:pt x="16305" y="8659"/>
                </a:cubicBezTo>
                <a:moveTo>
                  <a:pt x="10800" y="0"/>
                </a:moveTo>
                <a:cubicBezTo>
                  <a:pt x="4835" y="0"/>
                  <a:pt x="0" y="1319"/>
                  <a:pt x="0" y="2945"/>
                </a:cubicBezTo>
                <a:cubicBezTo>
                  <a:pt x="0" y="8836"/>
                  <a:pt x="8640" y="9818"/>
                  <a:pt x="8640" y="14727"/>
                </a:cubicBezTo>
                <a:lnTo>
                  <a:pt x="8640" y="15217"/>
                </a:lnTo>
                <a:lnTo>
                  <a:pt x="8640" y="15218"/>
                </a:lnTo>
                <a:lnTo>
                  <a:pt x="8640" y="15219"/>
                </a:lnTo>
                <a:cubicBezTo>
                  <a:pt x="8641" y="15938"/>
                  <a:pt x="8642" y="16572"/>
                  <a:pt x="8649" y="17142"/>
                </a:cubicBezTo>
                <a:cubicBezTo>
                  <a:pt x="8647" y="17155"/>
                  <a:pt x="8640" y="17168"/>
                  <a:pt x="8640" y="17182"/>
                </a:cubicBezTo>
                <a:cubicBezTo>
                  <a:pt x="8640" y="17199"/>
                  <a:pt x="8648" y="17212"/>
                  <a:pt x="8651" y="17230"/>
                </a:cubicBezTo>
                <a:cubicBezTo>
                  <a:pt x="8699" y="20896"/>
                  <a:pt x="8995" y="21600"/>
                  <a:pt x="10800" y="21600"/>
                </a:cubicBezTo>
                <a:cubicBezTo>
                  <a:pt x="12960" y="21600"/>
                  <a:pt x="12960" y="20618"/>
                  <a:pt x="12960" y="14727"/>
                </a:cubicBezTo>
                <a:cubicBezTo>
                  <a:pt x="12960" y="9818"/>
                  <a:pt x="21600" y="8836"/>
                  <a:pt x="21600" y="2945"/>
                </a:cubicBezTo>
                <a:cubicBezTo>
                  <a:pt x="21600" y="1319"/>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3" name="Shape 2575">
            <a:extLst>
              <a:ext uri="{FF2B5EF4-FFF2-40B4-BE49-F238E27FC236}">
                <a16:creationId xmlns:a16="http://schemas.microsoft.com/office/drawing/2014/main" id="{C37F356B-18A8-F883-5110-0EA8C00311BE}"/>
              </a:ext>
            </a:extLst>
          </p:cNvPr>
          <p:cNvSpPr/>
          <p:nvPr/>
        </p:nvSpPr>
        <p:spPr>
          <a:xfrm>
            <a:off x="904422" y="47113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109" y="14727"/>
                </a:moveTo>
                <a:lnTo>
                  <a:pt x="18655" y="14727"/>
                </a:lnTo>
                <a:lnTo>
                  <a:pt x="18655" y="12273"/>
                </a:lnTo>
                <a:cubicBezTo>
                  <a:pt x="18655" y="12002"/>
                  <a:pt x="18434" y="11782"/>
                  <a:pt x="18164" y="11782"/>
                </a:cubicBezTo>
                <a:cubicBezTo>
                  <a:pt x="17893" y="11782"/>
                  <a:pt x="17673" y="12002"/>
                  <a:pt x="17673" y="12273"/>
                </a:cubicBezTo>
                <a:lnTo>
                  <a:pt x="17673" y="14727"/>
                </a:lnTo>
                <a:lnTo>
                  <a:pt x="15218" y="14727"/>
                </a:lnTo>
                <a:cubicBezTo>
                  <a:pt x="14947" y="14727"/>
                  <a:pt x="14727" y="14947"/>
                  <a:pt x="14727" y="15218"/>
                </a:cubicBezTo>
                <a:cubicBezTo>
                  <a:pt x="14727" y="15490"/>
                  <a:pt x="14947" y="15709"/>
                  <a:pt x="15218" y="15709"/>
                </a:cubicBezTo>
                <a:lnTo>
                  <a:pt x="17673" y="15709"/>
                </a:lnTo>
                <a:lnTo>
                  <a:pt x="17673" y="18164"/>
                </a:lnTo>
                <a:cubicBezTo>
                  <a:pt x="17673" y="18435"/>
                  <a:pt x="17893" y="18655"/>
                  <a:pt x="18164" y="18655"/>
                </a:cubicBezTo>
                <a:cubicBezTo>
                  <a:pt x="18434" y="18655"/>
                  <a:pt x="18655" y="18435"/>
                  <a:pt x="18655" y="18164"/>
                </a:cubicBezTo>
                <a:lnTo>
                  <a:pt x="18655" y="15709"/>
                </a:lnTo>
                <a:lnTo>
                  <a:pt x="21109" y="15709"/>
                </a:lnTo>
                <a:cubicBezTo>
                  <a:pt x="21380" y="15709"/>
                  <a:pt x="21600" y="15490"/>
                  <a:pt x="21600" y="15218"/>
                </a:cubicBezTo>
                <a:cubicBezTo>
                  <a:pt x="21600" y="14947"/>
                  <a:pt x="21380" y="14727"/>
                  <a:pt x="21109" y="14727"/>
                </a:cubicBezTo>
                <a:moveTo>
                  <a:pt x="14823" y="8659"/>
                </a:moveTo>
                <a:cubicBezTo>
                  <a:pt x="12845" y="10260"/>
                  <a:pt x="10800" y="11916"/>
                  <a:pt x="10800" y="14727"/>
                </a:cubicBezTo>
                <a:cubicBezTo>
                  <a:pt x="10800" y="17561"/>
                  <a:pt x="10800" y="19270"/>
                  <a:pt x="10584" y="20135"/>
                </a:cubicBezTo>
                <a:cubicBezTo>
                  <a:pt x="10474" y="20573"/>
                  <a:pt x="10463" y="20618"/>
                  <a:pt x="9818" y="20618"/>
                </a:cubicBezTo>
                <a:cubicBezTo>
                  <a:pt x="9173" y="20618"/>
                  <a:pt x="9162" y="20573"/>
                  <a:pt x="9052" y="20135"/>
                </a:cubicBezTo>
                <a:cubicBezTo>
                  <a:pt x="8926" y="19627"/>
                  <a:pt x="8874" y="18820"/>
                  <a:pt x="8853" y="17673"/>
                </a:cubicBezTo>
                <a:lnTo>
                  <a:pt x="9327" y="17673"/>
                </a:lnTo>
                <a:cubicBezTo>
                  <a:pt x="9598" y="17673"/>
                  <a:pt x="9818" y="17453"/>
                  <a:pt x="9818" y="17182"/>
                </a:cubicBezTo>
                <a:cubicBezTo>
                  <a:pt x="9818" y="16910"/>
                  <a:pt x="9598" y="16691"/>
                  <a:pt x="9327" y="16691"/>
                </a:cubicBezTo>
                <a:lnTo>
                  <a:pt x="8840" y="16691"/>
                </a:lnTo>
                <a:cubicBezTo>
                  <a:pt x="8838" y="16381"/>
                  <a:pt x="8837" y="16059"/>
                  <a:pt x="8837" y="15709"/>
                </a:cubicBezTo>
                <a:lnTo>
                  <a:pt x="9327" y="15709"/>
                </a:lnTo>
                <a:cubicBezTo>
                  <a:pt x="9598" y="15709"/>
                  <a:pt x="9818" y="15490"/>
                  <a:pt x="9818" y="15218"/>
                </a:cubicBezTo>
                <a:cubicBezTo>
                  <a:pt x="9818" y="14947"/>
                  <a:pt x="9598" y="14727"/>
                  <a:pt x="9327" y="14727"/>
                </a:cubicBezTo>
                <a:lnTo>
                  <a:pt x="8836" y="14727"/>
                </a:lnTo>
                <a:cubicBezTo>
                  <a:pt x="8836" y="11916"/>
                  <a:pt x="6791" y="10260"/>
                  <a:pt x="4813" y="8659"/>
                </a:cubicBezTo>
                <a:cubicBezTo>
                  <a:pt x="3221" y="7370"/>
                  <a:pt x="1702" y="6139"/>
                  <a:pt x="1176" y="4344"/>
                </a:cubicBezTo>
                <a:cubicBezTo>
                  <a:pt x="2835" y="5266"/>
                  <a:pt x="6083" y="5891"/>
                  <a:pt x="9818" y="5891"/>
                </a:cubicBezTo>
                <a:cubicBezTo>
                  <a:pt x="13550" y="5891"/>
                  <a:pt x="16795" y="5266"/>
                  <a:pt x="18456" y="4347"/>
                </a:cubicBezTo>
                <a:cubicBezTo>
                  <a:pt x="17928" y="6143"/>
                  <a:pt x="16412" y="7373"/>
                  <a:pt x="14823" y="8659"/>
                </a:cubicBezTo>
                <a:moveTo>
                  <a:pt x="982" y="2945"/>
                </a:moveTo>
                <a:cubicBezTo>
                  <a:pt x="982" y="1861"/>
                  <a:pt x="4938" y="982"/>
                  <a:pt x="9818" y="982"/>
                </a:cubicBezTo>
                <a:cubicBezTo>
                  <a:pt x="14698" y="982"/>
                  <a:pt x="18655" y="1861"/>
                  <a:pt x="18655" y="2945"/>
                </a:cubicBezTo>
                <a:cubicBezTo>
                  <a:pt x="18655" y="4031"/>
                  <a:pt x="14698" y="4909"/>
                  <a:pt x="9818" y="4909"/>
                </a:cubicBezTo>
                <a:cubicBezTo>
                  <a:pt x="4938" y="4909"/>
                  <a:pt x="982" y="4031"/>
                  <a:pt x="982" y="2945"/>
                </a:cubicBezTo>
                <a:moveTo>
                  <a:pt x="19636" y="2945"/>
                </a:moveTo>
                <a:cubicBezTo>
                  <a:pt x="19636" y="1319"/>
                  <a:pt x="15241" y="0"/>
                  <a:pt x="9818" y="0"/>
                </a:cubicBezTo>
                <a:cubicBezTo>
                  <a:pt x="4396" y="0"/>
                  <a:pt x="0" y="1319"/>
                  <a:pt x="0" y="2945"/>
                </a:cubicBezTo>
                <a:cubicBezTo>
                  <a:pt x="0" y="8836"/>
                  <a:pt x="7855" y="9818"/>
                  <a:pt x="7855" y="14727"/>
                </a:cubicBezTo>
                <a:cubicBezTo>
                  <a:pt x="7855" y="14900"/>
                  <a:pt x="7855" y="15053"/>
                  <a:pt x="7855" y="15217"/>
                </a:cubicBezTo>
                <a:cubicBezTo>
                  <a:pt x="7855" y="15217"/>
                  <a:pt x="7855" y="15218"/>
                  <a:pt x="7855" y="15218"/>
                </a:cubicBezTo>
                <a:cubicBezTo>
                  <a:pt x="7855" y="15219"/>
                  <a:pt x="7855" y="15219"/>
                  <a:pt x="7855" y="15219"/>
                </a:cubicBezTo>
                <a:cubicBezTo>
                  <a:pt x="7855" y="15938"/>
                  <a:pt x="7856" y="16572"/>
                  <a:pt x="7863" y="17142"/>
                </a:cubicBezTo>
                <a:cubicBezTo>
                  <a:pt x="7861" y="17155"/>
                  <a:pt x="7855" y="17168"/>
                  <a:pt x="7855" y="17182"/>
                </a:cubicBezTo>
                <a:cubicBezTo>
                  <a:pt x="7855" y="17199"/>
                  <a:pt x="7862" y="17212"/>
                  <a:pt x="7864" y="17229"/>
                </a:cubicBezTo>
                <a:cubicBezTo>
                  <a:pt x="7908" y="20896"/>
                  <a:pt x="8177" y="21600"/>
                  <a:pt x="9818" y="21600"/>
                </a:cubicBezTo>
                <a:cubicBezTo>
                  <a:pt x="11782" y="21600"/>
                  <a:pt x="11782" y="20618"/>
                  <a:pt x="11782" y="14727"/>
                </a:cubicBezTo>
                <a:cubicBezTo>
                  <a:pt x="11782" y="9818"/>
                  <a:pt x="19636" y="8836"/>
                  <a:pt x="19636" y="294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4" name="Shape 2576">
            <a:extLst>
              <a:ext uri="{FF2B5EF4-FFF2-40B4-BE49-F238E27FC236}">
                <a16:creationId xmlns:a16="http://schemas.microsoft.com/office/drawing/2014/main" id="{60E87541-1CA4-6820-A78C-12388599B62E}"/>
              </a:ext>
            </a:extLst>
          </p:cNvPr>
          <p:cNvSpPr/>
          <p:nvPr/>
        </p:nvSpPr>
        <p:spPr>
          <a:xfrm>
            <a:off x="1437683" y="47113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109" y="14727"/>
                </a:moveTo>
                <a:lnTo>
                  <a:pt x="15218" y="14727"/>
                </a:lnTo>
                <a:cubicBezTo>
                  <a:pt x="14947" y="14727"/>
                  <a:pt x="14727" y="14947"/>
                  <a:pt x="14727" y="15218"/>
                </a:cubicBezTo>
                <a:cubicBezTo>
                  <a:pt x="14727" y="15490"/>
                  <a:pt x="14947" y="15709"/>
                  <a:pt x="15218" y="15709"/>
                </a:cubicBezTo>
                <a:lnTo>
                  <a:pt x="21109" y="15709"/>
                </a:lnTo>
                <a:cubicBezTo>
                  <a:pt x="21380" y="15709"/>
                  <a:pt x="21600" y="15490"/>
                  <a:pt x="21600" y="15218"/>
                </a:cubicBezTo>
                <a:cubicBezTo>
                  <a:pt x="21600" y="14947"/>
                  <a:pt x="21380" y="14727"/>
                  <a:pt x="21109" y="14727"/>
                </a:cubicBezTo>
                <a:moveTo>
                  <a:pt x="14823" y="8659"/>
                </a:moveTo>
                <a:cubicBezTo>
                  <a:pt x="12845" y="10260"/>
                  <a:pt x="10800" y="11916"/>
                  <a:pt x="10800" y="14727"/>
                </a:cubicBezTo>
                <a:cubicBezTo>
                  <a:pt x="10800" y="17561"/>
                  <a:pt x="10800" y="19270"/>
                  <a:pt x="10584" y="20135"/>
                </a:cubicBezTo>
                <a:cubicBezTo>
                  <a:pt x="10474" y="20573"/>
                  <a:pt x="10463" y="20618"/>
                  <a:pt x="9818" y="20618"/>
                </a:cubicBezTo>
                <a:cubicBezTo>
                  <a:pt x="9173" y="20618"/>
                  <a:pt x="9162" y="20573"/>
                  <a:pt x="9052" y="20135"/>
                </a:cubicBezTo>
                <a:cubicBezTo>
                  <a:pt x="8926" y="19627"/>
                  <a:pt x="8874" y="18820"/>
                  <a:pt x="8853" y="17673"/>
                </a:cubicBezTo>
                <a:lnTo>
                  <a:pt x="9327" y="17673"/>
                </a:lnTo>
                <a:cubicBezTo>
                  <a:pt x="9598" y="17673"/>
                  <a:pt x="9818" y="17453"/>
                  <a:pt x="9818" y="17182"/>
                </a:cubicBezTo>
                <a:cubicBezTo>
                  <a:pt x="9818" y="16910"/>
                  <a:pt x="9598" y="16691"/>
                  <a:pt x="9327" y="16691"/>
                </a:cubicBezTo>
                <a:lnTo>
                  <a:pt x="8840" y="16691"/>
                </a:lnTo>
                <a:cubicBezTo>
                  <a:pt x="8838" y="16381"/>
                  <a:pt x="8837" y="16059"/>
                  <a:pt x="8837" y="15709"/>
                </a:cubicBezTo>
                <a:lnTo>
                  <a:pt x="9327" y="15709"/>
                </a:lnTo>
                <a:cubicBezTo>
                  <a:pt x="9598" y="15709"/>
                  <a:pt x="9818" y="15490"/>
                  <a:pt x="9818" y="15218"/>
                </a:cubicBezTo>
                <a:cubicBezTo>
                  <a:pt x="9818" y="14947"/>
                  <a:pt x="9598" y="14727"/>
                  <a:pt x="9327" y="14727"/>
                </a:cubicBezTo>
                <a:lnTo>
                  <a:pt x="8836" y="14727"/>
                </a:lnTo>
                <a:cubicBezTo>
                  <a:pt x="8836" y="11916"/>
                  <a:pt x="6791" y="10260"/>
                  <a:pt x="4813" y="8659"/>
                </a:cubicBezTo>
                <a:cubicBezTo>
                  <a:pt x="3221" y="7370"/>
                  <a:pt x="1702" y="6139"/>
                  <a:pt x="1176" y="4344"/>
                </a:cubicBezTo>
                <a:cubicBezTo>
                  <a:pt x="2835" y="5266"/>
                  <a:pt x="6083" y="5891"/>
                  <a:pt x="9818" y="5891"/>
                </a:cubicBezTo>
                <a:cubicBezTo>
                  <a:pt x="13550" y="5891"/>
                  <a:pt x="16795" y="5266"/>
                  <a:pt x="18456" y="4347"/>
                </a:cubicBezTo>
                <a:cubicBezTo>
                  <a:pt x="17928" y="6143"/>
                  <a:pt x="16412" y="7373"/>
                  <a:pt x="14823" y="8659"/>
                </a:cubicBezTo>
                <a:moveTo>
                  <a:pt x="982" y="2945"/>
                </a:moveTo>
                <a:cubicBezTo>
                  <a:pt x="982" y="1861"/>
                  <a:pt x="4938" y="982"/>
                  <a:pt x="9818" y="982"/>
                </a:cubicBezTo>
                <a:cubicBezTo>
                  <a:pt x="14698" y="982"/>
                  <a:pt x="18655" y="1861"/>
                  <a:pt x="18655" y="2945"/>
                </a:cubicBezTo>
                <a:cubicBezTo>
                  <a:pt x="18655" y="4031"/>
                  <a:pt x="14698" y="4909"/>
                  <a:pt x="9818" y="4909"/>
                </a:cubicBezTo>
                <a:cubicBezTo>
                  <a:pt x="4938" y="4909"/>
                  <a:pt x="982" y="4031"/>
                  <a:pt x="982" y="2945"/>
                </a:cubicBezTo>
                <a:moveTo>
                  <a:pt x="19636" y="2945"/>
                </a:moveTo>
                <a:cubicBezTo>
                  <a:pt x="19636" y="1319"/>
                  <a:pt x="15241" y="0"/>
                  <a:pt x="9818" y="0"/>
                </a:cubicBezTo>
                <a:cubicBezTo>
                  <a:pt x="4396" y="0"/>
                  <a:pt x="0" y="1319"/>
                  <a:pt x="0" y="2945"/>
                </a:cubicBezTo>
                <a:cubicBezTo>
                  <a:pt x="0" y="8836"/>
                  <a:pt x="7855" y="9818"/>
                  <a:pt x="7855" y="14727"/>
                </a:cubicBezTo>
                <a:cubicBezTo>
                  <a:pt x="7855" y="14900"/>
                  <a:pt x="7855" y="15053"/>
                  <a:pt x="7855" y="15217"/>
                </a:cubicBezTo>
                <a:cubicBezTo>
                  <a:pt x="7855" y="15217"/>
                  <a:pt x="7855" y="15218"/>
                  <a:pt x="7855" y="15218"/>
                </a:cubicBezTo>
                <a:cubicBezTo>
                  <a:pt x="7855" y="15219"/>
                  <a:pt x="7855" y="15219"/>
                  <a:pt x="7855" y="15219"/>
                </a:cubicBezTo>
                <a:cubicBezTo>
                  <a:pt x="7855" y="15938"/>
                  <a:pt x="7856" y="16572"/>
                  <a:pt x="7863" y="17142"/>
                </a:cubicBezTo>
                <a:cubicBezTo>
                  <a:pt x="7861" y="17155"/>
                  <a:pt x="7855" y="17168"/>
                  <a:pt x="7855" y="17182"/>
                </a:cubicBezTo>
                <a:cubicBezTo>
                  <a:pt x="7855" y="17199"/>
                  <a:pt x="7862" y="17212"/>
                  <a:pt x="7864" y="17229"/>
                </a:cubicBezTo>
                <a:cubicBezTo>
                  <a:pt x="7908" y="20896"/>
                  <a:pt x="8177" y="21600"/>
                  <a:pt x="9818" y="21600"/>
                </a:cubicBezTo>
                <a:cubicBezTo>
                  <a:pt x="11782" y="21600"/>
                  <a:pt x="11782" y="20618"/>
                  <a:pt x="11782" y="14727"/>
                </a:cubicBezTo>
                <a:cubicBezTo>
                  <a:pt x="11782" y="9818"/>
                  <a:pt x="19636" y="8836"/>
                  <a:pt x="19636" y="294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5" name="Shape 2577">
            <a:extLst>
              <a:ext uri="{FF2B5EF4-FFF2-40B4-BE49-F238E27FC236}">
                <a16:creationId xmlns:a16="http://schemas.microsoft.com/office/drawing/2014/main" id="{7BEFF14E-B6A0-DD4A-05B0-1BD7086C4EE4}"/>
              </a:ext>
            </a:extLst>
          </p:cNvPr>
          <p:cNvSpPr/>
          <p:nvPr/>
        </p:nvSpPr>
        <p:spPr>
          <a:xfrm>
            <a:off x="1983640" y="4711399"/>
            <a:ext cx="253935" cy="279328"/>
          </a:xfrm>
          <a:custGeom>
            <a:avLst/>
            <a:gdLst/>
            <a:ahLst/>
            <a:cxnLst>
              <a:cxn ang="0">
                <a:pos x="wd2" y="hd2"/>
              </a:cxn>
              <a:cxn ang="5400000">
                <a:pos x="wd2" y="hd2"/>
              </a:cxn>
              <a:cxn ang="10800000">
                <a:pos x="wd2" y="hd2"/>
              </a:cxn>
              <a:cxn ang="16200000">
                <a:pos x="wd2" y="hd2"/>
              </a:cxn>
            </a:cxnLst>
            <a:rect l="0" t="0" r="r" b="b"/>
            <a:pathLst>
              <a:path w="21600" h="21600" extrusionOk="0">
                <a:moveTo>
                  <a:pt x="20520" y="4979"/>
                </a:moveTo>
                <a:lnTo>
                  <a:pt x="7560" y="6792"/>
                </a:lnTo>
                <a:lnTo>
                  <a:pt x="7560" y="2876"/>
                </a:lnTo>
                <a:lnTo>
                  <a:pt x="20520" y="1063"/>
                </a:lnTo>
                <a:cubicBezTo>
                  <a:pt x="20520" y="1063"/>
                  <a:pt x="20520" y="4979"/>
                  <a:pt x="20520" y="4979"/>
                </a:cubicBezTo>
                <a:close/>
                <a:moveTo>
                  <a:pt x="18900" y="17673"/>
                </a:moveTo>
                <a:lnTo>
                  <a:pt x="16740" y="17673"/>
                </a:lnTo>
                <a:cubicBezTo>
                  <a:pt x="15845" y="17673"/>
                  <a:pt x="15120" y="17014"/>
                  <a:pt x="15120" y="16200"/>
                </a:cubicBezTo>
                <a:cubicBezTo>
                  <a:pt x="15120" y="15387"/>
                  <a:pt x="15845" y="14727"/>
                  <a:pt x="16740" y="14727"/>
                </a:cubicBezTo>
                <a:lnTo>
                  <a:pt x="18900" y="14727"/>
                </a:lnTo>
                <a:cubicBezTo>
                  <a:pt x="19795" y="14727"/>
                  <a:pt x="20520" y="15387"/>
                  <a:pt x="20520" y="16200"/>
                </a:cubicBezTo>
                <a:cubicBezTo>
                  <a:pt x="20520" y="17014"/>
                  <a:pt x="19795" y="17673"/>
                  <a:pt x="18900" y="17673"/>
                </a:cubicBezTo>
                <a:moveTo>
                  <a:pt x="4860" y="20618"/>
                </a:moveTo>
                <a:lnTo>
                  <a:pt x="2700" y="20618"/>
                </a:lnTo>
                <a:cubicBezTo>
                  <a:pt x="1805" y="20618"/>
                  <a:pt x="1080" y="19959"/>
                  <a:pt x="1080" y="19146"/>
                </a:cubicBezTo>
                <a:cubicBezTo>
                  <a:pt x="1080" y="18332"/>
                  <a:pt x="1805" y="17673"/>
                  <a:pt x="2700" y="17673"/>
                </a:cubicBezTo>
                <a:lnTo>
                  <a:pt x="4860" y="17673"/>
                </a:lnTo>
                <a:cubicBezTo>
                  <a:pt x="5755" y="17673"/>
                  <a:pt x="6480" y="18332"/>
                  <a:pt x="6480" y="19146"/>
                </a:cubicBezTo>
                <a:cubicBezTo>
                  <a:pt x="6480" y="19959"/>
                  <a:pt x="5755" y="20618"/>
                  <a:pt x="4860" y="20618"/>
                </a:cubicBezTo>
                <a:moveTo>
                  <a:pt x="21060" y="0"/>
                </a:moveTo>
                <a:cubicBezTo>
                  <a:pt x="21031" y="0"/>
                  <a:pt x="21006" y="11"/>
                  <a:pt x="20980" y="15"/>
                </a:cubicBezTo>
                <a:lnTo>
                  <a:pt x="20978" y="6"/>
                </a:lnTo>
                <a:lnTo>
                  <a:pt x="6938" y="1969"/>
                </a:lnTo>
                <a:lnTo>
                  <a:pt x="6940" y="1979"/>
                </a:lnTo>
                <a:cubicBezTo>
                  <a:pt x="6681" y="2016"/>
                  <a:pt x="6480" y="2210"/>
                  <a:pt x="6480" y="2455"/>
                </a:cubicBezTo>
                <a:lnTo>
                  <a:pt x="6480" y="17193"/>
                </a:lnTo>
                <a:cubicBezTo>
                  <a:pt x="6028" y="16882"/>
                  <a:pt x="5471" y="16691"/>
                  <a:pt x="4860" y="16691"/>
                </a:cubicBezTo>
                <a:lnTo>
                  <a:pt x="2700" y="16691"/>
                </a:lnTo>
                <a:cubicBezTo>
                  <a:pt x="1209" y="16691"/>
                  <a:pt x="0" y="17790"/>
                  <a:pt x="0" y="19146"/>
                </a:cubicBezTo>
                <a:cubicBezTo>
                  <a:pt x="0" y="20501"/>
                  <a:pt x="1209" y="21600"/>
                  <a:pt x="2700" y="21600"/>
                </a:cubicBezTo>
                <a:lnTo>
                  <a:pt x="4860" y="21600"/>
                </a:lnTo>
                <a:cubicBezTo>
                  <a:pt x="6352" y="21600"/>
                  <a:pt x="7560" y="20501"/>
                  <a:pt x="7560" y="19146"/>
                </a:cubicBezTo>
                <a:lnTo>
                  <a:pt x="7560" y="7785"/>
                </a:lnTo>
                <a:lnTo>
                  <a:pt x="20520" y="5972"/>
                </a:lnTo>
                <a:lnTo>
                  <a:pt x="20520" y="14248"/>
                </a:lnTo>
                <a:cubicBezTo>
                  <a:pt x="20068" y="13937"/>
                  <a:pt x="19511" y="13745"/>
                  <a:pt x="18900" y="13745"/>
                </a:cubicBezTo>
                <a:lnTo>
                  <a:pt x="16740" y="13745"/>
                </a:lnTo>
                <a:cubicBezTo>
                  <a:pt x="15249" y="13745"/>
                  <a:pt x="14040" y="14845"/>
                  <a:pt x="14040" y="16200"/>
                </a:cubicBezTo>
                <a:cubicBezTo>
                  <a:pt x="14040" y="17556"/>
                  <a:pt x="15249" y="18655"/>
                  <a:pt x="16740" y="18655"/>
                </a:cubicBezTo>
                <a:lnTo>
                  <a:pt x="18900" y="18655"/>
                </a:lnTo>
                <a:cubicBezTo>
                  <a:pt x="20392" y="18655"/>
                  <a:pt x="21600" y="17556"/>
                  <a:pt x="21600" y="16200"/>
                </a:cubicBezTo>
                <a:lnTo>
                  <a:pt x="21600" y="491"/>
                </a:lnTo>
                <a:cubicBezTo>
                  <a:pt x="21600" y="220"/>
                  <a:pt x="21358" y="0"/>
                  <a:pt x="2106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6" name="Shape 2578">
            <a:extLst>
              <a:ext uri="{FF2B5EF4-FFF2-40B4-BE49-F238E27FC236}">
                <a16:creationId xmlns:a16="http://schemas.microsoft.com/office/drawing/2014/main" id="{56A7C77E-5C53-4FF7-1C2A-07E3C3F05E3C}"/>
              </a:ext>
            </a:extLst>
          </p:cNvPr>
          <p:cNvSpPr/>
          <p:nvPr/>
        </p:nvSpPr>
        <p:spPr>
          <a:xfrm>
            <a:off x="2554992" y="4711399"/>
            <a:ext cx="177754" cy="279328"/>
          </a:xfrm>
          <a:custGeom>
            <a:avLst/>
            <a:gdLst/>
            <a:ahLst/>
            <a:cxnLst>
              <a:cxn ang="0">
                <a:pos x="wd2" y="hd2"/>
              </a:cxn>
              <a:cxn ang="5400000">
                <a:pos x="wd2" y="hd2"/>
              </a:cxn>
              <a:cxn ang="10800000">
                <a:pos x="wd2" y="hd2"/>
              </a:cxn>
              <a:cxn ang="16200000">
                <a:pos x="wd2" y="hd2"/>
              </a:cxn>
            </a:cxnLst>
            <a:rect l="0" t="0" r="r" b="b"/>
            <a:pathLst>
              <a:path w="21600" h="21600" extrusionOk="0">
                <a:moveTo>
                  <a:pt x="20057" y="5837"/>
                </a:moveTo>
                <a:lnTo>
                  <a:pt x="10800" y="4996"/>
                </a:lnTo>
                <a:lnTo>
                  <a:pt x="10800" y="1036"/>
                </a:lnTo>
                <a:lnTo>
                  <a:pt x="20057" y="1878"/>
                </a:lnTo>
                <a:cubicBezTo>
                  <a:pt x="20057" y="1878"/>
                  <a:pt x="20057" y="5837"/>
                  <a:pt x="20057" y="5837"/>
                </a:cubicBezTo>
                <a:close/>
                <a:moveTo>
                  <a:pt x="6943" y="20618"/>
                </a:moveTo>
                <a:lnTo>
                  <a:pt x="3857" y="20618"/>
                </a:lnTo>
                <a:cubicBezTo>
                  <a:pt x="2579" y="20618"/>
                  <a:pt x="1543" y="19959"/>
                  <a:pt x="1543" y="19146"/>
                </a:cubicBezTo>
                <a:cubicBezTo>
                  <a:pt x="1543" y="18332"/>
                  <a:pt x="2579" y="17673"/>
                  <a:pt x="3857" y="17673"/>
                </a:cubicBezTo>
                <a:lnTo>
                  <a:pt x="6943" y="17673"/>
                </a:lnTo>
                <a:cubicBezTo>
                  <a:pt x="8221" y="17673"/>
                  <a:pt x="9257" y="18332"/>
                  <a:pt x="9257" y="19146"/>
                </a:cubicBezTo>
                <a:cubicBezTo>
                  <a:pt x="9257" y="19959"/>
                  <a:pt x="8221" y="20618"/>
                  <a:pt x="6943" y="20618"/>
                </a:cubicBezTo>
                <a:moveTo>
                  <a:pt x="20829" y="982"/>
                </a:moveTo>
                <a:cubicBezTo>
                  <a:pt x="20788" y="982"/>
                  <a:pt x="20752" y="993"/>
                  <a:pt x="20714" y="997"/>
                </a:cubicBezTo>
                <a:lnTo>
                  <a:pt x="20711" y="988"/>
                </a:lnTo>
                <a:lnTo>
                  <a:pt x="10344" y="45"/>
                </a:lnTo>
                <a:cubicBezTo>
                  <a:pt x="10248" y="17"/>
                  <a:pt x="10141" y="0"/>
                  <a:pt x="10029" y="0"/>
                </a:cubicBezTo>
                <a:cubicBezTo>
                  <a:pt x="10002" y="0"/>
                  <a:pt x="9979" y="8"/>
                  <a:pt x="9954" y="10"/>
                </a:cubicBezTo>
                <a:lnTo>
                  <a:pt x="9911" y="6"/>
                </a:lnTo>
                <a:lnTo>
                  <a:pt x="9914" y="15"/>
                </a:lnTo>
                <a:cubicBezTo>
                  <a:pt x="9545" y="52"/>
                  <a:pt x="9257" y="246"/>
                  <a:pt x="9257" y="491"/>
                </a:cubicBezTo>
                <a:lnTo>
                  <a:pt x="9257" y="17193"/>
                </a:lnTo>
                <a:cubicBezTo>
                  <a:pt x="8612" y="16882"/>
                  <a:pt x="7815" y="16691"/>
                  <a:pt x="6943" y="16691"/>
                </a:cubicBezTo>
                <a:lnTo>
                  <a:pt x="3857" y="16691"/>
                </a:lnTo>
                <a:cubicBezTo>
                  <a:pt x="1727" y="16691"/>
                  <a:pt x="0" y="17790"/>
                  <a:pt x="0" y="19146"/>
                </a:cubicBezTo>
                <a:cubicBezTo>
                  <a:pt x="0" y="20501"/>
                  <a:pt x="1727" y="21600"/>
                  <a:pt x="3857" y="21600"/>
                </a:cubicBezTo>
                <a:lnTo>
                  <a:pt x="6943" y="21600"/>
                </a:lnTo>
                <a:cubicBezTo>
                  <a:pt x="9074" y="21600"/>
                  <a:pt x="10800" y="20501"/>
                  <a:pt x="10800" y="19146"/>
                </a:cubicBezTo>
                <a:lnTo>
                  <a:pt x="10800" y="5945"/>
                </a:lnTo>
                <a:lnTo>
                  <a:pt x="20513" y="6828"/>
                </a:lnTo>
                <a:cubicBezTo>
                  <a:pt x="20610" y="6855"/>
                  <a:pt x="20715" y="6873"/>
                  <a:pt x="20829" y="6873"/>
                </a:cubicBezTo>
                <a:cubicBezTo>
                  <a:pt x="20855" y="6873"/>
                  <a:pt x="20877" y="6865"/>
                  <a:pt x="20904" y="6864"/>
                </a:cubicBezTo>
                <a:lnTo>
                  <a:pt x="20946" y="6867"/>
                </a:lnTo>
                <a:lnTo>
                  <a:pt x="20943" y="6858"/>
                </a:lnTo>
                <a:cubicBezTo>
                  <a:pt x="21313" y="6822"/>
                  <a:pt x="21600" y="6627"/>
                  <a:pt x="21600" y="6382"/>
                </a:cubicBezTo>
                <a:lnTo>
                  <a:pt x="21600" y="1473"/>
                </a:lnTo>
                <a:cubicBezTo>
                  <a:pt x="21600" y="1202"/>
                  <a:pt x="21254" y="982"/>
                  <a:pt x="20829" y="9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7" name="Shape 2579">
            <a:extLst>
              <a:ext uri="{FF2B5EF4-FFF2-40B4-BE49-F238E27FC236}">
                <a16:creationId xmlns:a16="http://schemas.microsoft.com/office/drawing/2014/main" id="{3B0C37B0-F8F7-E77F-49AF-429CC8BCAA22}"/>
              </a:ext>
            </a:extLst>
          </p:cNvPr>
          <p:cNvSpPr/>
          <p:nvPr/>
        </p:nvSpPr>
        <p:spPr>
          <a:xfrm>
            <a:off x="3037466" y="47113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6257" y="18984"/>
                </a:moveTo>
                <a:lnTo>
                  <a:pt x="11380" y="15408"/>
                </a:lnTo>
                <a:lnTo>
                  <a:pt x="10800" y="14983"/>
                </a:lnTo>
                <a:lnTo>
                  <a:pt x="10219" y="15408"/>
                </a:lnTo>
                <a:lnTo>
                  <a:pt x="5343" y="18984"/>
                </a:lnTo>
                <a:lnTo>
                  <a:pt x="7313" y="13075"/>
                </a:lnTo>
                <a:lnTo>
                  <a:pt x="7534" y="12411"/>
                </a:lnTo>
                <a:lnTo>
                  <a:pt x="6980" y="11985"/>
                </a:lnTo>
                <a:lnTo>
                  <a:pt x="2887" y="8836"/>
                </a:lnTo>
                <a:lnTo>
                  <a:pt x="8535" y="8836"/>
                </a:lnTo>
                <a:lnTo>
                  <a:pt x="8774" y="8199"/>
                </a:lnTo>
                <a:lnTo>
                  <a:pt x="10800" y="2796"/>
                </a:lnTo>
                <a:lnTo>
                  <a:pt x="12826" y="8199"/>
                </a:lnTo>
                <a:lnTo>
                  <a:pt x="13065" y="8836"/>
                </a:lnTo>
                <a:lnTo>
                  <a:pt x="18714" y="8836"/>
                </a:lnTo>
                <a:lnTo>
                  <a:pt x="14619" y="11985"/>
                </a:lnTo>
                <a:lnTo>
                  <a:pt x="14066" y="12411"/>
                </a:lnTo>
                <a:cubicBezTo>
                  <a:pt x="14066" y="12411"/>
                  <a:pt x="16257" y="18984"/>
                  <a:pt x="16257" y="18984"/>
                </a:cubicBezTo>
                <a:close/>
                <a:moveTo>
                  <a:pt x="21600" y="7855"/>
                </a:moveTo>
                <a:lnTo>
                  <a:pt x="13745" y="7855"/>
                </a:lnTo>
                <a:lnTo>
                  <a:pt x="10800" y="0"/>
                </a:lnTo>
                <a:lnTo>
                  <a:pt x="7855" y="7855"/>
                </a:lnTo>
                <a:lnTo>
                  <a:pt x="0" y="7855"/>
                </a:lnTo>
                <a:lnTo>
                  <a:pt x="6382" y="12764"/>
                </a:lnTo>
                <a:lnTo>
                  <a:pt x="3436" y="21600"/>
                </a:lnTo>
                <a:lnTo>
                  <a:pt x="10800" y="16200"/>
                </a:lnTo>
                <a:lnTo>
                  <a:pt x="18164" y="21600"/>
                </a:lnTo>
                <a:lnTo>
                  <a:pt x="15218" y="12764"/>
                </a:lnTo>
                <a:cubicBezTo>
                  <a:pt x="15218" y="12764"/>
                  <a:pt x="21600" y="7855"/>
                  <a:pt x="21600" y="7855"/>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8" name="Shape 2580">
            <a:extLst>
              <a:ext uri="{FF2B5EF4-FFF2-40B4-BE49-F238E27FC236}">
                <a16:creationId xmlns:a16="http://schemas.microsoft.com/office/drawing/2014/main" id="{2E2A8535-C158-FDFF-AD34-9ED25B1AB146}"/>
              </a:ext>
            </a:extLst>
          </p:cNvPr>
          <p:cNvSpPr/>
          <p:nvPr/>
        </p:nvSpPr>
        <p:spPr>
          <a:xfrm>
            <a:off x="3570727" y="47113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9445" y="15886"/>
                </a:moveTo>
                <a:lnTo>
                  <a:pt x="10478" y="18984"/>
                </a:lnTo>
                <a:lnTo>
                  <a:pt x="7944" y="17126"/>
                </a:lnTo>
                <a:lnTo>
                  <a:pt x="7364" y="16700"/>
                </a:lnTo>
                <a:lnTo>
                  <a:pt x="6783" y="17126"/>
                </a:lnTo>
                <a:lnTo>
                  <a:pt x="4249" y="18984"/>
                </a:lnTo>
                <a:lnTo>
                  <a:pt x="5283" y="15886"/>
                </a:lnTo>
                <a:lnTo>
                  <a:pt x="5505" y="15220"/>
                </a:lnTo>
                <a:lnTo>
                  <a:pt x="4946" y="14794"/>
                </a:lnTo>
                <a:lnTo>
                  <a:pt x="2908" y="13240"/>
                </a:lnTo>
                <a:lnTo>
                  <a:pt x="6037" y="13240"/>
                </a:lnTo>
                <a:lnTo>
                  <a:pt x="6275" y="12602"/>
                </a:lnTo>
                <a:lnTo>
                  <a:pt x="7364" y="9683"/>
                </a:lnTo>
                <a:lnTo>
                  <a:pt x="8452" y="12602"/>
                </a:lnTo>
                <a:lnTo>
                  <a:pt x="8690" y="13240"/>
                </a:lnTo>
                <a:lnTo>
                  <a:pt x="11820" y="13240"/>
                </a:lnTo>
                <a:lnTo>
                  <a:pt x="9781" y="14794"/>
                </a:lnTo>
                <a:lnTo>
                  <a:pt x="9223" y="15220"/>
                </a:lnTo>
                <a:cubicBezTo>
                  <a:pt x="9223" y="15220"/>
                  <a:pt x="9445" y="15886"/>
                  <a:pt x="9445" y="15886"/>
                </a:cubicBezTo>
                <a:close/>
                <a:moveTo>
                  <a:pt x="9372" y="12259"/>
                </a:moveTo>
                <a:lnTo>
                  <a:pt x="7364" y="6873"/>
                </a:lnTo>
                <a:lnTo>
                  <a:pt x="5355" y="12259"/>
                </a:lnTo>
                <a:lnTo>
                  <a:pt x="0" y="12259"/>
                </a:lnTo>
                <a:lnTo>
                  <a:pt x="4351" y="15575"/>
                </a:lnTo>
                <a:lnTo>
                  <a:pt x="2343" y="21600"/>
                </a:lnTo>
                <a:lnTo>
                  <a:pt x="7364" y="17918"/>
                </a:lnTo>
                <a:lnTo>
                  <a:pt x="12384" y="21600"/>
                </a:lnTo>
                <a:lnTo>
                  <a:pt x="10376" y="15575"/>
                </a:lnTo>
                <a:lnTo>
                  <a:pt x="14727" y="12259"/>
                </a:lnTo>
                <a:cubicBezTo>
                  <a:pt x="14727" y="12259"/>
                  <a:pt x="9372" y="12259"/>
                  <a:pt x="9372" y="12259"/>
                </a:cubicBezTo>
                <a:close/>
                <a:moveTo>
                  <a:pt x="16781" y="7308"/>
                </a:moveTo>
                <a:lnTo>
                  <a:pt x="16200" y="6883"/>
                </a:lnTo>
                <a:lnTo>
                  <a:pt x="15619" y="7308"/>
                </a:lnTo>
                <a:lnTo>
                  <a:pt x="14426" y="8184"/>
                </a:lnTo>
                <a:lnTo>
                  <a:pt x="14922" y="6693"/>
                </a:lnTo>
                <a:lnTo>
                  <a:pt x="15143" y="6031"/>
                </a:lnTo>
                <a:lnTo>
                  <a:pt x="14590" y="5605"/>
                </a:lnTo>
                <a:lnTo>
                  <a:pt x="13682" y="4905"/>
                </a:lnTo>
                <a:lnTo>
                  <a:pt x="15408" y="4905"/>
                </a:lnTo>
                <a:lnTo>
                  <a:pt x="15647" y="4267"/>
                </a:lnTo>
                <a:lnTo>
                  <a:pt x="16200" y="2793"/>
                </a:lnTo>
                <a:lnTo>
                  <a:pt x="16754" y="4267"/>
                </a:lnTo>
                <a:lnTo>
                  <a:pt x="16992" y="4905"/>
                </a:lnTo>
                <a:lnTo>
                  <a:pt x="18718" y="4905"/>
                </a:lnTo>
                <a:lnTo>
                  <a:pt x="17810" y="5605"/>
                </a:lnTo>
                <a:lnTo>
                  <a:pt x="17257" y="6031"/>
                </a:lnTo>
                <a:lnTo>
                  <a:pt x="17478" y="6693"/>
                </a:lnTo>
                <a:lnTo>
                  <a:pt x="17975" y="8184"/>
                </a:lnTo>
                <a:cubicBezTo>
                  <a:pt x="17975" y="8184"/>
                  <a:pt x="16781" y="7308"/>
                  <a:pt x="16781" y="7308"/>
                </a:cubicBezTo>
                <a:close/>
                <a:moveTo>
                  <a:pt x="21600" y="3922"/>
                </a:moveTo>
                <a:lnTo>
                  <a:pt x="17673" y="3922"/>
                </a:lnTo>
                <a:lnTo>
                  <a:pt x="16200" y="0"/>
                </a:lnTo>
                <a:lnTo>
                  <a:pt x="14727" y="3922"/>
                </a:lnTo>
                <a:lnTo>
                  <a:pt x="10800" y="3922"/>
                </a:lnTo>
                <a:lnTo>
                  <a:pt x="13991" y="6382"/>
                </a:lnTo>
                <a:lnTo>
                  <a:pt x="12518" y="10800"/>
                </a:lnTo>
                <a:lnTo>
                  <a:pt x="16200" y="8100"/>
                </a:lnTo>
                <a:lnTo>
                  <a:pt x="19882" y="10800"/>
                </a:lnTo>
                <a:lnTo>
                  <a:pt x="18409" y="6382"/>
                </a:lnTo>
                <a:cubicBezTo>
                  <a:pt x="18409" y="6382"/>
                  <a:pt x="21600" y="3922"/>
                  <a:pt x="21600" y="3922"/>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9" name="Shape 2581">
            <a:extLst>
              <a:ext uri="{FF2B5EF4-FFF2-40B4-BE49-F238E27FC236}">
                <a16:creationId xmlns:a16="http://schemas.microsoft.com/office/drawing/2014/main" id="{C5F4DA24-EB3E-CC93-64EB-AD4BA0FACC68}"/>
              </a:ext>
            </a:extLst>
          </p:cNvPr>
          <p:cNvSpPr/>
          <p:nvPr/>
        </p:nvSpPr>
        <p:spPr>
          <a:xfrm>
            <a:off x="4103988" y="47113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2133" y="11950"/>
                </a:moveTo>
                <a:lnTo>
                  <a:pt x="12831" y="14044"/>
                </a:lnTo>
                <a:lnTo>
                  <a:pt x="11135" y="12801"/>
                </a:lnTo>
                <a:lnTo>
                  <a:pt x="10555" y="12375"/>
                </a:lnTo>
                <a:lnTo>
                  <a:pt x="9974" y="12801"/>
                </a:lnTo>
                <a:lnTo>
                  <a:pt x="8277" y="14044"/>
                </a:lnTo>
                <a:lnTo>
                  <a:pt x="8976" y="11950"/>
                </a:lnTo>
                <a:lnTo>
                  <a:pt x="9195" y="11291"/>
                </a:lnTo>
                <a:lnTo>
                  <a:pt x="8647" y="10864"/>
                </a:lnTo>
                <a:lnTo>
                  <a:pt x="7280" y="9801"/>
                </a:lnTo>
                <a:lnTo>
                  <a:pt x="9560" y="9801"/>
                </a:lnTo>
                <a:lnTo>
                  <a:pt x="9799" y="9167"/>
                </a:lnTo>
                <a:lnTo>
                  <a:pt x="10555" y="7167"/>
                </a:lnTo>
                <a:lnTo>
                  <a:pt x="11310" y="9167"/>
                </a:lnTo>
                <a:lnTo>
                  <a:pt x="11549" y="9801"/>
                </a:lnTo>
                <a:lnTo>
                  <a:pt x="13829" y="9801"/>
                </a:lnTo>
                <a:lnTo>
                  <a:pt x="12462" y="10864"/>
                </a:lnTo>
                <a:lnTo>
                  <a:pt x="11914" y="11291"/>
                </a:lnTo>
                <a:cubicBezTo>
                  <a:pt x="11914" y="11291"/>
                  <a:pt x="12133" y="11950"/>
                  <a:pt x="12133" y="11950"/>
                </a:cubicBezTo>
                <a:close/>
                <a:moveTo>
                  <a:pt x="12228" y="8820"/>
                </a:moveTo>
                <a:lnTo>
                  <a:pt x="10555" y="4388"/>
                </a:lnTo>
                <a:lnTo>
                  <a:pt x="8881" y="8820"/>
                </a:lnTo>
                <a:lnTo>
                  <a:pt x="4418" y="8820"/>
                </a:lnTo>
                <a:lnTo>
                  <a:pt x="8044" y="11639"/>
                </a:lnTo>
                <a:lnTo>
                  <a:pt x="6371" y="16660"/>
                </a:lnTo>
                <a:lnTo>
                  <a:pt x="10555" y="13592"/>
                </a:lnTo>
                <a:lnTo>
                  <a:pt x="14738" y="16660"/>
                </a:lnTo>
                <a:lnTo>
                  <a:pt x="13065" y="11639"/>
                </a:lnTo>
                <a:lnTo>
                  <a:pt x="16691" y="8820"/>
                </a:lnTo>
                <a:cubicBezTo>
                  <a:pt x="16691" y="8820"/>
                  <a:pt x="12228" y="8820"/>
                  <a:pt x="12228" y="8820"/>
                </a:cubicBezTo>
                <a:close/>
                <a:moveTo>
                  <a:pt x="10800" y="20618"/>
                </a:moveTo>
                <a:cubicBezTo>
                  <a:pt x="5378" y="20618"/>
                  <a:pt x="982" y="16223"/>
                  <a:pt x="982" y="10800"/>
                </a:cubicBezTo>
                <a:cubicBezTo>
                  <a:pt x="982" y="5377"/>
                  <a:pt x="5378" y="982"/>
                  <a:pt x="10800" y="982"/>
                </a:cubicBezTo>
                <a:cubicBezTo>
                  <a:pt x="16223" y="982"/>
                  <a:pt x="20618" y="5377"/>
                  <a:pt x="20618" y="10800"/>
                </a:cubicBezTo>
                <a:cubicBezTo>
                  <a:pt x="20618" y="16223"/>
                  <a:pt x="16223" y="20618"/>
                  <a:pt x="10800" y="20618"/>
                </a:cubicBezTo>
                <a:moveTo>
                  <a:pt x="10800" y="0"/>
                </a:move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0" name="Shape 2582">
            <a:extLst>
              <a:ext uri="{FF2B5EF4-FFF2-40B4-BE49-F238E27FC236}">
                <a16:creationId xmlns:a16="http://schemas.microsoft.com/office/drawing/2014/main" id="{7C6C5C9C-4FEF-D47C-6B43-5B824962969D}"/>
              </a:ext>
            </a:extLst>
          </p:cNvPr>
          <p:cNvSpPr/>
          <p:nvPr/>
        </p:nvSpPr>
        <p:spPr>
          <a:xfrm>
            <a:off x="4637249" y="47113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8164" y="4419"/>
                </a:moveTo>
                <a:lnTo>
                  <a:pt x="9327" y="4419"/>
                </a:lnTo>
                <a:cubicBezTo>
                  <a:pt x="9056" y="4419"/>
                  <a:pt x="8836" y="4638"/>
                  <a:pt x="8836" y="4909"/>
                </a:cubicBezTo>
                <a:cubicBezTo>
                  <a:pt x="8836" y="5181"/>
                  <a:pt x="9056" y="5400"/>
                  <a:pt x="9327" y="5400"/>
                </a:cubicBezTo>
                <a:lnTo>
                  <a:pt x="18164" y="5400"/>
                </a:lnTo>
                <a:cubicBezTo>
                  <a:pt x="18435" y="5400"/>
                  <a:pt x="18655" y="5181"/>
                  <a:pt x="18655" y="4909"/>
                </a:cubicBezTo>
                <a:cubicBezTo>
                  <a:pt x="18655" y="4638"/>
                  <a:pt x="18435" y="4419"/>
                  <a:pt x="18164" y="4419"/>
                </a:cubicBezTo>
                <a:moveTo>
                  <a:pt x="20618" y="19636"/>
                </a:moveTo>
                <a:cubicBezTo>
                  <a:pt x="20618" y="20179"/>
                  <a:pt x="20178" y="20618"/>
                  <a:pt x="19636" y="20618"/>
                </a:cubicBezTo>
                <a:lnTo>
                  <a:pt x="1964" y="20618"/>
                </a:lnTo>
                <a:cubicBezTo>
                  <a:pt x="1421" y="20618"/>
                  <a:pt x="982" y="20179"/>
                  <a:pt x="982" y="19636"/>
                </a:cubicBezTo>
                <a:lnTo>
                  <a:pt x="982" y="1964"/>
                </a:lnTo>
                <a:cubicBezTo>
                  <a:pt x="982" y="1422"/>
                  <a:pt x="1421"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8164" y="10310"/>
                </a:moveTo>
                <a:lnTo>
                  <a:pt x="9327" y="10310"/>
                </a:lnTo>
                <a:cubicBezTo>
                  <a:pt x="9056" y="10310"/>
                  <a:pt x="8836" y="10529"/>
                  <a:pt x="8836" y="10800"/>
                </a:cubicBezTo>
                <a:cubicBezTo>
                  <a:pt x="8836" y="11072"/>
                  <a:pt x="9056" y="11291"/>
                  <a:pt x="9327" y="11291"/>
                </a:cubicBezTo>
                <a:lnTo>
                  <a:pt x="18164" y="11291"/>
                </a:lnTo>
                <a:cubicBezTo>
                  <a:pt x="18435" y="11291"/>
                  <a:pt x="18655" y="11072"/>
                  <a:pt x="18655" y="10800"/>
                </a:cubicBezTo>
                <a:cubicBezTo>
                  <a:pt x="18655" y="10529"/>
                  <a:pt x="18435" y="10310"/>
                  <a:pt x="18164" y="10310"/>
                </a:cubicBezTo>
                <a:moveTo>
                  <a:pt x="5445" y="16155"/>
                </a:moveTo>
                <a:lnTo>
                  <a:pt x="4909" y="14728"/>
                </a:lnTo>
                <a:lnTo>
                  <a:pt x="4374" y="16155"/>
                </a:lnTo>
                <a:lnTo>
                  <a:pt x="2945" y="16155"/>
                </a:lnTo>
                <a:lnTo>
                  <a:pt x="4106" y="17048"/>
                </a:lnTo>
                <a:lnTo>
                  <a:pt x="3571" y="18655"/>
                </a:lnTo>
                <a:lnTo>
                  <a:pt x="4909" y="17673"/>
                </a:lnTo>
                <a:lnTo>
                  <a:pt x="6248" y="18655"/>
                </a:lnTo>
                <a:lnTo>
                  <a:pt x="5713" y="17048"/>
                </a:lnTo>
                <a:lnTo>
                  <a:pt x="6873" y="16155"/>
                </a:lnTo>
                <a:cubicBezTo>
                  <a:pt x="6873" y="16155"/>
                  <a:pt x="5445" y="16155"/>
                  <a:pt x="5445" y="16155"/>
                </a:cubicBezTo>
                <a:close/>
                <a:moveTo>
                  <a:pt x="4909" y="8836"/>
                </a:moveTo>
                <a:lnTo>
                  <a:pt x="4374" y="10265"/>
                </a:lnTo>
                <a:lnTo>
                  <a:pt x="2945" y="10265"/>
                </a:lnTo>
                <a:lnTo>
                  <a:pt x="4106" y="11157"/>
                </a:lnTo>
                <a:lnTo>
                  <a:pt x="3571" y="12764"/>
                </a:lnTo>
                <a:lnTo>
                  <a:pt x="4909" y="11782"/>
                </a:lnTo>
                <a:lnTo>
                  <a:pt x="6248" y="12764"/>
                </a:lnTo>
                <a:lnTo>
                  <a:pt x="5713" y="11157"/>
                </a:lnTo>
                <a:lnTo>
                  <a:pt x="6873" y="10265"/>
                </a:lnTo>
                <a:lnTo>
                  <a:pt x="5445" y="10265"/>
                </a:lnTo>
                <a:cubicBezTo>
                  <a:pt x="5445" y="10265"/>
                  <a:pt x="4909" y="8836"/>
                  <a:pt x="4909" y="8836"/>
                </a:cubicBezTo>
                <a:close/>
                <a:moveTo>
                  <a:pt x="4909" y="2945"/>
                </a:moveTo>
                <a:lnTo>
                  <a:pt x="4374" y="4374"/>
                </a:lnTo>
                <a:lnTo>
                  <a:pt x="2945" y="4374"/>
                </a:lnTo>
                <a:lnTo>
                  <a:pt x="4106" y="5266"/>
                </a:lnTo>
                <a:lnTo>
                  <a:pt x="3571" y="6873"/>
                </a:lnTo>
                <a:lnTo>
                  <a:pt x="4909" y="5891"/>
                </a:lnTo>
                <a:lnTo>
                  <a:pt x="6248" y="6873"/>
                </a:lnTo>
                <a:lnTo>
                  <a:pt x="5713" y="5266"/>
                </a:lnTo>
                <a:lnTo>
                  <a:pt x="6873" y="4374"/>
                </a:lnTo>
                <a:lnTo>
                  <a:pt x="5445" y="4374"/>
                </a:lnTo>
                <a:cubicBezTo>
                  <a:pt x="5445" y="4374"/>
                  <a:pt x="4909" y="2945"/>
                  <a:pt x="4909" y="2945"/>
                </a:cubicBezTo>
                <a:close/>
                <a:moveTo>
                  <a:pt x="18164" y="16200"/>
                </a:moveTo>
                <a:lnTo>
                  <a:pt x="9327" y="16200"/>
                </a:lnTo>
                <a:cubicBezTo>
                  <a:pt x="9056" y="16200"/>
                  <a:pt x="8836" y="16420"/>
                  <a:pt x="8836" y="16691"/>
                </a:cubicBezTo>
                <a:cubicBezTo>
                  <a:pt x="8836" y="16962"/>
                  <a:pt x="9056" y="17182"/>
                  <a:pt x="9327" y="17182"/>
                </a:cubicBezTo>
                <a:lnTo>
                  <a:pt x="18164" y="17182"/>
                </a:lnTo>
                <a:cubicBezTo>
                  <a:pt x="18435" y="17182"/>
                  <a:pt x="18655" y="16962"/>
                  <a:pt x="18655" y="16691"/>
                </a:cubicBezTo>
                <a:cubicBezTo>
                  <a:pt x="18655" y="16420"/>
                  <a:pt x="18435" y="16200"/>
                  <a:pt x="18164" y="162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1" name="Shape 2583">
            <a:extLst>
              <a:ext uri="{FF2B5EF4-FFF2-40B4-BE49-F238E27FC236}">
                <a16:creationId xmlns:a16="http://schemas.microsoft.com/office/drawing/2014/main" id="{27D307CE-83C1-CDC0-3D0B-41B1EE5E4B89}"/>
              </a:ext>
            </a:extLst>
          </p:cNvPr>
          <p:cNvSpPr/>
          <p:nvPr/>
        </p:nvSpPr>
        <p:spPr>
          <a:xfrm>
            <a:off x="5170510" y="47113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1291" y="17673"/>
                </a:moveTo>
                <a:cubicBezTo>
                  <a:pt x="11427" y="17673"/>
                  <a:pt x="11549" y="17618"/>
                  <a:pt x="11638" y="17529"/>
                </a:cubicBezTo>
                <a:lnTo>
                  <a:pt x="14583" y="14583"/>
                </a:lnTo>
                <a:cubicBezTo>
                  <a:pt x="14673" y="14495"/>
                  <a:pt x="14727" y="14372"/>
                  <a:pt x="14727" y="14236"/>
                </a:cubicBezTo>
                <a:cubicBezTo>
                  <a:pt x="14727" y="13966"/>
                  <a:pt x="14508" y="13745"/>
                  <a:pt x="14236" y="13745"/>
                </a:cubicBezTo>
                <a:cubicBezTo>
                  <a:pt x="14101" y="13745"/>
                  <a:pt x="13978" y="13801"/>
                  <a:pt x="13889" y="13890"/>
                </a:cubicBezTo>
                <a:lnTo>
                  <a:pt x="10944" y="16835"/>
                </a:lnTo>
                <a:cubicBezTo>
                  <a:pt x="10855" y="16924"/>
                  <a:pt x="10800" y="17047"/>
                  <a:pt x="10800" y="17183"/>
                </a:cubicBezTo>
                <a:cubicBezTo>
                  <a:pt x="10800" y="17453"/>
                  <a:pt x="11020" y="17673"/>
                  <a:pt x="11291" y="17673"/>
                </a:cubicBezTo>
                <a:moveTo>
                  <a:pt x="8980" y="14871"/>
                </a:moveTo>
                <a:cubicBezTo>
                  <a:pt x="8891" y="14961"/>
                  <a:pt x="8836" y="15083"/>
                  <a:pt x="8836" y="15218"/>
                </a:cubicBezTo>
                <a:cubicBezTo>
                  <a:pt x="8836" y="15490"/>
                  <a:pt x="9056" y="15709"/>
                  <a:pt x="9327" y="15709"/>
                </a:cubicBezTo>
                <a:cubicBezTo>
                  <a:pt x="9463" y="15709"/>
                  <a:pt x="9586" y="15655"/>
                  <a:pt x="9674" y="15565"/>
                </a:cubicBezTo>
                <a:lnTo>
                  <a:pt x="10656" y="14583"/>
                </a:lnTo>
                <a:cubicBezTo>
                  <a:pt x="10745" y="14495"/>
                  <a:pt x="10800" y="14372"/>
                  <a:pt x="10800" y="14236"/>
                </a:cubicBezTo>
                <a:cubicBezTo>
                  <a:pt x="10800" y="13966"/>
                  <a:pt x="10580" y="13745"/>
                  <a:pt x="10309" y="13745"/>
                </a:cubicBezTo>
                <a:cubicBezTo>
                  <a:pt x="10174" y="13745"/>
                  <a:pt x="10051" y="13801"/>
                  <a:pt x="9962" y="13890"/>
                </a:cubicBezTo>
                <a:cubicBezTo>
                  <a:pt x="9962" y="13890"/>
                  <a:pt x="8980" y="14871"/>
                  <a:pt x="8980" y="14871"/>
                </a:cubicBezTo>
                <a:close/>
                <a:moveTo>
                  <a:pt x="11291" y="20415"/>
                </a:moveTo>
                <a:lnTo>
                  <a:pt x="982" y="10106"/>
                </a:lnTo>
                <a:lnTo>
                  <a:pt x="982" y="1473"/>
                </a:lnTo>
                <a:cubicBezTo>
                  <a:pt x="982" y="1202"/>
                  <a:pt x="1201" y="982"/>
                  <a:pt x="1473" y="982"/>
                </a:cubicBezTo>
                <a:lnTo>
                  <a:pt x="10106" y="982"/>
                </a:lnTo>
                <a:lnTo>
                  <a:pt x="20415" y="11291"/>
                </a:lnTo>
                <a:cubicBezTo>
                  <a:pt x="20415" y="11291"/>
                  <a:pt x="11291" y="20415"/>
                  <a:pt x="11291" y="20415"/>
                </a:cubicBezTo>
                <a:close/>
                <a:moveTo>
                  <a:pt x="21456" y="10944"/>
                </a:moveTo>
                <a:lnTo>
                  <a:pt x="10656" y="144"/>
                </a:lnTo>
                <a:cubicBezTo>
                  <a:pt x="10567" y="55"/>
                  <a:pt x="10445" y="0"/>
                  <a:pt x="10309" y="0"/>
                </a:cubicBezTo>
                <a:lnTo>
                  <a:pt x="1473" y="0"/>
                </a:lnTo>
                <a:cubicBezTo>
                  <a:pt x="660" y="0"/>
                  <a:pt x="0" y="660"/>
                  <a:pt x="0" y="1473"/>
                </a:cubicBezTo>
                <a:lnTo>
                  <a:pt x="0" y="10310"/>
                </a:lnTo>
                <a:cubicBezTo>
                  <a:pt x="0" y="10445"/>
                  <a:pt x="55" y="10567"/>
                  <a:pt x="144" y="10656"/>
                </a:cubicBezTo>
                <a:lnTo>
                  <a:pt x="10944" y="21456"/>
                </a:lnTo>
                <a:cubicBezTo>
                  <a:pt x="11033" y="21546"/>
                  <a:pt x="11155" y="21600"/>
                  <a:pt x="11291" y="21600"/>
                </a:cubicBezTo>
                <a:cubicBezTo>
                  <a:pt x="11427" y="21600"/>
                  <a:pt x="11549" y="21546"/>
                  <a:pt x="11638" y="21456"/>
                </a:cubicBezTo>
                <a:lnTo>
                  <a:pt x="21456" y="11638"/>
                </a:lnTo>
                <a:cubicBezTo>
                  <a:pt x="21545" y="11549"/>
                  <a:pt x="21600" y="11427"/>
                  <a:pt x="21600" y="11291"/>
                </a:cubicBezTo>
                <a:cubicBezTo>
                  <a:pt x="21600" y="11156"/>
                  <a:pt x="21545" y="11033"/>
                  <a:pt x="21456" y="10944"/>
                </a:cubicBezTo>
                <a:moveTo>
                  <a:pt x="11782" y="13255"/>
                </a:moveTo>
                <a:cubicBezTo>
                  <a:pt x="11917" y="13255"/>
                  <a:pt x="12040" y="13200"/>
                  <a:pt x="12129" y="13111"/>
                </a:cubicBezTo>
                <a:lnTo>
                  <a:pt x="14093" y="11147"/>
                </a:lnTo>
                <a:cubicBezTo>
                  <a:pt x="14182" y="11058"/>
                  <a:pt x="14236" y="10936"/>
                  <a:pt x="14236" y="10800"/>
                </a:cubicBezTo>
                <a:cubicBezTo>
                  <a:pt x="14236" y="10529"/>
                  <a:pt x="14017" y="10310"/>
                  <a:pt x="13745" y="10310"/>
                </a:cubicBezTo>
                <a:cubicBezTo>
                  <a:pt x="13610" y="10310"/>
                  <a:pt x="13487" y="10364"/>
                  <a:pt x="13398" y="10453"/>
                </a:cubicBezTo>
                <a:lnTo>
                  <a:pt x="11435" y="12417"/>
                </a:lnTo>
                <a:cubicBezTo>
                  <a:pt x="11346" y="12506"/>
                  <a:pt x="11291" y="12629"/>
                  <a:pt x="11291" y="12764"/>
                </a:cubicBezTo>
                <a:cubicBezTo>
                  <a:pt x="11291" y="13035"/>
                  <a:pt x="11510" y="13255"/>
                  <a:pt x="11782" y="13255"/>
                </a:cubicBezTo>
                <a:moveTo>
                  <a:pt x="4418" y="4909"/>
                </a:moveTo>
                <a:cubicBezTo>
                  <a:pt x="4147" y="4909"/>
                  <a:pt x="3927" y="4690"/>
                  <a:pt x="3927" y="4418"/>
                </a:cubicBezTo>
                <a:cubicBezTo>
                  <a:pt x="3927" y="4147"/>
                  <a:pt x="4147" y="3927"/>
                  <a:pt x="4418" y="3927"/>
                </a:cubicBezTo>
                <a:cubicBezTo>
                  <a:pt x="4690" y="3927"/>
                  <a:pt x="4909" y="4147"/>
                  <a:pt x="4909" y="4418"/>
                </a:cubicBezTo>
                <a:cubicBezTo>
                  <a:pt x="4909" y="4690"/>
                  <a:pt x="4690" y="4909"/>
                  <a:pt x="4418" y="4909"/>
                </a:cubicBezTo>
                <a:moveTo>
                  <a:pt x="4418" y="2945"/>
                </a:moveTo>
                <a:cubicBezTo>
                  <a:pt x="3605" y="2945"/>
                  <a:pt x="2945" y="3605"/>
                  <a:pt x="2945" y="4418"/>
                </a:cubicBezTo>
                <a:cubicBezTo>
                  <a:pt x="2945" y="5232"/>
                  <a:pt x="3605" y="5891"/>
                  <a:pt x="4418" y="5891"/>
                </a:cubicBezTo>
                <a:cubicBezTo>
                  <a:pt x="5231" y="5891"/>
                  <a:pt x="5891" y="5232"/>
                  <a:pt x="5891" y="4418"/>
                </a:cubicBezTo>
                <a:cubicBezTo>
                  <a:pt x="5891" y="3605"/>
                  <a:pt x="5231" y="2945"/>
                  <a:pt x="4418" y="294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2" name="Shape 2584">
            <a:extLst>
              <a:ext uri="{FF2B5EF4-FFF2-40B4-BE49-F238E27FC236}">
                <a16:creationId xmlns:a16="http://schemas.microsoft.com/office/drawing/2014/main" id="{9A4797CD-0D26-EB54-3EF4-2F8581AF7E60}"/>
              </a:ext>
            </a:extLst>
          </p:cNvPr>
          <p:cNvSpPr/>
          <p:nvPr/>
        </p:nvSpPr>
        <p:spPr>
          <a:xfrm>
            <a:off x="5703771" y="47113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309" y="17673"/>
                </a:moveTo>
                <a:cubicBezTo>
                  <a:pt x="10445" y="17673"/>
                  <a:pt x="10567" y="17618"/>
                  <a:pt x="10656" y="17529"/>
                </a:cubicBezTo>
                <a:lnTo>
                  <a:pt x="12620" y="15565"/>
                </a:lnTo>
                <a:cubicBezTo>
                  <a:pt x="12709" y="15477"/>
                  <a:pt x="12764" y="15354"/>
                  <a:pt x="12764" y="15218"/>
                </a:cubicBezTo>
                <a:cubicBezTo>
                  <a:pt x="12764" y="14947"/>
                  <a:pt x="12544" y="14728"/>
                  <a:pt x="12273" y="14728"/>
                </a:cubicBezTo>
                <a:cubicBezTo>
                  <a:pt x="12137" y="14728"/>
                  <a:pt x="12014" y="14782"/>
                  <a:pt x="11926" y="14871"/>
                </a:cubicBezTo>
                <a:lnTo>
                  <a:pt x="9962" y="16835"/>
                </a:lnTo>
                <a:cubicBezTo>
                  <a:pt x="9873" y="16924"/>
                  <a:pt x="9818" y="17046"/>
                  <a:pt x="9818" y="17183"/>
                </a:cubicBezTo>
                <a:cubicBezTo>
                  <a:pt x="9818" y="17453"/>
                  <a:pt x="10038" y="17673"/>
                  <a:pt x="10309" y="17673"/>
                </a:cubicBezTo>
                <a:moveTo>
                  <a:pt x="10309" y="20415"/>
                </a:moveTo>
                <a:lnTo>
                  <a:pt x="982" y="11088"/>
                </a:lnTo>
                <a:lnTo>
                  <a:pt x="982" y="4418"/>
                </a:lnTo>
                <a:cubicBezTo>
                  <a:pt x="982" y="4147"/>
                  <a:pt x="1201" y="3927"/>
                  <a:pt x="1473" y="3927"/>
                </a:cubicBezTo>
                <a:lnTo>
                  <a:pt x="8142" y="3927"/>
                </a:lnTo>
                <a:lnTo>
                  <a:pt x="17469" y="13255"/>
                </a:lnTo>
                <a:cubicBezTo>
                  <a:pt x="17469" y="13255"/>
                  <a:pt x="10309" y="20415"/>
                  <a:pt x="10309" y="20415"/>
                </a:cubicBezTo>
                <a:close/>
                <a:moveTo>
                  <a:pt x="8693" y="3090"/>
                </a:moveTo>
                <a:cubicBezTo>
                  <a:pt x="8604" y="3001"/>
                  <a:pt x="8481" y="2945"/>
                  <a:pt x="8345" y="2945"/>
                </a:cubicBezTo>
                <a:lnTo>
                  <a:pt x="1473" y="2945"/>
                </a:lnTo>
                <a:cubicBezTo>
                  <a:pt x="660" y="2945"/>
                  <a:pt x="0" y="3605"/>
                  <a:pt x="0" y="4418"/>
                </a:cubicBezTo>
                <a:lnTo>
                  <a:pt x="0" y="11291"/>
                </a:lnTo>
                <a:cubicBezTo>
                  <a:pt x="0" y="11427"/>
                  <a:pt x="55" y="11549"/>
                  <a:pt x="144" y="11638"/>
                </a:cubicBezTo>
                <a:lnTo>
                  <a:pt x="9962" y="21456"/>
                </a:lnTo>
                <a:cubicBezTo>
                  <a:pt x="10051" y="21546"/>
                  <a:pt x="10174" y="21600"/>
                  <a:pt x="10309" y="21600"/>
                </a:cubicBezTo>
                <a:cubicBezTo>
                  <a:pt x="10445" y="21600"/>
                  <a:pt x="10567" y="21546"/>
                  <a:pt x="10656" y="21456"/>
                </a:cubicBezTo>
                <a:lnTo>
                  <a:pt x="18511" y="13602"/>
                </a:lnTo>
                <a:cubicBezTo>
                  <a:pt x="18600" y="13513"/>
                  <a:pt x="18655" y="13390"/>
                  <a:pt x="18655" y="13255"/>
                </a:cubicBezTo>
                <a:cubicBezTo>
                  <a:pt x="18655" y="13119"/>
                  <a:pt x="18599" y="12997"/>
                  <a:pt x="18511" y="12908"/>
                </a:cubicBezTo>
                <a:cubicBezTo>
                  <a:pt x="18511" y="12908"/>
                  <a:pt x="8693" y="3090"/>
                  <a:pt x="8693" y="3090"/>
                </a:cubicBezTo>
                <a:close/>
                <a:moveTo>
                  <a:pt x="7855" y="15218"/>
                </a:moveTo>
                <a:cubicBezTo>
                  <a:pt x="7855" y="15490"/>
                  <a:pt x="8074" y="15709"/>
                  <a:pt x="8345" y="15709"/>
                </a:cubicBezTo>
                <a:cubicBezTo>
                  <a:pt x="8481" y="15709"/>
                  <a:pt x="8604" y="15655"/>
                  <a:pt x="8693" y="15565"/>
                </a:cubicBezTo>
                <a:lnTo>
                  <a:pt x="9183" y="15074"/>
                </a:lnTo>
                <a:cubicBezTo>
                  <a:pt x="9273" y="14986"/>
                  <a:pt x="9327" y="14863"/>
                  <a:pt x="9327" y="14728"/>
                </a:cubicBezTo>
                <a:cubicBezTo>
                  <a:pt x="9327" y="14456"/>
                  <a:pt x="9108" y="14236"/>
                  <a:pt x="8836" y="14236"/>
                </a:cubicBezTo>
                <a:cubicBezTo>
                  <a:pt x="8701" y="14236"/>
                  <a:pt x="8578" y="14291"/>
                  <a:pt x="8489" y="14381"/>
                </a:cubicBezTo>
                <a:lnTo>
                  <a:pt x="7998" y="14871"/>
                </a:lnTo>
                <a:cubicBezTo>
                  <a:pt x="7910" y="14961"/>
                  <a:pt x="7855" y="15083"/>
                  <a:pt x="7855" y="15218"/>
                </a:cubicBezTo>
                <a:moveTo>
                  <a:pt x="21456" y="9962"/>
                </a:moveTo>
                <a:lnTo>
                  <a:pt x="11638" y="144"/>
                </a:lnTo>
                <a:cubicBezTo>
                  <a:pt x="11549" y="55"/>
                  <a:pt x="11427" y="0"/>
                  <a:pt x="11291" y="0"/>
                </a:cubicBezTo>
                <a:lnTo>
                  <a:pt x="4418" y="0"/>
                </a:lnTo>
                <a:cubicBezTo>
                  <a:pt x="3605" y="0"/>
                  <a:pt x="2945" y="660"/>
                  <a:pt x="2945" y="1473"/>
                </a:cubicBezTo>
                <a:cubicBezTo>
                  <a:pt x="2945" y="1744"/>
                  <a:pt x="3165" y="1964"/>
                  <a:pt x="3436" y="1964"/>
                </a:cubicBezTo>
                <a:cubicBezTo>
                  <a:pt x="3708" y="1964"/>
                  <a:pt x="3927" y="1744"/>
                  <a:pt x="3927" y="1473"/>
                </a:cubicBezTo>
                <a:cubicBezTo>
                  <a:pt x="3927" y="1202"/>
                  <a:pt x="4147" y="982"/>
                  <a:pt x="4418" y="982"/>
                </a:cubicBezTo>
                <a:lnTo>
                  <a:pt x="11088" y="982"/>
                </a:lnTo>
                <a:lnTo>
                  <a:pt x="20415" y="10310"/>
                </a:lnTo>
                <a:lnTo>
                  <a:pt x="19289" y="11435"/>
                </a:lnTo>
                <a:cubicBezTo>
                  <a:pt x="19201" y="11524"/>
                  <a:pt x="19145" y="11646"/>
                  <a:pt x="19145" y="11782"/>
                </a:cubicBezTo>
                <a:cubicBezTo>
                  <a:pt x="19145" y="12053"/>
                  <a:pt x="19366" y="12273"/>
                  <a:pt x="19636" y="12273"/>
                </a:cubicBezTo>
                <a:cubicBezTo>
                  <a:pt x="19772" y="12273"/>
                  <a:pt x="19895" y="12218"/>
                  <a:pt x="19983" y="12129"/>
                </a:cubicBezTo>
                <a:lnTo>
                  <a:pt x="21456" y="10656"/>
                </a:lnTo>
                <a:cubicBezTo>
                  <a:pt x="21545" y="10567"/>
                  <a:pt x="21600" y="10445"/>
                  <a:pt x="21600" y="10310"/>
                </a:cubicBezTo>
                <a:cubicBezTo>
                  <a:pt x="21600" y="10174"/>
                  <a:pt x="21545" y="10051"/>
                  <a:pt x="21456" y="9962"/>
                </a:cubicBezTo>
                <a:moveTo>
                  <a:pt x="10309" y="13745"/>
                </a:moveTo>
                <a:cubicBezTo>
                  <a:pt x="10445" y="13745"/>
                  <a:pt x="10567" y="13691"/>
                  <a:pt x="10656" y="13602"/>
                </a:cubicBezTo>
                <a:lnTo>
                  <a:pt x="11638" y="12620"/>
                </a:lnTo>
                <a:cubicBezTo>
                  <a:pt x="11727" y="12531"/>
                  <a:pt x="11782" y="12408"/>
                  <a:pt x="11782" y="12273"/>
                </a:cubicBezTo>
                <a:cubicBezTo>
                  <a:pt x="11782" y="12002"/>
                  <a:pt x="11562" y="11782"/>
                  <a:pt x="11291" y="11782"/>
                </a:cubicBezTo>
                <a:cubicBezTo>
                  <a:pt x="11156" y="11782"/>
                  <a:pt x="11033" y="11837"/>
                  <a:pt x="10944" y="11926"/>
                </a:cubicBezTo>
                <a:lnTo>
                  <a:pt x="9962" y="12908"/>
                </a:lnTo>
                <a:cubicBezTo>
                  <a:pt x="9873" y="12997"/>
                  <a:pt x="9818" y="13119"/>
                  <a:pt x="9818" y="13255"/>
                </a:cubicBezTo>
                <a:cubicBezTo>
                  <a:pt x="9818" y="13526"/>
                  <a:pt x="10038" y="13745"/>
                  <a:pt x="10309" y="13745"/>
                </a:cubicBezTo>
                <a:moveTo>
                  <a:pt x="4418" y="7855"/>
                </a:moveTo>
                <a:cubicBezTo>
                  <a:pt x="4147" y="7855"/>
                  <a:pt x="3927" y="7635"/>
                  <a:pt x="3927" y="7364"/>
                </a:cubicBezTo>
                <a:cubicBezTo>
                  <a:pt x="3927" y="7093"/>
                  <a:pt x="4147" y="6873"/>
                  <a:pt x="4418" y="6873"/>
                </a:cubicBezTo>
                <a:cubicBezTo>
                  <a:pt x="4690" y="6873"/>
                  <a:pt x="4909" y="7093"/>
                  <a:pt x="4909" y="7364"/>
                </a:cubicBezTo>
                <a:cubicBezTo>
                  <a:pt x="4909" y="7635"/>
                  <a:pt x="4690" y="7855"/>
                  <a:pt x="4418" y="7855"/>
                </a:cubicBezTo>
                <a:moveTo>
                  <a:pt x="4418" y="5891"/>
                </a:moveTo>
                <a:cubicBezTo>
                  <a:pt x="3605" y="5891"/>
                  <a:pt x="2945" y="6551"/>
                  <a:pt x="2945" y="7364"/>
                </a:cubicBezTo>
                <a:cubicBezTo>
                  <a:pt x="2945" y="8177"/>
                  <a:pt x="3605" y="8837"/>
                  <a:pt x="4418" y="8837"/>
                </a:cubicBezTo>
                <a:cubicBezTo>
                  <a:pt x="5232" y="8837"/>
                  <a:pt x="5891" y="8177"/>
                  <a:pt x="5891" y="7364"/>
                </a:cubicBezTo>
                <a:cubicBezTo>
                  <a:pt x="5891" y="6551"/>
                  <a:pt x="5232" y="5891"/>
                  <a:pt x="4418" y="589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3" name="Shape 2585">
            <a:extLst>
              <a:ext uri="{FF2B5EF4-FFF2-40B4-BE49-F238E27FC236}">
                <a16:creationId xmlns:a16="http://schemas.microsoft.com/office/drawing/2014/main" id="{6C9DE9D6-DA39-6927-6743-DAB5CDDBC4F8}"/>
              </a:ext>
            </a:extLst>
          </p:cNvPr>
          <p:cNvSpPr/>
          <p:nvPr/>
        </p:nvSpPr>
        <p:spPr>
          <a:xfrm>
            <a:off x="6300516" y="2045103"/>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9000" y="14727"/>
                </a:moveTo>
                <a:lnTo>
                  <a:pt x="5400" y="14727"/>
                </a:lnTo>
                <a:cubicBezTo>
                  <a:pt x="5069" y="14727"/>
                  <a:pt x="4800" y="14947"/>
                  <a:pt x="4800" y="15218"/>
                </a:cubicBezTo>
                <a:cubicBezTo>
                  <a:pt x="4800" y="15490"/>
                  <a:pt x="5069" y="15709"/>
                  <a:pt x="5400" y="15709"/>
                </a:cubicBezTo>
                <a:lnTo>
                  <a:pt x="9000" y="15709"/>
                </a:lnTo>
                <a:cubicBezTo>
                  <a:pt x="9331" y="15709"/>
                  <a:pt x="9600" y="15490"/>
                  <a:pt x="9600" y="15218"/>
                </a:cubicBezTo>
                <a:cubicBezTo>
                  <a:pt x="9600" y="14947"/>
                  <a:pt x="9331" y="14727"/>
                  <a:pt x="9000" y="14727"/>
                </a:cubicBezTo>
                <a:moveTo>
                  <a:pt x="20400" y="2579"/>
                </a:moveTo>
                <a:cubicBezTo>
                  <a:pt x="18840" y="3757"/>
                  <a:pt x="15638" y="4614"/>
                  <a:pt x="12466" y="4845"/>
                </a:cubicBezTo>
                <a:cubicBezTo>
                  <a:pt x="12197" y="4307"/>
                  <a:pt x="11554" y="3927"/>
                  <a:pt x="10800" y="3927"/>
                </a:cubicBezTo>
                <a:cubicBezTo>
                  <a:pt x="10046" y="3927"/>
                  <a:pt x="9403" y="4307"/>
                  <a:pt x="9135" y="4845"/>
                </a:cubicBezTo>
                <a:cubicBezTo>
                  <a:pt x="5962" y="4614"/>
                  <a:pt x="2760" y="3757"/>
                  <a:pt x="1200" y="2579"/>
                </a:cubicBezTo>
                <a:lnTo>
                  <a:pt x="1200" y="1964"/>
                </a:lnTo>
                <a:cubicBezTo>
                  <a:pt x="1200" y="1422"/>
                  <a:pt x="1738" y="982"/>
                  <a:pt x="2400" y="982"/>
                </a:cubicBezTo>
                <a:lnTo>
                  <a:pt x="19200" y="982"/>
                </a:lnTo>
                <a:cubicBezTo>
                  <a:pt x="19862" y="982"/>
                  <a:pt x="20400" y="1422"/>
                  <a:pt x="20400" y="1964"/>
                </a:cubicBezTo>
                <a:cubicBezTo>
                  <a:pt x="20400" y="1964"/>
                  <a:pt x="20400" y="2579"/>
                  <a:pt x="20400" y="2579"/>
                </a:cubicBezTo>
                <a:close/>
                <a:moveTo>
                  <a:pt x="10200" y="5400"/>
                </a:moveTo>
                <a:cubicBezTo>
                  <a:pt x="10200" y="5129"/>
                  <a:pt x="10469" y="4909"/>
                  <a:pt x="10800" y="4909"/>
                </a:cubicBezTo>
                <a:cubicBezTo>
                  <a:pt x="11131" y="4909"/>
                  <a:pt x="11400" y="5129"/>
                  <a:pt x="11400" y="5400"/>
                </a:cubicBezTo>
                <a:cubicBezTo>
                  <a:pt x="11400" y="5672"/>
                  <a:pt x="11131" y="5891"/>
                  <a:pt x="10800" y="5891"/>
                </a:cubicBezTo>
                <a:cubicBezTo>
                  <a:pt x="10469" y="5891"/>
                  <a:pt x="10200" y="5672"/>
                  <a:pt x="10200" y="5400"/>
                </a:cubicBezTo>
                <a:moveTo>
                  <a:pt x="20400" y="19636"/>
                </a:moveTo>
                <a:cubicBezTo>
                  <a:pt x="20400" y="20178"/>
                  <a:pt x="19862" y="20619"/>
                  <a:pt x="19200" y="20619"/>
                </a:cubicBezTo>
                <a:lnTo>
                  <a:pt x="2400" y="20619"/>
                </a:lnTo>
                <a:cubicBezTo>
                  <a:pt x="1738" y="20619"/>
                  <a:pt x="1200" y="20178"/>
                  <a:pt x="1200" y="19636"/>
                </a:cubicBezTo>
                <a:lnTo>
                  <a:pt x="1200" y="3859"/>
                </a:lnTo>
                <a:cubicBezTo>
                  <a:pt x="3007" y="4894"/>
                  <a:pt x="6118" y="5617"/>
                  <a:pt x="9086" y="5827"/>
                </a:cubicBezTo>
                <a:cubicBezTo>
                  <a:pt x="9311" y="6431"/>
                  <a:pt x="9988" y="6873"/>
                  <a:pt x="10800" y="6873"/>
                </a:cubicBezTo>
                <a:cubicBezTo>
                  <a:pt x="11611" y="6873"/>
                  <a:pt x="12289" y="6431"/>
                  <a:pt x="12514" y="5827"/>
                </a:cubicBezTo>
                <a:cubicBezTo>
                  <a:pt x="15482" y="5617"/>
                  <a:pt x="18593" y="4894"/>
                  <a:pt x="20400" y="3859"/>
                </a:cubicBezTo>
                <a:cubicBezTo>
                  <a:pt x="20400" y="3859"/>
                  <a:pt x="20400" y="19636"/>
                  <a:pt x="20400" y="19636"/>
                </a:cubicBezTo>
                <a:close/>
                <a:moveTo>
                  <a:pt x="192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1964"/>
                </a:lnTo>
                <a:cubicBezTo>
                  <a:pt x="21600" y="879"/>
                  <a:pt x="20525" y="0"/>
                  <a:pt x="19200" y="0"/>
                </a:cubicBezTo>
                <a:moveTo>
                  <a:pt x="7800" y="16691"/>
                </a:moveTo>
                <a:lnTo>
                  <a:pt x="5400" y="16691"/>
                </a:lnTo>
                <a:cubicBezTo>
                  <a:pt x="5069" y="16691"/>
                  <a:pt x="4800" y="16911"/>
                  <a:pt x="4800" y="17182"/>
                </a:cubicBezTo>
                <a:cubicBezTo>
                  <a:pt x="4800" y="17453"/>
                  <a:pt x="5069" y="17673"/>
                  <a:pt x="5400" y="17673"/>
                </a:cubicBezTo>
                <a:lnTo>
                  <a:pt x="7800" y="17673"/>
                </a:lnTo>
                <a:cubicBezTo>
                  <a:pt x="8131" y="17673"/>
                  <a:pt x="8400" y="17453"/>
                  <a:pt x="8400" y="17182"/>
                </a:cubicBezTo>
                <a:cubicBezTo>
                  <a:pt x="8400" y="16911"/>
                  <a:pt x="8131" y="16691"/>
                  <a:pt x="7800" y="1669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4" name="Shape 2586">
            <a:extLst>
              <a:ext uri="{FF2B5EF4-FFF2-40B4-BE49-F238E27FC236}">
                <a16:creationId xmlns:a16="http://schemas.microsoft.com/office/drawing/2014/main" id="{1101B865-B9FA-5B0D-6EB4-E77FC9B738DF}"/>
              </a:ext>
            </a:extLst>
          </p:cNvPr>
          <p:cNvSpPr/>
          <p:nvPr/>
        </p:nvSpPr>
        <p:spPr>
          <a:xfrm>
            <a:off x="6833777" y="2045103"/>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5600" y="6076"/>
                </a:moveTo>
                <a:cubicBezTo>
                  <a:pt x="14428" y="7109"/>
                  <a:pt x="12685" y="7649"/>
                  <a:pt x="10071" y="7803"/>
                </a:cubicBezTo>
                <a:cubicBezTo>
                  <a:pt x="9806" y="7259"/>
                  <a:pt x="9160" y="6873"/>
                  <a:pt x="8400" y="6873"/>
                </a:cubicBezTo>
                <a:cubicBezTo>
                  <a:pt x="7640" y="6873"/>
                  <a:pt x="6994" y="7259"/>
                  <a:pt x="6729" y="7803"/>
                </a:cubicBezTo>
                <a:cubicBezTo>
                  <a:pt x="4115" y="7649"/>
                  <a:pt x="2372" y="7109"/>
                  <a:pt x="1200" y="6076"/>
                </a:cubicBezTo>
                <a:lnTo>
                  <a:pt x="1200" y="5891"/>
                </a:lnTo>
                <a:cubicBezTo>
                  <a:pt x="1200" y="5349"/>
                  <a:pt x="1738" y="4909"/>
                  <a:pt x="2400" y="4909"/>
                </a:cubicBezTo>
                <a:lnTo>
                  <a:pt x="14400" y="4909"/>
                </a:lnTo>
                <a:cubicBezTo>
                  <a:pt x="15062" y="4909"/>
                  <a:pt x="15600" y="5349"/>
                  <a:pt x="15600" y="5891"/>
                </a:cubicBezTo>
                <a:cubicBezTo>
                  <a:pt x="15600" y="5891"/>
                  <a:pt x="15600" y="6076"/>
                  <a:pt x="15600" y="6076"/>
                </a:cubicBezTo>
                <a:close/>
                <a:moveTo>
                  <a:pt x="7800" y="8346"/>
                </a:moveTo>
                <a:cubicBezTo>
                  <a:pt x="7800" y="8074"/>
                  <a:pt x="8069" y="7855"/>
                  <a:pt x="8400" y="7855"/>
                </a:cubicBezTo>
                <a:cubicBezTo>
                  <a:pt x="8731" y="7855"/>
                  <a:pt x="9000" y="8074"/>
                  <a:pt x="9000" y="8346"/>
                </a:cubicBezTo>
                <a:cubicBezTo>
                  <a:pt x="9000" y="8617"/>
                  <a:pt x="8731" y="8836"/>
                  <a:pt x="8400" y="8836"/>
                </a:cubicBezTo>
                <a:cubicBezTo>
                  <a:pt x="8069" y="8836"/>
                  <a:pt x="7800" y="8617"/>
                  <a:pt x="7800" y="8346"/>
                </a:cubicBezTo>
                <a:moveTo>
                  <a:pt x="15600" y="19636"/>
                </a:moveTo>
                <a:cubicBezTo>
                  <a:pt x="15600" y="20179"/>
                  <a:pt x="15062" y="20619"/>
                  <a:pt x="14400" y="20619"/>
                </a:cubicBezTo>
                <a:lnTo>
                  <a:pt x="2400" y="20619"/>
                </a:lnTo>
                <a:cubicBezTo>
                  <a:pt x="1738" y="20619"/>
                  <a:pt x="1200" y="20179"/>
                  <a:pt x="1200" y="19636"/>
                </a:cubicBezTo>
                <a:lnTo>
                  <a:pt x="1200" y="7318"/>
                </a:lnTo>
                <a:cubicBezTo>
                  <a:pt x="2658" y="8244"/>
                  <a:pt x="4301" y="8666"/>
                  <a:pt x="6693" y="8790"/>
                </a:cubicBezTo>
                <a:cubicBezTo>
                  <a:pt x="6924" y="9385"/>
                  <a:pt x="7597" y="9819"/>
                  <a:pt x="8400" y="9819"/>
                </a:cubicBezTo>
                <a:cubicBezTo>
                  <a:pt x="9203" y="9819"/>
                  <a:pt x="9875" y="9385"/>
                  <a:pt x="10108" y="8790"/>
                </a:cubicBezTo>
                <a:cubicBezTo>
                  <a:pt x="12499" y="8666"/>
                  <a:pt x="14142" y="8244"/>
                  <a:pt x="15600" y="7318"/>
                </a:cubicBezTo>
                <a:cubicBezTo>
                  <a:pt x="15600" y="7318"/>
                  <a:pt x="15600" y="19636"/>
                  <a:pt x="15600" y="19636"/>
                </a:cubicBezTo>
                <a:close/>
                <a:moveTo>
                  <a:pt x="14400" y="3927"/>
                </a:moveTo>
                <a:lnTo>
                  <a:pt x="2400" y="3927"/>
                </a:lnTo>
                <a:cubicBezTo>
                  <a:pt x="1075" y="3927"/>
                  <a:pt x="0" y="4806"/>
                  <a:pt x="0" y="5891"/>
                </a:cubicBezTo>
                <a:lnTo>
                  <a:pt x="0" y="19636"/>
                </a:lnTo>
                <a:cubicBezTo>
                  <a:pt x="0" y="20721"/>
                  <a:pt x="1075" y="21600"/>
                  <a:pt x="2400" y="21600"/>
                </a:cubicBezTo>
                <a:lnTo>
                  <a:pt x="14400" y="21600"/>
                </a:lnTo>
                <a:cubicBezTo>
                  <a:pt x="15725" y="21600"/>
                  <a:pt x="16800" y="20721"/>
                  <a:pt x="16800" y="19636"/>
                </a:cubicBezTo>
                <a:lnTo>
                  <a:pt x="16800" y="5891"/>
                </a:lnTo>
                <a:cubicBezTo>
                  <a:pt x="16800" y="4806"/>
                  <a:pt x="15725" y="3927"/>
                  <a:pt x="14400" y="3927"/>
                </a:cubicBezTo>
                <a:moveTo>
                  <a:pt x="5400" y="17673"/>
                </a:moveTo>
                <a:lnTo>
                  <a:pt x="4200" y="17673"/>
                </a:lnTo>
                <a:cubicBezTo>
                  <a:pt x="3869" y="17673"/>
                  <a:pt x="3600" y="17893"/>
                  <a:pt x="3600" y="18164"/>
                </a:cubicBezTo>
                <a:cubicBezTo>
                  <a:pt x="3600" y="18435"/>
                  <a:pt x="3869" y="18655"/>
                  <a:pt x="4200" y="18655"/>
                </a:cubicBezTo>
                <a:lnTo>
                  <a:pt x="5400" y="18655"/>
                </a:lnTo>
                <a:cubicBezTo>
                  <a:pt x="5731" y="18655"/>
                  <a:pt x="6000" y="18435"/>
                  <a:pt x="6000" y="18164"/>
                </a:cubicBezTo>
                <a:cubicBezTo>
                  <a:pt x="6000" y="17893"/>
                  <a:pt x="5731" y="17673"/>
                  <a:pt x="5400" y="17673"/>
                </a:cubicBezTo>
                <a:moveTo>
                  <a:pt x="6600" y="15709"/>
                </a:moveTo>
                <a:lnTo>
                  <a:pt x="4200" y="15709"/>
                </a:lnTo>
                <a:cubicBezTo>
                  <a:pt x="3869" y="15709"/>
                  <a:pt x="3600" y="15929"/>
                  <a:pt x="3600" y="16200"/>
                </a:cubicBezTo>
                <a:cubicBezTo>
                  <a:pt x="3600" y="16472"/>
                  <a:pt x="3869" y="16691"/>
                  <a:pt x="4200" y="16691"/>
                </a:cubicBezTo>
                <a:lnTo>
                  <a:pt x="6600" y="16691"/>
                </a:lnTo>
                <a:cubicBezTo>
                  <a:pt x="6931" y="16691"/>
                  <a:pt x="7200" y="16472"/>
                  <a:pt x="7200" y="16200"/>
                </a:cubicBezTo>
                <a:cubicBezTo>
                  <a:pt x="7200" y="15929"/>
                  <a:pt x="6931" y="15709"/>
                  <a:pt x="6600" y="15709"/>
                </a:cubicBezTo>
                <a:moveTo>
                  <a:pt x="19200" y="0"/>
                </a:moveTo>
                <a:lnTo>
                  <a:pt x="7200" y="0"/>
                </a:lnTo>
                <a:cubicBezTo>
                  <a:pt x="5875" y="0"/>
                  <a:pt x="4800" y="879"/>
                  <a:pt x="4800" y="1964"/>
                </a:cubicBezTo>
                <a:lnTo>
                  <a:pt x="4800" y="2455"/>
                </a:lnTo>
                <a:cubicBezTo>
                  <a:pt x="4800" y="2726"/>
                  <a:pt x="5069" y="2945"/>
                  <a:pt x="5400" y="2945"/>
                </a:cubicBezTo>
                <a:cubicBezTo>
                  <a:pt x="5731" y="2945"/>
                  <a:pt x="6000" y="2726"/>
                  <a:pt x="6000" y="2455"/>
                </a:cubicBezTo>
                <a:lnTo>
                  <a:pt x="6000" y="1964"/>
                </a:lnTo>
                <a:cubicBezTo>
                  <a:pt x="6000" y="1422"/>
                  <a:pt x="6538" y="982"/>
                  <a:pt x="7200" y="982"/>
                </a:cubicBezTo>
                <a:lnTo>
                  <a:pt x="19200" y="982"/>
                </a:lnTo>
                <a:cubicBezTo>
                  <a:pt x="19862" y="982"/>
                  <a:pt x="20400" y="1422"/>
                  <a:pt x="20400" y="1964"/>
                </a:cubicBezTo>
                <a:lnTo>
                  <a:pt x="20400" y="15709"/>
                </a:lnTo>
                <a:cubicBezTo>
                  <a:pt x="20400" y="16252"/>
                  <a:pt x="19862" y="16691"/>
                  <a:pt x="19200" y="16691"/>
                </a:cubicBezTo>
                <a:lnTo>
                  <a:pt x="18600" y="16691"/>
                </a:lnTo>
                <a:cubicBezTo>
                  <a:pt x="18269" y="16691"/>
                  <a:pt x="18000" y="16911"/>
                  <a:pt x="18000" y="17182"/>
                </a:cubicBezTo>
                <a:cubicBezTo>
                  <a:pt x="18000" y="17453"/>
                  <a:pt x="18269" y="17673"/>
                  <a:pt x="18600" y="17673"/>
                </a:cubicBezTo>
                <a:lnTo>
                  <a:pt x="19200" y="17673"/>
                </a:lnTo>
                <a:cubicBezTo>
                  <a:pt x="20525" y="17673"/>
                  <a:pt x="21600" y="16794"/>
                  <a:pt x="21600" y="15709"/>
                </a:cubicBezTo>
                <a:lnTo>
                  <a:pt x="21600" y="1964"/>
                </a:lnTo>
                <a:cubicBezTo>
                  <a:pt x="21600" y="879"/>
                  <a:pt x="20525" y="0"/>
                  <a:pt x="192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5" name="Shape 2587">
            <a:extLst>
              <a:ext uri="{FF2B5EF4-FFF2-40B4-BE49-F238E27FC236}">
                <a16:creationId xmlns:a16="http://schemas.microsoft.com/office/drawing/2014/main" id="{DEBA2262-8DB1-6985-77BD-C30E05DCF216}"/>
              </a:ext>
            </a:extLst>
          </p:cNvPr>
          <p:cNvSpPr/>
          <p:nvPr/>
        </p:nvSpPr>
        <p:spPr>
          <a:xfrm>
            <a:off x="7341645" y="204510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6" name="Shape 2588">
            <a:extLst>
              <a:ext uri="{FF2B5EF4-FFF2-40B4-BE49-F238E27FC236}">
                <a16:creationId xmlns:a16="http://schemas.microsoft.com/office/drawing/2014/main" id="{F91B4D4F-0498-384F-46C1-52E84102288B}"/>
              </a:ext>
            </a:extLst>
          </p:cNvPr>
          <p:cNvSpPr/>
          <p:nvPr/>
        </p:nvSpPr>
        <p:spPr>
          <a:xfrm>
            <a:off x="7874906" y="2057799"/>
            <a:ext cx="279328" cy="253944"/>
          </a:xfrm>
          <a:custGeom>
            <a:avLst/>
            <a:gdLst/>
            <a:ahLst/>
            <a:cxnLst>
              <a:cxn ang="0">
                <a:pos x="wd2" y="hd2"/>
              </a:cxn>
              <a:cxn ang="5400000">
                <a:pos x="wd2" y="hd2"/>
              </a:cxn>
              <a:cxn ang="10800000">
                <a:pos x="wd2" y="hd2"/>
              </a:cxn>
              <a:cxn ang="16200000">
                <a:pos x="wd2" y="hd2"/>
              </a:cxn>
            </a:cxnLst>
            <a:rect l="0" t="0" r="r" b="b"/>
            <a:pathLst>
              <a:path w="21600" h="21600" extrusionOk="0">
                <a:moveTo>
                  <a:pt x="17182" y="12420"/>
                </a:moveTo>
                <a:cubicBezTo>
                  <a:pt x="16368" y="12420"/>
                  <a:pt x="15709" y="11694"/>
                  <a:pt x="15709" y="10800"/>
                </a:cubicBezTo>
                <a:cubicBezTo>
                  <a:pt x="15709" y="9906"/>
                  <a:pt x="16368" y="9180"/>
                  <a:pt x="17182" y="9180"/>
                </a:cubicBezTo>
                <a:cubicBezTo>
                  <a:pt x="17995" y="9180"/>
                  <a:pt x="18655" y="9906"/>
                  <a:pt x="18655" y="10800"/>
                </a:cubicBezTo>
                <a:cubicBezTo>
                  <a:pt x="18655" y="11694"/>
                  <a:pt x="17995" y="12420"/>
                  <a:pt x="17182" y="12420"/>
                </a:cubicBezTo>
                <a:moveTo>
                  <a:pt x="21109" y="10260"/>
                </a:moveTo>
                <a:lnTo>
                  <a:pt x="19587" y="10260"/>
                </a:lnTo>
                <a:cubicBezTo>
                  <a:pt x="19360" y="9028"/>
                  <a:pt x="18369" y="8100"/>
                  <a:pt x="17182" y="8100"/>
                </a:cubicBezTo>
                <a:cubicBezTo>
                  <a:pt x="15994" y="8100"/>
                  <a:pt x="15004" y="9028"/>
                  <a:pt x="14777" y="10260"/>
                </a:cubicBezTo>
                <a:lnTo>
                  <a:pt x="491" y="10260"/>
                </a:lnTo>
                <a:cubicBezTo>
                  <a:pt x="220" y="10260"/>
                  <a:pt x="0" y="10502"/>
                  <a:pt x="0" y="10800"/>
                </a:cubicBezTo>
                <a:cubicBezTo>
                  <a:pt x="0" y="11098"/>
                  <a:pt x="220" y="11340"/>
                  <a:pt x="491" y="11340"/>
                </a:cubicBezTo>
                <a:lnTo>
                  <a:pt x="14777" y="11340"/>
                </a:lnTo>
                <a:cubicBezTo>
                  <a:pt x="15004" y="12572"/>
                  <a:pt x="15994" y="13500"/>
                  <a:pt x="17182" y="13500"/>
                </a:cubicBezTo>
                <a:cubicBezTo>
                  <a:pt x="18369" y="13500"/>
                  <a:pt x="19360" y="12572"/>
                  <a:pt x="19587" y="11340"/>
                </a:cubicBezTo>
                <a:lnTo>
                  <a:pt x="21109" y="11340"/>
                </a:lnTo>
                <a:cubicBezTo>
                  <a:pt x="21380" y="11340"/>
                  <a:pt x="21600" y="11098"/>
                  <a:pt x="21600" y="10800"/>
                </a:cubicBezTo>
                <a:cubicBezTo>
                  <a:pt x="21600" y="10502"/>
                  <a:pt x="21380" y="10260"/>
                  <a:pt x="21109" y="10260"/>
                </a:cubicBezTo>
                <a:moveTo>
                  <a:pt x="5400" y="1080"/>
                </a:moveTo>
                <a:cubicBezTo>
                  <a:pt x="6214" y="1080"/>
                  <a:pt x="6873" y="1806"/>
                  <a:pt x="6873" y="2700"/>
                </a:cubicBezTo>
                <a:cubicBezTo>
                  <a:pt x="6873" y="3595"/>
                  <a:pt x="6214" y="4320"/>
                  <a:pt x="5400" y="4320"/>
                </a:cubicBezTo>
                <a:cubicBezTo>
                  <a:pt x="4586" y="4320"/>
                  <a:pt x="3927" y="3595"/>
                  <a:pt x="3927" y="2700"/>
                </a:cubicBezTo>
                <a:cubicBezTo>
                  <a:pt x="3927" y="1806"/>
                  <a:pt x="4586" y="1080"/>
                  <a:pt x="5400" y="1080"/>
                </a:cubicBezTo>
                <a:moveTo>
                  <a:pt x="491" y="3240"/>
                </a:moveTo>
                <a:lnTo>
                  <a:pt x="2995" y="3240"/>
                </a:lnTo>
                <a:cubicBezTo>
                  <a:pt x="3222" y="4472"/>
                  <a:pt x="4213" y="5400"/>
                  <a:pt x="5400" y="5400"/>
                </a:cubicBezTo>
                <a:cubicBezTo>
                  <a:pt x="6587" y="5400"/>
                  <a:pt x="7578" y="4472"/>
                  <a:pt x="7805" y="3240"/>
                </a:cubicBezTo>
                <a:lnTo>
                  <a:pt x="21109" y="3240"/>
                </a:lnTo>
                <a:cubicBezTo>
                  <a:pt x="21380" y="3240"/>
                  <a:pt x="21600" y="2999"/>
                  <a:pt x="21600" y="2700"/>
                </a:cubicBezTo>
                <a:cubicBezTo>
                  <a:pt x="21600" y="2402"/>
                  <a:pt x="21380" y="2160"/>
                  <a:pt x="21109" y="2160"/>
                </a:cubicBezTo>
                <a:lnTo>
                  <a:pt x="7805" y="2160"/>
                </a:lnTo>
                <a:cubicBezTo>
                  <a:pt x="7578" y="928"/>
                  <a:pt x="6587" y="0"/>
                  <a:pt x="5400" y="0"/>
                </a:cubicBezTo>
                <a:cubicBezTo>
                  <a:pt x="4213" y="0"/>
                  <a:pt x="3222" y="928"/>
                  <a:pt x="2995" y="2160"/>
                </a:cubicBezTo>
                <a:lnTo>
                  <a:pt x="491" y="2160"/>
                </a:lnTo>
                <a:cubicBezTo>
                  <a:pt x="220" y="2160"/>
                  <a:pt x="0" y="2402"/>
                  <a:pt x="0" y="2700"/>
                </a:cubicBezTo>
                <a:cubicBezTo>
                  <a:pt x="0" y="2999"/>
                  <a:pt x="220" y="3240"/>
                  <a:pt x="491" y="3240"/>
                </a:cubicBezTo>
                <a:moveTo>
                  <a:pt x="9327" y="20519"/>
                </a:moveTo>
                <a:cubicBezTo>
                  <a:pt x="8514" y="20519"/>
                  <a:pt x="7855" y="19794"/>
                  <a:pt x="7855" y="18899"/>
                </a:cubicBezTo>
                <a:cubicBezTo>
                  <a:pt x="7855" y="18005"/>
                  <a:pt x="8514" y="17279"/>
                  <a:pt x="9327" y="17279"/>
                </a:cubicBezTo>
                <a:cubicBezTo>
                  <a:pt x="10141" y="17279"/>
                  <a:pt x="10800" y="18005"/>
                  <a:pt x="10800" y="18899"/>
                </a:cubicBezTo>
                <a:cubicBezTo>
                  <a:pt x="10800" y="19794"/>
                  <a:pt x="10141" y="20519"/>
                  <a:pt x="9327" y="20519"/>
                </a:cubicBezTo>
                <a:moveTo>
                  <a:pt x="21109" y="18359"/>
                </a:moveTo>
                <a:lnTo>
                  <a:pt x="11732" y="18359"/>
                </a:lnTo>
                <a:cubicBezTo>
                  <a:pt x="11505" y="17127"/>
                  <a:pt x="10515" y="16199"/>
                  <a:pt x="9327" y="16199"/>
                </a:cubicBezTo>
                <a:cubicBezTo>
                  <a:pt x="8140" y="16199"/>
                  <a:pt x="7150" y="17127"/>
                  <a:pt x="6922" y="18359"/>
                </a:cubicBezTo>
                <a:lnTo>
                  <a:pt x="491" y="18359"/>
                </a:lnTo>
                <a:cubicBezTo>
                  <a:pt x="220" y="18359"/>
                  <a:pt x="0" y="18601"/>
                  <a:pt x="0" y="18899"/>
                </a:cubicBezTo>
                <a:cubicBezTo>
                  <a:pt x="0" y="19198"/>
                  <a:pt x="220" y="19439"/>
                  <a:pt x="491" y="19439"/>
                </a:cubicBezTo>
                <a:lnTo>
                  <a:pt x="6922" y="19439"/>
                </a:lnTo>
                <a:cubicBezTo>
                  <a:pt x="7150" y="20672"/>
                  <a:pt x="8140" y="21600"/>
                  <a:pt x="9327" y="21600"/>
                </a:cubicBezTo>
                <a:cubicBezTo>
                  <a:pt x="10515" y="21600"/>
                  <a:pt x="11505" y="20672"/>
                  <a:pt x="11732" y="19439"/>
                </a:cubicBezTo>
                <a:lnTo>
                  <a:pt x="21109" y="19439"/>
                </a:lnTo>
                <a:cubicBezTo>
                  <a:pt x="21380" y="19439"/>
                  <a:pt x="21600" y="19198"/>
                  <a:pt x="21600" y="18899"/>
                </a:cubicBezTo>
                <a:cubicBezTo>
                  <a:pt x="21600" y="18601"/>
                  <a:pt x="21380" y="18359"/>
                  <a:pt x="21109" y="1835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7" name="Shape 2589">
            <a:extLst>
              <a:ext uri="{FF2B5EF4-FFF2-40B4-BE49-F238E27FC236}">
                <a16:creationId xmlns:a16="http://schemas.microsoft.com/office/drawing/2014/main" id="{82CC283C-87BC-AFBF-7549-0F1B27C35308}"/>
              </a:ext>
            </a:extLst>
          </p:cNvPr>
          <p:cNvSpPr/>
          <p:nvPr/>
        </p:nvSpPr>
        <p:spPr>
          <a:xfrm>
            <a:off x="8408167" y="2057799"/>
            <a:ext cx="279328" cy="253944"/>
          </a:xfrm>
          <a:custGeom>
            <a:avLst/>
            <a:gdLst/>
            <a:ahLst/>
            <a:cxnLst>
              <a:cxn ang="0">
                <a:pos x="wd2" y="hd2"/>
              </a:cxn>
              <a:cxn ang="5400000">
                <a:pos x="wd2" y="hd2"/>
              </a:cxn>
              <a:cxn ang="10800000">
                <a:pos x="wd2" y="hd2"/>
              </a:cxn>
              <a:cxn ang="16200000">
                <a:pos x="wd2" y="hd2"/>
              </a:cxn>
            </a:cxnLst>
            <a:rect l="0" t="0" r="r" b="b"/>
            <a:pathLst>
              <a:path w="21600" h="21600" extrusionOk="0">
                <a:moveTo>
                  <a:pt x="6382" y="15119"/>
                </a:moveTo>
                <a:cubicBezTo>
                  <a:pt x="7195" y="15119"/>
                  <a:pt x="7855" y="14394"/>
                  <a:pt x="7855" y="13500"/>
                </a:cubicBezTo>
                <a:cubicBezTo>
                  <a:pt x="7855" y="12605"/>
                  <a:pt x="7195" y="11880"/>
                  <a:pt x="6382" y="11880"/>
                </a:cubicBezTo>
                <a:cubicBezTo>
                  <a:pt x="5568" y="11880"/>
                  <a:pt x="4909" y="12605"/>
                  <a:pt x="4909" y="13500"/>
                </a:cubicBezTo>
                <a:cubicBezTo>
                  <a:pt x="4909" y="14394"/>
                  <a:pt x="5568" y="15119"/>
                  <a:pt x="6382" y="15119"/>
                </a:cubicBezTo>
                <a:moveTo>
                  <a:pt x="2455" y="3240"/>
                </a:moveTo>
                <a:cubicBezTo>
                  <a:pt x="2725" y="3240"/>
                  <a:pt x="2945" y="2999"/>
                  <a:pt x="2945" y="2700"/>
                </a:cubicBezTo>
                <a:cubicBezTo>
                  <a:pt x="2945" y="2402"/>
                  <a:pt x="2725" y="2160"/>
                  <a:pt x="2455" y="2160"/>
                </a:cubicBezTo>
                <a:cubicBezTo>
                  <a:pt x="2184" y="2160"/>
                  <a:pt x="1964" y="2402"/>
                  <a:pt x="1964" y="2700"/>
                </a:cubicBezTo>
                <a:cubicBezTo>
                  <a:pt x="1964" y="2999"/>
                  <a:pt x="2184" y="3240"/>
                  <a:pt x="2455" y="3240"/>
                </a:cubicBezTo>
                <a:moveTo>
                  <a:pt x="3927" y="8100"/>
                </a:moveTo>
                <a:cubicBezTo>
                  <a:pt x="3927" y="6609"/>
                  <a:pt x="5026" y="5400"/>
                  <a:pt x="6382" y="5400"/>
                </a:cubicBezTo>
                <a:cubicBezTo>
                  <a:pt x="7738" y="5400"/>
                  <a:pt x="8836" y="6609"/>
                  <a:pt x="8836" y="8100"/>
                </a:cubicBezTo>
                <a:lnTo>
                  <a:pt x="8836" y="13500"/>
                </a:lnTo>
                <a:cubicBezTo>
                  <a:pt x="8836" y="14991"/>
                  <a:pt x="7738" y="16199"/>
                  <a:pt x="6382" y="16199"/>
                </a:cubicBezTo>
                <a:cubicBezTo>
                  <a:pt x="5026" y="16199"/>
                  <a:pt x="3927" y="14991"/>
                  <a:pt x="3927" y="13500"/>
                </a:cubicBezTo>
                <a:cubicBezTo>
                  <a:pt x="3927" y="13500"/>
                  <a:pt x="3927" y="8100"/>
                  <a:pt x="3927" y="8100"/>
                </a:cubicBezTo>
                <a:close/>
                <a:moveTo>
                  <a:pt x="2945" y="13500"/>
                </a:moveTo>
                <a:cubicBezTo>
                  <a:pt x="2945" y="15587"/>
                  <a:pt x="4484" y="17279"/>
                  <a:pt x="6382" y="17279"/>
                </a:cubicBezTo>
                <a:cubicBezTo>
                  <a:pt x="8280" y="17279"/>
                  <a:pt x="9818" y="15587"/>
                  <a:pt x="9818" y="13500"/>
                </a:cubicBezTo>
                <a:lnTo>
                  <a:pt x="9818" y="8100"/>
                </a:lnTo>
                <a:cubicBezTo>
                  <a:pt x="9818" y="6012"/>
                  <a:pt x="8280" y="4320"/>
                  <a:pt x="6382" y="4320"/>
                </a:cubicBezTo>
                <a:cubicBezTo>
                  <a:pt x="4484" y="4320"/>
                  <a:pt x="2945" y="6012"/>
                  <a:pt x="2945" y="8100"/>
                </a:cubicBezTo>
                <a:cubicBezTo>
                  <a:pt x="2945" y="8100"/>
                  <a:pt x="2945" y="13500"/>
                  <a:pt x="2945" y="13500"/>
                </a:cubicBezTo>
                <a:close/>
                <a:moveTo>
                  <a:pt x="2455" y="19439"/>
                </a:moveTo>
                <a:cubicBezTo>
                  <a:pt x="2725" y="19439"/>
                  <a:pt x="2945" y="19198"/>
                  <a:pt x="2945" y="18899"/>
                </a:cubicBezTo>
                <a:cubicBezTo>
                  <a:pt x="2945" y="18601"/>
                  <a:pt x="2725" y="18359"/>
                  <a:pt x="2455" y="18359"/>
                </a:cubicBezTo>
                <a:cubicBezTo>
                  <a:pt x="2184" y="18359"/>
                  <a:pt x="1964" y="18601"/>
                  <a:pt x="1964" y="18899"/>
                </a:cubicBezTo>
                <a:cubicBezTo>
                  <a:pt x="1964" y="19198"/>
                  <a:pt x="2184" y="19439"/>
                  <a:pt x="2455" y="19439"/>
                </a:cubicBezTo>
                <a:moveTo>
                  <a:pt x="20618" y="20519"/>
                </a:moveTo>
                <a:lnTo>
                  <a:pt x="982" y="20519"/>
                </a:lnTo>
                <a:lnTo>
                  <a:pt x="982" y="1080"/>
                </a:lnTo>
                <a:lnTo>
                  <a:pt x="20618" y="1080"/>
                </a:lnTo>
                <a:cubicBezTo>
                  <a:pt x="20618" y="1080"/>
                  <a:pt x="20618" y="20519"/>
                  <a:pt x="20618" y="20519"/>
                </a:cubicBezTo>
                <a:close/>
                <a:moveTo>
                  <a:pt x="20618" y="0"/>
                </a:moveTo>
                <a:lnTo>
                  <a:pt x="982" y="0"/>
                </a:lnTo>
                <a:cubicBezTo>
                  <a:pt x="440" y="0"/>
                  <a:pt x="0" y="484"/>
                  <a:pt x="0" y="1080"/>
                </a:cubicBezTo>
                <a:lnTo>
                  <a:pt x="0" y="20519"/>
                </a:lnTo>
                <a:cubicBezTo>
                  <a:pt x="0" y="21115"/>
                  <a:pt x="440" y="21600"/>
                  <a:pt x="982" y="21600"/>
                </a:cubicBezTo>
                <a:lnTo>
                  <a:pt x="20618" y="21600"/>
                </a:lnTo>
                <a:cubicBezTo>
                  <a:pt x="21160" y="21600"/>
                  <a:pt x="21600" y="21115"/>
                  <a:pt x="21600" y="20519"/>
                </a:cubicBezTo>
                <a:lnTo>
                  <a:pt x="21600" y="1080"/>
                </a:lnTo>
                <a:cubicBezTo>
                  <a:pt x="21600" y="484"/>
                  <a:pt x="21160" y="0"/>
                  <a:pt x="20618" y="0"/>
                </a:cubicBezTo>
                <a:moveTo>
                  <a:pt x="19145" y="3240"/>
                </a:moveTo>
                <a:cubicBezTo>
                  <a:pt x="19416" y="3240"/>
                  <a:pt x="19636" y="2999"/>
                  <a:pt x="19636" y="2700"/>
                </a:cubicBezTo>
                <a:cubicBezTo>
                  <a:pt x="19636" y="2402"/>
                  <a:pt x="19416" y="2160"/>
                  <a:pt x="19145" y="2160"/>
                </a:cubicBezTo>
                <a:cubicBezTo>
                  <a:pt x="18875" y="2160"/>
                  <a:pt x="18655" y="2402"/>
                  <a:pt x="18655" y="2700"/>
                </a:cubicBezTo>
                <a:cubicBezTo>
                  <a:pt x="18655" y="2999"/>
                  <a:pt x="18875" y="3240"/>
                  <a:pt x="19145" y="3240"/>
                </a:cubicBezTo>
                <a:moveTo>
                  <a:pt x="12764" y="8100"/>
                </a:moveTo>
                <a:cubicBezTo>
                  <a:pt x="12764" y="6609"/>
                  <a:pt x="13863" y="5400"/>
                  <a:pt x="15218" y="5400"/>
                </a:cubicBezTo>
                <a:cubicBezTo>
                  <a:pt x="16574" y="5400"/>
                  <a:pt x="17673" y="6609"/>
                  <a:pt x="17673" y="8100"/>
                </a:cubicBezTo>
                <a:lnTo>
                  <a:pt x="17673" y="13500"/>
                </a:lnTo>
                <a:cubicBezTo>
                  <a:pt x="17673" y="14991"/>
                  <a:pt x="16574" y="16199"/>
                  <a:pt x="15218" y="16199"/>
                </a:cubicBezTo>
                <a:cubicBezTo>
                  <a:pt x="13863" y="16199"/>
                  <a:pt x="12764" y="14991"/>
                  <a:pt x="12764" y="13500"/>
                </a:cubicBezTo>
                <a:cubicBezTo>
                  <a:pt x="12764" y="13500"/>
                  <a:pt x="12764" y="8100"/>
                  <a:pt x="12764" y="8100"/>
                </a:cubicBezTo>
                <a:close/>
                <a:moveTo>
                  <a:pt x="15218" y="17279"/>
                </a:moveTo>
                <a:cubicBezTo>
                  <a:pt x="17116" y="17279"/>
                  <a:pt x="18655" y="15587"/>
                  <a:pt x="18655" y="13500"/>
                </a:cubicBezTo>
                <a:lnTo>
                  <a:pt x="18655" y="8100"/>
                </a:lnTo>
                <a:cubicBezTo>
                  <a:pt x="18655" y="6012"/>
                  <a:pt x="17116" y="4320"/>
                  <a:pt x="15218" y="4320"/>
                </a:cubicBezTo>
                <a:cubicBezTo>
                  <a:pt x="13320" y="4320"/>
                  <a:pt x="11782" y="6012"/>
                  <a:pt x="11782" y="8100"/>
                </a:cubicBezTo>
                <a:lnTo>
                  <a:pt x="11782" y="13500"/>
                </a:lnTo>
                <a:cubicBezTo>
                  <a:pt x="11782" y="15587"/>
                  <a:pt x="13320" y="17279"/>
                  <a:pt x="15218" y="17279"/>
                </a:cubicBezTo>
                <a:moveTo>
                  <a:pt x="15218" y="9720"/>
                </a:moveTo>
                <a:cubicBezTo>
                  <a:pt x="16032" y="9720"/>
                  <a:pt x="16691" y="8995"/>
                  <a:pt x="16691" y="8100"/>
                </a:cubicBezTo>
                <a:cubicBezTo>
                  <a:pt x="16691" y="7206"/>
                  <a:pt x="16032" y="6480"/>
                  <a:pt x="15218" y="6480"/>
                </a:cubicBezTo>
                <a:cubicBezTo>
                  <a:pt x="14405" y="6480"/>
                  <a:pt x="13745" y="7206"/>
                  <a:pt x="13745" y="8100"/>
                </a:cubicBezTo>
                <a:cubicBezTo>
                  <a:pt x="13745" y="8995"/>
                  <a:pt x="14405" y="9720"/>
                  <a:pt x="15218" y="9720"/>
                </a:cubicBezTo>
                <a:moveTo>
                  <a:pt x="19145" y="18359"/>
                </a:moveTo>
                <a:cubicBezTo>
                  <a:pt x="18875" y="18359"/>
                  <a:pt x="18655" y="18601"/>
                  <a:pt x="18655" y="18899"/>
                </a:cubicBezTo>
                <a:cubicBezTo>
                  <a:pt x="18655" y="19198"/>
                  <a:pt x="18875" y="19439"/>
                  <a:pt x="19145" y="19439"/>
                </a:cubicBezTo>
                <a:cubicBezTo>
                  <a:pt x="19416" y="19439"/>
                  <a:pt x="19636" y="19198"/>
                  <a:pt x="19636" y="18899"/>
                </a:cubicBezTo>
                <a:cubicBezTo>
                  <a:pt x="19636" y="18601"/>
                  <a:pt x="19416" y="18359"/>
                  <a:pt x="19145" y="1835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8" name="Shape 2590">
            <a:extLst>
              <a:ext uri="{FF2B5EF4-FFF2-40B4-BE49-F238E27FC236}">
                <a16:creationId xmlns:a16="http://schemas.microsoft.com/office/drawing/2014/main" id="{E96C63F7-10E5-5EAE-4E11-D51961CB71C6}"/>
              </a:ext>
            </a:extLst>
          </p:cNvPr>
          <p:cNvSpPr/>
          <p:nvPr/>
        </p:nvSpPr>
        <p:spPr>
          <a:xfrm>
            <a:off x="8941428" y="204510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8"/>
                  <a:pt x="20178" y="20619"/>
                  <a:pt x="19636" y="20619"/>
                </a:cubicBezTo>
                <a:lnTo>
                  <a:pt x="1964" y="20619"/>
                </a:lnTo>
                <a:cubicBezTo>
                  <a:pt x="1422" y="20619"/>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7855" y="6382"/>
                </a:moveTo>
                <a:cubicBezTo>
                  <a:pt x="7313" y="6382"/>
                  <a:pt x="6873" y="5943"/>
                  <a:pt x="6873" y="5400"/>
                </a:cubicBezTo>
                <a:cubicBezTo>
                  <a:pt x="6873" y="4858"/>
                  <a:pt x="7313" y="4418"/>
                  <a:pt x="7855" y="4418"/>
                </a:cubicBezTo>
                <a:cubicBezTo>
                  <a:pt x="8396" y="4418"/>
                  <a:pt x="8836" y="4858"/>
                  <a:pt x="8836" y="5400"/>
                </a:cubicBezTo>
                <a:cubicBezTo>
                  <a:pt x="8836" y="5943"/>
                  <a:pt x="8396" y="6382"/>
                  <a:pt x="7855" y="6382"/>
                </a:cubicBezTo>
                <a:moveTo>
                  <a:pt x="18164" y="4909"/>
                </a:moveTo>
                <a:lnTo>
                  <a:pt x="9749" y="4909"/>
                </a:lnTo>
                <a:cubicBezTo>
                  <a:pt x="9530" y="4064"/>
                  <a:pt x="8768" y="3436"/>
                  <a:pt x="7855" y="3436"/>
                </a:cubicBezTo>
                <a:cubicBezTo>
                  <a:pt x="6941" y="3436"/>
                  <a:pt x="6180" y="4064"/>
                  <a:pt x="5960" y="4909"/>
                </a:cubicBezTo>
                <a:lnTo>
                  <a:pt x="3436" y="4909"/>
                </a:lnTo>
                <a:cubicBezTo>
                  <a:pt x="3165" y="4909"/>
                  <a:pt x="2945" y="5129"/>
                  <a:pt x="2945" y="5400"/>
                </a:cubicBezTo>
                <a:cubicBezTo>
                  <a:pt x="2945" y="5672"/>
                  <a:pt x="3165" y="5891"/>
                  <a:pt x="3436" y="5891"/>
                </a:cubicBezTo>
                <a:lnTo>
                  <a:pt x="5960" y="5891"/>
                </a:lnTo>
                <a:cubicBezTo>
                  <a:pt x="6180" y="6737"/>
                  <a:pt x="6941" y="7364"/>
                  <a:pt x="7855" y="7364"/>
                </a:cubicBezTo>
                <a:cubicBezTo>
                  <a:pt x="8768" y="7364"/>
                  <a:pt x="9530" y="6737"/>
                  <a:pt x="9749" y="5891"/>
                </a:cubicBezTo>
                <a:lnTo>
                  <a:pt x="18164" y="5891"/>
                </a:lnTo>
                <a:cubicBezTo>
                  <a:pt x="18435" y="5891"/>
                  <a:pt x="18655" y="5672"/>
                  <a:pt x="18655" y="5400"/>
                </a:cubicBezTo>
                <a:cubicBezTo>
                  <a:pt x="18655" y="5129"/>
                  <a:pt x="18435" y="4909"/>
                  <a:pt x="18164" y="4909"/>
                </a:cubicBezTo>
                <a:moveTo>
                  <a:pt x="14727" y="11782"/>
                </a:moveTo>
                <a:cubicBezTo>
                  <a:pt x="14186" y="11782"/>
                  <a:pt x="13745" y="11342"/>
                  <a:pt x="13745" y="10800"/>
                </a:cubicBezTo>
                <a:cubicBezTo>
                  <a:pt x="13745" y="10258"/>
                  <a:pt x="14186" y="9818"/>
                  <a:pt x="14727" y="9818"/>
                </a:cubicBezTo>
                <a:cubicBezTo>
                  <a:pt x="15269" y="9818"/>
                  <a:pt x="15709" y="10258"/>
                  <a:pt x="15709" y="10800"/>
                </a:cubicBezTo>
                <a:cubicBezTo>
                  <a:pt x="15709" y="11342"/>
                  <a:pt x="15269" y="11782"/>
                  <a:pt x="14727" y="11782"/>
                </a:cubicBezTo>
                <a:moveTo>
                  <a:pt x="18164" y="10310"/>
                </a:moveTo>
                <a:lnTo>
                  <a:pt x="16621" y="10310"/>
                </a:lnTo>
                <a:cubicBezTo>
                  <a:pt x="16402" y="9464"/>
                  <a:pt x="15641" y="8836"/>
                  <a:pt x="14727" y="8836"/>
                </a:cubicBezTo>
                <a:cubicBezTo>
                  <a:pt x="13814" y="8836"/>
                  <a:pt x="13052" y="9464"/>
                  <a:pt x="12833" y="10310"/>
                </a:cubicBezTo>
                <a:lnTo>
                  <a:pt x="3436" y="10310"/>
                </a:lnTo>
                <a:cubicBezTo>
                  <a:pt x="3165" y="10310"/>
                  <a:pt x="2945" y="10529"/>
                  <a:pt x="2945" y="10800"/>
                </a:cubicBezTo>
                <a:cubicBezTo>
                  <a:pt x="2945" y="11072"/>
                  <a:pt x="3165" y="11291"/>
                  <a:pt x="3436" y="11291"/>
                </a:cubicBezTo>
                <a:lnTo>
                  <a:pt x="12833" y="11291"/>
                </a:lnTo>
                <a:cubicBezTo>
                  <a:pt x="13052" y="12137"/>
                  <a:pt x="13814" y="12764"/>
                  <a:pt x="14727" y="12764"/>
                </a:cubicBezTo>
                <a:cubicBezTo>
                  <a:pt x="15641" y="12764"/>
                  <a:pt x="16402" y="12137"/>
                  <a:pt x="16621" y="11291"/>
                </a:cubicBezTo>
                <a:lnTo>
                  <a:pt x="18164" y="11291"/>
                </a:lnTo>
                <a:cubicBezTo>
                  <a:pt x="18435" y="11291"/>
                  <a:pt x="18655" y="11072"/>
                  <a:pt x="18655" y="10800"/>
                </a:cubicBezTo>
                <a:cubicBezTo>
                  <a:pt x="18655" y="10529"/>
                  <a:pt x="18435" y="10310"/>
                  <a:pt x="18164" y="10310"/>
                </a:cubicBezTo>
                <a:moveTo>
                  <a:pt x="9818" y="17182"/>
                </a:moveTo>
                <a:cubicBezTo>
                  <a:pt x="9276" y="17182"/>
                  <a:pt x="8836" y="16743"/>
                  <a:pt x="8836" y="16200"/>
                </a:cubicBezTo>
                <a:cubicBezTo>
                  <a:pt x="8836" y="15658"/>
                  <a:pt x="9276" y="15218"/>
                  <a:pt x="9818" y="15218"/>
                </a:cubicBezTo>
                <a:cubicBezTo>
                  <a:pt x="10360" y="15218"/>
                  <a:pt x="10800" y="15658"/>
                  <a:pt x="10800" y="16200"/>
                </a:cubicBezTo>
                <a:cubicBezTo>
                  <a:pt x="10800" y="16743"/>
                  <a:pt x="10360" y="17182"/>
                  <a:pt x="9818" y="17182"/>
                </a:cubicBezTo>
                <a:moveTo>
                  <a:pt x="18164" y="15709"/>
                </a:moveTo>
                <a:lnTo>
                  <a:pt x="11712" y="15709"/>
                </a:lnTo>
                <a:cubicBezTo>
                  <a:pt x="11493" y="14863"/>
                  <a:pt x="10732" y="14237"/>
                  <a:pt x="9818" y="14237"/>
                </a:cubicBezTo>
                <a:cubicBezTo>
                  <a:pt x="8904" y="14237"/>
                  <a:pt x="8143" y="14863"/>
                  <a:pt x="7924" y="15709"/>
                </a:cubicBezTo>
                <a:lnTo>
                  <a:pt x="3436" y="15709"/>
                </a:lnTo>
                <a:cubicBezTo>
                  <a:pt x="3165" y="15709"/>
                  <a:pt x="2945" y="15929"/>
                  <a:pt x="2945" y="16200"/>
                </a:cubicBezTo>
                <a:cubicBezTo>
                  <a:pt x="2945" y="16472"/>
                  <a:pt x="3165" y="16691"/>
                  <a:pt x="3436" y="16691"/>
                </a:cubicBezTo>
                <a:lnTo>
                  <a:pt x="7924" y="16691"/>
                </a:lnTo>
                <a:cubicBezTo>
                  <a:pt x="8143" y="17537"/>
                  <a:pt x="8904" y="18164"/>
                  <a:pt x="9818" y="18164"/>
                </a:cubicBezTo>
                <a:cubicBezTo>
                  <a:pt x="10732" y="18164"/>
                  <a:pt x="11493" y="17537"/>
                  <a:pt x="11712" y="16691"/>
                </a:cubicBezTo>
                <a:lnTo>
                  <a:pt x="18164" y="16691"/>
                </a:lnTo>
                <a:cubicBezTo>
                  <a:pt x="18435" y="16691"/>
                  <a:pt x="18655" y="16472"/>
                  <a:pt x="18655" y="16200"/>
                </a:cubicBezTo>
                <a:cubicBezTo>
                  <a:pt x="18655" y="15929"/>
                  <a:pt x="18435" y="15709"/>
                  <a:pt x="18164" y="157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9" name="Shape 2591">
            <a:extLst>
              <a:ext uri="{FF2B5EF4-FFF2-40B4-BE49-F238E27FC236}">
                <a16:creationId xmlns:a16="http://schemas.microsoft.com/office/drawing/2014/main" id="{852A3B6E-BDD7-3BFB-BEAD-07E0781D1469}"/>
              </a:ext>
            </a:extLst>
          </p:cNvPr>
          <p:cNvSpPr/>
          <p:nvPr/>
        </p:nvSpPr>
        <p:spPr>
          <a:xfrm>
            <a:off x="9474689" y="204510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14727"/>
                </a:moveTo>
                <a:cubicBezTo>
                  <a:pt x="8631" y="14727"/>
                  <a:pt x="6873" y="12969"/>
                  <a:pt x="6873" y="10800"/>
                </a:cubicBezTo>
                <a:cubicBezTo>
                  <a:pt x="6873" y="8631"/>
                  <a:pt x="8631" y="6873"/>
                  <a:pt x="10800" y="6873"/>
                </a:cubicBezTo>
                <a:cubicBezTo>
                  <a:pt x="12969" y="6873"/>
                  <a:pt x="14727" y="8631"/>
                  <a:pt x="14727" y="10800"/>
                </a:cubicBezTo>
                <a:cubicBezTo>
                  <a:pt x="14727" y="12969"/>
                  <a:pt x="12969" y="14727"/>
                  <a:pt x="10800" y="14727"/>
                </a:cubicBezTo>
                <a:moveTo>
                  <a:pt x="10800" y="5891"/>
                </a:moveTo>
                <a:cubicBezTo>
                  <a:pt x="8088" y="5891"/>
                  <a:pt x="5891" y="8089"/>
                  <a:pt x="5891" y="10800"/>
                </a:cubicBezTo>
                <a:cubicBezTo>
                  <a:pt x="5891" y="13512"/>
                  <a:pt x="8088" y="15709"/>
                  <a:pt x="10800" y="15709"/>
                </a:cubicBezTo>
                <a:cubicBezTo>
                  <a:pt x="13512" y="15709"/>
                  <a:pt x="15709" y="13512"/>
                  <a:pt x="15709" y="10800"/>
                </a:cubicBezTo>
                <a:cubicBezTo>
                  <a:pt x="15709" y="8089"/>
                  <a:pt x="13512" y="5891"/>
                  <a:pt x="10800" y="5891"/>
                </a:cubicBezTo>
                <a:moveTo>
                  <a:pt x="20618" y="12013"/>
                </a:moveTo>
                <a:cubicBezTo>
                  <a:pt x="20614" y="12014"/>
                  <a:pt x="20611" y="12016"/>
                  <a:pt x="20607" y="12016"/>
                </a:cubicBezTo>
                <a:lnTo>
                  <a:pt x="19602" y="12268"/>
                </a:lnTo>
                <a:cubicBezTo>
                  <a:pt x="19256" y="12354"/>
                  <a:pt x="18984" y="12622"/>
                  <a:pt x="18892" y="12966"/>
                </a:cubicBezTo>
                <a:cubicBezTo>
                  <a:pt x="18703" y="13672"/>
                  <a:pt x="18421" y="14351"/>
                  <a:pt x="18053" y="14986"/>
                </a:cubicBezTo>
                <a:cubicBezTo>
                  <a:pt x="17873" y="15295"/>
                  <a:pt x="17876" y="15677"/>
                  <a:pt x="18060" y="15984"/>
                </a:cubicBezTo>
                <a:lnTo>
                  <a:pt x="18601" y="16885"/>
                </a:lnTo>
                <a:lnTo>
                  <a:pt x="16886" y="18600"/>
                </a:lnTo>
                <a:cubicBezTo>
                  <a:pt x="16882" y="18599"/>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1" y="18415"/>
                  <a:pt x="6617" y="18049"/>
                </a:cubicBezTo>
                <a:cubicBezTo>
                  <a:pt x="6465" y="17961"/>
                  <a:pt x="6296" y="17917"/>
                  <a:pt x="6127" y="17917"/>
                </a:cubicBezTo>
                <a:cubicBezTo>
                  <a:pt x="5951" y="17917"/>
                  <a:pt x="5777" y="17964"/>
                  <a:pt x="5621" y="18057"/>
                </a:cubicBezTo>
                <a:lnTo>
                  <a:pt x="4725" y="18595"/>
                </a:lnTo>
                <a:cubicBezTo>
                  <a:pt x="4722" y="18597"/>
                  <a:pt x="4718" y="18599"/>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3"/>
                </a:cubicBezTo>
                <a:lnTo>
                  <a:pt x="982" y="9587"/>
                </a:lnTo>
                <a:lnTo>
                  <a:pt x="1998" y="9333"/>
                </a:lnTo>
                <a:cubicBezTo>
                  <a:pt x="2343" y="9246"/>
                  <a:pt x="2616" y="8979"/>
                  <a:pt x="2708" y="8634"/>
                </a:cubicBezTo>
                <a:cubicBezTo>
                  <a:pt x="2897" y="7928"/>
                  <a:pt x="3179" y="7249"/>
                  <a:pt x="3548" y="6615"/>
                </a:cubicBezTo>
                <a:cubicBezTo>
                  <a:pt x="3727" y="6305"/>
                  <a:pt x="3724" y="5923"/>
                  <a:pt x="3540" y="5617"/>
                </a:cubicBezTo>
                <a:lnTo>
                  <a:pt x="3005" y="4725"/>
                </a:lnTo>
                <a:cubicBezTo>
                  <a:pt x="3004" y="4722"/>
                  <a:pt x="3002" y="4718"/>
                  <a:pt x="3000" y="4715"/>
                </a:cubicBezTo>
                <a:lnTo>
                  <a:pt x="4715" y="3000"/>
                </a:lnTo>
                <a:lnTo>
                  <a:pt x="5621" y="3544"/>
                </a:lnTo>
                <a:cubicBezTo>
                  <a:pt x="5777" y="3636"/>
                  <a:pt x="5951" y="3683"/>
                  <a:pt x="6127" y="3683"/>
                </a:cubicBezTo>
                <a:cubicBezTo>
                  <a:pt x="6296" y="3683"/>
                  <a:pt x="6465" y="3639"/>
                  <a:pt x="6618" y="3551"/>
                </a:cubicBezTo>
                <a:cubicBezTo>
                  <a:pt x="7251" y="3185"/>
                  <a:pt x="7929" y="2904"/>
                  <a:pt x="8632" y="2717"/>
                </a:cubicBezTo>
                <a:cubicBezTo>
                  <a:pt x="8976" y="2624"/>
                  <a:pt x="9244" y="2353"/>
                  <a:pt x="9331" y="2007"/>
                </a:cubicBezTo>
                <a:lnTo>
                  <a:pt x="9587" y="982"/>
                </a:lnTo>
                <a:lnTo>
                  <a:pt x="12012" y="982"/>
                </a:lnTo>
                <a:cubicBezTo>
                  <a:pt x="12014" y="986"/>
                  <a:pt x="12015" y="989"/>
                  <a:pt x="12016" y="993"/>
                </a:cubicBezTo>
                <a:lnTo>
                  <a:pt x="12269" y="2007"/>
                </a:lnTo>
                <a:cubicBezTo>
                  <a:pt x="12356" y="2353"/>
                  <a:pt x="12624" y="2624"/>
                  <a:pt x="12968" y="2717"/>
                </a:cubicBezTo>
                <a:cubicBezTo>
                  <a:pt x="13671" y="2904"/>
                  <a:pt x="14348" y="3185"/>
                  <a:pt x="14982" y="3551"/>
                </a:cubicBezTo>
                <a:cubicBezTo>
                  <a:pt x="15134" y="3639"/>
                  <a:pt x="15304" y="3683"/>
                  <a:pt x="15473" y="3683"/>
                </a:cubicBezTo>
                <a:cubicBezTo>
                  <a:pt x="15648" y="3683"/>
                  <a:pt x="15822" y="3636"/>
                  <a:pt x="15978" y="3544"/>
                </a:cubicBezTo>
                <a:lnTo>
                  <a:pt x="16884" y="3000"/>
                </a:lnTo>
                <a:lnTo>
                  <a:pt x="18600" y="4715"/>
                </a:lnTo>
                <a:cubicBezTo>
                  <a:pt x="18598" y="4718"/>
                  <a:pt x="18597" y="4722"/>
                  <a:pt x="18595" y="4726"/>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3"/>
                  <a:pt x="20618" y="12013"/>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8"/>
                  <a:pt x="17136" y="1969"/>
                  <a:pt x="16975" y="1969"/>
                </a:cubicBezTo>
                <a:cubicBezTo>
                  <a:pt x="16778" y="1969"/>
                  <a:pt x="16572" y="2043"/>
                  <a:pt x="16400" y="2145"/>
                </a:cubicBezTo>
                <a:lnTo>
                  <a:pt x="15473" y="2702"/>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2"/>
                </a:cubicBezTo>
                <a:lnTo>
                  <a:pt x="5200" y="2145"/>
                </a:lnTo>
                <a:cubicBezTo>
                  <a:pt x="5028" y="2043"/>
                  <a:pt x="4822" y="1969"/>
                  <a:pt x="4625" y="1969"/>
                </a:cubicBezTo>
                <a:cubicBezTo>
                  <a:pt x="4464" y="1969"/>
                  <a:pt x="4308" y="2018"/>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3"/>
                  <a:pt x="0" y="9360"/>
                </a:cubicBezTo>
                <a:lnTo>
                  <a:pt x="0" y="12240"/>
                </a:lnTo>
                <a:cubicBezTo>
                  <a:pt x="0" y="12638"/>
                  <a:pt x="367" y="12848"/>
                  <a:pt x="720" y="12960"/>
                </a:cubicBezTo>
                <a:lnTo>
                  <a:pt x="1759" y="13220"/>
                </a:lnTo>
                <a:cubicBezTo>
                  <a:pt x="1973" y="14021"/>
                  <a:pt x="2292" y="14778"/>
                  <a:pt x="2698" y="15478"/>
                </a:cubicBezTo>
                <a:lnTo>
                  <a:pt x="2145" y="16400"/>
                </a:lnTo>
                <a:cubicBezTo>
                  <a:pt x="1959" y="16714"/>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4"/>
                  <a:pt x="19455" y="16400"/>
                </a:cubicBezTo>
                <a:lnTo>
                  <a:pt x="18902" y="15478"/>
                </a:lnTo>
                <a:cubicBezTo>
                  <a:pt x="19308" y="14778"/>
                  <a:pt x="19626" y="14021"/>
                  <a:pt x="19841" y="13220"/>
                </a:cubicBezTo>
                <a:lnTo>
                  <a:pt x="20880" y="12960"/>
                </a:lnTo>
                <a:cubicBezTo>
                  <a:pt x="21233" y="12848"/>
                  <a:pt x="21600" y="12638"/>
                  <a:pt x="21600" y="12240"/>
                </a:cubicBezTo>
                <a:lnTo>
                  <a:pt x="21600" y="9360"/>
                </a:lnTo>
                <a:cubicBezTo>
                  <a:pt x="21600" y="8963"/>
                  <a:pt x="21233" y="8730"/>
                  <a:pt x="20880" y="864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0" name="Shape 2592">
            <a:extLst>
              <a:ext uri="{FF2B5EF4-FFF2-40B4-BE49-F238E27FC236}">
                <a16:creationId xmlns:a16="http://schemas.microsoft.com/office/drawing/2014/main" id="{17FD504C-B2DD-D375-5AB1-F8B72646F175}"/>
              </a:ext>
            </a:extLst>
          </p:cNvPr>
          <p:cNvSpPr/>
          <p:nvPr/>
        </p:nvSpPr>
        <p:spPr>
          <a:xfrm>
            <a:off x="10007950" y="204510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2012"/>
                </a:moveTo>
                <a:cubicBezTo>
                  <a:pt x="20614" y="12014"/>
                  <a:pt x="20611" y="12016"/>
                  <a:pt x="20607" y="12016"/>
                </a:cubicBezTo>
                <a:lnTo>
                  <a:pt x="19602" y="12268"/>
                </a:lnTo>
                <a:cubicBezTo>
                  <a:pt x="19256" y="12354"/>
                  <a:pt x="18984" y="12622"/>
                  <a:pt x="18892" y="12966"/>
                </a:cubicBezTo>
                <a:cubicBezTo>
                  <a:pt x="18703" y="13672"/>
                  <a:pt x="18421" y="14352"/>
                  <a:pt x="18053" y="14986"/>
                </a:cubicBezTo>
                <a:cubicBezTo>
                  <a:pt x="17873" y="15295"/>
                  <a:pt x="17876" y="15677"/>
                  <a:pt x="18060" y="15984"/>
                </a:cubicBezTo>
                <a:lnTo>
                  <a:pt x="18601" y="16885"/>
                </a:lnTo>
                <a:lnTo>
                  <a:pt x="16886" y="18600"/>
                </a:lnTo>
                <a:cubicBezTo>
                  <a:pt x="16882" y="18598"/>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2" y="18415"/>
                  <a:pt x="6617" y="18049"/>
                </a:cubicBezTo>
                <a:cubicBezTo>
                  <a:pt x="6465" y="17961"/>
                  <a:pt x="6296" y="17917"/>
                  <a:pt x="6127" y="17917"/>
                </a:cubicBezTo>
                <a:cubicBezTo>
                  <a:pt x="5951" y="17917"/>
                  <a:pt x="5777" y="17964"/>
                  <a:pt x="5621" y="18057"/>
                </a:cubicBezTo>
                <a:lnTo>
                  <a:pt x="4725" y="18595"/>
                </a:lnTo>
                <a:cubicBezTo>
                  <a:pt x="4722" y="18597"/>
                  <a:pt x="4718" y="18598"/>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2"/>
                </a:cubicBezTo>
                <a:lnTo>
                  <a:pt x="982" y="9587"/>
                </a:lnTo>
                <a:lnTo>
                  <a:pt x="1998" y="9333"/>
                </a:lnTo>
                <a:cubicBezTo>
                  <a:pt x="2343" y="9246"/>
                  <a:pt x="2616" y="8979"/>
                  <a:pt x="2708" y="8634"/>
                </a:cubicBezTo>
                <a:cubicBezTo>
                  <a:pt x="2897" y="7929"/>
                  <a:pt x="3179" y="7249"/>
                  <a:pt x="3548" y="6615"/>
                </a:cubicBezTo>
                <a:cubicBezTo>
                  <a:pt x="3727" y="6305"/>
                  <a:pt x="3724" y="5923"/>
                  <a:pt x="3540" y="5617"/>
                </a:cubicBezTo>
                <a:lnTo>
                  <a:pt x="3005" y="4725"/>
                </a:lnTo>
                <a:cubicBezTo>
                  <a:pt x="3004" y="4722"/>
                  <a:pt x="3002" y="4719"/>
                  <a:pt x="3000" y="4715"/>
                </a:cubicBezTo>
                <a:lnTo>
                  <a:pt x="4715" y="3000"/>
                </a:lnTo>
                <a:lnTo>
                  <a:pt x="5621" y="3543"/>
                </a:lnTo>
                <a:cubicBezTo>
                  <a:pt x="5777" y="3637"/>
                  <a:pt x="5951" y="3683"/>
                  <a:pt x="6127" y="3683"/>
                </a:cubicBezTo>
                <a:cubicBezTo>
                  <a:pt x="6296" y="3683"/>
                  <a:pt x="6465" y="3639"/>
                  <a:pt x="6618" y="3552"/>
                </a:cubicBezTo>
                <a:cubicBezTo>
                  <a:pt x="7251" y="3185"/>
                  <a:pt x="7929" y="2904"/>
                  <a:pt x="8632" y="2717"/>
                </a:cubicBezTo>
                <a:cubicBezTo>
                  <a:pt x="8976" y="2624"/>
                  <a:pt x="9244" y="2352"/>
                  <a:pt x="9331" y="2006"/>
                </a:cubicBezTo>
                <a:lnTo>
                  <a:pt x="9587" y="982"/>
                </a:lnTo>
                <a:lnTo>
                  <a:pt x="12012" y="982"/>
                </a:lnTo>
                <a:cubicBezTo>
                  <a:pt x="12014" y="986"/>
                  <a:pt x="12015" y="989"/>
                  <a:pt x="12016" y="993"/>
                </a:cubicBezTo>
                <a:lnTo>
                  <a:pt x="12269" y="2006"/>
                </a:lnTo>
                <a:cubicBezTo>
                  <a:pt x="12356" y="2352"/>
                  <a:pt x="12624" y="2624"/>
                  <a:pt x="12968" y="2717"/>
                </a:cubicBezTo>
                <a:cubicBezTo>
                  <a:pt x="13671" y="2904"/>
                  <a:pt x="14348" y="3185"/>
                  <a:pt x="14982" y="3552"/>
                </a:cubicBezTo>
                <a:cubicBezTo>
                  <a:pt x="15134" y="3639"/>
                  <a:pt x="15304" y="3683"/>
                  <a:pt x="15473" y="3683"/>
                </a:cubicBezTo>
                <a:cubicBezTo>
                  <a:pt x="15648" y="3683"/>
                  <a:pt x="15822" y="3637"/>
                  <a:pt x="15978" y="3543"/>
                </a:cubicBezTo>
                <a:lnTo>
                  <a:pt x="16884" y="3000"/>
                </a:lnTo>
                <a:lnTo>
                  <a:pt x="18600" y="4715"/>
                </a:lnTo>
                <a:cubicBezTo>
                  <a:pt x="18598" y="4719"/>
                  <a:pt x="18597" y="4722"/>
                  <a:pt x="18595" y="4725"/>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2"/>
                  <a:pt x="20618" y="12012"/>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9"/>
                  <a:pt x="17136" y="1968"/>
                  <a:pt x="16975" y="1968"/>
                </a:cubicBezTo>
                <a:cubicBezTo>
                  <a:pt x="16778" y="1968"/>
                  <a:pt x="16572" y="2043"/>
                  <a:pt x="16400" y="2145"/>
                </a:cubicBezTo>
                <a:lnTo>
                  <a:pt x="15473" y="2701"/>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1"/>
                </a:cubicBezTo>
                <a:lnTo>
                  <a:pt x="5200" y="2145"/>
                </a:lnTo>
                <a:cubicBezTo>
                  <a:pt x="5028" y="2043"/>
                  <a:pt x="4822" y="1968"/>
                  <a:pt x="4625" y="1968"/>
                </a:cubicBezTo>
                <a:cubicBezTo>
                  <a:pt x="4464" y="1968"/>
                  <a:pt x="4308" y="2019"/>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2"/>
                  <a:pt x="0" y="9361"/>
                </a:cubicBezTo>
                <a:lnTo>
                  <a:pt x="0" y="12240"/>
                </a:lnTo>
                <a:cubicBezTo>
                  <a:pt x="0" y="12638"/>
                  <a:pt x="367" y="12848"/>
                  <a:pt x="720" y="12960"/>
                </a:cubicBezTo>
                <a:lnTo>
                  <a:pt x="1759" y="13220"/>
                </a:lnTo>
                <a:cubicBezTo>
                  <a:pt x="1973" y="14021"/>
                  <a:pt x="2292" y="14778"/>
                  <a:pt x="2698" y="15479"/>
                </a:cubicBezTo>
                <a:lnTo>
                  <a:pt x="2145" y="16400"/>
                </a:lnTo>
                <a:cubicBezTo>
                  <a:pt x="1959" y="16713"/>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3"/>
                  <a:pt x="19455" y="16400"/>
                </a:cubicBezTo>
                <a:lnTo>
                  <a:pt x="18902" y="15479"/>
                </a:lnTo>
                <a:cubicBezTo>
                  <a:pt x="19308" y="14778"/>
                  <a:pt x="19626" y="14021"/>
                  <a:pt x="19841" y="13220"/>
                </a:cubicBezTo>
                <a:lnTo>
                  <a:pt x="20880" y="12960"/>
                </a:lnTo>
                <a:cubicBezTo>
                  <a:pt x="21233" y="12848"/>
                  <a:pt x="21600" y="12638"/>
                  <a:pt x="21600" y="12240"/>
                </a:cubicBezTo>
                <a:lnTo>
                  <a:pt x="21600" y="9361"/>
                </a:lnTo>
                <a:cubicBezTo>
                  <a:pt x="21600" y="8962"/>
                  <a:pt x="21233" y="8730"/>
                  <a:pt x="20880" y="8641"/>
                </a:cubicBezTo>
                <a:moveTo>
                  <a:pt x="15709" y="10800"/>
                </a:moveTo>
                <a:cubicBezTo>
                  <a:pt x="15709" y="13346"/>
                  <a:pt x="13771" y="15438"/>
                  <a:pt x="11291" y="15685"/>
                </a:cubicBezTo>
                <a:lnTo>
                  <a:pt x="11291" y="12694"/>
                </a:lnTo>
                <a:cubicBezTo>
                  <a:pt x="12137" y="12476"/>
                  <a:pt x="12764" y="11714"/>
                  <a:pt x="12764" y="10800"/>
                </a:cubicBezTo>
                <a:cubicBezTo>
                  <a:pt x="12764" y="10630"/>
                  <a:pt x="12735" y="10468"/>
                  <a:pt x="12694" y="10310"/>
                </a:cubicBezTo>
                <a:lnTo>
                  <a:pt x="15308" y="8857"/>
                </a:lnTo>
                <a:cubicBezTo>
                  <a:pt x="15565" y="9453"/>
                  <a:pt x="15709" y="10110"/>
                  <a:pt x="15709" y="10800"/>
                </a:cubicBezTo>
                <a:moveTo>
                  <a:pt x="9818" y="10800"/>
                </a:moveTo>
                <a:cubicBezTo>
                  <a:pt x="9818" y="10258"/>
                  <a:pt x="10258" y="9818"/>
                  <a:pt x="10800" y="9818"/>
                </a:cubicBezTo>
                <a:cubicBezTo>
                  <a:pt x="11342" y="9818"/>
                  <a:pt x="11782" y="10258"/>
                  <a:pt x="11782" y="10800"/>
                </a:cubicBezTo>
                <a:cubicBezTo>
                  <a:pt x="11782" y="11342"/>
                  <a:pt x="11342" y="11782"/>
                  <a:pt x="10800" y="11782"/>
                </a:cubicBezTo>
                <a:cubicBezTo>
                  <a:pt x="10258" y="11782"/>
                  <a:pt x="9818" y="11342"/>
                  <a:pt x="9818" y="10800"/>
                </a:cubicBezTo>
                <a:moveTo>
                  <a:pt x="10309" y="15685"/>
                </a:moveTo>
                <a:cubicBezTo>
                  <a:pt x="7829" y="15438"/>
                  <a:pt x="5891" y="13346"/>
                  <a:pt x="5891" y="10800"/>
                </a:cubicBezTo>
                <a:cubicBezTo>
                  <a:pt x="5891" y="10110"/>
                  <a:pt x="6035" y="9453"/>
                  <a:pt x="6292" y="8857"/>
                </a:cubicBezTo>
                <a:lnTo>
                  <a:pt x="8906" y="10310"/>
                </a:lnTo>
                <a:cubicBezTo>
                  <a:pt x="8865" y="10468"/>
                  <a:pt x="8836" y="10630"/>
                  <a:pt x="8836" y="10800"/>
                </a:cubicBezTo>
                <a:cubicBezTo>
                  <a:pt x="8836" y="11714"/>
                  <a:pt x="9463" y="12476"/>
                  <a:pt x="10309" y="12694"/>
                </a:cubicBezTo>
                <a:cubicBezTo>
                  <a:pt x="10309" y="12694"/>
                  <a:pt x="10309" y="15685"/>
                  <a:pt x="10309" y="15685"/>
                </a:cubicBezTo>
                <a:close/>
                <a:moveTo>
                  <a:pt x="10800" y="5891"/>
                </a:moveTo>
                <a:cubicBezTo>
                  <a:pt x="12470" y="5891"/>
                  <a:pt x="13942" y="6727"/>
                  <a:pt x="14829" y="8000"/>
                </a:cubicBezTo>
                <a:lnTo>
                  <a:pt x="12220" y="9450"/>
                </a:lnTo>
                <a:cubicBezTo>
                  <a:pt x="11862" y="9074"/>
                  <a:pt x="11360" y="8836"/>
                  <a:pt x="10800" y="8836"/>
                </a:cubicBezTo>
                <a:cubicBezTo>
                  <a:pt x="10240" y="8836"/>
                  <a:pt x="9738" y="9074"/>
                  <a:pt x="9380" y="9450"/>
                </a:cubicBezTo>
                <a:lnTo>
                  <a:pt x="6771" y="8000"/>
                </a:lnTo>
                <a:cubicBezTo>
                  <a:pt x="7658" y="6727"/>
                  <a:pt x="9130" y="5891"/>
                  <a:pt x="10800" y="5891"/>
                </a:cubicBezTo>
                <a:moveTo>
                  <a:pt x="10800" y="4909"/>
                </a:moveTo>
                <a:cubicBezTo>
                  <a:pt x="7547" y="4909"/>
                  <a:pt x="4909" y="7547"/>
                  <a:pt x="4909" y="10800"/>
                </a:cubicBezTo>
                <a:cubicBezTo>
                  <a:pt x="4909" y="14054"/>
                  <a:pt x="7547" y="16691"/>
                  <a:pt x="10800" y="16691"/>
                </a:cubicBezTo>
                <a:cubicBezTo>
                  <a:pt x="14053" y="16691"/>
                  <a:pt x="16691" y="14054"/>
                  <a:pt x="16691" y="10800"/>
                </a:cubicBezTo>
                <a:cubicBezTo>
                  <a:pt x="16691" y="7547"/>
                  <a:pt x="14053" y="4909"/>
                  <a:pt x="10800" y="49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1" name="Shape 2593">
            <a:extLst>
              <a:ext uri="{FF2B5EF4-FFF2-40B4-BE49-F238E27FC236}">
                <a16:creationId xmlns:a16="http://schemas.microsoft.com/office/drawing/2014/main" id="{D71E8864-CF99-4751-CD2D-14139687B610}"/>
              </a:ext>
            </a:extLst>
          </p:cNvPr>
          <p:cNvSpPr/>
          <p:nvPr/>
        </p:nvSpPr>
        <p:spPr>
          <a:xfrm>
            <a:off x="10541211" y="204510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8095"/>
                </a:moveTo>
                <a:lnTo>
                  <a:pt x="20091" y="8640"/>
                </a:lnTo>
                <a:cubicBezTo>
                  <a:pt x="19294" y="8426"/>
                  <a:pt x="18482" y="8322"/>
                  <a:pt x="17675" y="8322"/>
                </a:cubicBezTo>
                <a:lnTo>
                  <a:pt x="17150" y="7377"/>
                </a:lnTo>
                <a:cubicBezTo>
                  <a:pt x="17052" y="7203"/>
                  <a:pt x="16911" y="7035"/>
                  <a:pt x="16741" y="6937"/>
                </a:cubicBezTo>
                <a:cubicBezTo>
                  <a:pt x="16601" y="6856"/>
                  <a:pt x="16442" y="6822"/>
                  <a:pt x="16268" y="6868"/>
                </a:cubicBezTo>
                <a:lnTo>
                  <a:pt x="13487" y="7613"/>
                </a:lnTo>
                <a:cubicBezTo>
                  <a:pt x="13102" y="7716"/>
                  <a:pt x="12995" y="8125"/>
                  <a:pt x="12977" y="8495"/>
                </a:cubicBezTo>
                <a:lnTo>
                  <a:pt x="12996" y="9570"/>
                </a:lnTo>
                <a:cubicBezTo>
                  <a:pt x="12293" y="9973"/>
                  <a:pt x="11639" y="10471"/>
                  <a:pt x="11053" y="11057"/>
                </a:cubicBezTo>
                <a:lnTo>
                  <a:pt x="10023" y="10762"/>
                </a:lnTo>
                <a:cubicBezTo>
                  <a:pt x="9673" y="10664"/>
                  <a:pt x="9239" y="10682"/>
                  <a:pt x="9040" y="11026"/>
                </a:cubicBezTo>
                <a:lnTo>
                  <a:pt x="7600" y="13520"/>
                </a:lnTo>
                <a:cubicBezTo>
                  <a:pt x="7401" y="13864"/>
                  <a:pt x="7614" y="14229"/>
                  <a:pt x="7863" y="14504"/>
                </a:cubicBezTo>
                <a:lnTo>
                  <a:pt x="8633" y="15248"/>
                </a:lnTo>
                <a:cubicBezTo>
                  <a:pt x="8419" y="16049"/>
                  <a:pt x="8315" y="16864"/>
                  <a:pt x="8317" y="17674"/>
                </a:cubicBezTo>
                <a:lnTo>
                  <a:pt x="7377" y="18196"/>
                </a:lnTo>
                <a:cubicBezTo>
                  <a:pt x="7060" y="18373"/>
                  <a:pt x="6765" y="18693"/>
                  <a:pt x="6868" y="19077"/>
                </a:cubicBezTo>
                <a:lnTo>
                  <a:pt x="7281" y="20619"/>
                </a:lnTo>
                <a:lnTo>
                  <a:pt x="1964" y="20619"/>
                </a:lnTo>
                <a:cubicBezTo>
                  <a:pt x="1422" y="20619"/>
                  <a:pt x="982" y="20178"/>
                  <a:pt x="982" y="19636"/>
                </a:cubicBezTo>
                <a:lnTo>
                  <a:pt x="982" y="11291"/>
                </a:lnTo>
                <a:lnTo>
                  <a:pt x="1931" y="11291"/>
                </a:lnTo>
                <a:cubicBezTo>
                  <a:pt x="2328" y="11291"/>
                  <a:pt x="2538" y="10924"/>
                  <a:pt x="2651" y="10571"/>
                </a:cubicBezTo>
                <a:lnTo>
                  <a:pt x="2913" y="9523"/>
                </a:lnTo>
                <a:cubicBezTo>
                  <a:pt x="3711" y="9310"/>
                  <a:pt x="4466" y="8993"/>
                  <a:pt x="5164" y="8590"/>
                </a:cubicBezTo>
                <a:lnTo>
                  <a:pt x="6091" y="9146"/>
                </a:lnTo>
                <a:cubicBezTo>
                  <a:pt x="6275" y="9241"/>
                  <a:pt x="6484" y="9317"/>
                  <a:pt x="6681" y="9317"/>
                </a:cubicBezTo>
                <a:cubicBezTo>
                  <a:pt x="6837" y="9317"/>
                  <a:pt x="6985" y="9270"/>
                  <a:pt x="7110" y="9146"/>
                </a:cubicBezTo>
                <a:lnTo>
                  <a:pt x="9146" y="7109"/>
                </a:lnTo>
                <a:cubicBezTo>
                  <a:pt x="9427" y="6828"/>
                  <a:pt x="9332" y="6404"/>
                  <a:pt x="9146" y="6091"/>
                </a:cubicBezTo>
                <a:lnTo>
                  <a:pt x="8593" y="5169"/>
                </a:lnTo>
                <a:cubicBezTo>
                  <a:pt x="8999" y="4469"/>
                  <a:pt x="9317" y="3711"/>
                  <a:pt x="9531" y="2911"/>
                </a:cubicBezTo>
                <a:lnTo>
                  <a:pt x="10571" y="2651"/>
                </a:lnTo>
                <a:cubicBezTo>
                  <a:pt x="10924" y="2538"/>
                  <a:pt x="11291" y="2328"/>
                  <a:pt x="11291" y="1931"/>
                </a:cubicBezTo>
                <a:lnTo>
                  <a:pt x="11291" y="982"/>
                </a:lnTo>
                <a:lnTo>
                  <a:pt x="19636" y="982"/>
                </a:lnTo>
                <a:cubicBezTo>
                  <a:pt x="20178" y="982"/>
                  <a:pt x="20618" y="1421"/>
                  <a:pt x="20618" y="1964"/>
                </a:cubicBezTo>
                <a:cubicBezTo>
                  <a:pt x="20618" y="1964"/>
                  <a:pt x="20618" y="8095"/>
                  <a:pt x="20618" y="8095"/>
                </a:cubicBezTo>
                <a:close/>
                <a:moveTo>
                  <a:pt x="20618" y="12594"/>
                </a:moveTo>
                <a:cubicBezTo>
                  <a:pt x="19750" y="12088"/>
                  <a:pt x="18750" y="11782"/>
                  <a:pt x="17673" y="11782"/>
                </a:cubicBezTo>
                <a:cubicBezTo>
                  <a:pt x="14419" y="11782"/>
                  <a:pt x="11782" y="14419"/>
                  <a:pt x="11782" y="17673"/>
                </a:cubicBezTo>
                <a:cubicBezTo>
                  <a:pt x="11782" y="18751"/>
                  <a:pt x="12088" y="19750"/>
                  <a:pt x="12594" y="20619"/>
                </a:cubicBezTo>
                <a:lnTo>
                  <a:pt x="8298" y="20619"/>
                </a:lnTo>
                <a:lnTo>
                  <a:pt x="7875" y="19042"/>
                </a:lnTo>
                <a:lnTo>
                  <a:pt x="8794" y="18532"/>
                </a:lnTo>
                <a:cubicBezTo>
                  <a:pt x="9106" y="18358"/>
                  <a:pt x="9299" y="18028"/>
                  <a:pt x="9299" y="17671"/>
                </a:cubicBezTo>
                <a:cubicBezTo>
                  <a:pt x="9298" y="16938"/>
                  <a:pt x="9392" y="16208"/>
                  <a:pt x="9582" y="15502"/>
                </a:cubicBezTo>
                <a:cubicBezTo>
                  <a:pt x="9674" y="15158"/>
                  <a:pt x="9572" y="14791"/>
                  <a:pt x="9316" y="14543"/>
                </a:cubicBezTo>
                <a:lnTo>
                  <a:pt x="8572" y="13823"/>
                </a:lnTo>
                <a:cubicBezTo>
                  <a:pt x="8569" y="13820"/>
                  <a:pt x="8566" y="13817"/>
                  <a:pt x="8564" y="13813"/>
                </a:cubicBezTo>
                <a:lnTo>
                  <a:pt x="9776" y="11713"/>
                </a:lnTo>
                <a:lnTo>
                  <a:pt x="10783" y="12001"/>
                </a:lnTo>
                <a:cubicBezTo>
                  <a:pt x="11126" y="12099"/>
                  <a:pt x="11495" y="12003"/>
                  <a:pt x="11748" y="11751"/>
                </a:cubicBezTo>
                <a:cubicBezTo>
                  <a:pt x="12264" y="11234"/>
                  <a:pt x="12848" y="10787"/>
                  <a:pt x="13485" y="10421"/>
                </a:cubicBezTo>
                <a:cubicBezTo>
                  <a:pt x="13794" y="10243"/>
                  <a:pt x="13983" y="9911"/>
                  <a:pt x="13977" y="9554"/>
                </a:cubicBezTo>
                <a:lnTo>
                  <a:pt x="13960" y="8514"/>
                </a:lnTo>
                <a:lnTo>
                  <a:pt x="13960" y="8503"/>
                </a:lnTo>
                <a:lnTo>
                  <a:pt x="16304" y="7875"/>
                </a:lnTo>
                <a:lnTo>
                  <a:pt x="16817" y="8799"/>
                </a:lnTo>
                <a:cubicBezTo>
                  <a:pt x="16905" y="8958"/>
                  <a:pt x="17032" y="9085"/>
                  <a:pt x="17184" y="9172"/>
                </a:cubicBezTo>
                <a:cubicBezTo>
                  <a:pt x="17330" y="9257"/>
                  <a:pt x="17499" y="9304"/>
                  <a:pt x="17675" y="9304"/>
                </a:cubicBezTo>
                <a:cubicBezTo>
                  <a:pt x="18407" y="9304"/>
                  <a:pt x="19135" y="9399"/>
                  <a:pt x="19837" y="9589"/>
                </a:cubicBezTo>
                <a:cubicBezTo>
                  <a:pt x="20106" y="9660"/>
                  <a:pt x="20389" y="9611"/>
                  <a:pt x="20618" y="9464"/>
                </a:cubicBezTo>
                <a:cubicBezTo>
                  <a:pt x="20618" y="9464"/>
                  <a:pt x="20618" y="12594"/>
                  <a:pt x="20618" y="12594"/>
                </a:cubicBezTo>
                <a:close/>
                <a:moveTo>
                  <a:pt x="20618" y="15475"/>
                </a:moveTo>
                <a:lnTo>
                  <a:pt x="19093" y="16323"/>
                </a:lnTo>
                <a:cubicBezTo>
                  <a:pt x="18735" y="15946"/>
                  <a:pt x="18233" y="15709"/>
                  <a:pt x="17673" y="15709"/>
                </a:cubicBezTo>
                <a:cubicBezTo>
                  <a:pt x="17113" y="15709"/>
                  <a:pt x="16610" y="15946"/>
                  <a:pt x="16253" y="16323"/>
                </a:cubicBezTo>
                <a:lnTo>
                  <a:pt x="13643" y="14873"/>
                </a:lnTo>
                <a:cubicBezTo>
                  <a:pt x="14530" y="13599"/>
                  <a:pt x="16003" y="12764"/>
                  <a:pt x="17673" y="12764"/>
                </a:cubicBezTo>
                <a:cubicBezTo>
                  <a:pt x="18783" y="12764"/>
                  <a:pt x="19798" y="13141"/>
                  <a:pt x="20618" y="13764"/>
                </a:cubicBezTo>
                <a:cubicBezTo>
                  <a:pt x="20618" y="13764"/>
                  <a:pt x="20618" y="15475"/>
                  <a:pt x="20618" y="15475"/>
                </a:cubicBezTo>
                <a:close/>
                <a:moveTo>
                  <a:pt x="20618" y="19636"/>
                </a:moveTo>
                <a:cubicBezTo>
                  <a:pt x="20618" y="20178"/>
                  <a:pt x="20178" y="20619"/>
                  <a:pt x="19636" y="20619"/>
                </a:cubicBezTo>
                <a:lnTo>
                  <a:pt x="18164" y="20619"/>
                </a:lnTo>
                <a:lnTo>
                  <a:pt x="18164" y="19567"/>
                </a:lnTo>
                <a:cubicBezTo>
                  <a:pt x="19009" y="19348"/>
                  <a:pt x="19636" y="18587"/>
                  <a:pt x="19636" y="17673"/>
                </a:cubicBezTo>
                <a:cubicBezTo>
                  <a:pt x="19636" y="17502"/>
                  <a:pt x="19608" y="17339"/>
                  <a:pt x="19567" y="17182"/>
                </a:cubicBezTo>
                <a:lnTo>
                  <a:pt x="20618" y="16598"/>
                </a:lnTo>
                <a:cubicBezTo>
                  <a:pt x="20618" y="16598"/>
                  <a:pt x="20618" y="19636"/>
                  <a:pt x="20618" y="19636"/>
                </a:cubicBezTo>
                <a:close/>
                <a:moveTo>
                  <a:pt x="16691" y="17673"/>
                </a:moveTo>
                <a:cubicBezTo>
                  <a:pt x="16691" y="17131"/>
                  <a:pt x="17131" y="16691"/>
                  <a:pt x="17673" y="16691"/>
                </a:cubicBezTo>
                <a:cubicBezTo>
                  <a:pt x="18214" y="16691"/>
                  <a:pt x="18655" y="17131"/>
                  <a:pt x="18655" y="17673"/>
                </a:cubicBezTo>
                <a:cubicBezTo>
                  <a:pt x="18655" y="18215"/>
                  <a:pt x="18214" y="18655"/>
                  <a:pt x="17673" y="18655"/>
                </a:cubicBezTo>
                <a:cubicBezTo>
                  <a:pt x="17131" y="18655"/>
                  <a:pt x="16691" y="18215"/>
                  <a:pt x="16691" y="17673"/>
                </a:cubicBezTo>
                <a:moveTo>
                  <a:pt x="17182" y="20619"/>
                </a:moveTo>
                <a:lnTo>
                  <a:pt x="13757" y="20619"/>
                </a:lnTo>
                <a:cubicBezTo>
                  <a:pt x="13138" y="19797"/>
                  <a:pt x="12764" y="18781"/>
                  <a:pt x="12764" y="17673"/>
                </a:cubicBezTo>
                <a:cubicBezTo>
                  <a:pt x="12764" y="16982"/>
                  <a:pt x="12907" y="16326"/>
                  <a:pt x="13165" y="15730"/>
                </a:cubicBezTo>
                <a:lnTo>
                  <a:pt x="15779" y="17182"/>
                </a:lnTo>
                <a:cubicBezTo>
                  <a:pt x="15738" y="17339"/>
                  <a:pt x="15709" y="17502"/>
                  <a:pt x="15709" y="17673"/>
                </a:cubicBezTo>
                <a:cubicBezTo>
                  <a:pt x="15709" y="18587"/>
                  <a:pt x="16336" y="19348"/>
                  <a:pt x="17182" y="19567"/>
                </a:cubicBezTo>
                <a:cubicBezTo>
                  <a:pt x="17182" y="19567"/>
                  <a:pt x="17182" y="20619"/>
                  <a:pt x="17182" y="20619"/>
                </a:cubicBezTo>
                <a:close/>
                <a:moveTo>
                  <a:pt x="982" y="5376"/>
                </a:moveTo>
                <a:cubicBezTo>
                  <a:pt x="3301" y="5145"/>
                  <a:pt x="5145" y="3301"/>
                  <a:pt x="5375" y="982"/>
                </a:cubicBezTo>
                <a:lnTo>
                  <a:pt x="10309" y="982"/>
                </a:lnTo>
                <a:lnTo>
                  <a:pt x="10309" y="1703"/>
                </a:lnTo>
                <a:cubicBezTo>
                  <a:pt x="10305" y="1705"/>
                  <a:pt x="10302" y="1706"/>
                  <a:pt x="10298" y="1707"/>
                </a:cubicBezTo>
                <a:lnTo>
                  <a:pt x="9293" y="1958"/>
                </a:lnTo>
                <a:cubicBezTo>
                  <a:pt x="8947" y="2045"/>
                  <a:pt x="8675" y="2313"/>
                  <a:pt x="8583" y="2657"/>
                </a:cubicBezTo>
                <a:cubicBezTo>
                  <a:pt x="8394" y="3363"/>
                  <a:pt x="8112" y="4042"/>
                  <a:pt x="7744" y="4676"/>
                </a:cubicBezTo>
                <a:cubicBezTo>
                  <a:pt x="7564" y="4986"/>
                  <a:pt x="7567" y="5368"/>
                  <a:pt x="7751" y="5674"/>
                </a:cubicBezTo>
                <a:lnTo>
                  <a:pt x="8292" y="6575"/>
                </a:lnTo>
                <a:lnTo>
                  <a:pt x="6576" y="8291"/>
                </a:lnTo>
                <a:cubicBezTo>
                  <a:pt x="6573" y="8290"/>
                  <a:pt x="6569" y="8288"/>
                  <a:pt x="6566" y="8286"/>
                </a:cubicBezTo>
                <a:lnTo>
                  <a:pt x="5669" y="7748"/>
                </a:lnTo>
                <a:cubicBezTo>
                  <a:pt x="5513" y="7655"/>
                  <a:pt x="5339" y="7608"/>
                  <a:pt x="5164" y="7608"/>
                </a:cubicBezTo>
                <a:cubicBezTo>
                  <a:pt x="4995" y="7608"/>
                  <a:pt x="4825" y="7652"/>
                  <a:pt x="4673" y="7739"/>
                </a:cubicBezTo>
                <a:cubicBezTo>
                  <a:pt x="4039" y="8106"/>
                  <a:pt x="3362" y="8387"/>
                  <a:pt x="2659" y="8575"/>
                </a:cubicBezTo>
                <a:cubicBezTo>
                  <a:pt x="2315" y="8666"/>
                  <a:pt x="2047" y="8938"/>
                  <a:pt x="1960" y="9285"/>
                </a:cubicBezTo>
                <a:lnTo>
                  <a:pt x="1707" y="10298"/>
                </a:lnTo>
                <a:cubicBezTo>
                  <a:pt x="1706" y="10302"/>
                  <a:pt x="1705" y="10305"/>
                  <a:pt x="1703" y="10310"/>
                </a:cubicBezTo>
                <a:lnTo>
                  <a:pt x="982" y="10310"/>
                </a:lnTo>
                <a:cubicBezTo>
                  <a:pt x="982" y="10310"/>
                  <a:pt x="982" y="5376"/>
                  <a:pt x="982" y="5376"/>
                </a:cubicBezTo>
                <a:close/>
                <a:moveTo>
                  <a:pt x="982" y="1964"/>
                </a:moveTo>
                <a:cubicBezTo>
                  <a:pt x="982" y="1421"/>
                  <a:pt x="1422" y="982"/>
                  <a:pt x="1964" y="982"/>
                </a:cubicBezTo>
                <a:lnTo>
                  <a:pt x="4384" y="982"/>
                </a:lnTo>
                <a:cubicBezTo>
                  <a:pt x="4162" y="2758"/>
                  <a:pt x="2758" y="4162"/>
                  <a:pt x="982" y="4384"/>
                </a:cubicBezTo>
                <a:cubicBezTo>
                  <a:pt x="982" y="4384"/>
                  <a:pt x="982" y="1964"/>
                  <a:pt x="982" y="1964"/>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2" name="Shape 2594">
            <a:extLst>
              <a:ext uri="{FF2B5EF4-FFF2-40B4-BE49-F238E27FC236}">
                <a16:creationId xmlns:a16="http://schemas.microsoft.com/office/drawing/2014/main" id="{B07B3FA1-7ABD-FB2B-9735-EDD1CBC88D51}"/>
              </a:ext>
            </a:extLst>
          </p:cNvPr>
          <p:cNvSpPr/>
          <p:nvPr/>
        </p:nvSpPr>
        <p:spPr>
          <a:xfrm>
            <a:off x="11074472" y="2070496"/>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3436" y="8400"/>
                </a:moveTo>
                <a:lnTo>
                  <a:pt x="18164" y="8400"/>
                </a:lnTo>
                <a:cubicBezTo>
                  <a:pt x="18435" y="8400"/>
                  <a:pt x="18655" y="8132"/>
                  <a:pt x="18655" y="7800"/>
                </a:cubicBezTo>
                <a:cubicBezTo>
                  <a:pt x="18655" y="7468"/>
                  <a:pt x="18435" y="7200"/>
                  <a:pt x="18164" y="7200"/>
                </a:cubicBezTo>
                <a:lnTo>
                  <a:pt x="3436" y="7200"/>
                </a:lnTo>
                <a:cubicBezTo>
                  <a:pt x="3165" y="7200"/>
                  <a:pt x="2945" y="7468"/>
                  <a:pt x="2945" y="7800"/>
                </a:cubicBezTo>
                <a:cubicBezTo>
                  <a:pt x="2945" y="8132"/>
                  <a:pt x="3165" y="8400"/>
                  <a:pt x="3436" y="8400"/>
                </a:cubicBezTo>
                <a:moveTo>
                  <a:pt x="3436" y="10800"/>
                </a:moveTo>
                <a:lnTo>
                  <a:pt x="18164" y="10800"/>
                </a:lnTo>
                <a:cubicBezTo>
                  <a:pt x="18435" y="10800"/>
                  <a:pt x="18655" y="10532"/>
                  <a:pt x="18655" y="10200"/>
                </a:cubicBezTo>
                <a:cubicBezTo>
                  <a:pt x="18655" y="9868"/>
                  <a:pt x="18435" y="9600"/>
                  <a:pt x="18164" y="9600"/>
                </a:cubicBezTo>
                <a:lnTo>
                  <a:pt x="3436" y="9600"/>
                </a:lnTo>
                <a:cubicBezTo>
                  <a:pt x="3165" y="9600"/>
                  <a:pt x="2945" y="9868"/>
                  <a:pt x="2945" y="10200"/>
                </a:cubicBezTo>
                <a:cubicBezTo>
                  <a:pt x="2945" y="10532"/>
                  <a:pt x="3165" y="10800"/>
                  <a:pt x="3436" y="10800"/>
                </a:cubicBezTo>
                <a:moveTo>
                  <a:pt x="3436" y="13200"/>
                </a:moveTo>
                <a:lnTo>
                  <a:pt x="13255" y="13200"/>
                </a:lnTo>
                <a:cubicBezTo>
                  <a:pt x="13526" y="13200"/>
                  <a:pt x="13745" y="12931"/>
                  <a:pt x="13745" y="12601"/>
                </a:cubicBezTo>
                <a:cubicBezTo>
                  <a:pt x="13745" y="12268"/>
                  <a:pt x="13526" y="12000"/>
                  <a:pt x="13255" y="12000"/>
                </a:cubicBezTo>
                <a:lnTo>
                  <a:pt x="3436" y="12000"/>
                </a:lnTo>
                <a:cubicBezTo>
                  <a:pt x="3165" y="12000"/>
                  <a:pt x="2945" y="12268"/>
                  <a:pt x="2945" y="12601"/>
                </a:cubicBezTo>
                <a:cubicBezTo>
                  <a:pt x="2945" y="12931"/>
                  <a:pt x="3165" y="13200"/>
                  <a:pt x="3436" y="13200"/>
                </a:cubicBezTo>
                <a:moveTo>
                  <a:pt x="20618" y="19200"/>
                </a:moveTo>
                <a:lnTo>
                  <a:pt x="18114" y="19200"/>
                </a:lnTo>
                <a:cubicBezTo>
                  <a:pt x="17887" y="17831"/>
                  <a:pt x="16897" y="16800"/>
                  <a:pt x="15709" y="16800"/>
                </a:cubicBezTo>
                <a:cubicBezTo>
                  <a:pt x="14522" y="16800"/>
                  <a:pt x="13532" y="17831"/>
                  <a:pt x="13304" y="19200"/>
                </a:cubicBezTo>
                <a:lnTo>
                  <a:pt x="8296" y="19200"/>
                </a:lnTo>
                <a:cubicBezTo>
                  <a:pt x="8068" y="17831"/>
                  <a:pt x="7078" y="16800"/>
                  <a:pt x="5891" y="16800"/>
                </a:cubicBezTo>
                <a:cubicBezTo>
                  <a:pt x="4703" y="16800"/>
                  <a:pt x="3713" y="17831"/>
                  <a:pt x="3486" y="19200"/>
                </a:cubicBezTo>
                <a:lnTo>
                  <a:pt x="982" y="19200"/>
                </a:lnTo>
                <a:lnTo>
                  <a:pt x="982" y="1200"/>
                </a:lnTo>
                <a:lnTo>
                  <a:pt x="20618" y="1200"/>
                </a:lnTo>
                <a:cubicBezTo>
                  <a:pt x="20618" y="1200"/>
                  <a:pt x="20618" y="19200"/>
                  <a:pt x="20618" y="19200"/>
                </a:cubicBezTo>
                <a:close/>
                <a:moveTo>
                  <a:pt x="20618" y="0"/>
                </a:moveTo>
                <a:lnTo>
                  <a:pt x="982" y="0"/>
                </a:lnTo>
                <a:cubicBezTo>
                  <a:pt x="440" y="0"/>
                  <a:pt x="0" y="538"/>
                  <a:pt x="0" y="1200"/>
                </a:cubicBezTo>
                <a:lnTo>
                  <a:pt x="0" y="19200"/>
                </a:lnTo>
                <a:cubicBezTo>
                  <a:pt x="0" y="19862"/>
                  <a:pt x="440" y="20400"/>
                  <a:pt x="982" y="20400"/>
                </a:cubicBezTo>
                <a:lnTo>
                  <a:pt x="3927" y="20400"/>
                </a:lnTo>
                <a:cubicBezTo>
                  <a:pt x="4199" y="20400"/>
                  <a:pt x="4418" y="20132"/>
                  <a:pt x="4418" y="19800"/>
                </a:cubicBezTo>
                <a:cubicBezTo>
                  <a:pt x="4418" y="18807"/>
                  <a:pt x="5078" y="18000"/>
                  <a:pt x="5891" y="18000"/>
                </a:cubicBezTo>
                <a:cubicBezTo>
                  <a:pt x="6704" y="18000"/>
                  <a:pt x="7364" y="18807"/>
                  <a:pt x="7364" y="19800"/>
                </a:cubicBezTo>
                <a:cubicBezTo>
                  <a:pt x="7364" y="20132"/>
                  <a:pt x="7583" y="20400"/>
                  <a:pt x="7855" y="20400"/>
                </a:cubicBezTo>
                <a:lnTo>
                  <a:pt x="13745" y="20400"/>
                </a:lnTo>
                <a:cubicBezTo>
                  <a:pt x="14017" y="20400"/>
                  <a:pt x="14236" y="20132"/>
                  <a:pt x="14236" y="19800"/>
                </a:cubicBezTo>
                <a:cubicBezTo>
                  <a:pt x="14236" y="18807"/>
                  <a:pt x="14896" y="18000"/>
                  <a:pt x="15709" y="18000"/>
                </a:cubicBezTo>
                <a:cubicBezTo>
                  <a:pt x="16523" y="18000"/>
                  <a:pt x="17182" y="18807"/>
                  <a:pt x="17182" y="19800"/>
                </a:cubicBezTo>
                <a:cubicBezTo>
                  <a:pt x="17182" y="20132"/>
                  <a:pt x="17401" y="20400"/>
                  <a:pt x="17673" y="20400"/>
                </a:cubicBezTo>
                <a:lnTo>
                  <a:pt x="20618" y="20400"/>
                </a:lnTo>
                <a:cubicBezTo>
                  <a:pt x="21160" y="20400"/>
                  <a:pt x="21600" y="19862"/>
                  <a:pt x="21600" y="19200"/>
                </a:cubicBezTo>
                <a:lnTo>
                  <a:pt x="21600" y="1200"/>
                </a:lnTo>
                <a:cubicBezTo>
                  <a:pt x="21600" y="538"/>
                  <a:pt x="21160" y="0"/>
                  <a:pt x="20618" y="0"/>
                </a:cubicBezTo>
                <a:moveTo>
                  <a:pt x="5891" y="19200"/>
                </a:moveTo>
                <a:cubicBezTo>
                  <a:pt x="5620" y="19200"/>
                  <a:pt x="5400" y="19468"/>
                  <a:pt x="5400" y="19800"/>
                </a:cubicBezTo>
                <a:lnTo>
                  <a:pt x="5400" y="21000"/>
                </a:lnTo>
                <a:cubicBezTo>
                  <a:pt x="5400" y="21332"/>
                  <a:pt x="5620" y="21600"/>
                  <a:pt x="5891" y="21600"/>
                </a:cubicBezTo>
                <a:cubicBezTo>
                  <a:pt x="6162" y="21600"/>
                  <a:pt x="6382" y="21332"/>
                  <a:pt x="6382" y="21000"/>
                </a:cubicBezTo>
                <a:lnTo>
                  <a:pt x="6382" y="19800"/>
                </a:lnTo>
                <a:cubicBezTo>
                  <a:pt x="6382" y="19468"/>
                  <a:pt x="6162" y="19200"/>
                  <a:pt x="5891" y="19200"/>
                </a:cubicBezTo>
                <a:moveTo>
                  <a:pt x="3436" y="6000"/>
                </a:moveTo>
                <a:lnTo>
                  <a:pt x="18164" y="6000"/>
                </a:lnTo>
                <a:cubicBezTo>
                  <a:pt x="18435" y="6000"/>
                  <a:pt x="18655" y="5732"/>
                  <a:pt x="18655" y="5400"/>
                </a:cubicBezTo>
                <a:cubicBezTo>
                  <a:pt x="18655" y="5069"/>
                  <a:pt x="18435" y="4800"/>
                  <a:pt x="18164" y="4800"/>
                </a:cubicBezTo>
                <a:lnTo>
                  <a:pt x="3436" y="4800"/>
                </a:lnTo>
                <a:cubicBezTo>
                  <a:pt x="3165" y="4800"/>
                  <a:pt x="2945" y="5069"/>
                  <a:pt x="2945" y="5400"/>
                </a:cubicBezTo>
                <a:cubicBezTo>
                  <a:pt x="2945" y="5732"/>
                  <a:pt x="3165" y="6000"/>
                  <a:pt x="3436" y="6000"/>
                </a:cubicBezTo>
                <a:moveTo>
                  <a:pt x="15709" y="19200"/>
                </a:moveTo>
                <a:cubicBezTo>
                  <a:pt x="15438" y="19200"/>
                  <a:pt x="15218" y="19468"/>
                  <a:pt x="15218" y="19800"/>
                </a:cubicBezTo>
                <a:lnTo>
                  <a:pt x="15218" y="21000"/>
                </a:lnTo>
                <a:cubicBezTo>
                  <a:pt x="15218" y="21332"/>
                  <a:pt x="15438" y="21600"/>
                  <a:pt x="15709" y="21600"/>
                </a:cubicBezTo>
                <a:cubicBezTo>
                  <a:pt x="15980" y="21600"/>
                  <a:pt x="16200" y="21332"/>
                  <a:pt x="16200" y="21000"/>
                </a:cubicBezTo>
                <a:lnTo>
                  <a:pt x="16200" y="19800"/>
                </a:lnTo>
                <a:cubicBezTo>
                  <a:pt x="16200" y="19468"/>
                  <a:pt x="15980" y="19200"/>
                  <a:pt x="15709" y="192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3" name="Shape 2595">
            <a:extLst>
              <a:ext uri="{FF2B5EF4-FFF2-40B4-BE49-F238E27FC236}">
                <a16:creationId xmlns:a16="http://schemas.microsoft.com/office/drawing/2014/main" id="{80D830CE-9C0D-3D07-4DE1-CAC87AF353F1}"/>
              </a:ext>
            </a:extLst>
          </p:cNvPr>
          <p:cNvSpPr/>
          <p:nvPr/>
        </p:nvSpPr>
        <p:spPr>
          <a:xfrm>
            <a:off x="6275123" y="2591061"/>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7364" y="14040"/>
                </a:moveTo>
                <a:lnTo>
                  <a:pt x="14236" y="14040"/>
                </a:lnTo>
                <a:cubicBezTo>
                  <a:pt x="14507" y="14040"/>
                  <a:pt x="14727" y="13799"/>
                  <a:pt x="14727" y="13500"/>
                </a:cubicBezTo>
                <a:cubicBezTo>
                  <a:pt x="14727" y="13202"/>
                  <a:pt x="14507" y="12960"/>
                  <a:pt x="14236" y="12960"/>
                </a:cubicBezTo>
                <a:lnTo>
                  <a:pt x="7364" y="12960"/>
                </a:lnTo>
                <a:cubicBezTo>
                  <a:pt x="7093" y="12960"/>
                  <a:pt x="6873" y="13202"/>
                  <a:pt x="6873" y="13500"/>
                </a:cubicBezTo>
                <a:cubicBezTo>
                  <a:pt x="6873" y="13799"/>
                  <a:pt x="7093" y="14040"/>
                  <a:pt x="7364" y="14040"/>
                </a:cubicBezTo>
                <a:moveTo>
                  <a:pt x="7364" y="11880"/>
                </a:moveTo>
                <a:lnTo>
                  <a:pt x="18164" y="11880"/>
                </a:lnTo>
                <a:cubicBezTo>
                  <a:pt x="18434" y="11880"/>
                  <a:pt x="18655" y="11639"/>
                  <a:pt x="18655" y="11340"/>
                </a:cubicBezTo>
                <a:cubicBezTo>
                  <a:pt x="18655" y="11042"/>
                  <a:pt x="18434" y="10800"/>
                  <a:pt x="18164" y="10800"/>
                </a:cubicBezTo>
                <a:lnTo>
                  <a:pt x="7364" y="10800"/>
                </a:lnTo>
                <a:cubicBezTo>
                  <a:pt x="7093" y="10800"/>
                  <a:pt x="6873" y="11042"/>
                  <a:pt x="6873" y="11340"/>
                </a:cubicBezTo>
                <a:cubicBezTo>
                  <a:pt x="6873" y="11639"/>
                  <a:pt x="7093" y="11880"/>
                  <a:pt x="7364" y="11880"/>
                </a:cubicBezTo>
                <a:moveTo>
                  <a:pt x="20618" y="19440"/>
                </a:moveTo>
                <a:lnTo>
                  <a:pt x="18605" y="19440"/>
                </a:lnTo>
                <a:cubicBezTo>
                  <a:pt x="18378" y="18208"/>
                  <a:pt x="17387" y="17280"/>
                  <a:pt x="16200" y="17280"/>
                </a:cubicBezTo>
                <a:cubicBezTo>
                  <a:pt x="15013" y="17280"/>
                  <a:pt x="14022" y="18208"/>
                  <a:pt x="13795" y="19440"/>
                </a:cubicBezTo>
                <a:lnTo>
                  <a:pt x="11732" y="19440"/>
                </a:lnTo>
                <a:cubicBezTo>
                  <a:pt x="11505" y="18208"/>
                  <a:pt x="10515" y="17280"/>
                  <a:pt x="9327" y="17280"/>
                </a:cubicBezTo>
                <a:cubicBezTo>
                  <a:pt x="8140" y="17280"/>
                  <a:pt x="7150" y="18208"/>
                  <a:pt x="6922" y="19440"/>
                </a:cubicBezTo>
                <a:lnTo>
                  <a:pt x="4909" y="19440"/>
                </a:lnTo>
                <a:lnTo>
                  <a:pt x="4909" y="5400"/>
                </a:lnTo>
                <a:lnTo>
                  <a:pt x="20618" y="5400"/>
                </a:lnTo>
                <a:cubicBezTo>
                  <a:pt x="20618" y="5400"/>
                  <a:pt x="20618" y="19440"/>
                  <a:pt x="20618" y="19440"/>
                </a:cubicBezTo>
                <a:close/>
                <a:moveTo>
                  <a:pt x="20618" y="4320"/>
                </a:moveTo>
                <a:lnTo>
                  <a:pt x="4909" y="4320"/>
                </a:lnTo>
                <a:cubicBezTo>
                  <a:pt x="4367" y="4320"/>
                  <a:pt x="3927" y="4804"/>
                  <a:pt x="3927" y="5400"/>
                </a:cubicBezTo>
                <a:lnTo>
                  <a:pt x="3927" y="19440"/>
                </a:lnTo>
                <a:cubicBezTo>
                  <a:pt x="3927" y="20036"/>
                  <a:pt x="4367" y="20520"/>
                  <a:pt x="4909" y="20520"/>
                </a:cubicBezTo>
                <a:lnTo>
                  <a:pt x="7364" y="20520"/>
                </a:lnTo>
                <a:cubicBezTo>
                  <a:pt x="7634" y="20520"/>
                  <a:pt x="7855" y="20279"/>
                  <a:pt x="7855" y="19980"/>
                </a:cubicBezTo>
                <a:cubicBezTo>
                  <a:pt x="7855" y="19085"/>
                  <a:pt x="8514" y="18360"/>
                  <a:pt x="9327" y="18360"/>
                </a:cubicBezTo>
                <a:cubicBezTo>
                  <a:pt x="10141" y="18360"/>
                  <a:pt x="10800" y="19085"/>
                  <a:pt x="10800" y="19980"/>
                </a:cubicBezTo>
                <a:cubicBezTo>
                  <a:pt x="10800" y="20279"/>
                  <a:pt x="11020" y="20520"/>
                  <a:pt x="11291" y="20520"/>
                </a:cubicBezTo>
                <a:lnTo>
                  <a:pt x="14236" y="20520"/>
                </a:lnTo>
                <a:cubicBezTo>
                  <a:pt x="14507" y="20520"/>
                  <a:pt x="14727" y="20279"/>
                  <a:pt x="14727" y="19980"/>
                </a:cubicBezTo>
                <a:cubicBezTo>
                  <a:pt x="14727" y="19085"/>
                  <a:pt x="15386" y="18360"/>
                  <a:pt x="16200" y="18360"/>
                </a:cubicBezTo>
                <a:cubicBezTo>
                  <a:pt x="17014" y="18360"/>
                  <a:pt x="17673" y="19085"/>
                  <a:pt x="17673" y="19980"/>
                </a:cubicBezTo>
                <a:cubicBezTo>
                  <a:pt x="17673" y="20279"/>
                  <a:pt x="17893" y="20520"/>
                  <a:pt x="18164" y="20520"/>
                </a:cubicBezTo>
                <a:lnTo>
                  <a:pt x="20618" y="20520"/>
                </a:lnTo>
                <a:cubicBezTo>
                  <a:pt x="21160" y="20520"/>
                  <a:pt x="21600" y="20036"/>
                  <a:pt x="21600" y="19440"/>
                </a:cubicBezTo>
                <a:lnTo>
                  <a:pt x="21600" y="5400"/>
                </a:lnTo>
                <a:cubicBezTo>
                  <a:pt x="21600" y="4804"/>
                  <a:pt x="21160" y="4320"/>
                  <a:pt x="20618" y="4320"/>
                </a:cubicBezTo>
                <a:moveTo>
                  <a:pt x="7364" y="9720"/>
                </a:moveTo>
                <a:lnTo>
                  <a:pt x="18164" y="9720"/>
                </a:lnTo>
                <a:cubicBezTo>
                  <a:pt x="18434" y="9720"/>
                  <a:pt x="18655" y="9479"/>
                  <a:pt x="18655" y="9180"/>
                </a:cubicBezTo>
                <a:cubicBezTo>
                  <a:pt x="18655" y="8882"/>
                  <a:pt x="18434" y="8640"/>
                  <a:pt x="18164" y="8640"/>
                </a:cubicBezTo>
                <a:lnTo>
                  <a:pt x="7364" y="8640"/>
                </a:lnTo>
                <a:cubicBezTo>
                  <a:pt x="7093" y="8640"/>
                  <a:pt x="6873" y="8882"/>
                  <a:pt x="6873" y="9180"/>
                </a:cubicBezTo>
                <a:cubicBezTo>
                  <a:pt x="6873" y="9479"/>
                  <a:pt x="7093" y="9720"/>
                  <a:pt x="7364" y="9720"/>
                </a:cubicBezTo>
                <a:moveTo>
                  <a:pt x="9327" y="19440"/>
                </a:moveTo>
                <a:cubicBezTo>
                  <a:pt x="9056" y="19440"/>
                  <a:pt x="8836" y="19682"/>
                  <a:pt x="8836" y="19980"/>
                </a:cubicBezTo>
                <a:lnTo>
                  <a:pt x="8836" y="21060"/>
                </a:lnTo>
                <a:cubicBezTo>
                  <a:pt x="8836" y="21359"/>
                  <a:pt x="9056" y="21600"/>
                  <a:pt x="9327" y="21600"/>
                </a:cubicBezTo>
                <a:cubicBezTo>
                  <a:pt x="9598" y="21600"/>
                  <a:pt x="9818" y="21359"/>
                  <a:pt x="9818" y="21060"/>
                </a:cubicBezTo>
                <a:lnTo>
                  <a:pt x="9818" y="19980"/>
                </a:lnTo>
                <a:cubicBezTo>
                  <a:pt x="9818" y="19682"/>
                  <a:pt x="9598" y="19440"/>
                  <a:pt x="9327" y="19440"/>
                </a:cubicBezTo>
                <a:moveTo>
                  <a:pt x="2455" y="15120"/>
                </a:moveTo>
                <a:lnTo>
                  <a:pt x="982" y="15120"/>
                </a:lnTo>
                <a:lnTo>
                  <a:pt x="982" y="1080"/>
                </a:lnTo>
                <a:lnTo>
                  <a:pt x="16691" y="1080"/>
                </a:lnTo>
                <a:lnTo>
                  <a:pt x="16691" y="2700"/>
                </a:lnTo>
                <a:cubicBezTo>
                  <a:pt x="16691" y="2999"/>
                  <a:pt x="16911" y="3240"/>
                  <a:pt x="17182" y="3240"/>
                </a:cubicBezTo>
                <a:cubicBezTo>
                  <a:pt x="17453" y="3240"/>
                  <a:pt x="17673" y="2999"/>
                  <a:pt x="17673" y="2700"/>
                </a:cubicBezTo>
                <a:lnTo>
                  <a:pt x="17673" y="1080"/>
                </a:lnTo>
                <a:cubicBezTo>
                  <a:pt x="17673" y="484"/>
                  <a:pt x="17233" y="0"/>
                  <a:pt x="16691" y="0"/>
                </a:cubicBezTo>
                <a:lnTo>
                  <a:pt x="982" y="0"/>
                </a:lnTo>
                <a:cubicBezTo>
                  <a:pt x="440" y="0"/>
                  <a:pt x="0" y="484"/>
                  <a:pt x="0" y="1080"/>
                </a:cubicBezTo>
                <a:lnTo>
                  <a:pt x="0" y="15120"/>
                </a:lnTo>
                <a:cubicBezTo>
                  <a:pt x="0" y="15716"/>
                  <a:pt x="440" y="16201"/>
                  <a:pt x="982" y="16201"/>
                </a:cubicBezTo>
                <a:lnTo>
                  <a:pt x="2455" y="16201"/>
                </a:lnTo>
                <a:cubicBezTo>
                  <a:pt x="2725" y="16201"/>
                  <a:pt x="2945" y="15959"/>
                  <a:pt x="2945" y="15660"/>
                </a:cubicBezTo>
                <a:cubicBezTo>
                  <a:pt x="2945" y="15362"/>
                  <a:pt x="2725" y="15120"/>
                  <a:pt x="2455" y="15120"/>
                </a:cubicBezTo>
                <a:moveTo>
                  <a:pt x="16200" y="19440"/>
                </a:moveTo>
                <a:cubicBezTo>
                  <a:pt x="15929" y="19440"/>
                  <a:pt x="15709" y="19682"/>
                  <a:pt x="15709" y="19980"/>
                </a:cubicBezTo>
                <a:lnTo>
                  <a:pt x="15709" y="21060"/>
                </a:lnTo>
                <a:cubicBezTo>
                  <a:pt x="15709" y="21359"/>
                  <a:pt x="15929" y="21600"/>
                  <a:pt x="16200" y="21600"/>
                </a:cubicBezTo>
                <a:cubicBezTo>
                  <a:pt x="16471" y="21600"/>
                  <a:pt x="16691" y="21359"/>
                  <a:pt x="16691" y="21060"/>
                </a:cubicBezTo>
                <a:lnTo>
                  <a:pt x="16691" y="19980"/>
                </a:lnTo>
                <a:cubicBezTo>
                  <a:pt x="16691" y="19682"/>
                  <a:pt x="16471" y="19440"/>
                  <a:pt x="16200" y="1944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4" name="Shape 2596">
            <a:extLst>
              <a:ext uri="{FF2B5EF4-FFF2-40B4-BE49-F238E27FC236}">
                <a16:creationId xmlns:a16="http://schemas.microsoft.com/office/drawing/2014/main" id="{20113DD4-BE04-6000-DDBE-93C2F091B8F4}"/>
              </a:ext>
            </a:extLst>
          </p:cNvPr>
          <p:cNvSpPr/>
          <p:nvPr/>
        </p:nvSpPr>
        <p:spPr>
          <a:xfrm>
            <a:off x="6808384" y="2616454"/>
            <a:ext cx="279328" cy="203148"/>
          </a:xfrm>
          <a:custGeom>
            <a:avLst/>
            <a:gdLst/>
            <a:ahLst/>
            <a:cxnLst>
              <a:cxn ang="0">
                <a:pos x="wd2" y="hd2"/>
              </a:cxn>
              <a:cxn ang="5400000">
                <a:pos x="wd2" y="hd2"/>
              </a:cxn>
              <a:cxn ang="10800000">
                <a:pos x="wd2" y="hd2"/>
              </a:cxn>
              <a:cxn ang="16200000">
                <a:pos x="wd2" y="hd2"/>
              </a:cxn>
            </a:cxnLst>
            <a:rect l="0" t="0" r="r" b="b"/>
            <a:pathLst>
              <a:path w="21600" h="21600" extrusionOk="0">
                <a:moveTo>
                  <a:pt x="3436" y="5400"/>
                </a:moveTo>
                <a:lnTo>
                  <a:pt x="9327" y="5400"/>
                </a:lnTo>
                <a:cubicBezTo>
                  <a:pt x="9598" y="5400"/>
                  <a:pt x="9818" y="5098"/>
                  <a:pt x="9818" y="4725"/>
                </a:cubicBezTo>
                <a:cubicBezTo>
                  <a:pt x="9818" y="4353"/>
                  <a:pt x="9598" y="4050"/>
                  <a:pt x="9327" y="4050"/>
                </a:cubicBezTo>
                <a:lnTo>
                  <a:pt x="3436" y="4050"/>
                </a:lnTo>
                <a:cubicBezTo>
                  <a:pt x="3166" y="4050"/>
                  <a:pt x="2945" y="4353"/>
                  <a:pt x="2945" y="4725"/>
                </a:cubicBezTo>
                <a:cubicBezTo>
                  <a:pt x="2945" y="5098"/>
                  <a:pt x="3166" y="5400"/>
                  <a:pt x="3436" y="5400"/>
                </a:cubicBezTo>
                <a:moveTo>
                  <a:pt x="3436" y="8100"/>
                </a:moveTo>
                <a:lnTo>
                  <a:pt x="7364" y="8100"/>
                </a:lnTo>
                <a:cubicBezTo>
                  <a:pt x="7634" y="8100"/>
                  <a:pt x="7855" y="7798"/>
                  <a:pt x="7855" y="7425"/>
                </a:cubicBezTo>
                <a:cubicBezTo>
                  <a:pt x="7855" y="7053"/>
                  <a:pt x="7634" y="6750"/>
                  <a:pt x="7364" y="6750"/>
                </a:cubicBezTo>
                <a:lnTo>
                  <a:pt x="3436" y="6750"/>
                </a:lnTo>
                <a:cubicBezTo>
                  <a:pt x="3166" y="6750"/>
                  <a:pt x="2945" y="7053"/>
                  <a:pt x="2945" y="7425"/>
                </a:cubicBezTo>
                <a:cubicBezTo>
                  <a:pt x="2945" y="7798"/>
                  <a:pt x="3166" y="8100"/>
                  <a:pt x="3436" y="8100"/>
                </a:cubicBezTo>
                <a:moveTo>
                  <a:pt x="3436" y="10800"/>
                </a:moveTo>
                <a:lnTo>
                  <a:pt x="9327" y="10800"/>
                </a:lnTo>
                <a:cubicBezTo>
                  <a:pt x="9598" y="10800"/>
                  <a:pt x="9818" y="10498"/>
                  <a:pt x="9818" y="10125"/>
                </a:cubicBezTo>
                <a:cubicBezTo>
                  <a:pt x="9818" y="9753"/>
                  <a:pt x="9598" y="9450"/>
                  <a:pt x="9327" y="9450"/>
                </a:cubicBezTo>
                <a:lnTo>
                  <a:pt x="3436" y="9450"/>
                </a:lnTo>
                <a:cubicBezTo>
                  <a:pt x="3166" y="9450"/>
                  <a:pt x="2945" y="9753"/>
                  <a:pt x="2945" y="10125"/>
                </a:cubicBezTo>
                <a:cubicBezTo>
                  <a:pt x="2945" y="10498"/>
                  <a:pt x="3166" y="10800"/>
                  <a:pt x="3436" y="10800"/>
                </a:cubicBezTo>
                <a:moveTo>
                  <a:pt x="20618" y="20250"/>
                </a:moveTo>
                <a:lnTo>
                  <a:pt x="15709" y="20250"/>
                </a:lnTo>
                <a:lnTo>
                  <a:pt x="15709" y="17551"/>
                </a:lnTo>
                <a:lnTo>
                  <a:pt x="16691" y="17551"/>
                </a:lnTo>
                <a:cubicBezTo>
                  <a:pt x="16962" y="17551"/>
                  <a:pt x="17182" y="17248"/>
                  <a:pt x="17182" y="16875"/>
                </a:cubicBezTo>
                <a:cubicBezTo>
                  <a:pt x="17182" y="16503"/>
                  <a:pt x="16962" y="16200"/>
                  <a:pt x="16691" y="16200"/>
                </a:cubicBezTo>
                <a:lnTo>
                  <a:pt x="13745" y="16200"/>
                </a:lnTo>
                <a:cubicBezTo>
                  <a:pt x="13475" y="16200"/>
                  <a:pt x="13255" y="16503"/>
                  <a:pt x="13255" y="16875"/>
                </a:cubicBezTo>
                <a:cubicBezTo>
                  <a:pt x="13255" y="17248"/>
                  <a:pt x="13475" y="17551"/>
                  <a:pt x="13745" y="17551"/>
                </a:cubicBezTo>
                <a:lnTo>
                  <a:pt x="14727" y="17551"/>
                </a:lnTo>
                <a:lnTo>
                  <a:pt x="14727" y="20250"/>
                </a:lnTo>
                <a:lnTo>
                  <a:pt x="6873" y="20250"/>
                </a:lnTo>
                <a:lnTo>
                  <a:pt x="6873" y="17551"/>
                </a:lnTo>
                <a:lnTo>
                  <a:pt x="7855" y="17551"/>
                </a:lnTo>
                <a:cubicBezTo>
                  <a:pt x="8125" y="17551"/>
                  <a:pt x="8345" y="17248"/>
                  <a:pt x="8345" y="16875"/>
                </a:cubicBezTo>
                <a:cubicBezTo>
                  <a:pt x="8345" y="16503"/>
                  <a:pt x="8125" y="16200"/>
                  <a:pt x="7855" y="16200"/>
                </a:cubicBezTo>
                <a:lnTo>
                  <a:pt x="4909" y="16200"/>
                </a:lnTo>
                <a:cubicBezTo>
                  <a:pt x="4638" y="16200"/>
                  <a:pt x="4418" y="16503"/>
                  <a:pt x="4418" y="16875"/>
                </a:cubicBezTo>
                <a:cubicBezTo>
                  <a:pt x="4418" y="17248"/>
                  <a:pt x="4638" y="17551"/>
                  <a:pt x="4909" y="17551"/>
                </a:cubicBezTo>
                <a:lnTo>
                  <a:pt x="5891" y="17551"/>
                </a:lnTo>
                <a:lnTo>
                  <a:pt x="5891" y="20250"/>
                </a:lnTo>
                <a:lnTo>
                  <a:pt x="982" y="20250"/>
                </a:lnTo>
                <a:lnTo>
                  <a:pt x="982" y="1350"/>
                </a:lnTo>
                <a:lnTo>
                  <a:pt x="20618" y="1350"/>
                </a:lnTo>
                <a:cubicBezTo>
                  <a:pt x="20618" y="1350"/>
                  <a:pt x="20618" y="20250"/>
                  <a:pt x="20618" y="20250"/>
                </a:cubicBezTo>
                <a:close/>
                <a:moveTo>
                  <a:pt x="20618" y="0"/>
                </a:moveTo>
                <a:lnTo>
                  <a:pt x="982" y="0"/>
                </a:lnTo>
                <a:cubicBezTo>
                  <a:pt x="440" y="0"/>
                  <a:pt x="0" y="605"/>
                  <a:pt x="0" y="1350"/>
                </a:cubicBezTo>
                <a:lnTo>
                  <a:pt x="0" y="20250"/>
                </a:lnTo>
                <a:cubicBezTo>
                  <a:pt x="0" y="20995"/>
                  <a:pt x="440" y="21600"/>
                  <a:pt x="982" y="21600"/>
                </a:cubicBezTo>
                <a:lnTo>
                  <a:pt x="20618" y="21600"/>
                </a:lnTo>
                <a:cubicBezTo>
                  <a:pt x="21160" y="21600"/>
                  <a:pt x="21600" y="20995"/>
                  <a:pt x="21600" y="20250"/>
                </a:cubicBezTo>
                <a:lnTo>
                  <a:pt x="21600" y="1350"/>
                </a:lnTo>
                <a:cubicBezTo>
                  <a:pt x="21600" y="605"/>
                  <a:pt x="21160" y="0"/>
                  <a:pt x="20618" y="0"/>
                </a:cubicBezTo>
                <a:moveTo>
                  <a:pt x="3436" y="13500"/>
                </a:moveTo>
                <a:lnTo>
                  <a:pt x="7364" y="13500"/>
                </a:lnTo>
                <a:cubicBezTo>
                  <a:pt x="7634" y="13500"/>
                  <a:pt x="7855" y="13198"/>
                  <a:pt x="7855" y="12825"/>
                </a:cubicBezTo>
                <a:cubicBezTo>
                  <a:pt x="7855" y="12452"/>
                  <a:pt x="7634" y="12150"/>
                  <a:pt x="7364" y="12150"/>
                </a:cubicBezTo>
                <a:lnTo>
                  <a:pt x="3436" y="12150"/>
                </a:lnTo>
                <a:cubicBezTo>
                  <a:pt x="3166" y="12150"/>
                  <a:pt x="2945" y="12452"/>
                  <a:pt x="2945" y="12825"/>
                </a:cubicBezTo>
                <a:cubicBezTo>
                  <a:pt x="2945" y="13198"/>
                  <a:pt x="3166" y="13500"/>
                  <a:pt x="3436" y="13500"/>
                </a:cubicBezTo>
                <a:moveTo>
                  <a:pt x="12273" y="5400"/>
                </a:moveTo>
                <a:lnTo>
                  <a:pt x="16200" y="5400"/>
                </a:lnTo>
                <a:cubicBezTo>
                  <a:pt x="16471" y="5400"/>
                  <a:pt x="16691" y="5098"/>
                  <a:pt x="16691" y="4725"/>
                </a:cubicBezTo>
                <a:cubicBezTo>
                  <a:pt x="16691" y="4353"/>
                  <a:pt x="16471" y="4050"/>
                  <a:pt x="16200" y="4050"/>
                </a:cubicBezTo>
                <a:lnTo>
                  <a:pt x="12273" y="4050"/>
                </a:lnTo>
                <a:cubicBezTo>
                  <a:pt x="12002" y="4050"/>
                  <a:pt x="11782" y="4353"/>
                  <a:pt x="11782" y="4725"/>
                </a:cubicBezTo>
                <a:cubicBezTo>
                  <a:pt x="11782" y="5098"/>
                  <a:pt x="12002" y="5400"/>
                  <a:pt x="12273" y="5400"/>
                </a:cubicBezTo>
                <a:moveTo>
                  <a:pt x="12273" y="10800"/>
                </a:moveTo>
                <a:lnTo>
                  <a:pt x="16200" y="10800"/>
                </a:lnTo>
                <a:cubicBezTo>
                  <a:pt x="16471" y="10800"/>
                  <a:pt x="16691" y="10498"/>
                  <a:pt x="16691" y="10125"/>
                </a:cubicBezTo>
                <a:cubicBezTo>
                  <a:pt x="16691" y="9753"/>
                  <a:pt x="16471" y="9450"/>
                  <a:pt x="16200" y="9450"/>
                </a:cubicBezTo>
                <a:lnTo>
                  <a:pt x="12273" y="9450"/>
                </a:lnTo>
                <a:cubicBezTo>
                  <a:pt x="12002" y="9450"/>
                  <a:pt x="11782" y="9753"/>
                  <a:pt x="11782" y="10125"/>
                </a:cubicBezTo>
                <a:cubicBezTo>
                  <a:pt x="11782" y="10498"/>
                  <a:pt x="12002" y="10800"/>
                  <a:pt x="12273" y="10800"/>
                </a:cubicBezTo>
                <a:moveTo>
                  <a:pt x="12273" y="13500"/>
                </a:moveTo>
                <a:lnTo>
                  <a:pt x="18164" y="13500"/>
                </a:lnTo>
                <a:cubicBezTo>
                  <a:pt x="18434" y="13500"/>
                  <a:pt x="18655" y="13198"/>
                  <a:pt x="18655" y="12825"/>
                </a:cubicBezTo>
                <a:cubicBezTo>
                  <a:pt x="18655" y="12452"/>
                  <a:pt x="18434" y="12150"/>
                  <a:pt x="18164" y="12150"/>
                </a:cubicBezTo>
                <a:lnTo>
                  <a:pt x="12273" y="12150"/>
                </a:lnTo>
                <a:cubicBezTo>
                  <a:pt x="12002" y="12150"/>
                  <a:pt x="11782" y="12452"/>
                  <a:pt x="11782" y="12825"/>
                </a:cubicBezTo>
                <a:cubicBezTo>
                  <a:pt x="11782" y="13198"/>
                  <a:pt x="12002" y="13500"/>
                  <a:pt x="12273" y="13500"/>
                </a:cubicBezTo>
                <a:moveTo>
                  <a:pt x="12273" y="8100"/>
                </a:moveTo>
                <a:lnTo>
                  <a:pt x="18164" y="8100"/>
                </a:lnTo>
                <a:cubicBezTo>
                  <a:pt x="18434" y="8100"/>
                  <a:pt x="18655" y="7798"/>
                  <a:pt x="18655" y="7425"/>
                </a:cubicBezTo>
                <a:cubicBezTo>
                  <a:pt x="18655" y="7053"/>
                  <a:pt x="18434" y="6750"/>
                  <a:pt x="18164" y="6750"/>
                </a:cubicBezTo>
                <a:lnTo>
                  <a:pt x="12273" y="6750"/>
                </a:lnTo>
                <a:cubicBezTo>
                  <a:pt x="12002" y="6750"/>
                  <a:pt x="11782" y="7053"/>
                  <a:pt x="11782" y="7425"/>
                </a:cubicBezTo>
                <a:cubicBezTo>
                  <a:pt x="11782" y="7798"/>
                  <a:pt x="12002" y="8100"/>
                  <a:pt x="12273" y="81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5" name="Shape 2597">
            <a:extLst>
              <a:ext uri="{FF2B5EF4-FFF2-40B4-BE49-F238E27FC236}">
                <a16:creationId xmlns:a16="http://schemas.microsoft.com/office/drawing/2014/main" id="{B7793571-EE60-6C5B-B201-3A951FFAC552}"/>
              </a:ext>
            </a:extLst>
          </p:cNvPr>
          <p:cNvSpPr/>
          <p:nvPr/>
        </p:nvSpPr>
        <p:spPr>
          <a:xfrm>
            <a:off x="7341645" y="2603758"/>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7364" y="9600"/>
                </a:moveTo>
                <a:lnTo>
                  <a:pt x="11291" y="9600"/>
                </a:lnTo>
                <a:cubicBezTo>
                  <a:pt x="11562" y="9600"/>
                  <a:pt x="11782" y="9332"/>
                  <a:pt x="11782" y="9000"/>
                </a:cubicBezTo>
                <a:cubicBezTo>
                  <a:pt x="11782" y="8669"/>
                  <a:pt x="11562" y="8400"/>
                  <a:pt x="11291" y="8400"/>
                </a:cubicBezTo>
                <a:lnTo>
                  <a:pt x="7364" y="8400"/>
                </a:lnTo>
                <a:cubicBezTo>
                  <a:pt x="7093" y="8400"/>
                  <a:pt x="6873" y="8669"/>
                  <a:pt x="6873" y="9000"/>
                </a:cubicBezTo>
                <a:cubicBezTo>
                  <a:pt x="6873" y="9332"/>
                  <a:pt x="7093" y="9600"/>
                  <a:pt x="7364" y="9600"/>
                </a:cubicBezTo>
                <a:moveTo>
                  <a:pt x="7364" y="12000"/>
                </a:moveTo>
                <a:lnTo>
                  <a:pt x="9327" y="12000"/>
                </a:lnTo>
                <a:cubicBezTo>
                  <a:pt x="9598" y="12000"/>
                  <a:pt x="9818" y="11732"/>
                  <a:pt x="9818" y="11400"/>
                </a:cubicBezTo>
                <a:cubicBezTo>
                  <a:pt x="9818" y="11069"/>
                  <a:pt x="9598" y="10800"/>
                  <a:pt x="9327" y="10800"/>
                </a:cubicBezTo>
                <a:lnTo>
                  <a:pt x="7364" y="10800"/>
                </a:lnTo>
                <a:cubicBezTo>
                  <a:pt x="7093" y="10800"/>
                  <a:pt x="6873" y="11069"/>
                  <a:pt x="6873" y="11400"/>
                </a:cubicBezTo>
                <a:cubicBezTo>
                  <a:pt x="6873" y="11732"/>
                  <a:pt x="7093" y="12000"/>
                  <a:pt x="7364" y="12000"/>
                </a:cubicBezTo>
                <a:moveTo>
                  <a:pt x="20618" y="20400"/>
                </a:moveTo>
                <a:lnTo>
                  <a:pt x="16691" y="20400"/>
                </a:lnTo>
                <a:lnTo>
                  <a:pt x="16691" y="19200"/>
                </a:lnTo>
                <a:lnTo>
                  <a:pt x="17182" y="19200"/>
                </a:lnTo>
                <a:cubicBezTo>
                  <a:pt x="17453" y="19200"/>
                  <a:pt x="17673" y="18932"/>
                  <a:pt x="17673" y="18600"/>
                </a:cubicBezTo>
                <a:cubicBezTo>
                  <a:pt x="17673" y="18269"/>
                  <a:pt x="17453" y="18000"/>
                  <a:pt x="17182" y="18000"/>
                </a:cubicBezTo>
                <a:lnTo>
                  <a:pt x="15218" y="18000"/>
                </a:lnTo>
                <a:cubicBezTo>
                  <a:pt x="14947" y="18000"/>
                  <a:pt x="14727" y="18269"/>
                  <a:pt x="14727" y="18600"/>
                </a:cubicBezTo>
                <a:cubicBezTo>
                  <a:pt x="14727" y="18932"/>
                  <a:pt x="14947" y="19200"/>
                  <a:pt x="15218" y="19200"/>
                </a:cubicBezTo>
                <a:lnTo>
                  <a:pt x="15709" y="19200"/>
                </a:lnTo>
                <a:lnTo>
                  <a:pt x="15709" y="20400"/>
                </a:lnTo>
                <a:lnTo>
                  <a:pt x="9818" y="20400"/>
                </a:lnTo>
                <a:lnTo>
                  <a:pt x="9818" y="19200"/>
                </a:lnTo>
                <a:lnTo>
                  <a:pt x="10309" y="19200"/>
                </a:lnTo>
                <a:cubicBezTo>
                  <a:pt x="10580" y="19200"/>
                  <a:pt x="10800" y="18932"/>
                  <a:pt x="10800" y="18600"/>
                </a:cubicBezTo>
                <a:cubicBezTo>
                  <a:pt x="10800" y="18269"/>
                  <a:pt x="10580" y="18000"/>
                  <a:pt x="10309" y="18000"/>
                </a:cubicBezTo>
                <a:lnTo>
                  <a:pt x="8345" y="18000"/>
                </a:lnTo>
                <a:cubicBezTo>
                  <a:pt x="8075" y="18000"/>
                  <a:pt x="7855" y="18269"/>
                  <a:pt x="7855" y="18600"/>
                </a:cubicBezTo>
                <a:cubicBezTo>
                  <a:pt x="7855" y="18932"/>
                  <a:pt x="8075" y="19200"/>
                  <a:pt x="8345" y="19200"/>
                </a:cubicBezTo>
                <a:lnTo>
                  <a:pt x="8836" y="19200"/>
                </a:lnTo>
                <a:lnTo>
                  <a:pt x="8836" y="20400"/>
                </a:lnTo>
                <a:lnTo>
                  <a:pt x="4909" y="20400"/>
                </a:lnTo>
                <a:lnTo>
                  <a:pt x="4909" y="6000"/>
                </a:lnTo>
                <a:lnTo>
                  <a:pt x="20618" y="6000"/>
                </a:lnTo>
                <a:cubicBezTo>
                  <a:pt x="20618" y="6000"/>
                  <a:pt x="20618" y="20400"/>
                  <a:pt x="20618" y="20400"/>
                </a:cubicBezTo>
                <a:close/>
                <a:moveTo>
                  <a:pt x="20618" y="4800"/>
                </a:moveTo>
                <a:lnTo>
                  <a:pt x="4909" y="4800"/>
                </a:lnTo>
                <a:cubicBezTo>
                  <a:pt x="4367" y="4800"/>
                  <a:pt x="3927" y="5338"/>
                  <a:pt x="3927" y="6000"/>
                </a:cubicBezTo>
                <a:lnTo>
                  <a:pt x="3927" y="20400"/>
                </a:lnTo>
                <a:cubicBezTo>
                  <a:pt x="3927" y="21062"/>
                  <a:pt x="4367" y="21600"/>
                  <a:pt x="4909" y="21600"/>
                </a:cubicBezTo>
                <a:lnTo>
                  <a:pt x="20618" y="21600"/>
                </a:lnTo>
                <a:cubicBezTo>
                  <a:pt x="21160" y="21600"/>
                  <a:pt x="21600" y="21062"/>
                  <a:pt x="21600" y="20400"/>
                </a:cubicBezTo>
                <a:lnTo>
                  <a:pt x="21600" y="6000"/>
                </a:lnTo>
                <a:cubicBezTo>
                  <a:pt x="21600" y="5338"/>
                  <a:pt x="21160" y="4800"/>
                  <a:pt x="20618" y="4800"/>
                </a:cubicBezTo>
                <a:moveTo>
                  <a:pt x="7364" y="14400"/>
                </a:moveTo>
                <a:lnTo>
                  <a:pt x="11291" y="14400"/>
                </a:lnTo>
                <a:cubicBezTo>
                  <a:pt x="11562" y="14400"/>
                  <a:pt x="11782" y="14132"/>
                  <a:pt x="11782" y="13800"/>
                </a:cubicBezTo>
                <a:cubicBezTo>
                  <a:pt x="11782" y="13469"/>
                  <a:pt x="11562" y="13200"/>
                  <a:pt x="11291" y="13200"/>
                </a:cubicBezTo>
                <a:lnTo>
                  <a:pt x="7364" y="13200"/>
                </a:lnTo>
                <a:cubicBezTo>
                  <a:pt x="7093" y="13200"/>
                  <a:pt x="6873" y="13469"/>
                  <a:pt x="6873" y="13800"/>
                </a:cubicBezTo>
                <a:cubicBezTo>
                  <a:pt x="6873" y="14132"/>
                  <a:pt x="7093" y="14400"/>
                  <a:pt x="7364" y="14400"/>
                </a:cubicBezTo>
                <a:moveTo>
                  <a:pt x="2455" y="15600"/>
                </a:moveTo>
                <a:lnTo>
                  <a:pt x="982" y="15600"/>
                </a:lnTo>
                <a:lnTo>
                  <a:pt x="982" y="1200"/>
                </a:lnTo>
                <a:lnTo>
                  <a:pt x="16691" y="1200"/>
                </a:lnTo>
                <a:lnTo>
                  <a:pt x="16691" y="3000"/>
                </a:lnTo>
                <a:cubicBezTo>
                  <a:pt x="16691" y="3332"/>
                  <a:pt x="16911" y="3600"/>
                  <a:pt x="17182" y="3600"/>
                </a:cubicBezTo>
                <a:cubicBezTo>
                  <a:pt x="17453" y="3600"/>
                  <a:pt x="17673" y="3332"/>
                  <a:pt x="17673" y="3000"/>
                </a:cubicBezTo>
                <a:lnTo>
                  <a:pt x="17673" y="1200"/>
                </a:lnTo>
                <a:cubicBezTo>
                  <a:pt x="17673" y="538"/>
                  <a:pt x="17233" y="0"/>
                  <a:pt x="16691" y="0"/>
                </a:cubicBezTo>
                <a:lnTo>
                  <a:pt x="982" y="0"/>
                </a:lnTo>
                <a:cubicBezTo>
                  <a:pt x="440" y="0"/>
                  <a:pt x="0" y="538"/>
                  <a:pt x="0" y="1200"/>
                </a:cubicBezTo>
                <a:lnTo>
                  <a:pt x="0" y="15600"/>
                </a:lnTo>
                <a:cubicBezTo>
                  <a:pt x="0" y="16262"/>
                  <a:pt x="440" y="16801"/>
                  <a:pt x="982" y="16801"/>
                </a:cubicBezTo>
                <a:lnTo>
                  <a:pt x="2455" y="16801"/>
                </a:lnTo>
                <a:cubicBezTo>
                  <a:pt x="2725" y="16801"/>
                  <a:pt x="2945" y="16532"/>
                  <a:pt x="2945" y="16200"/>
                </a:cubicBezTo>
                <a:cubicBezTo>
                  <a:pt x="2945" y="15869"/>
                  <a:pt x="2725" y="15600"/>
                  <a:pt x="2455" y="15600"/>
                </a:cubicBezTo>
                <a:moveTo>
                  <a:pt x="14236" y="14400"/>
                </a:moveTo>
                <a:lnTo>
                  <a:pt x="16200" y="14400"/>
                </a:lnTo>
                <a:cubicBezTo>
                  <a:pt x="16471" y="14400"/>
                  <a:pt x="16691" y="14132"/>
                  <a:pt x="16691" y="13800"/>
                </a:cubicBezTo>
                <a:cubicBezTo>
                  <a:pt x="16691" y="13469"/>
                  <a:pt x="16471" y="13200"/>
                  <a:pt x="16200" y="13200"/>
                </a:cubicBezTo>
                <a:lnTo>
                  <a:pt x="14236" y="13200"/>
                </a:lnTo>
                <a:cubicBezTo>
                  <a:pt x="13966" y="13200"/>
                  <a:pt x="13745" y="13469"/>
                  <a:pt x="13745" y="13800"/>
                </a:cubicBezTo>
                <a:cubicBezTo>
                  <a:pt x="13745" y="14132"/>
                  <a:pt x="13966" y="14400"/>
                  <a:pt x="14236" y="14400"/>
                </a:cubicBezTo>
                <a:moveTo>
                  <a:pt x="14236" y="9600"/>
                </a:moveTo>
                <a:lnTo>
                  <a:pt x="16200" y="9600"/>
                </a:lnTo>
                <a:cubicBezTo>
                  <a:pt x="16471" y="9600"/>
                  <a:pt x="16691" y="9332"/>
                  <a:pt x="16691" y="9000"/>
                </a:cubicBezTo>
                <a:cubicBezTo>
                  <a:pt x="16691" y="8669"/>
                  <a:pt x="16471" y="8400"/>
                  <a:pt x="16200" y="8400"/>
                </a:cubicBezTo>
                <a:lnTo>
                  <a:pt x="14236" y="8400"/>
                </a:lnTo>
                <a:cubicBezTo>
                  <a:pt x="13966" y="8400"/>
                  <a:pt x="13745" y="8669"/>
                  <a:pt x="13745" y="9000"/>
                </a:cubicBezTo>
                <a:cubicBezTo>
                  <a:pt x="13745" y="9332"/>
                  <a:pt x="13966" y="9600"/>
                  <a:pt x="14236" y="9600"/>
                </a:cubicBezTo>
                <a:moveTo>
                  <a:pt x="14236" y="12000"/>
                </a:moveTo>
                <a:lnTo>
                  <a:pt x="18164" y="12000"/>
                </a:lnTo>
                <a:cubicBezTo>
                  <a:pt x="18434" y="12000"/>
                  <a:pt x="18655" y="11732"/>
                  <a:pt x="18655" y="11400"/>
                </a:cubicBezTo>
                <a:cubicBezTo>
                  <a:pt x="18655" y="11069"/>
                  <a:pt x="18434" y="10800"/>
                  <a:pt x="18164" y="10800"/>
                </a:cubicBezTo>
                <a:lnTo>
                  <a:pt x="14236" y="10800"/>
                </a:lnTo>
                <a:cubicBezTo>
                  <a:pt x="13966" y="10800"/>
                  <a:pt x="13745" y="11069"/>
                  <a:pt x="13745" y="11400"/>
                </a:cubicBezTo>
                <a:cubicBezTo>
                  <a:pt x="13745" y="11732"/>
                  <a:pt x="13966" y="12000"/>
                  <a:pt x="14236" y="120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6" name="Shape 2598">
            <a:extLst>
              <a:ext uri="{FF2B5EF4-FFF2-40B4-BE49-F238E27FC236}">
                <a16:creationId xmlns:a16="http://schemas.microsoft.com/office/drawing/2014/main" id="{B8721056-A241-2B6B-8A3F-C08FDA1678C5}"/>
              </a:ext>
            </a:extLst>
          </p:cNvPr>
          <p:cNvSpPr/>
          <p:nvPr/>
        </p:nvSpPr>
        <p:spPr>
          <a:xfrm>
            <a:off x="7874906" y="2603758"/>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6873" y="8400"/>
                </a:moveTo>
                <a:lnTo>
                  <a:pt x="10800" y="8400"/>
                </a:lnTo>
                <a:lnTo>
                  <a:pt x="10800" y="12001"/>
                </a:lnTo>
                <a:lnTo>
                  <a:pt x="6873" y="12001"/>
                </a:lnTo>
                <a:cubicBezTo>
                  <a:pt x="6873" y="12001"/>
                  <a:pt x="6873" y="8400"/>
                  <a:pt x="6873" y="8400"/>
                </a:cubicBezTo>
                <a:close/>
                <a:moveTo>
                  <a:pt x="6382" y="13200"/>
                </a:moveTo>
                <a:lnTo>
                  <a:pt x="11291" y="13200"/>
                </a:lnTo>
                <a:cubicBezTo>
                  <a:pt x="11562" y="13200"/>
                  <a:pt x="11782" y="12932"/>
                  <a:pt x="11782" y="12600"/>
                </a:cubicBezTo>
                <a:lnTo>
                  <a:pt x="11782" y="7800"/>
                </a:lnTo>
                <a:cubicBezTo>
                  <a:pt x="11782" y="7469"/>
                  <a:pt x="11562" y="7200"/>
                  <a:pt x="11291" y="7200"/>
                </a:cubicBezTo>
                <a:lnTo>
                  <a:pt x="6382" y="7200"/>
                </a:lnTo>
                <a:cubicBezTo>
                  <a:pt x="6111" y="7200"/>
                  <a:pt x="5891" y="7469"/>
                  <a:pt x="5891" y="7800"/>
                </a:cubicBezTo>
                <a:lnTo>
                  <a:pt x="5891" y="12600"/>
                </a:lnTo>
                <a:cubicBezTo>
                  <a:pt x="5891" y="12932"/>
                  <a:pt x="6111" y="13200"/>
                  <a:pt x="6382" y="13200"/>
                </a:cubicBezTo>
                <a:moveTo>
                  <a:pt x="6382" y="4800"/>
                </a:moveTo>
                <a:cubicBezTo>
                  <a:pt x="6653" y="4800"/>
                  <a:pt x="6873" y="4531"/>
                  <a:pt x="6873" y="4200"/>
                </a:cubicBezTo>
                <a:cubicBezTo>
                  <a:pt x="6873" y="3868"/>
                  <a:pt x="6653" y="3600"/>
                  <a:pt x="6382" y="3600"/>
                </a:cubicBezTo>
                <a:cubicBezTo>
                  <a:pt x="6111" y="3600"/>
                  <a:pt x="5891" y="3868"/>
                  <a:pt x="5891" y="4200"/>
                </a:cubicBezTo>
                <a:cubicBezTo>
                  <a:pt x="5891" y="4531"/>
                  <a:pt x="6111" y="4800"/>
                  <a:pt x="6382" y="4800"/>
                </a:cubicBezTo>
                <a:moveTo>
                  <a:pt x="20618" y="20400"/>
                </a:moveTo>
                <a:lnTo>
                  <a:pt x="2945" y="20400"/>
                </a:lnTo>
                <a:cubicBezTo>
                  <a:pt x="1861" y="20400"/>
                  <a:pt x="982" y="19325"/>
                  <a:pt x="982" y="18000"/>
                </a:cubicBezTo>
                <a:lnTo>
                  <a:pt x="982" y="4800"/>
                </a:lnTo>
                <a:lnTo>
                  <a:pt x="2945" y="4800"/>
                </a:lnTo>
                <a:lnTo>
                  <a:pt x="2945" y="17400"/>
                </a:lnTo>
                <a:cubicBezTo>
                  <a:pt x="2945" y="17732"/>
                  <a:pt x="3166" y="18000"/>
                  <a:pt x="3436" y="18000"/>
                </a:cubicBezTo>
                <a:cubicBezTo>
                  <a:pt x="3707" y="18000"/>
                  <a:pt x="3927" y="17732"/>
                  <a:pt x="3927" y="17400"/>
                </a:cubicBezTo>
                <a:lnTo>
                  <a:pt x="3927" y="1200"/>
                </a:lnTo>
                <a:lnTo>
                  <a:pt x="20618" y="1200"/>
                </a:lnTo>
                <a:cubicBezTo>
                  <a:pt x="20618" y="1200"/>
                  <a:pt x="20618" y="20400"/>
                  <a:pt x="20618" y="20400"/>
                </a:cubicBezTo>
                <a:close/>
                <a:moveTo>
                  <a:pt x="20618" y="0"/>
                </a:moveTo>
                <a:lnTo>
                  <a:pt x="3927" y="0"/>
                </a:lnTo>
                <a:cubicBezTo>
                  <a:pt x="3385" y="0"/>
                  <a:pt x="2945" y="538"/>
                  <a:pt x="2945" y="1200"/>
                </a:cubicBezTo>
                <a:lnTo>
                  <a:pt x="2945" y="3600"/>
                </a:lnTo>
                <a:lnTo>
                  <a:pt x="982" y="3600"/>
                </a:lnTo>
                <a:cubicBezTo>
                  <a:pt x="440" y="3600"/>
                  <a:pt x="0" y="4138"/>
                  <a:pt x="0" y="4800"/>
                </a:cubicBezTo>
                <a:lnTo>
                  <a:pt x="0" y="18000"/>
                </a:lnTo>
                <a:cubicBezTo>
                  <a:pt x="0" y="19988"/>
                  <a:pt x="1319" y="21600"/>
                  <a:pt x="2945" y="21600"/>
                </a:cubicBezTo>
                <a:lnTo>
                  <a:pt x="20618" y="21600"/>
                </a:lnTo>
                <a:cubicBezTo>
                  <a:pt x="21160" y="21600"/>
                  <a:pt x="21600" y="21062"/>
                  <a:pt x="21600" y="20400"/>
                </a:cubicBezTo>
                <a:lnTo>
                  <a:pt x="21600" y="1200"/>
                </a:lnTo>
                <a:cubicBezTo>
                  <a:pt x="21600" y="538"/>
                  <a:pt x="21160" y="0"/>
                  <a:pt x="20618" y="0"/>
                </a:cubicBezTo>
                <a:moveTo>
                  <a:pt x="6382" y="18000"/>
                </a:moveTo>
                <a:lnTo>
                  <a:pt x="18164" y="18000"/>
                </a:lnTo>
                <a:cubicBezTo>
                  <a:pt x="18434" y="18000"/>
                  <a:pt x="18655" y="17732"/>
                  <a:pt x="18655" y="17400"/>
                </a:cubicBezTo>
                <a:cubicBezTo>
                  <a:pt x="18655" y="17068"/>
                  <a:pt x="18434" y="16801"/>
                  <a:pt x="18164" y="16801"/>
                </a:cubicBezTo>
                <a:lnTo>
                  <a:pt x="6382" y="16801"/>
                </a:lnTo>
                <a:cubicBezTo>
                  <a:pt x="6111" y="16801"/>
                  <a:pt x="5891" y="17068"/>
                  <a:pt x="5891" y="17400"/>
                </a:cubicBezTo>
                <a:cubicBezTo>
                  <a:pt x="5891" y="17732"/>
                  <a:pt x="6111" y="18000"/>
                  <a:pt x="6382" y="18000"/>
                </a:cubicBezTo>
                <a:moveTo>
                  <a:pt x="6382" y="15600"/>
                </a:moveTo>
                <a:lnTo>
                  <a:pt x="18164" y="15600"/>
                </a:lnTo>
                <a:cubicBezTo>
                  <a:pt x="18434" y="15600"/>
                  <a:pt x="18655" y="15332"/>
                  <a:pt x="18655" y="15000"/>
                </a:cubicBezTo>
                <a:cubicBezTo>
                  <a:pt x="18655" y="14668"/>
                  <a:pt x="18434" y="14401"/>
                  <a:pt x="18164" y="14401"/>
                </a:cubicBezTo>
                <a:lnTo>
                  <a:pt x="6382" y="14401"/>
                </a:lnTo>
                <a:cubicBezTo>
                  <a:pt x="6111" y="14401"/>
                  <a:pt x="5891" y="14668"/>
                  <a:pt x="5891" y="15000"/>
                </a:cubicBezTo>
                <a:cubicBezTo>
                  <a:pt x="5891" y="15332"/>
                  <a:pt x="6111" y="15600"/>
                  <a:pt x="6382" y="15600"/>
                </a:cubicBezTo>
                <a:moveTo>
                  <a:pt x="8345" y="4800"/>
                </a:moveTo>
                <a:cubicBezTo>
                  <a:pt x="8616" y="4800"/>
                  <a:pt x="8836" y="4531"/>
                  <a:pt x="8836" y="4200"/>
                </a:cubicBezTo>
                <a:cubicBezTo>
                  <a:pt x="8836" y="3868"/>
                  <a:pt x="8616" y="3600"/>
                  <a:pt x="8345" y="3600"/>
                </a:cubicBezTo>
                <a:cubicBezTo>
                  <a:pt x="8075" y="3600"/>
                  <a:pt x="7855" y="3868"/>
                  <a:pt x="7855" y="4200"/>
                </a:cubicBezTo>
                <a:cubicBezTo>
                  <a:pt x="7855" y="4531"/>
                  <a:pt x="8075" y="4800"/>
                  <a:pt x="8345" y="4800"/>
                </a:cubicBezTo>
                <a:moveTo>
                  <a:pt x="18164" y="7200"/>
                </a:moveTo>
                <a:lnTo>
                  <a:pt x="14236" y="7200"/>
                </a:lnTo>
                <a:cubicBezTo>
                  <a:pt x="13966" y="7200"/>
                  <a:pt x="13745" y="7469"/>
                  <a:pt x="13745" y="7800"/>
                </a:cubicBezTo>
                <a:cubicBezTo>
                  <a:pt x="13745" y="8132"/>
                  <a:pt x="13966" y="8400"/>
                  <a:pt x="14236" y="8400"/>
                </a:cubicBezTo>
                <a:lnTo>
                  <a:pt x="18164" y="8400"/>
                </a:lnTo>
                <a:cubicBezTo>
                  <a:pt x="18434" y="8400"/>
                  <a:pt x="18655" y="8132"/>
                  <a:pt x="18655" y="7800"/>
                </a:cubicBezTo>
                <a:cubicBezTo>
                  <a:pt x="18655" y="7469"/>
                  <a:pt x="18434" y="7200"/>
                  <a:pt x="18164" y="7200"/>
                </a:cubicBezTo>
                <a:moveTo>
                  <a:pt x="18164" y="12001"/>
                </a:moveTo>
                <a:lnTo>
                  <a:pt x="14236" y="12001"/>
                </a:lnTo>
                <a:cubicBezTo>
                  <a:pt x="13966" y="12001"/>
                  <a:pt x="13745" y="12268"/>
                  <a:pt x="13745" y="12600"/>
                </a:cubicBezTo>
                <a:cubicBezTo>
                  <a:pt x="13745" y="12932"/>
                  <a:pt x="13966" y="13200"/>
                  <a:pt x="14236" y="13200"/>
                </a:cubicBezTo>
                <a:lnTo>
                  <a:pt x="18164" y="13200"/>
                </a:lnTo>
                <a:cubicBezTo>
                  <a:pt x="18434" y="13200"/>
                  <a:pt x="18655" y="12932"/>
                  <a:pt x="18655" y="12600"/>
                </a:cubicBezTo>
                <a:cubicBezTo>
                  <a:pt x="18655" y="12268"/>
                  <a:pt x="18434" y="12001"/>
                  <a:pt x="18164" y="12001"/>
                </a:cubicBezTo>
                <a:moveTo>
                  <a:pt x="18164" y="9600"/>
                </a:moveTo>
                <a:lnTo>
                  <a:pt x="14236" y="9600"/>
                </a:lnTo>
                <a:cubicBezTo>
                  <a:pt x="13966" y="9600"/>
                  <a:pt x="13745" y="9869"/>
                  <a:pt x="13745" y="10200"/>
                </a:cubicBezTo>
                <a:cubicBezTo>
                  <a:pt x="13745" y="10532"/>
                  <a:pt x="13966" y="10800"/>
                  <a:pt x="14236" y="10800"/>
                </a:cubicBezTo>
                <a:lnTo>
                  <a:pt x="18164" y="10800"/>
                </a:lnTo>
                <a:cubicBezTo>
                  <a:pt x="18434" y="10800"/>
                  <a:pt x="18655" y="10532"/>
                  <a:pt x="18655" y="10200"/>
                </a:cubicBezTo>
                <a:cubicBezTo>
                  <a:pt x="18655" y="9869"/>
                  <a:pt x="18434" y="9600"/>
                  <a:pt x="18164" y="9600"/>
                </a:cubicBezTo>
                <a:moveTo>
                  <a:pt x="18164" y="4800"/>
                </a:moveTo>
                <a:cubicBezTo>
                  <a:pt x="18434" y="4800"/>
                  <a:pt x="18655" y="4531"/>
                  <a:pt x="18655" y="4200"/>
                </a:cubicBezTo>
                <a:cubicBezTo>
                  <a:pt x="18655" y="3868"/>
                  <a:pt x="18434" y="3600"/>
                  <a:pt x="18164" y="3600"/>
                </a:cubicBezTo>
                <a:cubicBezTo>
                  <a:pt x="17893" y="3600"/>
                  <a:pt x="17673" y="3868"/>
                  <a:pt x="17673" y="4200"/>
                </a:cubicBezTo>
                <a:cubicBezTo>
                  <a:pt x="17673" y="4531"/>
                  <a:pt x="17893" y="4800"/>
                  <a:pt x="18164" y="4800"/>
                </a:cubicBezTo>
                <a:moveTo>
                  <a:pt x="16200" y="4800"/>
                </a:moveTo>
                <a:cubicBezTo>
                  <a:pt x="16471" y="4800"/>
                  <a:pt x="16691" y="4531"/>
                  <a:pt x="16691" y="4200"/>
                </a:cubicBezTo>
                <a:cubicBezTo>
                  <a:pt x="16691" y="3868"/>
                  <a:pt x="16471" y="3600"/>
                  <a:pt x="16200" y="3600"/>
                </a:cubicBezTo>
                <a:cubicBezTo>
                  <a:pt x="15929" y="3600"/>
                  <a:pt x="15709" y="3868"/>
                  <a:pt x="15709" y="4200"/>
                </a:cubicBezTo>
                <a:cubicBezTo>
                  <a:pt x="15709" y="4531"/>
                  <a:pt x="15929" y="4800"/>
                  <a:pt x="16200" y="4800"/>
                </a:cubicBezTo>
                <a:moveTo>
                  <a:pt x="10309" y="4800"/>
                </a:moveTo>
                <a:lnTo>
                  <a:pt x="14236" y="4800"/>
                </a:lnTo>
                <a:cubicBezTo>
                  <a:pt x="14507" y="4800"/>
                  <a:pt x="14727" y="4531"/>
                  <a:pt x="14727" y="4200"/>
                </a:cubicBezTo>
                <a:cubicBezTo>
                  <a:pt x="14727" y="3868"/>
                  <a:pt x="14507" y="3600"/>
                  <a:pt x="14236" y="3600"/>
                </a:cubicBezTo>
                <a:lnTo>
                  <a:pt x="10309" y="3600"/>
                </a:lnTo>
                <a:cubicBezTo>
                  <a:pt x="10038" y="3600"/>
                  <a:pt x="9818" y="3868"/>
                  <a:pt x="9818" y="4200"/>
                </a:cubicBezTo>
                <a:cubicBezTo>
                  <a:pt x="9818" y="4531"/>
                  <a:pt x="10038" y="4800"/>
                  <a:pt x="10309" y="48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7" name="Shape 2599">
            <a:extLst>
              <a:ext uri="{FF2B5EF4-FFF2-40B4-BE49-F238E27FC236}">
                <a16:creationId xmlns:a16="http://schemas.microsoft.com/office/drawing/2014/main" id="{4D85D583-A7B5-19F6-0C91-8100CEBC5609}"/>
              </a:ext>
            </a:extLst>
          </p:cNvPr>
          <p:cNvSpPr/>
          <p:nvPr/>
        </p:nvSpPr>
        <p:spPr>
          <a:xfrm>
            <a:off x="8408167" y="257836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6382" y="7855"/>
                </a:moveTo>
                <a:cubicBezTo>
                  <a:pt x="6653" y="7855"/>
                  <a:pt x="6873" y="7635"/>
                  <a:pt x="6873" y="7364"/>
                </a:cubicBezTo>
                <a:cubicBezTo>
                  <a:pt x="6873" y="7092"/>
                  <a:pt x="6653" y="6873"/>
                  <a:pt x="6382" y="6873"/>
                </a:cubicBezTo>
                <a:cubicBezTo>
                  <a:pt x="6111" y="6873"/>
                  <a:pt x="5891" y="7092"/>
                  <a:pt x="5891" y="7364"/>
                </a:cubicBezTo>
                <a:cubicBezTo>
                  <a:pt x="5891" y="7635"/>
                  <a:pt x="6111" y="7855"/>
                  <a:pt x="6382" y="7855"/>
                </a:cubicBezTo>
                <a:moveTo>
                  <a:pt x="6873" y="10800"/>
                </a:moveTo>
                <a:lnTo>
                  <a:pt x="10800" y="10800"/>
                </a:lnTo>
                <a:lnTo>
                  <a:pt x="10800" y="13746"/>
                </a:lnTo>
                <a:lnTo>
                  <a:pt x="6873" y="13746"/>
                </a:lnTo>
                <a:cubicBezTo>
                  <a:pt x="6873" y="13746"/>
                  <a:pt x="6873" y="10800"/>
                  <a:pt x="6873" y="10800"/>
                </a:cubicBezTo>
                <a:close/>
                <a:moveTo>
                  <a:pt x="6382" y="14727"/>
                </a:moveTo>
                <a:lnTo>
                  <a:pt x="11291" y="14727"/>
                </a:lnTo>
                <a:cubicBezTo>
                  <a:pt x="11562" y="14727"/>
                  <a:pt x="11782" y="14508"/>
                  <a:pt x="11782" y="14236"/>
                </a:cubicBezTo>
                <a:lnTo>
                  <a:pt x="11782" y="10309"/>
                </a:lnTo>
                <a:cubicBezTo>
                  <a:pt x="11782" y="10038"/>
                  <a:pt x="11562" y="9818"/>
                  <a:pt x="11291" y="9818"/>
                </a:cubicBezTo>
                <a:lnTo>
                  <a:pt x="6382" y="9818"/>
                </a:lnTo>
                <a:cubicBezTo>
                  <a:pt x="6111" y="9818"/>
                  <a:pt x="5891" y="10038"/>
                  <a:pt x="5891" y="10309"/>
                </a:cubicBezTo>
                <a:lnTo>
                  <a:pt x="5891" y="14236"/>
                </a:lnTo>
                <a:cubicBezTo>
                  <a:pt x="5891" y="14508"/>
                  <a:pt x="6111" y="14727"/>
                  <a:pt x="6382" y="14727"/>
                </a:cubicBezTo>
                <a:moveTo>
                  <a:pt x="8345" y="7855"/>
                </a:moveTo>
                <a:cubicBezTo>
                  <a:pt x="8616" y="7855"/>
                  <a:pt x="8836" y="7635"/>
                  <a:pt x="8836" y="7364"/>
                </a:cubicBezTo>
                <a:cubicBezTo>
                  <a:pt x="8836" y="7092"/>
                  <a:pt x="8616" y="6873"/>
                  <a:pt x="8345" y="6873"/>
                </a:cubicBezTo>
                <a:cubicBezTo>
                  <a:pt x="8075" y="6873"/>
                  <a:pt x="7855" y="7092"/>
                  <a:pt x="7855" y="7364"/>
                </a:cubicBezTo>
                <a:cubicBezTo>
                  <a:pt x="7855" y="7635"/>
                  <a:pt x="8075" y="7855"/>
                  <a:pt x="8345" y="7855"/>
                </a:cubicBezTo>
                <a:moveTo>
                  <a:pt x="20618" y="20618"/>
                </a:moveTo>
                <a:lnTo>
                  <a:pt x="2945" y="20618"/>
                </a:lnTo>
                <a:cubicBezTo>
                  <a:pt x="1861" y="20618"/>
                  <a:pt x="982" y="19739"/>
                  <a:pt x="982" y="18655"/>
                </a:cubicBezTo>
                <a:lnTo>
                  <a:pt x="982" y="7855"/>
                </a:lnTo>
                <a:lnTo>
                  <a:pt x="2945" y="7855"/>
                </a:lnTo>
                <a:lnTo>
                  <a:pt x="2945" y="18164"/>
                </a:lnTo>
                <a:cubicBezTo>
                  <a:pt x="2945" y="18435"/>
                  <a:pt x="3166" y="18655"/>
                  <a:pt x="3436" y="18655"/>
                </a:cubicBezTo>
                <a:cubicBezTo>
                  <a:pt x="3707" y="18655"/>
                  <a:pt x="3927" y="18435"/>
                  <a:pt x="3927" y="18164"/>
                </a:cubicBezTo>
                <a:lnTo>
                  <a:pt x="3927" y="4909"/>
                </a:lnTo>
                <a:lnTo>
                  <a:pt x="20618" y="4909"/>
                </a:lnTo>
                <a:cubicBezTo>
                  <a:pt x="20618" y="4909"/>
                  <a:pt x="20618" y="20618"/>
                  <a:pt x="20618" y="20618"/>
                </a:cubicBezTo>
                <a:close/>
                <a:moveTo>
                  <a:pt x="20618" y="3927"/>
                </a:moveTo>
                <a:lnTo>
                  <a:pt x="3927" y="3927"/>
                </a:lnTo>
                <a:cubicBezTo>
                  <a:pt x="3385" y="3927"/>
                  <a:pt x="2945" y="4367"/>
                  <a:pt x="2945" y="4909"/>
                </a:cubicBezTo>
                <a:lnTo>
                  <a:pt x="2945" y="6873"/>
                </a:lnTo>
                <a:lnTo>
                  <a:pt x="982" y="6873"/>
                </a:lnTo>
                <a:cubicBezTo>
                  <a:pt x="440" y="6873"/>
                  <a:pt x="0" y="7313"/>
                  <a:pt x="0" y="7855"/>
                </a:cubicBezTo>
                <a:lnTo>
                  <a:pt x="0" y="18655"/>
                </a:lnTo>
                <a:cubicBezTo>
                  <a:pt x="0" y="20282"/>
                  <a:pt x="1319" y="21600"/>
                  <a:pt x="2945" y="21600"/>
                </a:cubicBezTo>
                <a:lnTo>
                  <a:pt x="20618" y="21600"/>
                </a:lnTo>
                <a:cubicBezTo>
                  <a:pt x="21160" y="21600"/>
                  <a:pt x="21600" y="21160"/>
                  <a:pt x="21600" y="20618"/>
                </a:cubicBezTo>
                <a:lnTo>
                  <a:pt x="21600" y="4909"/>
                </a:lnTo>
                <a:cubicBezTo>
                  <a:pt x="21600" y="4367"/>
                  <a:pt x="21160" y="3927"/>
                  <a:pt x="20618" y="3927"/>
                </a:cubicBezTo>
                <a:moveTo>
                  <a:pt x="6382" y="16691"/>
                </a:moveTo>
                <a:lnTo>
                  <a:pt x="18164" y="16691"/>
                </a:lnTo>
                <a:cubicBezTo>
                  <a:pt x="18434" y="16691"/>
                  <a:pt x="18655" y="16472"/>
                  <a:pt x="18655" y="16200"/>
                </a:cubicBezTo>
                <a:cubicBezTo>
                  <a:pt x="18655" y="15929"/>
                  <a:pt x="18434" y="15710"/>
                  <a:pt x="18164" y="15710"/>
                </a:cubicBezTo>
                <a:lnTo>
                  <a:pt x="6382" y="15710"/>
                </a:lnTo>
                <a:cubicBezTo>
                  <a:pt x="6111" y="15710"/>
                  <a:pt x="5891" y="15929"/>
                  <a:pt x="5891" y="16200"/>
                </a:cubicBezTo>
                <a:cubicBezTo>
                  <a:pt x="5891" y="16472"/>
                  <a:pt x="6111" y="16691"/>
                  <a:pt x="6382" y="16691"/>
                </a:cubicBezTo>
                <a:moveTo>
                  <a:pt x="10309" y="7855"/>
                </a:moveTo>
                <a:lnTo>
                  <a:pt x="14236" y="7855"/>
                </a:lnTo>
                <a:cubicBezTo>
                  <a:pt x="14507" y="7855"/>
                  <a:pt x="14727" y="7635"/>
                  <a:pt x="14727" y="7364"/>
                </a:cubicBezTo>
                <a:cubicBezTo>
                  <a:pt x="14727" y="7092"/>
                  <a:pt x="14507" y="6873"/>
                  <a:pt x="14236" y="6873"/>
                </a:cubicBezTo>
                <a:lnTo>
                  <a:pt x="10309" y="6873"/>
                </a:lnTo>
                <a:cubicBezTo>
                  <a:pt x="10038" y="6873"/>
                  <a:pt x="9818" y="7092"/>
                  <a:pt x="9818" y="7364"/>
                </a:cubicBezTo>
                <a:cubicBezTo>
                  <a:pt x="9818" y="7635"/>
                  <a:pt x="10038" y="7855"/>
                  <a:pt x="10309" y="7855"/>
                </a:cubicBezTo>
                <a:moveTo>
                  <a:pt x="6382" y="18655"/>
                </a:moveTo>
                <a:lnTo>
                  <a:pt x="18164" y="18655"/>
                </a:lnTo>
                <a:cubicBezTo>
                  <a:pt x="18434" y="18655"/>
                  <a:pt x="18655" y="18435"/>
                  <a:pt x="18655" y="18164"/>
                </a:cubicBezTo>
                <a:cubicBezTo>
                  <a:pt x="18655" y="17893"/>
                  <a:pt x="18434" y="17673"/>
                  <a:pt x="18164" y="17673"/>
                </a:cubicBezTo>
                <a:lnTo>
                  <a:pt x="6382" y="17673"/>
                </a:lnTo>
                <a:cubicBezTo>
                  <a:pt x="6111" y="17673"/>
                  <a:pt x="5891" y="17893"/>
                  <a:pt x="5891" y="18164"/>
                </a:cubicBezTo>
                <a:cubicBezTo>
                  <a:pt x="5891" y="18435"/>
                  <a:pt x="6111" y="18655"/>
                  <a:pt x="6382" y="18655"/>
                </a:cubicBezTo>
                <a:moveTo>
                  <a:pt x="4909" y="2945"/>
                </a:moveTo>
                <a:lnTo>
                  <a:pt x="20127" y="2945"/>
                </a:lnTo>
                <a:cubicBezTo>
                  <a:pt x="20398" y="2945"/>
                  <a:pt x="20618" y="2726"/>
                  <a:pt x="20618" y="2455"/>
                </a:cubicBezTo>
                <a:cubicBezTo>
                  <a:pt x="20618" y="2184"/>
                  <a:pt x="20398" y="1964"/>
                  <a:pt x="20127" y="1964"/>
                </a:cubicBezTo>
                <a:lnTo>
                  <a:pt x="4909" y="1964"/>
                </a:lnTo>
                <a:cubicBezTo>
                  <a:pt x="4638" y="1964"/>
                  <a:pt x="4418" y="2184"/>
                  <a:pt x="4418" y="2455"/>
                </a:cubicBezTo>
                <a:cubicBezTo>
                  <a:pt x="4418" y="2726"/>
                  <a:pt x="4638" y="2945"/>
                  <a:pt x="4909" y="2945"/>
                </a:cubicBezTo>
                <a:moveTo>
                  <a:pt x="18164" y="11783"/>
                </a:moveTo>
                <a:lnTo>
                  <a:pt x="14236" y="11783"/>
                </a:lnTo>
                <a:cubicBezTo>
                  <a:pt x="13966" y="11783"/>
                  <a:pt x="13745" y="12001"/>
                  <a:pt x="13745" y="12273"/>
                </a:cubicBezTo>
                <a:cubicBezTo>
                  <a:pt x="13745" y="12544"/>
                  <a:pt x="13966" y="12764"/>
                  <a:pt x="14236" y="12764"/>
                </a:cubicBezTo>
                <a:lnTo>
                  <a:pt x="18164" y="12764"/>
                </a:lnTo>
                <a:cubicBezTo>
                  <a:pt x="18434" y="12764"/>
                  <a:pt x="18655" y="12544"/>
                  <a:pt x="18655" y="12273"/>
                </a:cubicBezTo>
                <a:cubicBezTo>
                  <a:pt x="18655" y="12001"/>
                  <a:pt x="18434" y="11783"/>
                  <a:pt x="18164" y="11783"/>
                </a:cubicBezTo>
                <a:moveTo>
                  <a:pt x="6382" y="982"/>
                </a:moveTo>
                <a:lnTo>
                  <a:pt x="19145" y="982"/>
                </a:lnTo>
                <a:cubicBezTo>
                  <a:pt x="19416" y="982"/>
                  <a:pt x="19636" y="762"/>
                  <a:pt x="19636" y="491"/>
                </a:cubicBezTo>
                <a:cubicBezTo>
                  <a:pt x="19636" y="220"/>
                  <a:pt x="19416" y="0"/>
                  <a:pt x="19145" y="0"/>
                </a:cubicBezTo>
                <a:lnTo>
                  <a:pt x="6382" y="0"/>
                </a:lnTo>
                <a:cubicBezTo>
                  <a:pt x="6111" y="0"/>
                  <a:pt x="5891" y="220"/>
                  <a:pt x="5891" y="491"/>
                </a:cubicBezTo>
                <a:cubicBezTo>
                  <a:pt x="5891" y="762"/>
                  <a:pt x="6111" y="982"/>
                  <a:pt x="6382" y="982"/>
                </a:cubicBezTo>
                <a:moveTo>
                  <a:pt x="18164" y="13746"/>
                </a:moveTo>
                <a:lnTo>
                  <a:pt x="14236" y="13746"/>
                </a:lnTo>
                <a:cubicBezTo>
                  <a:pt x="13966" y="13746"/>
                  <a:pt x="13745" y="13965"/>
                  <a:pt x="13745" y="14236"/>
                </a:cubicBezTo>
                <a:cubicBezTo>
                  <a:pt x="13745" y="14508"/>
                  <a:pt x="13966" y="14727"/>
                  <a:pt x="14236" y="14727"/>
                </a:cubicBezTo>
                <a:lnTo>
                  <a:pt x="18164" y="14727"/>
                </a:lnTo>
                <a:cubicBezTo>
                  <a:pt x="18434" y="14727"/>
                  <a:pt x="18655" y="14508"/>
                  <a:pt x="18655" y="14236"/>
                </a:cubicBezTo>
                <a:cubicBezTo>
                  <a:pt x="18655" y="13965"/>
                  <a:pt x="18434" y="13746"/>
                  <a:pt x="18164" y="13746"/>
                </a:cubicBezTo>
                <a:moveTo>
                  <a:pt x="16200" y="7855"/>
                </a:moveTo>
                <a:cubicBezTo>
                  <a:pt x="16471" y="7855"/>
                  <a:pt x="16691" y="7635"/>
                  <a:pt x="16691" y="7364"/>
                </a:cubicBezTo>
                <a:cubicBezTo>
                  <a:pt x="16691" y="7092"/>
                  <a:pt x="16471" y="6873"/>
                  <a:pt x="16200" y="6873"/>
                </a:cubicBezTo>
                <a:cubicBezTo>
                  <a:pt x="15929" y="6873"/>
                  <a:pt x="15709" y="7092"/>
                  <a:pt x="15709" y="7364"/>
                </a:cubicBezTo>
                <a:cubicBezTo>
                  <a:pt x="15709" y="7635"/>
                  <a:pt x="15929" y="7855"/>
                  <a:pt x="16200" y="7855"/>
                </a:cubicBezTo>
                <a:moveTo>
                  <a:pt x="18164" y="7855"/>
                </a:moveTo>
                <a:cubicBezTo>
                  <a:pt x="18434" y="7855"/>
                  <a:pt x="18655" y="7635"/>
                  <a:pt x="18655" y="7364"/>
                </a:cubicBezTo>
                <a:cubicBezTo>
                  <a:pt x="18655" y="7092"/>
                  <a:pt x="18434" y="6873"/>
                  <a:pt x="18164" y="6873"/>
                </a:cubicBezTo>
                <a:cubicBezTo>
                  <a:pt x="17893" y="6873"/>
                  <a:pt x="17673" y="7092"/>
                  <a:pt x="17673" y="7364"/>
                </a:cubicBezTo>
                <a:cubicBezTo>
                  <a:pt x="17673" y="7635"/>
                  <a:pt x="17893" y="7855"/>
                  <a:pt x="18164" y="7855"/>
                </a:cubicBezTo>
                <a:moveTo>
                  <a:pt x="18164" y="9818"/>
                </a:moveTo>
                <a:lnTo>
                  <a:pt x="14236" y="9818"/>
                </a:lnTo>
                <a:cubicBezTo>
                  <a:pt x="13966" y="9818"/>
                  <a:pt x="13745" y="10038"/>
                  <a:pt x="13745" y="10309"/>
                </a:cubicBezTo>
                <a:cubicBezTo>
                  <a:pt x="13745" y="10581"/>
                  <a:pt x="13966" y="10800"/>
                  <a:pt x="14236" y="10800"/>
                </a:cubicBezTo>
                <a:lnTo>
                  <a:pt x="18164" y="10800"/>
                </a:lnTo>
                <a:cubicBezTo>
                  <a:pt x="18434" y="10800"/>
                  <a:pt x="18655" y="10581"/>
                  <a:pt x="18655" y="10309"/>
                </a:cubicBezTo>
                <a:cubicBezTo>
                  <a:pt x="18655" y="10038"/>
                  <a:pt x="18434" y="9818"/>
                  <a:pt x="18164" y="981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8" name="Shape 2600">
            <a:extLst>
              <a:ext uri="{FF2B5EF4-FFF2-40B4-BE49-F238E27FC236}">
                <a16:creationId xmlns:a16="http://schemas.microsoft.com/office/drawing/2014/main" id="{991D008B-C1F1-14BE-6C9E-E6FCEF8EF6CB}"/>
              </a:ext>
            </a:extLst>
          </p:cNvPr>
          <p:cNvSpPr/>
          <p:nvPr/>
        </p:nvSpPr>
        <p:spPr>
          <a:xfrm>
            <a:off x="8941428" y="257836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8" y="20618"/>
                  <a:pt x="982" y="16223"/>
                  <a:pt x="982" y="10800"/>
                </a:cubicBezTo>
                <a:cubicBezTo>
                  <a:pt x="982" y="5378"/>
                  <a:pt x="5378" y="982"/>
                  <a:pt x="10800" y="982"/>
                </a:cubicBezTo>
                <a:cubicBezTo>
                  <a:pt x="16223" y="982"/>
                  <a:pt x="20618" y="5378"/>
                  <a:pt x="20618" y="10800"/>
                </a:cubicBezTo>
                <a:cubicBezTo>
                  <a:pt x="20618" y="16223"/>
                  <a:pt x="16223" y="20618"/>
                  <a:pt x="10800" y="20618"/>
                </a:cubicBezTo>
                <a:moveTo>
                  <a:pt x="10800" y="0"/>
                </a:move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moveTo>
                  <a:pt x="16200" y="10309"/>
                </a:moveTo>
                <a:lnTo>
                  <a:pt x="11291" y="10309"/>
                </a:lnTo>
                <a:lnTo>
                  <a:pt x="11291" y="5401"/>
                </a:lnTo>
                <a:cubicBezTo>
                  <a:pt x="11291" y="5129"/>
                  <a:pt x="11071" y="4909"/>
                  <a:pt x="10800" y="4909"/>
                </a:cubicBezTo>
                <a:cubicBezTo>
                  <a:pt x="10529" y="4909"/>
                  <a:pt x="10309" y="5129"/>
                  <a:pt x="10309" y="5401"/>
                </a:cubicBezTo>
                <a:lnTo>
                  <a:pt x="10309" y="10309"/>
                </a:lnTo>
                <a:lnTo>
                  <a:pt x="5400" y="10309"/>
                </a:lnTo>
                <a:cubicBezTo>
                  <a:pt x="5129" y="10309"/>
                  <a:pt x="4909" y="10529"/>
                  <a:pt x="4909" y="10800"/>
                </a:cubicBezTo>
                <a:cubicBezTo>
                  <a:pt x="4909" y="11072"/>
                  <a:pt x="5129" y="11292"/>
                  <a:pt x="5400" y="11292"/>
                </a:cubicBezTo>
                <a:lnTo>
                  <a:pt x="10309" y="11292"/>
                </a:lnTo>
                <a:lnTo>
                  <a:pt x="10309" y="16200"/>
                </a:lnTo>
                <a:cubicBezTo>
                  <a:pt x="10309" y="16472"/>
                  <a:pt x="10529" y="16691"/>
                  <a:pt x="10800" y="16691"/>
                </a:cubicBezTo>
                <a:cubicBezTo>
                  <a:pt x="11071" y="16691"/>
                  <a:pt x="11291" y="16472"/>
                  <a:pt x="11291" y="16200"/>
                </a:cubicBezTo>
                <a:lnTo>
                  <a:pt x="11291" y="11292"/>
                </a:lnTo>
                <a:lnTo>
                  <a:pt x="16200" y="11292"/>
                </a:lnTo>
                <a:cubicBezTo>
                  <a:pt x="16471" y="11292"/>
                  <a:pt x="16691" y="11072"/>
                  <a:pt x="16691" y="10800"/>
                </a:cubicBezTo>
                <a:cubicBezTo>
                  <a:pt x="16691" y="10529"/>
                  <a:pt x="16471" y="10309"/>
                  <a:pt x="16200" y="103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9" name="Shape 2601">
            <a:extLst>
              <a:ext uri="{FF2B5EF4-FFF2-40B4-BE49-F238E27FC236}">
                <a16:creationId xmlns:a16="http://schemas.microsoft.com/office/drawing/2014/main" id="{343A7D08-341F-DDAF-311A-138A9EC9997B}"/>
              </a:ext>
            </a:extLst>
          </p:cNvPr>
          <p:cNvSpPr/>
          <p:nvPr/>
        </p:nvSpPr>
        <p:spPr>
          <a:xfrm>
            <a:off x="9474689" y="257836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8" y="20618"/>
                  <a:pt x="982" y="16223"/>
                  <a:pt x="982" y="10800"/>
                </a:cubicBezTo>
                <a:cubicBezTo>
                  <a:pt x="982" y="5378"/>
                  <a:pt x="5378" y="982"/>
                  <a:pt x="10800" y="982"/>
                </a:cubicBezTo>
                <a:cubicBezTo>
                  <a:pt x="16223" y="982"/>
                  <a:pt x="20618" y="5378"/>
                  <a:pt x="20618" y="10800"/>
                </a:cubicBezTo>
                <a:cubicBezTo>
                  <a:pt x="20618" y="16223"/>
                  <a:pt x="16223" y="20618"/>
                  <a:pt x="10800" y="20618"/>
                </a:cubicBezTo>
                <a:moveTo>
                  <a:pt x="10800" y="0"/>
                </a:move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moveTo>
                  <a:pt x="16200" y="10309"/>
                </a:moveTo>
                <a:lnTo>
                  <a:pt x="5400" y="10309"/>
                </a:lnTo>
                <a:cubicBezTo>
                  <a:pt x="5129" y="10309"/>
                  <a:pt x="4909" y="10529"/>
                  <a:pt x="4909" y="10800"/>
                </a:cubicBezTo>
                <a:cubicBezTo>
                  <a:pt x="4909" y="11072"/>
                  <a:pt x="5129" y="11292"/>
                  <a:pt x="5400" y="11292"/>
                </a:cubicBezTo>
                <a:lnTo>
                  <a:pt x="16200" y="11292"/>
                </a:lnTo>
                <a:cubicBezTo>
                  <a:pt x="16471" y="11292"/>
                  <a:pt x="16691" y="11072"/>
                  <a:pt x="16691" y="10800"/>
                </a:cubicBezTo>
                <a:cubicBezTo>
                  <a:pt x="16691" y="10529"/>
                  <a:pt x="16471" y="10309"/>
                  <a:pt x="16200" y="103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0" name="Shape 2602">
            <a:extLst>
              <a:ext uri="{FF2B5EF4-FFF2-40B4-BE49-F238E27FC236}">
                <a16:creationId xmlns:a16="http://schemas.microsoft.com/office/drawing/2014/main" id="{14EFBA75-066F-45B4-A563-520DA27A0983}"/>
              </a:ext>
            </a:extLst>
          </p:cNvPr>
          <p:cNvSpPr/>
          <p:nvPr/>
        </p:nvSpPr>
        <p:spPr>
          <a:xfrm>
            <a:off x="10007950" y="2603758"/>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5400" y="6001"/>
                </a:moveTo>
                <a:lnTo>
                  <a:pt x="8345" y="6001"/>
                </a:lnTo>
                <a:cubicBezTo>
                  <a:pt x="8617" y="6001"/>
                  <a:pt x="8836" y="5732"/>
                  <a:pt x="8836" y="5400"/>
                </a:cubicBezTo>
                <a:cubicBezTo>
                  <a:pt x="8836" y="5069"/>
                  <a:pt x="8617" y="4800"/>
                  <a:pt x="8345" y="4800"/>
                </a:cubicBezTo>
                <a:lnTo>
                  <a:pt x="5400" y="4800"/>
                </a:lnTo>
                <a:cubicBezTo>
                  <a:pt x="5129" y="4800"/>
                  <a:pt x="4909" y="5069"/>
                  <a:pt x="4909" y="5400"/>
                </a:cubicBezTo>
                <a:cubicBezTo>
                  <a:pt x="4909" y="5732"/>
                  <a:pt x="5129" y="6001"/>
                  <a:pt x="5400" y="6001"/>
                </a:cubicBezTo>
                <a:moveTo>
                  <a:pt x="20618" y="20400"/>
                </a:moveTo>
                <a:lnTo>
                  <a:pt x="18655" y="20400"/>
                </a:lnTo>
                <a:lnTo>
                  <a:pt x="18655" y="18000"/>
                </a:lnTo>
                <a:cubicBezTo>
                  <a:pt x="18926" y="18000"/>
                  <a:pt x="19145" y="17732"/>
                  <a:pt x="19145" y="17400"/>
                </a:cubicBezTo>
                <a:cubicBezTo>
                  <a:pt x="19145" y="17069"/>
                  <a:pt x="18926" y="16801"/>
                  <a:pt x="18655" y="16801"/>
                </a:cubicBezTo>
                <a:lnTo>
                  <a:pt x="18655" y="3601"/>
                </a:lnTo>
                <a:lnTo>
                  <a:pt x="20618" y="3601"/>
                </a:lnTo>
                <a:cubicBezTo>
                  <a:pt x="20618" y="3601"/>
                  <a:pt x="20618" y="20400"/>
                  <a:pt x="20618" y="20400"/>
                </a:cubicBezTo>
                <a:close/>
                <a:moveTo>
                  <a:pt x="17673" y="16801"/>
                </a:moveTo>
                <a:cubicBezTo>
                  <a:pt x="17401" y="16801"/>
                  <a:pt x="17182" y="17069"/>
                  <a:pt x="17182" y="17400"/>
                </a:cubicBezTo>
                <a:cubicBezTo>
                  <a:pt x="17182" y="17732"/>
                  <a:pt x="17401" y="18000"/>
                  <a:pt x="17673" y="18000"/>
                </a:cubicBezTo>
                <a:lnTo>
                  <a:pt x="17673" y="20400"/>
                </a:lnTo>
                <a:lnTo>
                  <a:pt x="3927" y="20400"/>
                </a:lnTo>
                <a:lnTo>
                  <a:pt x="3927" y="18000"/>
                </a:lnTo>
                <a:cubicBezTo>
                  <a:pt x="4199" y="18000"/>
                  <a:pt x="4418" y="17732"/>
                  <a:pt x="4418" y="17400"/>
                </a:cubicBezTo>
                <a:cubicBezTo>
                  <a:pt x="4418" y="17069"/>
                  <a:pt x="4199" y="16801"/>
                  <a:pt x="3927" y="16801"/>
                </a:cubicBezTo>
                <a:lnTo>
                  <a:pt x="3927" y="3601"/>
                </a:lnTo>
                <a:lnTo>
                  <a:pt x="17673" y="3601"/>
                </a:lnTo>
                <a:cubicBezTo>
                  <a:pt x="17673" y="3601"/>
                  <a:pt x="17673" y="16801"/>
                  <a:pt x="17673" y="16801"/>
                </a:cubicBezTo>
                <a:close/>
                <a:moveTo>
                  <a:pt x="2945" y="16801"/>
                </a:moveTo>
                <a:cubicBezTo>
                  <a:pt x="2674" y="16801"/>
                  <a:pt x="2455" y="17069"/>
                  <a:pt x="2455" y="17400"/>
                </a:cubicBezTo>
                <a:cubicBezTo>
                  <a:pt x="2455" y="17732"/>
                  <a:pt x="2674" y="18000"/>
                  <a:pt x="2945" y="18000"/>
                </a:cubicBezTo>
                <a:lnTo>
                  <a:pt x="2945" y="20400"/>
                </a:lnTo>
                <a:lnTo>
                  <a:pt x="982" y="20400"/>
                </a:lnTo>
                <a:lnTo>
                  <a:pt x="982" y="3601"/>
                </a:lnTo>
                <a:lnTo>
                  <a:pt x="2945" y="3601"/>
                </a:lnTo>
                <a:cubicBezTo>
                  <a:pt x="2945" y="3601"/>
                  <a:pt x="2945" y="16801"/>
                  <a:pt x="2945" y="16801"/>
                </a:cubicBezTo>
                <a:close/>
                <a:moveTo>
                  <a:pt x="8836" y="1200"/>
                </a:moveTo>
                <a:lnTo>
                  <a:pt x="12764" y="1200"/>
                </a:lnTo>
                <a:cubicBezTo>
                  <a:pt x="13305" y="1200"/>
                  <a:pt x="13745" y="1738"/>
                  <a:pt x="13745" y="2400"/>
                </a:cubicBezTo>
                <a:lnTo>
                  <a:pt x="7855" y="2400"/>
                </a:lnTo>
                <a:cubicBezTo>
                  <a:pt x="7855" y="1738"/>
                  <a:pt x="8295" y="1200"/>
                  <a:pt x="8836" y="1200"/>
                </a:cubicBezTo>
                <a:moveTo>
                  <a:pt x="20618" y="2400"/>
                </a:moveTo>
                <a:lnTo>
                  <a:pt x="14727" y="2400"/>
                </a:lnTo>
                <a:cubicBezTo>
                  <a:pt x="14727" y="1075"/>
                  <a:pt x="13848" y="0"/>
                  <a:pt x="12764" y="0"/>
                </a:cubicBezTo>
                <a:lnTo>
                  <a:pt x="8836" y="0"/>
                </a:lnTo>
                <a:cubicBezTo>
                  <a:pt x="7752" y="0"/>
                  <a:pt x="6873" y="1075"/>
                  <a:pt x="6873" y="2400"/>
                </a:cubicBezTo>
                <a:lnTo>
                  <a:pt x="982" y="2400"/>
                </a:lnTo>
                <a:cubicBezTo>
                  <a:pt x="439" y="2400"/>
                  <a:pt x="0" y="2938"/>
                  <a:pt x="0" y="3601"/>
                </a:cubicBezTo>
                <a:lnTo>
                  <a:pt x="0" y="20400"/>
                </a:lnTo>
                <a:cubicBezTo>
                  <a:pt x="0" y="21063"/>
                  <a:pt x="439" y="21600"/>
                  <a:pt x="982" y="21600"/>
                </a:cubicBezTo>
                <a:lnTo>
                  <a:pt x="20618" y="21600"/>
                </a:lnTo>
                <a:cubicBezTo>
                  <a:pt x="21160" y="21600"/>
                  <a:pt x="21600" y="21063"/>
                  <a:pt x="21600" y="20400"/>
                </a:cubicBezTo>
                <a:lnTo>
                  <a:pt x="21600" y="3601"/>
                </a:lnTo>
                <a:cubicBezTo>
                  <a:pt x="21600" y="2938"/>
                  <a:pt x="21160" y="2400"/>
                  <a:pt x="20618" y="2400"/>
                </a:cubicBezTo>
                <a:moveTo>
                  <a:pt x="5400" y="8400"/>
                </a:moveTo>
                <a:lnTo>
                  <a:pt x="6382" y="8400"/>
                </a:lnTo>
                <a:cubicBezTo>
                  <a:pt x="6653" y="8400"/>
                  <a:pt x="6873" y="8132"/>
                  <a:pt x="6873" y="7800"/>
                </a:cubicBezTo>
                <a:cubicBezTo>
                  <a:pt x="6873" y="7469"/>
                  <a:pt x="6653" y="7200"/>
                  <a:pt x="6382" y="7200"/>
                </a:cubicBezTo>
                <a:lnTo>
                  <a:pt x="5400" y="7200"/>
                </a:lnTo>
                <a:cubicBezTo>
                  <a:pt x="5129" y="7200"/>
                  <a:pt x="4909" y="7469"/>
                  <a:pt x="4909" y="7800"/>
                </a:cubicBezTo>
                <a:cubicBezTo>
                  <a:pt x="4909" y="8132"/>
                  <a:pt x="5129" y="8400"/>
                  <a:pt x="5400" y="84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1" name="Shape 2603">
            <a:extLst>
              <a:ext uri="{FF2B5EF4-FFF2-40B4-BE49-F238E27FC236}">
                <a16:creationId xmlns:a16="http://schemas.microsoft.com/office/drawing/2014/main" id="{89498403-8292-052C-B080-9E6B2D92BCBC}"/>
              </a:ext>
            </a:extLst>
          </p:cNvPr>
          <p:cNvSpPr/>
          <p:nvPr/>
        </p:nvSpPr>
        <p:spPr>
          <a:xfrm>
            <a:off x="10541211" y="2591061"/>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16691" y="20520"/>
                </a:moveTo>
                <a:lnTo>
                  <a:pt x="14727" y="20520"/>
                </a:lnTo>
                <a:lnTo>
                  <a:pt x="14727" y="18360"/>
                </a:lnTo>
                <a:cubicBezTo>
                  <a:pt x="14999" y="18360"/>
                  <a:pt x="15218" y="18119"/>
                  <a:pt x="15218" y="17820"/>
                </a:cubicBezTo>
                <a:cubicBezTo>
                  <a:pt x="15218" y="17522"/>
                  <a:pt x="14999" y="17280"/>
                  <a:pt x="14727" y="17280"/>
                </a:cubicBezTo>
                <a:lnTo>
                  <a:pt x="14727" y="7560"/>
                </a:lnTo>
                <a:lnTo>
                  <a:pt x="16691" y="7560"/>
                </a:lnTo>
                <a:cubicBezTo>
                  <a:pt x="16691" y="7560"/>
                  <a:pt x="16691" y="20520"/>
                  <a:pt x="16691" y="20520"/>
                </a:cubicBezTo>
                <a:close/>
                <a:moveTo>
                  <a:pt x="13745" y="17280"/>
                </a:moveTo>
                <a:cubicBezTo>
                  <a:pt x="13474" y="17280"/>
                  <a:pt x="13255" y="17522"/>
                  <a:pt x="13255" y="17820"/>
                </a:cubicBezTo>
                <a:cubicBezTo>
                  <a:pt x="13255" y="18119"/>
                  <a:pt x="13474" y="18360"/>
                  <a:pt x="13745" y="18360"/>
                </a:cubicBezTo>
                <a:lnTo>
                  <a:pt x="13745" y="20520"/>
                </a:lnTo>
                <a:lnTo>
                  <a:pt x="3927" y="20520"/>
                </a:lnTo>
                <a:lnTo>
                  <a:pt x="3927" y="18360"/>
                </a:lnTo>
                <a:cubicBezTo>
                  <a:pt x="4199" y="18360"/>
                  <a:pt x="4418" y="18119"/>
                  <a:pt x="4418" y="17820"/>
                </a:cubicBezTo>
                <a:cubicBezTo>
                  <a:pt x="4418" y="17522"/>
                  <a:pt x="4199" y="17280"/>
                  <a:pt x="3927" y="17280"/>
                </a:cubicBezTo>
                <a:lnTo>
                  <a:pt x="3927" y="7560"/>
                </a:lnTo>
                <a:lnTo>
                  <a:pt x="13745" y="7560"/>
                </a:lnTo>
                <a:cubicBezTo>
                  <a:pt x="13745" y="7560"/>
                  <a:pt x="13745" y="17280"/>
                  <a:pt x="13745" y="17280"/>
                </a:cubicBezTo>
                <a:close/>
                <a:moveTo>
                  <a:pt x="2945" y="17280"/>
                </a:moveTo>
                <a:cubicBezTo>
                  <a:pt x="2674" y="17280"/>
                  <a:pt x="2455" y="17522"/>
                  <a:pt x="2455" y="17820"/>
                </a:cubicBezTo>
                <a:cubicBezTo>
                  <a:pt x="2455" y="18119"/>
                  <a:pt x="2674" y="18360"/>
                  <a:pt x="2945" y="18360"/>
                </a:cubicBezTo>
                <a:lnTo>
                  <a:pt x="2945" y="20520"/>
                </a:lnTo>
                <a:lnTo>
                  <a:pt x="982" y="20520"/>
                </a:lnTo>
                <a:lnTo>
                  <a:pt x="982" y="7560"/>
                </a:lnTo>
                <a:lnTo>
                  <a:pt x="2945" y="7560"/>
                </a:lnTo>
                <a:cubicBezTo>
                  <a:pt x="2945" y="7560"/>
                  <a:pt x="2945" y="17280"/>
                  <a:pt x="2945" y="17280"/>
                </a:cubicBezTo>
                <a:close/>
                <a:moveTo>
                  <a:pt x="7855" y="5400"/>
                </a:moveTo>
                <a:lnTo>
                  <a:pt x="9818" y="5400"/>
                </a:lnTo>
                <a:cubicBezTo>
                  <a:pt x="10360" y="5400"/>
                  <a:pt x="10800" y="5884"/>
                  <a:pt x="10800" y="6481"/>
                </a:cubicBezTo>
                <a:lnTo>
                  <a:pt x="6873" y="6481"/>
                </a:lnTo>
                <a:cubicBezTo>
                  <a:pt x="6873" y="5884"/>
                  <a:pt x="7313" y="5400"/>
                  <a:pt x="7855" y="5400"/>
                </a:cubicBezTo>
                <a:moveTo>
                  <a:pt x="16691" y="6481"/>
                </a:moveTo>
                <a:lnTo>
                  <a:pt x="11782" y="6481"/>
                </a:lnTo>
                <a:cubicBezTo>
                  <a:pt x="11782" y="5287"/>
                  <a:pt x="10903" y="4321"/>
                  <a:pt x="9818" y="4321"/>
                </a:cubicBezTo>
                <a:lnTo>
                  <a:pt x="7855" y="4321"/>
                </a:lnTo>
                <a:cubicBezTo>
                  <a:pt x="6770" y="4321"/>
                  <a:pt x="5891" y="5287"/>
                  <a:pt x="5891" y="6481"/>
                </a:cubicBezTo>
                <a:lnTo>
                  <a:pt x="982" y="6481"/>
                </a:lnTo>
                <a:cubicBezTo>
                  <a:pt x="440" y="6481"/>
                  <a:pt x="0" y="6964"/>
                  <a:pt x="0" y="7560"/>
                </a:cubicBezTo>
                <a:lnTo>
                  <a:pt x="0" y="20520"/>
                </a:lnTo>
                <a:cubicBezTo>
                  <a:pt x="0" y="21116"/>
                  <a:pt x="440" y="21600"/>
                  <a:pt x="982" y="21600"/>
                </a:cubicBezTo>
                <a:lnTo>
                  <a:pt x="16691" y="21600"/>
                </a:lnTo>
                <a:cubicBezTo>
                  <a:pt x="17233" y="21600"/>
                  <a:pt x="17673" y="21116"/>
                  <a:pt x="17673" y="20520"/>
                </a:cubicBezTo>
                <a:lnTo>
                  <a:pt x="17673" y="7560"/>
                </a:lnTo>
                <a:cubicBezTo>
                  <a:pt x="17673" y="6964"/>
                  <a:pt x="17233" y="6481"/>
                  <a:pt x="16691" y="6481"/>
                </a:cubicBezTo>
                <a:moveTo>
                  <a:pt x="10800" y="2161"/>
                </a:moveTo>
                <a:cubicBezTo>
                  <a:pt x="10800" y="1564"/>
                  <a:pt x="11240" y="1080"/>
                  <a:pt x="11782" y="1080"/>
                </a:cubicBezTo>
                <a:lnTo>
                  <a:pt x="13745" y="1080"/>
                </a:lnTo>
                <a:cubicBezTo>
                  <a:pt x="14287" y="1080"/>
                  <a:pt x="14727" y="1564"/>
                  <a:pt x="14727" y="2161"/>
                </a:cubicBezTo>
                <a:cubicBezTo>
                  <a:pt x="14727" y="2161"/>
                  <a:pt x="10800" y="2161"/>
                  <a:pt x="10800" y="2161"/>
                </a:cubicBezTo>
                <a:close/>
                <a:moveTo>
                  <a:pt x="20618" y="2161"/>
                </a:moveTo>
                <a:lnTo>
                  <a:pt x="15709" y="2161"/>
                </a:lnTo>
                <a:cubicBezTo>
                  <a:pt x="15709" y="967"/>
                  <a:pt x="14830" y="0"/>
                  <a:pt x="13745" y="0"/>
                </a:cubicBezTo>
                <a:lnTo>
                  <a:pt x="11782" y="0"/>
                </a:lnTo>
                <a:cubicBezTo>
                  <a:pt x="10697" y="0"/>
                  <a:pt x="9818" y="967"/>
                  <a:pt x="9818" y="2161"/>
                </a:cubicBezTo>
                <a:lnTo>
                  <a:pt x="4909" y="2161"/>
                </a:lnTo>
                <a:cubicBezTo>
                  <a:pt x="4367" y="2161"/>
                  <a:pt x="3927" y="2644"/>
                  <a:pt x="3927" y="3240"/>
                </a:cubicBezTo>
                <a:lnTo>
                  <a:pt x="3927" y="4860"/>
                </a:lnTo>
                <a:cubicBezTo>
                  <a:pt x="3927" y="5159"/>
                  <a:pt x="4147" y="5400"/>
                  <a:pt x="4418" y="5400"/>
                </a:cubicBezTo>
                <a:cubicBezTo>
                  <a:pt x="4690" y="5400"/>
                  <a:pt x="4909" y="5159"/>
                  <a:pt x="4909" y="4860"/>
                </a:cubicBezTo>
                <a:lnTo>
                  <a:pt x="4909" y="3240"/>
                </a:lnTo>
                <a:lnTo>
                  <a:pt x="20618" y="3240"/>
                </a:lnTo>
                <a:lnTo>
                  <a:pt x="20618" y="16201"/>
                </a:lnTo>
                <a:lnTo>
                  <a:pt x="19145" y="16201"/>
                </a:lnTo>
                <a:cubicBezTo>
                  <a:pt x="18874" y="16201"/>
                  <a:pt x="18655" y="16442"/>
                  <a:pt x="18655" y="16740"/>
                </a:cubicBezTo>
                <a:cubicBezTo>
                  <a:pt x="18655" y="17039"/>
                  <a:pt x="18874" y="17280"/>
                  <a:pt x="19145" y="17280"/>
                </a:cubicBezTo>
                <a:lnTo>
                  <a:pt x="20618" y="17280"/>
                </a:lnTo>
                <a:cubicBezTo>
                  <a:pt x="21160" y="17280"/>
                  <a:pt x="21600" y="16796"/>
                  <a:pt x="21600" y="16201"/>
                </a:cubicBezTo>
                <a:lnTo>
                  <a:pt x="21600" y="3240"/>
                </a:lnTo>
                <a:cubicBezTo>
                  <a:pt x="21600" y="2644"/>
                  <a:pt x="21160" y="2161"/>
                  <a:pt x="20618" y="2161"/>
                </a:cubicBezTo>
                <a:moveTo>
                  <a:pt x="5400" y="11881"/>
                </a:moveTo>
                <a:lnTo>
                  <a:pt x="6382" y="11881"/>
                </a:lnTo>
                <a:cubicBezTo>
                  <a:pt x="6653" y="11881"/>
                  <a:pt x="6873" y="11639"/>
                  <a:pt x="6873" y="11341"/>
                </a:cubicBezTo>
                <a:cubicBezTo>
                  <a:pt x="6873" y="11042"/>
                  <a:pt x="6653" y="10800"/>
                  <a:pt x="6382" y="10800"/>
                </a:cubicBezTo>
                <a:lnTo>
                  <a:pt x="5400" y="10800"/>
                </a:lnTo>
                <a:cubicBezTo>
                  <a:pt x="5129" y="10800"/>
                  <a:pt x="4909" y="11042"/>
                  <a:pt x="4909" y="11341"/>
                </a:cubicBezTo>
                <a:cubicBezTo>
                  <a:pt x="4909" y="11639"/>
                  <a:pt x="5129" y="11881"/>
                  <a:pt x="5400" y="11881"/>
                </a:cubicBezTo>
                <a:moveTo>
                  <a:pt x="5400" y="9720"/>
                </a:moveTo>
                <a:lnTo>
                  <a:pt x="8345" y="9720"/>
                </a:lnTo>
                <a:cubicBezTo>
                  <a:pt x="8617" y="9720"/>
                  <a:pt x="8836" y="9479"/>
                  <a:pt x="8836" y="9181"/>
                </a:cubicBezTo>
                <a:cubicBezTo>
                  <a:pt x="8836" y="8882"/>
                  <a:pt x="8617" y="8640"/>
                  <a:pt x="8345" y="8640"/>
                </a:cubicBezTo>
                <a:lnTo>
                  <a:pt x="5400" y="8640"/>
                </a:lnTo>
                <a:cubicBezTo>
                  <a:pt x="5129" y="8640"/>
                  <a:pt x="4909" y="8882"/>
                  <a:pt x="4909" y="9181"/>
                </a:cubicBezTo>
                <a:cubicBezTo>
                  <a:pt x="4909" y="9479"/>
                  <a:pt x="5129" y="9720"/>
                  <a:pt x="5400" y="972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2" name="Shape 2604">
            <a:extLst>
              <a:ext uri="{FF2B5EF4-FFF2-40B4-BE49-F238E27FC236}">
                <a16:creationId xmlns:a16="http://schemas.microsoft.com/office/drawing/2014/main" id="{E0E04E5D-7A0B-C74F-2A7F-D72C6EB7395C}"/>
              </a:ext>
            </a:extLst>
          </p:cNvPr>
          <p:cNvSpPr/>
          <p:nvPr/>
        </p:nvSpPr>
        <p:spPr>
          <a:xfrm>
            <a:off x="11074472" y="2603758"/>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20618" y="9600"/>
                </a:moveTo>
                <a:lnTo>
                  <a:pt x="17673" y="9600"/>
                </a:lnTo>
                <a:lnTo>
                  <a:pt x="17673" y="8400"/>
                </a:lnTo>
                <a:cubicBezTo>
                  <a:pt x="17673" y="7738"/>
                  <a:pt x="17233" y="7200"/>
                  <a:pt x="16691" y="7200"/>
                </a:cubicBezTo>
                <a:lnTo>
                  <a:pt x="14727" y="7200"/>
                </a:lnTo>
                <a:cubicBezTo>
                  <a:pt x="14186" y="7200"/>
                  <a:pt x="13745" y="7738"/>
                  <a:pt x="13745" y="8400"/>
                </a:cubicBezTo>
                <a:lnTo>
                  <a:pt x="13745" y="9600"/>
                </a:lnTo>
                <a:lnTo>
                  <a:pt x="7855" y="9600"/>
                </a:lnTo>
                <a:lnTo>
                  <a:pt x="7855" y="8400"/>
                </a:lnTo>
                <a:cubicBezTo>
                  <a:pt x="7855" y="7738"/>
                  <a:pt x="7414" y="7200"/>
                  <a:pt x="6873" y="7200"/>
                </a:cubicBezTo>
                <a:lnTo>
                  <a:pt x="4909" y="7200"/>
                </a:lnTo>
                <a:cubicBezTo>
                  <a:pt x="4367" y="7200"/>
                  <a:pt x="3927" y="7738"/>
                  <a:pt x="3927" y="8400"/>
                </a:cubicBezTo>
                <a:lnTo>
                  <a:pt x="3927" y="9600"/>
                </a:lnTo>
                <a:lnTo>
                  <a:pt x="982" y="9600"/>
                </a:lnTo>
                <a:lnTo>
                  <a:pt x="982" y="3601"/>
                </a:lnTo>
                <a:lnTo>
                  <a:pt x="20618" y="3601"/>
                </a:lnTo>
                <a:cubicBezTo>
                  <a:pt x="20618" y="3601"/>
                  <a:pt x="20618" y="9600"/>
                  <a:pt x="20618" y="9600"/>
                </a:cubicBezTo>
                <a:close/>
                <a:moveTo>
                  <a:pt x="14727" y="8400"/>
                </a:moveTo>
                <a:lnTo>
                  <a:pt x="16691" y="8400"/>
                </a:lnTo>
                <a:lnTo>
                  <a:pt x="16691" y="12001"/>
                </a:lnTo>
                <a:lnTo>
                  <a:pt x="14727" y="12001"/>
                </a:lnTo>
                <a:cubicBezTo>
                  <a:pt x="14727" y="12001"/>
                  <a:pt x="14727" y="8400"/>
                  <a:pt x="14727" y="8400"/>
                </a:cubicBezTo>
                <a:close/>
                <a:moveTo>
                  <a:pt x="4909" y="8400"/>
                </a:moveTo>
                <a:lnTo>
                  <a:pt x="6873" y="8400"/>
                </a:lnTo>
                <a:lnTo>
                  <a:pt x="6873" y="12001"/>
                </a:lnTo>
                <a:lnTo>
                  <a:pt x="4909" y="12001"/>
                </a:lnTo>
                <a:cubicBezTo>
                  <a:pt x="4909" y="12001"/>
                  <a:pt x="4909" y="8400"/>
                  <a:pt x="4909" y="8400"/>
                </a:cubicBezTo>
                <a:close/>
                <a:moveTo>
                  <a:pt x="19636" y="20400"/>
                </a:moveTo>
                <a:lnTo>
                  <a:pt x="1964" y="20400"/>
                </a:lnTo>
                <a:lnTo>
                  <a:pt x="1964" y="10800"/>
                </a:lnTo>
                <a:lnTo>
                  <a:pt x="3927" y="10800"/>
                </a:lnTo>
                <a:lnTo>
                  <a:pt x="3927" y="12001"/>
                </a:lnTo>
                <a:cubicBezTo>
                  <a:pt x="3927" y="12662"/>
                  <a:pt x="4367" y="13200"/>
                  <a:pt x="4909" y="13200"/>
                </a:cubicBezTo>
                <a:lnTo>
                  <a:pt x="6873" y="13200"/>
                </a:lnTo>
                <a:cubicBezTo>
                  <a:pt x="7414" y="13200"/>
                  <a:pt x="7855" y="12662"/>
                  <a:pt x="7855" y="12001"/>
                </a:cubicBezTo>
                <a:lnTo>
                  <a:pt x="7855" y="10800"/>
                </a:lnTo>
                <a:lnTo>
                  <a:pt x="13745" y="10800"/>
                </a:lnTo>
                <a:lnTo>
                  <a:pt x="13745" y="12001"/>
                </a:lnTo>
                <a:cubicBezTo>
                  <a:pt x="13745" y="12662"/>
                  <a:pt x="14186" y="13200"/>
                  <a:pt x="14727" y="13200"/>
                </a:cubicBezTo>
                <a:lnTo>
                  <a:pt x="16691" y="13200"/>
                </a:lnTo>
                <a:cubicBezTo>
                  <a:pt x="17233" y="13200"/>
                  <a:pt x="17673" y="12662"/>
                  <a:pt x="17673" y="12001"/>
                </a:cubicBezTo>
                <a:lnTo>
                  <a:pt x="17673" y="10800"/>
                </a:lnTo>
                <a:lnTo>
                  <a:pt x="19636" y="10800"/>
                </a:lnTo>
                <a:cubicBezTo>
                  <a:pt x="19636" y="10800"/>
                  <a:pt x="19636" y="20400"/>
                  <a:pt x="19636" y="20400"/>
                </a:cubicBezTo>
                <a:close/>
                <a:moveTo>
                  <a:pt x="8836" y="1200"/>
                </a:moveTo>
                <a:lnTo>
                  <a:pt x="12764" y="1200"/>
                </a:lnTo>
                <a:cubicBezTo>
                  <a:pt x="13305" y="1200"/>
                  <a:pt x="13745" y="1738"/>
                  <a:pt x="13745" y="2400"/>
                </a:cubicBezTo>
                <a:lnTo>
                  <a:pt x="7855" y="2400"/>
                </a:lnTo>
                <a:cubicBezTo>
                  <a:pt x="7855" y="1738"/>
                  <a:pt x="8295" y="1200"/>
                  <a:pt x="8836" y="1200"/>
                </a:cubicBezTo>
                <a:moveTo>
                  <a:pt x="20618" y="2400"/>
                </a:moveTo>
                <a:lnTo>
                  <a:pt x="14727" y="2400"/>
                </a:lnTo>
                <a:cubicBezTo>
                  <a:pt x="14727" y="1075"/>
                  <a:pt x="13848" y="0"/>
                  <a:pt x="12764" y="0"/>
                </a:cubicBezTo>
                <a:lnTo>
                  <a:pt x="8836" y="0"/>
                </a:lnTo>
                <a:cubicBezTo>
                  <a:pt x="7752" y="0"/>
                  <a:pt x="6873" y="1075"/>
                  <a:pt x="6873" y="2400"/>
                </a:cubicBezTo>
                <a:lnTo>
                  <a:pt x="982" y="2400"/>
                </a:lnTo>
                <a:cubicBezTo>
                  <a:pt x="440" y="2400"/>
                  <a:pt x="0" y="2938"/>
                  <a:pt x="0" y="3601"/>
                </a:cubicBezTo>
                <a:lnTo>
                  <a:pt x="0" y="9600"/>
                </a:lnTo>
                <a:cubicBezTo>
                  <a:pt x="0" y="10262"/>
                  <a:pt x="440" y="10800"/>
                  <a:pt x="982" y="10800"/>
                </a:cubicBezTo>
                <a:lnTo>
                  <a:pt x="982" y="20400"/>
                </a:lnTo>
                <a:cubicBezTo>
                  <a:pt x="982" y="21062"/>
                  <a:pt x="1422" y="21600"/>
                  <a:pt x="1964" y="21600"/>
                </a:cubicBezTo>
                <a:lnTo>
                  <a:pt x="19636" y="21600"/>
                </a:lnTo>
                <a:cubicBezTo>
                  <a:pt x="20178" y="21600"/>
                  <a:pt x="20618" y="21062"/>
                  <a:pt x="20618" y="20400"/>
                </a:cubicBezTo>
                <a:lnTo>
                  <a:pt x="20618" y="10800"/>
                </a:lnTo>
                <a:cubicBezTo>
                  <a:pt x="21160" y="10800"/>
                  <a:pt x="21600" y="10262"/>
                  <a:pt x="21600" y="9600"/>
                </a:cubicBezTo>
                <a:lnTo>
                  <a:pt x="21600" y="3601"/>
                </a:lnTo>
                <a:cubicBezTo>
                  <a:pt x="21600" y="2938"/>
                  <a:pt x="21160" y="2400"/>
                  <a:pt x="20618" y="24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3" name="Shape 2605">
            <a:extLst>
              <a:ext uri="{FF2B5EF4-FFF2-40B4-BE49-F238E27FC236}">
                <a16:creationId xmlns:a16="http://schemas.microsoft.com/office/drawing/2014/main" id="{5C72DB93-6B18-2F48-CA4E-F9F81DDDC044}"/>
              </a:ext>
            </a:extLst>
          </p:cNvPr>
          <p:cNvSpPr/>
          <p:nvPr/>
        </p:nvSpPr>
        <p:spPr>
          <a:xfrm>
            <a:off x="6275122" y="3111625"/>
            <a:ext cx="279460" cy="279453"/>
          </a:xfrm>
          <a:custGeom>
            <a:avLst/>
            <a:gdLst/>
            <a:ahLst/>
            <a:cxnLst>
              <a:cxn ang="0">
                <a:pos x="wd2" y="hd2"/>
              </a:cxn>
              <a:cxn ang="5400000">
                <a:pos x="wd2" y="hd2"/>
              </a:cxn>
              <a:cxn ang="10800000">
                <a:pos x="wd2" y="hd2"/>
              </a:cxn>
              <a:cxn ang="16200000">
                <a:pos x="wd2" y="hd2"/>
              </a:cxn>
            </a:cxnLst>
            <a:rect l="0" t="0" r="r" b="b"/>
            <a:pathLst>
              <a:path w="21410" h="21410" extrusionOk="0">
                <a:moveTo>
                  <a:pt x="20437" y="20437"/>
                </a:moveTo>
                <a:lnTo>
                  <a:pt x="17519" y="20437"/>
                </a:lnTo>
                <a:lnTo>
                  <a:pt x="17519" y="18978"/>
                </a:lnTo>
                <a:cubicBezTo>
                  <a:pt x="17519" y="18710"/>
                  <a:pt x="17301" y="18492"/>
                  <a:pt x="17033" y="18492"/>
                </a:cubicBezTo>
                <a:lnTo>
                  <a:pt x="15574" y="18492"/>
                </a:lnTo>
                <a:lnTo>
                  <a:pt x="15574" y="17033"/>
                </a:lnTo>
                <a:cubicBezTo>
                  <a:pt x="15574" y="16764"/>
                  <a:pt x="15356" y="16546"/>
                  <a:pt x="15087" y="16546"/>
                </a:cubicBezTo>
                <a:lnTo>
                  <a:pt x="13344" y="16546"/>
                </a:lnTo>
                <a:lnTo>
                  <a:pt x="10309" y="13497"/>
                </a:lnTo>
                <a:cubicBezTo>
                  <a:pt x="10221" y="13409"/>
                  <a:pt x="10100" y="13354"/>
                  <a:pt x="9965" y="13354"/>
                </a:cubicBezTo>
                <a:cubicBezTo>
                  <a:pt x="9819" y="13354"/>
                  <a:pt x="9693" y="13422"/>
                  <a:pt x="9604" y="13524"/>
                </a:cubicBezTo>
                <a:lnTo>
                  <a:pt x="8815" y="14312"/>
                </a:lnTo>
                <a:cubicBezTo>
                  <a:pt x="8435" y="14692"/>
                  <a:pt x="7820" y="14692"/>
                  <a:pt x="7441" y="14312"/>
                </a:cubicBezTo>
                <a:lnTo>
                  <a:pt x="1256" y="8128"/>
                </a:lnTo>
                <a:cubicBezTo>
                  <a:pt x="877" y="7748"/>
                  <a:pt x="877" y="7133"/>
                  <a:pt x="1256" y="6753"/>
                </a:cubicBezTo>
                <a:lnTo>
                  <a:pt x="6754" y="1255"/>
                </a:lnTo>
                <a:cubicBezTo>
                  <a:pt x="7133" y="876"/>
                  <a:pt x="7749" y="876"/>
                  <a:pt x="8128" y="1255"/>
                </a:cubicBezTo>
                <a:lnTo>
                  <a:pt x="14312" y="7440"/>
                </a:lnTo>
                <a:cubicBezTo>
                  <a:pt x="14691" y="7820"/>
                  <a:pt x="14691" y="8435"/>
                  <a:pt x="14312" y="8815"/>
                </a:cubicBezTo>
                <a:lnTo>
                  <a:pt x="13539" y="9588"/>
                </a:lnTo>
                <a:cubicBezTo>
                  <a:pt x="13437" y="9677"/>
                  <a:pt x="13370" y="9804"/>
                  <a:pt x="13370" y="9950"/>
                </a:cubicBezTo>
                <a:cubicBezTo>
                  <a:pt x="13370" y="10084"/>
                  <a:pt x="13424" y="10206"/>
                  <a:pt x="13513" y="10294"/>
                </a:cubicBezTo>
                <a:lnTo>
                  <a:pt x="20437" y="17234"/>
                </a:lnTo>
                <a:cubicBezTo>
                  <a:pt x="20437" y="17234"/>
                  <a:pt x="20437" y="20437"/>
                  <a:pt x="20437" y="20437"/>
                </a:cubicBezTo>
                <a:close/>
                <a:moveTo>
                  <a:pt x="21268" y="16689"/>
                </a:moveTo>
                <a:lnTo>
                  <a:pt x="14547" y="9954"/>
                </a:lnTo>
                <a:lnTo>
                  <a:pt x="14999" y="9502"/>
                </a:lnTo>
                <a:cubicBezTo>
                  <a:pt x="15758" y="8743"/>
                  <a:pt x="15758" y="7512"/>
                  <a:pt x="14999" y="6753"/>
                </a:cubicBezTo>
                <a:lnTo>
                  <a:pt x="8815" y="569"/>
                </a:lnTo>
                <a:cubicBezTo>
                  <a:pt x="8056" y="-190"/>
                  <a:pt x="6825" y="-190"/>
                  <a:pt x="6066" y="569"/>
                </a:cubicBezTo>
                <a:lnTo>
                  <a:pt x="569" y="6066"/>
                </a:lnTo>
                <a:cubicBezTo>
                  <a:pt x="-190" y="6825"/>
                  <a:pt x="-190" y="8056"/>
                  <a:pt x="569" y="8815"/>
                </a:cubicBezTo>
                <a:lnTo>
                  <a:pt x="6754" y="14999"/>
                </a:lnTo>
                <a:cubicBezTo>
                  <a:pt x="7513" y="15758"/>
                  <a:pt x="8743" y="15758"/>
                  <a:pt x="9502" y="14999"/>
                </a:cubicBezTo>
                <a:lnTo>
                  <a:pt x="9968" y="14533"/>
                </a:lnTo>
                <a:lnTo>
                  <a:pt x="12798" y="17376"/>
                </a:lnTo>
                <a:cubicBezTo>
                  <a:pt x="12886" y="17465"/>
                  <a:pt x="13008" y="17519"/>
                  <a:pt x="13142" y="17519"/>
                </a:cubicBezTo>
                <a:lnTo>
                  <a:pt x="14601" y="17519"/>
                </a:lnTo>
                <a:lnTo>
                  <a:pt x="14601" y="18978"/>
                </a:lnTo>
                <a:cubicBezTo>
                  <a:pt x="14601" y="19247"/>
                  <a:pt x="14819" y="19464"/>
                  <a:pt x="15087" y="19464"/>
                </a:cubicBezTo>
                <a:lnTo>
                  <a:pt x="16546" y="19464"/>
                </a:lnTo>
                <a:lnTo>
                  <a:pt x="16546" y="20924"/>
                </a:lnTo>
                <a:cubicBezTo>
                  <a:pt x="16546" y="21193"/>
                  <a:pt x="16764" y="21410"/>
                  <a:pt x="17033" y="21410"/>
                </a:cubicBezTo>
                <a:lnTo>
                  <a:pt x="20924" y="21410"/>
                </a:lnTo>
                <a:cubicBezTo>
                  <a:pt x="21192" y="21410"/>
                  <a:pt x="21410" y="21193"/>
                  <a:pt x="21410" y="20924"/>
                </a:cubicBezTo>
                <a:lnTo>
                  <a:pt x="21410" y="17033"/>
                </a:lnTo>
                <a:cubicBezTo>
                  <a:pt x="21410" y="16899"/>
                  <a:pt x="21356" y="16777"/>
                  <a:pt x="21268" y="16689"/>
                </a:cubicBezTo>
                <a:moveTo>
                  <a:pt x="6819" y="7791"/>
                </a:moveTo>
                <a:cubicBezTo>
                  <a:pt x="6282" y="7791"/>
                  <a:pt x="5846" y="7356"/>
                  <a:pt x="5846" y="6819"/>
                </a:cubicBezTo>
                <a:cubicBezTo>
                  <a:pt x="5846" y="6282"/>
                  <a:pt x="6282" y="5846"/>
                  <a:pt x="6819" y="5846"/>
                </a:cubicBezTo>
                <a:cubicBezTo>
                  <a:pt x="7356" y="5846"/>
                  <a:pt x="7792" y="6282"/>
                  <a:pt x="7792" y="6819"/>
                </a:cubicBezTo>
                <a:cubicBezTo>
                  <a:pt x="7792" y="7356"/>
                  <a:pt x="7356" y="7791"/>
                  <a:pt x="6819" y="7791"/>
                </a:cubicBezTo>
                <a:moveTo>
                  <a:pt x="6819" y="4873"/>
                </a:moveTo>
                <a:cubicBezTo>
                  <a:pt x="5745" y="4873"/>
                  <a:pt x="4874" y="5744"/>
                  <a:pt x="4874" y="6819"/>
                </a:cubicBezTo>
                <a:cubicBezTo>
                  <a:pt x="4874" y="7893"/>
                  <a:pt x="5745" y="8765"/>
                  <a:pt x="6819" y="8765"/>
                </a:cubicBezTo>
                <a:cubicBezTo>
                  <a:pt x="7893" y="8765"/>
                  <a:pt x="8765" y="7893"/>
                  <a:pt x="8765" y="6819"/>
                </a:cubicBezTo>
                <a:cubicBezTo>
                  <a:pt x="8765" y="5744"/>
                  <a:pt x="7893" y="4873"/>
                  <a:pt x="6819" y="48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4" name="Shape 2606">
            <a:extLst>
              <a:ext uri="{FF2B5EF4-FFF2-40B4-BE49-F238E27FC236}">
                <a16:creationId xmlns:a16="http://schemas.microsoft.com/office/drawing/2014/main" id="{D5A9A8BD-7548-5548-44C9-0AF8D78085E5}"/>
              </a:ext>
            </a:extLst>
          </p:cNvPr>
          <p:cNvSpPr/>
          <p:nvPr/>
        </p:nvSpPr>
        <p:spPr>
          <a:xfrm>
            <a:off x="6808384" y="311162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10309"/>
                </a:moveTo>
                <a:cubicBezTo>
                  <a:pt x="10800" y="10581"/>
                  <a:pt x="10580" y="10800"/>
                  <a:pt x="10309" y="10800"/>
                </a:cubicBezTo>
                <a:cubicBezTo>
                  <a:pt x="10038" y="10800"/>
                  <a:pt x="9818" y="10581"/>
                  <a:pt x="9818" y="10309"/>
                </a:cubicBezTo>
                <a:cubicBezTo>
                  <a:pt x="9818" y="10038"/>
                  <a:pt x="10038" y="9818"/>
                  <a:pt x="10309" y="9818"/>
                </a:cubicBezTo>
                <a:cubicBezTo>
                  <a:pt x="10580" y="9818"/>
                  <a:pt x="10800" y="10038"/>
                  <a:pt x="10800" y="10309"/>
                </a:cubicBezTo>
                <a:moveTo>
                  <a:pt x="20618" y="20618"/>
                </a:moveTo>
                <a:lnTo>
                  <a:pt x="18655" y="20618"/>
                </a:lnTo>
                <a:lnTo>
                  <a:pt x="18655" y="19145"/>
                </a:lnTo>
                <a:cubicBezTo>
                  <a:pt x="18655" y="18875"/>
                  <a:pt x="18434" y="18655"/>
                  <a:pt x="18164" y="18655"/>
                </a:cubicBezTo>
                <a:lnTo>
                  <a:pt x="16691" y="18655"/>
                </a:lnTo>
                <a:lnTo>
                  <a:pt x="16691" y="17182"/>
                </a:lnTo>
                <a:cubicBezTo>
                  <a:pt x="16691" y="16911"/>
                  <a:pt x="16471" y="16691"/>
                  <a:pt x="16200" y="16691"/>
                </a:cubicBezTo>
                <a:lnTo>
                  <a:pt x="14441" y="16691"/>
                </a:lnTo>
                <a:lnTo>
                  <a:pt x="12850" y="15086"/>
                </a:lnTo>
                <a:cubicBezTo>
                  <a:pt x="12761" y="14997"/>
                  <a:pt x="12639" y="14943"/>
                  <a:pt x="12503" y="14943"/>
                </a:cubicBezTo>
                <a:cubicBezTo>
                  <a:pt x="12356" y="14943"/>
                  <a:pt x="12228" y="15010"/>
                  <a:pt x="12138" y="15113"/>
                </a:cubicBezTo>
                <a:lnTo>
                  <a:pt x="11833" y="15418"/>
                </a:lnTo>
                <a:cubicBezTo>
                  <a:pt x="11450" y="15801"/>
                  <a:pt x="10829" y="15801"/>
                  <a:pt x="10445" y="15418"/>
                </a:cubicBezTo>
                <a:lnTo>
                  <a:pt x="6167" y="11139"/>
                </a:lnTo>
                <a:cubicBezTo>
                  <a:pt x="5784" y="10756"/>
                  <a:pt x="5784" y="10136"/>
                  <a:pt x="6167" y="9752"/>
                </a:cubicBezTo>
                <a:lnTo>
                  <a:pt x="9752" y="6167"/>
                </a:lnTo>
                <a:cubicBezTo>
                  <a:pt x="10135" y="5784"/>
                  <a:pt x="10756" y="5784"/>
                  <a:pt x="11139" y="6167"/>
                </a:cubicBezTo>
                <a:lnTo>
                  <a:pt x="11761" y="6789"/>
                </a:lnTo>
                <a:cubicBezTo>
                  <a:pt x="11699" y="7609"/>
                  <a:pt x="11457" y="8377"/>
                  <a:pt x="11069" y="9054"/>
                </a:cubicBezTo>
                <a:cubicBezTo>
                  <a:pt x="10847" y="8919"/>
                  <a:pt x="10588" y="8837"/>
                  <a:pt x="10309" y="8837"/>
                </a:cubicBezTo>
                <a:cubicBezTo>
                  <a:pt x="9496" y="8837"/>
                  <a:pt x="8836" y="9496"/>
                  <a:pt x="8836" y="10309"/>
                </a:cubicBezTo>
                <a:cubicBezTo>
                  <a:pt x="8836" y="11123"/>
                  <a:pt x="9496" y="11782"/>
                  <a:pt x="10309" y="11782"/>
                </a:cubicBezTo>
                <a:cubicBezTo>
                  <a:pt x="11123" y="11782"/>
                  <a:pt x="11782" y="11123"/>
                  <a:pt x="11782" y="10309"/>
                </a:cubicBezTo>
                <a:cubicBezTo>
                  <a:pt x="11782" y="10156"/>
                  <a:pt x="11752" y="10012"/>
                  <a:pt x="11709" y="9873"/>
                </a:cubicBezTo>
                <a:cubicBezTo>
                  <a:pt x="12146" y="9210"/>
                  <a:pt x="12466" y="8463"/>
                  <a:pt x="12631" y="7659"/>
                </a:cubicBezTo>
                <a:lnTo>
                  <a:pt x="15417" y="10446"/>
                </a:lnTo>
                <a:cubicBezTo>
                  <a:pt x="15800" y="10829"/>
                  <a:pt x="15800" y="11450"/>
                  <a:pt x="15417" y="11833"/>
                </a:cubicBezTo>
                <a:lnTo>
                  <a:pt x="15128" y="12122"/>
                </a:lnTo>
                <a:cubicBezTo>
                  <a:pt x="15025" y="12213"/>
                  <a:pt x="14957" y="12341"/>
                  <a:pt x="14957" y="12487"/>
                </a:cubicBezTo>
                <a:cubicBezTo>
                  <a:pt x="14957" y="12623"/>
                  <a:pt x="15013" y="12746"/>
                  <a:pt x="15101" y="12835"/>
                </a:cubicBezTo>
                <a:lnTo>
                  <a:pt x="20618" y="18367"/>
                </a:lnTo>
                <a:cubicBezTo>
                  <a:pt x="20618" y="18367"/>
                  <a:pt x="20618" y="20618"/>
                  <a:pt x="20618" y="20618"/>
                </a:cubicBezTo>
                <a:close/>
                <a:moveTo>
                  <a:pt x="5343" y="11673"/>
                </a:moveTo>
                <a:cubicBezTo>
                  <a:pt x="2859" y="11190"/>
                  <a:pt x="982" y="9008"/>
                  <a:pt x="982" y="6383"/>
                </a:cubicBezTo>
                <a:cubicBezTo>
                  <a:pt x="982" y="3400"/>
                  <a:pt x="3399" y="982"/>
                  <a:pt x="6382" y="982"/>
                </a:cubicBezTo>
                <a:cubicBezTo>
                  <a:pt x="9011" y="982"/>
                  <a:pt x="11198" y="2862"/>
                  <a:pt x="11681" y="5349"/>
                </a:cubicBezTo>
                <a:cubicBezTo>
                  <a:pt x="10910" y="4719"/>
                  <a:pt x="9777" y="4755"/>
                  <a:pt x="9058" y="5473"/>
                </a:cubicBezTo>
                <a:lnTo>
                  <a:pt x="5474" y="9058"/>
                </a:lnTo>
                <a:cubicBezTo>
                  <a:pt x="4757" y="9775"/>
                  <a:pt x="4719" y="10904"/>
                  <a:pt x="5343" y="11673"/>
                </a:cubicBezTo>
                <a:moveTo>
                  <a:pt x="21456" y="17817"/>
                </a:moveTo>
                <a:lnTo>
                  <a:pt x="16142" y="12488"/>
                </a:lnTo>
                <a:cubicBezTo>
                  <a:pt x="16874" y="11720"/>
                  <a:pt x="16865" y="10507"/>
                  <a:pt x="16111" y="9752"/>
                </a:cubicBezTo>
                <a:lnTo>
                  <a:pt x="12763" y="6404"/>
                </a:lnTo>
                <a:cubicBezTo>
                  <a:pt x="12763" y="6396"/>
                  <a:pt x="12764" y="6389"/>
                  <a:pt x="12764" y="6383"/>
                </a:cubicBezTo>
                <a:cubicBezTo>
                  <a:pt x="12764" y="2857"/>
                  <a:pt x="9907" y="0"/>
                  <a:pt x="6382" y="0"/>
                </a:cubicBezTo>
                <a:cubicBezTo>
                  <a:pt x="2857" y="0"/>
                  <a:pt x="0" y="2857"/>
                  <a:pt x="0" y="6383"/>
                </a:cubicBezTo>
                <a:cubicBezTo>
                  <a:pt x="0" y="9907"/>
                  <a:pt x="2857" y="12764"/>
                  <a:pt x="6382" y="12764"/>
                </a:cubicBezTo>
                <a:cubicBezTo>
                  <a:pt x="6389" y="12764"/>
                  <a:pt x="6396" y="12763"/>
                  <a:pt x="6403" y="12763"/>
                </a:cubicBezTo>
                <a:lnTo>
                  <a:pt x="9752" y="16111"/>
                </a:lnTo>
                <a:cubicBezTo>
                  <a:pt x="10511" y="16870"/>
                  <a:pt x="11735" y="16875"/>
                  <a:pt x="12503" y="16130"/>
                </a:cubicBezTo>
                <a:lnTo>
                  <a:pt x="13889" y="17529"/>
                </a:lnTo>
                <a:cubicBezTo>
                  <a:pt x="13978" y="17618"/>
                  <a:pt x="14101" y="17673"/>
                  <a:pt x="14236" y="17673"/>
                </a:cubicBezTo>
                <a:lnTo>
                  <a:pt x="15709" y="17673"/>
                </a:lnTo>
                <a:lnTo>
                  <a:pt x="15709" y="19145"/>
                </a:lnTo>
                <a:cubicBezTo>
                  <a:pt x="15709" y="19417"/>
                  <a:pt x="15929" y="19636"/>
                  <a:pt x="16200" y="19636"/>
                </a:cubicBezTo>
                <a:lnTo>
                  <a:pt x="17673" y="19636"/>
                </a:lnTo>
                <a:lnTo>
                  <a:pt x="17673" y="21109"/>
                </a:lnTo>
                <a:cubicBezTo>
                  <a:pt x="17673" y="21381"/>
                  <a:pt x="17893" y="21600"/>
                  <a:pt x="18164" y="21600"/>
                </a:cubicBezTo>
                <a:lnTo>
                  <a:pt x="21109" y="21600"/>
                </a:lnTo>
                <a:cubicBezTo>
                  <a:pt x="21380" y="21600"/>
                  <a:pt x="21600" y="21381"/>
                  <a:pt x="21600" y="21109"/>
                </a:cubicBezTo>
                <a:lnTo>
                  <a:pt x="21600" y="18164"/>
                </a:lnTo>
                <a:cubicBezTo>
                  <a:pt x="21600" y="18029"/>
                  <a:pt x="21545" y="17906"/>
                  <a:pt x="21456" y="1781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5" name="Shape 2607">
            <a:extLst>
              <a:ext uri="{FF2B5EF4-FFF2-40B4-BE49-F238E27FC236}">
                <a16:creationId xmlns:a16="http://schemas.microsoft.com/office/drawing/2014/main" id="{2064EBEF-135F-7BAC-ABC0-7DD7C76A025A}"/>
              </a:ext>
            </a:extLst>
          </p:cNvPr>
          <p:cNvSpPr/>
          <p:nvPr/>
        </p:nvSpPr>
        <p:spPr>
          <a:xfrm>
            <a:off x="7341645" y="3137018"/>
            <a:ext cx="279328" cy="228532"/>
          </a:xfrm>
          <a:custGeom>
            <a:avLst/>
            <a:gdLst/>
            <a:ahLst/>
            <a:cxnLst>
              <a:cxn ang="0">
                <a:pos x="wd2" y="hd2"/>
              </a:cxn>
              <a:cxn ang="5400000">
                <a:pos x="wd2" y="hd2"/>
              </a:cxn>
              <a:cxn ang="10800000">
                <a:pos x="wd2" y="hd2"/>
              </a:cxn>
              <a:cxn ang="16200000">
                <a:pos x="wd2" y="hd2"/>
              </a:cxn>
            </a:cxnLst>
            <a:rect l="0" t="0" r="r" b="b"/>
            <a:pathLst>
              <a:path w="21600" h="21600" extrusionOk="0">
                <a:moveTo>
                  <a:pt x="19636" y="20400"/>
                </a:moveTo>
                <a:lnTo>
                  <a:pt x="1964" y="20400"/>
                </a:lnTo>
                <a:cubicBezTo>
                  <a:pt x="1422" y="20400"/>
                  <a:pt x="982" y="19862"/>
                  <a:pt x="982" y="19200"/>
                </a:cubicBezTo>
                <a:cubicBezTo>
                  <a:pt x="982" y="18538"/>
                  <a:pt x="1422" y="18000"/>
                  <a:pt x="1964" y="18000"/>
                </a:cubicBezTo>
                <a:lnTo>
                  <a:pt x="19636" y="18000"/>
                </a:lnTo>
                <a:cubicBezTo>
                  <a:pt x="20178" y="18000"/>
                  <a:pt x="20618" y="18538"/>
                  <a:pt x="20618" y="19200"/>
                </a:cubicBezTo>
                <a:cubicBezTo>
                  <a:pt x="20618" y="19862"/>
                  <a:pt x="20178" y="20400"/>
                  <a:pt x="19636" y="20400"/>
                </a:cubicBezTo>
                <a:moveTo>
                  <a:pt x="19636" y="16800"/>
                </a:moveTo>
                <a:lnTo>
                  <a:pt x="1964" y="16800"/>
                </a:lnTo>
                <a:cubicBezTo>
                  <a:pt x="879" y="16800"/>
                  <a:pt x="0" y="17874"/>
                  <a:pt x="0" y="19200"/>
                </a:cubicBezTo>
                <a:cubicBezTo>
                  <a:pt x="0" y="20526"/>
                  <a:pt x="879" y="21600"/>
                  <a:pt x="1964" y="21600"/>
                </a:cubicBezTo>
                <a:lnTo>
                  <a:pt x="19636" y="21600"/>
                </a:lnTo>
                <a:cubicBezTo>
                  <a:pt x="20721" y="21600"/>
                  <a:pt x="21600" y="20526"/>
                  <a:pt x="21600" y="19200"/>
                </a:cubicBezTo>
                <a:cubicBezTo>
                  <a:pt x="21600" y="17874"/>
                  <a:pt x="20721" y="16800"/>
                  <a:pt x="19636" y="16800"/>
                </a:cubicBezTo>
                <a:moveTo>
                  <a:pt x="1964" y="1200"/>
                </a:moveTo>
                <a:lnTo>
                  <a:pt x="19636" y="1200"/>
                </a:lnTo>
                <a:cubicBezTo>
                  <a:pt x="20178" y="1200"/>
                  <a:pt x="20618" y="1737"/>
                  <a:pt x="20618" y="2399"/>
                </a:cubicBezTo>
                <a:cubicBezTo>
                  <a:pt x="20618" y="3063"/>
                  <a:pt x="20178" y="3599"/>
                  <a:pt x="19636" y="3599"/>
                </a:cubicBezTo>
                <a:lnTo>
                  <a:pt x="1964" y="3599"/>
                </a:lnTo>
                <a:cubicBezTo>
                  <a:pt x="1422" y="3599"/>
                  <a:pt x="982" y="3063"/>
                  <a:pt x="982" y="2399"/>
                </a:cubicBezTo>
                <a:cubicBezTo>
                  <a:pt x="982" y="1737"/>
                  <a:pt x="1422" y="1200"/>
                  <a:pt x="1964" y="1200"/>
                </a:cubicBezTo>
                <a:moveTo>
                  <a:pt x="1964" y="4799"/>
                </a:moveTo>
                <a:lnTo>
                  <a:pt x="19636" y="4799"/>
                </a:lnTo>
                <a:cubicBezTo>
                  <a:pt x="20721" y="4799"/>
                  <a:pt x="21600" y="3725"/>
                  <a:pt x="21600" y="2399"/>
                </a:cubicBezTo>
                <a:cubicBezTo>
                  <a:pt x="21600" y="1074"/>
                  <a:pt x="20721" y="0"/>
                  <a:pt x="19636" y="0"/>
                </a:cubicBezTo>
                <a:lnTo>
                  <a:pt x="1964" y="0"/>
                </a:lnTo>
                <a:cubicBezTo>
                  <a:pt x="879" y="0"/>
                  <a:pt x="0" y="1074"/>
                  <a:pt x="0" y="2399"/>
                </a:cubicBezTo>
                <a:cubicBezTo>
                  <a:pt x="0" y="3725"/>
                  <a:pt x="879" y="4799"/>
                  <a:pt x="1964" y="4799"/>
                </a:cubicBezTo>
                <a:moveTo>
                  <a:pt x="19636" y="12000"/>
                </a:moveTo>
                <a:lnTo>
                  <a:pt x="1964" y="12000"/>
                </a:lnTo>
                <a:cubicBezTo>
                  <a:pt x="1422" y="12000"/>
                  <a:pt x="982" y="11463"/>
                  <a:pt x="982" y="10800"/>
                </a:cubicBezTo>
                <a:cubicBezTo>
                  <a:pt x="982" y="10137"/>
                  <a:pt x="1422" y="9600"/>
                  <a:pt x="1964" y="9600"/>
                </a:cubicBezTo>
                <a:lnTo>
                  <a:pt x="19636" y="9600"/>
                </a:lnTo>
                <a:cubicBezTo>
                  <a:pt x="20178" y="9600"/>
                  <a:pt x="20618" y="10137"/>
                  <a:pt x="20618" y="10800"/>
                </a:cubicBezTo>
                <a:cubicBezTo>
                  <a:pt x="20618" y="11463"/>
                  <a:pt x="20178" y="12000"/>
                  <a:pt x="19636" y="12000"/>
                </a:cubicBezTo>
                <a:moveTo>
                  <a:pt x="19636" y="8400"/>
                </a:moveTo>
                <a:lnTo>
                  <a:pt x="1964" y="8400"/>
                </a:lnTo>
                <a:cubicBezTo>
                  <a:pt x="879" y="8400"/>
                  <a:pt x="0" y="9474"/>
                  <a:pt x="0" y="10800"/>
                </a:cubicBezTo>
                <a:cubicBezTo>
                  <a:pt x="0" y="12125"/>
                  <a:pt x="879" y="13200"/>
                  <a:pt x="1964" y="13200"/>
                </a:cubicBezTo>
                <a:lnTo>
                  <a:pt x="19636" y="13200"/>
                </a:lnTo>
                <a:cubicBezTo>
                  <a:pt x="20721" y="13200"/>
                  <a:pt x="21600" y="12125"/>
                  <a:pt x="21600" y="10800"/>
                </a:cubicBezTo>
                <a:cubicBezTo>
                  <a:pt x="21600" y="9474"/>
                  <a:pt x="20721" y="8400"/>
                  <a:pt x="19636" y="84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6" name="Shape 2608">
            <a:extLst>
              <a:ext uri="{FF2B5EF4-FFF2-40B4-BE49-F238E27FC236}">
                <a16:creationId xmlns:a16="http://schemas.microsoft.com/office/drawing/2014/main" id="{10B6E22B-0A66-17F1-DEAD-9911AA080E22}"/>
              </a:ext>
            </a:extLst>
          </p:cNvPr>
          <p:cNvSpPr/>
          <p:nvPr/>
        </p:nvSpPr>
        <p:spPr>
          <a:xfrm>
            <a:off x="7874906" y="3137019"/>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1964" y="3600"/>
                </a:moveTo>
                <a:cubicBezTo>
                  <a:pt x="1422" y="3600"/>
                  <a:pt x="982" y="3063"/>
                  <a:pt x="982" y="2400"/>
                </a:cubicBezTo>
                <a:cubicBezTo>
                  <a:pt x="982" y="1738"/>
                  <a:pt x="1422" y="1200"/>
                  <a:pt x="1964" y="1200"/>
                </a:cubicBezTo>
                <a:cubicBezTo>
                  <a:pt x="2506" y="1200"/>
                  <a:pt x="2945" y="1738"/>
                  <a:pt x="2945" y="2400"/>
                </a:cubicBezTo>
                <a:cubicBezTo>
                  <a:pt x="2945" y="3063"/>
                  <a:pt x="2506" y="3600"/>
                  <a:pt x="1964" y="3600"/>
                </a:cubicBezTo>
                <a:moveTo>
                  <a:pt x="1964" y="0"/>
                </a:moveTo>
                <a:cubicBezTo>
                  <a:pt x="879" y="0"/>
                  <a:pt x="0" y="1075"/>
                  <a:pt x="0" y="2400"/>
                </a:cubicBezTo>
                <a:cubicBezTo>
                  <a:pt x="0" y="3726"/>
                  <a:pt x="879" y="4800"/>
                  <a:pt x="1964" y="4800"/>
                </a:cubicBezTo>
                <a:cubicBezTo>
                  <a:pt x="3048" y="4800"/>
                  <a:pt x="3927" y="3726"/>
                  <a:pt x="3927" y="2400"/>
                </a:cubicBezTo>
                <a:cubicBezTo>
                  <a:pt x="3927" y="1075"/>
                  <a:pt x="3048" y="0"/>
                  <a:pt x="1964" y="0"/>
                </a:cubicBezTo>
                <a:moveTo>
                  <a:pt x="1964" y="12000"/>
                </a:moveTo>
                <a:cubicBezTo>
                  <a:pt x="1422" y="12000"/>
                  <a:pt x="982" y="11463"/>
                  <a:pt x="982" y="10800"/>
                </a:cubicBezTo>
                <a:cubicBezTo>
                  <a:pt x="982" y="10138"/>
                  <a:pt x="1422" y="9600"/>
                  <a:pt x="1964" y="9600"/>
                </a:cubicBezTo>
                <a:cubicBezTo>
                  <a:pt x="2506" y="9600"/>
                  <a:pt x="2945" y="10138"/>
                  <a:pt x="2945" y="10800"/>
                </a:cubicBezTo>
                <a:cubicBezTo>
                  <a:pt x="2945" y="11463"/>
                  <a:pt x="2506" y="12000"/>
                  <a:pt x="1964" y="12000"/>
                </a:cubicBezTo>
                <a:moveTo>
                  <a:pt x="1964" y="8401"/>
                </a:moveTo>
                <a:cubicBezTo>
                  <a:pt x="879" y="8401"/>
                  <a:pt x="0" y="9475"/>
                  <a:pt x="0" y="10800"/>
                </a:cubicBezTo>
                <a:cubicBezTo>
                  <a:pt x="0" y="12126"/>
                  <a:pt x="879" y="13200"/>
                  <a:pt x="1964" y="13200"/>
                </a:cubicBezTo>
                <a:cubicBezTo>
                  <a:pt x="3048" y="13200"/>
                  <a:pt x="3927" y="12126"/>
                  <a:pt x="3927" y="10800"/>
                </a:cubicBezTo>
                <a:cubicBezTo>
                  <a:pt x="3927" y="9475"/>
                  <a:pt x="3048" y="8401"/>
                  <a:pt x="1964" y="8401"/>
                </a:cubicBezTo>
                <a:moveTo>
                  <a:pt x="19636" y="12000"/>
                </a:moveTo>
                <a:lnTo>
                  <a:pt x="7855" y="12000"/>
                </a:lnTo>
                <a:cubicBezTo>
                  <a:pt x="7313" y="12000"/>
                  <a:pt x="6873" y="11463"/>
                  <a:pt x="6873" y="10801"/>
                </a:cubicBezTo>
                <a:cubicBezTo>
                  <a:pt x="6873" y="10138"/>
                  <a:pt x="7313" y="9600"/>
                  <a:pt x="7855" y="9600"/>
                </a:cubicBezTo>
                <a:lnTo>
                  <a:pt x="19636" y="9600"/>
                </a:lnTo>
                <a:cubicBezTo>
                  <a:pt x="20178" y="9600"/>
                  <a:pt x="20618" y="10138"/>
                  <a:pt x="20618" y="10801"/>
                </a:cubicBezTo>
                <a:cubicBezTo>
                  <a:pt x="20618" y="11463"/>
                  <a:pt x="20178" y="12000"/>
                  <a:pt x="19636" y="12000"/>
                </a:cubicBezTo>
                <a:moveTo>
                  <a:pt x="19636" y="8401"/>
                </a:moveTo>
                <a:lnTo>
                  <a:pt x="7855" y="8401"/>
                </a:lnTo>
                <a:cubicBezTo>
                  <a:pt x="6770" y="8401"/>
                  <a:pt x="5891" y="9475"/>
                  <a:pt x="5891" y="10801"/>
                </a:cubicBezTo>
                <a:cubicBezTo>
                  <a:pt x="5891" y="12126"/>
                  <a:pt x="6770" y="13200"/>
                  <a:pt x="7855" y="13200"/>
                </a:cubicBezTo>
                <a:lnTo>
                  <a:pt x="19636" y="13200"/>
                </a:lnTo>
                <a:cubicBezTo>
                  <a:pt x="20721" y="13200"/>
                  <a:pt x="21600" y="12126"/>
                  <a:pt x="21600" y="10801"/>
                </a:cubicBezTo>
                <a:cubicBezTo>
                  <a:pt x="21600" y="9475"/>
                  <a:pt x="20721" y="8401"/>
                  <a:pt x="19636" y="8401"/>
                </a:cubicBezTo>
                <a:moveTo>
                  <a:pt x="19636" y="20400"/>
                </a:moveTo>
                <a:lnTo>
                  <a:pt x="7855" y="20400"/>
                </a:lnTo>
                <a:cubicBezTo>
                  <a:pt x="7313" y="20400"/>
                  <a:pt x="6873" y="19862"/>
                  <a:pt x="6873" y="19200"/>
                </a:cubicBezTo>
                <a:cubicBezTo>
                  <a:pt x="6873" y="18538"/>
                  <a:pt x="7313" y="18000"/>
                  <a:pt x="7855" y="18000"/>
                </a:cubicBezTo>
                <a:lnTo>
                  <a:pt x="19636" y="18000"/>
                </a:lnTo>
                <a:cubicBezTo>
                  <a:pt x="20178" y="18000"/>
                  <a:pt x="20618" y="18538"/>
                  <a:pt x="20618" y="19200"/>
                </a:cubicBezTo>
                <a:cubicBezTo>
                  <a:pt x="20618" y="19862"/>
                  <a:pt x="20178" y="20400"/>
                  <a:pt x="19636" y="20400"/>
                </a:cubicBezTo>
                <a:moveTo>
                  <a:pt x="19636" y="16800"/>
                </a:moveTo>
                <a:lnTo>
                  <a:pt x="7855" y="16800"/>
                </a:lnTo>
                <a:cubicBezTo>
                  <a:pt x="6770" y="16800"/>
                  <a:pt x="5891" y="17875"/>
                  <a:pt x="5891" y="19200"/>
                </a:cubicBezTo>
                <a:cubicBezTo>
                  <a:pt x="5891" y="20526"/>
                  <a:pt x="6770" y="21600"/>
                  <a:pt x="7855" y="21600"/>
                </a:cubicBezTo>
                <a:lnTo>
                  <a:pt x="19636" y="21600"/>
                </a:lnTo>
                <a:cubicBezTo>
                  <a:pt x="20721" y="21600"/>
                  <a:pt x="21600" y="20526"/>
                  <a:pt x="21600" y="19200"/>
                </a:cubicBezTo>
                <a:cubicBezTo>
                  <a:pt x="21600" y="17875"/>
                  <a:pt x="20721" y="16800"/>
                  <a:pt x="19636" y="16800"/>
                </a:cubicBezTo>
                <a:moveTo>
                  <a:pt x="7855" y="1201"/>
                </a:moveTo>
                <a:lnTo>
                  <a:pt x="19636" y="1201"/>
                </a:lnTo>
                <a:cubicBezTo>
                  <a:pt x="20178" y="1201"/>
                  <a:pt x="20618" y="1738"/>
                  <a:pt x="20618" y="2400"/>
                </a:cubicBezTo>
                <a:cubicBezTo>
                  <a:pt x="20618" y="3063"/>
                  <a:pt x="20178" y="3600"/>
                  <a:pt x="19636" y="3600"/>
                </a:cubicBezTo>
                <a:lnTo>
                  <a:pt x="7855" y="3600"/>
                </a:lnTo>
                <a:cubicBezTo>
                  <a:pt x="7313" y="3600"/>
                  <a:pt x="6873" y="3063"/>
                  <a:pt x="6873" y="2400"/>
                </a:cubicBezTo>
                <a:cubicBezTo>
                  <a:pt x="6873" y="1738"/>
                  <a:pt x="7313" y="1201"/>
                  <a:pt x="7855" y="1201"/>
                </a:cubicBezTo>
                <a:moveTo>
                  <a:pt x="7855" y="4800"/>
                </a:moveTo>
                <a:lnTo>
                  <a:pt x="19636" y="4800"/>
                </a:lnTo>
                <a:cubicBezTo>
                  <a:pt x="20721" y="4800"/>
                  <a:pt x="21600" y="3726"/>
                  <a:pt x="21600" y="2400"/>
                </a:cubicBezTo>
                <a:cubicBezTo>
                  <a:pt x="21600" y="1075"/>
                  <a:pt x="20721" y="1"/>
                  <a:pt x="19636" y="1"/>
                </a:cubicBezTo>
                <a:lnTo>
                  <a:pt x="7855" y="1"/>
                </a:lnTo>
                <a:cubicBezTo>
                  <a:pt x="6770" y="1"/>
                  <a:pt x="5891" y="1075"/>
                  <a:pt x="5891" y="2400"/>
                </a:cubicBezTo>
                <a:cubicBezTo>
                  <a:pt x="5891" y="3726"/>
                  <a:pt x="6770" y="4800"/>
                  <a:pt x="7855" y="4800"/>
                </a:cubicBezTo>
                <a:moveTo>
                  <a:pt x="1964" y="20400"/>
                </a:moveTo>
                <a:cubicBezTo>
                  <a:pt x="1422" y="20400"/>
                  <a:pt x="982" y="19862"/>
                  <a:pt x="982" y="19200"/>
                </a:cubicBezTo>
                <a:cubicBezTo>
                  <a:pt x="982" y="18538"/>
                  <a:pt x="1422" y="18000"/>
                  <a:pt x="1964" y="18000"/>
                </a:cubicBezTo>
                <a:cubicBezTo>
                  <a:pt x="2506" y="18000"/>
                  <a:pt x="2945" y="18538"/>
                  <a:pt x="2945" y="19200"/>
                </a:cubicBezTo>
                <a:cubicBezTo>
                  <a:pt x="2945" y="19862"/>
                  <a:pt x="2506" y="20400"/>
                  <a:pt x="1964" y="20400"/>
                </a:cubicBezTo>
                <a:moveTo>
                  <a:pt x="1964" y="16800"/>
                </a:moveTo>
                <a:cubicBezTo>
                  <a:pt x="879" y="16800"/>
                  <a:pt x="0" y="17875"/>
                  <a:pt x="0" y="19200"/>
                </a:cubicBezTo>
                <a:cubicBezTo>
                  <a:pt x="0" y="20526"/>
                  <a:pt x="879" y="21600"/>
                  <a:pt x="1964" y="21600"/>
                </a:cubicBezTo>
                <a:cubicBezTo>
                  <a:pt x="3048" y="21600"/>
                  <a:pt x="3927" y="20526"/>
                  <a:pt x="3927" y="19200"/>
                </a:cubicBezTo>
                <a:cubicBezTo>
                  <a:pt x="3927" y="17875"/>
                  <a:pt x="3048" y="16800"/>
                  <a:pt x="1964" y="168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7" name="Shape 2609">
            <a:extLst>
              <a:ext uri="{FF2B5EF4-FFF2-40B4-BE49-F238E27FC236}">
                <a16:creationId xmlns:a16="http://schemas.microsoft.com/office/drawing/2014/main" id="{2C817B44-BE89-90F2-EF8C-2FD135A046BD}"/>
              </a:ext>
            </a:extLst>
          </p:cNvPr>
          <p:cNvSpPr/>
          <p:nvPr/>
        </p:nvSpPr>
        <p:spPr>
          <a:xfrm>
            <a:off x="8408167" y="3137019"/>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21109" y="13200"/>
                </a:moveTo>
                <a:lnTo>
                  <a:pt x="5400" y="13200"/>
                </a:lnTo>
                <a:cubicBezTo>
                  <a:pt x="5129" y="13200"/>
                  <a:pt x="4909" y="13469"/>
                  <a:pt x="4909" y="13800"/>
                </a:cubicBezTo>
                <a:cubicBezTo>
                  <a:pt x="4909" y="14132"/>
                  <a:pt x="5129" y="14400"/>
                  <a:pt x="5400" y="14400"/>
                </a:cubicBezTo>
                <a:lnTo>
                  <a:pt x="21109" y="14400"/>
                </a:lnTo>
                <a:cubicBezTo>
                  <a:pt x="21380" y="14400"/>
                  <a:pt x="21600" y="14132"/>
                  <a:pt x="21600" y="13800"/>
                </a:cubicBezTo>
                <a:cubicBezTo>
                  <a:pt x="21600" y="13469"/>
                  <a:pt x="21380" y="13200"/>
                  <a:pt x="21109" y="13200"/>
                </a:cubicBezTo>
                <a:moveTo>
                  <a:pt x="21109" y="7200"/>
                </a:moveTo>
                <a:lnTo>
                  <a:pt x="5400" y="7200"/>
                </a:lnTo>
                <a:cubicBezTo>
                  <a:pt x="5129" y="7200"/>
                  <a:pt x="4909" y="7469"/>
                  <a:pt x="4909" y="7800"/>
                </a:cubicBezTo>
                <a:cubicBezTo>
                  <a:pt x="4909" y="8132"/>
                  <a:pt x="5129" y="8401"/>
                  <a:pt x="5400" y="8401"/>
                </a:cubicBezTo>
                <a:lnTo>
                  <a:pt x="21109" y="8401"/>
                </a:lnTo>
                <a:cubicBezTo>
                  <a:pt x="21380" y="8401"/>
                  <a:pt x="21600" y="8132"/>
                  <a:pt x="21600" y="7800"/>
                </a:cubicBezTo>
                <a:cubicBezTo>
                  <a:pt x="21600" y="7469"/>
                  <a:pt x="21380" y="7200"/>
                  <a:pt x="21109" y="7200"/>
                </a:cubicBezTo>
                <a:moveTo>
                  <a:pt x="1473" y="0"/>
                </a:moveTo>
                <a:cubicBezTo>
                  <a:pt x="659" y="0"/>
                  <a:pt x="0" y="807"/>
                  <a:pt x="0" y="1800"/>
                </a:cubicBezTo>
                <a:cubicBezTo>
                  <a:pt x="0" y="2794"/>
                  <a:pt x="659" y="3600"/>
                  <a:pt x="1473" y="3600"/>
                </a:cubicBezTo>
                <a:cubicBezTo>
                  <a:pt x="2286" y="3600"/>
                  <a:pt x="2945" y="2794"/>
                  <a:pt x="2945" y="1800"/>
                </a:cubicBezTo>
                <a:cubicBezTo>
                  <a:pt x="2945" y="807"/>
                  <a:pt x="2286" y="0"/>
                  <a:pt x="1473" y="0"/>
                </a:cubicBezTo>
                <a:moveTo>
                  <a:pt x="21109" y="19200"/>
                </a:moveTo>
                <a:lnTo>
                  <a:pt x="5400" y="19200"/>
                </a:lnTo>
                <a:cubicBezTo>
                  <a:pt x="5129" y="19200"/>
                  <a:pt x="4909" y="19469"/>
                  <a:pt x="4909" y="19800"/>
                </a:cubicBezTo>
                <a:cubicBezTo>
                  <a:pt x="4909" y="20132"/>
                  <a:pt x="5129" y="20400"/>
                  <a:pt x="5400" y="20400"/>
                </a:cubicBezTo>
                <a:lnTo>
                  <a:pt x="21109" y="20400"/>
                </a:lnTo>
                <a:cubicBezTo>
                  <a:pt x="21380" y="20400"/>
                  <a:pt x="21600" y="20132"/>
                  <a:pt x="21600" y="19800"/>
                </a:cubicBezTo>
                <a:cubicBezTo>
                  <a:pt x="21600" y="19469"/>
                  <a:pt x="21380" y="19200"/>
                  <a:pt x="21109" y="19200"/>
                </a:cubicBezTo>
                <a:moveTo>
                  <a:pt x="5400" y="2400"/>
                </a:moveTo>
                <a:lnTo>
                  <a:pt x="21109" y="2400"/>
                </a:lnTo>
                <a:cubicBezTo>
                  <a:pt x="21380" y="2400"/>
                  <a:pt x="21600" y="2132"/>
                  <a:pt x="21600" y="1800"/>
                </a:cubicBezTo>
                <a:cubicBezTo>
                  <a:pt x="21600" y="1469"/>
                  <a:pt x="21380" y="1200"/>
                  <a:pt x="21109" y="1200"/>
                </a:cubicBezTo>
                <a:lnTo>
                  <a:pt x="5400" y="1200"/>
                </a:lnTo>
                <a:cubicBezTo>
                  <a:pt x="5129" y="1200"/>
                  <a:pt x="4909" y="1469"/>
                  <a:pt x="4909" y="1800"/>
                </a:cubicBezTo>
                <a:cubicBezTo>
                  <a:pt x="4909" y="2132"/>
                  <a:pt x="5129" y="2400"/>
                  <a:pt x="5400" y="2400"/>
                </a:cubicBezTo>
                <a:moveTo>
                  <a:pt x="1473" y="18000"/>
                </a:moveTo>
                <a:cubicBezTo>
                  <a:pt x="659" y="18000"/>
                  <a:pt x="0" y="18806"/>
                  <a:pt x="0" y="19800"/>
                </a:cubicBezTo>
                <a:cubicBezTo>
                  <a:pt x="0" y="20794"/>
                  <a:pt x="659" y="21600"/>
                  <a:pt x="1473" y="21600"/>
                </a:cubicBezTo>
                <a:cubicBezTo>
                  <a:pt x="2286" y="21600"/>
                  <a:pt x="2945" y="20794"/>
                  <a:pt x="2945" y="19800"/>
                </a:cubicBezTo>
                <a:cubicBezTo>
                  <a:pt x="2945" y="18806"/>
                  <a:pt x="2286" y="18000"/>
                  <a:pt x="1473" y="18000"/>
                </a:cubicBezTo>
                <a:moveTo>
                  <a:pt x="1473" y="6000"/>
                </a:moveTo>
                <a:cubicBezTo>
                  <a:pt x="659" y="6000"/>
                  <a:pt x="0" y="6807"/>
                  <a:pt x="0" y="7800"/>
                </a:cubicBezTo>
                <a:cubicBezTo>
                  <a:pt x="0" y="8794"/>
                  <a:pt x="659" y="9600"/>
                  <a:pt x="1473" y="9600"/>
                </a:cubicBezTo>
                <a:cubicBezTo>
                  <a:pt x="2286" y="9600"/>
                  <a:pt x="2945" y="8794"/>
                  <a:pt x="2945" y="7800"/>
                </a:cubicBezTo>
                <a:cubicBezTo>
                  <a:pt x="2945" y="6807"/>
                  <a:pt x="2286" y="6000"/>
                  <a:pt x="1473" y="6000"/>
                </a:cubicBezTo>
                <a:moveTo>
                  <a:pt x="1473" y="12000"/>
                </a:moveTo>
                <a:cubicBezTo>
                  <a:pt x="659" y="12000"/>
                  <a:pt x="0" y="12807"/>
                  <a:pt x="0" y="13800"/>
                </a:cubicBezTo>
                <a:cubicBezTo>
                  <a:pt x="0" y="14794"/>
                  <a:pt x="659" y="15600"/>
                  <a:pt x="1473" y="15600"/>
                </a:cubicBezTo>
                <a:cubicBezTo>
                  <a:pt x="2286" y="15600"/>
                  <a:pt x="2945" y="14794"/>
                  <a:pt x="2945" y="13800"/>
                </a:cubicBezTo>
                <a:cubicBezTo>
                  <a:pt x="2945" y="12807"/>
                  <a:pt x="2286" y="12000"/>
                  <a:pt x="1473" y="120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8" name="Shape 2610">
            <a:extLst>
              <a:ext uri="{FF2B5EF4-FFF2-40B4-BE49-F238E27FC236}">
                <a16:creationId xmlns:a16="http://schemas.microsoft.com/office/drawing/2014/main" id="{8B600A9A-7367-C6CA-B7ED-1DDC5F270330}"/>
              </a:ext>
            </a:extLst>
          </p:cNvPr>
          <p:cNvSpPr/>
          <p:nvPr/>
        </p:nvSpPr>
        <p:spPr>
          <a:xfrm>
            <a:off x="8941428" y="3137018"/>
            <a:ext cx="279328" cy="228535"/>
          </a:xfrm>
          <a:custGeom>
            <a:avLst/>
            <a:gdLst/>
            <a:ahLst/>
            <a:cxnLst>
              <a:cxn ang="0">
                <a:pos x="wd2" y="hd2"/>
              </a:cxn>
              <a:cxn ang="5400000">
                <a:pos x="wd2" y="hd2"/>
              </a:cxn>
              <a:cxn ang="10800000">
                <a:pos x="wd2" y="hd2"/>
              </a:cxn>
              <a:cxn ang="16200000">
                <a:pos x="wd2" y="hd2"/>
              </a:cxn>
            </a:cxnLst>
            <a:rect l="0" t="0" r="r" b="b"/>
            <a:pathLst>
              <a:path w="21600" h="21600" extrusionOk="0">
                <a:moveTo>
                  <a:pt x="20618" y="6000"/>
                </a:moveTo>
                <a:lnTo>
                  <a:pt x="982" y="6000"/>
                </a:lnTo>
                <a:lnTo>
                  <a:pt x="982" y="2399"/>
                </a:lnTo>
                <a:cubicBezTo>
                  <a:pt x="982" y="1737"/>
                  <a:pt x="1422" y="1200"/>
                  <a:pt x="1964" y="1200"/>
                </a:cubicBezTo>
                <a:lnTo>
                  <a:pt x="6873" y="1200"/>
                </a:lnTo>
                <a:cubicBezTo>
                  <a:pt x="8345" y="1200"/>
                  <a:pt x="8345" y="3600"/>
                  <a:pt x="10800" y="3600"/>
                </a:cubicBezTo>
                <a:lnTo>
                  <a:pt x="19636" y="3600"/>
                </a:lnTo>
                <a:cubicBezTo>
                  <a:pt x="20178" y="3600"/>
                  <a:pt x="20618" y="4137"/>
                  <a:pt x="20618" y="4800"/>
                </a:cubicBezTo>
                <a:cubicBezTo>
                  <a:pt x="20618" y="4800"/>
                  <a:pt x="20618" y="6000"/>
                  <a:pt x="20618" y="6000"/>
                </a:cubicBezTo>
                <a:close/>
                <a:moveTo>
                  <a:pt x="20618" y="19200"/>
                </a:moveTo>
                <a:cubicBezTo>
                  <a:pt x="20618" y="19863"/>
                  <a:pt x="20178" y="20400"/>
                  <a:pt x="19636" y="20400"/>
                </a:cubicBezTo>
                <a:lnTo>
                  <a:pt x="1964" y="20400"/>
                </a:lnTo>
                <a:cubicBezTo>
                  <a:pt x="1422" y="20400"/>
                  <a:pt x="982" y="19863"/>
                  <a:pt x="982" y="19200"/>
                </a:cubicBezTo>
                <a:lnTo>
                  <a:pt x="982" y="7200"/>
                </a:lnTo>
                <a:lnTo>
                  <a:pt x="20618" y="7200"/>
                </a:lnTo>
                <a:cubicBezTo>
                  <a:pt x="20618" y="7200"/>
                  <a:pt x="20618" y="19200"/>
                  <a:pt x="20618" y="19200"/>
                </a:cubicBezTo>
                <a:close/>
                <a:moveTo>
                  <a:pt x="19636" y="2399"/>
                </a:moveTo>
                <a:lnTo>
                  <a:pt x="10800" y="2399"/>
                </a:lnTo>
                <a:cubicBezTo>
                  <a:pt x="8836" y="2399"/>
                  <a:pt x="8836" y="0"/>
                  <a:pt x="6873" y="0"/>
                </a:cubicBezTo>
                <a:lnTo>
                  <a:pt x="1964" y="0"/>
                </a:lnTo>
                <a:cubicBezTo>
                  <a:pt x="879" y="0"/>
                  <a:pt x="0" y="1074"/>
                  <a:pt x="0" y="2399"/>
                </a:cubicBezTo>
                <a:lnTo>
                  <a:pt x="0" y="19200"/>
                </a:lnTo>
                <a:cubicBezTo>
                  <a:pt x="0" y="20526"/>
                  <a:pt x="879" y="21600"/>
                  <a:pt x="1964" y="21600"/>
                </a:cubicBezTo>
                <a:lnTo>
                  <a:pt x="19636" y="21600"/>
                </a:lnTo>
                <a:cubicBezTo>
                  <a:pt x="20721" y="21600"/>
                  <a:pt x="21600" y="20526"/>
                  <a:pt x="21600" y="19200"/>
                </a:cubicBezTo>
                <a:lnTo>
                  <a:pt x="21600" y="4800"/>
                </a:lnTo>
                <a:cubicBezTo>
                  <a:pt x="21600" y="3474"/>
                  <a:pt x="20721" y="2399"/>
                  <a:pt x="19636" y="239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9" name="Shape 2611">
            <a:extLst>
              <a:ext uri="{FF2B5EF4-FFF2-40B4-BE49-F238E27FC236}">
                <a16:creationId xmlns:a16="http://schemas.microsoft.com/office/drawing/2014/main" id="{6E10FA83-C545-6868-2A72-14892C041D74}"/>
              </a:ext>
            </a:extLst>
          </p:cNvPr>
          <p:cNvSpPr/>
          <p:nvPr/>
        </p:nvSpPr>
        <p:spPr>
          <a:xfrm>
            <a:off x="9474689" y="3124322"/>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19636" y="2161"/>
                </a:moveTo>
                <a:lnTo>
                  <a:pt x="13745" y="2161"/>
                </a:lnTo>
                <a:cubicBezTo>
                  <a:pt x="11782" y="2160"/>
                  <a:pt x="11782" y="0"/>
                  <a:pt x="9818" y="0"/>
                </a:cubicBezTo>
                <a:lnTo>
                  <a:pt x="5891" y="0"/>
                </a:lnTo>
                <a:cubicBezTo>
                  <a:pt x="4806" y="0"/>
                  <a:pt x="3927" y="967"/>
                  <a:pt x="3927" y="2161"/>
                </a:cubicBezTo>
                <a:lnTo>
                  <a:pt x="3927" y="2700"/>
                </a:lnTo>
                <a:cubicBezTo>
                  <a:pt x="3927" y="2999"/>
                  <a:pt x="4147" y="3240"/>
                  <a:pt x="4418" y="3240"/>
                </a:cubicBezTo>
                <a:cubicBezTo>
                  <a:pt x="4690" y="3240"/>
                  <a:pt x="4909" y="2999"/>
                  <a:pt x="4909" y="2700"/>
                </a:cubicBezTo>
                <a:lnTo>
                  <a:pt x="4909" y="2161"/>
                </a:lnTo>
                <a:cubicBezTo>
                  <a:pt x="4909" y="1564"/>
                  <a:pt x="5348" y="1080"/>
                  <a:pt x="5891" y="1080"/>
                </a:cubicBezTo>
                <a:lnTo>
                  <a:pt x="9818" y="1080"/>
                </a:lnTo>
                <a:cubicBezTo>
                  <a:pt x="11291" y="1080"/>
                  <a:pt x="11291" y="3239"/>
                  <a:pt x="13744" y="3240"/>
                </a:cubicBezTo>
                <a:lnTo>
                  <a:pt x="19636" y="3240"/>
                </a:lnTo>
                <a:cubicBezTo>
                  <a:pt x="20178" y="3240"/>
                  <a:pt x="20618" y="3724"/>
                  <a:pt x="20618" y="4321"/>
                </a:cubicBezTo>
                <a:lnTo>
                  <a:pt x="20618" y="15120"/>
                </a:lnTo>
                <a:cubicBezTo>
                  <a:pt x="20618" y="15717"/>
                  <a:pt x="20178" y="16200"/>
                  <a:pt x="19636" y="16200"/>
                </a:cubicBezTo>
                <a:lnTo>
                  <a:pt x="19145" y="16200"/>
                </a:lnTo>
                <a:cubicBezTo>
                  <a:pt x="18874" y="16200"/>
                  <a:pt x="18655" y="16442"/>
                  <a:pt x="18655" y="16740"/>
                </a:cubicBezTo>
                <a:cubicBezTo>
                  <a:pt x="18655" y="17039"/>
                  <a:pt x="18874" y="17280"/>
                  <a:pt x="19145" y="17280"/>
                </a:cubicBezTo>
                <a:lnTo>
                  <a:pt x="19636" y="17280"/>
                </a:lnTo>
                <a:cubicBezTo>
                  <a:pt x="20721" y="17280"/>
                  <a:pt x="21600" y="16314"/>
                  <a:pt x="21600" y="15120"/>
                </a:cubicBezTo>
                <a:lnTo>
                  <a:pt x="21600" y="4321"/>
                </a:lnTo>
                <a:cubicBezTo>
                  <a:pt x="21600" y="3127"/>
                  <a:pt x="20721" y="2161"/>
                  <a:pt x="19636" y="2161"/>
                </a:cubicBezTo>
                <a:moveTo>
                  <a:pt x="16691" y="9720"/>
                </a:moveTo>
                <a:lnTo>
                  <a:pt x="982" y="9720"/>
                </a:lnTo>
                <a:lnTo>
                  <a:pt x="982" y="6481"/>
                </a:lnTo>
                <a:cubicBezTo>
                  <a:pt x="982" y="5884"/>
                  <a:pt x="1421" y="5400"/>
                  <a:pt x="1964" y="5400"/>
                </a:cubicBezTo>
                <a:lnTo>
                  <a:pt x="5891" y="5400"/>
                </a:lnTo>
                <a:cubicBezTo>
                  <a:pt x="7364" y="5400"/>
                  <a:pt x="7364" y="7560"/>
                  <a:pt x="9818" y="7560"/>
                </a:cubicBezTo>
                <a:lnTo>
                  <a:pt x="15709" y="7560"/>
                </a:lnTo>
                <a:cubicBezTo>
                  <a:pt x="16251" y="7560"/>
                  <a:pt x="16691" y="8044"/>
                  <a:pt x="16691" y="8641"/>
                </a:cubicBezTo>
                <a:cubicBezTo>
                  <a:pt x="16691" y="8641"/>
                  <a:pt x="16691" y="9720"/>
                  <a:pt x="16691" y="9720"/>
                </a:cubicBezTo>
                <a:close/>
                <a:moveTo>
                  <a:pt x="16691" y="19440"/>
                </a:moveTo>
                <a:cubicBezTo>
                  <a:pt x="16691" y="20037"/>
                  <a:pt x="16251" y="20520"/>
                  <a:pt x="15709" y="20520"/>
                </a:cubicBezTo>
                <a:lnTo>
                  <a:pt x="1964" y="20520"/>
                </a:lnTo>
                <a:cubicBezTo>
                  <a:pt x="1421" y="20520"/>
                  <a:pt x="982" y="20037"/>
                  <a:pt x="982" y="19440"/>
                </a:cubicBezTo>
                <a:lnTo>
                  <a:pt x="982" y="10801"/>
                </a:lnTo>
                <a:lnTo>
                  <a:pt x="16691" y="10801"/>
                </a:lnTo>
                <a:cubicBezTo>
                  <a:pt x="16691" y="10801"/>
                  <a:pt x="16691" y="19440"/>
                  <a:pt x="16691" y="19440"/>
                </a:cubicBezTo>
                <a:close/>
                <a:moveTo>
                  <a:pt x="15709" y="6481"/>
                </a:moveTo>
                <a:lnTo>
                  <a:pt x="9818" y="6481"/>
                </a:lnTo>
                <a:cubicBezTo>
                  <a:pt x="7855" y="6480"/>
                  <a:pt x="7855" y="4320"/>
                  <a:pt x="5891" y="4320"/>
                </a:cubicBezTo>
                <a:lnTo>
                  <a:pt x="1964" y="4320"/>
                </a:lnTo>
                <a:cubicBezTo>
                  <a:pt x="879" y="4320"/>
                  <a:pt x="0" y="5287"/>
                  <a:pt x="0" y="6481"/>
                </a:cubicBezTo>
                <a:lnTo>
                  <a:pt x="0" y="19440"/>
                </a:lnTo>
                <a:cubicBezTo>
                  <a:pt x="0" y="20634"/>
                  <a:pt x="879" y="21600"/>
                  <a:pt x="1964" y="21600"/>
                </a:cubicBezTo>
                <a:lnTo>
                  <a:pt x="15709" y="21600"/>
                </a:lnTo>
                <a:cubicBezTo>
                  <a:pt x="16794" y="21600"/>
                  <a:pt x="17673" y="20634"/>
                  <a:pt x="17673" y="19440"/>
                </a:cubicBezTo>
                <a:lnTo>
                  <a:pt x="17673" y="8641"/>
                </a:lnTo>
                <a:cubicBezTo>
                  <a:pt x="17673" y="7447"/>
                  <a:pt x="16794" y="6481"/>
                  <a:pt x="15709" y="648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0" name="Shape 2612">
            <a:extLst>
              <a:ext uri="{FF2B5EF4-FFF2-40B4-BE49-F238E27FC236}">
                <a16:creationId xmlns:a16="http://schemas.microsoft.com/office/drawing/2014/main" id="{EA4F4F5E-BE2F-9656-3A09-817CF2EBD726}"/>
              </a:ext>
            </a:extLst>
          </p:cNvPr>
          <p:cNvSpPr/>
          <p:nvPr/>
        </p:nvSpPr>
        <p:spPr>
          <a:xfrm>
            <a:off x="10007950" y="3137018"/>
            <a:ext cx="279328" cy="228532"/>
          </a:xfrm>
          <a:custGeom>
            <a:avLst/>
            <a:gdLst/>
            <a:ahLst/>
            <a:cxnLst>
              <a:cxn ang="0">
                <a:pos x="wd2" y="hd2"/>
              </a:cxn>
              <a:cxn ang="5400000">
                <a:pos x="wd2" y="hd2"/>
              </a:cxn>
              <a:cxn ang="10800000">
                <a:pos x="wd2" y="hd2"/>
              </a:cxn>
              <a:cxn ang="16200000">
                <a:pos x="wd2" y="hd2"/>
              </a:cxn>
            </a:cxnLst>
            <a:rect l="0" t="0" r="r" b="b"/>
            <a:pathLst>
              <a:path w="21600" h="21600" extrusionOk="0">
                <a:moveTo>
                  <a:pt x="10800" y="13200"/>
                </a:moveTo>
                <a:cubicBezTo>
                  <a:pt x="11071" y="13200"/>
                  <a:pt x="11291" y="13469"/>
                  <a:pt x="11291" y="13800"/>
                </a:cubicBezTo>
                <a:cubicBezTo>
                  <a:pt x="11291" y="14132"/>
                  <a:pt x="11071" y="14400"/>
                  <a:pt x="10800" y="14400"/>
                </a:cubicBezTo>
                <a:cubicBezTo>
                  <a:pt x="10529" y="14400"/>
                  <a:pt x="10309" y="14132"/>
                  <a:pt x="10309" y="13800"/>
                </a:cubicBezTo>
                <a:cubicBezTo>
                  <a:pt x="10309" y="13469"/>
                  <a:pt x="10529" y="13200"/>
                  <a:pt x="10800" y="13200"/>
                </a:cubicBezTo>
                <a:moveTo>
                  <a:pt x="10800" y="15600"/>
                </a:moveTo>
                <a:cubicBezTo>
                  <a:pt x="11613" y="15600"/>
                  <a:pt x="12273" y="14794"/>
                  <a:pt x="12273" y="13800"/>
                </a:cubicBezTo>
                <a:cubicBezTo>
                  <a:pt x="12273" y="12806"/>
                  <a:pt x="11613" y="12000"/>
                  <a:pt x="10800" y="12000"/>
                </a:cubicBezTo>
                <a:cubicBezTo>
                  <a:pt x="9987" y="12000"/>
                  <a:pt x="9327" y="12806"/>
                  <a:pt x="9327" y="13800"/>
                </a:cubicBezTo>
                <a:cubicBezTo>
                  <a:pt x="9327" y="14794"/>
                  <a:pt x="9987" y="15600"/>
                  <a:pt x="10800" y="15600"/>
                </a:cubicBezTo>
                <a:moveTo>
                  <a:pt x="5400" y="13200"/>
                </a:moveTo>
                <a:cubicBezTo>
                  <a:pt x="5671" y="13200"/>
                  <a:pt x="5891" y="13469"/>
                  <a:pt x="5891" y="13800"/>
                </a:cubicBezTo>
                <a:cubicBezTo>
                  <a:pt x="5891" y="14132"/>
                  <a:pt x="5671" y="14400"/>
                  <a:pt x="5400" y="14400"/>
                </a:cubicBezTo>
                <a:cubicBezTo>
                  <a:pt x="5129" y="14400"/>
                  <a:pt x="4909" y="14132"/>
                  <a:pt x="4909" y="13800"/>
                </a:cubicBezTo>
                <a:cubicBezTo>
                  <a:pt x="4909" y="13469"/>
                  <a:pt x="5129" y="13200"/>
                  <a:pt x="5400" y="13200"/>
                </a:cubicBezTo>
                <a:moveTo>
                  <a:pt x="5400" y="15600"/>
                </a:moveTo>
                <a:cubicBezTo>
                  <a:pt x="6213" y="15600"/>
                  <a:pt x="6873" y="14794"/>
                  <a:pt x="6873" y="13800"/>
                </a:cubicBezTo>
                <a:cubicBezTo>
                  <a:pt x="6873" y="12806"/>
                  <a:pt x="6213" y="12000"/>
                  <a:pt x="5400" y="12000"/>
                </a:cubicBezTo>
                <a:cubicBezTo>
                  <a:pt x="4587" y="12000"/>
                  <a:pt x="3927" y="12806"/>
                  <a:pt x="3927" y="13800"/>
                </a:cubicBezTo>
                <a:cubicBezTo>
                  <a:pt x="3927" y="14794"/>
                  <a:pt x="4587" y="15600"/>
                  <a:pt x="5400" y="15600"/>
                </a:cubicBezTo>
                <a:moveTo>
                  <a:pt x="20618" y="6000"/>
                </a:moveTo>
                <a:lnTo>
                  <a:pt x="982" y="6000"/>
                </a:lnTo>
                <a:lnTo>
                  <a:pt x="982" y="2399"/>
                </a:lnTo>
                <a:cubicBezTo>
                  <a:pt x="982" y="1737"/>
                  <a:pt x="1421" y="1200"/>
                  <a:pt x="1964" y="1200"/>
                </a:cubicBezTo>
                <a:lnTo>
                  <a:pt x="6873" y="1200"/>
                </a:lnTo>
                <a:cubicBezTo>
                  <a:pt x="8345" y="1200"/>
                  <a:pt x="8345" y="3600"/>
                  <a:pt x="10800" y="3600"/>
                </a:cubicBezTo>
                <a:lnTo>
                  <a:pt x="19636" y="3600"/>
                </a:lnTo>
                <a:cubicBezTo>
                  <a:pt x="20178" y="3600"/>
                  <a:pt x="20618" y="4137"/>
                  <a:pt x="20618" y="4799"/>
                </a:cubicBezTo>
                <a:cubicBezTo>
                  <a:pt x="20618" y="4799"/>
                  <a:pt x="20618" y="6000"/>
                  <a:pt x="20618" y="6000"/>
                </a:cubicBezTo>
                <a:close/>
                <a:moveTo>
                  <a:pt x="20618" y="19200"/>
                </a:moveTo>
                <a:cubicBezTo>
                  <a:pt x="20618" y="19862"/>
                  <a:pt x="20178" y="20400"/>
                  <a:pt x="19636" y="20400"/>
                </a:cubicBezTo>
                <a:lnTo>
                  <a:pt x="1964" y="20400"/>
                </a:lnTo>
                <a:cubicBezTo>
                  <a:pt x="1421" y="20400"/>
                  <a:pt x="982" y="19862"/>
                  <a:pt x="982" y="19200"/>
                </a:cubicBezTo>
                <a:lnTo>
                  <a:pt x="982" y="7199"/>
                </a:lnTo>
                <a:lnTo>
                  <a:pt x="20618" y="7199"/>
                </a:lnTo>
                <a:cubicBezTo>
                  <a:pt x="20618" y="7199"/>
                  <a:pt x="20618" y="19200"/>
                  <a:pt x="20618" y="19200"/>
                </a:cubicBezTo>
                <a:close/>
                <a:moveTo>
                  <a:pt x="19636" y="2399"/>
                </a:moveTo>
                <a:lnTo>
                  <a:pt x="10800" y="2399"/>
                </a:lnTo>
                <a:cubicBezTo>
                  <a:pt x="8836" y="2399"/>
                  <a:pt x="8836" y="0"/>
                  <a:pt x="6873" y="0"/>
                </a:cubicBezTo>
                <a:lnTo>
                  <a:pt x="1964" y="0"/>
                </a:lnTo>
                <a:cubicBezTo>
                  <a:pt x="879" y="0"/>
                  <a:pt x="0" y="1074"/>
                  <a:pt x="0" y="2399"/>
                </a:cubicBezTo>
                <a:lnTo>
                  <a:pt x="0" y="19200"/>
                </a:lnTo>
                <a:cubicBezTo>
                  <a:pt x="0" y="20526"/>
                  <a:pt x="879" y="21600"/>
                  <a:pt x="1964" y="21600"/>
                </a:cubicBezTo>
                <a:lnTo>
                  <a:pt x="19636" y="21600"/>
                </a:lnTo>
                <a:cubicBezTo>
                  <a:pt x="20721" y="21600"/>
                  <a:pt x="21600" y="20526"/>
                  <a:pt x="21600" y="19200"/>
                </a:cubicBezTo>
                <a:lnTo>
                  <a:pt x="21600" y="4799"/>
                </a:lnTo>
                <a:cubicBezTo>
                  <a:pt x="21600" y="3474"/>
                  <a:pt x="20721" y="2399"/>
                  <a:pt x="19636" y="2399"/>
                </a:cubicBezTo>
                <a:moveTo>
                  <a:pt x="16200" y="13200"/>
                </a:moveTo>
                <a:cubicBezTo>
                  <a:pt x="16471" y="13200"/>
                  <a:pt x="16691" y="13469"/>
                  <a:pt x="16691" y="13800"/>
                </a:cubicBezTo>
                <a:cubicBezTo>
                  <a:pt x="16691" y="14132"/>
                  <a:pt x="16471" y="14400"/>
                  <a:pt x="16200" y="14400"/>
                </a:cubicBezTo>
                <a:cubicBezTo>
                  <a:pt x="15929" y="14400"/>
                  <a:pt x="15709" y="14132"/>
                  <a:pt x="15709" y="13800"/>
                </a:cubicBezTo>
                <a:cubicBezTo>
                  <a:pt x="15709" y="13469"/>
                  <a:pt x="15929" y="13200"/>
                  <a:pt x="16200" y="13200"/>
                </a:cubicBezTo>
                <a:moveTo>
                  <a:pt x="16200" y="15600"/>
                </a:moveTo>
                <a:cubicBezTo>
                  <a:pt x="17013" y="15600"/>
                  <a:pt x="17673" y="14794"/>
                  <a:pt x="17673" y="13800"/>
                </a:cubicBezTo>
                <a:cubicBezTo>
                  <a:pt x="17673" y="12806"/>
                  <a:pt x="17013" y="12000"/>
                  <a:pt x="16200" y="12000"/>
                </a:cubicBezTo>
                <a:cubicBezTo>
                  <a:pt x="15387" y="12000"/>
                  <a:pt x="14727" y="12806"/>
                  <a:pt x="14727" y="13800"/>
                </a:cubicBezTo>
                <a:cubicBezTo>
                  <a:pt x="14727" y="14794"/>
                  <a:pt x="15387" y="15600"/>
                  <a:pt x="16200" y="156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1" name="Shape 2613">
            <a:extLst>
              <a:ext uri="{FF2B5EF4-FFF2-40B4-BE49-F238E27FC236}">
                <a16:creationId xmlns:a16="http://schemas.microsoft.com/office/drawing/2014/main" id="{59C8F933-7E20-562C-A2B8-75B47C136B53}"/>
              </a:ext>
            </a:extLst>
          </p:cNvPr>
          <p:cNvSpPr/>
          <p:nvPr/>
        </p:nvSpPr>
        <p:spPr>
          <a:xfrm>
            <a:off x="10541211" y="311162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9636" y="1964"/>
                </a:moveTo>
                <a:lnTo>
                  <a:pt x="10800" y="1964"/>
                </a:lnTo>
                <a:cubicBezTo>
                  <a:pt x="8836" y="1964"/>
                  <a:pt x="8836" y="0"/>
                  <a:pt x="6873" y="0"/>
                </a:cubicBezTo>
                <a:lnTo>
                  <a:pt x="1964" y="0"/>
                </a:lnTo>
                <a:cubicBezTo>
                  <a:pt x="879" y="0"/>
                  <a:pt x="0" y="879"/>
                  <a:pt x="0" y="1964"/>
                </a:cubicBezTo>
                <a:lnTo>
                  <a:pt x="0" y="15709"/>
                </a:lnTo>
                <a:cubicBezTo>
                  <a:pt x="0" y="16794"/>
                  <a:pt x="879" y="17673"/>
                  <a:pt x="1964" y="17673"/>
                </a:cubicBezTo>
                <a:lnTo>
                  <a:pt x="6599" y="17673"/>
                </a:lnTo>
                <a:cubicBezTo>
                  <a:pt x="6257" y="17372"/>
                  <a:pt x="5941" y="17046"/>
                  <a:pt x="5656" y="16691"/>
                </a:cubicBezTo>
                <a:lnTo>
                  <a:pt x="1964" y="16691"/>
                </a:lnTo>
                <a:cubicBezTo>
                  <a:pt x="1422" y="16691"/>
                  <a:pt x="982" y="16252"/>
                  <a:pt x="982" y="15709"/>
                </a:cubicBezTo>
                <a:lnTo>
                  <a:pt x="982" y="5891"/>
                </a:lnTo>
                <a:lnTo>
                  <a:pt x="6599" y="5891"/>
                </a:lnTo>
                <a:cubicBezTo>
                  <a:pt x="7023" y="5517"/>
                  <a:pt x="7484" y="5185"/>
                  <a:pt x="7982" y="4909"/>
                </a:cubicBezTo>
                <a:lnTo>
                  <a:pt x="982" y="4909"/>
                </a:lnTo>
                <a:lnTo>
                  <a:pt x="982" y="1964"/>
                </a:lnTo>
                <a:cubicBezTo>
                  <a:pt x="982" y="1422"/>
                  <a:pt x="1422" y="982"/>
                  <a:pt x="1964" y="982"/>
                </a:cubicBezTo>
                <a:lnTo>
                  <a:pt x="6873" y="982"/>
                </a:lnTo>
                <a:cubicBezTo>
                  <a:pt x="8345" y="982"/>
                  <a:pt x="8345" y="2946"/>
                  <a:pt x="10800" y="2946"/>
                </a:cubicBezTo>
                <a:lnTo>
                  <a:pt x="19636" y="2946"/>
                </a:lnTo>
                <a:cubicBezTo>
                  <a:pt x="20178" y="2946"/>
                  <a:pt x="20618" y="3385"/>
                  <a:pt x="20618" y="3927"/>
                </a:cubicBezTo>
                <a:lnTo>
                  <a:pt x="20618" y="4909"/>
                </a:lnTo>
                <a:lnTo>
                  <a:pt x="15582" y="4909"/>
                </a:lnTo>
                <a:cubicBezTo>
                  <a:pt x="16080" y="5185"/>
                  <a:pt x="16541" y="5517"/>
                  <a:pt x="16965" y="5891"/>
                </a:cubicBezTo>
                <a:lnTo>
                  <a:pt x="20618" y="5891"/>
                </a:lnTo>
                <a:lnTo>
                  <a:pt x="20618" y="15709"/>
                </a:lnTo>
                <a:cubicBezTo>
                  <a:pt x="20618" y="16252"/>
                  <a:pt x="20178" y="16691"/>
                  <a:pt x="19636" y="16691"/>
                </a:cubicBezTo>
                <a:lnTo>
                  <a:pt x="18766" y="16691"/>
                </a:lnTo>
                <a:lnTo>
                  <a:pt x="19738" y="17663"/>
                </a:lnTo>
                <a:cubicBezTo>
                  <a:pt x="20774" y="17609"/>
                  <a:pt x="21600" y="16759"/>
                  <a:pt x="21600" y="15709"/>
                </a:cubicBezTo>
                <a:lnTo>
                  <a:pt x="21600" y="3927"/>
                </a:lnTo>
                <a:cubicBezTo>
                  <a:pt x="21600" y="2843"/>
                  <a:pt x="20721" y="1964"/>
                  <a:pt x="19636" y="1964"/>
                </a:cubicBezTo>
                <a:moveTo>
                  <a:pt x="11782" y="17673"/>
                </a:moveTo>
                <a:cubicBezTo>
                  <a:pt x="8529" y="17673"/>
                  <a:pt x="5891" y="15036"/>
                  <a:pt x="5891" y="11782"/>
                </a:cubicBezTo>
                <a:cubicBezTo>
                  <a:pt x="5891" y="8529"/>
                  <a:pt x="8529" y="5891"/>
                  <a:pt x="11782" y="5891"/>
                </a:cubicBezTo>
                <a:cubicBezTo>
                  <a:pt x="15035" y="5891"/>
                  <a:pt x="17673" y="8529"/>
                  <a:pt x="17673" y="11782"/>
                </a:cubicBezTo>
                <a:cubicBezTo>
                  <a:pt x="17673" y="15036"/>
                  <a:pt x="15035" y="17673"/>
                  <a:pt x="11782" y="17673"/>
                </a:cubicBezTo>
                <a:moveTo>
                  <a:pt x="16972" y="16278"/>
                </a:moveTo>
                <a:cubicBezTo>
                  <a:pt x="18018" y="15072"/>
                  <a:pt x="18655" y="13503"/>
                  <a:pt x="18655" y="11782"/>
                </a:cubicBezTo>
                <a:cubicBezTo>
                  <a:pt x="18655" y="7987"/>
                  <a:pt x="15578" y="4910"/>
                  <a:pt x="11782" y="4910"/>
                </a:cubicBezTo>
                <a:cubicBezTo>
                  <a:pt x="7986" y="4910"/>
                  <a:pt x="4909" y="7987"/>
                  <a:pt x="4909" y="11782"/>
                </a:cubicBezTo>
                <a:cubicBezTo>
                  <a:pt x="4909" y="15578"/>
                  <a:pt x="7986" y="18655"/>
                  <a:pt x="11782" y="18655"/>
                </a:cubicBezTo>
                <a:cubicBezTo>
                  <a:pt x="13503" y="18655"/>
                  <a:pt x="15072" y="18017"/>
                  <a:pt x="16278" y="16972"/>
                </a:cubicBezTo>
                <a:lnTo>
                  <a:pt x="16972" y="17666"/>
                </a:lnTo>
                <a:cubicBezTo>
                  <a:pt x="16969" y="17668"/>
                  <a:pt x="16967" y="17671"/>
                  <a:pt x="16965" y="17673"/>
                </a:cubicBezTo>
                <a:lnTo>
                  <a:pt x="16979" y="17673"/>
                </a:lnTo>
                <a:lnTo>
                  <a:pt x="20762" y="21457"/>
                </a:lnTo>
                <a:cubicBezTo>
                  <a:pt x="20851" y="21546"/>
                  <a:pt x="20974" y="21600"/>
                  <a:pt x="21109" y="21600"/>
                </a:cubicBezTo>
                <a:cubicBezTo>
                  <a:pt x="21380" y="21600"/>
                  <a:pt x="21600" y="21381"/>
                  <a:pt x="21600" y="21109"/>
                </a:cubicBezTo>
                <a:cubicBezTo>
                  <a:pt x="21600" y="20974"/>
                  <a:pt x="21545" y="20851"/>
                  <a:pt x="21456" y="20762"/>
                </a:cubicBezTo>
                <a:cubicBezTo>
                  <a:pt x="21456" y="20762"/>
                  <a:pt x="16972" y="16278"/>
                  <a:pt x="16972" y="16278"/>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2" name="Shape 2614">
            <a:extLst>
              <a:ext uri="{FF2B5EF4-FFF2-40B4-BE49-F238E27FC236}">
                <a16:creationId xmlns:a16="http://schemas.microsoft.com/office/drawing/2014/main" id="{CEA419A4-B52D-77B0-2726-83511EFB87C7}"/>
              </a:ext>
            </a:extLst>
          </p:cNvPr>
          <p:cNvSpPr/>
          <p:nvPr/>
        </p:nvSpPr>
        <p:spPr>
          <a:xfrm>
            <a:off x="11074472" y="311162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7958" y="17505"/>
                </a:moveTo>
                <a:cubicBezTo>
                  <a:pt x="17372" y="16944"/>
                  <a:pt x="16242" y="15945"/>
                  <a:pt x="15117" y="15413"/>
                </a:cubicBezTo>
                <a:cubicBezTo>
                  <a:pt x="14189" y="14975"/>
                  <a:pt x="13657" y="14531"/>
                  <a:pt x="13491" y="14057"/>
                </a:cubicBezTo>
                <a:cubicBezTo>
                  <a:pt x="13377" y="13728"/>
                  <a:pt x="13428" y="13351"/>
                  <a:pt x="13649" y="12904"/>
                </a:cubicBezTo>
                <a:cubicBezTo>
                  <a:pt x="13815" y="12567"/>
                  <a:pt x="13972" y="12286"/>
                  <a:pt x="14117" y="12028"/>
                </a:cubicBezTo>
                <a:cubicBezTo>
                  <a:pt x="14730" y="10934"/>
                  <a:pt x="15203" y="10145"/>
                  <a:pt x="15203" y="7348"/>
                </a:cubicBezTo>
                <a:cubicBezTo>
                  <a:pt x="15203" y="3162"/>
                  <a:pt x="12787" y="2951"/>
                  <a:pt x="12309" y="2951"/>
                </a:cubicBezTo>
                <a:cubicBezTo>
                  <a:pt x="11917" y="2951"/>
                  <a:pt x="11672" y="3037"/>
                  <a:pt x="11435" y="3121"/>
                </a:cubicBezTo>
                <a:cubicBezTo>
                  <a:pt x="11175" y="3213"/>
                  <a:pt x="10907" y="3309"/>
                  <a:pt x="10296" y="3319"/>
                </a:cubicBezTo>
                <a:cubicBezTo>
                  <a:pt x="9190" y="3337"/>
                  <a:pt x="6873" y="3375"/>
                  <a:pt x="6873" y="7226"/>
                </a:cubicBezTo>
                <a:cubicBezTo>
                  <a:pt x="6873" y="9919"/>
                  <a:pt x="7574" y="11156"/>
                  <a:pt x="8125" y="12150"/>
                </a:cubicBezTo>
                <a:cubicBezTo>
                  <a:pt x="8266" y="12404"/>
                  <a:pt x="8399" y="12645"/>
                  <a:pt x="8505" y="12885"/>
                </a:cubicBezTo>
                <a:cubicBezTo>
                  <a:pt x="8973" y="13949"/>
                  <a:pt x="8631" y="14693"/>
                  <a:pt x="7426" y="15224"/>
                </a:cubicBezTo>
                <a:cubicBezTo>
                  <a:pt x="5905" y="15897"/>
                  <a:pt x="5188" y="16247"/>
                  <a:pt x="3693" y="17562"/>
                </a:cubicBezTo>
                <a:cubicBezTo>
                  <a:pt x="2017" y="15800"/>
                  <a:pt x="982" y="13423"/>
                  <a:pt x="982" y="10800"/>
                </a:cubicBezTo>
                <a:cubicBezTo>
                  <a:pt x="982" y="5377"/>
                  <a:pt x="5377" y="982"/>
                  <a:pt x="10800" y="982"/>
                </a:cubicBezTo>
                <a:cubicBezTo>
                  <a:pt x="16223" y="982"/>
                  <a:pt x="20618" y="5377"/>
                  <a:pt x="20618" y="10800"/>
                </a:cubicBezTo>
                <a:cubicBezTo>
                  <a:pt x="20618" y="13395"/>
                  <a:pt x="19603" y="15749"/>
                  <a:pt x="17958" y="17505"/>
                </a:cubicBezTo>
                <a:moveTo>
                  <a:pt x="10800" y="20618"/>
                </a:moveTo>
                <a:cubicBezTo>
                  <a:pt x="8356" y="20618"/>
                  <a:pt x="6125" y="19720"/>
                  <a:pt x="4407" y="18242"/>
                </a:cubicBezTo>
                <a:cubicBezTo>
                  <a:pt x="5730" y="17084"/>
                  <a:pt x="6362" y="16767"/>
                  <a:pt x="7823" y="16122"/>
                </a:cubicBezTo>
                <a:cubicBezTo>
                  <a:pt x="9515" y="15375"/>
                  <a:pt x="10091" y="14051"/>
                  <a:pt x="9403" y="12489"/>
                </a:cubicBezTo>
                <a:cubicBezTo>
                  <a:pt x="9279" y="12208"/>
                  <a:pt x="9136" y="11949"/>
                  <a:pt x="8984" y="11674"/>
                </a:cubicBezTo>
                <a:cubicBezTo>
                  <a:pt x="8461" y="10732"/>
                  <a:pt x="7855" y="9665"/>
                  <a:pt x="7855" y="7226"/>
                </a:cubicBezTo>
                <a:cubicBezTo>
                  <a:pt x="7855" y="4341"/>
                  <a:pt x="9224" y="4318"/>
                  <a:pt x="10312" y="4300"/>
                </a:cubicBezTo>
                <a:cubicBezTo>
                  <a:pt x="11084" y="4287"/>
                  <a:pt x="11461" y="4154"/>
                  <a:pt x="11763" y="4047"/>
                </a:cubicBezTo>
                <a:cubicBezTo>
                  <a:pt x="11964" y="3975"/>
                  <a:pt x="12086" y="3933"/>
                  <a:pt x="12309" y="3933"/>
                </a:cubicBezTo>
                <a:cubicBezTo>
                  <a:pt x="13218" y="3933"/>
                  <a:pt x="14221" y="4830"/>
                  <a:pt x="14221" y="7348"/>
                </a:cubicBezTo>
                <a:cubicBezTo>
                  <a:pt x="14221" y="9888"/>
                  <a:pt x="13840" y="10513"/>
                  <a:pt x="13261" y="11548"/>
                </a:cubicBezTo>
                <a:cubicBezTo>
                  <a:pt x="13108" y="11820"/>
                  <a:pt x="12943" y="12115"/>
                  <a:pt x="12768" y="12470"/>
                </a:cubicBezTo>
                <a:cubicBezTo>
                  <a:pt x="12430" y="13155"/>
                  <a:pt x="12362" y="13798"/>
                  <a:pt x="12565" y="14380"/>
                </a:cubicBezTo>
                <a:cubicBezTo>
                  <a:pt x="12825" y="15126"/>
                  <a:pt x="13502" y="15737"/>
                  <a:pt x="14696" y="16302"/>
                </a:cubicBezTo>
                <a:cubicBezTo>
                  <a:pt x="15675" y="16764"/>
                  <a:pt x="16700" y="17667"/>
                  <a:pt x="17251" y="18189"/>
                </a:cubicBezTo>
                <a:cubicBezTo>
                  <a:pt x="15525" y="19697"/>
                  <a:pt x="13272" y="20618"/>
                  <a:pt x="10800" y="20618"/>
                </a:cubicBezTo>
                <a:moveTo>
                  <a:pt x="10800" y="0"/>
                </a:moveTo>
                <a:cubicBezTo>
                  <a:pt x="4835" y="0"/>
                  <a:pt x="0" y="4835"/>
                  <a:pt x="0" y="10800"/>
                </a:cubicBezTo>
                <a:cubicBezTo>
                  <a:pt x="0" y="16764"/>
                  <a:pt x="4835" y="21600"/>
                  <a:pt x="10800" y="21600"/>
                </a:cubicBezTo>
                <a:cubicBezTo>
                  <a:pt x="16765" y="21600"/>
                  <a:pt x="21600" y="16764"/>
                  <a:pt x="21600" y="10800"/>
                </a:cubicBezTo>
                <a:cubicBezTo>
                  <a:pt x="21600" y="4835"/>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3" name="Shape 2615">
            <a:extLst>
              <a:ext uri="{FF2B5EF4-FFF2-40B4-BE49-F238E27FC236}">
                <a16:creationId xmlns:a16="http://schemas.microsoft.com/office/drawing/2014/main" id="{08739136-D2CC-7A77-0525-5ECA55E0C211}"/>
              </a:ext>
            </a:extLst>
          </p:cNvPr>
          <p:cNvSpPr/>
          <p:nvPr/>
        </p:nvSpPr>
        <p:spPr>
          <a:xfrm>
            <a:off x="6275123" y="364488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7593" y="17878"/>
                </a:moveTo>
                <a:cubicBezTo>
                  <a:pt x="16514" y="16546"/>
                  <a:pt x="15177" y="15812"/>
                  <a:pt x="14084" y="15323"/>
                </a:cubicBezTo>
                <a:cubicBezTo>
                  <a:pt x="13842" y="15214"/>
                  <a:pt x="13687" y="15099"/>
                  <a:pt x="13598" y="14990"/>
                </a:cubicBezTo>
                <a:cubicBezTo>
                  <a:pt x="15238" y="14959"/>
                  <a:pt x="16521" y="14237"/>
                  <a:pt x="16581" y="14203"/>
                </a:cubicBezTo>
                <a:cubicBezTo>
                  <a:pt x="16751" y="14106"/>
                  <a:pt x="16846" y="13918"/>
                  <a:pt x="16826" y="13724"/>
                </a:cubicBezTo>
                <a:cubicBezTo>
                  <a:pt x="16807" y="13546"/>
                  <a:pt x="16693" y="13394"/>
                  <a:pt x="16530" y="13325"/>
                </a:cubicBezTo>
                <a:cubicBezTo>
                  <a:pt x="16461" y="13275"/>
                  <a:pt x="15663" y="12629"/>
                  <a:pt x="15663" y="9051"/>
                </a:cubicBezTo>
                <a:cubicBezTo>
                  <a:pt x="15663" y="5000"/>
                  <a:pt x="14115" y="2945"/>
                  <a:pt x="11061" y="2945"/>
                </a:cubicBezTo>
                <a:cubicBezTo>
                  <a:pt x="8481" y="2945"/>
                  <a:pt x="5845" y="3642"/>
                  <a:pt x="5845" y="8806"/>
                </a:cubicBezTo>
                <a:cubicBezTo>
                  <a:pt x="5845" y="12555"/>
                  <a:pt x="5219" y="13278"/>
                  <a:pt x="5122" y="13367"/>
                </a:cubicBezTo>
                <a:cubicBezTo>
                  <a:pt x="4957" y="13416"/>
                  <a:pt x="4826" y="13551"/>
                  <a:pt x="4784" y="13723"/>
                </a:cubicBezTo>
                <a:cubicBezTo>
                  <a:pt x="4734" y="13935"/>
                  <a:pt x="4828" y="14153"/>
                  <a:pt x="5015" y="14262"/>
                </a:cubicBezTo>
                <a:cubicBezTo>
                  <a:pt x="6396" y="15064"/>
                  <a:pt x="7482" y="15136"/>
                  <a:pt x="8065" y="15091"/>
                </a:cubicBezTo>
                <a:cubicBezTo>
                  <a:pt x="7994" y="15151"/>
                  <a:pt x="7850" y="15241"/>
                  <a:pt x="7564" y="15335"/>
                </a:cubicBezTo>
                <a:cubicBezTo>
                  <a:pt x="6211" y="15776"/>
                  <a:pt x="4766" y="16807"/>
                  <a:pt x="3958" y="17834"/>
                </a:cubicBezTo>
                <a:cubicBezTo>
                  <a:pt x="2125" y="16050"/>
                  <a:pt x="982" y="13560"/>
                  <a:pt x="982" y="10800"/>
                </a:cubicBezTo>
                <a:cubicBezTo>
                  <a:pt x="982" y="5377"/>
                  <a:pt x="5377" y="982"/>
                  <a:pt x="10800" y="982"/>
                </a:cubicBezTo>
                <a:cubicBezTo>
                  <a:pt x="16222" y="982"/>
                  <a:pt x="20618" y="5377"/>
                  <a:pt x="20618" y="10800"/>
                </a:cubicBezTo>
                <a:cubicBezTo>
                  <a:pt x="20618" y="13584"/>
                  <a:pt x="19454" y="16092"/>
                  <a:pt x="17593" y="17878"/>
                </a:cubicBezTo>
                <a:moveTo>
                  <a:pt x="10800" y="20618"/>
                </a:moveTo>
                <a:cubicBezTo>
                  <a:pt x="8489" y="20618"/>
                  <a:pt x="6370" y="19815"/>
                  <a:pt x="4693" y="18480"/>
                </a:cubicBezTo>
                <a:cubicBezTo>
                  <a:pt x="5360" y="17604"/>
                  <a:pt x="6693" y="16652"/>
                  <a:pt x="7869" y="16268"/>
                </a:cubicBezTo>
                <a:cubicBezTo>
                  <a:pt x="8578" y="16037"/>
                  <a:pt x="8988" y="15688"/>
                  <a:pt x="9087" y="15232"/>
                </a:cubicBezTo>
                <a:cubicBezTo>
                  <a:pt x="9214" y="14656"/>
                  <a:pt x="8775" y="14230"/>
                  <a:pt x="8725" y="14183"/>
                </a:cubicBezTo>
                <a:cubicBezTo>
                  <a:pt x="8597" y="14065"/>
                  <a:pt x="8412" y="14025"/>
                  <a:pt x="8246" y="14075"/>
                </a:cubicBezTo>
                <a:cubicBezTo>
                  <a:pt x="8208" y="14086"/>
                  <a:pt x="7406" y="14309"/>
                  <a:pt x="6089" y="13714"/>
                </a:cubicBezTo>
                <a:cubicBezTo>
                  <a:pt x="6486" y="13026"/>
                  <a:pt x="6826" y="11618"/>
                  <a:pt x="6826" y="8806"/>
                </a:cubicBezTo>
                <a:cubicBezTo>
                  <a:pt x="6826" y="4301"/>
                  <a:pt x="8829" y="3928"/>
                  <a:pt x="11061" y="3928"/>
                </a:cubicBezTo>
                <a:cubicBezTo>
                  <a:pt x="12615" y="3928"/>
                  <a:pt x="14681" y="4458"/>
                  <a:pt x="14681" y="9051"/>
                </a:cubicBezTo>
                <a:cubicBezTo>
                  <a:pt x="14681" y="11662"/>
                  <a:pt x="15092" y="12966"/>
                  <a:pt x="15499" y="13617"/>
                </a:cubicBezTo>
                <a:cubicBezTo>
                  <a:pt x="14943" y="13829"/>
                  <a:pt x="14058" y="14076"/>
                  <a:pt x="13097" y="13993"/>
                </a:cubicBezTo>
                <a:cubicBezTo>
                  <a:pt x="12883" y="13971"/>
                  <a:pt x="12690" y="14092"/>
                  <a:pt x="12605" y="14285"/>
                </a:cubicBezTo>
                <a:cubicBezTo>
                  <a:pt x="12420" y="14704"/>
                  <a:pt x="12408" y="15649"/>
                  <a:pt x="13683" y="16219"/>
                </a:cubicBezTo>
                <a:cubicBezTo>
                  <a:pt x="14677" y="16664"/>
                  <a:pt x="15893" y="17331"/>
                  <a:pt x="16850" y="18522"/>
                </a:cubicBezTo>
                <a:cubicBezTo>
                  <a:pt x="15182" y="19831"/>
                  <a:pt x="13085" y="20618"/>
                  <a:pt x="10800" y="20618"/>
                </a:cubicBezTo>
                <a:moveTo>
                  <a:pt x="10800" y="0"/>
                </a:moveTo>
                <a:cubicBezTo>
                  <a:pt x="4835" y="0"/>
                  <a:pt x="0" y="4836"/>
                  <a:pt x="0" y="10800"/>
                </a:cubicBezTo>
                <a:cubicBezTo>
                  <a:pt x="0" y="16765"/>
                  <a:pt x="4835" y="21600"/>
                  <a:pt x="10800" y="21600"/>
                </a:cubicBezTo>
                <a:cubicBezTo>
                  <a:pt x="16764" y="21600"/>
                  <a:pt x="21600" y="16765"/>
                  <a:pt x="21600" y="10800"/>
                </a:cubicBezTo>
                <a:cubicBezTo>
                  <a:pt x="21600" y="4836"/>
                  <a:pt x="16764"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4" name="Shape 2616">
            <a:extLst>
              <a:ext uri="{FF2B5EF4-FFF2-40B4-BE49-F238E27FC236}">
                <a16:creationId xmlns:a16="http://schemas.microsoft.com/office/drawing/2014/main" id="{95FF4E87-565E-592E-16E5-207B17FF0835}"/>
              </a:ext>
            </a:extLst>
          </p:cNvPr>
          <p:cNvSpPr/>
          <p:nvPr/>
        </p:nvSpPr>
        <p:spPr>
          <a:xfrm>
            <a:off x="6808384" y="3657583"/>
            <a:ext cx="279328" cy="253997"/>
          </a:xfrm>
          <a:custGeom>
            <a:avLst/>
            <a:gdLst/>
            <a:ahLst/>
            <a:cxnLst>
              <a:cxn ang="0">
                <a:pos x="wd2" y="hd2"/>
              </a:cxn>
              <a:cxn ang="5400000">
                <a:pos x="wd2" y="hd2"/>
              </a:cxn>
              <a:cxn ang="10800000">
                <a:pos x="wd2" y="hd2"/>
              </a:cxn>
              <a:cxn ang="16200000">
                <a:pos x="wd2" y="hd2"/>
              </a:cxn>
            </a:cxnLst>
            <a:rect l="0" t="0" r="r" b="b"/>
            <a:pathLst>
              <a:path w="21600" h="21600" extrusionOk="0">
                <a:moveTo>
                  <a:pt x="1016" y="20520"/>
                </a:moveTo>
                <a:cubicBezTo>
                  <a:pt x="1258" y="18675"/>
                  <a:pt x="2752" y="17923"/>
                  <a:pt x="4191" y="17361"/>
                </a:cubicBezTo>
                <a:cubicBezTo>
                  <a:pt x="5156" y="17087"/>
                  <a:pt x="6884" y="15971"/>
                  <a:pt x="6884" y="13567"/>
                </a:cubicBezTo>
                <a:cubicBezTo>
                  <a:pt x="6884" y="11510"/>
                  <a:pt x="6113" y="10507"/>
                  <a:pt x="5698" y="9969"/>
                </a:cubicBezTo>
                <a:cubicBezTo>
                  <a:pt x="5646" y="9902"/>
                  <a:pt x="5599" y="9842"/>
                  <a:pt x="5562" y="9786"/>
                </a:cubicBezTo>
                <a:cubicBezTo>
                  <a:pt x="5550" y="9769"/>
                  <a:pt x="5538" y="9752"/>
                  <a:pt x="5526" y="9735"/>
                </a:cubicBezTo>
                <a:cubicBezTo>
                  <a:pt x="5491" y="9662"/>
                  <a:pt x="5297" y="9177"/>
                  <a:pt x="5553" y="8011"/>
                </a:cubicBezTo>
                <a:cubicBezTo>
                  <a:pt x="5604" y="7777"/>
                  <a:pt x="5583" y="7531"/>
                  <a:pt x="5493" y="7312"/>
                </a:cubicBezTo>
                <a:cubicBezTo>
                  <a:pt x="5249" y="6721"/>
                  <a:pt x="4603" y="5151"/>
                  <a:pt x="5035" y="3988"/>
                </a:cubicBezTo>
                <a:cubicBezTo>
                  <a:pt x="5619" y="2411"/>
                  <a:pt x="6140" y="2099"/>
                  <a:pt x="7085" y="1642"/>
                </a:cubicBezTo>
                <a:cubicBezTo>
                  <a:pt x="7132" y="1619"/>
                  <a:pt x="7177" y="1592"/>
                  <a:pt x="7220" y="1562"/>
                </a:cubicBezTo>
                <a:cubicBezTo>
                  <a:pt x="7458" y="1393"/>
                  <a:pt x="8233" y="1080"/>
                  <a:pt x="9029" y="1080"/>
                </a:cubicBezTo>
                <a:cubicBezTo>
                  <a:pt x="9467" y="1080"/>
                  <a:pt x="9840" y="1172"/>
                  <a:pt x="10137" y="1353"/>
                </a:cubicBezTo>
                <a:cubicBezTo>
                  <a:pt x="10491" y="1569"/>
                  <a:pt x="10825" y="1968"/>
                  <a:pt x="11308" y="3213"/>
                </a:cubicBezTo>
                <a:cubicBezTo>
                  <a:pt x="11991" y="4974"/>
                  <a:pt x="11820" y="6477"/>
                  <a:pt x="11347" y="7186"/>
                </a:cubicBezTo>
                <a:cubicBezTo>
                  <a:pt x="11175" y="7442"/>
                  <a:pt x="11116" y="7769"/>
                  <a:pt x="11184" y="8078"/>
                </a:cubicBezTo>
                <a:cubicBezTo>
                  <a:pt x="11422" y="9164"/>
                  <a:pt x="11247" y="9602"/>
                  <a:pt x="11210" y="9679"/>
                </a:cubicBezTo>
                <a:cubicBezTo>
                  <a:pt x="11181" y="9712"/>
                  <a:pt x="11153" y="9748"/>
                  <a:pt x="11129" y="9786"/>
                </a:cubicBezTo>
                <a:cubicBezTo>
                  <a:pt x="11091" y="9842"/>
                  <a:pt x="11044" y="9902"/>
                  <a:pt x="10992" y="9969"/>
                </a:cubicBezTo>
                <a:cubicBezTo>
                  <a:pt x="10578" y="10507"/>
                  <a:pt x="9806" y="11510"/>
                  <a:pt x="9806" y="13567"/>
                </a:cubicBezTo>
                <a:cubicBezTo>
                  <a:pt x="9806" y="15972"/>
                  <a:pt x="11535" y="17087"/>
                  <a:pt x="12500" y="17361"/>
                </a:cubicBezTo>
                <a:cubicBezTo>
                  <a:pt x="13925" y="17916"/>
                  <a:pt x="15432" y="18665"/>
                  <a:pt x="15675" y="20520"/>
                </a:cubicBezTo>
                <a:cubicBezTo>
                  <a:pt x="15675" y="20520"/>
                  <a:pt x="1016" y="20520"/>
                  <a:pt x="1016" y="20520"/>
                </a:cubicBezTo>
                <a:close/>
                <a:moveTo>
                  <a:pt x="12782" y="16326"/>
                </a:moveTo>
                <a:cubicBezTo>
                  <a:pt x="12782" y="16326"/>
                  <a:pt x="10788" y="15813"/>
                  <a:pt x="10788" y="13567"/>
                </a:cubicBezTo>
                <a:cubicBezTo>
                  <a:pt x="10788" y="11595"/>
                  <a:pt x="11607" y="10900"/>
                  <a:pt x="11923" y="10420"/>
                </a:cubicBezTo>
                <a:cubicBezTo>
                  <a:pt x="11923" y="10420"/>
                  <a:pt x="12573" y="9806"/>
                  <a:pt x="12138" y="7825"/>
                </a:cubicBezTo>
                <a:cubicBezTo>
                  <a:pt x="12863" y="6740"/>
                  <a:pt x="12999" y="4821"/>
                  <a:pt x="12211" y="2789"/>
                </a:cubicBezTo>
                <a:cubicBezTo>
                  <a:pt x="11716" y="1514"/>
                  <a:pt x="11279" y="815"/>
                  <a:pt x="10613" y="409"/>
                </a:cubicBezTo>
                <a:cubicBezTo>
                  <a:pt x="10124" y="111"/>
                  <a:pt x="9569" y="0"/>
                  <a:pt x="9029" y="0"/>
                </a:cubicBezTo>
                <a:cubicBezTo>
                  <a:pt x="8023" y="0"/>
                  <a:pt x="7070" y="384"/>
                  <a:pt x="6690" y="653"/>
                </a:cubicBezTo>
                <a:cubicBezTo>
                  <a:pt x="5576" y="1192"/>
                  <a:pt x="4828" y="1688"/>
                  <a:pt x="4126" y="3579"/>
                </a:cubicBezTo>
                <a:cubicBezTo>
                  <a:pt x="3556" y="5114"/>
                  <a:pt x="4241" y="6891"/>
                  <a:pt x="4598" y="7757"/>
                </a:cubicBezTo>
                <a:cubicBezTo>
                  <a:pt x="4163" y="9739"/>
                  <a:pt x="4767" y="10420"/>
                  <a:pt x="4767" y="10420"/>
                </a:cubicBezTo>
                <a:cubicBezTo>
                  <a:pt x="5083" y="10900"/>
                  <a:pt x="5903" y="11595"/>
                  <a:pt x="5903" y="13567"/>
                </a:cubicBezTo>
                <a:cubicBezTo>
                  <a:pt x="5903" y="15813"/>
                  <a:pt x="3909" y="16326"/>
                  <a:pt x="3909" y="16326"/>
                </a:cubicBezTo>
                <a:cubicBezTo>
                  <a:pt x="2642" y="16817"/>
                  <a:pt x="0" y="17821"/>
                  <a:pt x="0" y="21060"/>
                </a:cubicBezTo>
                <a:cubicBezTo>
                  <a:pt x="0" y="21060"/>
                  <a:pt x="0" y="21600"/>
                  <a:pt x="491" y="21600"/>
                </a:cubicBezTo>
                <a:lnTo>
                  <a:pt x="16200" y="21600"/>
                </a:lnTo>
                <a:cubicBezTo>
                  <a:pt x="16691" y="21600"/>
                  <a:pt x="16691" y="21060"/>
                  <a:pt x="16691" y="21060"/>
                </a:cubicBezTo>
                <a:cubicBezTo>
                  <a:pt x="16691" y="17821"/>
                  <a:pt x="14048" y="16817"/>
                  <a:pt x="12782" y="16326"/>
                </a:cubicBezTo>
                <a:moveTo>
                  <a:pt x="18035" y="15774"/>
                </a:moveTo>
                <a:cubicBezTo>
                  <a:pt x="18035" y="15774"/>
                  <a:pt x="16217" y="15312"/>
                  <a:pt x="16217" y="13291"/>
                </a:cubicBezTo>
                <a:cubicBezTo>
                  <a:pt x="16217" y="11515"/>
                  <a:pt x="17087" y="10890"/>
                  <a:pt x="17376" y="10458"/>
                </a:cubicBezTo>
                <a:cubicBezTo>
                  <a:pt x="17376" y="10458"/>
                  <a:pt x="17968" y="9906"/>
                  <a:pt x="17572" y="8122"/>
                </a:cubicBezTo>
                <a:cubicBezTo>
                  <a:pt x="18232" y="7146"/>
                  <a:pt x="18387" y="5419"/>
                  <a:pt x="17669" y="3590"/>
                </a:cubicBezTo>
                <a:cubicBezTo>
                  <a:pt x="17218" y="2442"/>
                  <a:pt x="16666" y="1814"/>
                  <a:pt x="16059" y="1449"/>
                </a:cubicBezTo>
                <a:cubicBezTo>
                  <a:pt x="15612" y="1180"/>
                  <a:pt x="15107" y="1081"/>
                  <a:pt x="14614" y="1081"/>
                </a:cubicBezTo>
                <a:cubicBezTo>
                  <a:pt x="13880" y="1081"/>
                  <a:pt x="13182" y="1301"/>
                  <a:pt x="12753" y="1514"/>
                </a:cubicBezTo>
                <a:cubicBezTo>
                  <a:pt x="12878" y="1781"/>
                  <a:pt x="12997" y="2064"/>
                  <a:pt x="13115" y="2366"/>
                </a:cubicBezTo>
                <a:cubicBezTo>
                  <a:pt x="13131" y="2409"/>
                  <a:pt x="13143" y="2453"/>
                  <a:pt x="13159" y="2496"/>
                </a:cubicBezTo>
                <a:cubicBezTo>
                  <a:pt x="13436" y="2360"/>
                  <a:pt x="13994" y="2160"/>
                  <a:pt x="14614" y="2160"/>
                </a:cubicBezTo>
                <a:cubicBezTo>
                  <a:pt x="15001" y="2160"/>
                  <a:pt x="15328" y="2239"/>
                  <a:pt x="15588" y="2396"/>
                </a:cubicBezTo>
                <a:cubicBezTo>
                  <a:pt x="15893" y="2579"/>
                  <a:pt x="16347" y="2947"/>
                  <a:pt x="16767" y="4019"/>
                </a:cubicBezTo>
                <a:cubicBezTo>
                  <a:pt x="17366" y="5541"/>
                  <a:pt x="17207" y="6853"/>
                  <a:pt x="16784" y="7478"/>
                </a:cubicBezTo>
                <a:cubicBezTo>
                  <a:pt x="16610" y="7736"/>
                  <a:pt x="16549" y="8067"/>
                  <a:pt x="16618" y="8379"/>
                </a:cubicBezTo>
                <a:cubicBezTo>
                  <a:pt x="16817" y="9273"/>
                  <a:pt x="16689" y="9648"/>
                  <a:pt x="16656" y="9723"/>
                </a:cubicBezTo>
                <a:cubicBezTo>
                  <a:pt x="16631" y="9754"/>
                  <a:pt x="16607" y="9786"/>
                  <a:pt x="16584" y="9820"/>
                </a:cubicBezTo>
                <a:cubicBezTo>
                  <a:pt x="16565" y="9848"/>
                  <a:pt x="16497" y="9929"/>
                  <a:pt x="16447" y="9988"/>
                </a:cubicBezTo>
                <a:cubicBezTo>
                  <a:pt x="16023" y="10488"/>
                  <a:pt x="15236" y="11419"/>
                  <a:pt x="15236" y="13291"/>
                </a:cubicBezTo>
                <a:cubicBezTo>
                  <a:pt x="15236" y="15520"/>
                  <a:pt x="16851" y="16555"/>
                  <a:pt x="17757" y="16810"/>
                </a:cubicBezTo>
                <a:cubicBezTo>
                  <a:pt x="19050" y="17307"/>
                  <a:pt x="20311" y="17926"/>
                  <a:pt x="20570" y="19440"/>
                </a:cubicBezTo>
                <a:lnTo>
                  <a:pt x="17464" y="19440"/>
                </a:lnTo>
                <a:cubicBezTo>
                  <a:pt x="17553" y="19773"/>
                  <a:pt x="17615" y="20132"/>
                  <a:pt x="17645" y="20520"/>
                </a:cubicBezTo>
                <a:lnTo>
                  <a:pt x="21152" y="20520"/>
                </a:lnTo>
                <a:cubicBezTo>
                  <a:pt x="21600" y="20520"/>
                  <a:pt x="21600" y="20034"/>
                  <a:pt x="21600" y="20034"/>
                </a:cubicBezTo>
                <a:cubicBezTo>
                  <a:pt x="21600" y="17119"/>
                  <a:pt x="19191" y="16215"/>
                  <a:pt x="18035" y="1577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5" name="Shape 2617">
            <a:extLst>
              <a:ext uri="{FF2B5EF4-FFF2-40B4-BE49-F238E27FC236}">
                <a16:creationId xmlns:a16="http://schemas.microsoft.com/office/drawing/2014/main" id="{8217FBA2-347A-3303-9510-A02F62C4E8C9}"/>
              </a:ext>
            </a:extLst>
          </p:cNvPr>
          <p:cNvSpPr/>
          <p:nvPr/>
        </p:nvSpPr>
        <p:spPr>
          <a:xfrm>
            <a:off x="7341645" y="3670280"/>
            <a:ext cx="279328" cy="228566"/>
          </a:xfrm>
          <a:custGeom>
            <a:avLst/>
            <a:gdLst/>
            <a:ahLst/>
            <a:cxnLst>
              <a:cxn ang="0">
                <a:pos x="wd2" y="hd2"/>
              </a:cxn>
              <a:cxn ang="5400000">
                <a:pos x="wd2" y="hd2"/>
              </a:cxn>
              <a:cxn ang="10800000">
                <a:pos x="wd2" y="hd2"/>
              </a:cxn>
              <a:cxn ang="16200000">
                <a:pos x="wd2" y="hd2"/>
              </a:cxn>
            </a:cxnLst>
            <a:rect l="0" t="0" r="r" b="b"/>
            <a:pathLst>
              <a:path w="21600" h="21600" extrusionOk="0">
                <a:moveTo>
                  <a:pt x="4457" y="20400"/>
                </a:moveTo>
                <a:cubicBezTo>
                  <a:pt x="4686" y="18711"/>
                  <a:pt x="5897" y="18036"/>
                  <a:pt x="7134" y="17493"/>
                </a:cubicBezTo>
                <a:lnTo>
                  <a:pt x="7173" y="17477"/>
                </a:lnTo>
                <a:cubicBezTo>
                  <a:pt x="8055" y="17190"/>
                  <a:pt x="9626" y="16039"/>
                  <a:pt x="9626" y="13569"/>
                </a:cubicBezTo>
                <a:cubicBezTo>
                  <a:pt x="9626" y="11474"/>
                  <a:pt x="8932" y="10452"/>
                  <a:pt x="8558" y="9902"/>
                </a:cubicBezTo>
                <a:cubicBezTo>
                  <a:pt x="8484" y="9791"/>
                  <a:pt x="8394" y="9649"/>
                  <a:pt x="8414" y="9680"/>
                </a:cubicBezTo>
                <a:cubicBezTo>
                  <a:pt x="8384" y="9599"/>
                  <a:pt x="8237" y="9129"/>
                  <a:pt x="8449" y="8035"/>
                </a:cubicBezTo>
                <a:cubicBezTo>
                  <a:pt x="8549" y="7522"/>
                  <a:pt x="8380" y="7241"/>
                  <a:pt x="8380" y="7241"/>
                </a:cubicBezTo>
                <a:cubicBezTo>
                  <a:pt x="8112" y="6505"/>
                  <a:pt x="7614" y="5133"/>
                  <a:pt x="7988" y="4025"/>
                </a:cubicBezTo>
                <a:cubicBezTo>
                  <a:pt x="8490" y="2492"/>
                  <a:pt x="8935" y="2190"/>
                  <a:pt x="9741" y="1747"/>
                </a:cubicBezTo>
                <a:cubicBezTo>
                  <a:pt x="9788" y="1721"/>
                  <a:pt x="9834" y="1691"/>
                  <a:pt x="9877" y="1657"/>
                </a:cubicBezTo>
                <a:cubicBezTo>
                  <a:pt x="10029" y="1535"/>
                  <a:pt x="10674" y="1200"/>
                  <a:pt x="11403" y="1200"/>
                </a:cubicBezTo>
                <a:cubicBezTo>
                  <a:pt x="11768" y="1200"/>
                  <a:pt x="12075" y="1285"/>
                  <a:pt x="12318" y="1454"/>
                </a:cubicBezTo>
                <a:cubicBezTo>
                  <a:pt x="12610" y="1655"/>
                  <a:pt x="12890" y="2039"/>
                  <a:pt x="13313" y="3271"/>
                </a:cubicBezTo>
                <a:cubicBezTo>
                  <a:pt x="14101" y="5469"/>
                  <a:pt x="13602" y="6698"/>
                  <a:pt x="13350" y="7124"/>
                </a:cubicBezTo>
                <a:cubicBezTo>
                  <a:pt x="13183" y="7407"/>
                  <a:pt x="13126" y="7764"/>
                  <a:pt x="13191" y="8102"/>
                </a:cubicBezTo>
                <a:cubicBezTo>
                  <a:pt x="13386" y="9109"/>
                  <a:pt x="13260" y="9534"/>
                  <a:pt x="13227" y="9619"/>
                </a:cubicBezTo>
                <a:cubicBezTo>
                  <a:pt x="13219" y="9631"/>
                  <a:pt x="13101" y="9814"/>
                  <a:pt x="13041" y="9902"/>
                </a:cubicBezTo>
                <a:cubicBezTo>
                  <a:pt x="12668" y="10452"/>
                  <a:pt x="11973" y="11474"/>
                  <a:pt x="11973" y="13569"/>
                </a:cubicBezTo>
                <a:cubicBezTo>
                  <a:pt x="11973" y="16039"/>
                  <a:pt x="13545" y="17190"/>
                  <a:pt x="14427" y="17477"/>
                </a:cubicBezTo>
                <a:lnTo>
                  <a:pt x="14466" y="17493"/>
                </a:lnTo>
                <a:cubicBezTo>
                  <a:pt x="15703" y="18036"/>
                  <a:pt x="16914" y="18711"/>
                  <a:pt x="17143" y="20400"/>
                </a:cubicBezTo>
                <a:cubicBezTo>
                  <a:pt x="17143" y="20400"/>
                  <a:pt x="4457" y="20400"/>
                  <a:pt x="4457" y="20400"/>
                </a:cubicBezTo>
                <a:close/>
                <a:moveTo>
                  <a:pt x="14715" y="16328"/>
                </a:moveTo>
                <a:cubicBezTo>
                  <a:pt x="14715" y="16328"/>
                  <a:pt x="12955" y="15815"/>
                  <a:pt x="12955" y="13569"/>
                </a:cubicBezTo>
                <a:cubicBezTo>
                  <a:pt x="12955" y="11596"/>
                  <a:pt x="13678" y="10901"/>
                  <a:pt x="13957" y="10421"/>
                </a:cubicBezTo>
                <a:cubicBezTo>
                  <a:pt x="13957" y="10421"/>
                  <a:pt x="14531" y="9807"/>
                  <a:pt x="14146" y="7826"/>
                </a:cubicBezTo>
                <a:cubicBezTo>
                  <a:pt x="14787" y="6740"/>
                  <a:pt x="14995" y="4972"/>
                  <a:pt x="14211" y="2789"/>
                </a:cubicBezTo>
                <a:cubicBezTo>
                  <a:pt x="13774" y="1514"/>
                  <a:pt x="13389" y="815"/>
                  <a:pt x="12801" y="409"/>
                </a:cubicBezTo>
                <a:cubicBezTo>
                  <a:pt x="12370" y="110"/>
                  <a:pt x="11880" y="0"/>
                  <a:pt x="11403" y="0"/>
                </a:cubicBezTo>
                <a:cubicBezTo>
                  <a:pt x="10516" y="0"/>
                  <a:pt x="9675" y="384"/>
                  <a:pt x="9339" y="653"/>
                </a:cubicBezTo>
                <a:cubicBezTo>
                  <a:pt x="8357" y="1192"/>
                  <a:pt x="7697" y="1688"/>
                  <a:pt x="7077" y="3579"/>
                </a:cubicBezTo>
                <a:cubicBezTo>
                  <a:pt x="6540" y="5168"/>
                  <a:pt x="7179" y="6892"/>
                  <a:pt x="7494" y="7758"/>
                </a:cubicBezTo>
                <a:cubicBezTo>
                  <a:pt x="7110" y="9740"/>
                  <a:pt x="7642" y="10421"/>
                  <a:pt x="7642" y="10421"/>
                </a:cubicBezTo>
                <a:cubicBezTo>
                  <a:pt x="7922" y="10901"/>
                  <a:pt x="8644" y="11596"/>
                  <a:pt x="8644" y="13569"/>
                </a:cubicBezTo>
                <a:cubicBezTo>
                  <a:pt x="8644" y="15815"/>
                  <a:pt x="6885" y="16328"/>
                  <a:pt x="6885" y="16328"/>
                </a:cubicBezTo>
                <a:cubicBezTo>
                  <a:pt x="5768" y="16819"/>
                  <a:pt x="3436" y="17760"/>
                  <a:pt x="3436" y="21000"/>
                </a:cubicBezTo>
                <a:cubicBezTo>
                  <a:pt x="3436" y="21000"/>
                  <a:pt x="3436" y="21600"/>
                  <a:pt x="3927" y="21600"/>
                </a:cubicBezTo>
                <a:lnTo>
                  <a:pt x="17673" y="21600"/>
                </a:lnTo>
                <a:cubicBezTo>
                  <a:pt x="18164" y="21600"/>
                  <a:pt x="18164" y="21000"/>
                  <a:pt x="18164" y="21000"/>
                </a:cubicBezTo>
                <a:cubicBezTo>
                  <a:pt x="18164" y="17760"/>
                  <a:pt x="15832" y="16819"/>
                  <a:pt x="14715" y="16328"/>
                </a:cubicBezTo>
                <a:moveTo>
                  <a:pt x="19516" y="15006"/>
                </a:moveTo>
                <a:cubicBezTo>
                  <a:pt x="19516" y="15006"/>
                  <a:pt x="18416" y="14701"/>
                  <a:pt x="18416" y="12954"/>
                </a:cubicBezTo>
                <a:cubicBezTo>
                  <a:pt x="18416" y="11419"/>
                  <a:pt x="18794" y="10879"/>
                  <a:pt x="19017" y="10506"/>
                </a:cubicBezTo>
                <a:cubicBezTo>
                  <a:pt x="19017" y="10506"/>
                  <a:pt x="19443" y="9975"/>
                  <a:pt x="19136" y="8435"/>
                </a:cubicBezTo>
                <a:cubicBezTo>
                  <a:pt x="19388" y="7760"/>
                  <a:pt x="19900" y="6419"/>
                  <a:pt x="19470" y="5184"/>
                </a:cubicBezTo>
                <a:cubicBezTo>
                  <a:pt x="18974" y="3714"/>
                  <a:pt x="18645" y="3327"/>
                  <a:pt x="17860" y="2908"/>
                </a:cubicBezTo>
                <a:cubicBezTo>
                  <a:pt x="17591" y="2699"/>
                  <a:pt x="16918" y="2400"/>
                  <a:pt x="16208" y="2400"/>
                </a:cubicBezTo>
                <a:cubicBezTo>
                  <a:pt x="15873" y="2400"/>
                  <a:pt x="15531" y="2473"/>
                  <a:pt x="15218" y="2647"/>
                </a:cubicBezTo>
                <a:cubicBezTo>
                  <a:pt x="15343" y="3035"/>
                  <a:pt x="15449" y="3420"/>
                  <a:pt x="15525" y="3799"/>
                </a:cubicBezTo>
                <a:cubicBezTo>
                  <a:pt x="15537" y="3790"/>
                  <a:pt x="15550" y="3779"/>
                  <a:pt x="15563" y="3770"/>
                </a:cubicBezTo>
                <a:cubicBezTo>
                  <a:pt x="15730" y="3657"/>
                  <a:pt x="15948" y="3600"/>
                  <a:pt x="16208" y="3600"/>
                </a:cubicBezTo>
                <a:cubicBezTo>
                  <a:pt x="16716" y="3600"/>
                  <a:pt x="17211" y="3825"/>
                  <a:pt x="17332" y="3919"/>
                </a:cubicBezTo>
                <a:cubicBezTo>
                  <a:pt x="17375" y="3953"/>
                  <a:pt x="17421" y="3983"/>
                  <a:pt x="17467" y="4008"/>
                </a:cubicBezTo>
                <a:cubicBezTo>
                  <a:pt x="17950" y="4265"/>
                  <a:pt x="18131" y="4362"/>
                  <a:pt x="18562" y="5641"/>
                </a:cubicBezTo>
                <a:cubicBezTo>
                  <a:pt x="18822" y="6387"/>
                  <a:pt x="18452" y="7378"/>
                  <a:pt x="18253" y="7911"/>
                </a:cubicBezTo>
                <a:cubicBezTo>
                  <a:pt x="18161" y="8156"/>
                  <a:pt x="18130" y="8457"/>
                  <a:pt x="18182" y="8718"/>
                </a:cubicBezTo>
                <a:cubicBezTo>
                  <a:pt x="18316" y="9392"/>
                  <a:pt x="18254" y="9706"/>
                  <a:pt x="18232" y="9784"/>
                </a:cubicBezTo>
                <a:cubicBezTo>
                  <a:pt x="18230" y="9788"/>
                  <a:pt x="18227" y="9793"/>
                  <a:pt x="18224" y="9798"/>
                </a:cubicBezTo>
                <a:lnTo>
                  <a:pt x="18191" y="9853"/>
                </a:lnTo>
                <a:cubicBezTo>
                  <a:pt x="17926" y="10290"/>
                  <a:pt x="17434" y="11106"/>
                  <a:pt x="17434" y="12954"/>
                </a:cubicBezTo>
                <a:cubicBezTo>
                  <a:pt x="17434" y="15019"/>
                  <a:pt x="18570" y="15933"/>
                  <a:pt x="19229" y="16155"/>
                </a:cubicBezTo>
                <a:cubicBezTo>
                  <a:pt x="19856" y="16429"/>
                  <a:pt x="20435" y="16859"/>
                  <a:pt x="20582" y="17999"/>
                </a:cubicBezTo>
                <a:lnTo>
                  <a:pt x="18459" y="18000"/>
                </a:lnTo>
                <a:cubicBezTo>
                  <a:pt x="18647" y="18353"/>
                  <a:pt x="18802" y="18755"/>
                  <a:pt x="18920" y="19200"/>
                </a:cubicBezTo>
                <a:lnTo>
                  <a:pt x="21109" y="19199"/>
                </a:lnTo>
                <a:cubicBezTo>
                  <a:pt x="21600" y="19199"/>
                  <a:pt x="21600" y="18599"/>
                  <a:pt x="21600" y="18599"/>
                </a:cubicBezTo>
                <a:cubicBezTo>
                  <a:pt x="21600" y="16199"/>
                  <a:pt x="20410" y="15388"/>
                  <a:pt x="19516" y="15006"/>
                </a:cubicBezTo>
                <a:moveTo>
                  <a:pt x="2371" y="16155"/>
                </a:moveTo>
                <a:cubicBezTo>
                  <a:pt x="3030" y="15933"/>
                  <a:pt x="4166" y="15019"/>
                  <a:pt x="4166" y="12954"/>
                </a:cubicBezTo>
                <a:cubicBezTo>
                  <a:pt x="4166" y="11106"/>
                  <a:pt x="3673" y="10290"/>
                  <a:pt x="3409" y="9853"/>
                </a:cubicBezTo>
                <a:lnTo>
                  <a:pt x="3376" y="9798"/>
                </a:lnTo>
                <a:cubicBezTo>
                  <a:pt x="3373" y="9793"/>
                  <a:pt x="3370" y="9788"/>
                  <a:pt x="3367" y="9784"/>
                </a:cubicBezTo>
                <a:cubicBezTo>
                  <a:pt x="3346" y="9706"/>
                  <a:pt x="3283" y="9392"/>
                  <a:pt x="3418" y="8718"/>
                </a:cubicBezTo>
                <a:cubicBezTo>
                  <a:pt x="3470" y="8457"/>
                  <a:pt x="3439" y="8156"/>
                  <a:pt x="3347" y="7911"/>
                </a:cubicBezTo>
                <a:cubicBezTo>
                  <a:pt x="3148" y="7378"/>
                  <a:pt x="2778" y="6387"/>
                  <a:pt x="3038" y="5641"/>
                </a:cubicBezTo>
                <a:cubicBezTo>
                  <a:pt x="3469" y="4362"/>
                  <a:pt x="3649" y="4265"/>
                  <a:pt x="4133" y="4008"/>
                </a:cubicBezTo>
                <a:cubicBezTo>
                  <a:pt x="4180" y="3983"/>
                  <a:pt x="4225" y="3953"/>
                  <a:pt x="4268" y="3919"/>
                </a:cubicBezTo>
                <a:cubicBezTo>
                  <a:pt x="4389" y="3825"/>
                  <a:pt x="4884" y="3600"/>
                  <a:pt x="5392" y="3600"/>
                </a:cubicBezTo>
                <a:cubicBezTo>
                  <a:pt x="5636" y="3600"/>
                  <a:pt x="5839" y="3655"/>
                  <a:pt x="6002" y="3755"/>
                </a:cubicBezTo>
                <a:cubicBezTo>
                  <a:pt x="6045" y="3548"/>
                  <a:pt x="6096" y="3341"/>
                  <a:pt x="6165" y="3134"/>
                </a:cubicBezTo>
                <a:cubicBezTo>
                  <a:pt x="6225" y="2950"/>
                  <a:pt x="6289" y="2793"/>
                  <a:pt x="6351" y="2630"/>
                </a:cubicBezTo>
                <a:cubicBezTo>
                  <a:pt x="6046" y="2468"/>
                  <a:pt x="5716" y="2400"/>
                  <a:pt x="5392" y="2400"/>
                </a:cubicBezTo>
                <a:cubicBezTo>
                  <a:pt x="4682" y="2400"/>
                  <a:pt x="4009" y="2699"/>
                  <a:pt x="3740" y="2908"/>
                </a:cubicBezTo>
                <a:cubicBezTo>
                  <a:pt x="2955" y="3327"/>
                  <a:pt x="2625" y="3714"/>
                  <a:pt x="2130" y="5184"/>
                </a:cubicBezTo>
                <a:cubicBezTo>
                  <a:pt x="1700" y="6419"/>
                  <a:pt x="2212" y="7760"/>
                  <a:pt x="2464" y="8435"/>
                </a:cubicBezTo>
                <a:cubicBezTo>
                  <a:pt x="2156" y="9975"/>
                  <a:pt x="2583" y="10506"/>
                  <a:pt x="2583" y="10506"/>
                </a:cubicBezTo>
                <a:cubicBezTo>
                  <a:pt x="2806" y="10879"/>
                  <a:pt x="3185" y="11419"/>
                  <a:pt x="3185" y="12954"/>
                </a:cubicBezTo>
                <a:cubicBezTo>
                  <a:pt x="3185" y="14701"/>
                  <a:pt x="2084" y="15006"/>
                  <a:pt x="2084" y="15006"/>
                </a:cubicBezTo>
                <a:cubicBezTo>
                  <a:pt x="1191" y="15388"/>
                  <a:pt x="0" y="16199"/>
                  <a:pt x="0" y="18599"/>
                </a:cubicBezTo>
                <a:cubicBezTo>
                  <a:pt x="0" y="18599"/>
                  <a:pt x="0" y="19199"/>
                  <a:pt x="491" y="19199"/>
                </a:cubicBezTo>
                <a:lnTo>
                  <a:pt x="2680" y="19200"/>
                </a:lnTo>
                <a:cubicBezTo>
                  <a:pt x="2798" y="18755"/>
                  <a:pt x="2952" y="18353"/>
                  <a:pt x="3141" y="18000"/>
                </a:cubicBezTo>
                <a:lnTo>
                  <a:pt x="1018" y="17999"/>
                </a:lnTo>
                <a:cubicBezTo>
                  <a:pt x="1165" y="16859"/>
                  <a:pt x="1744" y="16429"/>
                  <a:pt x="2371" y="1615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6" name="Shape 2618">
            <a:extLst>
              <a:ext uri="{FF2B5EF4-FFF2-40B4-BE49-F238E27FC236}">
                <a16:creationId xmlns:a16="http://schemas.microsoft.com/office/drawing/2014/main" id="{C78B2938-1070-9EAD-E6F5-2AB53E19FFB7}"/>
              </a:ext>
            </a:extLst>
          </p:cNvPr>
          <p:cNvSpPr/>
          <p:nvPr/>
        </p:nvSpPr>
        <p:spPr>
          <a:xfrm>
            <a:off x="7874906" y="3644887"/>
            <a:ext cx="279301" cy="279341"/>
          </a:xfrm>
          <a:custGeom>
            <a:avLst/>
            <a:gdLst/>
            <a:ahLst/>
            <a:cxnLst>
              <a:cxn ang="0">
                <a:pos x="wd2" y="hd2"/>
              </a:cxn>
              <a:cxn ang="5400000">
                <a:pos x="wd2" y="hd2"/>
              </a:cxn>
              <a:cxn ang="10800000">
                <a:pos x="wd2" y="hd2"/>
              </a:cxn>
              <a:cxn ang="16200000">
                <a:pos x="wd2" y="hd2"/>
              </a:cxn>
            </a:cxnLst>
            <a:rect l="0" t="0" r="r" b="b"/>
            <a:pathLst>
              <a:path w="21278" h="21600" extrusionOk="0">
                <a:moveTo>
                  <a:pt x="2560" y="18308"/>
                </a:moveTo>
                <a:cubicBezTo>
                  <a:pt x="2472" y="18397"/>
                  <a:pt x="2418" y="18520"/>
                  <a:pt x="2418" y="18655"/>
                </a:cubicBezTo>
                <a:cubicBezTo>
                  <a:pt x="2418" y="18926"/>
                  <a:pt x="2635" y="19146"/>
                  <a:pt x="2902" y="19146"/>
                </a:cubicBezTo>
                <a:cubicBezTo>
                  <a:pt x="3169" y="19146"/>
                  <a:pt x="3385" y="18926"/>
                  <a:pt x="3385" y="18655"/>
                </a:cubicBezTo>
                <a:cubicBezTo>
                  <a:pt x="3385" y="18384"/>
                  <a:pt x="3169" y="18164"/>
                  <a:pt x="2902" y="18164"/>
                </a:cubicBezTo>
                <a:cubicBezTo>
                  <a:pt x="2768" y="18164"/>
                  <a:pt x="2647" y="18219"/>
                  <a:pt x="2560" y="18308"/>
                </a:cubicBezTo>
                <a:moveTo>
                  <a:pt x="20499" y="4279"/>
                </a:moveTo>
                <a:lnTo>
                  <a:pt x="20091" y="4692"/>
                </a:lnTo>
                <a:lnTo>
                  <a:pt x="20088" y="4688"/>
                </a:lnTo>
                <a:lnTo>
                  <a:pt x="17670" y="7143"/>
                </a:lnTo>
                <a:lnTo>
                  <a:pt x="17664" y="7137"/>
                </a:lnTo>
                <a:cubicBezTo>
                  <a:pt x="17227" y="7580"/>
                  <a:pt x="16624" y="7853"/>
                  <a:pt x="15958" y="7853"/>
                </a:cubicBezTo>
                <a:cubicBezTo>
                  <a:pt x="14624" y="7853"/>
                  <a:pt x="13543" y="6755"/>
                  <a:pt x="13543" y="5401"/>
                </a:cubicBezTo>
                <a:cubicBezTo>
                  <a:pt x="13543" y="4725"/>
                  <a:pt x="13813" y="4113"/>
                  <a:pt x="14248" y="3670"/>
                </a:cubicBezTo>
                <a:lnTo>
                  <a:pt x="13563" y="2975"/>
                </a:lnTo>
                <a:cubicBezTo>
                  <a:pt x="12951" y="3596"/>
                  <a:pt x="12571" y="4452"/>
                  <a:pt x="12571" y="5401"/>
                </a:cubicBezTo>
                <a:cubicBezTo>
                  <a:pt x="12571" y="7300"/>
                  <a:pt x="14087" y="8840"/>
                  <a:pt x="15958" y="8840"/>
                </a:cubicBezTo>
                <a:cubicBezTo>
                  <a:pt x="16893" y="8840"/>
                  <a:pt x="17737" y="8454"/>
                  <a:pt x="18348" y="7832"/>
                </a:cubicBezTo>
                <a:lnTo>
                  <a:pt x="18353" y="7837"/>
                </a:lnTo>
                <a:lnTo>
                  <a:pt x="20152" y="6011"/>
                </a:lnTo>
                <a:cubicBezTo>
                  <a:pt x="20516" y="7368"/>
                  <a:pt x="20343" y="8670"/>
                  <a:pt x="19540" y="9505"/>
                </a:cubicBezTo>
                <a:lnTo>
                  <a:pt x="16947" y="12198"/>
                </a:lnTo>
                <a:cubicBezTo>
                  <a:pt x="16605" y="12553"/>
                  <a:pt x="16104" y="12766"/>
                  <a:pt x="15610" y="12766"/>
                </a:cubicBezTo>
                <a:cubicBezTo>
                  <a:pt x="15590" y="12765"/>
                  <a:pt x="13953" y="12652"/>
                  <a:pt x="12318" y="11611"/>
                </a:cubicBezTo>
                <a:lnTo>
                  <a:pt x="12314" y="11620"/>
                </a:lnTo>
                <a:cubicBezTo>
                  <a:pt x="12239" y="11572"/>
                  <a:pt x="12155" y="11537"/>
                  <a:pt x="12060" y="11537"/>
                </a:cubicBezTo>
                <a:cubicBezTo>
                  <a:pt x="11897" y="11537"/>
                  <a:pt x="11759" y="11625"/>
                  <a:pt x="11671" y="11753"/>
                </a:cubicBezTo>
                <a:lnTo>
                  <a:pt x="11654" y="11742"/>
                </a:lnTo>
                <a:lnTo>
                  <a:pt x="4270" y="20043"/>
                </a:lnTo>
                <a:cubicBezTo>
                  <a:pt x="3919" y="20399"/>
                  <a:pt x="3436" y="20618"/>
                  <a:pt x="2902" y="20618"/>
                </a:cubicBezTo>
                <a:cubicBezTo>
                  <a:pt x="1833" y="20618"/>
                  <a:pt x="967" y="19740"/>
                  <a:pt x="967" y="18655"/>
                </a:cubicBezTo>
                <a:cubicBezTo>
                  <a:pt x="967" y="18113"/>
                  <a:pt x="1184" y="17622"/>
                  <a:pt x="1534" y="17267"/>
                </a:cubicBezTo>
                <a:lnTo>
                  <a:pt x="9684" y="9801"/>
                </a:lnTo>
                <a:lnTo>
                  <a:pt x="9671" y="9786"/>
                </a:lnTo>
                <a:cubicBezTo>
                  <a:pt x="9796" y="9698"/>
                  <a:pt x="9884" y="9557"/>
                  <a:pt x="9884" y="9389"/>
                </a:cubicBezTo>
                <a:cubicBezTo>
                  <a:pt x="9884" y="9283"/>
                  <a:pt x="9844" y="9190"/>
                  <a:pt x="9787" y="9110"/>
                </a:cubicBezTo>
                <a:lnTo>
                  <a:pt x="9790" y="9107"/>
                </a:lnTo>
                <a:cubicBezTo>
                  <a:pt x="8390" y="7219"/>
                  <a:pt x="8340" y="5816"/>
                  <a:pt x="9546" y="4488"/>
                </a:cubicBezTo>
                <a:lnTo>
                  <a:pt x="12130" y="1805"/>
                </a:lnTo>
                <a:cubicBezTo>
                  <a:pt x="12785" y="1125"/>
                  <a:pt x="13641" y="982"/>
                  <a:pt x="14244" y="982"/>
                </a:cubicBezTo>
                <a:lnTo>
                  <a:pt x="14246" y="982"/>
                </a:lnTo>
                <a:cubicBezTo>
                  <a:pt x="14611" y="982"/>
                  <a:pt x="14988" y="1037"/>
                  <a:pt x="15366" y="1136"/>
                </a:cubicBezTo>
                <a:lnTo>
                  <a:pt x="13559" y="2970"/>
                </a:lnTo>
                <a:lnTo>
                  <a:pt x="14243" y="3664"/>
                </a:lnTo>
                <a:lnTo>
                  <a:pt x="16661" y="1210"/>
                </a:lnTo>
                <a:lnTo>
                  <a:pt x="16657" y="1206"/>
                </a:lnTo>
                <a:lnTo>
                  <a:pt x="17082" y="775"/>
                </a:lnTo>
                <a:cubicBezTo>
                  <a:pt x="16139" y="269"/>
                  <a:pt x="15160" y="0"/>
                  <a:pt x="14246" y="0"/>
                </a:cubicBezTo>
                <a:lnTo>
                  <a:pt x="14244" y="0"/>
                </a:lnTo>
                <a:cubicBezTo>
                  <a:pt x="13167" y="0"/>
                  <a:pt x="12182" y="361"/>
                  <a:pt x="11460" y="1111"/>
                </a:cubicBezTo>
                <a:lnTo>
                  <a:pt x="8867" y="3804"/>
                </a:lnTo>
                <a:cubicBezTo>
                  <a:pt x="7163" y="5672"/>
                  <a:pt x="7613" y="7584"/>
                  <a:pt x="8769" y="9315"/>
                </a:cubicBezTo>
                <a:lnTo>
                  <a:pt x="850" y="16572"/>
                </a:lnTo>
                <a:cubicBezTo>
                  <a:pt x="325" y="17106"/>
                  <a:pt x="0" y="17842"/>
                  <a:pt x="0" y="18655"/>
                </a:cubicBezTo>
                <a:cubicBezTo>
                  <a:pt x="0" y="20282"/>
                  <a:pt x="1299" y="21600"/>
                  <a:pt x="2902" y="21600"/>
                </a:cubicBezTo>
                <a:cubicBezTo>
                  <a:pt x="3703" y="21600"/>
                  <a:pt x="4429" y="21271"/>
                  <a:pt x="4954" y="20738"/>
                </a:cubicBezTo>
                <a:lnTo>
                  <a:pt x="12160" y="12652"/>
                </a:lnTo>
                <a:cubicBezTo>
                  <a:pt x="13800" y="13590"/>
                  <a:pt x="15363" y="13747"/>
                  <a:pt x="15606" y="13747"/>
                </a:cubicBezTo>
                <a:cubicBezTo>
                  <a:pt x="16313" y="13747"/>
                  <a:pt x="17067" y="13463"/>
                  <a:pt x="17617" y="12892"/>
                </a:cubicBezTo>
                <a:lnTo>
                  <a:pt x="20209" y="10198"/>
                </a:lnTo>
                <a:cubicBezTo>
                  <a:pt x="21560" y="8795"/>
                  <a:pt x="21600" y="6433"/>
                  <a:pt x="20499" y="427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7" name="Shape 2619">
            <a:extLst>
              <a:ext uri="{FF2B5EF4-FFF2-40B4-BE49-F238E27FC236}">
                <a16:creationId xmlns:a16="http://schemas.microsoft.com/office/drawing/2014/main" id="{0B5C1BF4-79A8-7C7E-B880-90A83448E31A}"/>
              </a:ext>
            </a:extLst>
          </p:cNvPr>
          <p:cNvSpPr/>
          <p:nvPr/>
        </p:nvSpPr>
        <p:spPr>
          <a:xfrm>
            <a:off x="8408167" y="3644887"/>
            <a:ext cx="279328" cy="279326"/>
          </a:xfrm>
          <a:custGeom>
            <a:avLst/>
            <a:gdLst/>
            <a:ahLst/>
            <a:cxnLst>
              <a:cxn ang="0">
                <a:pos x="wd2" y="hd2"/>
              </a:cxn>
              <a:cxn ang="5400000">
                <a:pos x="wd2" y="hd2"/>
              </a:cxn>
              <a:cxn ang="10800000">
                <a:pos x="wd2" y="hd2"/>
              </a:cxn>
              <a:cxn ang="16200000">
                <a:pos x="wd2" y="hd2"/>
              </a:cxn>
            </a:cxnLst>
            <a:rect l="0" t="0" r="r" b="b"/>
            <a:pathLst>
              <a:path w="21600" h="21583" extrusionOk="0">
                <a:moveTo>
                  <a:pt x="12364" y="11941"/>
                </a:moveTo>
                <a:lnTo>
                  <a:pt x="13062" y="14033"/>
                </a:lnTo>
                <a:lnTo>
                  <a:pt x="11365" y="12790"/>
                </a:lnTo>
                <a:lnTo>
                  <a:pt x="10785" y="12365"/>
                </a:lnTo>
                <a:lnTo>
                  <a:pt x="10205" y="12790"/>
                </a:lnTo>
                <a:lnTo>
                  <a:pt x="8508" y="14033"/>
                </a:lnTo>
                <a:lnTo>
                  <a:pt x="9206" y="11941"/>
                </a:lnTo>
                <a:lnTo>
                  <a:pt x="9426" y="11282"/>
                </a:lnTo>
                <a:lnTo>
                  <a:pt x="8877" y="10856"/>
                </a:lnTo>
                <a:lnTo>
                  <a:pt x="7511" y="9794"/>
                </a:lnTo>
                <a:lnTo>
                  <a:pt x="9790" y="9794"/>
                </a:lnTo>
                <a:lnTo>
                  <a:pt x="10030" y="9160"/>
                </a:lnTo>
                <a:lnTo>
                  <a:pt x="10785" y="7162"/>
                </a:lnTo>
                <a:lnTo>
                  <a:pt x="11540" y="9160"/>
                </a:lnTo>
                <a:lnTo>
                  <a:pt x="11779" y="9794"/>
                </a:lnTo>
                <a:lnTo>
                  <a:pt x="14059" y="9794"/>
                </a:lnTo>
                <a:lnTo>
                  <a:pt x="12692" y="10856"/>
                </a:lnTo>
                <a:lnTo>
                  <a:pt x="12144" y="11282"/>
                </a:lnTo>
                <a:cubicBezTo>
                  <a:pt x="12144" y="11282"/>
                  <a:pt x="12364" y="11941"/>
                  <a:pt x="12364" y="11941"/>
                </a:cubicBezTo>
                <a:close/>
                <a:moveTo>
                  <a:pt x="12458" y="8813"/>
                </a:moveTo>
                <a:lnTo>
                  <a:pt x="10785" y="4384"/>
                </a:lnTo>
                <a:lnTo>
                  <a:pt x="9111" y="8813"/>
                </a:lnTo>
                <a:lnTo>
                  <a:pt x="4649" y="8813"/>
                </a:lnTo>
                <a:lnTo>
                  <a:pt x="8275" y="11631"/>
                </a:lnTo>
                <a:lnTo>
                  <a:pt x="6601" y="16647"/>
                </a:lnTo>
                <a:lnTo>
                  <a:pt x="10785" y="13582"/>
                </a:lnTo>
                <a:lnTo>
                  <a:pt x="14969" y="16647"/>
                </a:lnTo>
                <a:lnTo>
                  <a:pt x="13295" y="11631"/>
                </a:lnTo>
                <a:lnTo>
                  <a:pt x="16921" y="8813"/>
                </a:lnTo>
                <a:cubicBezTo>
                  <a:pt x="16921" y="8813"/>
                  <a:pt x="12458" y="8813"/>
                  <a:pt x="12458" y="8813"/>
                </a:cubicBezTo>
                <a:close/>
                <a:moveTo>
                  <a:pt x="10800" y="20592"/>
                </a:moveTo>
                <a:cubicBezTo>
                  <a:pt x="9796" y="20381"/>
                  <a:pt x="982" y="17399"/>
                  <a:pt x="982" y="12263"/>
                </a:cubicBezTo>
                <a:cubicBezTo>
                  <a:pt x="982" y="7469"/>
                  <a:pt x="2322" y="2919"/>
                  <a:pt x="2778" y="1179"/>
                </a:cubicBezTo>
                <a:cubicBezTo>
                  <a:pt x="4022" y="1719"/>
                  <a:pt x="7232" y="2943"/>
                  <a:pt x="10800" y="2943"/>
                </a:cubicBezTo>
                <a:cubicBezTo>
                  <a:pt x="14368" y="2943"/>
                  <a:pt x="17579" y="1719"/>
                  <a:pt x="18823" y="1179"/>
                </a:cubicBezTo>
                <a:cubicBezTo>
                  <a:pt x="19278" y="2918"/>
                  <a:pt x="20618" y="7466"/>
                  <a:pt x="20618" y="12263"/>
                </a:cubicBezTo>
                <a:cubicBezTo>
                  <a:pt x="20618" y="17393"/>
                  <a:pt x="11803" y="20381"/>
                  <a:pt x="10800" y="20592"/>
                </a:cubicBezTo>
                <a:moveTo>
                  <a:pt x="19618" y="356"/>
                </a:moveTo>
                <a:cubicBezTo>
                  <a:pt x="19577" y="216"/>
                  <a:pt x="19477" y="101"/>
                  <a:pt x="19343" y="42"/>
                </a:cubicBezTo>
                <a:cubicBezTo>
                  <a:pt x="19210" y="-17"/>
                  <a:pt x="19057" y="-13"/>
                  <a:pt x="18926" y="52"/>
                </a:cubicBezTo>
                <a:cubicBezTo>
                  <a:pt x="18888" y="71"/>
                  <a:pt x="15053" y="1962"/>
                  <a:pt x="10800" y="1962"/>
                </a:cubicBezTo>
                <a:cubicBezTo>
                  <a:pt x="6556" y="1962"/>
                  <a:pt x="2712" y="71"/>
                  <a:pt x="2674" y="52"/>
                </a:cubicBezTo>
                <a:cubicBezTo>
                  <a:pt x="2543" y="-13"/>
                  <a:pt x="2391" y="-17"/>
                  <a:pt x="2257" y="42"/>
                </a:cubicBezTo>
                <a:cubicBezTo>
                  <a:pt x="2124" y="101"/>
                  <a:pt x="2023" y="216"/>
                  <a:pt x="1983" y="356"/>
                </a:cubicBezTo>
                <a:cubicBezTo>
                  <a:pt x="1963" y="426"/>
                  <a:pt x="0" y="6376"/>
                  <a:pt x="0" y="12263"/>
                </a:cubicBezTo>
                <a:cubicBezTo>
                  <a:pt x="0" y="18484"/>
                  <a:pt x="10271" y="21491"/>
                  <a:pt x="10708" y="21575"/>
                </a:cubicBezTo>
                <a:cubicBezTo>
                  <a:pt x="10739" y="21580"/>
                  <a:pt x="10770" y="21583"/>
                  <a:pt x="10800" y="21583"/>
                </a:cubicBezTo>
                <a:cubicBezTo>
                  <a:pt x="10831" y="21583"/>
                  <a:pt x="10862" y="21580"/>
                  <a:pt x="10892" y="21575"/>
                </a:cubicBezTo>
                <a:cubicBezTo>
                  <a:pt x="11329" y="21491"/>
                  <a:pt x="21600" y="18484"/>
                  <a:pt x="21600" y="12263"/>
                </a:cubicBezTo>
                <a:cubicBezTo>
                  <a:pt x="21600" y="6376"/>
                  <a:pt x="19637" y="426"/>
                  <a:pt x="19618" y="35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8" name="Shape 2620">
            <a:extLst>
              <a:ext uri="{FF2B5EF4-FFF2-40B4-BE49-F238E27FC236}">
                <a16:creationId xmlns:a16="http://schemas.microsoft.com/office/drawing/2014/main" id="{6974805D-A2AF-7540-A499-D162B26DFB11}"/>
              </a:ext>
            </a:extLst>
          </p:cNvPr>
          <p:cNvSpPr/>
          <p:nvPr/>
        </p:nvSpPr>
        <p:spPr>
          <a:xfrm>
            <a:off x="8941428" y="3657583"/>
            <a:ext cx="279328" cy="254031"/>
          </a:xfrm>
          <a:custGeom>
            <a:avLst/>
            <a:gdLst/>
            <a:ahLst/>
            <a:cxnLst>
              <a:cxn ang="0">
                <a:pos x="wd2" y="hd2"/>
              </a:cxn>
              <a:cxn ang="5400000">
                <a:pos x="wd2" y="hd2"/>
              </a:cxn>
              <a:cxn ang="10800000">
                <a:pos x="wd2" y="hd2"/>
              </a:cxn>
              <a:cxn ang="16200000">
                <a:pos x="wd2" y="hd2"/>
              </a:cxn>
            </a:cxnLst>
            <a:rect l="0" t="0" r="r" b="b"/>
            <a:pathLst>
              <a:path w="21600" h="21144" extrusionOk="0">
                <a:moveTo>
                  <a:pt x="20618" y="7406"/>
                </a:moveTo>
                <a:lnTo>
                  <a:pt x="13580" y="7406"/>
                </a:lnTo>
                <a:cubicBezTo>
                  <a:pt x="13156" y="6803"/>
                  <a:pt x="12718" y="6095"/>
                  <a:pt x="12319" y="5293"/>
                </a:cubicBezTo>
                <a:lnTo>
                  <a:pt x="20618" y="5293"/>
                </a:lnTo>
                <a:cubicBezTo>
                  <a:pt x="20618" y="5293"/>
                  <a:pt x="20618" y="7406"/>
                  <a:pt x="20618" y="7406"/>
                </a:cubicBezTo>
                <a:close/>
                <a:moveTo>
                  <a:pt x="19636" y="13747"/>
                </a:moveTo>
                <a:lnTo>
                  <a:pt x="11291" y="13747"/>
                </a:lnTo>
                <a:lnTo>
                  <a:pt x="11291" y="8463"/>
                </a:lnTo>
                <a:lnTo>
                  <a:pt x="13090" y="8463"/>
                </a:lnTo>
                <a:cubicBezTo>
                  <a:pt x="14022" y="9712"/>
                  <a:pt x="14815" y="10437"/>
                  <a:pt x="14882" y="10497"/>
                </a:cubicBezTo>
                <a:cubicBezTo>
                  <a:pt x="15009" y="10610"/>
                  <a:pt x="15174" y="10644"/>
                  <a:pt x="15323" y="10601"/>
                </a:cubicBezTo>
                <a:cubicBezTo>
                  <a:pt x="15418" y="10574"/>
                  <a:pt x="15505" y="10516"/>
                  <a:pt x="15573" y="10429"/>
                </a:cubicBezTo>
                <a:cubicBezTo>
                  <a:pt x="15746" y="10205"/>
                  <a:pt x="15718" y="9871"/>
                  <a:pt x="15510" y="9684"/>
                </a:cubicBezTo>
                <a:cubicBezTo>
                  <a:pt x="15498" y="9674"/>
                  <a:pt x="15023" y="9238"/>
                  <a:pt x="14383" y="8463"/>
                </a:cubicBezTo>
                <a:lnTo>
                  <a:pt x="19636" y="8463"/>
                </a:lnTo>
                <a:cubicBezTo>
                  <a:pt x="19636" y="8463"/>
                  <a:pt x="19636" y="13747"/>
                  <a:pt x="19636" y="13747"/>
                </a:cubicBezTo>
                <a:close/>
                <a:moveTo>
                  <a:pt x="19636" y="20087"/>
                </a:moveTo>
                <a:lnTo>
                  <a:pt x="11291" y="20087"/>
                </a:lnTo>
                <a:lnTo>
                  <a:pt x="11291" y="14803"/>
                </a:lnTo>
                <a:lnTo>
                  <a:pt x="19636" y="14803"/>
                </a:lnTo>
                <a:cubicBezTo>
                  <a:pt x="19636" y="14803"/>
                  <a:pt x="19636" y="20087"/>
                  <a:pt x="19636" y="20087"/>
                </a:cubicBezTo>
                <a:close/>
                <a:moveTo>
                  <a:pt x="11291" y="5461"/>
                </a:moveTo>
                <a:cubicBezTo>
                  <a:pt x="11626" y="6178"/>
                  <a:pt x="11991" y="6828"/>
                  <a:pt x="12360" y="7406"/>
                </a:cubicBezTo>
                <a:lnTo>
                  <a:pt x="11291" y="7406"/>
                </a:lnTo>
                <a:cubicBezTo>
                  <a:pt x="11291" y="7406"/>
                  <a:pt x="11291" y="5461"/>
                  <a:pt x="11291" y="5461"/>
                </a:cubicBezTo>
                <a:close/>
                <a:moveTo>
                  <a:pt x="12871" y="1481"/>
                </a:moveTo>
                <a:cubicBezTo>
                  <a:pt x="14045" y="751"/>
                  <a:pt x="15436" y="979"/>
                  <a:pt x="15979" y="1990"/>
                </a:cubicBezTo>
                <a:cubicBezTo>
                  <a:pt x="16343" y="2668"/>
                  <a:pt x="16223" y="3523"/>
                  <a:pt x="15755" y="4236"/>
                </a:cubicBezTo>
                <a:lnTo>
                  <a:pt x="11845" y="4236"/>
                </a:lnTo>
                <a:cubicBezTo>
                  <a:pt x="11740" y="3975"/>
                  <a:pt x="11641" y="3708"/>
                  <a:pt x="11550" y="3432"/>
                </a:cubicBezTo>
                <a:cubicBezTo>
                  <a:pt x="11653" y="2691"/>
                  <a:pt x="12120" y="1947"/>
                  <a:pt x="12871" y="1481"/>
                </a:cubicBezTo>
                <a:moveTo>
                  <a:pt x="10309" y="7406"/>
                </a:moveTo>
                <a:lnTo>
                  <a:pt x="9224" y="7406"/>
                </a:lnTo>
                <a:cubicBezTo>
                  <a:pt x="9600" y="6819"/>
                  <a:pt x="9970" y="6158"/>
                  <a:pt x="10309" y="5429"/>
                </a:cubicBezTo>
                <a:cubicBezTo>
                  <a:pt x="10309" y="5429"/>
                  <a:pt x="10309" y="7406"/>
                  <a:pt x="10309" y="7406"/>
                </a:cubicBezTo>
                <a:close/>
                <a:moveTo>
                  <a:pt x="10309" y="13747"/>
                </a:moveTo>
                <a:lnTo>
                  <a:pt x="1964" y="13747"/>
                </a:lnTo>
                <a:lnTo>
                  <a:pt x="1964" y="8463"/>
                </a:lnTo>
                <a:lnTo>
                  <a:pt x="7202" y="8463"/>
                </a:lnTo>
                <a:cubicBezTo>
                  <a:pt x="6563" y="9238"/>
                  <a:pt x="6087" y="9674"/>
                  <a:pt x="6075" y="9684"/>
                </a:cubicBezTo>
                <a:cubicBezTo>
                  <a:pt x="5867" y="9871"/>
                  <a:pt x="5839" y="10205"/>
                  <a:pt x="6012" y="10429"/>
                </a:cubicBezTo>
                <a:cubicBezTo>
                  <a:pt x="6080" y="10516"/>
                  <a:pt x="6167" y="10574"/>
                  <a:pt x="6261" y="10601"/>
                </a:cubicBezTo>
                <a:cubicBezTo>
                  <a:pt x="6411" y="10644"/>
                  <a:pt x="6575" y="10610"/>
                  <a:pt x="6703" y="10497"/>
                </a:cubicBezTo>
                <a:cubicBezTo>
                  <a:pt x="6770" y="10437"/>
                  <a:pt x="7563" y="9712"/>
                  <a:pt x="8495" y="8463"/>
                </a:cubicBezTo>
                <a:lnTo>
                  <a:pt x="10309" y="8463"/>
                </a:lnTo>
                <a:cubicBezTo>
                  <a:pt x="10309" y="8463"/>
                  <a:pt x="10309" y="13747"/>
                  <a:pt x="10309" y="13747"/>
                </a:cubicBezTo>
                <a:close/>
                <a:moveTo>
                  <a:pt x="10309" y="20087"/>
                </a:moveTo>
                <a:lnTo>
                  <a:pt x="1964" y="20087"/>
                </a:lnTo>
                <a:lnTo>
                  <a:pt x="1964" y="14803"/>
                </a:lnTo>
                <a:lnTo>
                  <a:pt x="10309" y="14803"/>
                </a:lnTo>
                <a:cubicBezTo>
                  <a:pt x="10309" y="14803"/>
                  <a:pt x="10309" y="20087"/>
                  <a:pt x="10309" y="20087"/>
                </a:cubicBezTo>
                <a:close/>
                <a:moveTo>
                  <a:pt x="982" y="7406"/>
                </a:moveTo>
                <a:lnTo>
                  <a:pt x="982" y="5293"/>
                </a:lnTo>
                <a:lnTo>
                  <a:pt x="9266" y="5293"/>
                </a:lnTo>
                <a:cubicBezTo>
                  <a:pt x="8867" y="6095"/>
                  <a:pt x="8429" y="6803"/>
                  <a:pt x="8005" y="7406"/>
                </a:cubicBezTo>
                <a:cubicBezTo>
                  <a:pt x="8005" y="7406"/>
                  <a:pt x="982" y="7406"/>
                  <a:pt x="982" y="7406"/>
                </a:cubicBezTo>
                <a:close/>
                <a:moveTo>
                  <a:pt x="5606" y="1990"/>
                </a:moveTo>
                <a:cubicBezTo>
                  <a:pt x="6148" y="980"/>
                  <a:pt x="7540" y="751"/>
                  <a:pt x="8714" y="1481"/>
                </a:cubicBezTo>
                <a:cubicBezTo>
                  <a:pt x="9465" y="1948"/>
                  <a:pt x="9931" y="2692"/>
                  <a:pt x="10035" y="3433"/>
                </a:cubicBezTo>
                <a:cubicBezTo>
                  <a:pt x="9944" y="3708"/>
                  <a:pt x="9845" y="3975"/>
                  <a:pt x="9740" y="4236"/>
                </a:cubicBezTo>
                <a:lnTo>
                  <a:pt x="5830" y="4236"/>
                </a:lnTo>
                <a:cubicBezTo>
                  <a:pt x="5362" y="3523"/>
                  <a:pt x="5242" y="2668"/>
                  <a:pt x="5606" y="1990"/>
                </a:cubicBezTo>
                <a:moveTo>
                  <a:pt x="20618" y="4236"/>
                </a:moveTo>
                <a:lnTo>
                  <a:pt x="16874" y="4236"/>
                </a:lnTo>
                <a:cubicBezTo>
                  <a:pt x="17259" y="3325"/>
                  <a:pt x="17284" y="2310"/>
                  <a:pt x="16829" y="1461"/>
                </a:cubicBezTo>
                <a:cubicBezTo>
                  <a:pt x="16015" y="-54"/>
                  <a:pt x="14024" y="-456"/>
                  <a:pt x="12380" y="565"/>
                </a:cubicBezTo>
                <a:cubicBezTo>
                  <a:pt x="11747" y="959"/>
                  <a:pt x="11277" y="1511"/>
                  <a:pt x="10965" y="2122"/>
                </a:cubicBezTo>
                <a:cubicBezTo>
                  <a:pt x="10949" y="2115"/>
                  <a:pt x="10937" y="2103"/>
                  <a:pt x="10920" y="2098"/>
                </a:cubicBezTo>
                <a:cubicBezTo>
                  <a:pt x="10909" y="2095"/>
                  <a:pt x="10899" y="2097"/>
                  <a:pt x="10888" y="2095"/>
                </a:cubicBezTo>
                <a:cubicBezTo>
                  <a:pt x="10861" y="2089"/>
                  <a:pt x="10834" y="2089"/>
                  <a:pt x="10806" y="2088"/>
                </a:cubicBezTo>
                <a:cubicBezTo>
                  <a:pt x="10782" y="2089"/>
                  <a:pt x="10759" y="2089"/>
                  <a:pt x="10735" y="2093"/>
                </a:cubicBezTo>
                <a:cubicBezTo>
                  <a:pt x="10712" y="2096"/>
                  <a:pt x="10689" y="2090"/>
                  <a:pt x="10665" y="2098"/>
                </a:cubicBezTo>
                <a:cubicBezTo>
                  <a:pt x="10648" y="2103"/>
                  <a:pt x="10636" y="2115"/>
                  <a:pt x="10620" y="2122"/>
                </a:cubicBezTo>
                <a:cubicBezTo>
                  <a:pt x="10307" y="1511"/>
                  <a:pt x="9837" y="959"/>
                  <a:pt x="9205" y="566"/>
                </a:cubicBezTo>
                <a:cubicBezTo>
                  <a:pt x="7561" y="-456"/>
                  <a:pt x="5569" y="-54"/>
                  <a:pt x="4755" y="1461"/>
                </a:cubicBezTo>
                <a:cubicBezTo>
                  <a:pt x="4301" y="2310"/>
                  <a:pt x="4325" y="3325"/>
                  <a:pt x="4711" y="4236"/>
                </a:cubicBezTo>
                <a:lnTo>
                  <a:pt x="982" y="4236"/>
                </a:lnTo>
                <a:cubicBezTo>
                  <a:pt x="440" y="4236"/>
                  <a:pt x="0" y="4709"/>
                  <a:pt x="0" y="5293"/>
                </a:cubicBezTo>
                <a:lnTo>
                  <a:pt x="0" y="7406"/>
                </a:lnTo>
                <a:cubicBezTo>
                  <a:pt x="0" y="7990"/>
                  <a:pt x="440" y="8463"/>
                  <a:pt x="982" y="8463"/>
                </a:cubicBezTo>
                <a:lnTo>
                  <a:pt x="982" y="20087"/>
                </a:lnTo>
                <a:cubicBezTo>
                  <a:pt x="982" y="20671"/>
                  <a:pt x="1422" y="21144"/>
                  <a:pt x="1964" y="21144"/>
                </a:cubicBezTo>
                <a:lnTo>
                  <a:pt x="19636" y="21144"/>
                </a:lnTo>
                <a:cubicBezTo>
                  <a:pt x="20178" y="21144"/>
                  <a:pt x="20618" y="20671"/>
                  <a:pt x="20618" y="20087"/>
                </a:cubicBezTo>
                <a:lnTo>
                  <a:pt x="20618" y="8463"/>
                </a:lnTo>
                <a:cubicBezTo>
                  <a:pt x="21160" y="8463"/>
                  <a:pt x="21600" y="7990"/>
                  <a:pt x="21600" y="7406"/>
                </a:cubicBezTo>
                <a:lnTo>
                  <a:pt x="21600" y="5293"/>
                </a:lnTo>
                <a:cubicBezTo>
                  <a:pt x="21600" y="4709"/>
                  <a:pt x="21160" y="4236"/>
                  <a:pt x="20618" y="423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9" name="Shape 2621">
            <a:extLst>
              <a:ext uri="{FF2B5EF4-FFF2-40B4-BE49-F238E27FC236}">
                <a16:creationId xmlns:a16="http://schemas.microsoft.com/office/drawing/2014/main" id="{64939940-22D7-641F-E234-601FE564A955}"/>
              </a:ext>
            </a:extLst>
          </p:cNvPr>
          <p:cNvSpPr/>
          <p:nvPr/>
        </p:nvSpPr>
        <p:spPr>
          <a:xfrm>
            <a:off x="9474689" y="3695673"/>
            <a:ext cx="279328" cy="177754"/>
          </a:xfrm>
          <a:custGeom>
            <a:avLst/>
            <a:gdLst/>
            <a:ahLst/>
            <a:cxnLst>
              <a:cxn ang="0">
                <a:pos x="wd2" y="hd2"/>
              </a:cxn>
              <a:cxn ang="5400000">
                <a:pos x="wd2" y="hd2"/>
              </a:cxn>
              <a:cxn ang="10800000">
                <a:pos x="wd2" y="hd2"/>
              </a:cxn>
              <a:cxn ang="16200000">
                <a:pos x="wd2" y="hd2"/>
              </a:cxn>
            </a:cxnLst>
            <a:rect l="0" t="0" r="r" b="b"/>
            <a:pathLst>
              <a:path w="21600" h="21600" extrusionOk="0">
                <a:moveTo>
                  <a:pt x="10800" y="20057"/>
                </a:moveTo>
                <a:cubicBezTo>
                  <a:pt x="5378" y="20057"/>
                  <a:pt x="982" y="13445"/>
                  <a:pt x="982" y="10800"/>
                </a:cubicBezTo>
                <a:cubicBezTo>
                  <a:pt x="982" y="8155"/>
                  <a:pt x="5378" y="1543"/>
                  <a:pt x="10800" y="1543"/>
                </a:cubicBezTo>
                <a:cubicBezTo>
                  <a:pt x="16223" y="1543"/>
                  <a:pt x="20618" y="8155"/>
                  <a:pt x="20618" y="10800"/>
                </a:cubicBezTo>
                <a:cubicBezTo>
                  <a:pt x="20618" y="13445"/>
                  <a:pt x="16223" y="20057"/>
                  <a:pt x="10800" y="20057"/>
                </a:cubicBezTo>
                <a:moveTo>
                  <a:pt x="10800" y="0"/>
                </a:moveTo>
                <a:cubicBezTo>
                  <a:pt x="4835" y="0"/>
                  <a:pt x="0" y="7714"/>
                  <a:pt x="0" y="10800"/>
                </a:cubicBezTo>
                <a:cubicBezTo>
                  <a:pt x="0" y="13886"/>
                  <a:pt x="4835" y="21600"/>
                  <a:pt x="10800" y="21600"/>
                </a:cubicBezTo>
                <a:cubicBezTo>
                  <a:pt x="16765" y="21600"/>
                  <a:pt x="21600" y="13886"/>
                  <a:pt x="21600" y="10800"/>
                </a:cubicBezTo>
                <a:cubicBezTo>
                  <a:pt x="21600" y="7714"/>
                  <a:pt x="16765" y="0"/>
                  <a:pt x="10800" y="0"/>
                </a:cubicBezTo>
                <a:moveTo>
                  <a:pt x="10800" y="16971"/>
                </a:moveTo>
                <a:cubicBezTo>
                  <a:pt x="8631" y="16971"/>
                  <a:pt x="6873" y="14209"/>
                  <a:pt x="6873" y="10800"/>
                </a:cubicBezTo>
                <a:cubicBezTo>
                  <a:pt x="6873" y="7392"/>
                  <a:pt x="8631" y="4629"/>
                  <a:pt x="10800" y="4629"/>
                </a:cubicBezTo>
                <a:cubicBezTo>
                  <a:pt x="12969" y="4629"/>
                  <a:pt x="14727" y="7392"/>
                  <a:pt x="14727" y="10800"/>
                </a:cubicBezTo>
                <a:cubicBezTo>
                  <a:pt x="14727" y="14209"/>
                  <a:pt x="12969" y="16971"/>
                  <a:pt x="10800" y="16971"/>
                </a:cubicBezTo>
                <a:moveTo>
                  <a:pt x="10800" y="3087"/>
                </a:moveTo>
                <a:cubicBezTo>
                  <a:pt x="8088" y="3087"/>
                  <a:pt x="5891" y="6540"/>
                  <a:pt x="5891" y="10800"/>
                </a:cubicBezTo>
                <a:cubicBezTo>
                  <a:pt x="5891" y="15061"/>
                  <a:pt x="8088" y="18514"/>
                  <a:pt x="10800" y="18514"/>
                </a:cubicBezTo>
                <a:cubicBezTo>
                  <a:pt x="13512" y="18514"/>
                  <a:pt x="15709" y="15061"/>
                  <a:pt x="15709" y="10800"/>
                </a:cubicBezTo>
                <a:cubicBezTo>
                  <a:pt x="15709" y="6540"/>
                  <a:pt x="13512" y="3087"/>
                  <a:pt x="10800" y="3087"/>
                </a:cubicBezTo>
                <a:moveTo>
                  <a:pt x="10800" y="8486"/>
                </a:moveTo>
                <a:cubicBezTo>
                  <a:pt x="9987" y="8486"/>
                  <a:pt x="9327" y="9523"/>
                  <a:pt x="9327" y="10800"/>
                </a:cubicBezTo>
                <a:cubicBezTo>
                  <a:pt x="9327" y="12078"/>
                  <a:pt x="9987" y="13114"/>
                  <a:pt x="10800" y="13114"/>
                </a:cubicBezTo>
                <a:cubicBezTo>
                  <a:pt x="11613" y="13114"/>
                  <a:pt x="12273" y="12078"/>
                  <a:pt x="12273" y="10800"/>
                </a:cubicBezTo>
                <a:cubicBezTo>
                  <a:pt x="12273" y="9523"/>
                  <a:pt x="11613" y="8486"/>
                  <a:pt x="10800" y="848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0" name="Shape 2622">
            <a:extLst>
              <a:ext uri="{FF2B5EF4-FFF2-40B4-BE49-F238E27FC236}">
                <a16:creationId xmlns:a16="http://schemas.microsoft.com/office/drawing/2014/main" id="{D83320BB-2991-832A-6520-C55837A375C5}"/>
              </a:ext>
            </a:extLst>
          </p:cNvPr>
          <p:cNvSpPr/>
          <p:nvPr/>
        </p:nvSpPr>
        <p:spPr>
          <a:xfrm>
            <a:off x="10007950" y="364488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9579" y="17044"/>
                </a:moveTo>
                <a:cubicBezTo>
                  <a:pt x="9428" y="17174"/>
                  <a:pt x="9252" y="17274"/>
                  <a:pt x="9050" y="17344"/>
                </a:cubicBezTo>
                <a:cubicBezTo>
                  <a:pt x="8849" y="17415"/>
                  <a:pt x="8636" y="17450"/>
                  <a:pt x="8413" y="17450"/>
                </a:cubicBezTo>
                <a:cubicBezTo>
                  <a:pt x="7887" y="17450"/>
                  <a:pt x="7488" y="17288"/>
                  <a:pt x="7214" y="16966"/>
                </a:cubicBezTo>
                <a:cubicBezTo>
                  <a:pt x="6941" y="16644"/>
                  <a:pt x="6797" y="16226"/>
                  <a:pt x="6782" y="15715"/>
                </a:cubicBezTo>
                <a:lnTo>
                  <a:pt x="5864" y="15715"/>
                </a:lnTo>
                <a:cubicBezTo>
                  <a:pt x="5857" y="16122"/>
                  <a:pt x="5913" y="16486"/>
                  <a:pt x="6032" y="16805"/>
                </a:cubicBezTo>
                <a:cubicBezTo>
                  <a:pt x="6151" y="17123"/>
                  <a:pt x="6321" y="17393"/>
                  <a:pt x="6545" y="17611"/>
                </a:cubicBezTo>
                <a:cubicBezTo>
                  <a:pt x="6767" y="17830"/>
                  <a:pt x="7038" y="17995"/>
                  <a:pt x="7355" y="18106"/>
                </a:cubicBezTo>
                <a:cubicBezTo>
                  <a:pt x="7671" y="18218"/>
                  <a:pt x="8024" y="18273"/>
                  <a:pt x="8413" y="18273"/>
                </a:cubicBezTo>
                <a:cubicBezTo>
                  <a:pt x="8773" y="18273"/>
                  <a:pt x="9113" y="18223"/>
                  <a:pt x="9434" y="18123"/>
                </a:cubicBezTo>
                <a:cubicBezTo>
                  <a:pt x="9754" y="18023"/>
                  <a:pt x="10033" y="17873"/>
                  <a:pt x="10271" y="17672"/>
                </a:cubicBezTo>
                <a:cubicBezTo>
                  <a:pt x="10509" y="17472"/>
                  <a:pt x="10697" y="17222"/>
                  <a:pt x="10837" y="16922"/>
                </a:cubicBezTo>
                <a:cubicBezTo>
                  <a:pt x="10978" y="16621"/>
                  <a:pt x="11048" y="16275"/>
                  <a:pt x="11048" y="15881"/>
                </a:cubicBezTo>
                <a:cubicBezTo>
                  <a:pt x="11048" y="15407"/>
                  <a:pt x="10935" y="14995"/>
                  <a:pt x="10708" y="14646"/>
                </a:cubicBezTo>
                <a:cubicBezTo>
                  <a:pt x="10481" y="14298"/>
                  <a:pt x="10134" y="14072"/>
                  <a:pt x="9666" y="13968"/>
                </a:cubicBezTo>
                <a:lnTo>
                  <a:pt x="9666" y="13946"/>
                </a:lnTo>
                <a:cubicBezTo>
                  <a:pt x="9968" y="13805"/>
                  <a:pt x="10220" y="13597"/>
                  <a:pt x="10422" y="13323"/>
                </a:cubicBezTo>
                <a:cubicBezTo>
                  <a:pt x="10624" y="13048"/>
                  <a:pt x="10724" y="12734"/>
                  <a:pt x="10724" y="12377"/>
                </a:cubicBezTo>
                <a:cubicBezTo>
                  <a:pt x="10724" y="12014"/>
                  <a:pt x="10665" y="11698"/>
                  <a:pt x="10546" y="11432"/>
                </a:cubicBezTo>
                <a:cubicBezTo>
                  <a:pt x="10427" y="11165"/>
                  <a:pt x="10263" y="10946"/>
                  <a:pt x="10055" y="10776"/>
                </a:cubicBezTo>
                <a:cubicBezTo>
                  <a:pt x="9846" y="10605"/>
                  <a:pt x="9599" y="10477"/>
                  <a:pt x="9315" y="10392"/>
                </a:cubicBezTo>
                <a:cubicBezTo>
                  <a:pt x="9030" y="10306"/>
                  <a:pt x="8722" y="10264"/>
                  <a:pt x="8391" y="10264"/>
                </a:cubicBezTo>
                <a:cubicBezTo>
                  <a:pt x="8010" y="10264"/>
                  <a:pt x="7673" y="10326"/>
                  <a:pt x="7382" y="10453"/>
                </a:cubicBezTo>
                <a:cubicBezTo>
                  <a:pt x="7090" y="10579"/>
                  <a:pt x="6847" y="10753"/>
                  <a:pt x="6653" y="10976"/>
                </a:cubicBezTo>
                <a:cubicBezTo>
                  <a:pt x="6459" y="11198"/>
                  <a:pt x="6309" y="11466"/>
                  <a:pt x="6204" y="11777"/>
                </a:cubicBezTo>
                <a:cubicBezTo>
                  <a:pt x="6100" y="12088"/>
                  <a:pt x="6040" y="12433"/>
                  <a:pt x="6026" y="12811"/>
                </a:cubicBezTo>
                <a:lnTo>
                  <a:pt x="6944" y="12811"/>
                </a:lnTo>
                <a:cubicBezTo>
                  <a:pt x="6944" y="12581"/>
                  <a:pt x="6972" y="12363"/>
                  <a:pt x="7031" y="12155"/>
                </a:cubicBezTo>
                <a:cubicBezTo>
                  <a:pt x="7088" y="11947"/>
                  <a:pt x="7177" y="11766"/>
                  <a:pt x="7296" y="11610"/>
                </a:cubicBezTo>
                <a:cubicBezTo>
                  <a:pt x="7414" y="11454"/>
                  <a:pt x="7565" y="11330"/>
                  <a:pt x="7749" y="11237"/>
                </a:cubicBezTo>
                <a:cubicBezTo>
                  <a:pt x="7932" y="11144"/>
                  <a:pt x="8147" y="11098"/>
                  <a:pt x="8391" y="11098"/>
                </a:cubicBezTo>
                <a:cubicBezTo>
                  <a:pt x="8780" y="11098"/>
                  <a:pt x="9104" y="11204"/>
                  <a:pt x="9364" y="11415"/>
                </a:cubicBezTo>
                <a:cubicBezTo>
                  <a:pt x="9623" y="11627"/>
                  <a:pt x="9752" y="11943"/>
                  <a:pt x="9752" y="12366"/>
                </a:cubicBezTo>
                <a:cubicBezTo>
                  <a:pt x="9752" y="12574"/>
                  <a:pt x="9713" y="12759"/>
                  <a:pt x="9634" y="12922"/>
                </a:cubicBezTo>
                <a:cubicBezTo>
                  <a:pt x="9554" y="13086"/>
                  <a:pt x="9448" y="13221"/>
                  <a:pt x="9315" y="13329"/>
                </a:cubicBezTo>
                <a:cubicBezTo>
                  <a:pt x="9182" y="13436"/>
                  <a:pt x="9027" y="13517"/>
                  <a:pt x="8851" y="13574"/>
                </a:cubicBezTo>
                <a:cubicBezTo>
                  <a:pt x="8674" y="13629"/>
                  <a:pt x="8488" y="13657"/>
                  <a:pt x="8294" y="13657"/>
                </a:cubicBezTo>
                <a:lnTo>
                  <a:pt x="7992" y="13657"/>
                </a:lnTo>
                <a:cubicBezTo>
                  <a:pt x="7963" y="13657"/>
                  <a:pt x="7930" y="13653"/>
                  <a:pt x="7895" y="13645"/>
                </a:cubicBezTo>
                <a:lnTo>
                  <a:pt x="7895" y="14447"/>
                </a:lnTo>
                <a:cubicBezTo>
                  <a:pt x="8067" y="14424"/>
                  <a:pt x="8251" y="14413"/>
                  <a:pt x="8445" y="14413"/>
                </a:cubicBezTo>
                <a:cubicBezTo>
                  <a:pt x="8676" y="14413"/>
                  <a:pt x="8890" y="14444"/>
                  <a:pt x="9088" y="14507"/>
                </a:cubicBezTo>
                <a:cubicBezTo>
                  <a:pt x="9286" y="14571"/>
                  <a:pt x="9457" y="14667"/>
                  <a:pt x="9601" y="14797"/>
                </a:cubicBezTo>
                <a:cubicBezTo>
                  <a:pt x="9745" y="14927"/>
                  <a:pt x="9860" y="15086"/>
                  <a:pt x="9947" y="15275"/>
                </a:cubicBezTo>
                <a:cubicBezTo>
                  <a:pt x="10033" y="15464"/>
                  <a:pt x="10076" y="15682"/>
                  <a:pt x="10076" y="15926"/>
                </a:cubicBezTo>
                <a:cubicBezTo>
                  <a:pt x="10076" y="16163"/>
                  <a:pt x="10031" y="16377"/>
                  <a:pt x="9941" y="16565"/>
                </a:cubicBezTo>
                <a:cubicBezTo>
                  <a:pt x="9851" y="16754"/>
                  <a:pt x="9731" y="16914"/>
                  <a:pt x="9579" y="17044"/>
                </a:cubicBezTo>
                <a:moveTo>
                  <a:pt x="14257" y="18151"/>
                </a:moveTo>
                <a:lnTo>
                  <a:pt x="15175" y="18151"/>
                </a:lnTo>
                <a:lnTo>
                  <a:pt x="15175" y="10264"/>
                </a:lnTo>
                <a:lnTo>
                  <a:pt x="14473" y="10264"/>
                </a:lnTo>
                <a:cubicBezTo>
                  <a:pt x="14422" y="10561"/>
                  <a:pt x="14329" y="10805"/>
                  <a:pt x="14192" y="10998"/>
                </a:cubicBezTo>
                <a:cubicBezTo>
                  <a:pt x="14055" y="11191"/>
                  <a:pt x="13888" y="11343"/>
                  <a:pt x="13690" y="11454"/>
                </a:cubicBezTo>
                <a:cubicBezTo>
                  <a:pt x="13492" y="11565"/>
                  <a:pt x="13271" y="11641"/>
                  <a:pt x="13026" y="11682"/>
                </a:cubicBezTo>
                <a:cubicBezTo>
                  <a:pt x="12781" y="11723"/>
                  <a:pt x="12529" y="11743"/>
                  <a:pt x="12270" y="11743"/>
                </a:cubicBezTo>
                <a:lnTo>
                  <a:pt x="12270" y="12499"/>
                </a:lnTo>
                <a:lnTo>
                  <a:pt x="14257" y="12499"/>
                </a:lnTo>
                <a:cubicBezTo>
                  <a:pt x="14257" y="12499"/>
                  <a:pt x="14257" y="18151"/>
                  <a:pt x="14257" y="18151"/>
                </a:cubicBezTo>
                <a:close/>
                <a:moveTo>
                  <a:pt x="20618" y="6873"/>
                </a:moveTo>
                <a:lnTo>
                  <a:pt x="982" y="6873"/>
                </a:lnTo>
                <a:lnTo>
                  <a:pt x="982" y="3928"/>
                </a:lnTo>
                <a:cubicBezTo>
                  <a:pt x="982" y="3385"/>
                  <a:pt x="1421" y="2945"/>
                  <a:pt x="1964" y="2945"/>
                </a:cubicBezTo>
                <a:lnTo>
                  <a:pt x="3927" y="2945"/>
                </a:lnTo>
                <a:lnTo>
                  <a:pt x="3927" y="4418"/>
                </a:lnTo>
                <a:cubicBezTo>
                  <a:pt x="3927" y="4690"/>
                  <a:pt x="4147" y="4909"/>
                  <a:pt x="4418" y="4909"/>
                </a:cubicBezTo>
                <a:cubicBezTo>
                  <a:pt x="4690" y="4909"/>
                  <a:pt x="4909" y="4690"/>
                  <a:pt x="4909" y="4418"/>
                </a:cubicBezTo>
                <a:lnTo>
                  <a:pt x="4909" y="2945"/>
                </a:lnTo>
                <a:lnTo>
                  <a:pt x="16691" y="2945"/>
                </a:lnTo>
                <a:lnTo>
                  <a:pt x="16691" y="4418"/>
                </a:lnTo>
                <a:cubicBezTo>
                  <a:pt x="16691" y="4690"/>
                  <a:pt x="16910" y="4909"/>
                  <a:pt x="17182" y="4909"/>
                </a:cubicBezTo>
                <a:cubicBezTo>
                  <a:pt x="17453" y="4909"/>
                  <a:pt x="17673" y="4690"/>
                  <a:pt x="17673" y="4418"/>
                </a:cubicBezTo>
                <a:lnTo>
                  <a:pt x="17673" y="2945"/>
                </a:lnTo>
                <a:lnTo>
                  <a:pt x="19636" y="2945"/>
                </a:lnTo>
                <a:cubicBezTo>
                  <a:pt x="20179" y="2945"/>
                  <a:pt x="20618" y="3385"/>
                  <a:pt x="20618" y="3928"/>
                </a:cubicBezTo>
                <a:cubicBezTo>
                  <a:pt x="20618" y="3928"/>
                  <a:pt x="20618" y="6873"/>
                  <a:pt x="20618" y="6873"/>
                </a:cubicBezTo>
                <a:close/>
                <a:moveTo>
                  <a:pt x="20618" y="19636"/>
                </a:moveTo>
                <a:cubicBezTo>
                  <a:pt x="20618" y="20179"/>
                  <a:pt x="20179" y="20618"/>
                  <a:pt x="19636" y="20618"/>
                </a:cubicBezTo>
                <a:lnTo>
                  <a:pt x="1964" y="20618"/>
                </a:lnTo>
                <a:cubicBezTo>
                  <a:pt x="1421" y="20618"/>
                  <a:pt x="982" y="20179"/>
                  <a:pt x="982" y="19636"/>
                </a:cubicBezTo>
                <a:lnTo>
                  <a:pt x="982" y="7855"/>
                </a:lnTo>
                <a:lnTo>
                  <a:pt x="20618" y="7855"/>
                </a:lnTo>
                <a:cubicBezTo>
                  <a:pt x="20618" y="7855"/>
                  <a:pt x="20618" y="19636"/>
                  <a:pt x="20618" y="19636"/>
                </a:cubicBezTo>
                <a:close/>
                <a:moveTo>
                  <a:pt x="19636" y="1964"/>
                </a:moveTo>
                <a:lnTo>
                  <a:pt x="17673" y="1964"/>
                </a:lnTo>
                <a:lnTo>
                  <a:pt x="17673" y="491"/>
                </a:lnTo>
                <a:cubicBezTo>
                  <a:pt x="17673" y="220"/>
                  <a:pt x="17453" y="0"/>
                  <a:pt x="17182" y="0"/>
                </a:cubicBezTo>
                <a:cubicBezTo>
                  <a:pt x="16910" y="0"/>
                  <a:pt x="16691" y="220"/>
                  <a:pt x="16691" y="491"/>
                </a:cubicBezTo>
                <a:lnTo>
                  <a:pt x="16691" y="1964"/>
                </a:lnTo>
                <a:lnTo>
                  <a:pt x="4909" y="1964"/>
                </a:lnTo>
                <a:lnTo>
                  <a:pt x="4909" y="491"/>
                </a:lnTo>
                <a:cubicBezTo>
                  <a:pt x="4909" y="220"/>
                  <a:pt x="4690" y="0"/>
                  <a:pt x="4418" y="0"/>
                </a:cubicBezTo>
                <a:cubicBezTo>
                  <a:pt x="4147" y="0"/>
                  <a:pt x="3927" y="220"/>
                  <a:pt x="3927" y="491"/>
                </a:cubicBezTo>
                <a:lnTo>
                  <a:pt x="3927" y="1964"/>
                </a:lnTo>
                <a:lnTo>
                  <a:pt x="1964" y="1964"/>
                </a:lnTo>
                <a:cubicBezTo>
                  <a:pt x="879" y="1964"/>
                  <a:pt x="0" y="2843"/>
                  <a:pt x="0" y="3928"/>
                </a:cubicBezTo>
                <a:lnTo>
                  <a:pt x="0" y="19636"/>
                </a:lnTo>
                <a:cubicBezTo>
                  <a:pt x="0" y="20721"/>
                  <a:pt x="879" y="21600"/>
                  <a:pt x="1964" y="21600"/>
                </a:cubicBezTo>
                <a:lnTo>
                  <a:pt x="19636" y="21600"/>
                </a:lnTo>
                <a:cubicBezTo>
                  <a:pt x="20721" y="21600"/>
                  <a:pt x="21600" y="20721"/>
                  <a:pt x="21600" y="19636"/>
                </a:cubicBezTo>
                <a:lnTo>
                  <a:pt x="21600" y="3928"/>
                </a:lnTo>
                <a:cubicBezTo>
                  <a:pt x="21600" y="2843"/>
                  <a:pt x="20721" y="1964"/>
                  <a:pt x="19636" y="196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1" name="Shape 2623">
            <a:extLst>
              <a:ext uri="{FF2B5EF4-FFF2-40B4-BE49-F238E27FC236}">
                <a16:creationId xmlns:a16="http://schemas.microsoft.com/office/drawing/2014/main" id="{3289A402-4156-2B13-EC2B-6264F7450765}"/>
              </a:ext>
            </a:extLst>
          </p:cNvPr>
          <p:cNvSpPr/>
          <p:nvPr/>
        </p:nvSpPr>
        <p:spPr>
          <a:xfrm>
            <a:off x="10541211" y="364488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7364" y="13255"/>
                </a:moveTo>
                <a:lnTo>
                  <a:pt x="5400" y="13255"/>
                </a:lnTo>
                <a:lnTo>
                  <a:pt x="5400" y="15218"/>
                </a:lnTo>
                <a:lnTo>
                  <a:pt x="7364" y="15218"/>
                </a:lnTo>
                <a:cubicBezTo>
                  <a:pt x="7364" y="15218"/>
                  <a:pt x="7364" y="13255"/>
                  <a:pt x="7364" y="13255"/>
                </a:cubicBezTo>
                <a:close/>
                <a:moveTo>
                  <a:pt x="7364" y="16691"/>
                </a:moveTo>
                <a:lnTo>
                  <a:pt x="5400" y="16691"/>
                </a:lnTo>
                <a:lnTo>
                  <a:pt x="5400" y="18655"/>
                </a:lnTo>
                <a:lnTo>
                  <a:pt x="7364" y="18655"/>
                </a:lnTo>
                <a:cubicBezTo>
                  <a:pt x="7364" y="18655"/>
                  <a:pt x="7364" y="16691"/>
                  <a:pt x="7364" y="16691"/>
                </a:cubicBezTo>
                <a:close/>
                <a:moveTo>
                  <a:pt x="7364" y="9818"/>
                </a:moveTo>
                <a:lnTo>
                  <a:pt x="5400" y="9818"/>
                </a:lnTo>
                <a:lnTo>
                  <a:pt x="5400" y="11782"/>
                </a:lnTo>
                <a:lnTo>
                  <a:pt x="7364" y="11782"/>
                </a:lnTo>
                <a:cubicBezTo>
                  <a:pt x="7364" y="11782"/>
                  <a:pt x="7364" y="9818"/>
                  <a:pt x="7364" y="9818"/>
                </a:cubicBezTo>
                <a:close/>
                <a:moveTo>
                  <a:pt x="4418" y="16691"/>
                </a:moveTo>
                <a:lnTo>
                  <a:pt x="2455" y="16691"/>
                </a:lnTo>
                <a:lnTo>
                  <a:pt x="2455" y="18655"/>
                </a:lnTo>
                <a:lnTo>
                  <a:pt x="4418" y="18655"/>
                </a:lnTo>
                <a:cubicBezTo>
                  <a:pt x="4418" y="18655"/>
                  <a:pt x="4418" y="16691"/>
                  <a:pt x="4418" y="16691"/>
                </a:cubicBezTo>
                <a:close/>
                <a:moveTo>
                  <a:pt x="20618" y="6873"/>
                </a:moveTo>
                <a:lnTo>
                  <a:pt x="982" y="6873"/>
                </a:lnTo>
                <a:lnTo>
                  <a:pt x="982" y="3928"/>
                </a:lnTo>
                <a:cubicBezTo>
                  <a:pt x="982" y="3385"/>
                  <a:pt x="1422" y="2945"/>
                  <a:pt x="1964" y="2945"/>
                </a:cubicBezTo>
                <a:lnTo>
                  <a:pt x="3927" y="2945"/>
                </a:lnTo>
                <a:lnTo>
                  <a:pt x="3927" y="4418"/>
                </a:lnTo>
                <a:cubicBezTo>
                  <a:pt x="3927" y="4690"/>
                  <a:pt x="4147" y="4909"/>
                  <a:pt x="4418" y="4909"/>
                </a:cubicBezTo>
                <a:cubicBezTo>
                  <a:pt x="4690" y="4909"/>
                  <a:pt x="4909" y="4690"/>
                  <a:pt x="4909" y="4418"/>
                </a:cubicBezTo>
                <a:lnTo>
                  <a:pt x="4909" y="2945"/>
                </a:lnTo>
                <a:lnTo>
                  <a:pt x="16691" y="2945"/>
                </a:lnTo>
                <a:lnTo>
                  <a:pt x="16691" y="4418"/>
                </a:lnTo>
                <a:cubicBezTo>
                  <a:pt x="16691" y="4690"/>
                  <a:pt x="16910" y="4909"/>
                  <a:pt x="17182" y="4909"/>
                </a:cubicBezTo>
                <a:cubicBezTo>
                  <a:pt x="17453" y="4909"/>
                  <a:pt x="17673" y="4690"/>
                  <a:pt x="17673" y="4418"/>
                </a:cubicBezTo>
                <a:lnTo>
                  <a:pt x="17673" y="2945"/>
                </a:lnTo>
                <a:lnTo>
                  <a:pt x="19636" y="2945"/>
                </a:lnTo>
                <a:cubicBezTo>
                  <a:pt x="20178" y="2945"/>
                  <a:pt x="20618" y="3385"/>
                  <a:pt x="20618" y="3928"/>
                </a:cubicBezTo>
                <a:cubicBezTo>
                  <a:pt x="20618" y="3928"/>
                  <a:pt x="20618" y="6873"/>
                  <a:pt x="20618" y="6873"/>
                </a:cubicBezTo>
                <a:close/>
                <a:moveTo>
                  <a:pt x="20618" y="19636"/>
                </a:moveTo>
                <a:cubicBezTo>
                  <a:pt x="20618" y="20178"/>
                  <a:pt x="20178" y="20618"/>
                  <a:pt x="19636" y="20618"/>
                </a:cubicBezTo>
                <a:lnTo>
                  <a:pt x="1964" y="20618"/>
                </a:lnTo>
                <a:cubicBezTo>
                  <a:pt x="1422" y="20618"/>
                  <a:pt x="982" y="20178"/>
                  <a:pt x="982" y="19636"/>
                </a:cubicBezTo>
                <a:lnTo>
                  <a:pt x="982" y="7855"/>
                </a:lnTo>
                <a:lnTo>
                  <a:pt x="20618" y="7855"/>
                </a:lnTo>
                <a:cubicBezTo>
                  <a:pt x="20618" y="7855"/>
                  <a:pt x="20618" y="19636"/>
                  <a:pt x="20618" y="19636"/>
                </a:cubicBezTo>
                <a:close/>
                <a:moveTo>
                  <a:pt x="19636" y="1964"/>
                </a:moveTo>
                <a:lnTo>
                  <a:pt x="17673" y="1964"/>
                </a:lnTo>
                <a:lnTo>
                  <a:pt x="17673" y="491"/>
                </a:lnTo>
                <a:cubicBezTo>
                  <a:pt x="17673" y="220"/>
                  <a:pt x="17453" y="0"/>
                  <a:pt x="17182" y="0"/>
                </a:cubicBezTo>
                <a:cubicBezTo>
                  <a:pt x="16910" y="0"/>
                  <a:pt x="16691" y="220"/>
                  <a:pt x="16691" y="491"/>
                </a:cubicBezTo>
                <a:lnTo>
                  <a:pt x="16691" y="1964"/>
                </a:lnTo>
                <a:lnTo>
                  <a:pt x="4909" y="1964"/>
                </a:lnTo>
                <a:lnTo>
                  <a:pt x="4909" y="491"/>
                </a:lnTo>
                <a:cubicBezTo>
                  <a:pt x="4909" y="220"/>
                  <a:pt x="4690" y="0"/>
                  <a:pt x="4418" y="0"/>
                </a:cubicBezTo>
                <a:cubicBezTo>
                  <a:pt x="4147" y="0"/>
                  <a:pt x="3927" y="220"/>
                  <a:pt x="3927" y="491"/>
                </a:cubicBezTo>
                <a:lnTo>
                  <a:pt x="3927" y="1964"/>
                </a:lnTo>
                <a:lnTo>
                  <a:pt x="1964" y="1964"/>
                </a:lnTo>
                <a:cubicBezTo>
                  <a:pt x="879" y="1964"/>
                  <a:pt x="0" y="2843"/>
                  <a:pt x="0" y="3928"/>
                </a:cubicBezTo>
                <a:lnTo>
                  <a:pt x="0" y="19636"/>
                </a:lnTo>
                <a:cubicBezTo>
                  <a:pt x="0" y="20721"/>
                  <a:pt x="879" y="21600"/>
                  <a:pt x="1964" y="21600"/>
                </a:cubicBezTo>
                <a:lnTo>
                  <a:pt x="19636" y="21600"/>
                </a:lnTo>
                <a:cubicBezTo>
                  <a:pt x="20721" y="21600"/>
                  <a:pt x="21600" y="20721"/>
                  <a:pt x="21600" y="19636"/>
                </a:cubicBezTo>
                <a:lnTo>
                  <a:pt x="21600" y="3928"/>
                </a:lnTo>
                <a:cubicBezTo>
                  <a:pt x="21600" y="2843"/>
                  <a:pt x="20721" y="1964"/>
                  <a:pt x="19636" y="1964"/>
                </a:cubicBezTo>
                <a:moveTo>
                  <a:pt x="4418" y="9818"/>
                </a:moveTo>
                <a:lnTo>
                  <a:pt x="2455" y="9818"/>
                </a:lnTo>
                <a:lnTo>
                  <a:pt x="2455" y="11782"/>
                </a:lnTo>
                <a:lnTo>
                  <a:pt x="4418" y="11782"/>
                </a:lnTo>
                <a:cubicBezTo>
                  <a:pt x="4418" y="11782"/>
                  <a:pt x="4418" y="9818"/>
                  <a:pt x="4418" y="9818"/>
                </a:cubicBezTo>
                <a:close/>
                <a:moveTo>
                  <a:pt x="4418" y="13255"/>
                </a:moveTo>
                <a:lnTo>
                  <a:pt x="2455" y="13255"/>
                </a:lnTo>
                <a:lnTo>
                  <a:pt x="2455" y="15218"/>
                </a:lnTo>
                <a:lnTo>
                  <a:pt x="4418" y="15218"/>
                </a:lnTo>
                <a:cubicBezTo>
                  <a:pt x="4418" y="15218"/>
                  <a:pt x="4418" y="13255"/>
                  <a:pt x="4418" y="13255"/>
                </a:cubicBezTo>
                <a:close/>
                <a:moveTo>
                  <a:pt x="10309" y="16691"/>
                </a:moveTo>
                <a:lnTo>
                  <a:pt x="8345" y="16691"/>
                </a:lnTo>
                <a:lnTo>
                  <a:pt x="8345" y="18655"/>
                </a:lnTo>
                <a:lnTo>
                  <a:pt x="10309" y="18655"/>
                </a:lnTo>
                <a:cubicBezTo>
                  <a:pt x="10309" y="18655"/>
                  <a:pt x="10309" y="16691"/>
                  <a:pt x="10309" y="16691"/>
                </a:cubicBezTo>
                <a:close/>
                <a:moveTo>
                  <a:pt x="10309" y="9818"/>
                </a:moveTo>
                <a:lnTo>
                  <a:pt x="8345" y="9818"/>
                </a:lnTo>
                <a:lnTo>
                  <a:pt x="8345" y="11782"/>
                </a:lnTo>
                <a:lnTo>
                  <a:pt x="10309" y="11782"/>
                </a:lnTo>
                <a:cubicBezTo>
                  <a:pt x="10309" y="11782"/>
                  <a:pt x="10309" y="9818"/>
                  <a:pt x="10309" y="9818"/>
                </a:cubicBezTo>
                <a:close/>
                <a:moveTo>
                  <a:pt x="10309" y="13255"/>
                </a:moveTo>
                <a:lnTo>
                  <a:pt x="8345" y="13255"/>
                </a:lnTo>
                <a:lnTo>
                  <a:pt x="8345" y="15218"/>
                </a:lnTo>
                <a:lnTo>
                  <a:pt x="10309" y="15218"/>
                </a:lnTo>
                <a:cubicBezTo>
                  <a:pt x="10309" y="15218"/>
                  <a:pt x="10309" y="13255"/>
                  <a:pt x="10309" y="13255"/>
                </a:cubicBezTo>
                <a:close/>
                <a:moveTo>
                  <a:pt x="19145" y="13255"/>
                </a:moveTo>
                <a:lnTo>
                  <a:pt x="17182" y="13255"/>
                </a:lnTo>
                <a:lnTo>
                  <a:pt x="17182" y="15218"/>
                </a:lnTo>
                <a:lnTo>
                  <a:pt x="19145" y="15218"/>
                </a:lnTo>
                <a:cubicBezTo>
                  <a:pt x="19145" y="15218"/>
                  <a:pt x="19145" y="13255"/>
                  <a:pt x="19145" y="13255"/>
                </a:cubicBezTo>
                <a:close/>
                <a:moveTo>
                  <a:pt x="16200" y="13255"/>
                </a:moveTo>
                <a:lnTo>
                  <a:pt x="14236" y="13255"/>
                </a:lnTo>
                <a:lnTo>
                  <a:pt x="14236" y="15218"/>
                </a:lnTo>
                <a:lnTo>
                  <a:pt x="16200" y="15218"/>
                </a:lnTo>
                <a:cubicBezTo>
                  <a:pt x="16200" y="15218"/>
                  <a:pt x="16200" y="13255"/>
                  <a:pt x="16200" y="13255"/>
                </a:cubicBezTo>
                <a:close/>
                <a:moveTo>
                  <a:pt x="19145" y="9818"/>
                </a:moveTo>
                <a:lnTo>
                  <a:pt x="17182" y="9818"/>
                </a:lnTo>
                <a:lnTo>
                  <a:pt x="17182" y="11782"/>
                </a:lnTo>
                <a:lnTo>
                  <a:pt x="19145" y="11782"/>
                </a:lnTo>
                <a:cubicBezTo>
                  <a:pt x="19145" y="11782"/>
                  <a:pt x="19145" y="9818"/>
                  <a:pt x="19145" y="9818"/>
                </a:cubicBezTo>
                <a:close/>
                <a:moveTo>
                  <a:pt x="16200" y="9818"/>
                </a:moveTo>
                <a:lnTo>
                  <a:pt x="14236" y="9818"/>
                </a:lnTo>
                <a:lnTo>
                  <a:pt x="14236" y="11782"/>
                </a:lnTo>
                <a:lnTo>
                  <a:pt x="16200" y="11782"/>
                </a:lnTo>
                <a:cubicBezTo>
                  <a:pt x="16200" y="11782"/>
                  <a:pt x="16200" y="9818"/>
                  <a:pt x="16200" y="9818"/>
                </a:cubicBezTo>
                <a:close/>
                <a:moveTo>
                  <a:pt x="13255" y="16691"/>
                </a:moveTo>
                <a:lnTo>
                  <a:pt x="11291" y="16691"/>
                </a:lnTo>
                <a:lnTo>
                  <a:pt x="11291" y="18655"/>
                </a:lnTo>
                <a:lnTo>
                  <a:pt x="13255" y="18655"/>
                </a:lnTo>
                <a:cubicBezTo>
                  <a:pt x="13255" y="18655"/>
                  <a:pt x="13255" y="16691"/>
                  <a:pt x="13255" y="16691"/>
                </a:cubicBezTo>
                <a:close/>
                <a:moveTo>
                  <a:pt x="13255" y="9818"/>
                </a:moveTo>
                <a:lnTo>
                  <a:pt x="11291" y="9818"/>
                </a:lnTo>
                <a:lnTo>
                  <a:pt x="11291" y="11782"/>
                </a:lnTo>
                <a:lnTo>
                  <a:pt x="13255" y="11782"/>
                </a:lnTo>
                <a:cubicBezTo>
                  <a:pt x="13255" y="11782"/>
                  <a:pt x="13255" y="9818"/>
                  <a:pt x="13255" y="9818"/>
                </a:cubicBezTo>
                <a:close/>
                <a:moveTo>
                  <a:pt x="13255" y="13255"/>
                </a:moveTo>
                <a:lnTo>
                  <a:pt x="11291" y="13255"/>
                </a:lnTo>
                <a:lnTo>
                  <a:pt x="11291" y="15218"/>
                </a:lnTo>
                <a:lnTo>
                  <a:pt x="13255" y="15218"/>
                </a:lnTo>
                <a:cubicBezTo>
                  <a:pt x="13255" y="15218"/>
                  <a:pt x="13255" y="13255"/>
                  <a:pt x="13255" y="13255"/>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2" name="Shape 2624">
            <a:extLst>
              <a:ext uri="{FF2B5EF4-FFF2-40B4-BE49-F238E27FC236}">
                <a16:creationId xmlns:a16="http://schemas.microsoft.com/office/drawing/2014/main" id="{E4BEC08E-16DF-E45F-0125-171B29114697}"/>
              </a:ext>
            </a:extLst>
          </p:cNvPr>
          <p:cNvSpPr/>
          <p:nvPr/>
        </p:nvSpPr>
        <p:spPr>
          <a:xfrm>
            <a:off x="11074472" y="364488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982" y="6873"/>
                </a:moveTo>
                <a:lnTo>
                  <a:pt x="20618" y="6873"/>
                </a:lnTo>
                <a:lnTo>
                  <a:pt x="20618" y="7855"/>
                </a:lnTo>
                <a:lnTo>
                  <a:pt x="982" y="7855"/>
                </a:lnTo>
                <a:cubicBezTo>
                  <a:pt x="982" y="7855"/>
                  <a:pt x="982" y="6873"/>
                  <a:pt x="982" y="6873"/>
                </a:cubicBezTo>
                <a:close/>
                <a:moveTo>
                  <a:pt x="16691" y="8836"/>
                </a:moveTo>
                <a:lnTo>
                  <a:pt x="18655" y="8836"/>
                </a:lnTo>
                <a:lnTo>
                  <a:pt x="18655" y="17673"/>
                </a:lnTo>
                <a:lnTo>
                  <a:pt x="16691" y="17673"/>
                </a:lnTo>
                <a:cubicBezTo>
                  <a:pt x="16691" y="17673"/>
                  <a:pt x="16691" y="8836"/>
                  <a:pt x="16691" y="8836"/>
                </a:cubicBezTo>
                <a:close/>
                <a:moveTo>
                  <a:pt x="13745" y="8836"/>
                </a:moveTo>
                <a:lnTo>
                  <a:pt x="15709" y="8836"/>
                </a:lnTo>
                <a:lnTo>
                  <a:pt x="15709" y="17673"/>
                </a:lnTo>
                <a:lnTo>
                  <a:pt x="13745" y="17673"/>
                </a:lnTo>
                <a:cubicBezTo>
                  <a:pt x="13745" y="17673"/>
                  <a:pt x="13745" y="8836"/>
                  <a:pt x="13745" y="8836"/>
                </a:cubicBezTo>
                <a:close/>
                <a:moveTo>
                  <a:pt x="8836" y="8836"/>
                </a:moveTo>
                <a:lnTo>
                  <a:pt x="12764" y="8836"/>
                </a:lnTo>
                <a:lnTo>
                  <a:pt x="12764" y="17673"/>
                </a:lnTo>
                <a:lnTo>
                  <a:pt x="8836" y="17673"/>
                </a:lnTo>
                <a:cubicBezTo>
                  <a:pt x="8836" y="17673"/>
                  <a:pt x="8836" y="8836"/>
                  <a:pt x="8836" y="8836"/>
                </a:cubicBezTo>
                <a:close/>
                <a:moveTo>
                  <a:pt x="5891" y="8836"/>
                </a:moveTo>
                <a:lnTo>
                  <a:pt x="7855" y="8836"/>
                </a:lnTo>
                <a:lnTo>
                  <a:pt x="7855" y="17673"/>
                </a:lnTo>
                <a:lnTo>
                  <a:pt x="5891" y="17673"/>
                </a:lnTo>
                <a:cubicBezTo>
                  <a:pt x="5891" y="17673"/>
                  <a:pt x="5891" y="8836"/>
                  <a:pt x="5891" y="8836"/>
                </a:cubicBezTo>
                <a:close/>
                <a:moveTo>
                  <a:pt x="2945" y="8836"/>
                </a:moveTo>
                <a:lnTo>
                  <a:pt x="4909" y="8836"/>
                </a:lnTo>
                <a:lnTo>
                  <a:pt x="4909" y="17673"/>
                </a:lnTo>
                <a:lnTo>
                  <a:pt x="2945" y="17673"/>
                </a:lnTo>
                <a:cubicBezTo>
                  <a:pt x="2945" y="17673"/>
                  <a:pt x="2945" y="8836"/>
                  <a:pt x="2945" y="8836"/>
                </a:cubicBezTo>
                <a:close/>
                <a:moveTo>
                  <a:pt x="19773" y="18655"/>
                </a:moveTo>
                <a:lnTo>
                  <a:pt x="20428" y="20618"/>
                </a:lnTo>
                <a:lnTo>
                  <a:pt x="1172" y="20618"/>
                </a:lnTo>
                <a:lnTo>
                  <a:pt x="1827" y="18655"/>
                </a:lnTo>
                <a:cubicBezTo>
                  <a:pt x="1827" y="18655"/>
                  <a:pt x="19773" y="18655"/>
                  <a:pt x="19773" y="18655"/>
                </a:cubicBezTo>
                <a:close/>
                <a:moveTo>
                  <a:pt x="10800" y="1056"/>
                </a:moveTo>
                <a:lnTo>
                  <a:pt x="19261" y="5891"/>
                </a:lnTo>
                <a:lnTo>
                  <a:pt x="2339" y="5891"/>
                </a:lnTo>
                <a:cubicBezTo>
                  <a:pt x="2339" y="5891"/>
                  <a:pt x="10800" y="1056"/>
                  <a:pt x="10800" y="1056"/>
                </a:cubicBezTo>
                <a:close/>
                <a:moveTo>
                  <a:pt x="21109" y="8836"/>
                </a:moveTo>
                <a:cubicBezTo>
                  <a:pt x="21380" y="8836"/>
                  <a:pt x="21600" y="8617"/>
                  <a:pt x="21600" y="8345"/>
                </a:cubicBezTo>
                <a:lnTo>
                  <a:pt x="21600" y="6382"/>
                </a:lnTo>
                <a:cubicBezTo>
                  <a:pt x="21600" y="6200"/>
                  <a:pt x="21496" y="6047"/>
                  <a:pt x="21349" y="5963"/>
                </a:cubicBezTo>
                <a:lnTo>
                  <a:pt x="21353" y="5956"/>
                </a:lnTo>
                <a:lnTo>
                  <a:pt x="11044" y="65"/>
                </a:lnTo>
                <a:lnTo>
                  <a:pt x="11040" y="72"/>
                </a:lnTo>
                <a:cubicBezTo>
                  <a:pt x="10968" y="30"/>
                  <a:pt x="10889" y="0"/>
                  <a:pt x="10800" y="0"/>
                </a:cubicBezTo>
                <a:cubicBezTo>
                  <a:pt x="10711" y="0"/>
                  <a:pt x="10632" y="30"/>
                  <a:pt x="10560" y="72"/>
                </a:cubicBezTo>
                <a:lnTo>
                  <a:pt x="10556" y="65"/>
                </a:lnTo>
                <a:lnTo>
                  <a:pt x="247" y="5956"/>
                </a:lnTo>
                <a:lnTo>
                  <a:pt x="251" y="5963"/>
                </a:lnTo>
                <a:cubicBezTo>
                  <a:pt x="104" y="6047"/>
                  <a:pt x="0" y="6200"/>
                  <a:pt x="0" y="6382"/>
                </a:cubicBezTo>
                <a:lnTo>
                  <a:pt x="0" y="8345"/>
                </a:lnTo>
                <a:cubicBezTo>
                  <a:pt x="0" y="8617"/>
                  <a:pt x="220" y="8836"/>
                  <a:pt x="491" y="8836"/>
                </a:cubicBezTo>
                <a:lnTo>
                  <a:pt x="1964" y="8836"/>
                </a:lnTo>
                <a:lnTo>
                  <a:pt x="1964" y="17673"/>
                </a:lnTo>
                <a:lnTo>
                  <a:pt x="1473" y="17673"/>
                </a:lnTo>
                <a:cubicBezTo>
                  <a:pt x="1256" y="17673"/>
                  <a:pt x="1078" y="17816"/>
                  <a:pt x="1013" y="18010"/>
                </a:cubicBezTo>
                <a:lnTo>
                  <a:pt x="1007" y="18009"/>
                </a:lnTo>
                <a:lnTo>
                  <a:pt x="25" y="20954"/>
                </a:lnTo>
                <a:lnTo>
                  <a:pt x="31" y="20955"/>
                </a:lnTo>
                <a:cubicBezTo>
                  <a:pt x="14" y="21005"/>
                  <a:pt x="0" y="21055"/>
                  <a:pt x="0" y="21109"/>
                </a:cubicBezTo>
                <a:cubicBezTo>
                  <a:pt x="0" y="21381"/>
                  <a:pt x="220" y="21600"/>
                  <a:pt x="491" y="21600"/>
                </a:cubicBezTo>
                <a:lnTo>
                  <a:pt x="21109" y="21600"/>
                </a:lnTo>
                <a:cubicBezTo>
                  <a:pt x="21380" y="21600"/>
                  <a:pt x="21600" y="21381"/>
                  <a:pt x="21600" y="21109"/>
                </a:cubicBezTo>
                <a:cubicBezTo>
                  <a:pt x="21600" y="21055"/>
                  <a:pt x="21586" y="21005"/>
                  <a:pt x="21569" y="20955"/>
                </a:cubicBezTo>
                <a:lnTo>
                  <a:pt x="21575" y="20954"/>
                </a:lnTo>
                <a:lnTo>
                  <a:pt x="20593" y="18009"/>
                </a:lnTo>
                <a:lnTo>
                  <a:pt x="20587" y="18010"/>
                </a:lnTo>
                <a:cubicBezTo>
                  <a:pt x="20522" y="17816"/>
                  <a:pt x="20344" y="17673"/>
                  <a:pt x="20127" y="17673"/>
                </a:cubicBezTo>
                <a:lnTo>
                  <a:pt x="19636" y="17673"/>
                </a:lnTo>
                <a:lnTo>
                  <a:pt x="19636" y="8836"/>
                </a:lnTo>
                <a:cubicBezTo>
                  <a:pt x="19636" y="8836"/>
                  <a:pt x="21109" y="8836"/>
                  <a:pt x="21109" y="8836"/>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3" name="Shape 2625">
            <a:extLst>
              <a:ext uri="{FF2B5EF4-FFF2-40B4-BE49-F238E27FC236}">
                <a16:creationId xmlns:a16="http://schemas.microsoft.com/office/drawing/2014/main" id="{773569A5-0679-79A9-4FA7-B5D4BC5FB374}"/>
              </a:ext>
            </a:extLst>
          </p:cNvPr>
          <p:cNvSpPr/>
          <p:nvPr/>
        </p:nvSpPr>
        <p:spPr>
          <a:xfrm>
            <a:off x="6275123" y="4203541"/>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19636" y="20400"/>
                </a:moveTo>
                <a:lnTo>
                  <a:pt x="1964" y="20400"/>
                </a:lnTo>
                <a:cubicBezTo>
                  <a:pt x="1422" y="20400"/>
                  <a:pt x="982" y="19862"/>
                  <a:pt x="982" y="19200"/>
                </a:cubicBezTo>
                <a:cubicBezTo>
                  <a:pt x="982" y="18949"/>
                  <a:pt x="1025" y="18796"/>
                  <a:pt x="1048" y="18734"/>
                </a:cubicBezTo>
                <a:cubicBezTo>
                  <a:pt x="1065" y="18712"/>
                  <a:pt x="1048" y="18729"/>
                  <a:pt x="1078" y="18673"/>
                </a:cubicBezTo>
                <a:lnTo>
                  <a:pt x="9914" y="1873"/>
                </a:lnTo>
                <a:cubicBezTo>
                  <a:pt x="9930" y="1843"/>
                  <a:pt x="9944" y="1813"/>
                  <a:pt x="9957" y="1783"/>
                </a:cubicBezTo>
                <a:cubicBezTo>
                  <a:pt x="9960" y="1778"/>
                  <a:pt x="10234" y="1200"/>
                  <a:pt x="10800" y="1200"/>
                </a:cubicBezTo>
                <a:cubicBezTo>
                  <a:pt x="11366" y="1200"/>
                  <a:pt x="11588" y="1654"/>
                  <a:pt x="11617" y="1719"/>
                </a:cubicBezTo>
                <a:cubicBezTo>
                  <a:pt x="11641" y="1792"/>
                  <a:pt x="11650" y="1806"/>
                  <a:pt x="11686" y="1873"/>
                </a:cubicBezTo>
                <a:lnTo>
                  <a:pt x="20522" y="18673"/>
                </a:lnTo>
                <a:cubicBezTo>
                  <a:pt x="20535" y="18697"/>
                  <a:pt x="20548" y="18720"/>
                  <a:pt x="20562" y="18744"/>
                </a:cubicBezTo>
                <a:cubicBezTo>
                  <a:pt x="20576" y="18785"/>
                  <a:pt x="20618" y="18928"/>
                  <a:pt x="20618" y="19200"/>
                </a:cubicBezTo>
                <a:cubicBezTo>
                  <a:pt x="20618" y="19862"/>
                  <a:pt x="20177" y="20400"/>
                  <a:pt x="19636" y="20400"/>
                </a:cubicBezTo>
                <a:moveTo>
                  <a:pt x="21348" y="18023"/>
                </a:moveTo>
                <a:lnTo>
                  <a:pt x="12511" y="1223"/>
                </a:lnTo>
                <a:cubicBezTo>
                  <a:pt x="12511" y="1223"/>
                  <a:pt x="12058" y="0"/>
                  <a:pt x="10800" y="0"/>
                </a:cubicBezTo>
                <a:cubicBezTo>
                  <a:pt x="9616" y="0"/>
                  <a:pt x="9089" y="1223"/>
                  <a:pt x="9089" y="1223"/>
                </a:cubicBezTo>
                <a:lnTo>
                  <a:pt x="252" y="18023"/>
                </a:lnTo>
                <a:cubicBezTo>
                  <a:pt x="252" y="18023"/>
                  <a:pt x="0" y="18421"/>
                  <a:pt x="0" y="19200"/>
                </a:cubicBezTo>
                <a:cubicBezTo>
                  <a:pt x="0" y="20526"/>
                  <a:pt x="879" y="21600"/>
                  <a:pt x="1964" y="21600"/>
                </a:cubicBezTo>
                <a:lnTo>
                  <a:pt x="19636" y="21600"/>
                </a:lnTo>
                <a:cubicBezTo>
                  <a:pt x="20721" y="21600"/>
                  <a:pt x="21600" y="20526"/>
                  <a:pt x="21600" y="19200"/>
                </a:cubicBezTo>
                <a:cubicBezTo>
                  <a:pt x="21600" y="18362"/>
                  <a:pt x="21348" y="18023"/>
                  <a:pt x="21348" y="18023"/>
                </a:cubicBezTo>
                <a:moveTo>
                  <a:pt x="10800" y="15600"/>
                </a:moveTo>
                <a:cubicBezTo>
                  <a:pt x="10258" y="15600"/>
                  <a:pt x="9818" y="16138"/>
                  <a:pt x="9818" y="16800"/>
                </a:cubicBezTo>
                <a:cubicBezTo>
                  <a:pt x="9818" y="17462"/>
                  <a:pt x="10258" y="18000"/>
                  <a:pt x="10800" y="18000"/>
                </a:cubicBezTo>
                <a:cubicBezTo>
                  <a:pt x="11342" y="18000"/>
                  <a:pt x="11782" y="17462"/>
                  <a:pt x="11782" y="16800"/>
                </a:cubicBezTo>
                <a:cubicBezTo>
                  <a:pt x="11782" y="16138"/>
                  <a:pt x="11342" y="15600"/>
                  <a:pt x="10800" y="15600"/>
                </a:cubicBezTo>
                <a:moveTo>
                  <a:pt x="10800" y="6000"/>
                </a:moveTo>
                <a:cubicBezTo>
                  <a:pt x="10258" y="6000"/>
                  <a:pt x="9818" y="6538"/>
                  <a:pt x="9818" y="7200"/>
                </a:cubicBezTo>
                <a:lnTo>
                  <a:pt x="10309" y="13800"/>
                </a:lnTo>
                <a:cubicBezTo>
                  <a:pt x="10309" y="14132"/>
                  <a:pt x="10529" y="14400"/>
                  <a:pt x="10800" y="14400"/>
                </a:cubicBezTo>
                <a:cubicBezTo>
                  <a:pt x="11071" y="14400"/>
                  <a:pt x="11291" y="14132"/>
                  <a:pt x="11291" y="13800"/>
                </a:cubicBezTo>
                <a:lnTo>
                  <a:pt x="11782" y="7200"/>
                </a:lnTo>
                <a:cubicBezTo>
                  <a:pt x="11782" y="6538"/>
                  <a:pt x="11342" y="6000"/>
                  <a:pt x="10800" y="60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4" name="Shape 2626">
            <a:extLst>
              <a:ext uri="{FF2B5EF4-FFF2-40B4-BE49-F238E27FC236}">
                <a16:creationId xmlns:a16="http://schemas.microsoft.com/office/drawing/2014/main" id="{45403FA0-9D37-791C-D61A-2A4657C6030A}"/>
              </a:ext>
            </a:extLst>
          </p:cNvPr>
          <p:cNvSpPr/>
          <p:nvPr/>
        </p:nvSpPr>
        <p:spPr>
          <a:xfrm>
            <a:off x="6833777" y="4178148"/>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7222" y="18655"/>
                </a:moveTo>
                <a:cubicBezTo>
                  <a:pt x="7553" y="18644"/>
                  <a:pt x="7811" y="18417"/>
                  <a:pt x="7799" y="18146"/>
                </a:cubicBezTo>
                <a:lnTo>
                  <a:pt x="6916" y="6377"/>
                </a:lnTo>
                <a:cubicBezTo>
                  <a:pt x="6904" y="6106"/>
                  <a:pt x="6626" y="5895"/>
                  <a:pt x="6295" y="5904"/>
                </a:cubicBezTo>
                <a:cubicBezTo>
                  <a:pt x="5963" y="5915"/>
                  <a:pt x="5705" y="6142"/>
                  <a:pt x="5717" y="6413"/>
                </a:cubicBezTo>
                <a:lnTo>
                  <a:pt x="6601" y="18182"/>
                </a:lnTo>
                <a:cubicBezTo>
                  <a:pt x="6613" y="18453"/>
                  <a:pt x="6891" y="18664"/>
                  <a:pt x="7222" y="18655"/>
                </a:cubicBezTo>
                <a:moveTo>
                  <a:pt x="17400" y="19636"/>
                </a:moveTo>
                <a:cubicBezTo>
                  <a:pt x="17319" y="20154"/>
                  <a:pt x="16862" y="20618"/>
                  <a:pt x="16200" y="20618"/>
                </a:cubicBezTo>
                <a:lnTo>
                  <a:pt x="5400" y="20618"/>
                </a:lnTo>
                <a:cubicBezTo>
                  <a:pt x="4737" y="20618"/>
                  <a:pt x="4291" y="20160"/>
                  <a:pt x="4200" y="19636"/>
                </a:cubicBezTo>
                <a:lnTo>
                  <a:pt x="3000" y="3927"/>
                </a:lnTo>
                <a:lnTo>
                  <a:pt x="18600" y="3927"/>
                </a:lnTo>
                <a:cubicBezTo>
                  <a:pt x="18600" y="3927"/>
                  <a:pt x="17400" y="19636"/>
                  <a:pt x="17400" y="19636"/>
                </a:cubicBezTo>
                <a:close/>
                <a:moveTo>
                  <a:pt x="7800" y="983"/>
                </a:moveTo>
                <a:lnTo>
                  <a:pt x="13800" y="983"/>
                </a:lnTo>
                <a:lnTo>
                  <a:pt x="13800" y="2945"/>
                </a:lnTo>
                <a:lnTo>
                  <a:pt x="7800" y="2945"/>
                </a:lnTo>
                <a:cubicBezTo>
                  <a:pt x="7800" y="2945"/>
                  <a:pt x="7800" y="983"/>
                  <a:pt x="7800" y="983"/>
                </a:cubicBezTo>
                <a:close/>
                <a:moveTo>
                  <a:pt x="21000" y="2945"/>
                </a:moveTo>
                <a:lnTo>
                  <a:pt x="15000" y="2945"/>
                </a:lnTo>
                <a:lnTo>
                  <a:pt x="15000" y="983"/>
                </a:lnTo>
                <a:cubicBezTo>
                  <a:pt x="15000" y="440"/>
                  <a:pt x="14462" y="0"/>
                  <a:pt x="13800" y="0"/>
                </a:cubicBezTo>
                <a:lnTo>
                  <a:pt x="7800" y="0"/>
                </a:lnTo>
                <a:cubicBezTo>
                  <a:pt x="7137" y="0"/>
                  <a:pt x="6600" y="440"/>
                  <a:pt x="6600" y="983"/>
                </a:cubicBezTo>
                <a:lnTo>
                  <a:pt x="6600" y="2945"/>
                </a:lnTo>
                <a:lnTo>
                  <a:pt x="600" y="2945"/>
                </a:lnTo>
                <a:cubicBezTo>
                  <a:pt x="269" y="2945"/>
                  <a:pt x="0" y="3166"/>
                  <a:pt x="0" y="3437"/>
                </a:cubicBezTo>
                <a:cubicBezTo>
                  <a:pt x="0" y="3708"/>
                  <a:pt x="269" y="3927"/>
                  <a:pt x="600" y="3927"/>
                </a:cubicBezTo>
                <a:lnTo>
                  <a:pt x="1800" y="3927"/>
                </a:lnTo>
                <a:lnTo>
                  <a:pt x="3000" y="19636"/>
                </a:lnTo>
                <a:cubicBezTo>
                  <a:pt x="3193" y="20711"/>
                  <a:pt x="4075" y="21600"/>
                  <a:pt x="5400" y="21600"/>
                </a:cubicBezTo>
                <a:lnTo>
                  <a:pt x="16200" y="21600"/>
                </a:lnTo>
                <a:cubicBezTo>
                  <a:pt x="17525" y="21600"/>
                  <a:pt x="18374" y="20700"/>
                  <a:pt x="18600" y="19636"/>
                </a:cubicBezTo>
                <a:lnTo>
                  <a:pt x="19800" y="3927"/>
                </a:lnTo>
                <a:lnTo>
                  <a:pt x="21000" y="3927"/>
                </a:lnTo>
                <a:cubicBezTo>
                  <a:pt x="21331" y="3927"/>
                  <a:pt x="21600" y="3708"/>
                  <a:pt x="21600" y="3437"/>
                </a:cubicBezTo>
                <a:cubicBezTo>
                  <a:pt x="21600" y="3166"/>
                  <a:pt x="21331" y="2945"/>
                  <a:pt x="21000" y="2945"/>
                </a:cubicBezTo>
                <a:moveTo>
                  <a:pt x="14380" y="18654"/>
                </a:moveTo>
                <a:cubicBezTo>
                  <a:pt x="14711" y="18664"/>
                  <a:pt x="14989" y="18452"/>
                  <a:pt x="15001" y="18181"/>
                </a:cubicBezTo>
                <a:lnTo>
                  <a:pt x="15871" y="6413"/>
                </a:lnTo>
                <a:cubicBezTo>
                  <a:pt x="15883" y="6142"/>
                  <a:pt x="15625" y="5914"/>
                  <a:pt x="15294" y="5904"/>
                </a:cubicBezTo>
                <a:cubicBezTo>
                  <a:pt x="14962" y="5895"/>
                  <a:pt x="14684" y="6106"/>
                  <a:pt x="14672" y="6377"/>
                </a:cubicBezTo>
                <a:lnTo>
                  <a:pt x="13802" y="18146"/>
                </a:lnTo>
                <a:cubicBezTo>
                  <a:pt x="13790" y="18417"/>
                  <a:pt x="14049" y="18644"/>
                  <a:pt x="14380" y="18654"/>
                </a:cubicBezTo>
                <a:moveTo>
                  <a:pt x="10800" y="18655"/>
                </a:moveTo>
                <a:cubicBezTo>
                  <a:pt x="11131" y="18655"/>
                  <a:pt x="11400" y="18435"/>
                  <a:pt x="11400" y="18164"/>
                </a:cubicBezTo>
                <a:lnTo>
                  <a:pt x="11400" y="6382"/>
                </a:lnTo>
                <a:cubicBezTo>
                  <a:pt x="11400" y="6110"/>
                  <a:pt x="11131" y="5891"/>
                  <a:pt x="10800" y="5891"/>
                </a:cubicBezTo>
                <a:cubicBezTo>
                  <a:pt x="10469" y="5891"/>
                  <a:pt x="10200" y="6110"/>
                  <a:pt x="10200" y="6382"/>
                </a:cubicBezTo>
                <a:lnTo>
                  <a:pt x="10200" y="18164"/>
                </a:lnTo>
                <a:cubicBezTo>
                  <a:pt x="10200" y="18435"/>
                  <a:pt x="10469" y="18655"/>
                  <a:pt x="10800" y="1865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5" name="Shape 2627">
            <a:extLst>
              <a:ext uri="{FF2B5EF4-FFF2-40B4-BE49-F238E27FC236}">
                <a16:creationId xmlns:a16="http://schemas.microsoft.com/office/drawing/2014/main" id="{AB44571D-61C8-99C4-973A-9FF7098EE21B}"/>
              </a:ext>
            </a:extLst>
          </p:cNvPr>
          <p:cNvSpPr/>
          <p:nvPr/>
        </p:nvSpPr>
        <p:spPr>
          <a:xfrm>
            <a:off x="7386083" y="4178148"/>
            <a:ext cx="190451" cy="279328"/>
          </a:xfrm>
          <a:custGeom>
            <a:avLst/>
            <a:gdLst/>
            <a:ahLst/>
            <a:cxnLst>
              <a:cxn ang="0">
                <a:pos x="wd2" y="hd2"/>
              </a:cxn>
              <a:cxn ang="5400000">
                <a:pos x="wd2" y="hd2"/>
              </a:cxn>
              <a:cxn ang="10800000">
                <a:pos x="wd2" y="hd2"/>
              </a:cxn>
              <a:cxn ang="16200000">
                <a:pos x="wd2" y="hd2"/>
              </a:cxn>
            </a:cxnLst>
            <a:rect l="0" t="0" r="r" b="b"/>
            <a:pathLst>
              <a:path w="21600" h="21600" extrusionOk="0">
                <a:moveTo>
                  <a:pt x="18720" y="19636"/>
                </a:moveTo>
                <a:cubicBezTo>
                  <a:pt x="18623" y="20154"/>
                  <a:pt x="18075" y="20618"/>
                  <a:pt x="17280" y="20618"/>
                </a:cubicBezTo>
                <a:lnTo>
                  <a:pt x="4320" y="20618"/>
                </a:lnTo>
                <a:cubicBezTo>
                  <a:pt x="3525" y="20618"/>
                  <a:pt x="2989" y="20160"/>
                  <a:pt x="2880" y="19636"/>
                </a:cubicBezTo>
                <a:lnTo>
                  <a:pt x="1483" y="3927"/>
                </a:lnTo>
                <a:lnTo>
                  <a:pt x="20117" y="3927"/>
                </a:lnTo>
                <a:cubicBezTo>
                  <a:pt x="20117" y="3927"/>
                  <a:pt x="18720" y="19636"/>
                  <a:pt x="18720" y="19636"/>
                </a:cubicBezTo>
                <a:close/>
                <a:moveTo>
                  <a:pt x="4529" y="2227"/>
                </a:moveTo>
                <a:cubicBezTo>
                  <a:pt x="4971" y="2122"/>
                  <a:pt x="5311" y="1878"/>
                  <a:pt x="5440" y="1571"/>
                </a:cubicBezTo>
                <a:cubicBezTo>
                  <a:pt x="5563" y="1278"/>
                  <a:pt x="6084" y="982"/>
                  <a:pt x="6840" y="982"/>
                </a:cubicBezTo>
                <a:cubicBezTo>
                  <a:pt x="7596" y="982"/>
                  <a:pt x="8117" y="1094"/>
                  <a:pt x="8240" y="1387"/>
                </a:cubicBezTo>
                <a:cubicBezTo>
                  <a:pt x="8286" y="1495"/>
                  <a:pt x="8358" y="1598"/>
                  <a:pt x="8454" y="1688"/>
                </a:cubicBezTo>
                <a:cubicBezTo>
                  <a:pt x="8957" y="2167"/>
                  <a:pt x="9732" y="2442"/>
                  <a:pt x="10577" y="2442"/>
                </a:cubicBezTo>
                <a:cubicBezTo>
                  <a:pt x="11235" y="2442"/>
                  <a:pt x="11854" y="2268"/>
                  <a:pt x="12300" y="1947"/>
                </a:cubicBezTo>
                <a:cubicBezTo>
                  <a:pt x="12697" y="1647"/>
                  <a:pt x="13446" y="1473"/>
                  <a:pt x="14760" y="1473"/>
                </a:cubicBezTo>
                <a:cubicBezTo>
                  <a:pt x="16059" y="1473"/>
                  <a:pt x="16752" y="1940"/>
                  <a:pt x="16920" y="2209"/>
                </a:cubicBezTo>
                <a:cubicBezTo>
                  <a:pt x="17107" y="2509"/>
                  <a:pt x="17391" y="2750"/>
                  <a:pt x="17688" y="2945"/>
                </a:cubicBezTo>
                <a:lnTo>
                  <a:pt x="2830" y="2945"/>
                </a:lnTo>
                <a:cubicBezTo>
                  <a:pt x="3170" y="2668"/>
                  <a:pt x="3770" y="2408"/>
                  <a:pt x="4529" y="2227"/>
                </a:cubicBezTo>
                <a:moveTo>
                  <a:pt x="20880" y="2945"/>
                </a:moveTo>
                <a:lnTo>
                  <a:pt x="19676" y="2945"/>
                </a:lnTo>
                <a:cubicBezTo>
                  <a:pt x="19217" y="2693"/>
                  <a:pt x="18780" y="2403"/>
                  <a:pt x="18405" y="1964"/>
                </a:cubicBezTo>
                <a:cubicBezTo>
                  <a:pt x="17787" y="1241"/>
                  <a:pt x="16749" y="491"/>
                  <a:pt x="14760" y="491"/>
                </a:cubicBezTo>
                <a:cubicBezTo>
                  <a:pt x="13012" y="491"/>
                  <a:pt x="11880" y="798"/>
                  <a:pt x="11231" y="1289"/>
                </a:cubicBezTo>
                <a:cubicBezTo>
                  <a:pt x="11081" y="1397"/>
                  <a:pt x="10839" y="1461"/>
                  <a:pt x="10577" y="1461"/>
                </a:cubicBezTo>
                <a:cubicBezTo>
                  <a:pt x="10245" y="1461"/>
                  <a:pt x="9879" y="1359"/>
                  <a:pt x="9624" y="1116"/>
                </a:cubicBezTo>
                <a:cubicBezTo>
                  <a:pt x="9310" y="370"/>
                  <a:pt x="8188" y="0"/>
                  <a:pt x="6840" y="0"/>
                </a:cubicBezTo>
                <a:cubicBezTo>
                  <a:pt x="5492" y="0"/>
                  <a:pt x="4370" y="554"/>
                  <a:pt x="4056" y="1300"/>
                </a:cubicBezTo>
                <a:cubicBezTo>
                  <a:pt x="2613" y="1643"/>
                  <a:pt x="1555" y="2238"/>
                  <a:pt x="1211" y="2945"/>
                </a:cubicBezTo>
                <a:lnTo>
                  <a:pt x="720" y="2945"/>
                </a:lnTo>
                <a:cubicBezTo>
                  <a:pt x="323" y="2945"/>
                  <a:pt x="0" y="3165"/>
                  <a:pt x="0" y="3436"/>
                </a:cubicBezTo>
                <a:lnTo>
                  <a:pt x="0" y="3437"/>
                </a:lnTo>
                <a:lnTo>
                  <a:pt x="1440" y="19636"/>
                </a:lnTo>
                <a:cubicBezTo>
                  <a:pt x="1672" y="20711"/>
                  <a:pt x="2730" y="21600"/>
                  <a:pt x="4320" y="21600"/>
                </a:cubicBezTo>
                <a:lnTo>
                  <a:pt x="17280" y="21600"/>
                </a:lnTo>
                <a:cubicBezTo>
                  <a:pt x="18870" y="21600"/>
                  <a:pt x="19890" y="20700"/>
                  <a:pt x="20160" y="19636"/>
                </a:cubicBezTo>
                <a:lnTo>
                  <a:pt x="21600" y="3437"/>
                </a:lnTo>
                <a:lnTo>
                  <a:pt x="21600" y="3436"/>
                </a:lnTo>
                <a:cubicBezTo>
                  <a:pt x="21600" y="3165"/>
                  <a:pt x="21277" y="2945"/>
                  <a:pt x="20880" y="2945"/>
                </a:cubicBezTo>
                <a:moveTo>
                  <a:pt x="6507" y="18655"/>
                </a:moveTo>
                <a:cubicBezTo>
                  <a:pt x="6904" y="18644"/>
                  <a:pt x="7214" y="18417"/>
                  <a:pt x="7200" y="18146"/>
                </a:cubicBezTo>
                <a:lnTo>
                  <a:pt x="6139" y="6377"/>
                </a:lnTo>
                <a:cubicBezTo>
                  <a:pt x="6125" y="6106"/>
                  <a:pt x="5791" y="5895"/>
                  <a:pt x="5394" y="5904"/>
                </a:cubicBezTo>
                <a:cubicBezTo>
                  <a:pt x="4996" y="5915"/>
                  <a:pt x="4686" y="6142"/>
                  <a:pt x="4700" y="6413"/>
                </a:cubicBezTo>
                <a:lnTo>
                  <a:pt x="5761" y="18182"/>
                </a:lnTo>
                <a:cubicBezTo>
                  <a:pt x="5775" y="18453"/>
                  <a:pt x="6109" y="18664"/>
                  <a:pt x="6507" y="18655"/>
                </a:cubicBezTo>
                <a:moveTo>
                  <a:pt x="10800" y="18655"/>
                </a:moveTo>
                <a:cubicBezTo>
                  <a:pt x="11197" y="18655"/>
                  <a:pt x="11520" y="18435"/>
                  <a:pt x="11520" y="18164"/>
                </a:cubicBezTo>
                <a:lnTo>
                  <a:pt x="11520" y="6382"/>
                </a:lnTo>
                <a:cubicBezTo>
                  <a:pt x="11520" y="6110"/>
                  <a:pt x="11197" y="5891"/>
                  <a:pt x="10800" y="5891"/>
                </a:cubicBezTo>
                <a:cubicBezTo>
                  <a:pt x="10403" y="5891"/>
                  <a:pt x="10080" y="6110"/>
                  <a:pt x="10080" y="6382"/>
                </a:cubicBezTo>
                <a:lnTo>
                  <a:pt x="10080" y="18164"/>
                </a:lnTo>
                <a:cubicBezTo>
                  <a:pt x="10080" y="18435"/>
                  <a:pt x="10403" y="18655"/>
                  <a:pt x="10800" y="18655"/>
                </a:cubicBezTo>
                <a:moveTo>
                  <a:pt x="15095" y="18654"/>
                </a:moveTo>
                <a:cubicBezTo>
                  <a:pt x="15494" y="18664"/>
                  <a:pt x="15827" y="18452"/>
                  <a:pt x="15841" y="18181"/>
                </a:cubicBezTo>
                <a:lnTo>
                  <a:pt x="16886" y="6413"/>
                </a:lnTo>
                <a:cubicBezTo>
                  <a:pt x="16900" y="6142"/>
                  <a:pt x="16590" y="5914"/>
                  <a:pt x="16192" y="5904"/>
                </a:cubicBezTo>
                <a:cubicBezTo>
                  <a:pt x="15795" y="5895"/>
                  <a:pt x="15461" y="6106"/>
                  <a:pt x="15447" y="6377"/>
                </a:cubicBezTo>
                <a:lnTo>
                  <a:pt x="14402" y="18146"/>
                </a:lnTo>
                <a:cubicBezTo>
                  <a:pt x="14388" y="18417"/>
                  <a:pt x="14699" y="18644"/>
                  <a:pt x="15095" y="1865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6" name="Shape 2628">
            <a:extLst>
              <a:ext uri="{FF2B5EF4-FFF2-40B4-BE49-F238E27FC236}">
                <a16:creationId xmlns:a16="http://schemas.microsoft.com/office/drawing/2014/main" id="{8581E1A1-1556-3040-083F-EEEFCE75B31E}"/>
              </a:ext>
            </a:extLst>
          </p:cNvPr>
          <p:cNvSpPr/>
          <p:nvPr/>
        </p:nvSpPr>
        <p:spPr>
          <a:xfrm>
            <a:off x="7874906" y="4178148"/>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6445" y="20618"/>
                </a:moveTo>
                <a:cubicBezTo>
                  <a:pt x="15830" y="20618"/>
                  <a:pt x="15230" y="20482"/>
                  <a:pt x="14664" y="20214"/>
                </a:cubicBezTo>
                <a:cubicBezTo>
                  <a:pt x="14611" y="20189"/>
                  <a:pt x="14556" y="20170"/>
                  <a:pt x="14501" y="20155"/>
                </a:cubicBezTo>
                <a:cubicBezTo>
                  <a:pt x="8920" y="17308"/>
                  <a:pt x="4296" y="12685"/>
                  <a:pt x="1448" y="7105"/>
                </a:cubicBezTo>
                <a:cubicBezTo>
                  <a:pt x="1432" y="7048"/>
                  <a:pt x="1412" y="6991"/>
                  <a:pt x="1386" y="6936"/>
                </a:cubicBezTo>
                <a:cubicBezTo>
                  <a:pt x="1118" y="6369"/>
                  <a:pt x="982" y="5770"/>
                  <a:pt x="982" y="5155"/>
                </a:cubicBezTo>
                <a:cubicBezTo>
                  <a:pt x="982" y="2774"/>
                  <a:pt x="3067" y="982"/>
                  <a:pt x="4418" y="982"/>
                </a:cubicBezTo>
                <a:cubicBezTo>
                  <a:pt x="4595" y="982"/>
                  <a:pt x="4712" y="1072"/>
                  <a:pt x="4765" y="1126"/>
                </a:cubicBezTo>
                <a:cubicBezTo>
                  <a:pt x="4777" y="1139"/>
                  <a:pt x="4800" y="1164"/>
                  <a:pt x="4832" y="1216"/>
                </a:cubicBezTo>
                <a:cubicBezTo>
                  <a:pt x="4849" y="1244"/>
                  <a:pt x="4868" y="1271"/>
                  <a:pt x="4888" y="1297"/>
                </a:cubicBezTo>
                <a:lnTo>
                  <a:pt x="8121" y="5453"/>
                </a:lnTo>
                <a:cubicBezTo>
                  <a:pt x="8146" y="5485"/>
                  <a:pt x="8173" y="5515"/>
                  <a:pt x="8202" y="5544"/>
                </a:cubicBezTo>
                <a:cubicBezTo>
                  <a:pt x="8255" y="5598"/>
                  <a:pt x="8345" y="5715"/>
                  <a:pt x="8345" y="5891"/>
                </a:cubicBezTo>
                <a:cubicBezTo>
                  <a:pt x="8345" y="5978"/>
                  <a:pt x="8321" y="6060"/>
                  <a:pt x="8274" y="6135"/>
                </a:cubicBezTo>
                <a:lnTo>
                  <a:pt x="7180" y="7221"/>
                </a:lnTo>
                <a:cubicBezTo>
                  <a:pt x="7175" y="7226"/>
                  <a:pt x="7170" y="7231"/>
                  <a:pt x="7165" y="7236"/>
                </a:cubicBezTo>
                <a:cubicBezTo>
                  <a:pt x="6769" y="7609"/>
                  <a:pt x="6543" y="8126"/>
                  <a:pt x="6543" y="8668"/>
                </a:cubicBezTo>
                <a:cubicBezTo>
                  <a:pt x="6543" y="9175"/>
                  <a:pt x="6740" y="9658"/>
                  <a:pt x="7082" y="10020"/>
                </a:cubicBezTo>
                <a:cubicBezTo>
                  <a:pt x="7094" y="10040"/>
                  <a:pt x="7107" y="10059"/>
                  <a:pt x="7121" y="10078"/>
                </a:cubicBezTo>
                <a:cubicBezTo>
                  <a:pt x="8327" y="11745"/>
                  <a:pt x="9810" y="13222"/>
                  <a:pt x="11528" y="14469"/>
                </a:cubicBezTo>
                <a:cubicBezTo>
                  <a:pt x="11541" y="14478"/>
                  <a:pt x="11555" y="14487"/>
                  <a:pt x="11568" y="14496"/>
                </a:cubicBezTo>
                <a:cubicBezTo>
                  <a:pt x="11931" y="14844"/>
                  <a:pt x="12418" y="15045"/>
                  <a:pt x="12928" y="15045"/>
                </a:cubicBezTo>
                <a:cubicBezTo>
                  <a:pt x="13440" y="15045"/>
                  <a:pt x="13934" y="14840"/>
                  <a:pt x="14301" y="14479"/>
                </a:cubicBezTo>
                <a:cubicBezTo>
                  <a:pt x="14320" y="14463"/>
                  <a:pt x="14338" y="14446"/>
                  <a:pt x="14356" y="14427"/>
                </a:cubicBezTo>
                <a:lnTo>
                  <a:pt x="15456" y="13320"/>
                </a:lnTo>
                <a:cubicBezTo>
                  <a:pt x="15533" y="13271"/>
                  <a:pt x="15615" y="13247"/>
                  <a:pt x="15701" y="13247"/>
                </a:cubicBezTo>
                <a:cubicBezTo>
                  <a:pt x="15878" y="13247"/>
                  <a:pt x="15995" y="13337"/>
                  <a:pt x="16048" y="13391"/>
                </a:cubicBezTo>
                <a:cubicBezTo>
                  <a:pt x="16077" y="13420"/>
                  <a:pt x="16108" y="13447"/>
                  <a:pt x="16140" y="13472"/>
                </a:cubicBezTo>
                <a:lnTo>
                  <a:pt x="20296" y="16704"/>
                </a:lnTo>
                <a:cubicBezTo>
                  <a:pt x="20323" y="16725"/>
                  <a:pt x="20351" y="16744"/>
                  <a:pt x="20379" y="16762"/>
                </a:cubicBezTo>
                <a:cubicBezTo>
                  <a:pt x="20431" y="16795"/>
                  <a:pt x="20455" y="16816"/>
                  <a:pt x="20466" y="16827"/>
                </a:cubicBezTo>
                <a:cubicBezTo>
                  <a:pt x="20520" y="16881"/>
                  <a:pt x="20610" y="16997"/>
                  <a:pt x="20610" y="17174"/>
                </a:cubicBezTo>
                <a:cubicBezTo>
                  <a:pt x="20610" y="17207"/>
                  <a:pt x="20612" y="17240"/>
                  <a:pt x="20616" y="17273"/>
                </a:cubicBezTo>
                <a:cubicBezTo>
                  <a:pt x="20539" y="18625"/>
                  <a:pt x="18774" y="20618"/>
                  <a:pt x="16445" y="20618"/>
                </a:cubicBezTo>
                <a:moveTo>
                  <a:pt x="21600" y="17174"/>
                </a:moveTo>
                <a:lnTo>
                  <a:pt x="21592" y="17174"/>
                </a:lnTo>
                <a:cubicBezTo>
                  <a:pt x="21592" y="16768"/>
                  <a:pt x="21427" y="16399"/>
                  <a:pt x="21161" y="16133"/>
                </a:cubicBezTo>
                <a:cubicBezTo>
                  <a:pt x="21082" y="16054"/>
                  <a:pt x="20994" y="15988"/>
                  <a:pt x="20899" y="15929"/>
                </a:cubicBezTo>
                <a:lnTo>
                  <a:pt x="16743" y="12697"/>
                </a:lnTo>
                <a:cubicBezTo>
                  <a:pt x="16476" y="12430"/>
                  <a:pt x="16108" y="12265"/>
                  <a:pt x="15701" y="12265"/>
                </a:cubicBezTo>
                <a:cubicBezTo>
                  <a:pt x="15368" y="12265"/>
                  <a:pt x="15065" y="12380"/>
                  <a:pt x="14819" y="12567"/>
                </a:cubicBezTo>
                <a:lnTo>
                  <a:pt x="13659" y="13736"/>
                </a:lnTo>
                <a:lnTo>
                  <a:pt x="13656" y="13733"/>
                </a:lnTo>
                <a:cubicBezTo>
                  <a:pt x="13477" y="13934"/>
                  <a:pt x="13218" y="14063"/>
                  <a:pt x="12928" y="14063"/>
                </a:cubicBezTo>
                <a:cubicBezTo>
                  <a:pt x="12595" y="14063"/>
                  <a:pt x="12303" y="13897"/>
                  <a:pt x="12125" y="13645"/>
                </a:cubicBezTo>
                <a:cubicBezTo>
                  <a:pt x="12119" y="13654"/>
                  <a:pt x="12111" y="13663"/>
                  <a:pt x="12104" y="13674"/>
                </a:cubicBezTo>
                <a:cubicBezTo>
                  <a:pt x="10500" y="12510"/>
                  <a:pt x="9078" y="11108"/>
                  <a:pt x="7916" y="9502"/>
                </a:cubicBezTo>
                <a:cubicBezTo>
                  <a:pt x="7927" y="9495"/>
                  <a:pt x="7937" y="9486"/>
                  <a:pt x="7949" y="9479"/>
                </a:cubicBezTo>
                <a:cubicBezTo>
                  <a:pt x="7693" y="9299"/>
                  <a:pt x="7525" y="9004"/>
                  <a:pt x="7525" y="8668"/>
                </a:cubicBezTo>
                <a:cubicBezTo>
                  <a:pt x="7525" y="8367"/>
                  <a:pt x="7662" y="8101"/>
                  <a:pt x="7873" y="7920"/>
                </a:cubicBezTo>
                <a:lnTo>
                  <a:pt x="7872" y="7918"/>
                </a:lnTo>
                <a:lnTo>
                  <a:pt x="9026" y="6773"/>
                </a:lnTo>
                <a:cubicBezTo>
                  <a:pt x="9213" y="6528"/>
                  <a:pt x="9327" y="6224"/>
                  <a:pt x="9327" y="5891"/>
                </a:cubicBezTo>
                <a:cubicBezTo>
                  <a:pt x="9327" y="5485"/>
                  <a:pt x="9162" y="5116"/>
                  <a:pt x="8896" y="4850"/>
                </a:cubicBezTo>
                <a:lnTo>
                  <a:pt x="5663" y="693"/>
                </a:lnTo>
                <a:cubicBezTo>
                  <a:pt x="5604" y="599"/>
                  <a:pt x="5538" y="510"/>
                  <a:pt x="5459" y="432"/>
                </a:cubicBezTo>
                <a:cubicBezTo>
                  <a:pt x="5193" y="165"/>
                  <a:pt x="4825" y="0"/>
                  <a:pt x="4418" y="0"/>
                </a:cubicBezTo>
                <a:cubicBezTo>
                  <a:pt x="2455" y="0"/>
                  <a:pt x="0" y="2308"/>
                  <a:pt x="0" y="5155"/>
                </a:cubicBezTo>
                <a:cubicBezTo>
                  <a:pt x="0" y="5943"/>
                  <a:pt x="183" y="6688"/>
                  <a:pt x="499" y="7356"/>
                </a:cubicBezTo>
                <a:lnTo>
                  <a:pt x="483" y="7373"/>
                </a:lnTo>
                <a:cubicBezTo>
                  <a:pt x="3436" y="13255"/>
                  <a:pt x="8345" y="18164"/>
                  <a:pt x="14228" y="21117"/>
                </a:cubicBezTo>
                <a:lnTo>
                  <a:pt x="14244" y="21101"/>
                </a:lnTo>
                <a:cubicBezTo>
                  <a:pt x="14912" y="21418"/>
                  <a:pt x="15657" y="21600"/>
                  <a:pt x="16445" y="21600"/>
                </a:cubicBezTo>
                <a:cubicBezTo>
                  <a:pt x="19292" y="21600"/>
                  <a:pt x="21600" y="19145"/>
                  <a:pt x="21600" y="17182"/>
                </a:cubicBezTo>
                <a:cubicBezTo>
                  <a:pt x="21600" y="17179"/>
                  <a:pt x="21600" y="17177"/>
                  <a:pt x="21600" y="1717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7" name="Shape 2629">
            <a:extLst>
              <a:ext uri="{FF2B5EF4-FFF2-40B4-BE49-F238E27FC236}">
                <a16:creationId xmlns:a16="http://schemas.microsoft.com/office/drawing/2014/main" id="{E5632BCE-1AAE-6B05-9D79-6E0BF821D0A9}"/>
              </a:ext>
            </a:extLst>
          </p:cNvPr>
          <p:cNvSpPr/>
          <p:nvPr/>
        </p:nvSpPr>
        <p:spPr>
          <a:xfrm>
            <a:off x="8408167" y="4178148"/>
            <a:ext cx="279405" cy="279328"/>
          </a:xfrm>
          <a:custGeom>
            <a:avLst/>
            <a:gdLst/>
            <a:ahLst/>
            <a:cxnLst>
              <a:cxn ang="0">
                <a:pos x="wd2" y="hd2"/>
              </a:cxn>
              <a:cxn ang="5400000">
                <a:pos x="wd2" y="hd2"/>
              </a:cxn>
              <a:cxn ang="10800000">
                <a:pos x="wd2" y="hd2"/>
              </a:cxn>
              <a:cxn ang="16200000">
                <a:pos x="wd2" y="hd2"/>
              </a:cxn>
            </a:cxnLst>
            <a:rect l="0" t="0" r="r" b="b"/>
            <a:pathLst>
              <a:path w="21600" h="21600" extrusionOk="0">
                <a:moveTo>
                  <a:pt x="16441" y="20618"/>
                </a:moveTo>
                <a:cubicBezTo>
                  <a:pt x="15826" y="20618"/>
                  <a:pt x="15226" y="20482"/>
                  <a:pt x="14660" y="20214"/>
                </a:cubicBezTo>
                <a:cubicBezTo>
                  <a:pt x="14607" y="20189"/>
                  <a:pt x="14552" y="20170"/>
                  <a:pt x="14497" y="20155"/>
                </a:cubicBezTo>
                <a:cubicBezTo>
                  <a:pt x="8918" y="17308"/>
                  <a:pt x="4295" y="12685"/>
                  <a:pt x="1448" y="7105"/>
                </a:cubicBezTo>
                <a:cubicBezTo>
                  <a:pt x="1432" y="7048"/>
                  <a:pt x="1412" y="6991"/>
                  <a:pt x="1386" y="6936"/>
                </a:cubicBezTo>
                <a:cubicBezTo>
                  <a:pt x="1117" y="6369"/>
                  <a:pt x="982" y="5770"/>
                  <a:pt x="982" y="5155"/>
                </a:cubicBezTo>
                <a:cubicBezTo>
                  <a:pt x="982" y="2774"/>
                  <a:pt x="3066" y="982"/>
                  <a:pt x="4417" y="982"/>
                </a:cubicBezTo>
                <a:cubicBezTo>
                  <a:pt x="4594" y="982"/>
                  <a:pt x="4711" y="1072"/>
                  <a:pt x="4764" y="1126"/>
                </a:cubicBezTo>
                <a:cubicBezTo>
                  <a:pt x="4776" y="1139"/>
                  <a:pt x="4798" y="1164"/>
                  <a:pt x="4831" y="1216"/>
                </a:cubicBezTo>
                <a:cubicBezTo>
                  <a:pt x="4848" y="1244"/>
                  <a:pt x="4867" y="1271"/>
                  <a:pt x="4887" y="1297"/>
                </a:cubicBezTo>
                <a:lnTo>
                  <a:pt x="8118" y="5453"/>
                </a:lnTo>
                <a:cubicBezTo>
                  <a:pt x="8143" y="5485"/>
                  <a:pt x="8170" y="5515"/>
                  <a:pt x="8199" y="5544"/>
                </a:cubicBezTo>
                <a:cubicBezTo>
                  <a:pt x="8253" y="5598"/>
                  <a:pt x="8343" y="5715"/>
                  <a:pt x="8343" y="5891"/>
                </a:cubicBezTo>
                <a:cubicBezTo>
                  <a:pt x="8343" y="5978"/>
                  <a:pt x="8319" y="6060"/>
                  <a:pt x="8272" y="6135"/>
                </a:cubicBezTo>
                <a:lnTo>
                  <a:pt x="7178" y="7221"/>
                </a:lnTo>
                <a:cubicBezTo>
                  <a:pt x="7173" y="7226"/>
                  <a:pt x="7168" y="7231"/>
                  <a:pt x="7163" y="7236"/>
                </a:cubicBezTo>
                <a:cubicBezTo>
                  <a:pt x="6767" y="7609"/>
                  <a:pt x="6541" y="8126"/>
                  <a:pt x="6541" y="8668"/>
                </a:cubicBezTo>
                <a:cubicBezTo>
                  <a:pt x="6541" y="9175"/>
                  <a:pt x="6738" y="9658"/>
                  <a:pt x="7080" y="10020"/>
                </a:cubicBezTo>
                <a:cubicBezTo>
                  <a:pt x="7092" y="10040"/>
                  <a:pt x="7105" y="10059"/>
                  <a:pt x="7119" y="10078"/>
                </a:cubicBezTo>
                <a:cubicBezTo>
                  <a:pt x="8325" y="11745"/>
                  <a:pt x="9807" y="13222"/>
                  <a:pt x="11525" y="14469"/>
                </a:cubicBezTo>
                <a:cubicBezTo>
                  <a:pt x="11538" y="14478"/>
                  <a:pt x="11551" y="14487"/>
                  <a:pt x="11565" y="14496"/>
                </a:cubicBezTo>
                <a:cubicBezTo>
                  <a:pt x="11928" y="14844"/>
                  <a:pt x="12414" y="15045"/>
                  <a:pt x="12924" y="15045"/>
                </a:cubicBezTo>
                <a:cubicBezTo>
                  <a:pt x="13436" y="15045"/>
                  <a:pt x="13930" y="14840"/>
                  <a:pt x="14297" y="14479"/>
                </a:cubicBezTo>
                <a:cubicBezTo>
                  <a:pt x="14316" y="14463"/>
                  <a:pt x="14335" y="14446"/>
                  <a:pt x="14352" y="14427"/>
                </a:cubicBezTo>
                <a:lnTo>
                  <a:pt x="15451" y="13320"/>
                </a:lnTo>
                <a:cubicBezTo>
                  <a:pt x="15529" y="13271"/>
                  <a:pt x="15611" y="13247"/>
                  <a:pt x="15697" y="13247"/>
                </a:cubicBezTo>
                <a:cubicBezTo>
                  <a:pt x="15874" y="13247"/>
                  <a:pt x="15990" y="13337"/>
                  <a:pt x="16044" y="13391"/>
                </a:cubicBezTo>
                <a:cubicBezTo>
                  <a:pt x="16073" y="13420"/>
                  <a:pt x="16103" y="13447"/>
                  <a:pt x="16135" y="13472"/>
                </a:cubicBezTo>
                <a:lnTo>
                  <a:pt x="20291" y="16704"/>
                </a:lnTo>
                <a:cubicBezTo>
                  <a:pt x="20317" y="16725"/>
                  <a:pt x="20345" y="16744"/>
                  <a:pt x="20374" y="16762"/>
                </a:cubicBezTo>
                <a:cubicBezTo>
                  <a:pt x="20426" y="16795"/>
                  <a:pt x="20449" y="16816"/>
                  <a:pt x="20461" y="16827"/>
                </a:cubicBezTo>
                <a:cubicBezTo>
                  <a:pt x="20515" y="16881"/>
                  <a:pt x="20605" y="16997"/>
                  <a:pt x="20605" y="17174"/>
                </a:cubicBezTo>
                <a:cubicBezTo>
                  <a:pt x="20605" y="17207"/>
                  <a:pt x="20606" y="17240"/>
                  <a:pt x="20610" y="17273"/>
                </a:cubicBezTo>
                <a:cubicBezTo>
                  <a:pt x="20533" y="18625"/>
                  <a:pt x="18769" y="20618"/>
                  <a:pt x="16441" y="20618"/>
                </a:cubicBezTo>
                <a:moveTo>
                  <a:pt x="21586" y="17174"/>
                </a:moveTo>
                <a:cubicBezTo>
                  <a:pt x="21586" y="16768"/>
                  <a:pt x="21421" y="16399"/>
                  <a:pt x="21155" y="16133"/>
                </a:cubicBezTo>
                <a:cubicBezTo>
                  <a:pt x="21077" y="16054"/>
                  <a:pt x="20988" y="15988"/>
                  <a:pt x="20893" y="15929"/>
                </a:cubicBezTo>
                <a:lnTo>
                  <a:pt x="16738" y="12697"/>
                </a:lnTo>
                <a:cubicBezTo>
                  <a:pt x="16471" y="12430"/>
                  <a:pt x="16104" y="12265"/>
                  <a:pt x="15697" y="12265"/>
                </a:cubicBezTo>
                <a:cubicBezTo>
                  <a:pt x="15364" y="12265"/>
                  <a:pt x="15060" y="12380"/>
                  <a:pt x="14815" y="12567"/>
                </a:cubicBezTo>
                <a:lnTo>
                  <a:pt x="13655" y="13736"/>
                </a:lnTo>
                <a:lnTo>
                  <a:pt x="13652" y="13733"/>
                </a:lnTo>
                <a:cubicBezTo>
                  <a:pt x="13473" y="13934"/>
                  <a:pt x="13214" y="14063"/>
                  <a:pt x="12924" y="14063"/>
                </a:cubicBezTo>
                <a:cubicBezTo>
                  <a:pt x="12592" y="14063"/>
                  <a:pt x="12300" y="13897"/>
                  <a:pt x="12122" y="13645"/>
                </a:cubicBezTo>
                <a:cubicBezTo>
                  <a:pt x="12116" y="13654"/>
                  <a:pt x="12107" y="13663"/>
                  <a:pt x="12101" y="13674"/>
                </a:cubicBezTo>
                <a:cubicBezTo>
                  <a:pt x="10497" y="12510"/>
                  <a:pt x="9076" y="11108"/>
                  <a:pt x="7914" y="9502"/>
                </a:cubicBezTo>
                <a:cubicBezTo>
                  <a:pt x="7925" y="9495"/>
                  <a:pt x="7935" y="9486"/>
                  <a:pt x="7947" y="9479"/>
                </a:cubicBezTo>
                <a:cubicBezTo>
                  <a:pt x="7691" y="9299"/>
                  <a:pt x="7523" y="9004"/>
                  <a:pt x="7523" y="8668"/>
                </a:cubicBezTo>
                <a:cubicBezTo>
                  <a:pt x="7523" y="8367"/>
                  <a:pt x="7659" y="8101"/>
                  <a:pt x="7871" y="7920"/>
                </a:cubicBezTo>
                <a:lnTo>
                  <a:pt x="7870" y="7918"/>
                </a:lnTo>
                <a:lnTo>
                  <a:pt x="9023" y="6773"/>
                </a:lnTo>
                <a:cubicBezTo>
                  <a:pt x="9211" y="6528"/>
                  <a:pt x="9325" y="6224"/>
                  <a:pt x="9325" y="5891"/>
                </a:cubicBezTo>
                <a:cubicBezTo>
                  <a:pt x="9325" y="5485"/>
                  <a:pt x="9160" y="5116"/>
                  <a:pt x="8893" y="4850"/>
                </a:cubicBezTo>
                <a:lnTo>
                  <a:pt x="5662" y="693"/>
                </a:lnTo>
                <a:cubicBezTo>
                  <a:pt x="5603" y="599"/>
                  <a:pt x="5537" y="510"/>
                  <a:pt x="5458" y="432"/>
                </a:cubicBezTo>
                <a:cubicBezTo>
                  <a:pt x="5191" y="165"/>
                  <a:pt x="4823" y="0"/>
                  <a:pt x="4417" y="0"/>
                </a:cubicBezTo>
                <a:cubicBezTo>
                  <a:pt x="2454" y="0"/>
                  <a:pt x="0" y="2308"/>
                  <a:pt x="0" y="5155"/>
                </a:cubicBezTo>
                <a:cubicBezTo>
                  <a:pt x="0" y="5943"/>
                  <a:pt x="183" y="6688"/>
                  <a:pt x="499" y="7356"/>
                </a:cubicBezTo>
                <a:lnTo>
                  <a:pt x="482" y="7373"/>
                </a:lnTo>
                <a:cubicBezTo>
                  <a:pt x="3435" y="13255"/>
                  <a:pt x="8343" y="18164"/>
                  <a:pt x="14224" y="21117"/>
                </a:cubicBezTo>
                <a:lnTo>
                  <a:pt x="14240" y="21101"/>
                </a:lnTo>
                <a:cubicBezTo>
                  <a:pt x="14908" y="21418"/>
                  <a:pt x="15652" y="21600"/>
                  <a:pt x="16441" y="21600"/>
                </a:cubicBezTo>
                <a:cubicBezTo>
                  <a:pt x="19287" y="21600"/>
                  <a:pt x="21594" y="19145"/>
                  <a:pt x="21594" y="17182"/>
                </a:cubicBezTo>
                <a:cubicBezTo>
                  <a:pt x="21594" y="17179"/>
                  <a:pt x="21594" y="17177"/>
                  <a:pt x="21594" y="17174"/>
                </a:cubicBezTo>
                <a:cubicBezTo>
                  <a:pt x="21594" y="17174"/>
                  <a:pt x="21586" y="17174"/>
                  <a:pt x="21586" y="17174"/>
                </a:cubicBezTo>
                <a:close/>
                <a:moveTo>
                  <a:pt x="11785" y="10800"/>
                </a:moveTo>
                <a:cubicBezTo>
                  <a:pt x="12326" y="10800"/>
                  <a:pt x="12766" y="10360"/>
                  <a:pt x="12766" y="9819"/>
                </a:cubicBezTo>
                <a:cubicBezTo>
                  <a:pt x="12766" y="9276"/>
                  <a:pt x="12326" y="8836"/>
                  <a:pt x="11785" y="8836"/>
                </a:cubicBezTo>
                <a:cubicBezTo>
                  <a:pt x="11242" y="8836"/>
                  <a:pt x="10803" y="9276"/>
                  <a:pt x="10803" y="9819"/>
                </a:cubicBezTo>
                <a:cubicBezTo>
                  <a:pt x="10803" y="10360"/>
                  <a:pt x="11242" y="10800"/>
                  <a:pt x="11785" y="10800"/>
                </a:cubicBezTo>
                <a:moveTo>
                  <a:pt x="11785" y="5891"/>
                </a:moveTo>
                <a:cubicBezTo>
                  <a:pt x="13953" y="5891"/>
                  <a:pt x="15711" y="7649"/>
                  <a:pt x="15711" y="9819"/>
                </a:cubicBezTo>
                <a:cubicBezTo>
                  <a:pt x="15711" y="10090"/>
                  <a:pt x="15930" y="10309"/>
                  <a:pt x="16201" y="10309"/>
                </a:cubicBezTo>
                <a:cubicBezTo>
                  <a:pt x="16472" y="10309"/>
                  <a:pt x="16692" y="10090"/>
                  <a:pt x="16692" y="9819"/>
                </a:cubicBezTo>
                <a:cubicBezTo>
                  <a:pt x="16692" y="7107"/>
                  <a:pt x="14495" y="4909"/>
                  <a:pt x="11785" y="4909"/>
                </a:cubicBezTo>
                <a:cubicBezTo>
                  <a:pt x="11513" y="4909"/>
                  <a:pt x="11294" y="5129"/>
                  <a:pt x="11294" y="5400"/>
                </a:cubicBezTo>
                <a:cubicBezTo>
                  <a:pt x="11294" y="5672"/>
                  <a:pt x="11513" y="5891"/>
                  <a:pt x="11785" y="5891"/>
                </a:cubicBezTo>
                <a:moveTo>
                  <a:pt x="11785" y="982"/>
                </a:moveTo>
                <a:cubicBezTo>
                  <a:pt x="16663" y="982"/>
                  <a:pt x="20618" y="4939"/>
                  <a:pt x="20618" y="9819"/>
                </a:cubicBezTo>
                <a:cubicBezTo>
                  <a:pt x="20618" y="10090"/>
                  <a:pt x="20838" y="10309"/>
                  <a:pt x="21109" y="10309"/>
                </a:cubicBezTo>
                <a:cubicBezTo>
                  <a:pt x="21380" y="10309"/>
                  <a:pt x="21600" y="10090"/>
                  <a:pt x="21600" y="9819"/>
                </a:cubicBezTo>
                <a:cubicBezTo>
                  <a:pt x="21600" y="4396"/>
                  <a:pt x="17206" y="0"/>
                  <a:pt x="11785" y="0"/>
                </a:cubicBezTo>
                <a:cubicBezTo>
                  <a:pt x="11513" y="0"/>
                  <a:pt x="11294" y="220"/>
                  <a:pt x="11294" y="491"/>
                </a:cubicBezTo>
                <a:cubicBezTo>
                  <a:pt x="11294" y="762"/>
                  <a:pt x="11513" y="982"/>
                  <a:pt x="11785" y="9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8" name="Shape 2630">
            <a:extLst>
              <a:ext uri="{FF2B5EF4-FFF2-40B4-BE49-F238E27FC236}">
                <a16:creationId xmlns:a16="http://schemas.microsoft.com/office/drawing/2014/main" id="{C65EEC72-61F7-31C8-5DEF-712DCA473542}"/>
              </a:ext>
            </a:extLst>
          </p:cNvPr>
          <p:cNvSpPr/>
          <p:nvPr/>
        </p:nvSpPr>
        <p:spPr>
          <a:xfrm>
            <a:off x="9004911" y="4178148"/>
            <a:ext cx="152368" cy="279328"/>
          </a:xfrm>
          <a:custGeom>
            <a:avLst/>
            <a:gdLst/>
            <a:ahLst/>
            <a:cxnLst>
              <a:cxn ang="0">
                <a:pos x="wd2" y="hd2"/>
              </a:cxn>
              <a:cxn ang="5400000">
                <a:pos x="wd2" y="hd2"/>
              </a:cxn>
              <a:cxn ang="10800000">
                <a:pos x="wd2" y="hd2"/>
              </a:cxn>
              <a:cxn ang="16200000">
                <a:pos x="wd2" y="hd2"/>
              </a:cxn>
            </a:cxnLst>
            <a:rect l="0" t="0" r="r" b="b"/>
            <a:pathLst>
              <a:path w="21600" h="21600" extrusionOk="0">
                <a:moveTo>
                  <a:pt x="9507" y="18651"/>
                </a:moveTo>
                <a:lnTo>
                  <a:pt x="10795" y="12327"/>
                </a:lnTo>
                <a:lnTo>
                  <a:pt x="10781" y="12326"/>
                </a:lnTo>
                <a:cubicBezTo>
                  <a:pt x="10785" y="12307"/>
                  <a:pt x="10800" y="12292"/>
                  <a:pt x="10800" y="12273"/>
                </a:cubicBezTo>
                <a:cubicBezTo>
                  <a:pt x="10800" y="12001"/>
                  <a:pt x="10398" y="11782"/>
                  <a:pt x="9900" y="11782"/>
                </a:cubicBezTo>
                <a:lnTo>
                  <a:pt x="2149" y="11782"/>
                </a:lnTo>
                <a:lnTo>
                  <a:pt x="8749" y="982"/>
                </a:lnTo>
                <a:lnTo>
                  <a:pt x="15850" y="982"/>
                </a:lnTo>
                <a:lnTo>
                  <a:pt x="11436" y="8190"/>
                </a:lnTo>
                <a:lnTo>
                  <a:pt x="11447" y="8192"/>
                </a:lnTo>
                <a:cubicBezTo>
                  <a:pt x="11417" y="8241"/>
                  <a:pt x="11391" y="8291"/>
                  <a:pt x="11391" y="8345"/>
                </a:cubicBezTo>
                <a:cubicBezTo>
                  <a:pt x="11391" y="8617"/>
                  <a:pt x="11794" y="8836"/>
                  <a:pt x="12291" y="8836"/>
                </a:cubicBezTo>
                <a:lnTo>
                  <a:pt x="19195" y="8836"/>
                </a:lnTo>
                <a:cubicBezTo>
                  <a:pt x="19195" y="8836"/>
                  <a:pt x="9507" y="18651"/>
                  <a:pt x="9507" y="18651"/>
                </a:cubicBezTo>
                <a:close/>
                <a:moveTo>
                  <a:pt x="21600" y="8345"/>
                </a:moveTo>
                <a:cubicBezTo>
                  <a:pt x="21600" y="8074"/>
                  <a:pt x="21197" y="7855"/>
                  <a:pt x="20700" y="7855"/>
                </a:cubicBezTo>
                <a:lnTo>
                  <a:pt x="13541" y="7855"/>
                </a:lnTo>
                <a:lnTo>
                  <a:pt x="17954" y="646"/>
                </a:lnTo>
                <a:lnTo>
                  <a:pt x="17944" y="644"/>
                </a:lnTo>
                <a:cubicBezTo>
                  <a:pt x="17974" y="595"/>
                  <a:pt x="18000" y="545"/>
                  <a:pt x="18000" y="491"/>
                </a:cubicBezTo>
                <a:cubicBezTo>
                  <a:pt x="18000" y="220"/>
                  <a:pt x="17598" y="0"/>
                  <a:pt x="17100" y="0"/>
                </a:cubicBezTo>
                <a:lnTo>
                  <a:pt x="8101" y="0"/>
                </a:lnTo>
                <a:cubicBezTo>
                  <a:pt x="7703" y="0"/>
                  <a:pt x="7376" y="143"/>
                  <a:pt x="7257" y="337"/>
                </a:cubicBezTo>
                <a:lnTo>
                  <a:pt x="7246" y="335"/>
                </a:lnTo>
                <a:lnTo>
                  <a:pt x="47" y="12117"/>
                </a:lnTo>
                <a:lnTo>
                  <a:pt x="57" y="12120"/>
                </a:lnTo>
                <a:cubicBezTo>
                  <a:pt x="27" y="12168"/>
                  <a:pt x="0" y="12218"/>
                  <a:pt x="0" y="12273"/>
                </a:cubicBezTo>
                <a:cubicBezTo>
                  <a:pt x="0" y="12544"/>
                  <a:pt x="403" y="12764"/>
                  <a:pt x="900" y="12764"/>
                </a:cubicBezTo>
                <a:lnTo>
                  <a:pt x="8895" y="12764"/>
                </a:lnTo>
                <a:lnTo>
                  <a:pt x="7206" y="21055"/>
                </a:lnTo>
                <a:lnTo>
                  <a:pt x="7220" y="21056"/>
                </a:lnTo>
                <a:cubicBezTo>
                  <a:pt x="7216" y="21074"/>
                  <a:pt x="7200" y="21090"/>
                  <a:pt x="7200" y="21109"/>
                </a:cubicBezTo>
                <a:cubicBezTo>
                  <a:pt x="7200" y="21380"/>
                  <a:pt x="7603" y="21600"/>
                  <a:pt x="8101" y="21600"/>
                </a:cubicBezTo>
                <a:cubicBezTo>
                  <a:pt x="8464" y="21600"/>
                  <a:pt x="8761" y="21480"/>
                  <a:pt x="8900" y="21310"/>
                </a:cubicBezTo>
                <a:lnTo>
                  <a:pt x="8918" y="21315"/>
                </a:lnTo>
                <a:lnTo>
                  <a:pt x="21517" y="8551"/>
                </a:lnTo>
                <a:lnTo>
                  <a:pt x="21513" y="8550"/>
                </a:lnTo>
                <a:cubicBezTo>
                  <a:pt x="21567" y="8487"/>
                  <a:pt x="21600" y="8419"/>
                  <a:pt x="21600" y="834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9" name="Shape 2631">
            <a:extLst>
              <a:ext uri="{FF2B5EF4-FFF2-40B4-BE49-F238E27FC236}">
                <a16:creationId xmlns:a16="http://schemas.microsoft.com/office/drawing/2014/main" id="{8D3BF9A4-E2FD-EFDB-1B00-88833B8DEF62}"/>
              </a:ext>
            </a:extLst>
          </p:cNvPr>
          <p:cNvSpPr/>
          <p:nvPr/>
        </p:nvSpPr>
        <p:spPr>
          <a:xfrm>
            <a:off x="9474689" y="4203541"/>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19636" y="3600"/>
                </a:moveTo>
                <a:lnTo>
                  <a:pt x="1964" y="3600"/>
                </a:lnTo>
                <a:lnTo>
                  <a:pt x="1964" y="1200"/>
                </a:lnTo>
                <a:lnTo>
                  <a:pt x="19636" y="1200"/>
                </a:lnTo>
                <a:cubicBezTo>
                  <a:pt x="19636" y="1200"/>
                  <a:pt x="19636" y="3600"/>
                  <a:pt x="19636" y="3600"/>
                </a:cubicBezTo>
                <a:close/>
                <a:moveTo>
                  <a:pt x="17182" y="6000"/>
                </a:moveTo>
                <a:lnTo>
                  <a:pt x="17182" y="4800"/>
                </a:lnTo>
                <a:lnTo>
                  <a:pt x="19145" y="4800"/>
                </a:lnTo>
                <a:lnTo>
                  <a:pt x="19145" y="6000"/>
                </a:lnTo>
                <a:cubicBezTo>
                  <a:pt x="19145" y="6662"/>
                  <a:pt x="18705" y="7200"/>
                  <a:pt x="18164" y="7200"/>
                </a:cubicBezTo>
                <a:cubicBezTo>
                  <a:pt x="17621" y="7200"/>
                  <a:pt x="17182" y="6662"/>
                  <a:pt x="17182" y="6000"/>
                </a:cubicBezTo>
                <a:moveTo>
                  <a:pt x="14236" y="6000"/>
                </a:moveTo>
                <a:lnTo>
                  <a:pt x="14236" y="4800"/>
                </a:lnTo>
                <a:lnTo>
                  <a:pt x="16200" y="4800"/>
                </a:lnTo>
                <a:lnTo>
                  <a:pt x="16200" y="6000"/>
                </a:lnTo>
                <a:cubicBezTo>
                  <a:pt x="16200" y="6662"/>
                  <a:pt x="15760" y="7200"/>
                  <a:pt x="15218" y="7200"/>
                </a:cubicBezTo>
                <a:cubicBezTo>
                  <a:pt x="14675" y="7200"/>
                  <a:pt x="14236" y="6662"/>
                  <a:pt x="14236" y="6000"/>
                </a:cubicBezTo>
                <a:moveTo>
                  <a:pt x="11291" y="6000"/>
                </a:moveTo>
                <a:lnTo>
                  <a:pt x="11291" y="4800"/>
                </a:lnTo>
                <a:lnTo>
                  <a:pt x="13255" y="4800"/>
                </a:lnTo>
                <a:lnTo>
                  <a:pt x="13255" y="6000"/>
                </a:lnTo>
                <a:cubicBezTo>
                  <a:pt x="13255" y="6662"/>
                  <a:pt x="12814" y="7200"/>
                  <a:pt x="12273" y="7200"/>
                </a:cubicBezTo>
                <a:cubicBezTo>
                  <a:pt x="11730" y="7200"/>
                  <a:pt x="11291" y="6662"/>
                  <a:pt x="11291" y="6000"/>
                </a:cubicBezTo>
                <a:moveTo>
                  <a:pt x="8345" y="6000"/>
                </a:moveTo>
                <a:lnTo>
                  <a:pt x="8345" y="4800"/>
                </a:lnTo>
                <a:lnTo>
                  <a:pt x="10309" y="4800"/>
                </a:lnTo>
                <a:lnTo>
                  <a:pt x="10309" y="6000"/>
                </a:lnTo>
                <a:cubicBezTo>
                  <a:pt x="10309" y="6662"/>
                  <a:pt x="9869" y="7200"/>
                  <a:pt x="9327" y="7200"/>
                </a:cubicBezTo>
                <a:cubicBezTo>
                  <a:pt x="8785" y="7200"/>
                  <a:pt x="8345" y="6662"/>
                  <a:pt x="8345" y="6000"/>
                </a:cubicBezTo>
                <a:moveTo>
                  <a:pt x="5400" y="6000"/>
                </a:moveTo>
                <a:lnTo>
                  <a:pt x="5400" y="4800"/>
                </a:lnTo>
                <a:lnTo>
                  <a:pt x="7364" y="4800"/>
                </a:lnTo>
                <a:lnTo>
                  <a:pt x="7364" y="6000"/>
                </a:lnTo>
                <a:cubicBezTo>
                  <a:pt x="7364" y="6662"/>
                  <a:pt x="6924" y="7200"/>
                  <a:pt x="6382" y="7200"/>
                </a:cubicBezTo>
                <a:cubicBezTo>
                  <a:pt x="5839" y="7200"/>
                  <a:pt x="5400" y="6662"/>
                  <a:pt x="5400" y="6000"/>
                </a:cubicBezTo>
                <a:moveTo>
                  <a:pt x="2455" y="6000"/>
                </a:moveTo>
                <a:lnTo>
                  <a:pt x="2455" y="4800"/>
                </a:lnTo>
                <a:lnTo>
                  <a:pt x="4418" y="4800"/>
                </a:lnTo>
                <a:lnTo>
                  <a:pt x="4418" y="6000"/>
                </a:lnTo>
                <a:cubicBezTo>
                  <a:pt x="4418" y="6662"/>
                  <a:pt x="3978" y="7200"/>
                  <a:pt x="3436" y="7200"/>
                </a:cubicBezTo>
                <a:cubicBezTo>
                  <a:pt x="2894" y="7200"/>
                  <a:pt x="2455" y="6662"/>
                  <a:pt x="2455" y="6000"/>
                </a:cubicBezTo>
                <a:moveTo>
                  <a:pt x="19636" y="20400"/>
                </a:moveTo>
                <a:lnTo>
                  <a:pt x="12764" y="20400"/>
                </a:lnTo>
                <a:lnTo>
                  <a:pt x="12764" y="13800"/>
                </a:lnTo>
                <a:cubicBezTo>
                  <a:pt x="12764" y="13469"/>
                  <a:pt x="12544" y="13200"/>
                  <a:pt x="12273" y="13200"/>
                </a:cubicBezTo>
                <a:lnTo>
                  <a:pt x="9327" y="13200"/>
                </a:lnTo>
                <a:cubicBezTo>
                  <a:pt x="9056" y="13200"/>
                  <a:pt x="8836" y="13469"/>
                  <a:pt x="8836" y="13800"/>
                </a:cubicBezTo>
                <a:lnTo>
                  <a:pt x="8836" y="20400"/>
                </a:lnTo>
                <a:lnTo>
                  <a:pt x="1964" y="20400"/>
                </a:lnTo>
                <a:lnTo>
                  <a:pt x="1964" y="7573"/>
                </a:lnTo>
                <a:cubicBezTo>
                  <a:pt x="2324" y="8076"/>
                  <a:pt x="2847" y="8400"/>
                  <a:pt x="3436" y="8400"/>
                </a:cubicBezTo>
                <a:cubicBezTo>
                  <a:pt x="4026" y="8400"/>
                  <a:pt x="4549" y="8076"/>
                  <a:pt x="4909" y="7573"/>
                </a:cubicBezTo>
                <a:cubicBezTo>
                  <a:pt x="5269" y="8076"/>
                  <a:pt x="5792" y="8400"/>
                  <a:pt x="6382" y="8400"/>
                </a:cubicBezTo>
                <a:cubicBezTo>
                  <a:pt x="6971" y="8400"/>
                  <a:pt x="7495" y="8076"/>
                  <a:pt x="7855" y="7573"/>
                </a:cubicBezTo>
                <a:cubicBezTo>
                  <a:pt x="8215" y="8076"/>
                  <a:pt x="8738" y="8400"/>
                  <a:pt x="9327" y="8400"/>
                </a:cubicBezTo>
                <a:cubicBezTo>
                  <a:pt x="9917" y="8400"/>
                  <a:pt x="10440" y="8076"/>
                  <a:pt x="10800" y="7573"/>
                </a:cubicBezTo>
                <a:cubicBezTo>
                  <a:pt x="11160" y="8076"/>
                  <a:pt x="11683" y="8400"/>
                  <a:pt x="12273" y="8400"/>
                </a:cubicBezTo>
                <a:cubicBezTo>
                  <a:pt x="12862" y="8400"/>
                  <a:pt x="13385" y="8076"/>
                  <a:pt x="13745" y="7573"/>
                </a:cubicBezTo>
                <a:cubicBezTo>
                  <a:pt x="14105" y="8076"/>
                  <a:pt x="14629" y="8400"/>
                  <a:pt x="15218" y="8400"/>
                </a:cubicBezTo>
                <a:cubicBezTo>
                  <a:pt x="15808" y="8400"/>
                  <a:pt x="16331" y="8076"/>
                  <a:pt x="16691" y="7573"/>
                </a:cubicBezTo>
                <a:cubicBezTo>
                  <a:pt x="17051" y="8076"/>
                  <a:pt x="17574" y="8400"/>
                  <a:pt x="18164" y="8400"/>
                </a:cubicBezTo>
                <a:cubicBezTo>
                  <a:pt x="18753" y="8400"/>
                  <a:pt x="19276" y="8076"/>
                  <a:pt x="19636" y="7573"/>
                </a:cubicBezTo>
                <a:cubicBezTo>
                  <a:pt x="19636" y="7573"/>
                  <a:pt x="19636" y="20400"/>
                  <a:pt x="19636" y="20400"/>
                </a:cubicBezTo>
                <a:close/>
                <a:moveTo>
                  <a:pt x="11782" y="20400"/>
                </a:moveTo>
                <a:lnTo>
                  <a:pt x="9818" y="20400"/>
                </a:lnTo>
                <a:lnTo>
                  <a:pt x="9818" y="14400"/>
                </a:lnTo>
                <a:lnTo>
                  <a:pt x="11782" y="14400"/>
                </a:lnTo>
                <a:cubicBezTo>
                  <a:pt x="11782" y="14400"/>
                  <a:pt x="11782" y="20400"/>
                  <a:pt x="11782" y="20400"/>
                </a:cubicBezTo>
                <a:close/>
                <a:moveTo>
                  <a:pt x="21109" y="20400"/>
                </a:moveTo>
                <a:lnTo>
                  <a:pt x="20618" y="20400"/>
                </a:lnTo>
                <a:lnTo>
                  <a:pt x="20618" y="4800"/>
                </a:lnTo>
                <a:lnTo>
                  <a:pt x="21109" y="4800"/>
                </a:lnTo>
                <a:cubicBezTo>
                  <a:pt x="21380" y="4800"/>
                  <a:pt x="21600" y="4532"/>
                  <a:pt x="21600" y="4200"/>
                </a:cubicBezTo>
                <a:cubicBezTo>
                  <a:pt x="21600" y="3868"/>
                  <a:pt x="21380" y="3600"/>
                  <a:pt x="21109" y="3600"/>
                </a:cubicBezTo>
                <a:lnTo>
                  <a:pt x="20618" y="3600"/>
                </a:lnTo>
                <a:lnTo>
                  <a:pt x="20618" y="1200"/>
                </a:lnTo>
                <a:cubicBezTo>
                  <a:pt x="20618" y="538"/>
                  <a:pt x="20178" y="0"/>
                  <a:pt x="19636" y="0"/>
                </a:cubicBezTo>
                <a:lnTo>
                  <a:pt x="1964" y="0"/>
                </a:lnTo>
                <a:cubicBezTo>
                  <a:pt x="1421" y="0"/>
                  <a:pt x="982" y="538"/>
                  <a:pt x="982" y="1200"/>
                </a:cubicBezTo>
                <a:lnTo>
                  <a:pt x="982" y="3600"/>
                </a:lnTo>
                <a:lnTo>
                  <a:pt x="491" y="3600"/>
                </a:lnTo>
                <a:cubicBezTo>
                  <a:pt x="220" y="3600"/>
                  <a:pt x="0" y="3868"/>
                  <a:pt x="0" y="4200"/>
                </a:cubicBezTo>
                <a:cubicBezTo>
                  <a:pt x="0" y="4532"/>
                  <a:pt x="220" y="4800"/>
                  <a:pt x="491" y="4800"/>
                </a:cubicBezTo>
                <a:lnTo>
                  <a:pt x="982" y="4800"/>
                </a:lnTo>
                <a:lnTo>
                  <a:pt x="982" y="20400"/>
                </a:lnTo>
                <a:lnTo>
                  <a:pt x="491" y="20400"/>
                </a:lnTo>
                <a:cubicBezTo>
                  <a:pt x="220" y="20400"/>
                  <a:pt x="0" y="20669"/>
                  <a:pt x="0" y="21000"/>
                </a:cubicBezTo>
                <a:cubicBezTo>
                  <a:pt x="0" y="21332"/>
                  <a:pt x="220" y="21600"/>
                  <a:pt x="491" y="21600"/>
                </a:cubicBezTo>
                <a:lnTo>
                  <a:pt x="21109" y="21600"/>
                </a:lnTo>
                <a:cubicBezTo>
                  <a:pt x="21380" y="21600"/>
                  <a:pt x="21600" y="21332"/>
                  <a:pt x="21600" y="21000"/>
                </a:cubicBezTo>
                <a:cubicBezTo>
                  <a:pt x="21600" y="20669"/>
                  <a:pt x="21380" y="20400"/>
                  <a:pt x="21109" y="20400"/>
                </a:cubicBezTo>
                <a:moveTo>
                  <a:pt x="16691" y="16800"/>
                </a:moveTo>
                <a:lnTo>
                  <a:pt x="14727" y="16800"/>
                </a:lnTo>
                <a:lnTo>
                  <a:pt x="14727" y="14400"/>
                </a:lnTo>
                <a:lnTo>
                  <a:pt x="16691" y="14400"/>
                </a:lnTo>
                <a:cubicBezTo>
                  <a:pt x="16691" y="14400"/>
                  <a:pt x="16691" y="16800"/>
                  <a:pt x="16691" y="16800"/>
                </a:cubicBezTo>
                <a:close/>
                <a:moveTo>
                  <a:pt x="17182" y="13200"/>
                </a:moveTo>
                <a:lnTo>
                  <a:pt x="14236" y="13200"/>
                </a:lnTo>
                <a:cubicBezTo>
                  <a:pt x="13965" y="13200"/>
                  <a:pt x="13745" y="13469"/>
                  <a:pt x="13745" y="13800"/>
                </a:cubicBezTo>
                <a:lnTo>
                  <a:pt x="13745" y="17400"/>
                </a:lnTo>
                <a:cubicBezTo>
                  <a:pt x="13745" y="17732"/>
                  <a:pt x="13965" y="18000"/>
                  <a:pt x="14236" y="18000"/>
                </a:cubicBezTo>
                <a:lnTo>
                  <a:pt x="17182" y="18000"/>
                </a:lnTo>
                <a:cubicBezTo>
                  <a:pt x="17453" y="18000"/>
                  <a:pt x="17673" y="17732"/>
                  <a:pt x="17673" y="17400"/>
                </a:cubicBezTo>
                <a:lnTo>
                  <a:pt x="17673" y="13800"/>
                </a:lnTo>
                <a:cubicBezTo>
                  <a:pt x="17673" y="13469"/>
                  <a:pt x="17453" y="13200"/>
                  <a:pt x="17182" y="13200"/>
                </a:cubicBezTo>
                <a:moveTo>
                  <a:pt x="6873" y="16800"/>
                </a:moveTo>
                <a:lnTo>
                  <a:pt x="4909" y="16800"/>
                </a:lnTo>
                <a:lnTo>
                  <a:pt x="4909" y="14400"/>
                </a:lnTo>
                <a:lnTo>
                  <a:pt x="6873" y="14400"/>
                </a:lnTo>
                <a:cubicBezTo>
                  <a:pt x="6873" y="14400"/>
                  <a:pt x="6873" y="16800"/>
                  <a:pt x="6873" y="16800"/>
                </a:cubicBezTo>
                <a:close/>
                <a:moveTo>
                  <a:pt x="7364" y="13200"/>
                </a:moveTo>
                <a:lnTo>
                  <a:pt x="4418" y="13200"/>
                </a:lnTo>
                <a:cubicBezTo>
                  <a:pt x="4147" y="13200"/>
                  <a:pt x="3927" y="13469"/>
                  <a:pt x="3927" y="13800"/>
                </a:cubicBezTo>
                <a:lnTo>
                  <a:pt x="3927" y="17400"/>
                </a:lnTo>
                <a:cubicBezTo>
                  <a:pt x="3927" y="17732"/>
                  <a:pt x="4147" y="18000"/>
                  <a:pt x="4418" y="18000"/>
                </a:cubicBezTo>
                <a:lnTo>
                  <a:pt x="7364" y="18000"/>
                </a:lnTo>
                <a:cubicBezTo>
                  <a:pt x="7635" y="18000"/>
                  <a:pt x="7855" y="17732"/>
                  <a:pt x="7855" y="17400"/>
                </a:cubicBezTo>
                <a:lnTo>
                  <a:pt x="7855" y="13800"/>
                </a:lnTo>
                <a:cubicBezTo>
                  <a:pt x="7855" y="13469"/>
                  <a:pt x="7635" y="13200"/>
                  <a:pt x="7364" y="132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10" name="Shape 2632">
            <a:extLst>
              <a:ext uri="{FF2B5EF4-FFF2-40B4-BE49-F238E27FC236}">
                <a16:creationId xmlns:a16="http://schemas.microsoft.com/office/drawing/2014/main" id="{45512767-4C2D-C5BD-0225-D3043BE23D89}"/>
              </a:ext>
            </a:extLst>
          </p:cNvPr>
          <p:cNvSpPr/>
          <p:nvPr/>
        </p:nvSpPr>
        <p:spPr>
          <a:xfrm>
            <a:off x="10033344" y="4178148"/>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17673"/>
                </a:moveTo>
                <a:cubicBezTo>
                  <a:pt x="4588" y="17673"/>
                  <a:pt x="1200" y="16051"/>
                  <a:pt x="1200" y="15218"/>
                </a:cubicBezTo>
                <a:cubicBezTo>
                  <a:pt x="1200" y="14690"/>
                  <a:pt x="1355" y="14275"/>
                  <a:pt x="1611" y="13896"/>
                </a:cubicBezTo>
                <a:cubicBezTo>
                  <a:pt x="3255" y="14967"/>
                  <a:pt x="6746" y="15709"/>
                  <a:pt x="10800" y="15709"/>
                </a:cubicBezTo>
                <a:cubicBezTo>
                  <a:pt x="14856" y="15709"/>
                  <a:pt x="18345" y="14966"/>
                  <a:pt x="19987" y="13894"/>
                </a:cubicBezTo>
                <a:cubicBezTo>
                  <a:pt x="20244" y="14273"/>
                  <a:pt x="20400" y="14689"/>
                  <a:pt x="20400" y="15218"/>
                </a:cubicBezTo>
                <a:cubicBezTo>
                  <a:pt x="20400" y="16051"/>
                  <a:pt x="17011" y="17673"/>
                  <a:pt x="10800" y="17673"/>
                </a:cubicBezTo>
                <a:moveTo>
                  <a:pt x="10800" y="20618"/>
                </a:moveTo>
                <a:cubicBezTo>
                  <a:pt x="9475" y="20618"/>
                  <a:pt x="8400" y="19739"/>
                  <a:pt x="8400" y="18655"/>
                </a:cubicBezTo>
                <a:cubicBezTo>
                  <a:pt x="8400" y="18625"/>
                  <a:pt x="8408" y="18597"/>
                  <a:pt x="8409" y="18567"/>
                </a:cubicBezTo>
                <a:cubicBezTo>
                  <a:pt x="9179" y="18623"/>
                  <a:pt x="9977" y="18655"/>
                  <a:pt x="10800" y="18655"/>
                </a:cubicBezTo>
                <a:cubicBezTo>
                  <a:pt x="11623" y="18655"/>
                  <a:pt x="12421" y="18623"/>
                  <a:pt x="13191" y="18567"/>
                </a:cubicBezTo>
                <a:cubicBezTo>
                  <a:pt x="13192" y="18597"/>
                  <a:pt x="13200" y="18625"/>
                  <a:pt x="13200" y="18655"/>
                </a:cubicBezTo>
                <a:cubicBezTo>
                  <a:pt x="13200" y="19739"/>
                  <a:pt x="12125" y="20618"/>
                  <a:pt x="10800" y="20618"/>
                </a:cubicBezTo>
                <a:moveTo>
                  <a:pt x="2948" y="12551"/>
                </a:moveTo>
                <a:cubicBezTo>
                  <a:pt x="4308" y="11388"/>
                  <a:pt x="6000" y="9939"/>
                  <a:pt x="6000" y="6873"/>
                </a:cubicBezTo>
                <a:cubicBezTo>
                  <a:pt x="6000" y="5232"/>
                  <a:pt x="7238" y="3825"/>
                  <a:pt x="8988" y="3239"/>
                </a:cubicBezTo>
                <a:cubicBezTo>
                  <a:pt x="9428" y="3657"/>
                  <a:pt x="10072" y="3927"/>
                  <a:pt x="10800" y="3927"/>
                </a:cubicBezTo>
                <a:cubicBezTo>
                  <a:pt x="11528" y="3927"/>
                  <a:pt x="12172" y="3657"/>
                  <a:pt x="12611" y="3239"/>
                </a:cubicBezTo>
                <a:cubicBezTo>
                  <a:pt x="14362" y="3825"/>
                  <a:pt x="15600" y="5232"/>
                  <a:pt x="15600" y="6873"/>
                </a:cubicBezTo>
                <a:cubicBezTo>
                  <a:pt x="15600" y="9939"/>
                  <a:pt x="17292" y="11388"/>
                  <a:pt x="18652" y="12551"/>
                </a:cubicBezTo>
                <a:cubicBezTo>
                  <a:pt x="18911" y="12773"/>
                  <a:pt x="19152" y="12979"/>
                  <a:pt x="19366" y="13183"/>
                </a:cubicBezTo>
                <a:cubicBezTo>
                  <a:pt x="18217" y="14077"/>
                  <a:pt x="14825" y="14727"/>
                  <a:pt x="10800" y="14727"/>
                </a:cubicBezTo>
                <a:cubicBezTo>
                  <a:pt x="6779" y="14727"/>
                  <a:pt x="3383" y="14079"/>
                  <a:pt x="2230" y="13186"/>
                </a:cubicBezTo>
                <a:cubicBezTo>
                  <a:pt x="2446" y="12981"/>
                  <a:pt x="2687" y="12774"/>
                  <a:pt x="2948" y="12551"/>
                </a:cubicBezTo>
                <a:moveTo>
                  <a:pt x="10800" y="982"/>
                </a:moveTo>
                <a:cubicBezTo>
                  <a:pt x="11462" y="982"/>
                  <a:pt x="12000" y="1422"/>
                  <a:pt x="12000" y="1964"/>
                </a:cubicBezTo>
                <a:cubicBezTo>
                  <a:pt x="12000" y="2506"/>
                  <a:pt x="11462" y="2945"/>
                  <a:pt x="10800" y="2945"/>
                </a:cubicBezTo>
                <a:cubicBezTo>
                  <a:pt x="10138" y="2945"/>
                  <a:pt x="9600" y="2506"/>
                  <a:pt x="9600" y="1964"/>
                </a:cubicBezTo>
                <a:cubicBezTo>
                  <a:pt x="9600" y="1422"/>
                  <a:pt x="10138" y="982"/>
                  <a:pt x="10800" y="982"/>
                </a:cubicBezTo>
                <a:moveTo>
                  <a:pt x="21600" y="15218"/>
                </a:moveTo>
                <a:cubicBezTo>
                  <a:pt x="21600" y="11782"/>
                  <a:pt x="16800" y="11782"/>
                  <a:pt x="16800" y="6873"/>
                </a:cubicBezTo>
                <a:cubicBezTo>
                  <a:pt x="16800" y="4845"/>
                  <a:pt x="15296" y="3105"/>
                  <a:pt x="13152" y="2356"/>
                </a:cubicBezTo>
                <a:cubicBezTo>
                  <a:pt x="13183" y="2229"/>
                  <a:pt x="13200" y="2098"/>
                  <a:pt x="13200" y="1964"/>
                </a:cubicBezTo>
                <a:cubicBezTo>
                  <a:pt x="13200" y="879"/>
                  <a:pt x="12125" y="0"/>
                  <a:pt x="10800" y="0"/>
                </a:cubicBezTo>
                <a:cubicBezTo>
                  <a:pt x="9475" y="0"/>
                  <a:pt x="8400" y="879"/>
                  <a:pt x="8400" y="1964"/>
                </a:cubicBezTo>
                <a:cubicBezTo>
                  <a:pt x="8400" y="2098"/>
                  <a:pt x="8417" y="2229"/>
                  <a:pt x="8448" y="2356"/>
                </a:cubicBezTo>
                <a:cubicBezTo>
                  <a:pt x="6304" y="3105"/>
                  <a:pt x="4800" y="4845"/>
                  <a:pt x="4800" y="6873"/>
                </a:cubicBezTo>
                <a:cubicBezTo>
                  <a:pt x="4800" y="11782"/>
                  <a:pt x="0" y="11782"/>
                  <a:pt x="0" y="15218"/>
                </a:cubicBezTo>
                <a:cubicBezTo>
                  <a:pt x="0" y="16716"/>
                  <a:pt x="3016" y="17986"/>
                  <a:pt x="7217" y="18457"/>
                </a:cubicBezTo>
                <a:cubicBezTo>
                  <a:pt x="7211" y="18523"/>
                  <a:pt x="7200" y="18587"/>
                  <a:pt x="7200" y="18655"/>
                </a:cubicBezTo>
                <a:cubicBezTo>
                  <a:pt x="7200" y="20282"/>
                  <a:pt x="8812" y="21600"/>
                  <a:pt x="10800" y="21600"/>
                </a:cubicBezTo>
                <a:cubicBezTo>
                  <a:pt x="12788" y="21600"/>
                  <a:pt x="14400" y="20282"/>
                  <a:pt x="14400" y="18655"/>
                </a:cubicBezTo>
                <a:cubicBezTo>
                  <a:pt x="14400" y="18587"/>
                  <a:pt x="14389" y="18523"/>
                  <a:pt x="14383" y="18457"/>
                </a:cubicBezTo>
                <a:cubicBezTo>
                  <a:pt x="18584" y="17986"/>
                  <a:pt x="21600" y="16716"/>
                  <a:pt x="21600" y="1521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11" name="Shape 2633">
            <a:extLst>
              <a:ext uri="{FF2B5EF4-FFF2-40B4-BE49-F238E27FC236}">
                <a16:creationId xmlns:a16="http://schemas.microsoft.com/office/drawing/2014/main" id="{E8F90FDA-6AAB-C409-CBBC-E879339608D6}"/>
              </a:ext>
            </a:extLst>
          </p:cNvPr>
          <p:cNvSpPr/>
          <p:nvPr/>
        </p:nvSpPr>
        <p:spPr>
          <a:xfrm>
            <a:off x="10541211" y="4178148"/>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2144" y="18334"/>
                </a:moveTo>
                <a:lnTo>
                  <a:pt x="15583" y="6873"/>
                </a:lnTo>
                <a:lnTo>
                  <a:pt x="20168" y="6873"/>
                </a:lnTo>
                <a:cubicBezTo>
                  <a:pt x="20168" y="6873"/>
                  <a:pt x="12144" y="18334"/>
                  <a:pt x="12144" y="18334"/>
                </a:cubicBezTo>
                <a:close/>
                <a:moveTo>
                  <a:pt x="10800" y="19403"/>
                </a:moveTo>
                <a:lnTo>
                  <a:pt x="7041" y="6873"/>
                </a:lnTo>
                <a:lnTo>
                  <a:pt x="14559" y="6873"/>
                </a:lnTo>
                <a:cubicBezTo>
                  <a:pt x="14559" y="6873"/>
                  <a:pt x="10800" y="19403"/>
                  <a:pt x="10800" y="19403"/>
                </a:cubicBezTo>
                <a:close/>
                <a:moveTo>
                  <a:pt x="1432" y="6873"/>
                </a:moveTo>
                <a:lnTo>
                  <a:pt x="6017" y="6873"/>
                </a:lnTo>
                <a:lnTo>
                  <a:pt x="9456" y="18334"/>
                </a:lnTo>
                <a:cubicBezTo>
                  <a:pt x="9456" y="18334"/>
                  <a:pt x="1432" y="6873"/>
                  <a:pt x="1432" y="6873"/>
                </a:cubicBezTo>
                <a:close/>
                <a:moveTo>
                  <a:pt x="6578" y="982"/>
                </a:moveTo>
                <a:lnTo>
                  <a:pt x="8536" y="982"/>
                </a:lnTo>
                <a:lnTo>
                  <a:pt x="6082" y="5891"/>
                </a:lnTo>
                <a:lnTo>
                  <a:pt x="1669" y="5891"/>
                </a:lnTo>
                <a:cubicBezTo>
                  <a:pt x="1669" y="5891"/>
                  <a:pt x="6578" y="982"/>
                  <a:pt x="6578" y="982"/>
                </a:cubicBezTo>
                <a:close/>
                <a:moveTo>
                  <a:pt x="11973" y="982"/>
                </a:moveTo>
                <a:lnTo>
                  <a:pt x="14427" y="5891"/>
                </a:lnTo>
                <a:lnTo>
                  <a:pt x="7173" y="5891"/>
                </a:lnTo>
                <a:lnTo>
                  <a:pt x="9627" y="982"/>
                </a:lnTo>
                <a:cubicBezTo>
                  <a:pt x="9627" y="982"/>
                  <a:pt x="11973" y="982"/>
                  <a:pt x="11973" y="982"/>
                </a:cubicBezTo>
                <a:close/>
                <a:moveTo>
                  <a:pt x="15022" y="982"/>
                </a:moveTo>
                <a:lnTo>
                  <a:pt x="19931" y="5891"/>
                </a:lnTo>
                <a:lnTo>
                  <a:pt x="15518" y="5891"/>
                </a:lnTo>
                <a:lnTo>
                  <a:pt x="13064" y="982"/>
                </a:lnTo>
                <a:cubicBezTo>
                  <a:pt x="13064" y="982"/>
                  <a:pt x="15022" y="982"/>
                  <a:pt x="15022" y="982"/>
                </a:cubicBezTo>
                <a:close/>
                <a:moveTo>
                  <a:pt x="21600" y="6382"/>
                </a:moveTo>
                <a:cubicBezTo>
                  <a:pt x="21600" y="6272"/>
                  <a:pt x="21557" y="6175"/>
                  <a:pt x="21495" y="6093"/>
                </a:cubicBezTo>
                <a:lnTo>
                  <a:pt x="21502" y="6088"/>
                </a:lnTo>
                <a:lnTo>
                  <a:pt x="21471" y="6057"/>
                </a:lnTo>
                <a:cubicBezTo>
                  <a:pt x="21459" y="6044"/>
                  <a:pt x="21448" y="6032"/>
                  <a:pt x="21434" y="6020"/>
                </a:cubicBezTo>
                <a:lnTo>
                  <a:pt x="15611" y="197"/>
                </a:lnTo>
                <a:lnTo>
                  <a:pt x="15604" y="201"/>
                </a:lnTo>
                <a:cubicBezTo>
                  <a:pt x="15514" y="82"/>
                  <a:pt x="15379" y="0"/>
                  <a:pt x="15218" y="0"/>
                </a:cubicBezTo>
                <a:lnTo>
                  <a:pt x="6382" y="0"/>
                </a:lnTo>
                <a:cubicBezTo>
                  <a:pt x="6221" y="0"/>
                  <a:pt x="6086" y="82"/>
                  <a:pt x="5996" y="201"/>
                </a:cubicBezTo>
                <a:lnTo>
                  <a:pt x="5989" y="197"/>
                </a:lnTo>
                <a:lnTo>
                  <a:pt x="166" y="6020"/>
                </a:lnTo>
                <a:cubicBezTo>
                  <a:pt x="152" y="6032"/>
                  <a:pt x="141" y="6044"/>
                  <a:pt x="129" y="6057"/>
                </a:cubicBezTo>
                <a:lnTo>
                  <a:pt x="98" y="6088"/>
                </a:lnTo>
                <a:lnTo>
                  <a:pt x="105" y="6093"/>
                </a:lnTo>
                <a:cubicBezTo>
                  <a:pt x="43" y="6175"/>
                  <a:pt x="0" y="6272"/>
                  <a:pt x="0" y="6382"/>
                </a:cubicBezTo>
                <a:cubicBezTo>
                  <a:pt x="0" y="6499"/>
                  <a:pt x="46" y="6602"/>
                  <a:pt x="115" y="6686"/>
                </a:cubicBezTo>
                <a:lnTo>
                  <a:pt x="109" y="6690"/>
                </a:lnTo>
                <a:lnTo>
                  <a:pt x="10418" y="21418"/>
                </a:lnTo>
                <a:lnTo>
                  <a:pt x="10424" y="21413"/>
                </a:lnTo>
                <a:cubicBezTo>
                  <a:pt x="10514" y="21525"/>
                  <a:pt x="10646" y="21600"/>
                  <a:pt x="10800" y="21600"/>
                </a:cubicBezTo>
                <a:cubicBezTo>
                  <a:pt x="10954" y="21600"/>
                  <a:pt x="11086" y="21525"/>
                  <a:pt x="11176" y="21413"/>
                </a:cubicBezTo>
                <a:lnTo>
                  <a:pt x="11182" y="21418"/>
                </a:lnTo>
                <a:lnTo>
                  <a:pt x="21491" y="6690"/>
                </a:lnTo>
                <a:lnTo>
                  <a:pt x="21485" y="6686"/>
                </a:lnTo>
                <a:cubicBezTo>
                  <a:pt x="21553" y="6602"/>
                  <a:pt x="21600" y="6499"/>
                  <a:pt x="21600" y="63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12" name="Shape 2634">
            <a:extLst>
              <a:ext uri="{FF2B5EF4-FFF2-40B4-BE49-F238E27FC236}">
                <a16:creationId xmlns:a16="http://schemas.microsoft.com/office/drawing/2014/main" id="{558ACC10-5955-A70F-3DE2-36E46F771E40}"/>
              </a:ext>
            </a:extLst>
          </p:cNvPr>
          <p:cNvSpPr/>
          <p:nvPr/>
        </p:nvSpPr>
        <p:spPr>
          <a:xfrm>
            <a:off x="11074472" y="4178148"/>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579" y="7008"/>
                </a:moveTo>
                <a:cubicBezTo>
                  <a:pt x="20006" y="12260"/>
                  <a:pt x="12624" y="19436"/>
                  <a:pt x="10800" y="20538"/>
                </a:cubicBezTo>
                <a:cubicBezTo>
                  <a:pt x="8976" y="19436"/>
                  <a:pt x="1594" y="12260"/>
                  <a:pt x="1021" y="7001"/>
                </a:cubicBezTo>
                <a:cubicBezTo>
                  <a:pt x="1021" y="7001"/>
                  <a:pt x="982" y="6718"/>
                  <a:pt x="982" y="6382"/>
                </a:cubicBezTo>
                <a:cubicBezTo>
                  <a:pt x="982" y="3404"/>
                  <a:pt x="3404" y="982"/>
                  <a:pt x="6382" y="982"/>
                </a:cubicBezTo>
                <a:cubicBezTo>
                  <a:pt x="7780" y="982"/>
                  <a:pt x="9107" y="1518"/>
                  <a:pt x="10120" y="2491"/>
                </a:cubicBezTo>
                <a:lnTo>
                  <a:pt x="10800" y="3145"/>
                </a:lnTo>
                <a:lnTo>
                  <a:pt x="11480" y="2491"/>
                </a:lnTo>
                <a:cubicBezTo>
                  <a:pt x="12493" y="1518"/>
                  <a:pt x="13820" y="982"/>
                  <a:pt x="15218" y="982"/>
                </a:cubicBezTo>
                <a:cubicBezTo>
                  <a:pt x="18196" y="982"/>
                  <a:pt x="20618" y="3404"/>
                  <a:pt x="20618" y="6382"/>
                </a:cubicBezTo>
                <a:cubicBezTo>
                  <a:pt x="20618" y="6725"/>
                  <a:pt x="20579" y="7008"/>
                  <a:pt x="20579" y="7008"/>
                </a:cubicBezTo>
                <a:moveTo>
                  <a:pt x="21600" y="6382"/>
                </a:moveTo>
                <a:cubicBezTo>
                  <a:pt x="21600" y="2857"/>
                  <a:pt x="18743" y="0"/>
                  <a:pt x="15218" y="0"/>
                </a:cubicBezTo>
                <a:cubicBezTo>
                  <a:pt x="13502" y="0"/>
                  <a:pt x="11947" y="681"/>
                  <a:pt x="10800" y="1784"/>
                </a:cubicBezTo>
                <a:cubicBezTo>
                  <a:pt x="9653" y="681"/>
                  <a:pt x="8098" y="0"/>
                  <a:pt x="6382" y="0"/>
                </a:cubicBezTo>
                <a:cubicBezTo>
                  <a:pt x="2857" y="0"/>
                  <a:pt x="0" y="2857"/>
                  <a:pt x="0" y="6382"/>
                </a:cubicBezTo>
                <a:cubicBezTo>
                  <a:pt x="0" y="6792"/>
                  <a:pt x="65" y="7282"/>
                  <a:pt x="45" y="7115"/>
                </a:cubicBezTo>
                <a:cubicBezTo>
                  <a:pt x="733" y="13419"/>
                  <a:pt x="9855" y="21600"/>
                  <a:pt x="10800" y="21600"/>
                </a:cubicBezTo>
                <a:cubicBezTo>
                  <a:pt x="11745" y="21600"/>
                  <a:pt x="20867" y="13419"/>
                  <a:pt x="21555" y="7115"/>
                </a:cubicBezTo>
                <a:cubicBezTo>
                  <a:pt x="21536" y="7282"/>
                  <a:pt x="21600" y="6792"/>
                  <a:pt x="21600" y="63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 name="Slide Number Placeholder 1">
            <a:extLst>
              <a:ext uri="{FF2B5EF4-FFF2-40B4-BE49-F238E27FC236}">
                <a16:creationId xmlns:a16="http://schemas.microsoft.com/office/drawing/2014/main" id="{40D2D3A2-FD27-3D43-1D22-B8128702009C}"/>
              </a:ext>
            </a:extLst>
          </p:cNvPr>
          <p:cNvSpPr>
            <a:spLocks noGrp="1"/>
          </p:cNvSpPr>
          <p:nvPr>
            <p:ph type="sldNum" sz="quarter" idx="12"/>
          </p:nvPr>
        </p:nvSpPr>
        <p:spPr/>
        <p:txBody>
          <a:bodyPr/>
          <a:lstStyle/>
          <a:p>
            <a:fld id="{7737D3DD-0AB3-4F16-99FA-6262B2B4036D}" type="slidenum">
              <a:rPr lang="en-MY" smtClean="0"/>
              <a:t>24</a:t>
            </a:fld>
            <a:endParaRPr lang="en-MY"/>
          </a:p>
        </p:txBody>
      </p:sp>
    </p:spTree>
    <p:extLst>
      <p:ext uri="{BB962C8B-B14F-4D97-AF65-F5344CB8AC3E}">
        <p14:creationId xmlns:p14="http://schemas.microsoft.com/office/powerpoint/2010/main" val="40821845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2893">
            <a:extLst>
              <a:ext uri="{FF2B5EF4-FFF2-40B4-BE49-F238E27FC236}">
                <a16:creationId xmlns:a16="http://schemas.microsoft.com/office/drawing/2014/main" id="{4075BF1E-20D9-E30D-6B12-946E28A428EE}"/>
              </a:ext>
            </a:extLst>
          </p:cNvPr>
          <p:cNvSpPr/>
          <p:nvPr/>
        </p:nvSpPr>
        <p:spPr>
          <a:xfrm>
            <a:off x="923467" y="218326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2907" y="14380"/>
                </a:moveTo>
                <a:cubicBezTo>
                  <a:pt x="12819" y="14469"/>
                  <a:pt x="12764" y="14592"/>
                  <a:pt x="12764" y="14727"/>
                </a:cubicBezTo>
                <a:cubicBezTo>
                  <a:pt x="12764" y="14999"/>
                  <a:pt x="12984" y="15218"/>
                  <a:pt x="13255" y="15218"/>
                </a:cubicBezTo>
                <a:cubicBezTo>
                  <a:pt x="13390" y="15218"/>
                  <a:pt x="13513" y="15164"/>
                  <a:pt x="13602" y="15074"/>
                </a:cubicBezTo>
                <a:lnTo>
                  <a:pt x="17529" y="11147"/>
                </a:lnTo>
                <a:cubicBezTo>
                  <a:pt x="17618" y="11058"/>
                  <a:pt x="17673" y="10936"/>
                  <a:pt x="17673" y="10800"/>
                </a:cubicBezTo>
                <a:cubicBezTo>
                  <a:pt x="17673" y="10665"/>
                  <a:pt x="17618" y="10542"/>
                  <a:pt x="17529" y="10453"/>
                </a:cubicBezTo>
                <a:lnTo>
                  <a:pt x="13602" y="6526"/>
                </a:lnTo>
                <a:cubicBezTo>
                  <a:pt x="13513" y="6437"/>
                  <a:pt x="13390" y="6382"/>
                  <a:pt x="13255" y="6382"/>
                </a:cubicBezTo>
                <a:cubicBezTo>
                  <a:pt x="12984" y="6382"/>
                  <a:pt x="12764" y="6601"/>
                  <a:pt x="12764" y="6873"/>
                </a:cubicBezTo>
                <a:cubicBezTo>
                  <a:pt x="12764" y="7008"/>
                  <a:pt x="12819" y="7131"/>
                  <a:pt x="12907" y="7220"/>
                </a:cubicBezTo>
                <a:lnTo>
                  <a:pt x="15997" y="10309"/>
                </a:lnTo>
                <a:lnTo>
                  <a:pt x="491" y="10309"/>
                </a:lnTo>
                <a:cubicBezTo>
                  <a:pt x="220" y="10309"/>
                  <a:pt x="0" y="10529"/>
                  <a:pt x="0" y="10800"/>
                </a:cubicBezTo>
                <a:cubicBezTo>
                  <a:pt x="0" y="11071"/>
                  <a:pt x="220" y="11291"/>
                  <a:pt x="491" y="11291"/>
                </a:cubicBezTo>
                <a:lnTo>
                  <a:pt x="15997" y="11291"/>
                </a:lnTo>
                <a:cubicBezTo>
                  <a:pt x="15997" y="11291"/>
                  <a:pt x="12907" y="14380"/>
                  <a:pt x="12907" y="14380"/>
                </a:cubicBezTo>
                <a:close/>
                <a:moveTo>
                  <a:pt x="21109" y="0"/>
                </a:moveTo>
                <a:lnTo>
                  <a:pt x="3436" y="0"/>
                </a:lnTo>
                <a:cubicBezTo>
                  <a:pt x="3166" y="0"/>
                  <a:pt x="2945" y="220"/>
                  <a:pt x="2945" y="491"/>
                </a:cubicBezTo>
                <a:lnTo>
                  <a:pt x="2945" y="7855"/>
                </a:lnTo>
                <a:cubicBezTo>
                  <a:pt x="2945" y="8126"/>
                  <a:pt x="3166" y="8345"/>
                  <a:pt x="3436" y="8345"/>
                </a:cubicBezTo>
                <a:cubicBezTo>
                  <a:pt x="3707" y="8345"/>
                  <a:pt x="3927" y="8126"/>
                  <a:pt x="3927" y="7855"/>
                </a:cubicBezTo>
                <a:lnTo>
                  <a:pt x="3927" y="982"/>
                </a:lnTo>
                <a:lnTo>
                  <a:pt x="20618" y="982"/>
                </a:lnTo>
                <a:lnTo>
                  <a:pt x="20618" y="20618"/>
                </a:lnTo>
                <a:lnTo>
                  <a:pt x="3927" y="20618"/>
                </a:lnTo>
                <a:lnTo>
                  <a:pt x="3927" y="13745"/>
                </a:lnTo>
                <a:cubicBezTo>
                  <a:pt x="3927" y="13475"/>
                  <a:pt x="3707" y="13255"/>
                  <a:pt x="3436" y="13255"/>
                </a:cubicBezTo>
                <a:cubicBezTo>
                  <a:pt x="3166" y="13255"/>
                  <a:pt x="2945" y="13475"/>
                  <a:pt x="2945" y="13745"/>
                </a:cubicBezTo>
                <a:lnTo>
                  <a:pt x="2945" y="21109"/>
                </a:lnTo>
                <a:cubicBezTo>
                  <a:pt x="2945" y="21380"/>
                  <a:pt x="3166" y="21600"/>
                  <a:pt x="3436" y="21600"/>
                </a:cubicBezTo>
                <a:lnTo>
                  <a:pt x="21109" y="21600"/>
                </a:lnTo>
                <a:cubicBezTo>
                  <a:pt x="21380" y="21600"/>
                  <a:pt x="21600" y="21380"/>
                  <a:pt x="21600" y="21109"/>
                </a:cubicBezTo>
                <a:lnTo>
                  <a:pt x="21600" y="491"/>
                </a:lnTo>
                <a:cubicBezTo>
                  <a:pt x="21600" y="220"/>
                  <a:pt x="21380" y="0"/>
                  <a:pt x="21109"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 name="Shape 2894">
            <a:extLst>
              <a:ext uri="{FF2B5EF4-FFF2-40B4-BE49-F238E27FC236}">
                <a16:creationId xmlns:a16="http://schemas.microsoft.com/office/drawing/2014/main" id="{D71F859E-6FDB-DE46-ECF6-2E6008033CB7}"/>
              </a:ext>
            </a:extLst>
          </p:cNvPr>
          <p:cNvSpPr/>
          <p:nvPr/>
        </p:nvSpPr>
        <p:spPr>
          <a:xfrm>
            <a:off x="1456728" y="218326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109" y="10309"/>
                </a:moveTo>
                <a:lnTo>
                  <a:pt x="5604" y="10309"/>
                </a:lnTo>
                <a:lnTo>
                  <a:pt x="8693" y="7220"/>
                </a:lnTo>
                <a:cubicBezTo>
                  <a:pt x="8781" y="7131"/>
                  <a:pt x="8836" y="7008"/>
                  <a:pt x="8836" y="6873"/>
                </a:cubicBezTo>
                <a:cubicBezTo>
                  <a:pt x="8836" y="6601"/>
                  <a:pt x="8616" y="6382"/>
                  <a:pt x="8345" y="6382"/>
                </a:cubicBezTo>
                <a:cubicBezTo>
                  <a:pt x="8210" y="6382"/>
                  <a:pt x="8087" y="6437"/>
                  <a:pt x="7998" y="6526"/>
                </a:cubicBezTo>
                <a:lnTo>
                  <a:pt x="4071" y="10453"/>
                </a:lnTo>
                <a:cubicBezTo>
                  <a:pt x="3982" y="10542"/>
                  <a:pt x="3927" y="10665"/>
                  <a:pt x="3927" y="10800"/>
                </a:cubicBezTo>
                <a:cubicBezTo>
                  <a:pt x="3927" y="10936"/>
                  <a:pt x="3982" y="11058"/>
                  <a:pt x="4071" y="11147"/>
                </a:cubicBezTo>
                <a:lnTo>
                  <a:pt x="7998" y="15074"/>
                </a:lnTo>
                <a:cubicBezTo>
                  <a:pt x="8087" y="15164"/>
                  <a:pt x="8210" y="15218"/>
                  <a:pt x="8345" y="15218"/>
                </a:cubicBezTo>
                <a:cubicBezTo>
                  <a:pt x="8616" y="15218"/>
                  <a:pt x="8836" y="14999"/>
                  <a:pt x="8836" y="14727"/>
                </a:cubicBezTo>
                <a:cubicBezTo>
                  <a:pt x="8836" y="14592"/>
                  <a:pt x="8781" y="14469"/>
                  <a:pt x="8693" y="14380"/>
                </a:cubicBezTo>
                <a:lnTo>
                  <a:pt x="5604" y="11291"/>
                </a:lnTo>
                <a:lnTo>
                  <a:pt x="21109" y="11291"/>
                </a:lnTo>
                <a:cubicBezTo>
                  <a:pt x="21380" y="11291"/>
                  <a:pt x="21600" y="11071"/>
                  <a:pt x="21600" y="10800"/>
                </a:cubicBezTo>
                <a:cubicBezTo>
                  <a:pt x="21600" y="10529"/>
                  <a:pt x="21380" y="10309"/>
                  <a:pt x="21109" y="10309"/>
                </a:cubicBezTo>
                <a:moveTo>
                  <a:pt x="18164" y="13255"/>
                </a:moveTo>
                <a:cubicBezTo>
                  <a:pt x="17893" y="13255"/>
                  <a:pt x="17673" y="13475"/>
                  <a:pt x="17673" y="13745"/>
                </a:cubicBezTo>
                <a:lnTo>
                  <a:pt x="17673" y="20618"/>
                </a:lnTo>
                <a:lnTo>
                  <a:pt x="982" y="20618"/>
                </a:lnTo>
                <a:lnTo>
                  <a:pt x="982" y="982"/>
                </a:lnTo>
                <a:lnTo>
                  <a:pt x="17673" y="982"/>
                </a:lnTo>
                <a:lnTo>
                  <a:pt x="17673" y="7855"/>
                </a:lnTo>
                <a:cubicBezTo>
                  <a:pt x="17673" y="8126"/>
                  <a:pt x="17893" y="8345"/>
                  <a:pt x="18164" y="8345"/>
                </a:cubicBezTo>
                <a:cubicBezTo>
                  <a:pt x="18434" y="8345"/>
                  <a:pt x="18655" y="8126"/>
                  <a:pt x="18655" y="7855"/>
                </a:cubicBezTo>
                <a:lnTo>
                  <a:pt x="18655" y="491"/>
                </a:lnTo>
                <a:cubicBezTo>
                  <a:pt x="18655" y="220"/>
                  <a:pt x="18434" y="0"/>
                  <a:pt x="18164" y="0"/>
                </a:cubicBezTo>
                <a:lnTo>
                  <a:pt x="491" y="0"/>
                </a:lnTo>
                <a:cubicBezTo>
                  <a:pt x="220" y="0"/>
                  <a:pt x="0" y="220"/>
                  <a:pt x="0" y="491"/>
                </a:cubicBezTo>
                <a:lnTo>
                  <a:pt x="0" y="21109"/>
                </a:lnTo>
                <a:cubicBezTo>
                  <a:pt x="0" y="21380"/>
                  <a:pt x="220" y="21600"/>
                  <a:pt x="491" y="21600"/>
                </a:cubicBezTo>
                <a:lnTo>
                  <a:pt x="18164" y="21600"/>
                </a:lnTo>
                <a:cubicBezTo>
                  <a:pt x="18434" y="21600"/>
                  <a:pt x="18655" y="21380"/>
                  <a:pt x="18655" y="21109"/>
                </a:cubicBezTo>
                <a:lnTo>
                  <a:pt x="18655" y="13745"/>
                </a:lnTo>
                <a:cubicBezTo>
                  <a:pt x="18655" y="13475"/>
                  <a:pt x="18434" y="13255"/>
                  <a:pt x="18164" y="1325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 name="Shape 2895">
            <a:extLst>
              <a:ext uri="{FF2B5EF4-FFF2-40B4-BE49-F238E27FC236}">
                <a16:creationId xmlns:a16="http://schemas.microsoft.com/office/drawing/2014/main" id="{61BC8060-D48B-A150-BEBE-8D0185C5270E}"/>
              </a:ext>
            </a:extLst>
          </p:cNvPr>
          <p:cNvSpPr/>
          <p:nvPr/>
        </p:nvSpPr>
        <p:spPr>
          <a:xfrm>
            <a:off x="2059821" y="2183263"/>
            <a:ext cx="139664"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5709"/>
                </a:moveTo>
                <a:cubicBezTo>
                  <a:pt x="20347" y="15709"/>
                  <a:pt x="20102" y="15764"/>
                  <a:pt x="19924" y="15853"/>
                </a:cubicBezTo>
                <a:lnTo>
                  <a:pt x="11782" y="19924"/>
                </a:lnTo>
                <a:lnTo>
                  <a:pt x="11782" y="491"/>
                </a:lnTo>
                <a:cubicBezTo>
                  <a:pt x="11782" y="220"/>
                  <a:pt x="11342" y="0"/>
                  <a:pt x="10800" y="0"/>
                </a:cubicBezTo>
                <a:cubicBezTo>
                  <a:pt x="10258" y="0"/>
                  <a:pt x="9818" y="220"/>
                  <a:pt x="9818" y="491"/>
                </a:cubicBezTo>
                <a:lnTo>
                  <a:pt x="9818" y="19924"/>
                </a:lnTo>
                <a:lnTo>
                  <a:pt x="1676" y="15853"/>
                </a:lnTo>
                <a:cubicBezTo>
                  <a:pt x="1498" y="15764"/>
                  <a:pt x="1253" y="15709"/>
                  <a:pt x="982" y="15709"/>
                </a:cubicBezTo>
                <a:cubicBezTo>
                  <a:pt x="440" y="15709"/>
                  <a:pt x="0" y="15929"/>
                  <a:pt x="0" y="16200"/>
                </a:cubicBezTo>
                <a:cubicBezTo>
                  <a:pt x="0" y="16336"/>
                  <a:pt x="110" y="16458"/>
                  <a:pt x="288" y="16547"/>
                </a:cubicBezTo>
                <a:lnTo>
                  <a:pt x="10106" y="21456"/>
                </a:lnTo>
                <a:cubicBezTo>
                  <a:pt x="10284" y="21545"/>
                  <a:pt x="10529" y="21600"/>
                  <a:pt x="10800" y="21600"/>
                </a:cubicBezTo>
                <a:cubicBezTo>
                  <a:pt x="11071" y="21600"/>
                  <a:pt x="11316" y="21545"/>
                  <a:pt x="11494" y="21456"/>
                </a:cubicBezTo>
                <a:lnTo>
                  <a:pt x="21312" y="16547"/>
                </a:lnTo>
                <a:cubicBezTo>
                  <a:pt x="21490" y="16458"/>
                  <a:pt x="21600" y="16336"/>
                  <a:pt x="21600" y="16200"/>
                </a:cubicBezTo>
                <a:cubicBezTo>
                  <a:pt x="21600" y="15929"/>
                  <a:pt x="21160" y="15709"/>
                  <a:pt x="20618" y="157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 name="Shape 2896">
            <a:extLst>
              <a:ext uri="{FF2B5EF4-FFF2-40B4-BE49-F238E27FC236}">
                <a16:creationId xmlns:a16="http://schemas.microsoft.com/office/drawing/2014/main" id="{91E4DC05-F3C3-F287-00E8-CFC8A3888957}"/>
              </a:ext>
            </a:extLst>
          </p:cNvPr>
          <p:cNvSpPr/>
          <p:nvPr/>
        </p:nvSpPr>
        <p:spPr>
          <a:xfrm>
            <a:off x="2593082" y="2183263"/>
            <a:ext cx="139664" cy="279328"/>
          </a:xfrm>
          <a:custGeom>
            <a:avLst/>
            <a:gdLst/>
            <a:ahLst/>
            <a:cxnLst>
              <a:cxn ang="0">
                <a:pos x="wd2" y="hd2"/>
              </a:cxn>
              <a:cxn ang="5400000">
                <a:pos x="wd2" y="hd2"/>
              </a:cxn>
              <a:cxn ang="10800000">
                <a:pos x="wd2" y="hd2"/>
              </a:cxn>
              <a:cxn ang="16200000">
                <a:pos x="wd2" y="hd2"/>
              </a:cxn>
            </a:cxnLst>
            <a:rect l="0" t="0" r="r" b="b"/>
            <a:pathLst>
              <a:path w="21600" h="21600" extrusionOk="0">
                <a:moveTo>
                  <a:pt x="21312" y="5053"/>
                </a:moveTo>
                <a:lnTo>
                  <a:pt x="11494" y="144"/>
                </a:lnTo>
                <a:cubicBezTo>
                  <a:pt x="11316" y="55"/>
                  <a:pt x="11071" y="0"/>
                  <a:pt x="10800" y="0"/>
                </a:cubicBezTo>
                <a:cubicBezTo>
                  <a:pt x="10529" y="0"/>
                  <a:pt x="10284" y="55"/>
                  <a:pt x="10106" y="144"/>
                </a:cubicBezTo>
                <a:lnTo>
                  <a:pt x="288" y="5053"/>
                </a:lnTo>
                <a:cubicBezTo>
                  <a:pt x="110" y="5142"/>
                  <a:pt x="0" y="5264"/>
                  <a:pt x="0" y="5400"/>
                </a:cubicBezTo>
                <a:cubicBezTo>
                  <a:pt x="0" y="5671"/>
                  <a:pt x="440" y="5891"/>
                  <a:pt x="982" y="5891"/>
                </a:cubicBezTo>
                <a:cubicBezTo>
                  <a:pt x="1253" y="5891"/>
                  <a:pt x="1498" y="5836"/>
                  <a:pt x="1676" y="5747"/>
                </a:cubicBezTo>
                <a:lnTo>
                  <a:pt x="9818" y="1676"/>
                </a:lnTo>
                <a:lnTo>
                  <a:pt x="9818" y="21109"/>
                </a:lnTo>
                <a:cubicBezTo>
                  <a:pt x="9818" y="21380"/>
                  <a:pt x="10258" y="21600"/>
                  <a:pt x="10800" y="21600"/>
                </a:cubicBezTo>
                <a:cubicBezTo>
                  <a:pt x="11342" y="21600"/>
                  <a:pt x="11782" y="21380"/>
                  <a:pt x="11782" y="21109"/>
                </a:cubicBezTo>
                <a:lnTo>
                  <a:pt x="11782" y="1676"/>
                </a:lnTo>
                <a:lnTo>
                  <a:pt x="19924" y="5747"/>
                </a:lnTo>
                <a:cubicBezTo>
                  <a:pt x="20102" y="5836"/>
                  <a:pt x="20347" y="5891"/>
                  <a:pt x="20618" y="5891"/>
                </a:cubicBezTo>
                <a:cubicBezTo>
                  <a:pt x="21160" y="5891"/>
                  <a:pt x="21600" y="5671"/>
                  <a:pt x="21600" y="5400"/>
                </a:cubicBezTo>
                <a:cubicBezTo>
                  <a:pt x="21600" y="5264"/>
                  <a:pt x="21490" y="5142"/>
                  <a:pt x="21312" y="505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 name="Shape 2897">
            <a:extLst>
              <a:ext uri="{FF2B5EF4-FFF2-40B4-BE49-F238E27FC236}">
                <a16:creationId xmlns:a16="http://schemas.microsoft.com/office/drawing/2014/main" id="{EFFEB848-75A8-5DE2-4DB5-5634387A659D}"/>
              </a:ext>
            </a:extLst>
          </p:cNvPr>
          <p:cNvSpPr/>
          <p:nvPr/>
        </p:nvSpPr>
        <p:spPr>
          <a:xfrm>
            <a:off x="3056511" y="2253095"/>
            <a:ext cx="279328" cy="139664"/>
          </a:xfrm>
          <a:custGeom>
            <a:avLst/>
            <a:gdLst/>
            <a:ahLst/>
            <a:cxnLst>
              <a:cxn ang="0">
                <a:pos x="wd2" y="hd2"/>
              </a:cxn>
              <a:cxn ang="5400000">
                <a:pos x="wd2" y="hd2"/>
              </a:cxn>
              <a:cxn ang="10800000">
                <a:pos x="wd2" y="hd2"/>
              </a:cxn>
              <a:cxn ang="16200000">
                <a:pos x="wd2" y="hd2"/>
              </a:cxn>
            </a:cxnLst>
            <a:rect l="0" t="0" r="r" b="b"/>
            <a:pathLst>
              <a:path w="21600" h="21600" extrusionOk="0">
                <a:moveTo>
                  <a:pt x="21109" y="9818"/>
                </a:moveTo>
                <a:lnTo>
                  <a:pt x="1676" y="9818"/>
                </a:lnTo>
                <a:lnTo>
                  <a:pt x="5747" y="1676"/>
                </a:lnTo>
                <a:cubicBezTo>
                  <a:pt x="5836" y="1499"/>
                  <a:pt x="5891" y="1253"/>
                  <a:pt x="5891" y="982"/>
                </a:cubicBezTo>
                <a:cubicBezTo>
                  <a:pt x="5891" y="439"/>
                  <a:pt x="5671" y="0"/>
                  <a:pt x="5400" y="0"/>
                </a:cubicBezTo>
                <a:cubicBezTo>
                  <a:pt x="5265" y="0"/>
                  <a:pt x="5142" y="110"/>
                  <a:pt x="5053" y="288"/>
                </a:cubicBezTo>
                <a:lnTo>
                  <a:pt x="144" y="10106"/>
                </a:lnTo>
                <a:cubicBezTo>
                  <a:pt x="55" y="10284"/>
                  <a:pt x="0" y="10530"/>
                  <a:pt x="0" y="10800"/>
                </a:cubicBezTo>
                <a:cubicBezTo>
                  <a:pt x="0" y="11071"/>
                  <a:pt x="55" y="11317"/>
                  <a:pt x="144" y="11494"/>
                </a:cubicBezTo>
                <a:lnTo>
                  <a:pt x="5053" y="21312"/>
                </a:lnTo>
                <a:cubicBezTo>
                  <a:pt x="5142" y="21491"/>
                  <a:pt x="5265" y="21600"/>
                  <a:pt x="5400" y="21600"/>
                </a:cubicBezTo>
                <a:cubicBezTo>
                  <a:pt x="5671" y="21600"/>
                  <a:pt x="5891" y="21161"/>
                  <a:pt x="5891" y="20618"/>
                </a:cubicBezTo>
                <a:cubicBezTo>
                  <a:pt x="5891" y="20348"/>
                  <a:pt x="5836" y="20102"/>
                  <a:pt x="5747" y="19924"/>
                </a:cubicBezTo>
                <a:lnTo>
                  <a:pt x="1676" y="11782"/>
                </a:lnTo>
                <a:lnTo>
                  <a:pt x="21109" y="11782"/>
                </a:lnTo>
                <a:cubicBezTo>
                  <a:pt x="21380" y="11782"/>
                  <a:pt x="21600" y="11343"/>
                  <a:pt x="21600" y="10800"/>
                </a:cubicBezTo>
                <a:cubicBezTo>
                  <a:pt x="21600" y="10257"/>
                  <a:pt x="21380" y="9818"/>
                  <a:pt x="21109" y="981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 name="Shape 2898">
            <a:extLst>
              <a:ext uri="{FF2B5EF4-FFF2-40B4-BE49-F238E27FC236}">
                <a16:creationId xmlns:a16="http://schemas.microsoft.com/office/drawing/2014/main" id="{3B9FAA08-6DCA-D526-4489-069CF0438078}"/>
              </a:ext>
            </a:extLst>
          </p:cNvPr>
          <p:cNvSpPr/>
          <p:nvPr/>
        </p:nvSpPr>
        <p:spPr>
          <a:xfrm>
            <a:off x="3589772" y="2253095"/>
            <a:ext cx="279328" cy="139664"/>
          </a:xfrm>
          <a:custGeom>
            <a:avLst/>
            <a:gdLst/>
            <a:ahLst/>
            <a:cxnLst>
              <a:cxn ang="0">
                <a:pos x="wd2" y="hd2"/>
              </a:cxn>
              <a:cxn ang="5400000">
                <a:pos x="wd2" y="hd2"/>
              </a:cxn>
              <a:cxn ang="10800000">
                <a:pos x="wd2" y="hd2"/>
              </a:cxn>
              <a:cxn ang="16200000">
                <a:pos x="wd2" y="hd2"/>
              </a:cxn>
            </a:cxnLst>
            <a:rect l="0" t="0" r="r" b="b"/>
            <a:pathLst>
              <a:path w="21600" h="21600" extrusionOk="0">
                <a:moveTo>
                  <a:pt x="21456" y="10106"/>
                </a:moveTo>
                <a:lnTo>
                  <a:pt x="16547" y="288"/>
                </a:lnTo>
                <a:cubicBezTo>
                  <a:pt x="16458" y="110"/>
                  <a:pt x="16336" y="0"/>
                  <a:pt x="16200" y="0"/>
                </a:cubicBezTo>
                <a:cubicBezTo>
                  <a:pt x="15929" y="0"/>
                  <a:pt x="15709" y="439"/>
                  <a:pt x="15709" y="982"/>
                </a:cubicBezTo>
                <a:cubicBezTo>
                  <a:pt x="15709" y="1253"/>
                  <a:pt x="15764" y="1499"/>
                  <a:pt x="15853" y="1676"/>
                </a:cubicBezTo>
                <a:lnTo>
                  <a:pt x="19924" y="9818"/>
                </a:lnTo>
                <a:lnTo>
                  <a:pt x="491" y="9818"/>
                </a:lnTo>
                <a:cubicBezTo>
                  <a:pt x="220" y="9818"/>
                  <a:pt x="0" y="10257"/>
                  <a:pt x="0" y="10800"/>
                </a:cubicBezTo>
                <a:cubicBezTo>
                  <a:pt x="0" y="11343"/>
                  <a:pt x="220" y="11782"/>
                  <a:pt x="491" y="11782"/>
                </a:cubicBezTo>
                <a:lnTo>
                  <a:pt x="19924" y="11782"/>
                </a:lnTo>
                <a:lnTo>
                  <a:pt x="15853" y="19924"/>
                </a:lnTo>
                <a:cubicBezTo>
                  <a:pt x="15764" y="20102"/>
                  <a:pt x="15709" y="20347"/>
                  <a:pt x="15709" y="20618"/>
                </a:cubicBezTo>
                <a:cubicBezTo>
                  <a:pt x="15709" y="21161"/>
                  <a:pt x="15929" y="21600"/>
                  <a:pt x="16200" y="21600"/>
                </a:cubicBezTo>
                <a:cubicBezTo>
                  <a:pt x="16336" y="21600"/>
                  <a:pt x="16458" y="21491"/>
                  <a:pt x="16547" y="21312"/>
                </a:cubicBezTo>
                <a:lnTo>
                  <a:pt x="21456" y="11494"/>
                </a:lnTo>
                <a:cubicBezTo>
                  <a:pt x="21545" y="11317"/>
                  <a:pt x="21600" y="11071"/>
                  <a:pt x="21600" y="10800"/>
                </a:cubicBezTo>
                <a:cubicBezTo>
                  <a:pt x="21600" y="10529"/>
                  <a:pt x="21545" y="10284"/>
                  <a:pt x="21456" y="1010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 name="Shape 2899">
            <a:extLst>
              <a:ext uri="{FF2B5EF4-FFF2-40B4-BE49-F238E27FC236}">
                <a16:creationId xmlns:a16="http://schemas.microsoft.com/office/drawing/2014/main" id="{1FC0E9BD-9231-5907-1D1F-D61DD2B4D3B9}"/>
              </a:ext>
            </a:extLst>
          </p:cNvPr>
          <p:cNvSpPr/>
          <p:nvPr/>
        </p:nvSpPr>
        <p:spPr>
          <a:xfrm>
            <a:off x="4135730" y="2259443"/>
            <a:ext cx="253935" cy="126968"/>
          </a:xfrm>
          <a:custGeom>
            <a:avLst/>
            <a:gdLst/>
            <a:ahLst/>
            <a:cxnLst>
              <a:cxn ang="0">
                <a:pos x="wd2" y="hd2"/>
              </a:cxn>
              <a:cxn ang="5400000">
                <a:pos x="wd2" y="hd2"/>
              </a:cxn>
              <a:cxn ang="10800000">
                <a:pos x="wd2" y="hd2"/>
              </a:cxn>
              <a:cxn ang="16200000">
                <a:pos x="wd2" y="hd2"/>
              </a:cxn>
            </a:cxnLst>
            <a:rect l="0" t="0" r="r" b="b"/>
            <a:pathLst>
              <a:path w="21600" h="21600" extrusionOk="0">
                <a:moveTo>
                  <a:pt x="21060" y="0"/>
                </a:moveTo>
                <a:cubicBezTo>
                  <a:pt x="20911" y="0"/>
                  <a:pt x="20776" y="121"/>
                  <a:pt x="20678" y="316"/>
                </a:cubicBezTo>
                <a:lnTo>
                  <a:pt x="10800" y="19033"/>
                </a:lnTo>
                <a:lnTo>
                  <a:pt x="922" y="316"/>
                </a:lnTo>
                <a:cubicBezTo>
                  <a:pt x="824" y="121"/>
                  <a:pt x="689" y="0"/>
                  <a:pt x="540" y="0"/>
                </a:cubicBezTo>
                <a:cubicBezTo>
                  <a:pt x="242" y="0"/>
                  <a:pt x="0" y="483"/>
                  <a:pt x="0" y="1080"/>
                </a:cubicBezTo>
                <a:cubicBezTo>
                  <a:pt x="0" y="1378"/>
                  <a:pt x="60" y="1648"/>
                  <a:pt x="158" y="1844"/>
                </a:cubicBezTo>
                <a:lnTo>
                  <a:pt x="10418" y="21284"/>
                </a:lnTo>
                <a:cubicBezTo>
                  <a:pt x="10516" y="21480"/>
                  <a:pt x="10651" y="21600"/>
                  <a:pt x="10800" y="21600"/>
                </a:cubicBezTo>
                <a:cubicBezTo>
                  <a:pt x="10949" y="21600"/>
                  <a:pt x="11084" y="21480"/>
                  <a:pt x="11182" y="21284"/>
                </a:cubicBezTo>
                <a:lnTo>
                  <a:pt x="21442" y="1844"/>
                </a:lnTo>
                <a:cubicBezTo>
                  <a:pt x="21540" y="1648"/>
                  <a:pt x="21600" y="1378"/>
                  <a:pt x="21600" y="1080"/>
                </a:cubicBezTo>
                <a:cubicBezTo>
                  <a:pt x="21600" y="483"/>
                  <a:pt x="21358" y="0"/>
                  <a:pt x="2106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 name="Shape 2900">
            <a:extLst>
              <a:ext uri="{FF2B5EF4-FFF2-40B4-BE49-F238E27FC236}">
                <a16:creationId xmlns:a16="http://schemas.microsoft.com/office/drawing/2014/main" id="{337E7B88-6B90-3ADE-E920-07C45051E4E4}"/>
              </a:ext>
            </a:extLst>
          </p:cNvPr>
          <p:cNvSpPr/>
          <p:nvPr/>
        </p:nvSpPr>
        <p:spPr>
          <a:xfrm>
            <a:off x="4668991" y="2259443"/>
            <a:ext cx="253935" cy="126968"/>
          </a:xfrm>
          <a:custGeom>
            <a:avLst/>
            <a:gdLst/>
            <a:ahLst/>
            <a:cxnLst>
              <a:cxn ang="0">
                <a:pos x="wd2" y="hd2"/>
              </a:cxn>
              <a:cxn ang="5400000">
                <a:pos x="wd2" y="hd2"/>
              </a:cxn>
              <a:cxn ang="10800000">
                <a:pos x="wd2" y="hd2"/>
              </a:cxn>
              <a:cxn ang="16200000">
                <a:pos x="wd2" y="hd2"/>
              </a:cxn>
            </a:cxnLst>
            <a:rect l="0" t="0" r="r" b="b"/>
            <a:pathLst>
              <a:path w="21600" h="21600" extrusionOk="0">
                <a:moveTo>
                  <a:pt x="21442" y="19756"/>
                </a:moveTo>
                <a:lnTo>
                  <a:pt x="11182" y="316"/>
                </a:lnTo>
                <a:cubicBezTo>
                  <a:pt x="11084" y="121"/>
                  <a:pt x="10949" y="0"/>
                  <a:pt x="10800" y="0"/>
                </a:cubicBezTo>
                <a:cubicBezTo>
                  <a:pt x="10651" y="0"/>
                  <a:pt x="10516" y="121"/>
                  <a:pt x="10418" y="316"/>
                </a:cubicBezTo>
                <a:lnTo>
                  <a:pt x="158" y="19756"/>
                </a:lnTo>
                <a:cubicBezTo>
                  <a:pt x="60" y="19953"/>
                  <a:pt x="0" y="20222"/>
                  <a:pt x="0" y="20520"/>
                </a:cubicBezTo>
                <a:cubicBezTo>
                  <a:pt x="0" y="21117"/>
                  <a:pt x="242" y="21600"/>
                  <a:pt x="540" y="21600"/>
                </a:cubicBezTo>
                <a:cubicBezTo>
                  <a:pt x="689" y="21600"/>
                  <a:pt x="824" y="21480"/>
                  <a:pt x="922" y="21284"/>
                </a:cubicBezTo>
                <a:lnTo>
                  <a:pt x="10800" y="2567"/>
                </a:lnTo>
                <a:lnTo>
                  <a:pt x="20678" y="21284"/>
                </a:lnTo>
                <a:cubicBezTo>
                  <a:pt x="20776" y="21480"/>
                  <a:pt x="20911" y="21600"/>
                  <a:pt x="21060" y="21600"/>
                </a:cubicBezTo>
                <a:cubicBezTo>
                  <a:pt x="21358" y="21600"/>
                  <a:pt x="21600" y="21117"/>
                  <a:pt x="21600" y="20520"/>
                </a:cubicBezTo>
                <a:cubicBezTo>
                  <a:pt x="21600" y="20222"/>
                  <a:pt x="21540" y="19953"/>
                  <a:pt x="21442" y="1975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1" name="Shape 2901">
            <a:extLst>
              <a:ext uri="{FF2B5EF4-FFF2-40B4-BE49-F238E27FC236}">
                <a16:creationId xmlns:a16="http://schemas.microsoft.com/office/drawing/2014/main" id="{4DE25773-D11E-0529-2BAF-F03C0C6FACA3}"/>
              </a:ext>
            </a:extLst>
          </p:cNvPr>
          <p:cNvSpPr/>
          <p:nvPr/>
        </p:nvSpPr>
        <p:spPr>
          <a:xfrm>
            <a:off x="5265735" y="2195960"/>
            <a:ext cx="126968" cy="253935"/>
          </a:xfrm>
          <a:custGeom>
            <a:avLst/>
            <a:gdLst/>
            <a:ahLst/>
            <a:cxnLst>
              <a:cxn ang="0">
                <a:pos x="wd2" y="hd2"/>
              </a:cxn>
              <a:cxn ang="5400000">
                <a:pos x="wd2" y="hd2"/>
              </a:cxn>
              <a:cxn ang="10800000">
                <a:pos x="wd2" y="hd2"/>
              </a:cxn>
              <a:cxn ang="16200000">
                <a:pos x="wd2" y="hd2"/>
              </a:cxn>
            </a:cxnLst>
            <a:rect l="0" t="0" r="r" b="b"/>
            <a:pathLst>
              <a:path w="21600" h="21600" extrusionOk="0">
                <a:moveTo>
                  <a:pt x="2567" y="10800"/>
                </a:moveTo>
                <a:lnTo>
                  <a:pt x="21284" y="922"/>
                </a:lnTo>
                <a:cubicBezTo>
                  <a:pt x="21480" y="824"/>
                  <a:pt x="21600" y="689"/>
                  <a:pt x="21600" y="540"/>
                </a:cubicBezTo>
                <a:cubicBezTo>
                  <a:pt x="21600" y="242"/>
                  <a:pt x="21117" y="0"/>
                  <a:pt x="20520" y="0"/>
                </a:cubicBezTo>
                <a:cubicBezTo>
                  <a:pt x="20222" y="0"/>
                  <a:pt x="19953" y="61"/>
                  <a:pt x="19756" y="158"/>
                </a:cubicBezTo>
                <a:lnTo>
                  <a:pt x="316" y="10418"/>
                </a:lnTo>
                <a:cubicBezTo>
                  <a:pt x="121" y="10516"/>
                  <a:pt x="0" y="10651"/>
                  <a:pt x="0" y="10800"/>
                </a:cubicBezTo>
                <a:cubicBezTo>
                  <a:pt x="0" y="10949"/>
                  <a:pt x="120" y="11084"/>
                  <a:pt x="316" y="11182"/>
                </a:cubicBezTo>
                <a:lnTo>
                  <a:pt x="19756" y="21442"/>
                </a:lnTo>
                <a:cubicBezTo>
                  <a:pt x="19953" y="21540"/>
                  <a:pt x="20222" y="21600"/>
                  <a:pt x="20520" y="21600"/>
                </a:cubicBezTo>
                <a:cubicBezTo>
                  <a:pt x="21117" y="21600"/>
                  <a:pt x="21600" y="21358"/>
                  <a:pt x="21600" y="21060"/>
                </a:cubicBezTo>
                <a:cubicBezTo>
                  <a:pt x="21600" y="20911"/>
                  <a:pt x="21480" y="20776"/>
                  <a:pt x="21284" y="20678"/>
                </a:cubicBezTo>
                <a:cubicBezTo>
                  <a:pt x="21284" y="20678"/>
                  <a:pt x="2567" y="10800"/>
                  <a:pt x="2567" y="10800"/>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2" name="Shape 2902">
            <a:extLst>
              <a:ext uri="{FF2B5EF4-FFF2-40B4-BE49-F238E27FC236}">
                <a16:creationId xmlns:a16="http://schemas.microsoft.com/office/drawing/2014/main" id="{782D1866-C30B-6DD3-1B11-058AAB8D8B9A}"/>
              </a:ext>
            </a:extLst>
          </p:cNvPr>
          <p:cNvSpPr/>
          <p:nvPr/>
        </p:nvSpPr>
        <p:spPr>
          <a:xfrm>
            <a:off x="5798996" y="2195960"/>
            <a:ext cx="126968" cy="253935"/>
          </a:xfrm>
          <a:custGeom>
            <a:avLst/>
            <a:gdLst/>
            <a:ahLst/>
            <a:cxnLst>
              <a:cxn ang="0">
                <a:pos x="wd2" y="hd2"/>
              </a:cxn>
              <a:cxn ang="5400000">
                <a:pos x="wd2" y="hd2"/>
              </a:cxn>
              <a:cxn ang="10800000">
                <a:pos x="wd2" y="hd2"/>
              </a:cxn>
              <a:cxn ang="16200000">
                <a:pos x="wd2" y="hd2"/>
              </a:cxn>
            </a:cxnLst>
            <a:rect l="0" t="0" r="r" b="b"/>
            <a:pathLst>
              <a:path w="21600" h="21600" extrusionOk="0">
                <a:moveTo>
                  <a:pt x="21284" y="10418"/>
                </a:moveTo>
                <a:lnTo>
                  <a:pt x="1844" y="158"/>
                </a:lnTo>
                <a:cubicBezTo>
                  <a:pt x="1648" y="61"/>
                  <a:pt x="1378" y="0"/>
                  <a:pt x="1080" y="0"/>
                </a:cubicBezTo>
                <a:cubicBezTo>
                  <a:pt x="483" y="0"/>
                  <a:pt x="0" y="242"/>
                  <a:pt x="0" y="540"/>
                </a:cubicBezTo>
                <a:cubicBezTo>
                  <a:pt x="0" y="689"/>
                  <a:pt x="121" y="824"/>
                  <a:pt x="316" y="922"/>
                </a:cubicBezTo>
                <a:lnTo>
                  <a:pt x="19033" y="10800"/>
                </a:lnTo>
                <a:lnTo>
                  <a:pt x="316" y="20678"/>
                </a:lnTo>
                <a:cubicBezTo>
                  <a:pt x="121" y="20776"/>
                  <a:pt x="0" y="20911"/>
                  <a:pt x="0" y="21060"/>
                </a:cubicBezTo>
                <a:cubicBezTo>
                  <a:pt x="0" y="21358"/>
                  <a:pt x="483" y="21600"/>
                  <a:pt x="1080" y="21600"/>
                </a:cubicBezTo>
                <a:cubicBezTo>
                  <a:pt x="1378" y="21600"/>
                  <a:pt x="1648" y="21540"/>
                  <a:pt x="1844" y="21442"/>
                </a:cubicBezTo>
                <a:lnTo>
                  <a:pt x="21284" y="11182"/>
                </a:lnTo>
                <a:cubicBezTo>
                  <a:pt x="21479" y="11084"/>
                  <a:pt x="21600" y="10949"/>
                  <a:pt x="21600" y="10800"/>
                </a:cubicBezTo>
                <a:cubicBezTo>
                  <a:pt x="21600" y="10651"/>
                  <a:pt x="21479" y="10516"/>
                  <a:pt x="21284" y="1041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3" name="Shape 2903">
            <a:extLst>
              <a:ext uri="{FF2B5EF4-FFF2-40B4-BE49-F238E27FC236}">
                <a16:creationId xmlns:a16="http://schemas.microsoft.com/office/drawing/2014/main" id="{47450F38-33B0-836C-13AF-113E51F17086}"/>
              </a:ext>
            </a:extLst>
          </p:cNvPr>
          <p:cNvSpPr/>
          <p:nvPr/>
        </p:nvSpPr>
        <p:spPr>
          <a:xfrm>
            <a:off x="923467"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2" y="982"/>
                  <a:pt x="20618" y="5377"/>
                  <a:pt x="20618" y="10800"/>
                </a:cubicBezTo>
                <a:cubicBezTo>
                  <a:pt x="20618" y="16223"/>
                  <a:pt x="16222"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6200" y="8836"/>
                </a:moveTo>
                <a:cubicBezTo>
                  <a:pt x="16065" y="8836"/>
                  <a:pt x="15942" y="8891"/>
                  <a:pt x="15852" y="8980"/>
                </a:cubicBezTo>
                <a:lnTo>
                  <a:pt x="10800" y="13574"/>
                </a:lnTo>
                <a:lnTo>
                  <a:pt x="5747" y="8980"/>
                </a:lnTo>
                <a:cubicBezTo>
                  <a:pt x="5658" y="8891"/>
                  <a:pt x="5535" y="8836"/>
                  <a:pt x="5400" y="8836"/>
                </a:cubicBezTo>
                <a:cubicBezTo>
                  <a:pt x="5129" y="8836"/>
                  <a:pt x="4909" y="9056"/>
                  <a:pt x="4909" y="9327"/>
                </a:cubicBezTo>
                <a:cubicBezTo>
                  <a:pt x="4909" y="9463"/>
                  <a:pt x="4964" y="9586"/>
                  <a:pt x="5053" y="9674"/>
                </a:cubicBezTo>
                <a:lnTo>
                  <a:pt x="10453" y="14583"/>
                </a:lnTo>
                <a:cubicBezTo>
                  <a:pt x="10542" y="14673"/>
                  <a:pt x="10665" y="14727"/>
                  <a:pt x="10800" y="14727"/>
                </a:cubicBezTo>
                <a:cubicBezTo>
                  <a:pt x="10935" y="14727"/>
                  <a:pt x="11058" y="14673"/>
                  <a:pt x="11147" y="14583"/>
                </a:cubicBezTo>
                <a:lnTo>
                  <a:pt x="16547" y="9674"/>
                </a:lnTo>
                <a:cubicBezTo>
                  <a:pt x="16636" y="9586"/>
                  <a:pt x="16691" y="9463"/>
                  <a:pt x="16691" y="9327"/>
                </a:cubicBezTo>
                <a:cubicBezTo>
                  <a:pt x="16691" y="9056"/>
                  <a:pt x="16471" y="8836"/>
                  <a:pt x="16200" y="883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4" name="Shape 2904">
            <a:extLst>
              <a:ext uri="{FF2B5EF4-FFF2-40B4-BE49-F238E27FC236}">
                <a16:creationId xmlns:a16="http://schemas.microsoft.com/office/drawing/2014/main" id="{066E941D-C73E-C4E0-0DA7-8DFDCA92CEC3}"/>
              </a:ext>
            </a:extLst>
          </p:cNvPr>
          <p:cNvSpPr/>
          <p:nvPr/>
        </p:nvSpPr>
        <p:spPr>
          <a:xfrm>
            <a:off x="1456728"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1147" y="7017"/>
                </a:moveTo>
                <a:cubicBezTo>
                  <a:pt x="11058" y="6927"/>
                  <a:pt x="10935" y="6873"/>
                  <a:pt x="10800" y="6873"/>
                </a:cubicBezTo>
                <a:cubicBezTo>
                  <a:pt x="10665" y="6873"/>
                  <a:pt x="10542" y="6927"/>
                  <a:pt x="10453" y="7017"/>
                </a:cubicBezTo>
                <a:lnTo>
                  <a:pt x="5053" y="11926"/>
                </a:lnTo>
                <a:cubicBezTo>
                  <a:pt x="4964" y="12015"/>
                  <a:pt x="4909" y="12138"/>
                  <a:pt x="4909" y="12273"/>
                </a:cubicBezTo>
                <a:cubicBezTo>
                  <a:pt x="4909" y="12544"/>
                  <a:pt x="5129" y="12764"/>
                  <a:pt x="5400" y="12764"/>
                </a:cubicBezTo>
                <a:cubicBezTo>
                  <a:pt x="5535" y="12764"/>
                  <a:pt x="5658" y="12709"/>
                  <a:pt x="5747" y="12620"/>
                </a:cubicBezTo>
                <a:lnTo>
                  <a:pt x="10800" y="8026"/>
                </a:lnTo>
                <a:lnTo>
                  <a:pt x="15853" y="12620"/>
                </a:lnTo>
                <a:cubicBezTo>
                  <a:pt x="15942" y="12709"/>
                  <a:pt x="16065" y="12764"/>
                  <a:pt x="16200" y="12764"/>
                </a:cubicBezTo>
                <a:cubicBezTo>
                  <a:pt x="16471" y="12764"/>
                  <a:pt x="16691" y="12544"/>
                  <a:pt x="16691" y="12273"/>
                </a:cubicBezTo>
                <a:cubicBezTo>
                  <a:pt x="16691" y="12138"/>
                  <a:pt x="16636" y="12015"/>
                  <a:pt x="16547" y="11926"/>
                </a:cubicBezTo>
                <a:cubicBezTo>
                  <a:pt x="16547" y="11926"/>
                  <a:pt x="11147" y="7017"/>
                  <a:pt x="11147" y="7017"/>
                </a:cubicBezTo>
                <a:close/>
                <a:moveTo>
                  <a:pt x="10800" y="20618"/>
                </a:moveTo>
                <a:cubicBezTo>
                  <a:pt x="5377" y="20618"/>
                  <a:pt x="982" y="16223"/>
                  <a:pt x="982" y="10800"/>
                </a:cubicBezTo>
                <a:cubicBezTo>
                  <a:pt x="982" y="5377"/>
                  <a:pt x="5377" y="982"/>
                  <a:pt x="10800" y="982"/>
                </a:cubicBezTo>
                <a:cubicBezTo>
                  <a:pt x="16222" y="982"/>
                  <a:pt x="20618" y="5377"/>
                  <a:pt x="20618" y="10800"/>
                </a:cubicBezTo>
                <a:cubicBezTo>
                  <a:pt x="20618" y="16223"/>
                  <a:pt x="16222"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5" name="Shape 2905">
            <a:extLst>
              <a:ext uri="{FF2B5EF4-FFF2-40B4-BE49-F238E27FC236}">
                <a16:creationId xmlns:a16="http://schemas.microsoft.com/office/drawing/2014/main" id="{C3808454-138A-AC1B-199C-95DE8CF1FAD0}"/>
              </a:ext>
            </a:extLst>
          </p:cNvPr>
          <p:cNvSpPr/>
          <p:nvPr/>
        </p:nvSpPr>
        <p:spPr>
          <a:xfrm>
            <a:off x="1989989"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2764" y="5400"/>
                </a:moveTo>
                <a:cubicBezTo>
                  <a:pt x="12764" y="5129"/>
                  <a:pt x="12544" y="4909"/>
                  <a:pt x="12273" y="4909"/>
                </a:cubicBezTo>
                <a:cubicBezTo>
                  <a:pt x="12137" y="4909"/>
                  <a:pt x="12015" y="4964"/>
                  <a:pt x="11926" y="5053"/>
                </a:cubicBezTo>
                <a:lnTo>
                  <a:pt x="7017" y="10453"/>
                </a:lnTo>
                <a:cubicBezTo>
                  <a:pt x="6928" y="10542"/>
                  <a:pt x="6873" y="10665"/>
                  <a:pt x="6873" y="10800"/>
                </a:cubicBezTo>
                <a:cubicBezTo>
                  <a:pt x="6873" y="10936"/>
                  <a:pt x="6928" y="11058"/>
                  <a:pt x="7017" y="11147"/>
                </a:cubicBezTo>
                <a:lnTo>
                  <a:pt x="11926" y="16547"/>
                </a:lnTo>
                <a:cubicBezTo>
                  <a:pt x="12015" y="16636"/>
                  <a:pt x="12137" y="16691"/>
                  <a:pt x="12273" y="16691"/>
                </a:cubicBezTo>
                <a:cubicBezTo>
                  <a:pt x="12544" y="16691"/>
                  <a:pt x="12764" y="16471"/>
                  <a:pt x="12764" y="16200"/>
                </a:cubicBezTo>
                <a:cubicBezTo>
                  <a:pt x="12764" y="16065"/>
                  <a:pt x="12709" y="15942"/>
                  <a:pt x="12620" y="15853"/>
                </a:cubicBezTo>
                <a:lnTo>
                  <a:pt x="8026" y="10800"/>
                </a:lnTo>
                <a:lnTo>
                  <a:pt x="12620" y="5747"/>
                </a:lnTo>
                <a:cubicBezTo>
                  <a:pt x="12709" y="5658"/>
                  <a:pt x="12764" y="5536"/>
                  <a:pt x="12764" y="54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6" name="Shape 2906">
            <a:extLst>
              <a:ext uri="{FF2B5EF4-FFF2-40B4-BE49-F238E27FC236}">
                <a16:creationId xmlns:a16="http://schemas.microsoft.com/office/drawing/2014/main" id="{9E107717-0025-A17A-133E-136BAE63840D}"/>
              </a:ext>
            </a:extLst>
          </p:cNvPr>
          <p:cNvSpPr/>
          <p:nvPr/>
        </p:nvSpPr>
        <p:spPr>
          <a:xfrm>
            <a:off x="2523250"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9674" y="5053"/>
                </a:moveTo>
                <a:cubicBezTo>
                  <a:pt x="9585" y="4964"/>
                  <a:pt x="9463" y="4909"/>
                  <a:pt x="9327" y="4909"/>
                </a:cubicBezTo>
                <a:cubicBezTo>
                  <a:pt x="9056" y="4909"/>
                  <a:pt x="8836" y="5129"/>
                  <a:pt x="8836" y="5400"/>
                </a:cubicBezTo>
                <a:cubicBezTo>
                  <a:pt x="8836" y="5536"/>
                  <a:pt x="8891" y="5658"/>
                  <a:pt x="8980" y="5747"/>
                </a:cubicBezTo>
                <a:lnTo>
                  <a:pt x="13574" y="10800"/>
                </a:lnTo>
                <a:lnTo>
                  <a:pt x="8980" y="15853"/>
                </a:lnTo>
                <a:cubicBezTo>
                  <a:pt x="8891" y="15942"/>
                  <a:pt x="8836" y="16065"/>
                  <a:pt x="8836" y="16200"/>
                </a:cubicBezTo>
                <a:cubicBezTo>
                  <a:pt x="8836" y="16471"/>
                  <a:pt x="9056" y="16691"/>
                  <a:pt x="9327" y="16691"/>
                </a:cubicBezTo>
                <a:cubicBezTo>
                  <a:pt x="9463" y="16691"/>
                  <a:pt x="9585" y="16636"/>
                  <a:pt x="9674" y="16547"/>
                </a:cubicBezTo>
                <a:lnTo>
                  <a:pt x="14583" y="11147"/>
                </a:lnTo>
                <a:cubicBezTo>
                  <a:pt x="14672" y="11058"/>
                  <a:pt x="14727" y="10936"/>
                  <a:pt x="14727" y="10800"/>
                </a:cubicBezTo>
                <a:cubicBezTo>
                  <a:pt x="14727" y="10665"/>
                  <a:pt x="14672" y="10542"/>
                  <a:pt x="14583" y="10453"/>
                </a:cubicBezTo>
                <a:cubicBezTo>
                  <a:pt x="14583" y="10453"/>
                  <a:pt x="9674" y="5053"/>
                  <a:pt x="9674" y="5053"/>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7" name="Shape 2907">
            <a:extLst>
              <a:ext uri="{FF2B5EF4-FFF2-40B4-BE49-F238E27FC236}">
                <a16:creationId xmlns:a16="http://schemas.microsoft.com/office/drawing/2014/main" id="{8039743F-1B07-F8D4-38CC-DD16023A341A}"/>
              </a:ext>
            </a:extLst>
          </p:cNvPr>
          <p:cNvSpPr/>
          <p:nvPr/>
        </p:nvSpPr>
        <p:spPr>
          <a:xfrm>
            <a:off x="3056511"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2973" y="235"/>
                </a:moveTo>
                <a:cubicBezTo>
                  <a:pt x="12909" y="205"/>
                  <a:pt x="12840" y="184"/>
                  <a:pt x="12764" y="184"/>
                </a:cubicBezTo>
                <a:cubicBezTo>
                  <a:pt x="12493" y="184"/>
                  <a:pt x="12273" y="404"/>
                  <a:pt x="12273" y="675"/>
                </a:cubicBezTo>
                <a:cubicBezTo>
                  <a:pt x="12273" y="946"/>
                  <a:pt x="12493" y="1166"/>
                  <a:pt x="12764" y="1166"/>
                </a:cubicBezTo>
                <a:lnTo>
                  <a:pt x="12764" y="1179"/>
                </a:lnTo>
                <a:cubicBezTo>
                  <a:pt x="17245" y="2089"/>
                  <a:pt x="20618" y="6050"/>
                  <a:pt x="20618" y="10800"/>
                </a:cubicBezTo>
                <a:cubicBezTo>
                  <a:pt x="20618" y="16223"/>
                  <a:pt x="16223" y="20618"/>
                  <a:pt x="10800" y="20618"/>
                </a:cubicBezTo>
                <a:cubicBezTo>
                  <a:pt x="5377" y="20618"/>
                  <a:pt x="982" y="16223"/>
                  <a:pt x="982" y="10800"/>
                </a:cubicBezTo>
                <a:cubicBezTo>
                  <a:pt x="982" y="6050"/>
                  <a:pt x="4355" y="2089"/>
                  <a:pt x="8836" y="1179"/>
                </a:cubicBezTo>
                <a:lnTo>
                  <a:pt x="8836" y="1166"/>
                </a:lnTo>
                <a:cubicBezTo>
                  <a:pt x="9107" y="1166"/>
                  <a:pt x="9327" y="946"/>
                  <a:pt x="9327" y="675"/>
                </a:cubicBezTo>
                <a:cubicBezTo>
                  <a:pt x="9327" y="404"/>
                  <a:pt x="9107" y="184"/>
                  <a:pt x="8836" y="184"/>
                </a:cubicBezTo>
                <a:cubicBezTo>
                  <a:pt x="8761" y="184"/>
                  <a:pt x="8691" y="205"/>
                  <a:pt x="8627" y="235"/>
                </a:cubicBezTo>
                <a:cubicBezTo>
                  <a:pt x="3706" y="1243"/>
                  <a:pt x="0" y="5582"/>
                  <a:pt x="0" y="10800"/>
                </a:cubicBezTo>
                <a:cubicBezTo>
                  <a:pt x="0" y="16765"/>
                  <a:pt x="4835" y="21600"/>
                  <a:pt x="10800" y="21600"/>
                </a:cubicBezTo>
                <a:cubicBezTo>
                  <a:pt x="16765" y="21600"/>
                  <a:pt x="21600" y="16765"/>
                  <a:pt x="21600" y="10800"/>
                </a:cubicBezTo>
                <a:cubicBezTo>
                  <a:pt x="21600" y="5582"/>
                  <a:pt x="17893" y="1243"/>
                  <a:pt x="12973" y="235"/>
                </a:cubicBezTo>
                <a:moveTo>
                  <a:pt x="6873" y="9818"/>
                </a:moveTo>
                <a:cubicBezTo>
                  <a:pt x="6602" y="9818"/>
                  <a:pt x="6382" y="10038"/>
                  <a:pt x="6382" y="10309"/>
                </a:cubicBezTo>
                <a:cubicBezTo>
                  <a:pt x="6382" y="10445"/>
                  <a:pt x="6437" y="10567"/>
                  <a:pt x="6526" y="10656"/>
                </a:cubicBezTo>
                <a:lnTo>
                  <a:pt x="10453" y="14583"/>
                </a:lnTo>
                <a:cubicBezTo>
                  <a:pt x="10542" y="14673"/>
                  <a:pt x="10664" y="14727"/>
                  <a:pt x="10800" y="14727"/>
                </a:cubicBezTo>
                <a:cubicBezTo>
                  <a:pt x="10936" y="14727"/>
                  <a:pt x="11059" y="14673"/>
                  <a:pt x="11147" y="14583"/>
                </a:cubicBezTo>
                <a:lnTo>
                  <a:pt x="15074" y="10656"/>
                </a:lnTo>
                <a:cubicBezTo>
                  <a:pt x="15163" y="10567"/>
                  <a:pt x="15218" y="10445"/>
                  <a:pt x="15218" y="10309"/>
                </a:cubicBezTo>
                <a:cubicBezTo>
                  <a:pt x="15218" y="10038"/>
                  <a:pt x="14998" y="9818"/>
                  <a:pt x="14727" y="9818"/>
                </a:cubicBezTo>
                <a:cubicBezTo>
                  <a:pt x="14592" y="9818"/>
                  <a:pt x="14469" y="9873"/>
                  <a:pt x="14380" y="9962"/>
                </a:cubicBezTo>
                <a:lnTo>
                  <a:pt x="11291" y="13051"/>
                </a:lnTo>
                <a:lnTo>
                  <a:pt x="11291" y="491"/>
                </a:lnTo>
                <a:cubicBezTo>
                  <a:pt x="11291" y="220"/>
                  <a:pt x="11071" y="0"/>
                  <a:pt x="10800" y="0"/>
                </a:cubicBezTo>
                <a:cubicBezTo>
                  <a:pt x="10529" y="0"/>
                  <a:pt x="10309" y="220"/>
                  <a:pt x="10309" y="491"/>
                </a:cubicBezTo>
                <a:lnTo>
                  <a:pt x="10309" y="13051"/>
                </a:lnTo>
                <a:lnTo>
                  <a:pt x="7220" y="9962"/>
                </a:lnTo>
                <a:cubicBezTo>
                  <a:pt x="7131" y="9873"/>
                  <a:pt x="7009" y="9818"/>
                  <a:pt x="6873" y="981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8" name="Shape 2908">
            <a:extLst>
              <a:ext uri="{FF2B5EF4-FFF2-40B4-BE49-F238E27FC236}">
                <a16:creationId xmlns:a16="http://schemas.microsoft.com/office/drawing/2014/main" id="{B2DA3CD5-69BC-FAD9-014A-3B4E2DDFFDAC}"/>
              </a:ext>
            </a:extLst>
          </p:cNvPr>
          <p:cNvSpPr/>
          <p:nvPr/>
        </p:nvSpPr>
        <p:spPr>
          <a:xfrm>
            <a:off x="3589772" y="2780007"/>
            <a:ext cx="279328" cy="152361"/>
          </a:xfrm>
          <a:custGeom>
            <a:avLst/>
            <a:gdLst/>
            <a:ahLst/>
            <a:cxnLst>
              <a:cxn ang="0">
                <a:pos x="wd2" y="hd2"/>
              </a:cxn>
              <a:cxn ang="5400000">
                <a:pos x="wd2" y="hd2"/>
              </a:cxn>
              <a:cxn ang="10800000">
                <a:pos x="wd2" y="hd2"/>
              </a:cxn>
              <a:cxn ang="16200000">
                <a:pos x="wd2" y="hd2"/>
              </a:cxn>
            </a:cxnLst>
            <a:rect l="0" t="0" r="r" b="b"/>
            <a:pathLst>
              <a:path w="21600" h="21600" extrusionOk="0">
                <a:moveTo>
                  <a:pt x="10800" y="19397"/>
                </a:moveTo>
                <a:lnTo>
                  <a:pt x="1638" y="1800"/>
                </a:lnTo>
                <a:lnTo>
                  <a:pt x="19962" y="1800"/>
                </a:lnTo>
                <a:cubicBezTo>
                  <a:pt x="19962" y="1800"/>
                  <a:pt x="10800" y="19397"/>
                  <a:pt x="10800" y="19397"/>
                </a:cubicBezTo>
                <a:close/>
                <a:moveTo>
                  <a:pt x="21600" y="900"/>
                </a:moveTo>
                <a:cubicBezTo>
                  <a:pt x="21600" y="403"/>
                  <a:pt x="21380" y="0"/>
                  <a:pt x="21109" y="0"/>
                </a:cubicBezTo>
                <a:lnTo>
                  <a:pt x="491" y="0"/>
                </a:lnTo>
                <a:cubicBezTo>
                  <a:pt x="220" y="0"/>
                  <a:pt x="0" y="403"/>
                  <a:pt x="0" y="900"/>
                </a:cubicBezTo>
                <a:cubicBezTo>
                  <a:pt x="0" y="1141"/>
                  <a:pt x="53" y="1357"/>
                  <a:pt x="137" y="1519"/>
                </a:cubicBezTo>
                <a:lnTo>
                  <a:pt x="136" y="1521"/>
                </a:lnTo>
                <a:lnTo>
                  <a:pt x="10445" y="21321"/>
                </a:lnTo>
                <a:lnTo>
                  <a:pt x="10446" y="21319"/>
                </a:lnTo>
                <a:cubicBezTo>
                  <a:pt x="10536" y="21491"/>
                  <a:pt x="10660" y="21600"/>
                  <a:pt x="10800" y="21600"/>
                </a:cubicBezTo>
                <a:cubicBezTo>
                  <a:pt x="10940" y="21600"/>
                  <a:pt x="11064" y="21491"/>
                  <a:pt x="11154" y="21319"/>
                </a:cubicBezTo>
                <a:lnTo>
                  <a:pt x="11155" y="21321"/>
                </a:lnTo>
                <a:lnTo>
                  <a:pt x="21464" y="1521"/>
                </a:lnTo>
                <a:lnTo>
                  <a:pt x="21463" y="1519"/>
                </a:lnTo>
                <a:cubicBezTo>
                  <a:pt x="21547" y="1357"/>
                  <a:pt x="21600" y="1141"/>
                  <a:pt x="21600" y="9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9" name="Shape 2909">
            <a:extLst>
              <a:ext uri="{FF2B5EF4-FFF2-40B4-BE49-F238E27FC236}">
                <a16:creationId xmlns:a16="http://schemas.microsoft.com/office/drawing/2014/main" id="{CFFB18FE-D7BC-B8EC-F297-C7D539356F7E}"/>
              </a:ext>
            </a:extLst>
          </p:cNvPr>
          <p:cNvSpPr/>
          <p:nvPr/>
        </p:nvSpPr>
        <p:spPr>
          <a:xfrm>
            <a:off x="4123033" y="2780007"/>
            <a:ext cx="279328" cy="152361"/>
          </a:xfrm>
          <a:custGeom>
            <a:avLst/>
            <a:gdLst/>
            <a:ahLst/>
            <a:cxnLst>
              <a:cxn ang="0">
                <a:pos x="wd2" y="hd2"/>
              </a:cxn>
              <a:cxn ang="5400000">
                <a:pos x="wd2" y="hd2"/>
              </a:cxn>
              <a:cxn ang="10800000">
                <a:pos x="wd2" y="hd2"/>
              </a:cxn>
              <a:cxn ang="16200000">
                <a:pos x="wd2" y="hd2"/>
              </a:cxn>
            </a:cxnLst>
            <a:rect l="0" t="0" r="r" b="b"/>
            <a:pathLst>
              <a:path w="21600" h="21600" extrusionOk="0">
                <a:moveTo>
                  <a:pt x="1638" y="19800"/>
                </a:moveTo>
                <a:lnTo>
                  <a:pt x="10800" y="2203"/>
                </a:lnTo>
                <a:lnTo>
                  <a:pt x="19962" y="19800"/>
                </a:lnTo>
                <a:cubicBezTo>
                  <a:pt x="19962" y="19800"/>
                  <a:pt x="1638" y="19800"/>
                  <a:pt x="1638" y="19800"/>
                </a:cubicBezTo>
                <a:close/>
                <a:moveTo>
                  <a:pt x="21463" y="20081"/>
                </a:moveTo>
                <a:lnTo>
                  <a:pt x="21464" y="20079"/>
                </a:lnTo>
                <a:lnTo>
                  <a:pt x="11155" y="279"/>
                </a:lnTo>
                <a:lnTo>
                  <a:pt x="11154" y="282"/>
                </a:lnTo>
                <a:cubicBezTo>
                  <a:pt x="11064" y="109"/>
                  <a:pt x="10940" y="0"/>
                  <a:pt x="10800" y="0"/>
                </a:cubicBezTo>
                <a:cubicBezTo>
                  <a:pt x="10660" y="0"/>
                  <a:pt x="10536" y="109"/>
                  <a:pt x="10446" y="282"/>
                </a:cubicBezTo>
                <a:lnTo>
                  <a:pt x="10445" y="279"/>
                </a:lnTo>
                <a:lnTo>
                  <a:pt x="136" y="20079"/>
                </a:lnTo>
                <a:lnTo>
                  <a:pt x="137" y="20081"/>
                </a:lnTo>
                <a:cubicBezTo>
                  <a:pt x="54" y="20243"/>
                  <a:pt x="0" y="20459"/>
                  <a:pt x="0" y="20700"/>
                </a:cubicBezTo>
                <a:cubicBezTo>
                  <a:pt x="0" y="21197"/>
                  <a:pt x="220" y="21600"/>
                  <a:pt x="491" y="21600"/>
                </a:cubicBezTo>
                <a:lnTo>
                  <a:pt x="21109" y="21600"/>
                </a:lnTo>
                <a:cubicBezTo>
                  <a:pt x="21380" y="21600"/>
                  <a:pt x="21600" y="21197"/>
                  <a:pt x="21600" y="20700"/>
                </a:cubicBezTo>
                <a:cubicBezTo>
                  <a:pt x="21600" y="20459"/>
                  <a:pt x="21547" y="20243"/>
                  <a:pt x="21463" y="2008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0" name="Shape 2910">
            <a:extLst>
              <a:ext uri="{FF2B5EF4-FFF2-40B4-BE49-F238E27FC236}">
                <a16:creationId xmlns:a16="http://schemas.microsoft.com/office/drawing/2014/main" id="{95B54C21-690B-FAD6-C23A-D03F1EC3DEF7}"/>
              </a:ext>
            </a:extLst>
          </p:cNvPr>
          <p:cNvSpPr/>
          <p:nvPr/>
        </p:nvSpPr>
        <p:spPr>
          <a:xfrm>
            <a:off x="4719777" y="2716524"/>
            <a:ext cx="152361" cy="279328"/>
          </a:xfrm>
          <a:custGeom>
            <a:avLst/>
            <a:gdLst/>
            <a:ahLst/>
            <a:cxnLst>
              <a:cxn ang="0">
                <a:pos x="wd2" y="hd2"/>
              </a:cxn>
              <a:cxn ang="5400000">
                <a:pos x="wd2" y="hd2"/>
              </a:cxn>
              <a:cxn ang="10800000">
                <a:pos x="wd2" y="hd2"/>
              </a:cxn>
              <a:cxn ang="16200000">
                <a:pos x="wd2" y="hd2"/>
              </a:cxn>
            </a:cxnLst>
            <a:rect l="0" t="0" r="r" b="b"/>
            <a:pathLst>
              <a:path w="21600" h="21600" extrusionOk="0">
                <a:moveTo>
                  <a:pt x="19800" y="19962"/>
                </a:moveTo>
                <a:lnTo>
                  <a:pt x="2203" y="10800"/>
                </a:lnTo>
                <a:lnTo>
                  <a:pt x="19800" y="1638"/>
                </a:lnTo>
                <a:cubicBezTo>
                  <a:pt x="19800" y="1638"/>
                  <a:pt x="19800" y="19962"/>
                  <a:pt x="19800" y="19962"/>
                </a:cubicBezTo>
                <a:close/>
                <a:moveTo>
                  <a:pt x="20700" y="0"/>
                </a:moveTo>
                <a:cubicBezTo>
                  <a:pt x="20459" y="0"/>
                  <a:pt x="20243" y="53"/>
                  <a:pt x="20080" y="137"/>
                </a:cubicBezTo>
                <a:lnTo>
                  <a:pt x="20079" y="136"/>
                </a:lnTo>
                <a:lnTo>
                  <a:pt x="279" y="10445"/>
                </a:lnTo>
                <a:lnTo>
                  <a:pt x="281" y="10446"/>
                </a:lnTo>
                <a:cubicBezTo>
                  <a:pt x="109" y="10536"/>
                  <a:pt x="0" y="10660"/>
                  <a:pt x="0" y="10800"/>
                </a:cubicBezTo>
                <a:cubicBezTo>
                  <a:pt x="0" y="10940"/>
                  <a:pt x="109" y="11065"/>
                  <a:pt x="281" y="11154"/>
                </a:cubicBezTo>
                <a:lnTo>
                  <a:pt x="279" y="11155"/>
                </a:lnTo>
                <a:lnTo>
                  <a:pt x="20079" y="21465"/>
                </a:lnTo>
                <a:lnTo>
                  <a:pt x="20080" y="21463"/>
                </a:lnTo>
                <a:cubicBezTo>
                  <a:pt x="20243" y="21547"/>
                  <a:pt x="20459" y="21600"/>
                  <a:pt x="20700" y="21600"/>
                </a:cubicBezTo>
                <a:cubicBezTo>
                  <a:pt x="21197" y="21600"/>
                  <a:pt x="21600" y="21380"/>
                  <a:pt x="21600" y="21109"/>
                </a:cubicBezTo>
                <a:lnTo>
                  <a:pt x="21600" y="491"/>
                </a:lnTo>
                <a:cubicBezTo>
                  <a:pt x="21600" y="220"/>
                  <a:pt x="21197" y="0"/>
                  <a:pt x="207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1" name="Shape 2911">
            <a:extLst>
              <a:ext uri="{FF2B5EF4-FFF2-40B4-BE49-F238E27FC236}">
                <a16:creationId xmlns:a16="http://schemas.microsoft.com/office/drawing/2014/main" id="{173843C4-7481-E477-FE48-6EAD7BC90EFB}"/>
              </a:ext>
            </a:extLst>
          </p:cNvPr>
          <p:cNvSpPr/>
          <p:nvPr/>
        </p:nvSpPr>
        <p:spPr>
          <a:xfrm>
            <a:off x="5253039" y="2716524"/>
            <a:ext cx="152361" cy="279328"/>
          </a:xfrm>
          <a:custGeom>
            <a:avLst/>
            <a:gdLst/>
            <a:ahLst/>
            <a:cxnLst>
              <a:cxn ang="0">
                <a:pos x="wd2" y="hd2"/>
              </a:cxn>
              <a:cxn ang="5400000">
                <a:pos x="wd2" y="hd2"/>
              </a:cxn>
              <a:cxn ang="10800000">
                <a:pos x="wd2" y="hd2"/>
              </a:cxn>
              <a:cxn ang="16200000">
                <a:pos x="wd2" y="hd2"/>
              </a:cxn>
            </a:cxnLst>
            <a:rect l="0" t="0" r="r" b="b"/>
            <a:pathLst>
              <a:path w="21600" h="21600" extrusionOk="0">
                <a:moveTo>
                  <a:pt x="1800" y="19962"/>
                </a:moveTo>
                <a:lnTo>
                  <a:pt x="1800" y="1638"/>
                </a:lnTo>
                <a:lnTo>
                  <a:pt x="19397" y="10800"/>
                </a:lnTo>
                <a:cubicBezTo>
                  <a:pt x="19397" y="10800"/>
                  <a:pt x="1800" y="19962"/>
                  <a:pt x="1800" y="19962"/>
                </a:cubicBezTo>
                <a:close/>
                <a:moveTo>
                  <a:pt x="21600" y="10800"/>
                </a:moveTo>
                <a:cubicBezTo>
                  <a:pt x="21600" y="10660"/>
                  <a:pt x="21491" y="10536"/>
                  <a:pt x="21318" y="10446"/>
                </a:cubicBezTo>
                <a:lnTo>
                  <a:pt x="21321" y="10445"/>
                </a:lnTo>
                <a:lnTo>
                  <a:pt x="1521" y="136"/>
                </a:lnTo>
                <a:lnTo>
                  <a:pt x="1519" y="137"/>
                </a:lnTo>
                <a:cubicBezTo>
                  <a:pt x="1357" y="53"/>
                  <a:pt x="1141" y="0"/>
                  <a:pt x="900" y="0"/>
                </a:cubicBezTo>
                <a:cubicBezTo>
                  <a:pt x="403" y="0"/>
                  <a:pt x="0" y="220"/>
                  <a:pt x="0" y="491"/>
                </a:cubicBezTo>
                <a:lnTo>
                  <a:pt x="0" y="21109"/>
                </a:lnTo>
                <a:cubicBezTo>
                  <a:pt x="0" y="21380"/>
                  <a:pt x="403" y="21600"/>
                  <a:pt x="900" y="21600"/>
                </a:cubicBezTo>
                <a:cubicBezTo>
                  <a:pt x="1141" y="21600"/>
                  <a:pt x="1357" y="21547"/>
                  <a:pt x="1519" y="21463"/>
                </a:cubicBezTo>
                <a:lnTo>
                  <a:pt x="1521" y="21465"/>
                </a:lnTo>
                <a:lnTo>
                  <a:pt x="21321" y="11155"/>
                </a:lnTo>
                <a:lnTo>
                  <a:pt x="21318" y="11154"/>
                </a:lnTo>
                <a:cubicBezTo>
                  <a:pt x="21491" y="11065"/>
                  <a:pt x="21600" y="10940"/>
                  <a:pt x="21600" y="108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2" name="Shape 2912">
            <a:extLst>
              <a:ext uri="{FF2B5EF4-FFF2-40B4-BE49-F238E27FC236}">
                <a16:creationId xmlns:a16="http://schemas.microsoft.com/office/drawing/2014/main" id="{A616C3FF-0728-0F02-5120-C5F522B34599}"/>
              </a:ext>
            </a:extLst>
          </p:cNvPr>
          <p:cNvSpPr/>
          <p:nvPr/>
        </p:nvSpPr>
        <p:spPr>
          <a:xfrm>
            <a:off x="5722816"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456" y="10453"/>
                </a:moveTo>
                <a:lnTo>
                  <a:pt x="18511" y="7507"/>
                </a:lnTo>
                <a:cubicBezTo>
                  <a:pt x="18422" y="7419"/>
                  <a:pt x="18299" y="7364"/>
                  <a:pt x="18164" y="7364"/>
                </a:cubicBezTo>
                <a:cubicBezTo>
                  <a:pt x="17892" y="7364"/>
                  <a:pt x="17673" y="7584"/>
                  <a:pt x="17673" y="7855"/>
                </a:cubicBezTo>
                <a:cubicBezTo>
                  <a:pt x="17673" y="7990"/>
                  <a:pt x="17728" y="8113"/>
                  <a:pt x="17817" y="8202"/>
                </a:cubicBezTo>
                <a:lnTo>
                  <a:pt x="19924" y="10309"/>
                </a:lnTo>
                <a:lnTo>
                  <a:pt x="11291" y="10309"/>
                </a:lnTo>
                <a:lnTo>
                  <a:pt x="11291" y="1676"/>
                </a:lnTo>
                <a:lnTo>
                  <a:pt x="13398" y="3783"/>
                </a:lnTo>
                <a:cubicBezTo>
                  <a:pt x="13487" y="3873"/>
                  <a:pt x="13610" y="3927"/>
                  <a:pt x="13745" y="3927"/>
                </a:cubicBezTo>
                <a:cubicBezTo>
                  <a:pt x="14017" y="3927"/>
                  <a:pt x="14236" y="3708"/>
                  <a:pt x="14236" y="3436"/>
                </a:cubicBezTo>
                <a:cubicBezTo>
                  <a:pt x="14236" y="3301"/>
                  <a:pt x="14181" y="3178"/>
                  <a:pt x="14093" y="3089"/>
                </a:cubicBezTo>
                <a:lnTo>
                  <a:pt x="11147" y="144"/>
                </a:lnTo>
                <a:cubicBezTo>
                  <a:pt x="11058" y="55"/>
                  <a:pt x="10936" y="0"/>
                  <a:pt x="10800" y="0"/>
                </a:cubicBezTo>
                <a:cubicBezTo>
                  <a:pt x="10665" y="0"/>
                  <a:pt x="10542" y="55"/>
                  <a:pt x="10453" y="144"/>
                </a:cubicBezTo>
                <a:lnTo>
                  <a:pt x="7507" y="3089"/>
                </a:lnTo>
                <a:cubicBezTo>
                  <a:pt x="7418" y="3178"/>
                  <a:pt x="7364" y="3301"/>
                  <a:pt x="7364" y="3436"/>
                </a:cubicBezTo>
                <a:cubicBezTo>
                  <a:pt x="7364" y="3708"/>
                  <a:pt x="7583" y="3927"/>
                  <a:pt x="7855" y="3927"/>
                </a:cubicBezTo>
                <a:cubicBezTo>
                  <a:pt x="7990" y="3927"/>
                  <a:pt x="8113" y="3873"/>
                  <a:pt x="8202" y="3783"/>
                </a:cubicBezTo>
                <a:lnTo>
                  <a:pt x="10309" y="1676"/>
                </a:lnTo>
                <a:lnTo>
                  <a:pt x="10309" y="10309"/>
                </a:lnTo>
                <a:lnTo>
                  <a:pt x="1676" y="10309"/>
                </a:lnTo>
                <a:lnTo>
                  <a:pt x="3783" y="8202"/>
                </a:lnTo>
                <a:cubicBezTo>
                  <a:pt x="3873" y="8113"/>
                  <a:pt x="3927" y="7990"/>
                  <a:pt x="3927" y="7855"/>
                </a:cubicBezTo>
                <a:cubicBezTo>
                  <a:pt x="3927" y="7584"/>
                  <a:pt x="3708" y="7364"/>
                  <a:pt x="3436" y="7364"/>
                </a:cubicBezTo>
                <a:cubicBezTo>
                  <a:pt x="3301" y="7364"/>
                  <a:pt x="3178" y="7419"/>
                  <a:pt x="3089" y="7507"/>
                </a:cubicBezTo>
                <a:lnTo>
                  <a:pt x="144" y="10453"/>
                </a:lnTo>
                <a:cubicBezTo>
                  <a:pt x="55" y="10542"/>
                  <a:pt x="0" y="10665"/>
                  <a:pt x="0" y="10800"/>
                </a:cubicBezTo>
                <a:cubicBezTo>
                  <a:pt x="0" y="10936"/>
                  <a:pt x="55" y="11058"/>
                  <a:pt x="144" y="11148"/>
                </a:cubicBezTo>
                <a:lnTo>
                  <a:pt x="3089" y="14093"/>
                </a:lnTo>
                <a:cubicBezTo>
                  <a:pt x="3178" y="14182"/>
                  <a:pt x="3301" y="14236"/>
                  <a:pt x="3436" y="14236"/>
                </a:cubicBezTo>
                <a:cubicBezTo>
                  <a:pt x="3708" y="14236"/>
                  <a:pt x="3927" y="14017"/>
                  <a:pt x="3927" y="13745"/>
                </a:cubicBezTo>
                <a:cubicBezTo>
                  <a:pt x="3927" y="13610"/>
                  <a:pt x="3873" y="13488"/>
                  <a:pt x="3783" y="13398"/>
                </a:cubicBezTo>
                <a:lnTo>
                  <a:pt x="1676" y="11291"/>
                </a:lnTo>
                <a:lnTo>
                  <a:pt x="10309" y="11291"/>
                </a:lnTo>
                <a:lnTo>
                  <a:pt x="10309" y="19924"/>
                </a:lnTo>
                <a:lnTo>
                  <a:pt x="8202" y="17817"/>
                </a:lnTo>
                <a:cubicBezTo>
                  <a:pt x="8113" y="17728"/>
                  <a:pt x="7990" y="17673"/>
                  <a:pt x="7855" y="17673"/>
                </a:cubicBezTo>
                <a:cubicBezTo>
                  <a:pt x="7583" y="17673"/>
                  <a:pt x="7364" y="17893"/>
                  <a:pt x="7364" y="18164"/>
                </a:cubicBezTo>
                <a:cubicBezTo>
                  <a:pt x="7364" y="18300"/>
                  <a:pt x="7418" y="18422"/>
                  <a:pt x="7507" y="18511"/>
                </a:cubicBezTo>
                <a:lnTo>
                  <a:pt x="10453" y="21456"/>
                </a:lnTo>
                <a:cubicBezTo>
                  <a:pt x="10542" y="21545"/>
                  <a:pt x="10665" y="21600"/>
                  <a:pt x="10800" y="21600"/>
                </a:cubicBezTo>
                <a:cubicBezTo>
                  <a:pt x="10936" y="21600"/>
                  <a:pt x="11058" y="21545"/>
                  <a:pt x="11147" y="21456"/>
                </a:cubicBezTo>
                <a:lnTo>
                  <a:pt x="14093" y="18511"/>
                </a:lnTo>
                <a:cubicBezTo>
                  <a:pt x="14182" y="18422"/>
                  <a:pt x="14236" y="18300"/>
                  <a:pt x="14236" y="18164"/>
                </a:cubicBezTo>
                <a:cubicBezTo>
                  <a:pt x="14236" y="17893"/>
                  <a:pt x="14017" y="17673"/>
                  <a:pt x="13745" y="17673"/>
                </a:cubicBezTo>
                <a:cubicBezTo>
                  <a:pt x="13610" y="17673"/>
                  <a:pt x="13487" y="17728"/>
                  <a:pt x="13398" y="17817"/>
                </a:cubicBezTo>
                <a:lnTo>
                  <a:pt x="11291" y="19924"/>
                </a:lnTo>
                <a:lnTo>
                  <a:pt x="11291" y="11291"/>
                </a:lnTo>
                <a:lnTo>
                  <a:pt x="19924" y="11291"/>
                </a:lnTo>
                <a:lnTo>
                  <a:pt x="17817" y="13398"/>
                </a:lnTo>
                <a:cubicBezTo>
                  <a:pt x="17728" y="13488"/>
                  <a:pt x="17673" y="13610"/>
                  <a:pt x="17673" y="13745"/>
                </a:cubicBezTo>
                <a:cubicBezTo>
                  <a:pt x="17673" y="14017"/>
                  <a:pt x="17892" y="14236"/>
                  <a:pt x="18164" y="14236"/>
                </a:cubicBezTo>
                <a:cubicBezTo>
                  <a:pt x="18299" y="14236"/>
                  <a:pt x="18422" y="14182"/>
                  <a:pt x="18511" y="14093"/>
                </a:cubicBezTo>
                <a:lnTo>
                  <a:pt x="21456" y="11148"/>
                </a:lnTo>
                <a:cubicBezTo>
                  <a:pt x="21545" y="11058"/>
                  <a:pt x="21600" y="10936"/>
                  <a:pt x="21600" y="10800"/>
                </a:cubicBezTo>
                <a:cubicBezTo>
                  <a:pt x="21600" y="10665"/>
                  <a:pt x="21545" y="10542"/>
                  <a:pt x="21456" y="1045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3" name="Shape 2913">
            <a:extLst>
              <a:ext uri="{FF2B5EF4-FFF2-40B4-BE49-F238E27FC236}">
                <a16:creationId xmlns:a16="http://schemas.microsoft.com/office/drawing/2014/main" id="{A9B94CF8-F4FD-6913-70B5-E5C1D8B5EBB5}"/>
              </a:ext>
            </a:extLst>
          </p:cNvPr>
          <p:cNvSpPr/>
          <p:nvPr/>
        </p:nvSpPr>
        <p:spPr>
          <a:xfrm>
            <a:off x="6256078" y="218326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6200" y="7855"/>
                </a:moveTo>
                <a:cubicBezTo>
                  <a:pt x="16073" y="7855"/>
                  <a:pt x="15959" y="7905"/>
                  <a:pt x="15873" y="7985"/>
                </a:cubicBezTo>
                <a:lnTo>
                  <a:pt x="15870" y="7982"/>
                </a:lnTo>
                <a:lnTo>
                  <a:pt x="10800" y="12591"/>
                </a:lnTo>
                <a:lnTo>
                  <a:pt x="5730" y="7982"/>
                </a:lnTo>
                <a:lnTo>
                  <a:pt x="5727" y="7985"/>
                </a:lnTo>
                <a:cubicBezTo>
                  <a:pt x="5641" y="7905"/>
                  <a:pt x="5527" y="7855"/>
                  <a:pt x="5400" y="7855"/>
                </a:cubicBezTo>
                <a:cubicBezTo>
                  <a:pt x="5129" y="7855"/>
                  <a:pt x="4909" y="8074"/>
                  <a:pt x="4909" y="8345"/>
                </a:cubicBezTo>
                <a:cubicBezTo>
                  <a:pt x="4909" y="8489"/>
                  <a:pt x="4973" y="8616"/>
                  <a:pt x="5073" y="8706"/>
                </a:cubicBezTo>
                <a:lnTo>
                  <a:pt x="5070" y="8709"/>
                </a:lnTo>
                <a:lnTo>
                  <a:pt x="10470" y="13618"/>
                </a:lnTo>
                <a:lnTo>
                  <a:pt x="10473" y="13615"/>
                </a:lnTo>
                <a:cubicBezTo>
                  <a:pt x="10559" y="13695"/>
                  <a:pt x="10673" y="13745"/>
                  <a:pt x="10800" y="13745"/>
                </a:cubicBezTo>
                <a:cubicBezTo>
                  <a:pt x="10927" y="13745"/>
                  <a:pt x="11041" y="13695"/>
                  <a:pt x="11127" y="13615"/>
                </a:cubicBezTo>
                <a:lnTo>
                  <a:pt x="11130" y="13618"/>
                </a:lnTo>
                <a:lnTo>
                  <a:pt x="16530" y="8709"/>
                </a:lnTo>
                <a:lnTo>
                  <a:pt x="16527" y="8706"/>
                </a:lnTo>
                <a:cubicBezTo>
                  <a:pt x="16627" y="8616"/>
                  <a:pt x="16691" y="8489"/>
                  <a:pt x="16691" y="8345"/>
                </a:cubicBezTo>
                <a:cubicBezTo>
                  <a:pt x="16691" y="8074"/>
                  <a:pt x="16471" y="7855"/>
                  <a:pt x="16200" y="785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4" name="Shape 2914">
            <a:extLst>
              <a:ext uri="{FF2B5EF4-FFF2-40B4-BE49-F238E27FC236}">
                <a16:creationId xmlns:a16="http://schemas.microsoft.com/office/drawing/2014/main" id="{5184F9EC-5E08-AB32-8ACA-983F3B33D02C}"/>
              </a:ext>
            </a:extLst>
          </p:cNvPr>
          <p:cNvSpPr/>
          <p:nvPr/>
        </p:nvSpPr>
        <p:spPr>
          <a:xfrm>
            <a:off x="6789339" y="218326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6530" y="12891"/>
                </a:moveTo>
                <a:lnTo>
                  <a:pt x="11130" y="7982"/>
                </a:lnTo>
                <a:lnTo>
                  <a:pt x="11128" y="7985"/>
                </a:lnTo>
                <a:cubicBezTo>
                  <a:pt x="11040" y="7906"/>
                  <a:pt x="10927" y="7855"/>
                  <a:pt x="10800" y="7855"/>
                </a:cubicBezTo>
                <a:cubicBezTo>
                  <a:pt x="10673" y="7855"/>
                  <a:pt x="10559" y="7906"/>
                  <a:pt x="10473" y="7985"/>
                </a:cubicBezTo>
                <a:lnTo>
                  <a:pt x="10469" y="7982"/>
                </a:lnTo>
                <a:lnTo>
                  <a:pt x="5069" y="12891"/>
                </a:lnTo>
                <a:lnTo>
                  <a:pt x="5073" y="12895"/>
                </a:lnTo>
                <a:cubicBezTo>
                  <a:pt x="4973" y="12984"/>
                  <a:pt x="4909" y="13111"/>
                  <a:pt x="4909" y="13255"/>
                </a:cubicBezTo>
                <a:cubicBezTo>
                  <a:pt x="4909" y="13526"/>
                  <a:pt x="5129" y="13745"/>
                  <a:pt x="5400" y="13745"/>
                </a:cubicBezTo>
                <a:cubicBezTo>
                  <a:pt x="5527" y="13745"/>
                  <a:pt x="5640" y="13694"/>
                  <a:pt x="5728" y="13615"/>
                </a:cubicBezTo>
                <a:lnTo>
                  <a:pt x="5730" y="13618"/>
                </a:lnTo>
                <a:lnTo>
                  <a:pt x="10800" y="9009"/>
                </a:lnTo>
                <a:lnTo>
                  <a:pt x="15869" y="13618"/>
                </a:lnTo>
                <a:lnTo>
                  <a:pt x="15873" y="13615"/>
                </a:lnTo>
                <a:cubicBezTo>
                  <a:pt x="15959" y="13694"/>
                  <a:pt x="16073" y="13745"/>
                  <a:pt x="16200" y="13745"/>
                </a:cubicBezTo>
                <a:cubicBezTo>
                  <a:pt x="16471" y="13745"/>
                  <a:pt x="16691" y="13526"/>
                  <a:pt x="16691" y="13255"/>
                </a:cubicBezTo>
                <a:cubicBezTo>
                  <a:pt x="16691" y="13111"/>
                  <a:pt x="16627" y="12984"/>
                  <a:pt x="16527" y="12895"/>
                </a:cubicBezTo>
                <a:cubicBezTo>
                  <a:pt x="16527" y="12895"/>
                  <a:pt x="16530" y="12891"/>
                  <a:pt x="16530" y="12891"/>
                </a:cubicBezTo>
                <a:close/>
                <a:moveTo>
                  <a:pt x="20618" y="19636"/>
                </a:moveTo>
                <a:cubicBezTo>
                  <a:pt x="20618" y="20179"/>
                  <a:pt x="20179" y="20618"/>
                  <a:pt x="19636" y="20618"/>
                </a:cubicBezTo>
                <a:lnTo>
                  <a:pt x="1964" y="20618"/>
                </a:lnTo>
                <a:cubicBezTo>
                  <a:pt x="1422" y="20618"/>
                  <a:pt x="982" y="20179"/>
                  <a:pt x="982" y="19636"/>
                </a:cubicBezTo>
                <a:lnTo>
                  <a:pt x="982" y="1964"/>
                </a:lnTo>
                <a:cubicBezTo>
                  <a:pt x="982" y="1421"/>
                  <a:pt x="1422" y="982"/>
                  <a:pt x="1964" y="982"/>
                </a:cubicBezTo>
                <a:lnTo>
                  <a:pt x="19636" y="982"/>
                </a:lnTo>
                <a:cubicBezTo>
                  <a:pt x="20179" y="982"/>
                  <a:pt x="20618" y="1421"/>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5" name="Shape 2915">
            <a:extLst>
              <a:ext uri="{FF2B5EF4-FFF2-40B4-BE49-F238E27FC236}">
                <a16:creationId xmlns:a16="http://schemas.microsoft.com/office/drawing/2014/main" id="{EEB36514-A36D-F97C-65B7-0548E3C3E9FC}"/>
              </a:ext>
            </a:extLst>
          </p:cNvPr>
          <p:cNvSpPr/>
          <p:nvPr/>
        </p:nvSpPr>
        <p:spPr>
          <a:xfrm>
            <a:off x="7322600" y="218326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2273" y="4909"/>
                </a:moveTo>
                <a:cubicBezTo>
                  <a:pt x="12128" y="4909"/>
                  <a:pt x="12002" y="4974"/>
                  <a:pt x="11912" y="5073"/>
                </a:cubicBezTo>
                <a:lnTo>
                  <a:pt x="11909" y="5070"/>
                </a:lnTo>
                <a:lnTo>
                  <a:pt x="7000" y="10470"/>
                </a:lnTo>
                <a:lnTo>
                  <a:pt x="7003" y="10473"/>
                </a:lnTo>
                <a:cubicBezTo>
                  <a:pt x="6924" y="10559"/>
                  <a:pt x="6873" y="10673"/>
                  <a:pt x="6873" y="10800"/>
                </a:cubicBezTo>
                <a:cubicBezTo>
                  <a:pt x="6873" y="10927"/>
                  <a:pt x="6924" y="11041"/>
                  <a:pt x="7003" y="11127"/>
                </a:cubicBezTo>
                <a:lnTo>
                  <a:pt x="7000" y="11130"/>
                </a:lnTo>
                <a:lnTo>
                  <a:pt x="11909" y="16530"/>
                </a:lnTo>
                <a:lnTo>
                  <a:pt x="11912" y="16527"/>
                </a:lnTo>
                <a:cubicBezTo>
                  <a:pt x="12002" y="16627"/>
                  <a:pt x="12128" y="16691"/>
                  <a:pt x="12273" y="16691"/>
                </a:cubicBezTo>
                <a:cubicBezTo>
                  <a:pt x="12544" y="16691"/>
                  <a:pt x="12764" y="16471"/>
                  <a:pt x="12764" y="16200"/>
                </a:cubicBezTo>
                <a:cubicBezTo>
                  <a:pt x="12764" y="16073"/>
                  <a:pt x="12713" y="15960"/>
                  <a:pt x="12633" y="15873"/>
                </a:cubicBezTo>
                <a:lnTo>
                  <a:pt x="12636" y="15870"/>
                </a:lnTo>
                <a:lnTo>
                  <a:pt x="8027" y="10800"/>
                </a:lnTo>
                <a:lnTo>
                  <a:pt x="12636" y="5730"/>
                </a:lnTo>
                <a:lnTo>
                  <a:pt x="12633" y="5728"/>
                </a:lnTo>
                <a:cubicBezTo>
                  <a:pt x="12713" y="5641"/>
                  <a:pt x="12764" y="5527"/>
                  <a:pt x="12764" y="5400"/>
                </a:cubicBezTo>
                <a:cubicBezTo>
                  <a:pt x="12764" y="5129"/>
                  <a:pt x="12544" y="4909"/>
                  <a:pt x="12273" y="49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6" name="Shape 2916">
            <a:extLst>
              <a:ext uri="{FF2B5EF4-FFF2-40B4-BE49-F238E27FC236}">
                <a16:creationId xmlns:a16="http://schemas.microsoft.com/office/drawing/2014/main" id="{29546C9B-B320-7465-763C-D302767340C6}"/>
              </a:ext>
            </a:extLst>
          </p:cNvPr>
          <p:cNvSpPr/>
          <p:nvPr/>
        </p:nvSpPr>
        <p:spPr>
          <a:xfrm>
            <a:off x="7855861" y="218326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4597" y="10473"/>
                </a:moveTo>
                <a:lnTo>
                  <a:pt x="14600" y="10470"/>
                </a:lnTo>
                <a:lnTo>
                  <a:pt x="9691" y="5070"/>
                </a:lnTo>
                <a:lnTo>
                  <a:pt x="9688" y="5073"/>
                </a:lnTo>
                <a:cubicBezTo>
                  <a:pt x="9598" y="4974"/>
                  <a:pt x="9471" y="4909"/>
                  <a:pt x="9327" y="4909"/>
                </a:cubicBezTo>
                <a:cubicBezTo>
                  <a:pt x="9056" y="4909"/>
                  <a:pt x="8836" y="5129"/>
                  <a:pt x="8836" y="5400"/>
                </a:cubicBezTo>
                <a:cubicBezTo>
                  <a:pt x="8836" y="5527"/>
                  <a:pt x="8887" y="5641"/>
                  <a:pt x="8967" y="5728"/>
                </a:cubicBezTo>
                <a:lnTo>
                  <a:pt x="8964" y="5730"/>
                </a:lnTo>
                <a:lnTo>
                  <a:pt x="13573" y="10800"/>
                </a:lnTo>
                <a:lnTo>
                  <a:pt x="8964" y="15870"/>
                </a:lnTo>
                <a:lnTo>
                  <a:pt x="8967" y="15873"/>
                </a:lnTo>
                <a:cubicBezTo>
                  <a:pt x="8887" y="15960"/>
                  <a:pt x="8836" y="16073"/>
                  <a:pt x="8836" y="16200"/>
                </a:cubicBezTo>
                <a:cubicBezTo>
                  <a:pt x="8836" y="16471"/>
                  <a:pt x="9056" y="16691"/>
                  <a:pt x="9327" y="16691"/>
                </a:cubicBezTo>
                <a:cubicBezTo>
                  <a:pt x="9471" y="16691"/>
                  <a:pt x="9598" y="16627"/>
                  <a:pt x="9688" y="16527"/>
                </a:cubicBezTo>
                <a:lnTo>
                  <a:pt x="9691" y="16530"/>
                </a:lnTo>
                <a:lnTo>
                  <a:pt x="14600" y="11130"/>
                </a:lnTo>
                <a:lnTo>
                  <a:pt x="14597" y="11127"/>
                </a:lnTo>
                <a:cubicBezTo>
                  <a:pt x="14676" y="11041"/>
                  <a:pt x="14727" y="10927"/>
                  <a:pt x="14727" y="10800"/>
                </a:cubicBezTo>
                <a:cubicBezTo>
                  <a:pt x="14727" y="10673"/>
                  <a:pt x="14676" y="10559"/>
                  <a:pt x="14597" y="104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7" name="Shape 2917">
            <a:extLst>
              <a:ext uri="{FF2B5EF4-FFF2-40B4-BE49-F238E27FC236}">
                <a16:creationId xmlns:a16="http://schemas.microsoft.com/office/drawing/2014/main" id="{177D1345-8006-456A-DE40-E64035878017}"/>
              </a:ext>
            </a:extLst>
          </p:cNvPr>
          <p:cNvSpPr/>
          <p:nvPr/>
        </p:nvSpPr>
        <p:spPr>
          <a:xfrm>
            <a:off x="8433560" y="2183263"/>
            <a:ext cx="190451"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415"/>
                </a:moveTo>
                <a:lnTo>
                  <a:pt x="2459" y="14727"/>
                </a:lnTo>
                <a:lnTo>
                  <a:pt x="8640" y="14727"/>
                </a:lnTo>
                <a:lnTo>
                  <a:pt x="8640" y="1964"/>
                </a:lnTo>
                <a:cubicBezTo>
                  <a:pt x="8640" y="1422"/>
                  <a:pt x="9285" y="982"/>
                  <a:pt x="10080" y="982"/>
                </a:cubicBezTo>
                <a:lnTo>
                  <a:pt x="11520" y="982"/>
                </a:lnTo>
                <a:cubicBezTo>
                  <a:pt x="12315" y="982"/>
                  <a:pt x="12960" y="1422"/>
                  <a:pt x="12960" y="1964"/>
                </a:cubicBezTo>
                <a:lnTo>
                  <a:pt x="12960" y="14727"/>
                </a:lnTo>
                <a:lnTo>
                  <a:pt x="19142" y="14727"/>
                </a:lnTo>
                <a:cubicBezTo>
                  <a:pt x="19142" y="14727"/>
                  <a:pt x="10800" y="20415"/>
                  <a:pt x="10800" y="20415"/>
                </a:cubicBezTo>
                <a:close/>
                <a:moveTo>
                  <a:pt x="20880" y="13745"/>
                </a:moveTo>
                <a:lnTo>
                  <a:pt x="14400" y="13745"/>
                </a:lnTo>
                <a:lnTo>
                  <a:pt x="14400" y="1964"/>
                </a:lnTo>
                <a:cubicBezTo>
                  <a:pt x="14400" y="879"/>
                  <a:pt x="13110" y="0"/>
                  <a:pt x="11520" y="0"/>
                </a:cubicBezTo>
                <a:lnTo>
                  <a:pt x="10080" y="0"/>
                </a:lnTo>
                <a:cubicBezTo>
                  <a:pt x="8490" y="0"/>
                  <a:pt x="7200" y="879"/>
                  <a:pt x="7200" y="1964"/>
                </a:cubicBezTo>
                <a:lnTo>
                  <a:pt x="7200" y="13745"/>
                </a:lnTo>
                <a:lnTo>
                  <a:pt x="720" y="13745"/>
                </a:lnTo>
                <a:cubicBezTo>
                  <a:pt x="323" y="13745"/>
                  <a:pt x="0" y="13966"/>
                  <a:pt x="0" y="14236"/>
                </a:cubicBezTo>
                <a:cubicBezTo>
                  <a:pt x="0" y="14373"/>
                  <a:pt x="81" y="14495"/>
                  <a:pt x="212" y="14584"/>
                </a:cubicBezTo>
                <a:lnTo>
                  <a:pt x="10290" y="21456"/>
                </a:lnTo>
                <a:cubicBezTo>
                  <a:pt x="10421" y="21545"/>
                  <a:pt x="10601" y="21600"/>
                  <a:pt x="10800" y="21600"/>
                </a:cubicBezTo>
                <a:cubicBezTo>
                  <a:pt x="10999" y="21600"/>
                  <a:pt x="11179" y="21545"/>
                  <a:pt x="11310" y="21456"/>
                </a:cubicBezTo>
                <a:lnTo>
                  <a:pt x="21388" y="14584"/>
                </a:lnTo>
                <a:cubicBezTo>
                  <a:pt x="21519" y="14495"/>
                  <a:pt x="21600" y="14373"/>
                  <a:pt x="21600" y="14236"/>
                </a:cubicBezTo>
                <a:cubicBezTo>
                  <a:pt x="21600" y="13966"/>
                  <a:pt x="21277" y="13745"/>
                  <a:pt x="20880" y="1374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8" name="Shape 2918">
            <a:extLst>
              <a:ext uri="{FF2B5EF4-FFF2-40B4-BE49-F238E27FC236}">
                <a16:creationId xmlns:a16="http://schemas.microsoft.com/office/drawing/2014/main" id="{43769AFD-C5A0-3810-D50B-E13BBBC120CE}"/>
              </a:ext>
            </a:extLst>
          </p:cNvPr>
          <p:cNvSpPr/>
          <p:nvPr/>
        </p:nvSpPr>
        <p:spPr>
          <a:xfrm>
            <a:off x="8966821" y="2183263"/>
            <a:ext cx="190451" cy="279328"/>
          </a:xfrm>
          <a:custGeom>
            <a:avLst/>
            <a:gdLst/>
            <a:ahLst/>
            <a:cxnLst>
              <a:cxn ang="0">
                <a:pos x="wd2" y="hd2"/>
              </a:cxn>
              <a:cxn ang="5400000">
                <a:pos x="wd2" y="hd2"/>
              </a:cxn>
              <a:cxn ang="10800000">
                <a:pos x="wd2" y="hd2"/>
              </a:cxn>
              <a:cxn ang="16200000">
                <a:pos x="wd2" y="hd2"/>
              </a:cxn>
            </a:cxnLst>
            <a:rect l="0" t="0" r="r" b="b"/>
            <a:pathLst>
              <a:path w="21600" h="21600" extrusionOk="0">
                <a:moveTo>
                  <a:pt x="12960" y="6873"/>
                </a:moveTo>
                <a:lnTo>
                  <a:pt x="12960" y="19636"/>
                </a:lnTo>
                <a:cubicBezTo>
                  <a:pt x="12960" y="20178"/>
                  <a:pt x="12315" y="20618"/>
                  <a:pt x="11520" y="20618"/>
                </a:cubicBezTo>
                <a:lnTo>
                  <a:pt x="10080" y="20618"/>
                </a:lnTo>
                <a:cubicBezTo>
                  <a:pt x="9285" y="20618"/>
                  <a:pt x="8640" y="20178"/>
                  <a:pt x="8640" y="19636"/>
                </a:cubicBezTo>
                <a:lnTo>
                  <a:pt x="8640" y="6873"/>
                </a:lnTo>
                <a:lnTo>
                  <a:pt x="2458" y="6873"/>
                </a:lnTo>
                <a:lnTo>
                  <a:pt x="10800" y="1185"/>
                </a:lnTo>
                <a:lnTo>
                  <a:pt x="19142" y="6873"/>
                </a:lnTo>
                <a:cubicBezTo>
                  <a:pt x="19142" y="6873"/>
                  <a:pt x="12960" y="6873"/>
                  <a:pt x="12960" y="6873"/>
                </a:cubicBezTo>
                <a:close/>
                <a:moveTo>
                  <a:pt x="21389" y="7017"/>
                </a:moveTo>
                <a:lnTo>
                  <a:pt x="11309" y="144"/>
                </a:lnTo>
                <a:cubicBezTo>
                  <a:pt x="11179" y="55"/>
                  <a:pt x="10999" y="0"/>
                  <a:pt x="10800" y="0"/>
                </a:cubicBezTo>
                <a:cubicBezTo>
                  <a:pt x="10601" y="0"/>
                  <a:pt x="10422" y="55"/>
                  <a:pt x="10291" y="144"/>
                </a:cubicBezTo>
                <a:lnTo>
                  <a:pt x="211" y="7017"/>
                </a:lnTo>
                <a:cubicBezTo>
                  <a:pt x="81" y="7106"/>
                  <a:pt x="0" y="7228"/>
                  <a:pt x="0" y="7364"/>
                </a:cubicBezTo>
                <a:cubicBezTo>
                  <a:pt x="0" y="7635"/>
                  <a:pt x="322" y="7855"/>
                  <a:pt x="720" y="7855"/>
                </a:cubicBezTo>
                <a:lnTo>
                  <a:pt x="7200" y="7855"/>
                </a:lnTo>
                <a:lnTo>
                  <a:pt x="7200" y="19636"/>
                </a:lnTo>
                <a:cubicBezTo>
                  <a:pt x="7200" y="20721"/>
                  <a:pt x="8490" y="21600"/>
                  <a:pt x="10080" y="21600"/>
                </a:cubicBezTo>
                <a:lnTo>
                  <a:pt x="11520" y="21600"/>
                </a:lnTo>
                <a:cubicBezTo>
                  <a:pt x="13110" y="21600"/>
                  <a:pt x="14400" y="20721"/>
                  <a:pt x="14400" y="19636"/>
                </a:cubicBezTo>
                <a:lnTo>
                  <a:pt x="14400" y="7855"/>
                </a:lnTo>
                <a:lnTo>
                  <a:pt x="20880" y="7855"/>
                </a:lnTo>
                <a:cubicBezTo>
                  <a:pt x="21278" y="7855"/>
                  <a:pt x="21600" y="7635"/>
                  <a:pt x="21600" y="7364"/>
                </a:cubicBezTo>
                <a:cubicBezTo>
                  <a:pt x="21600" y="7228"/>
                  <a:pt x="21519" y="7106"/>
                  <a:pt x="21389" y="701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9" name="Shape 2919">
            <a:extLst>
              <a:ext uri="{FF2B5EF4-FFF2-40B4-BE49-F238E27FC236}">
                <a16:creationId xmlns:a16="http://schemas.microsoft.com/office/drawing/2014/main" id="{D4197FFA-99B6-0F3E-EC2D-7DAB0B995E35}"/>
              </a:ext>
            </a:extLst>
          </p:cNvPr>
          <p:cNvSpPr/>
          <p:nvPr/>
        </p:nvSpPr>
        <p:spPr>
          <a:xfrm>
            <a:off x="9455644" y="2227701"/>
            <a:ext cx="279328" cy="190451"/>
          </a:xfrm>
          <a:custGeom>
            <a:avLst/>
            <a:gdLst/>
            <a:ahLst/>
            <a:cxnLst>
              <a:cxn ang="0">
                <a:pos x="wd2" y="hd2"/>
              </a:cxn>
              <a:cxn ang="5400000">
                <a:pos x="wd2" y="hd2"/>
              </a:cxn>
              <a:cxn ang="10800000">
                <a:pos x="wd2" y="hd2"/>
              </a:cxn>
              <a:cxn ang="16200000">
                <a:pos x="wd2" y="hd2"/>
              </a:cxn>
            </a:cxnLst>
            <a:rect l="0" t="0" r="r" b="b"/>
            <a:pathLst>
              <a:path w="21600" h="21600" extrusionOk="0">
                <a:moveTo>
                  <a:pt x="20618" y="11520"/>
                </a:moveTo>
                <a:cubicBezTo>
                  <a:pt x="20618" y="12315"/>
                  <a:pt x="20178" y="12960"/>
                  <a:pt x="19636" y="12960"/>
                </a:cubicBezTo>
                <a:lnTo>
                  <a:pt x="6873" y="12960"/>
                </a:lnTo>
                <a:lnTo>
                  <a:pt x="6873" y="19142"/>
                </a:lnTo>
                <a:lnTo>
                  <a:pt x="1185" y="10800"/>
                </a:lnTo>
                <a:lnTo>
                  <a:pt x="6873" y="2458"/>
                </a:lnTo>
                <a:lnTo>
                  <a:pt x="6873" y="8640"/>
                </a:lnTo>
                <a:lnTo>
                  <a:pt x="19636" y="8640"/>
                </a:lnTo>
                <a:cubicBezTo>
                  <a:pt x="20178" y="8640"/>
                  <a:pt x="20618" y="9285"/>
                  <a:pt x="20618" y="10080"/>
                </a:cubicBezTo>
                <a:cubicBezTo>
                  <a:pt x="20618" y="10080"/>
                  <a:pt x="20618" y="11520"/>
                  <a:pt x="20618" y="11520"/>
                </a:cubicBezTo>
                <a:close/>
                <a:moveTo>
                  <a:pt x="19636" y="7200"/>
                </a:moveTo>
                <a:lnTo>
                  <a:pt x="7855" y="7200"/>
                </a:lnTo>
                <a:lnTo>
                  <a:pt x="7855" y="720"/>
                </a:lnTo>
                <a:cubicBezTo>
                  <a:pt x="7855" y="322"/>
                  <a:pt x="7635" y="0"/>
                  <a:pt x="7364" y="0"/>
                </a:cubicBezTo>
                <a:cubicBezTo>
                  <a:pt x="7228" y="0"/>
                  <a:pt x="7105" y="81"/>
                  <a:pt x="7017" y="212"/>
                </a:cubicBezTo>
                <a:lnTo>
                  <a:pt x="144" y="10291"/>
                </a:lnTo>
                <a:cubicBezTo>
                  <a:pt x="55" y="10422"/>
                  <a:pt x="0" y="10602"/>
                  <a:pt x="0" y="10800"/>
                </a:cubicBezTo>
                <a:cubicBezTo>
                  <a:pt x="0" y="11000"/>
                  <a:pt x="55" y="11180"/>
                  <a:pt x="144" y="11310"/>
                </a:cubicBezTo>
                <a:lnTo>
                  <a:pt x="7017" y="21389"/>
                </a:lnTo>
                <a:cubicBezTo>
                  <a:pt x="7105" y="21520"/>
                  <a:pt x="7228" y="21600"/>
                  <a:pt x="7364" y="21600"/>
                </a:cubicBezTo>
                <a:cubicBezTo>
                  <a:pt x="7635" y="21600"/>
                  <a:pt x="7855" y="21278"/>
                  <a:pt x="7855" y="20880"/>
                </a:cubicBezTo>
                <a:lnTo>
                  <a:pt x="7855" y="14400"/>
                </a:lnTo>
                <a:lnTo>
                  <a:pt x="19636" y="14400"/>
                </a:lnTo>
                <a:cubicBezTo>
                  <a:pt x="20721" y="14400"/>
                  <a:pt x="21600" y="13110"/>
                  <a:pt x="21600" y="11520"/>
                </a:cubicBezTo>
                <a:lnTo>
                  <a:pt x="21600" y="10080"/>
                </a:lnTo>
                <a:cubicBezTo>
                  <a:pt x="21600" y="8490"/>
                  <a:pt x="20721" y="7200"/>
                  <a:pt x="19636" y="72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0" name="Shape 2920">
            <a:extLst>
              <a:ext uri="{FF2B5EF4-FFF2-40B4-BE49-F238E27FC236}">
                <a16:creationId xmlns:a16="http://schemas.microsoft.com/office/drawing/2014/main" id="{55461BB8-D1F2-0975-F6B6-73911CA708F5}"/>
              </a:ext>
            </a:extLst>
          </p:cNvPr>
          <p:cNvSpPr/>
          <p:nvPr/>
        </p:nvSpPr>
        <p:spPr>
          <a:xfrm>
            <a:off x="9988905" y="2227701"/>
            <a:ext cx="279328" cy="190451"/>
          </a:xfrm>
          <a:custGeom>
            <a:avLst/>
            <a:gdLst/>
            <a:ahLst/>
            <a:cxnLst>
              <a:cxn ang="0">
                <a:pos x="wd2" y="hd2"/>
              </a:cxn>
              <a:cxn ang="5400000">
                <a:pos x="wd2" y="hd2"/>
              </a:cxn>
              <a:cxn ang="10800000">
                <a:pos x="wd2" y="hd2"/>
              </a:cxn>
              <a:cxn ang="16200000">
                <a:pos x="wd2" y="hd2"/>
              </a:cxn>
            </a:cxnLst>
            <a:rect l="0" t="0" r="r" b="b"/>
            <a:pathLst>
              <a:path w="21600" h="21600" extrusionOk="0">
                <a:moveTo>
                  <a:pt x="14727" y="19142"/>
                </a:moveTo>
                <a:lnTo>
                  <a:pt x="14727" y="12960"/>
                </a:lnTo>
                <a:lnTo>
                  <a:pt x="1964" y="12960"/>
                </a:lnTo>
                <a:cubicBezTo>
                  <a:pt x="1421" y="12960"/>
                  <a:pt x="982" y="12316"/>
                  <a:pt x="982" y="11520"/>
                </a:cubicBezTo>
                <a:lnTo>
                  <a:pt x="982" y="10080"/>
                </a:lnTo>
                <a:cubicBezTo>
                  <a:pt x="982" y="9285"/>
                  <a:pt x="1421" y="8640"/>
                  <a:pt x="1964" y="8640"/>
                </a:cubicBezTo>
                <a:lnTo>
                  <a:pt x="14727" y="8640"/>
                </a:lnTo>
                <a:lnTo>
                  <a:pt x="14727" y="2458"/>
                </a:lnTo>
                <a:lnTo>
                  <a:pt x="20415" y="10800"/>
                </a:lnTo>
                <a:cubicBezTo>
                  <a:pt x="20415" y="10800"/>
                  <a:pt x="14727" y="19142"/>
                  <a:pt x="14727" y="19142"/>
                </a:cubicBezTo>
                <a:close/>
                <a:moveTo>
                  <a:pt x="21456" y="10291"/>
                </a:moveTo>
                <a:lnTo>
                  <a:pt x="14584" y="212"/>
                </a:lnTo>
                <a:cubicBezTo>
                  <a:pt x="14495" y="81"/>
                  <a:pt x="14372" y="0"/>
                  <a:pt x="14236" y="0"/>
                </a:cubicBezTo>
                <a:cubicBezTo>
                  <a:pt x="13965" y="0"/>
                  <a:pt x="13745" y="322"/>
                  <a:pt x="13745" y="720"/>
                </a:cubicBezTo>
                <a:lnTo>
                  <a:pt x="13745" y="7200"/>
                </a:lnTo>
                <a:lnTo>
                  <a:pt x="1964" y="7200"/>
                </a:lnTo>
                <a:cubicBezTo>
                  <a:pt x="879" y="7200"/>
                  <a:pt x="0" y="8490"/>
                  <a:pt x="0" y="10080"/>
                </a:cubicBezTo>
                <a:lnTo>
                  <a:pt x="0" y="11520"/>
                </a:lnTo>
                <a:cubicBezTo>
                  <a:pt x="0" y="13110"/>
                  <a:pt x="879" y="14400"/>
                  <a:pt x="1964" y="14400"/>
                </a:cubicBezTo>
                <a:lnTo>
                  <a:pt x="13745" y="14400"/>
                </a:lnTo>
                <a:lnTo>
                  <a:pt x="13745" y="20880"/>
                </a:lnTo>
                <a:cubicBezTo>
                  <a:pt x="13745" y="21278"/>
                  <a:pt x="13965" y="21600"/>
                  <a:pt x="14236" y="21600"/>
                </a:cubicBezTo>
                <a:cubicBezTo>
                  <a:pt x="14372" y="21600"/>
                  <a:pt x="14495" y="21520"/>
                  <a:pt x="14583" y="21389"/>
                </a:cubicBezTo>
                <a:lnTo>
                  <a:pt x="21456" y="11310"/>
                </a:lnTo>
                <a:cubicBezTo>
                  <a:pt x="21545" y="11180"/>
                  <a:pt x="21600" y="11000"/>
                  <a:pt x="21600" y="10800"/>
                </a:cubicBezTo>
                <a:cubicBezTo>
                  <a:pt x="21600" y="10601"/>
                  <a:pt x="21545" y="10421"/>
                  <a:pt x="21456" y="1029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1" name="Shape 2921">
            <a:extLst>
              <a:ext uri="{FF2B5EF4-FFF2-40B4-BE49-F238E27FC236}">
                <a16:creationId xmlns:a16="http://schemas.microsoft.com/office/drawing/2014/main" id="{EA28A650-C180-CDF9-AC54-B716C85054C6}"/>
              </a:ext>
            </a:extLst>
          </p:cNvPr>
          <p:cNvSpPr/>
          <p:nvPr/>
        </p:nvSpPr>
        <p:spPr>
          <a:xfrm>
            <a:off x="10560256" y="2183263"/>
            <a:ext cx="203148" cy="279328"/>
          </a:xfrm>
          <a:custGeom>
            <a:avLst/>
            <a:gdLst/>
            <a:ahLst/>
            <a:cxnLst>
              <a:cxn ang="0">
                <a:pos x="wd2" y="hd2"/>
              </a:cxn>
              <a:cxn ang="5400000">
                <a:pos x="wd2" y="hd2"/>
              </a:cxn>
              <a:cxn ang="10800000">
                <a:pos x="wd2" y="hd2"/>
              </a:cxn>
              <a:cxn ang="16200000">
                <a:pos x="wd2" y="hd2"/>
              </a:cxn>
            </a:cxnLst>
            <a:rect l="0" t="0" r="r" b="b"/>
            <a:pathLst>
              <a:path w="21600" h="21600" extrusionOk="0">
                <a:moveTo>
                  <a:pt x="21402" y="5052"/>
                </a:moveTo>
                <a:lnTo>
                  <a:pt x="14652" y="144"/>
                </a:lnTo>
                <a:cubicBezTo>
                  <a:pt x="14530" y="55"/>
                  <a:pt x="14362" y="0"/>
                  <a:pt x="14175" y="0"/>
                </a:cubicBezTo>
                <a:cubicBezTo>
                  <a:pt x="13802" y="0"/>
                  <a:pt x="13500" y="220"/>
                  <a:pt x="13500" y="491"/>
                </a:cubicBezTo>
                <a:cubicBezTo>
                  <a:pt x="13500" y="627"/>
                  <a:pt x="13576" y="749"/>
                  <a:pt x="13698" y="838"/>
                </a:cubicBezTo>
                <a:lnTo>
                  <a:pt x="19296" y="4909"/>
                </a:lnTo>
                <a:lnTo>
                  <a:pt x="675" y="4909"/>
                </a:lnTo>
                <a:cubicBezTo>
                  <a:pt x="302" y="4909"/>
                  <a:pt x="0" y="5129"/>
                  <a:pt x="0" y="5400"/>
                </a:cubicBezTo>
                <a:lnTo>
                  <a:pt x="0" y="21109"/>
                </a:lnTo>
                <a:cubicBezTo>
                  <a:pt x="0" y="21380"/>
                  <a:pt x="302" y="21600"/>
                  <a:pt x="675" y="21600"/>
                </a:cubicBezTo>
                <a:cubicBezTo>
                  <a:pt x="1048" y="21600"/>
                  <a:pt x="1350" y="21380"/>
                  <a:pt x="1350" y="21109"/>
                </a:cubicBezTo>
                <a:lnTo>
                  <a:pt x="1350" y="5891"/>
                </a:lnTo>
                <a:lnTo>
                  <a:pt x="19296" y="5891"/>
                </a:lnTo>
                <a:lnTo>
                  <a:pt x="13698" y="9962"/>
                </a:lnTo>
                <a:cubicBezTo>
                  <a:pt x="13575" y="10051"/>
                  <a:pt x="13500" y="10173"/>
                  <a:pt x="13500" y="10309"/>
                </a:cubicBezTo>
                <a:cubicBezTo>
                  <a:pt x="13500" y="10580"/>
                  <a:pt x="13802" y="10800"/>
                  <a:pt x="14175" y="10800"/>
                </a:cubicBezTo>
                <a:cubicBezTo>
                  <a:pt x="14362" y="10800"/>
                  <a:pt x="14531" y="10745"/>
                  <a:pt x="14653" y="10656"/>
                </a:cubicBezTo>
                <a:lnTo>
                  <a:pt x="21402" y="5747"/>
                </a:lnTo>
                <a:cubicBezTo>
                  <a:pt x="21525" y="5658"/>
                  <a:pt x="21600" y="5536"/>
                  <a:pt x="21600" y="5400"/>
                </a:cubicBezTo>
                <a:cubicBezTo>
                  <a:pt x="21600" y="5264"/>
                  <a:pt x="21524" y="5142"/>
                  <a:pt x="21402" y="505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2" name="Shape 2922">
            <a:extLst>
              <a:ext uri="{FF2B5EF4-FFF2-40B4-BE49-F238E27FC236}">
                <a16:creationId xmlns:a16="http://schemas.microsoft.com/office/drawing/2014/main" id="{10CC7AE7-68E4-544D-EC9B-4DE803FEDBC0}"/>
              </a:ext>
            </a:extLst>
          </p:cNvPr>
          <p:cNvSpPr/>
          <p:nvPr/>
        </p:nvSpPr>
        <p:spPr>
          <a:xfrm>
            <a:off x="11055427" y="2221353"/>
            <a:ext cx="279328" cy="203148"/>
          </a:xfrm>
          <a:custGeom>
            <a:avLst/>
            <a:gdLst/>
            <a:ahLst/>
            <a:cxnLst>
              <a:cxn ang="0">
                <a:pos x="wd2" y="hd2"/>
              </a:cxn>
              <a:cxn ang="5400000">
                <a:pos x="wd2" y="hd2"/>
              </a:cxn>
              <a:cxn ang="10800000">
                <a:pos x="wd2" y="hd2"/>
              </a:cxn>
              <a:cxn ang="16200000">
                <a:pos x="wd2" y="hd2"/>
              </a:cxn>
            </a:cxnLst>
            <a:rect l="0" t="0" r="r" b="b"/>
            <a:pathLst>
              <a:path w="21600" h="21600" extrusionOk="0">
                <a:moveTo>
                  <a:pt x="16691" y="12546"/>
                </a:moveTo>
                <a:lnTo>
                  <a:pt x="16691" y="2304"/>
                </a:lnTo>
                <a:lnTo>
                  <a:pt x="20415" y="7425"/>
                </a:lnTo>
                <a:cubicBezTo>
                  <a:pt x="20415" y="7425"/>
                  <a:pt x="16691" y="12546"/>
                  <a:pt x="16691" y="12546"/>
                </a:cubicBezTo>
                <a:close/>
                <a:moveTo>
                  <a:pt x="21456" y="6948"/>
                </a:moveTo>
                <a:lnTo>
                  <a:pt x="16548" y="198"/>
                </a:lnTo>
                <a:cubicBezTo>
                  <a:pt x="16458" y="76"/>
                  <a:pt x="16336" y="0"/>
                  <a:pt x="16200" y="0"/>
                </a:cubicBezTo>
                <a:cubicBezTo>
                  <a:pt x="15929" y="0"/>
                  <a:pt x="15709" y="302"/>
                  <a:pt x="15709" y="675"/>
                </a:cubicBezTo>
                <a:lnTo>
                  <a:pt x="15709" y="6750"/>
                </a:lnTo>
                <a:lnTo>
                  <a:pt x="491" y="6750"/>
                </a:lnTo>
                <a:cubicBezTo>
                  <a:pt x="220" y="6750"/>
                  <a:pt x="0" y="7052"/>
                  <a:pt x="0" y="7425"/>
                </a:cubicBezTo>
                <a:lnTo>
                  <a:pt x="0" y="20925"/>
                </a:lnTo>
                <a:cubicBezTo>
                  <a:pt x="0" y="21298"/>
                  <a:pt x="220" y="21600"/>
                  <a:pt x="491" y="21600"/>
                </a:cubicBezTo>
                <a:cubicBezTo>
                  <a:pt x="762" y="21600"/>
                  <a:pt x="982" y="21298"/>
                  <a:pt x="982" y="20925"/>
                </a:cubicBezTo>
                <a:lnTo>
                  <a:pt x="982" y="8100"/>
                </a:lnTo>
                <a:lnTo>
                  <a:pt x="15709" y="8100"/>
                </a:lnTo>
                <a:lnTo>
                  <a:pt x="15709" y="14175"/>
                </a:lnTo>
                <a:cubicBezTo>
                  <a:pt x="15709" y="14548"/>
                  <a:pt x="15929" y="14850"/>
                  <a:pt x="16200" y="14850"/>
                </a:cubicBezTo>
                <a:cubicBezTo>
                  <a:pt x="16336" y="14850"/>
                  <a:pt x="16458" y="14775"/>
                  <a:pt x="16547" y="14652"/>
                </a:cubicBezTo>
                <a:lnTo>
                  <a:pt x="21456" y="7903"/>
                </a:lnTo>
                <a:cubicBezTo>
                  <a:pt x="21545" y="7781"/>
                  <a:pt x="21600" y="7612"/>
                  <a:pt x="21600" y="7425"/>
                </a:cubicBezTo>
                <a:cubicBezTo>
                  <a:pt x="21600" y="7238"/>
                  <a:pt x="21545" y="7070"/>
                  <a:pt x="21456" y="694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3" name="Shape 2923">
            <a:extLst>
              <a:ext uri="{FF2B5EF4-FFF2-40B4-BE49-F238E27FC236}">
                <a16:creationId xmlns:a16="http://schemas.microsoft.com/office/drawing/2014/main" id="{4B3930EB-C245-1D7E-5EEA-26D1FE5D4F7E}"/>
              </a:ext>
            </a:extLst>
          </p:cNvPr>
          <p:cNvSpPr/>
          <p:nvPr/>
        </p:nvSpPr>
        <p:spPr>
          <a:xfrm>
            <a:off x="6256078"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109" y="0"/>
                </a:moveTo>
                <a:lnTo>
                  <a:pt x="14236" y="0"/>
                </a:lnTo>
                <a:cubicBezTo>
                  <a:pt x="13966" y="0"/>
                  <a:pt x="13745" y="220"/>
                  <a:pt x="13745" y="491"/>
                </a:cubicBezTo>
                <a:cubicBezTo>
                  <a:pt x="13745" y="762"/>
                  <a:pt x="13966" y="982"/>
                  <a:pt x="14236" y="982"/>
                </a:cubicBezTo>
                <a:lnTo>
                  <a:pt x="19924" y="982"/>
                </a:lnTo>
                <a:lnTo>
                  <a:pt x="11926" y="8980"/>
                </a:lnTo>
                <a:cubicBezTo>
                  <a:pt x="11837" y="9069"/>
                  <a:pt x="11782" y="9192"/>
                  <a:pt x="11782" y="9327"/>
                </a:cubicBezTo>
                <a:cubicBezTo>
                  <a:pt x="11782" y="9599"/>
                  <a:pt x="12002" y="9818"/>
                  <a:pt x="12273" y="9818"/>
                </a:cubicBezTo>
                <a:cubicBezTo>
                  <a:pt x="12408" y="9818"/>
                  <a:pt x="12531" y="9764"/>
                  <a:pt x="12620" y="9674"/>
                </a:cubicBezTo>
                <a:lnTo>
                  <a:pt x="20618" y="1676"/>
                </a:lnTo>
                <a:lnTo>
                  <a:pt x="20618" y="7364"/>
                </a:lnTo>
                <a:cubicBezTo>
                  <a:pt x="20618" y="7635"/>
                  <a:pt x="20838" y="7855"/>
                  <a:pt x="21109" y="7855"/>
                </a:cubicBezTo>
                <a:cubicBezTo>
                  <a:pt x="21380" y="7855"/>
                  <a:pt x="21600" y="7635"/>
                  <a:pt x="21600" y="7364"/>
                </a:cubicBezTo>
                <a:lnTo>
                  <a:pt x="21600" y="491"/>
                </a:lnTo>
                <a:cubicBezTo>
                  <a:pt x="21600" y="220"/>
                  <a:pt x="21380" y="0"/>
                  <a:pt x="21109" y="0"/>
                </a:cubicBezTo>
                <a:moveTo>
                  <a:pt x="9327" y="11782"/>
                </a:moveTo>
                <a:cubicBezTo>
                  <a:pt x="9192" y="11782"/>
                  <a:pt x="9069" y="11837"/>
                  <a:pt x="8980" y="11926"/>
                </a:cubicBezTo>
                <a:lnTo>
                  <a:pt x="982" y="19924"/>
                </a:lnTo>
                <a:lnTo>
                  <a:pt x="982" y="14236"/>
                </a:lnTo>
                <a:cubicBezTo>
                  <a:pt x="982" y="13966"/>
                  <a:pt x="762" y="13745"/>
                  <a:pt x="491" y="13745"/>
                </a:cubicBezTo>
                <a:cubicBezTo>
                  <a:pt x="220" y="13745"/>
                  <a:pt x="0" y="13966"/>
                  <a:pt x="0" y="14236"/>
                </a:cubicBezTo>
                <a:lnTo>
                  <a:pt x="0" y="21109"/>
                </a:lnTo>
                <a:cubicBezTo>
                  <a:pt x="0" y="21380"/>
                  <a:pt x="220" y="21600"/>
                  <a:pt x="491" y="21600"/>
                </a:cubicBezTo>
                <a:lnTo>
                  <a:pt x="7364" y="21600"/>
                </a:lnTo>
                <a:cubicBezTo>
                  <a:pt x="7634" y="21600"/>
                  <a:pt x="7855" y="21380"/>
                  <a:pt x="7855" y="21109"/>
                </a:cubicBezTo>
                <a:cubicBezTo>
                  <a:pt x="7855" y="20838"/>
                  <a:pt x="7634" y="20618"/>
                  <a:pt x="7364" y="20618"/>
                </a:cubicBezTo>
                <a:lnTo>
                  <a:pt x="1676" y="20618"/>
                </a:lnTo>
                <a:lnTo>
                  <a:pt x="9674" y="12620"/>
                </a:lnTo>
                <a:cubicBezTo>
                  <a:pt x="9763" y="12531"/>
                  <a:pt x="9818" y="12408"/>
                  <a:pt x="9818" y="12273"/>
                </a:cubicBezTo>
                <a:cubicBezTo>
                  <a:pt x="9818" y="12002"/>
                  <a:pt x="9598" y="11782"/>
                  <a:pt x="9327" y="117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4" name="Shape 2924">
            <a:extLst>
              <a:ext uri="{FF2B5EF4-FFF2-40B4-BE49-F238E27FC236}">
                <a16:creationId xmlns:a16="http://schemas.microsoft.com/office/drawing/2014/main" id="{D3140339-FE57-8AC1-0912-80ACA426DB18}"/>
              </a:ext>
            </a:extLst>
          </p:cNvPr>
          <p:cNvSpPr/>
          <p:nvPr/>
        </p:nvSpPr>
        <p:spPr>
          <a:xfrm>
            <a:off x="6789339"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600" y="491"/>
                </a:moveTo>
                <a:cubicBezTo>
                  <a:pt x="21600" y="220"/>
                  <a:pt x="21380" y="0"/>
                  <a:pt x="21109" y="0"/>
                </a:cubicBezTo>
                <a:cubicBezTo>
                  <a:pt x="20974" y="0"/>
                  <a:pt x="20851" y="55"/>
                  <a:pt x="20762" y="144"/>
                </a:cubicBezTo>
                <a:lnTo>
                  <a:pt x="12764" y="8142"/>
                </a:lnTo>
                <a:lnTo>
                  <a:pt x="12764" y="2455"/>
                </a:lnTo>
                <a:cubicBezTo>
                  <a:pt x="12764" y="2184"/>
                  <a:pt x="12544" y="1964"/>
                  <a:pt x="12273" y="1964"/>
                </a:cubicBezTo>
                <a:cubicBezTo>
                  <a:pt x="12002" y="1964"/>
                  <a:pt x="11782" y="2184"/>
                  <a:pt x="11782" y="2455"/>
                </a:cubicBezTo>
                <a:lnTo>
                  <a:pt x="11782" y="9327"/>
                </a:lnTo>
                <a:cubicBezTo>
                  <a:pt x="11782" y="9599"/>
                  <a:pt x="12002" y="9818"/>
                  <a:pt x="12273" y="9818"/>
                </a:cubicBezTo>
                <a:lnTo>
                  <a:pt x="19145" y="9818"/>
                </a:lnTo>
                <a:cubicBezTo>
                  <a:pt x="19416" y="9818"/>
                  <a:pt x="19636" y="9599"/>
                  <a:pt x="19636" y="9327"/>
                </a:cubicBezTo>
                <a:cubicBezTo>
                  <a:pt x="19636" y="9056"/>
                  <a:pt x="19416" y="8836"/>
                  <a:pt x="19145" y="8836"/>
                </a:cubicBezTo>
                <a:lnTo>
                  <a:pt x="13458" y="8836"/>
                </a:lnTo>
                <a:lnTo>
                  <a:pt x="21456" y="838"/>
                </a:lnTo>
                <a:cubicBezTo>
                  <a:pt x="21545" y="750"/>
                  <a:pt x="21600" y="627"/>
                  <a:pt x="21600" y="491"/>
                </a:cubicBezTo>
                <a:moveTo>
                  <a:pt x="9327" y="11782"/>
                </a:moveTo>
                <a:lnTo>
                  <a:pt x="2455" y="11782"/>
                </a:lnTo>
                <a:cubicBezTo>
                  <a:pt x="2184" y="11782"/>
                  <a:pt x="1964" y="12002"/>
                  <a:pt x="1964" y="12273"/>
                </a:cubicBezTo>
                <a:cubicBezTo>
                  <a:pt x="1964" y="12544"/>
                  <a:pt x="2184" y="12764"/>
                  <a:pt x="2455" y="12764"/>
                </a:cubicBezTo>
                <a:lnTo>
                  <a:pt x="8142" y="12764"/>
                </a:lnTo>
                <a:lnTo>
                  <a:pt x="144" y="20762"/>
                </a:lnTo>
                <a:cubicBezTo>
                  <a:pt x="55" y="20851"/>
                  <a:pt x="0" y="20973"/>
                  <a:pt x="0" y="21109"/>
                </a:cubicBezTo>
                <a:cubicBezTo>
                  <a:pt x="0" y="21380"/>
                  <a:pt x="220" y="21600"/>
                  <a:pt x="491" y="21600"/>
                </a:cubicBezTo>
                <a:cubicBezTo>
                  <a:pt x="626" y="21600"/>
                  <a:pt x="749" y="21545"/>
                  <a:pt x="838" y="21456"/>
                </a:cubicBezTo>
                <a:lnTo>
                  <a:pt x="8836" y="13458"/>
                </a:lnTo>
                <a:lnTo>
                  <a:pt x="8836" y="19145"/>
                </a:lnTo>
                <a:cubicBezTo>
                  <a:pt x="8836" y="19417"/>
                  <a:pt x="9056" y="19636"/>
                  <a:pt x="9327" y="19636"/>
                </a:cubicBezTo>
                <a:cubicBezTo>
                  <a:pt x="9598" y="19636"/>
                  <a:pt x="9818" y="19417"/>
                  <a:pt x="9818" y="19145"/>
                </a:cubicBezTo>
                <a:lnTo>
                  <a:pt x="9818" y="12273"/>
                </a:lnTo>
                <a:cubicBezTo>
                  <a:pt x="9818" y="12002"/>
                  <a:pt x="9598" y="11782"/>
                  <a:pt x="9327" y="117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5" name="Shape 2925">
            <a:extLst>
              <a:ext uri="{FF2B5EF4-FFF2-40B4-BE49-F238E27FC236}">
                <a16:creationId xmlns:a16="http://schemas.microsoft.com/office/drawing/2014/main" id="{75495809-F6F6-34D0-5808-BD54847176BF}"/>
              </a:ext>
            </a:extLst>
          </p:cNvPr>
          <p:cNvSpPr/>
          <p:nvPr/>
        </p:nvSpPr>
        <p:spPr>
          <a:xfrm>
            <a:off x="7322600"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109" y="0"/>
                </a:moveTo>
                <a:lnTo>
                  <a:pt x="16200" y="0"/>
                </a:lnTo>
                <a:cubicBezTo>
                  <a:pt x="15929" y="0"/>
                  <a:pt x="15709" y="220"/>
                  <a:pt x="15709" y="491"/>
                </a:cubicBezTo>
                <a:cubicBezTo>
                  <a:pt x="15709" y="762"/>
                  <a:pt x="15929" y="982"/>
                  <a:pt x="16200" y="982"/>
                </a:cubicBezTo>
                <a:lnTo>
                  <a:pt x="19924" y="982"/>
                </a:lnTo>
                <a:lnTo>
                  <a:pt x="6035" y="14871"/>
                </a:lnTo>
                <a:cubicBezTo>
                  <a:pt x="5946" y="14960"/>
                  <a:pt x="5891" y="15083"/>
                  <a:pt x="5891" y="15218"/>
                </a:cubicBezTo>
                <a:cubicBezTo>
                  <a:pt x="5891" y="15489"/>
                  <a:pt x="6111" y="15709"/>
                  <a:pt x="6382" y="15709"/>
                </a:cubicBezTo>
                <a:cubicBezTo>
                  <a:pt x="6517" y="15709"/>
                  <a:pt x="6640" y="15654"/>
                  <a:pt x="6729" y="15565"/>
                </a:cubicBezTo>
                <a:lnTo>
                  <a:pt x="20618" y="1676"/>
                </a:lnTo>
                <a:lnTo>
                  <a:pt x="20618" y="5400"/>
                </a:lnTo>
                <a:cubicBezTo>
                  <a:pt x="20618" y="5671"/>
                  <a:pt x="20838" y="5890"/>
                  <a:pt x="21109" y="5890"/>
                </a:cubicBezTo>
                <a:cubicBezTo>
                  <a:pt x="21380" y="5890"/>
                  <a:pt x="21600" y="5671"/>
                  <a:pt x="21600" y="5400"/>
                </a:cubicBezTo>
                <a:lnTo>
                  <a:pt x="21600" y="491"/>
                </a:lnTo>
                <a:cubicBezTo>
                  <a:pt x="21600" y="220"/>
                  <a:pt x="21380" y="0"/>
                  <a:pt x="21109" y="0"/>
                </a:cubicBezTo>
                <a:moveTo>
                  <a:pt x="17182" y="6873"/>
                </a:moveTo>
                <a:cubicBezTo>
                  <a:pt x="16911" y="6873"/>
                  <a:pt x="16691" y="7092"/>
                  <a:pt x="16691" y="7364"/>
                </a:cubicBezTo>
                <a:lnTo>
                  <a:pt x="16691" y="20618"/>
                </a:lnTo>
                <a:lnTo>
                  <a:pt x="982" y="20618"/>
                </a:lnTo>
                <a:lnTo>
                  <a:pt x="982" y="4909"/>
                </a:lnTo>
                <a:lnTo>
                  <a:pt x="14236" y="4909"/>
                </a:lnTo>
                <a:cubicBezTo>
                  <a:pt x="14507" y="4909"/>
                  <a:pt x="14727" y="4689"/>
                  <a:pt x="14727" y="4418"/>
                </a:cubicBezTo>
                <a:cubicBezTo>
                  <a:pt x="14727" y="4147"/>
                  <a:pt x="14507" y="3927"/>
                  <a:pt x="14236" y="3927"/>
                </a:cubicBezTo>
                <a:lnTo>
                  <a:pt x="491" y="3927"/>
                </a:lnTo>
                <a:cubicBezTo>
                  <a:pt x="220" y="3927"/>
                  <a:pt x="0" y="4147"/>
                  <a:pt x="0" y="4418"/>
                </a:cubicBezTo>
                <a:lnTo>
                  <a:pt x="0" y="21109"/>
                </a:lnTo>
                <a:cubicBezTo>
                  <a:pt x="0" y="21380"/>
                  <a:pt x="220" y="21600"/>
                  <a:pt x="491" y="21600"/>
                </a:cubicBezTo>
                <a:lnTo>
                  <a:pt x="17182" y="21600"/>
                </a:lnTo>
                <a:cubicBezTo>
                  <a:pt x="17453" y="21600"/>
                  <a:pt x="17673" y="21380"/>
                  <a:pt x="17673" y="21109"/>
                </a:cubicBezTo>
                <a:lnTo>
                  <a:pt x="17673" y="7364"/>
                </a:lnTo>
                <a:cubicBezTo>
                  <a:pt x="17673" y="7092"/>
                  <a:pt x="17453" y="6873"/>
                  <a:pt x="17182" y="68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6" name="Shape 2926">
            <a:extLst>
              <a:ext uri="{FF2B5EF4-FFF2-40B4-BE49-F238E27FC236}">
                <a16:creationId xmlns:a16="http://schemas.microsoft.com/office/drawing/2014/main" id="{86464060-4F57-0263-3FD6-964246A53395}"/>
              </a:ext>
            </a:extLst>
          </p:cNvPr>
          <p:cNvSpPr/>
          <p:nvPr/>
        </p:nvSpPr>
        <p:spPr>
          <a:xfrm>
            <a:off x="7855861"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5709" y="20383"/>
                </a:moveTo>
                <a:lnTo>
                  <a:pt x="11424" y="15709"/>
                </a:lnTo>
                <a:lnTo>
                  <a:pt x="13255" y="15709"/>
                </a:lnTo>
                <a:cubicBezTo>
                  <a:pt x="13525" y="15709"/>
                  <a:pt x="13745" y="15490"/>
                  <a:pt x="13745" y="15218"/>
                </a:cubicBezTo>
                <a:lnTo>
                  <a:pt x="13745" y="14727"/>
                </a:lnTo>
                <a:cubicBezTo>
                  <a:pt x="13635" y="12724"/>
                  <a:pt x="12844" y="5590"/>
                  <a:pt x="7448" y="1949"/>
                </a:cubicBezTo>
                <a:cubicBezTo>
                  <a:pt x="16407" y="4809"/>
                  <a:pt x="17536" y="12588"/>
                  <a:pt x="17673" y="14727"/>
                </a:cubicBezTo>
                <a:lnTo>
                  <a:pt x="17673" y="15218"/>
                </a:lnTo>
                <a:cubicBezTo>
                  <a:pt x="17673" y="15490"/>
                  <a:pt x="17893" y="15709"/>
                  <a:pt x="18164" y="15709"/>
                </a:cubicBezTo>
                <a:lnTo>
                  <a:pt x="19994" y="15709"/>
                </a:lnTo>
                <a:cubicBezTo>
                  <a:pt x="19994" y="15709"/>
                  <a:pt x="15709" y="20383"/>
                  <a:pt x="15709" y="20383"/>
                </a:cubicBezTo>
                <a:close/>
                <a:moveTo>
                  <a:pt x="21109" y="14727"/>
                </a:moveTo>
                <a:lnTo>
                  <a:pt x="18658" y="14727"/>
                </a:lnTo>
                <a:cubicBezTo>
                  <a:pt x="18450" y="12130"/>
                  <a:pt x="16610" y="0"/>
                  <a:pt x="491" y="0"/>
                </a:cubicBezTo>
                <a:cubicBezTo>
                  <a:pt x="219" y="0"/>
                  <a:pt x="0" y="220"/>
                  <a:pt x="0" y="491"/>
                </a:cubicBezTo>
                <a:cubicBezTo>
                  <a:pt x="0" y="762"/>
                  <a:pt x="219" y="982"/>
                  <a:pt x="491" y="982"/>
                </a:cubicBezTo>
                <a:cubicBezTo>
                  <a:pt x="5558" y="982"/>
                  <a:pt x="9160" y="3417"/>
                  <a:pt x="11196" y="8250"/>
                </a:cubicBezTo>
                <a:cubicBezTo>
                  <a:pt x="12394" y="11093"/>
                  <a:pt x="12657" y="13684"/>
                  <a:pt x="12715" y="14727"/>
                </a:cubicBezTo>
                <a:lnTo>
                  <a:pt x="10309" y="14727"/>
                </a:lnTo>
                <a:cubicBezTo>
                  <a:pt x="10038" y="14727"/>
                  <a:pt x="9818" y="14947"/>
                  <a:pt x="9818" y="15218"/>
                </a:cubicBezTo>
                <a:cubicBezTo>
                  <a:pt x="9818" y="15354"/>
                  <a:pt x="9873" y="15477"/>
                  <a:pt x="9962" y="15566"/>
                </a:cubicBezTo>
                <a:lnTo>
                  <a:pt x="15362" y="21456"/>
                </a:lnTo>
                <a:cubicBezTo>
                  <a:pt x="15450" y="21545"/>
                  <a:pt x="15574" y="21600"/>
                  <a:pt x="15709" y="21600"/>
                </a:cubicBezTo>
                <a:cubicBezTo>
                  <a:pt x="15845" y="21600"/>
                  <a:pt x="15967" y="21545"/>
                  <a:pt x="16056" y="21456"/>
                </a:cubicBezTo>
                <a:lnTo>
                  <a:pt x="21456" y="15566"/>
                </a:lnTo>
                <a:cubicBezTo>
                  <a:pt x="21545" y="15477"/>
                  <a:pt x="21600" y="15354"/>
                  <a:pt x="21600" y="15218"/>
                </a:cubicBezTo>
                <a:cubicBezTo>
                  <a:pt x="21600" y="14947"/>
                  <a:pt x="21380" y="14727"/>
                  <a:pt x="21109" y="147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7" name="Shape 2927">
            <a:extLst>
              <a:ext uri="{FF2B5EF4-FFF2-40B4-BE49-F238E27FC236}">
                <a16:creationId xmlns:a16="http://schemas.microsoft.com/office/drawing/2014/main" id="{5A0CB387-D98A-FB0D-CD63-FE499176A036}"/>
              </a:ext>
            </a:extLst>
          </p:cNvPr>
          <p:cNvSpPr/>
          <p:nvPr/>
        </p:nvSpPr>
        <p:spPr>
          <a:xfrm>
            <a:off x="8389122"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8164" y="5891"/>
                </a:moveTo>
                <a:cubicBezTo>
                  <a:pt x="17893" y="5891"/>
                  <a:pt x="17673" y="6111"/>
                  <a:pt x="17673" y="6382"/>
                </a:cubicBezTo>
                <a:lnTo>
                  <a:pt x="17673" y="6873"/>
                </a:lnTo>
                <a:cubicBezTo>
                  <a:pt x="17536" y="9012"/>
                  <a:pt x="16407" y="16791"/>
                  <a:pt x="7448" y="19651"/>
                </a:cubicBezTo>
                <a:cubicBezTo>
                  <a:pt x="12844" y="16010"/>
                  <a:pt x="13635" y="8876"/>
                  <a:pt x="13745" y="6873"/>
                </a:cubicBezTo>
                <a:lnTo>
                  <a:pt x="13745" y="6382"/>
                </a:lnTo>
                <a:cubicBezTo>
                  <a:pt x="13745" y="6111"/>
                  <a:pt x="13525" y="5891"/>
                  <a:pt x="13255" y="5891"/>
                </a:cubicBezTo>
                <a:lnTo>
                  <a:pt x="11424" y="5891"/>
                </a:lnTo>
                <a:lnTo>
                  <a:pt x="15709" y="1217"/>
                </a:lnTo>
                <a:lnTo>
                  <a:pt x="19994" y="5891"/>
                </a:lnTo>
                <a:cubicBezTo>
                  <a:pt x="19994" y="5891"/>
                  <a:pt x="18164" y="5891"/>
                  <a:pt x="18164" y="5891"/>
                </a:cubicBezTo>
                <a:close/>
                <a:moveTo>
                  <a:pt x="21456" y="6035"/>
                </a:moveTo>
                <a:lnTo>
                  <a:pt x="16056" y="144"/>
                </a:lnTo>
                <a:cubicBezTo>
                  <a:pt x="15967" y="55"/>
                  <a:pt x="15845" y="0"/>
                  <a:pt x="15709" y="0"/>
                </a:cubicBezTo>
                <a:cubicBezTo>
                  <a:pt x="15573" y="0"/>
                  <a:pt x="15450" y="55"/>
                  <a:pt x="15362" y="144"/>
                </a:cubicBezTo>
                <a:lnTo>
                  <a:pt x="9962" y="6035"/>
                </a:lnTo>
                <a:cubicBezTo>
                  <a:pt x="9873" y="6124"/>
                  <a:pt x="9818" y="6247"/>
                  <a:pt x="9818" y="6382"/>
                </a:cubicBezTo>
                <a:cubicBezTo>
                  <a:pt x="9818" y="6653"/>
                  <a:pt x="10038" y="6873"/>
                  <a:pt x="10309" y="6873"/>
                </a:cubicBezTo>
                <a:lnTo>
                  <a:pt x="12715" y="6873"/>
                </a:lnTo>
                <a:cubicBezTo>
                  <a:pt x="12657" y="7916"/>
                  <a:pt x="12394" y="10507"/>
                  <a:pt x="11196" y="13351"/>
                </a:cubicBezTo>
                <a:cubicBezTo>
                  <a:pt x="9160" y="18184"/>
                  <a:pt x="5558" y="20618"/>
                  <a:pt x="491" y="20618"/>
                </a:cubicBezTo>
                <a:cubicBezTo>
                  <a:pt x="219" y="20618"/>
                  <a:pt x="0" y="20838"/>
                  <a:pt x="0" y="21109"/>
                </a:cubicBezTo>
                <a:cubicBezTo>
                  <a:pt x="0" y="21380"/>
                  <a:pt x="219" y="21600"/>
                  <a:pt x="491" y="21600"/>
                </a:cubicBezTo>
                <a:cubicBezTo>
                  <a:pt x="16610" y="21600"/>
                  <a:pt x="18450" y="9470"/>
                  <a:pt x="18658" y="6873"/>
                </a:cubicBezTo>
                <a:lnTo>
                  <a:pt x="21109" y="6873"/>
                </a:lnTo>
                <a:cubicBezTo>
                  <a:pt x="21380" y="6873"/>
                  <a:pt x="21600" y="6653"/>
                  <a:pt x="21600" y="6382"/>
                </a:cubicBezTo>
                <a:cubicBezTo>
                  <a:pt x="21600" y="6247"/>
                  <a:pt x="21545" y="6124"/>
                  <a:pt x="21456" y="603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8" name="Shape 2928">
            <a:extLst>
              <a:ext uri="{FF2B5EF4-FFF2-40B4-BE49-F238E27FC236}">
                <a16:creationId xmlns:a16="http://schemas.microsoft.com/office/drawing/2014/main" id="{0715B76F-E2DE-C659-5247-40A219640784}"/>
              </a:ext>
            </a:extLst>
          </p:cNvPr>
          <p:cNvSpPr/>
          <p:nvPr/>
        </p:nvSpPr>
        <p:spPr>
          <a:xfrm>
            <a:off x="8922383"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6873" y="7855"/>
                </a:moveTo>
                <a:lnTo>
                  <a:pt x="6382" y="7855"/>
                </a:lnTo>
                <a:cubicBezTo>
                  <a:pt x="6110" y="7855"/>
                  <a:pt x="5891" y="8075"/>
                  <a:pt x="5891" y="8345"/>
                </a:cubicBezTo>
                <a:lnTo>
                  <a:pt x="5891" y="10176"/>
                </a:lnTo>
                <a:lnTo>
                  <a:pt x="1216" y="5891"/>
                </a:lnTo>
                <a:lnTo>
                  <a:pt x="5891" y="1606"/>
                </a:lnTo>
                <a:lnTo>
                  <a:pt x="5891" y="3436"/>
                </a:lnTo>
                <a:cubicBezTo>
                  <a:pt x="5891" y="3708"/>
                  <a:pt x="6110" y="3927"/>
                  <a:pt x="6382" y="3927"/>
                </a:cubicBezTo>
                <a:lnTo>
                  <a:pt x="6873" y="3927"/>
                </a:lnTo>
                <a:cubicBezTo>
                  <a:pt x="9012" y="4064"/>
                  <a:pt x="16791" y="5193"/>
                  <a:pt x="19651" y="14152"/>
                </a:cubicBezTo>
                <a:cubicBezTo>
                  <a:pt x="16010" y="8756"/>
                  <a:pt x="8876" y="7965"/>
                  <a:pt x="6873" y="7855"/>
                </a:cubicBezTo>
                <a:moveTo>
                  <a:pt x="6873" y="2942"/>
                </a:moveTo>
                <a:lnTo>
                  <a:pt x="6873" y="491"/>
                </a:lnTo>
                <a:cubicBezTo>
                  <a:pt x="6873" y="220"/>
                  <a:pt x="6653" y="0"/>
                  <a:pt x="6382" y="0"/>
                </a:cubicBezTo>
                <a:cubicBezTo>
                  <a:pt x="6246" y="0"/>
                  <a:pt x="6123" y="55"/>
                  <a:pt x="6035" y="144"/>
                </a:cubicBezTo>
                <a:lnTo>
                  <a:pt x="144" y="5544"/>
                </a:lnTo>
                <a:cubicBezTo>
                  <a:pt x="55" y="5633"/>
                  <a:pt x="0" y="5756"/>
                  <a:pt x="0" y="5891"/>
                </a:cubicBezTo>
                <a:cubicBezTo>
                  <a:pt x="0" y="6027"/>
                  <a:pt x="55" y="6150"/>
                  <a:pt x="144" y="6238"/>
                </a:cubicBezTo>
                <a:lnTo>
                  <a:pt x="6035" y="11638"/>
                </a:lnTo>
                <a:cubicBezTo>
                  <a:pt x="6123" y="11727"/>
                  <a:pt x="6246" y="11782"/>
                  <a:pt x="6382" y="11782"/>
                </a:cubicBezTo>
                <a:cubicBezTo>
                  <a:pt x="6653" y="11782"/>
                  <a:pt x="6873" y="11562"/>
                  <a:pt x="6873" y="11291"/>
                </a:cubicBezTo>
                <a:lnTo>
                  <a:pt x="6873" y="8884"/>
                </a:lnTo>
                <a:cubicBezTo>
                  <a:pt x="7916" y="8943"/>
                  <a:pt x="10507" y="9206"/>
                  <a:pt x="13350" y="10404"/>
                </a:cubicBezTo>
                <a:cubicBezTo>
                  <a:pt x="18183" y="12440"/>
                  <a:pt x="20618" y="16042"/>
                  <a:pt x="20618" y="21109"/>
                </a:cubicBezTo>
                <a:cubicBezTo>
                  <a:pt x="20618" y="21380"/>
                  <a:pt x="20838" y="21600"/>
                  <a:pt x="21109" y="21600"/>
                </a:cubicBezTo>
                <a:cubicBezTo>
                  <a:pt x="21380" y="21600"/>
                  <a:pt x="21600" y="21380"/>
                  <a:pt x="21600" y="21109"/>
                </a:cubicBezTo>
                <a:cubicBezTo>
                  <a:pt x="21600" y="4990"/>
                  <a:pt x="9470" y="3150"/>
                  <a:pt x="6873" y="294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9" name="Shape 2929">
            <a:extLst>
              <a:ext uri="{FF2B5EF4-FFF2-40B4-BE49-F238E27FC236}">
                <a16:creationId xmlns:a16="http://schemas.microsoft.com/office/drawing/2014/main" id="{D6F2178B-2A27-F322-F42E-A185E4B5A9C3}"/>
              </a:ext>
            </a:extLst>
          </p:cNvPr>
          <p:cNvSpPr/>
          <p:nvPr/>
        </p:nvSpPr>
        <p:spPr>
          <a:xfrm>
            <a:off x="9455644"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5709" y="10176"/>
                </a:moveTo>
                <a:lnTo>
                  <a:pt x="15709" y="8345"/>
                </a:lnTo>
                <a:cubicBezTo>
                  <a:pt x="15709" y="8075"/>
                  <a:pt x="15490" y="7855"/>
                  <a:pt x="15218" y="7855"/>
                </a:cubicBezTo>
                <a:lnTo>
                  <a:pt x="14727" y="7855"/>
                </a:lnTo>
                <a:cubicBezTo>
                  <a:pt x="12724" y="7965"/>
                  <a:pt x="5590" y="8756"/>
                  <a:pt x="1949" y="14152"/>
                </a:cubicBezTo>
                <a:cubicBezTo>
                  <a:pt x="4809" y="5193"/>
                  <a:pt x="12588" y="4064"/>
                  <a:pt x="14727" y="3927"/>
                </a:cubicBezTo>
                <a:lnTo>
                  <a:pt x="15218" y="3927"/>
                </a:lnTo>
                <a:cubicBezTo>
                  <a:pt x="15490" y="3927"/>
                  <a:pt x="15709" y="3708"/>
                  <a:pt x="15709" y="3436"/>
                </a:cubicBezTo>
                <a:lnTo>
                  <a:pt x="15709" y="1606"/>
                </a:lnTo>
                <a:lnTo>
                  <a:pt x="20383" y="5891"/>
                </a:lnTo>
                <a:cubicBezTo>
                  <a:pt x="20383" y="5891"/>
                  <a:pt x="15709" y="10176"/>
                  <a:pt x="15709" y="10176"/>
                </a:cubicBezTo>
                <a:close/>
                <a:moveTo>
                  <a:pt x="21456" y="5544"/>
                </a:moveTo>
                <a:lnTo>
                  <a:pt x="15565" y="144"/>
                </a:lnTo>
                <a:cubicBezTo>
                  <a:pt x="15477" y="55"/>
                  <a:pt x="15354" y="0"/>
                  <a:pt x="15218" y="0"/>
                </a:cubicBezTo>
                <a:cubicBezTo>
                  <a:pt x="14947" y="0"/>
                  <a:pt x="14727" y="220"/>
                  <a:pt x="14727" y="491"/>
                </a:cubicBezTo>
                <a:lnTo>
                  <a:pt x="14727" y="2942"/>
                </a:lnTo>
                <a:cubicBezTo>
                  <a:pt x="12130" y="3150"/>
                  <a:pt x="0" y="4991"/>
                  <a:pt x="0" y="21109"/>
                </a:cubicBezTo>
                <a:cubicBezTo>
                  <a:pt x="0" y="21380"/>
                  <a:pt x="220" y="21600"/>
                  <a:pt x="491" y="21600"/>
                </a:cubicBezTo>
                <a:cubicBezTo>
                  <a:pt x="762" y="21600"/>
                  <a:pt x="982" y="21380"/>
                  <a:pt x="982" y="21109"/>
                </a:cubicBezTo>
                <a:cubicBezTo>
                  <a:pt x="982" y="16042"/>
                  <a:pt x="3417" y="12440"/>
                  <a:pt x="8250" y="10404"/>
                </a:cubicBezTo>
                <a:cubicBezTo>
                  <a:pt x="11093" y="9206"/>
                  <a:pt x="13684" y="8943"/>
                  <a:pt x="14727" y="8884"/>
                </a:cubicBezTo>
                <a:lnTo>
                  <a:pt x="14727" y="11291"/>
                </a:lnTo>
                <a:cubicBezTo>
                  <a:pt x="14727" y="11562"/>
                  <a:pt x="14947" y="11782"/>
                  <a:pt x="15218" y="11782"/>
                </a:cubicBezTo>
                <a:cubicBezTo>
                  <a:pt x="15354" y="11782"/>
                  <a:pt x="15477" y="11727"/>
                  <a:pt x="15565" y="11638"/>
                </a:cubicBezTo>
                <a:lnTo>
                  <a:pt x="21456" y="6238"/>
                </a:lnTo>
                <a:cubicBezTo>
                  <a:pt x="21545" y="6150"/>
                  <a:pt x="21600" y="6027"/>
                  <a:pt x="21600" y="5891"/>
                </a:cubicBezTo>
                <a:cubicBezTo>
                  <a:pt x="21600" y="5756"/>
                  <a:pt x="21545" y="5633"/>
                  <a:pt x="21456" y="554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0" name="Shape 2930">
            <a:extLst>
              <a:ext uri="{FF2B5EF4-FFF2-40B4-BE49-F238E27FC236}">
                <a16:creationId xmlns:a16="http://schemas.microsoft.com/office/drawing/2014/main" id="{7DD914B7-9A1C-4176-7E63-109D09F0169F}"/>
              </a:ext>
            </a:extLst>
          </p:cNvPr>
          <p:cNvSpPr/>
          <p:nvPr/>
        </p:nvSpPr>
        <p:spPr>
          <a:xfrm>
            <a:off x="9988905" y="2767311"/>
            <a:ext cx="279328" cy="177754"/>
          </a:xfrm>
          <a:custGeom>
            <a:avLst/>
            <a:gdLst/>
            <a:ahLst/>
            <a:cxnLst>
              <a:cxn ang="0">
                <a:pos x="wd2" y="hd2"/>
              </a:cxn>
              <a:cxn ang="5400000">
                <a:pos x="wd2" y="hd2"/>
              </a:cxn>
              <a:cxn ang="10800000">
                <a:pos x="wd2" y="hd2"/>
              </a:cxn>
              <a:cxn ang="16200000">
                <a:pos x="wd2" y="hd2"/>
              </a:cxn>
            </a:cxnLst>
            <a:rect l="0" t="0" r="r" b="b"/>
            <a:pathLst>
              <a:path w="21600" h="21600" extrusionOk="0">
                <a:moveTo>
                  <a:pt x="15955" y="1543"/>
                </a:moveTo>
                <a:cubicBezTo>
                  <a:pt x="12837" y="1543"/>
                  <a:pt x="10309" y="5515"/>
                  <a:pt x="10309" y="10414"/>
                </a:cubicBezTo>
                <a:lnTo>
                  <a:pt x="10309" y="11186"/>
                </a:lnTo>
                <a:cubicBezTo>
                  <a:pt x="10309" y="15233"/>
                  <a:pt x="8221" y="18514"/>
                  <a:pt x="5645" y="18514"/>
                </a:cubicBezTo>
                <a:cubicBezTo>
                  <a:pt x="3070" y="18514"/>
                  <a:pt x="982" y="15233"/>
                  <a:pt x="982" y="11186"/>
                </a:cubicBezTo>
                <a:lnTo>
                  <a:pt x="982" y="10414"/>
                </a:lnTo>
                <a:cubicBezTo>
                  <a:pt x="982" y="6367"/>
                  <a:pt x="3070" y="3086"/>
                  <a:pt x="5645" y="3086"/>
                </a:cubicBezTo>
                <a:cubicBezTo>
                  <a:pt x="6670" y="3086"/>
                  <a:pt x="7575" y="3630"/>
                  <a:pt x="8321" y="4629"/>
                </a:cubicBezTo>
                <a:lnTo>
                  <a:pt x="6382" y="4629"/>
                </a:lnTo>
                <a:cubicBezTo>
                  <a:pt x="6110" y="4629"/>
                  <a:pt x="5891" y="4974"/>
                  <a:pt x="5891" y="5400"/>
                </a:cubicBezTo>
                <a:cubicBezTo>
                  <a:pt x="5891" y="5826"/>
                  <a:pt x="6110" y="6171"/>
                  <a:pt x="6382" y="6171"/>
                </a:cubicBezTo>
                <a:lnTo>
                  <a:pt x="9327" y="6171"/>
                </a:lnTo>
                <a:cubicBezTo>
                  <a:pt x="9599" y="6171"/>
                  <a:pt x="9818" y="5826"/>
                  <a:pt x="9818" y="5400"/>
                </a:cubicBezTo>
                <a:lnTo>
                  <a:pt x="9818" y="771"/>
                </a:lnTo>
                <a:cubicBezTo>
                  <a:pt x="9818" y="346"/>
                  <a:pt x="9599" y="0"/>
                  <a:pt x="9327" y="0"/>
                </a:cubicBezTo>
                <a:cubicBezTo>
                  <a:pt x="9056" y="0"/>
                  <a:pt x="8836" y="346"/>
                  <a:pt x="8836" y="771"/>
                </a:cubicBezTo>
                <a:lnTo>
                  <a:pt x="8836" y="3321"/>
                </a:lnTo>
                <a:cubicBezTo>
                  <a:pt x="7879" y="2160"/>
                  <a:pt x="6706" y="1543"/>
                  <a:pt x="5645" y="1543"/>
                </a:cubicBezTo>
                <a:cubicBezTo>
                  <a:pt x="2527" y="1543"/>
                  <a:pt x="0" y="5515"/>
                  <a:pt x="0" y="10414"/>
                </a:cubicBezTo>
                <a:lnTo>
                  <a:pt x="0" y="11186"/>
                </a:lnTo>
                <a:cubicBezTo>
                  <a:pt x="0" y="16085"/>
                  <a:pt x="2527" y="20057"/>
                  <a:pt x="5645" y="20057"/>
                </a:cubicBezTo>
                <a:cubicBezTo>
                  <a:pt x="8763" y="20057"/>
                  <a:pt x="11291" y="16085"/>
                  <a:pt x="11291" y="11186"/>
                </a:cubicBezTo>
                <a:lnTo>
                  <a:pt x="11291" y="10414"/>
                </a:lnTo>
                <a:cubicBezTo>
                  <a:pt x="11291" y="6367"/>
                  <a:pt x="13379" y="3086"/>
                  <a:pt x="15955" y="3086"/>
                </a:cubicBezTo>
                <a:cubicBezTo>
                  <a:pt x="18530" y="3086"/>
                  <a:pt x="20618" y="6367"/>
                  <a:pt x="20618" y="10414"/>
                </a:cubicBezTo>
                <a:lnTo>
                  <a:pt x="20618" y="11186"/>
                </a:lnTo>
                <a:cubicBezTo>
                  <a:pt x="20618" y="15233"/>
                  <a:pt x="18530" y="18514"/>
                  <a:pt x="15955" y="18514"/>
                </a:cubicBezTo>
                <a:cubicBezTo>
                  <a:pt x="14930" y="18514"/>
                  <a:pt x="14025" y="17970"/>
                  <a:pt x="13279" y="16971"/>
                </a:cubicBezTo>
                <a:lnTo>
                  <a:pt x="15218" y="16971"/>
                </a:lnTo>
                <a:cubicBezTo>
                  <a:pt x="15490" y="16971"/>
                  <a:pt x="15709" y="16626"/>
                  <a:pt x="15709" y="16200"/>
                </a:cubicBezTo>
                <a:cubicBezTo>
                  <a:pt x="15709" y="15774"/>
                  <a:pt x="15490" y="15429"/>
                  <a:pt x="15218" y="15429"/>
                </a:cubicBezTo>
                <a:lnTo>
                  <a:pt x="12273" y="15429"/>
                </a:lnTo>
                <a:cubicBezTo>
                  <a:pt x="12001" y="15429"/>
                  <a:pt x="11782" y="15774"/>
                  <a:pt x="11782" y="16200"/>
                </a:cubicBezTo>
                <a:lnTo>
                  <a:pt x="11782" y="20829"/>
                </a:lnTo>
                <a:cubicBezTo>
                  <a:pt x="11782" y="21255"/>
                  <a:pt x="12001" y="21600"/>
                  <a:pt x="12273" y="21600"/>
                </a:cubicBezTo>
                <a:cubicBezTo>
                  <a:pt x="12544" y="21600"/>
                  <a:pt x="12764" y="21255"/>
                  <a:pt x="12764" y="20829"/>
                </a:cubicBezTo>
                <a:lnTo>
                  <a:pt x="12764" y="18279"/>
                </a:lnTo>
                <a:cubicBezTo>
                  <a:pt x="13721" y="19441"/>
                  <a:pt x="14894" y="20057"/>
                  <a:pt x="15955" y="20057"/>
                </a:cubicBezTo>
                <a:cubicBezTo>
                  <a:pt x="19073" y="20057"/>
                  <a:pt x="21600" y="16085"/>
                  <a:pt x="21600" y="11186"/>
                </a:cubicBezTo>
                <a:lnTo>
                  <a:pt x="21600" y="10414"/>
                </a:lnTo>
                <a:cubicBezTo>
                  <a:pt x="21600" y="5515"/>
                  <a:pt x="19073" y="1543"/>
                  <a:pt x="15955" y="154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1" name="Shape 2931">
            <a:extLst>
              <a:ext uri="{FF2B5EF4-FFF2-40B4-BE49-F238E27FC236}">
                <a16:creationId xmlns:a16="http://schemas.microsoft.com/office/drawing/2014/main" id="{F1331CF9-FC3D-FE88-CB6B-FC5324AA6BCA}"/>
              </a:ext>
            </a:extLst>
          </p:cNvPr>
          <p:cNvSpPr/>
          <p:nvPr/>
        </p:nvSpPr>
        <p:spPr>
          <a:xfrm>
            <a:off x="10522166" y="2754614"/>
            <a:ext cx="279328" cy="203148"/>
          </a:xfrm>
          <a:custGeom>
            <a:avLst/>
            <a:gdLst/>
            <a:ahLst/>
            <a:cxnLst>
              <a:cxn ang="0">
                <a:pos x="wd2" y="hd2"/>
              </a:cxn>
              <a:cxn ang="5400000">
                <a:pos x="wd2" y="hd2"/>
              </a:cxn>
              <a:cxn ang="10800000">
                <a:pos x="wd2" y="hd2"/>
              </a:cxn>
              <a:cxn ang="16200000">
                <a:pos x="wd2" y="hd2"/>
              </a:cxn>
            </a:cxnLst>
            <a:rect l="0" t="0" r="r" b="b"/>
            <a:pathLst>
              <a:path w="21600" h="21600" extrusionOk="0">
                <a:moveTo>
                  <a:pt x="19924" y="4050"/>
                </a:moveTo>
                <a:lnTo>
                  <a:pt x="18798" y="5598"/>
                </a:lnTo>
                <a:cubicBezTo>
                  <a:pt x="18709" y="5720"/>
                  <a:pt x="18655" y="5889"/>
                  <a:pt x="18655" y="6075"/>
                </a:cubicBezTo>
                <a:cubicBezTo>
                  <a:pt x="18655" y="6448"/>
                  <a:pt x="18874" y="6750"/>
                  <a:pt x="19145" y="6750"/>
                </a:cubicBezTo>
                <a:cubicBezTo>
                  <a:pt x="19281" y="6750"/>
                  <a:pt x="19404" y="6674"/>
                  <a:pt x="19493" y="6552"/>
                </a:cubicBezTo>
                <a:lnTo>
                  <a:pt x="21456" y="3853"/>
                </a:lnTo>
                <a:cubicBezTo>
                  <a:pt x="21545" y="3731"/>
                  <a:pt x="21600" y="3562"/>
                  <a:pt x="21600" y="3375"/>
                </a:cubicBezTo>
                <a:cubicBezTo>
                  <a:pt x="21600" y="3189"/>
                  <a:pt x="21545" y="3020"/>
                  <a:pt x="21456" y="2898"/>
                </a:cubicBezTo>
                <a:lnTo>
                  <a:pt x="19493" y="198"/>
                </a:lnTo>
                <a:cubicBezTo>
                  <a:pt x="19403" y="76"/>
                  <a:pt x="19281" y="0"/>
                  <a:pt x="19145" y="0"/>
                </a:cubicBezTo>
                <a:cubicBezTo>
                  <a:pt x="18874" y="0"/>
                  <a:pt x="18655" y="303"/>
                  <a:pt x="18655" y="675"/>
                </a:cubicBezTo>
                <a:cubicBezTo>
                  <a:pt x="18655" y="862"/>
                  <a:pt x="18709" y="1031"/>
                  <a:pt x="18799" y="1153"/>
                </a:cubicBezTo>
                <a:lnTo>
                  <a:pt x="19924" y="2700"/>
                </a:lnTo>
                <a:lnTo>
                  <a:pt x="15218" y="2700"/>
                </a:lnTo>
                <a:cubicBezTo>
                  <a:pt x="15065" y="2700"/>
                  <a:pt x="14933" y="2803"/>
                  <a:pt x="14843" y="2954"/>
                </a:cubicBezTo>
                <a:lnTo>
                  <a:pt x="14838" y="2948"/>
                </a:lnTo>
                <a:lnTo>
                  <a:pt x="6149" y="17550"/>
                </a:lnTo>
                <a:lnTo>
                  <a:pt x="491" y="17550"/>
                </a:lnTo>
                <a:cubicBezTo>
                  <a:pt x="220" y="17550"/>
                  <a:pt x="0" y="17853"/>
                  <a:pt x="0" y="18225"/>
                </a:cubicBezTo>
                <a:cubicBezTo>
                  <a:pt x="0" y="18598"/>
                  <a:pt x="220" y="18900"/>
                  <a:pt x="491" y="18900"/>
                </a:cubicBezTo>
                <a:lnTo>
                  <a:pt x="6382" y="18900"/>
                </a:lnTo>
                <a:cubicBezTo>
                  <a:pt x="6535" y="18900"/>
                  <a:pt x="6667" y="18798"/>
                  <a:pt x="6757" y="18647"/>
                </a:cubicBezTo>
                <a:lnTo>
                  <a:pt x="6762" y="18652"/>
                </a:lnTo>
                <a:lnTo>
                  <a:pt x="15451" y="4050"/>
                </a:lnTo>
                <a:cubicBezTo>
                  <a:pt x="15451" y="4050"/>
                  <a:pt x="19924" y="4050"/>
                  <a:pt x="19924" y="4050"/>
                </a:cubicBezTo>
                <a:close/>
                <a:moveTo>
                  <a:pt x="19493" y="15048"/>
                </a:moveTo>
                <a:cubicBezTo>
                  <a:pt x="19403" y="14926"/>
                  <a:pt x="19281" y="14850"/>
                  <a:pt x="19145" y="14850"/>
                </a:cubicBezTo>
                <a:cubicBezTo>
                  <a:pt x="18874" y="14850"/>
                  <a:pt x="18655" y="15153"/>
                  <a:pt x="18655" y="15525"/>
                </a:cubicBezTo>
                <a:cubicBezTo>
                  <a:pt x="18655" y="15712"/>
                  <a:pt x="18709" y="15880"/>
                  <a:pt x="18798" y="16002"/>
                </a:cubicBezTo>
                <a:lnTo>
                  <a:pt x="19924" y="17550"/>
                </a:lnTo>
                <a:lnTo>
                  <a:pt x="15451" y="17550"/>
                </a:lnTo>
                <a:lnTo>
                  <a:pt x="12386" y="12399"/>
                </a:lnTo>
                <a:lnTo>
                  <a:pt x="11751" y="13465"/>
                </a:lnTo>
                <a:lnTo>
                  <a:pt x="14838" y="18652"/>
                </a:lnTo>
                <a:lnTo>
                  <a:pt x="14843" y="18647"/>
                </a:lnTo>
                <a:cubicBezTo>
                  <a:pt x="14933" y="18798"/>
                  <a:pt x="15065" y="18900"/>
                  <a:pt x="15218" y="18900"/>
                </a:cubicBezTo>
                <a:lnTo>
                  <a:pt x="19924" y="18900"/>
                </a:lnTo>
                <a:lnTo>
                  <a:pt x="18798" y="20448"/>
                </a:lnTo>
                <a:cubicBezTo>
                  <a:pt x="18709" y="20570"/>
                  <a:pt x="18655" y="20739"/>
                  <a:pt x="18655" y="20925"/>
                </a:cubicBezTo>
                <a:cubicBezTo>
                  <a:pt x="18655" y="21298"/>
                  <a:pt x="18874" y="21600"/>
                  <a:pt x="19145" y="21600"/>
                </a:cubicBezTo>
                <a:cubicBezTo>
                  <a:pt x="19281" y="21600"/>
                  <a:pt x="19403" y="21525"/>
                  <a:pt x="19493" y="21402"/>
                </a:cubicBezTo>
                <a:lnTo>
                  <a:pt x="21456" y="18702"/>
                </a:lnTo>
                <a:cubicBezTo>
                  <a:pt x="21545" y="18580"/>
                  <a:pt x="21600" y="18412"/>
                  <a:pt x="21600" y="18225"/>
                </a:cubicBezTo>
                <a:cubicBezTo>
                  <a:pt x="21600" y="18039"/>
                  <a:pt x="21545" y="17870"/>
                  <a:pt x="21456" y="17748"/>
                </a:cubicBezTo>
                <a:cubicBezTo>
                  <a:pt x="21456" y="17748"/>
                  <a:pt x="19493" y="15048"/>
                  <a:pt x="19493" y="15048"/>
                </a:cubicBezTo>
                <a:close/>
                <a:moveTo>
                  <a:pt x="491" y="4050"/>
                </a:moveTo>
                <a:lnTo>
                  <a:pt x="6148" y="4050"/>
                </a:lnTo>
                <a:lnTo>
                  <a:pt x="9214" y="9201"/>
                </a:lnTo>
                <a:lnTo>
                  <a:pt x="9849" y="8136"/>
                </a:lnTo>
                <a:lnTo>
                  <a:pt x="6762" y="2948"/>
                </a:lnTo>
                <a:lnTo>
                  <a:pt x="6756" y="2954"/>
                </a:lnTo>
                <a:cubicBezTo>
                  <a:pt x="6667" y="2803"/>
                  <a:pt x="6535" y="2700"/>
                  <a:pt x="6382" y="2700"/>
                </a:cubicBezTo>
                <a:lnTo>
                  <a:pt x="491" y="2700"/>
                </a:lnTo>
                <a:cubicBezTo>
                  <a:pt x="220" y="2700"/>
                  <a:pt x="0" y="3003"/>
                  <a:pt x="0" y="3375"/>
                </a:cubicBezTo>
                <a:cubicBezTo>
                  <a:pt x="0" y="3748"/>
                  <a:pt x="220" y="4050"/>
                  <a:pt x="491" y="405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2" name="Shape 2932">
            <a:extLst>
              <a:ext uri="{FF2B5EF4-FFF2-40B4-BE49-F238E27FC236}">
                <a16:creationId xmlns:a16="http://schemas.microsoft.com/office/drawing/2014/main" id="{04236460-3E26-2F14-2696-58FCB1CEB60F}"/>
              </a:ext>
            </a:extLst>
          </p:cNvPr>
          <p:cNvSpPr/>
          <p:nvPr/>
        </p:nvSpPr>
        <p:spPr>
          <a:xfrm>
            <a:off x="11055427" y="2741917"/>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1964" y="12000"/>
                </a:moveTo>
                <a:cubicBezTo>
                  <a:pt x="1421" y="12000"/>
                  <a:pt x="982" y="11462"/>
                  <a:pt x="982" y="10800"/>
                </a:cubicBezTo>
                <a:cubicBezTo>
                  <a:pt x="982" y="10138"/>
                  <a:pt x="1421" y="9600"/>
                  <a:pt x="1964" y="9600"/>
                </a:cubicBezTo>
                <a:cubicBezTo>
                  <a:pt x="2505" y="9600"/>
                  <a:pt x="2945" y="10138"/>
                  <a:pt x="2945" y="10800"/>
                </a:cubicBezTo>
                <a:cubicBezTo>
                  <a:pt x="2945" y="11462"/>
                  <a:pt x="2505" y="12000"/>
                  <a:pt x="1964" y="12000"/>
                </a:cubicBezTo>
                <a:moveTo>
                  <a:pt x="21456" y="10376"/>
                </a:moveTo>
                <a:lnTo>
                  <a:pt x="18511" y="6776"/>
                </a:lnTo>
                <a:cubicBezTo>
                  <a:pt x="18422" y="6667"/>
                  <a:pt x="18299" y="6600"/>
                  <a:pt x="18164" y="6600"/>
                </a:cubicBezTo>
                <a:cubicBezTo>
                  <a:pt x="17892" y="6600"/>
                  <a:pt x="17673" y="6869"/>
                  <a:pt x="17673" y="7200"/>
                </a:cubicBezTo>
                <a:cubicBezTo>
                  <a:pt x="17673" y="7366"/>
                  <a:pt x="17728" y="7516"/>
                  <a:pt x="17817" y="7624"/>
                </a:cubicBezTo>
                <a:lnTo>
                  <a:pt x="19924" y="10200"/>
                </a:lnTo>
                <a:lnTo>
                  <a:pt x="8058" y="10200"/>
                </a:lnTo>
                <a:lnTo>
                  <a:pt x="14727" y="2048"/>
                </a:lnTo>
                <a:lnTo>
                  <a:pt x="14727" y="5400"/>
                </a:lnTo>
                <a:cubicBezTo>
                  <a:pt x="14727" y="5732"/>
                  <a:pt x="14947" y="6000"/>
                  <a:pt x="15218" y="6000"/>
                </a:cubicBezTo>
                <a:cubicBezTo>
                  <a:pt x="15489" y="6000"/>
                  <a:pt x="15709" y="5732"/>
                  <a:pt x="15709" y="5400"/>
                </a:cubicBezTo>
                <a:lnTo>
                  <a:pt x="15709" y="600"/>
                </a:lnTo>
                <a:cubicBezTo>
                  <a:pt x="15709" y="269"/>
                  <a:pt x="15489" y="0"/>
                  <a:pt x="15218" y="0"/>
                </a:cubicBezTo>
                <a:lnTo>
                  <a:pt x="11291" y="0"/>
                </a:lnTo>
                <a:cubicBezTo>
                  <a:pt x="11020" y="0"/>
                  <a:pt x="10800" y="269"/>
                  <a:pt x="10800" y="600"/>
                </a:cubicBezTo>
                <a:cubicBezTo>
                  <a:pt x="10800" y="932"/>
                  <a:pt x="11020" y="1200"/>
                  <a:pt x="11291" y="1200"/>
                </a:cubicBezTo>
                <a:lnTo>
                  <a:pt x="14033" y="1200"/>
                </a:lnTo>
                <a:lnTo>
                  <a:pt x="6669" y="10200"/>
                </a:lnTo>
                <a:lnTo>
                  <a:pt x="3858" y="10200"/>
                </a:lnTo>
                <a:cubicBezTo>
                  <a:pt x="3639" y="9167"/>
                  <a:pt x="2877" y="8400"/>
                  <a:pt x="1964" y="8400"/>
                </a:cubicBezTo>
                <a:cubicBezTo>
                  <a:pt x="879" y="8400"/>
                  <a:pt x="0" y="9475"/>
                  <a:pt x="0" y="10800"/>
                </a:cubicBezTo>
                <a:cubicBezTo>
                  <a:pt x="0" y="12125"/>
                  <a:pt x="879" y="13200"/>
                  <a:pt x="1964" y="13200"/>
                </a:cubicBezTo>
                <a:cubicBezTo>
                  <a:pt x="2877" y="13200"/>
                  <a:pt x="3639" y="12434"/>
                  <a:pt x="3858" y="11400"/>
                </a:cubicBezTo>
                <a:lnTo>
                  <a:pt x="6669" y="11400"/>
                </a:lnTo>
                <a:lnTo>
                  <a:pt x="14033" y="20400"/>
                </a:lnTo>
                <a:lnTo>
                  <a:pt x="11291" y="20400"/>
                </a:lnTo>
                <a:cubicBezTo>
                  <a:pt x="11020" y="20400"/>
                  <a:pt x="10800" y="20669"/>
                  <a:pt x="10800" y="21000"/>
                </a:cubicBezTo>
                <a:cubicBezTo>
                  <a:pt x="10800" y="21332"/>
                  <a:pt x="11020" y="21600"/>
                  <a:pt x="11291" y="21600"/>
                </a:cubicBezTo>
                <a:lnTo>
                  <a:pt x="15218" y="21600"/>
                </a:lnTo>
                <a:cubicBezTo>
                  <a:pt x="15489" y="21600"/>
                  <a:pt x="15709" y="21332"/>
                  <a:pt x="15709" y="21000"/>
                </a:cubicBezTo>
                <a:lnTo>
                  <a:pt x="15709" y="16200"/>
                </a:lnTo>
                <a:cubicBezTo>
                  <a:pt x="15709" y="15869"/>
                  <a:pt x="15489" y="15600"/>
                  <a:pt x="15218" y="15600"/>
                </a:cubicBezTo>
                <a:cubicBezTo>
                  <a:pt x="14947" y="15600"/>
                  <a:pt x="14727" y="15869"/>
                  <a:pt x="14727" y="16200"/>
                </a:cubicBezTo>
                <a:lnTo>
                  <a:pt x="14727" y="19552"/>
                </a:lnTo>
                <a:lnTo>
                  <a:pt x="8058" y="11400"/>
                </a:lnTo>
                <a:lnTo>
                  <a:pt x="19924" y="11400"/>
                </a:lnTo>
                <a:lnTo>
                  <a:pt x="17817" y="13976"/>
                </a:lnTo>
                <a:cubicBezTo>
                  <a:pt x="17728" y="14085"/>
                  <a:pt x="17673" y="14235"/>
                  <a:pt x="17673" y="14400"/>
                </a:cubicBezTo>
                <a:cubicBezTo>
                  <a:pt x="17673" y="14732"/>
                  <a:pt x="17892" y="15000"/>
                  <a:pt x="18164" y="15000"/>
                </a:cubicBezTo>
                <a:cubicBezTo>
                  <a:pt x="18299" y="15000"/>
                  <a:pt x="18422" y="14933"/>
                  <a:pt x="18511" y="14824"/>
                </a:cubicBezTo>
                <a:lnTo>
                  <a:pt x="21456" y="11224"/>
                </a:lnTo>
                <a:cubicBezTo>
                  <a:pt x="21545" y="11116"/>
                  <a:pt x="21600" y="10966"/>
                  <a:pt x="21600" y="10800"/>
                </a:cubicBezTo>
                <a:cubicBezTo>
                  <a:pt x="21600" y="10635"/>
                  <a:pt x="21545" y="10485"/>
                  <a:pt x="21456" y="1037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3" name="Shape 2831">
            <a:extLst>
              <a:ext uri="{FF2B5EF4-FFF2-40B4-BE49-F238E27FC236}">
                <a16:creationId xmlns:a16="http://schemas.microsoft.com/office/drawing/2014/main" id="{EF1398F4-0FF3-B18A-37B9-30F69DBD4C0B}"/>
              </a:ext>
            </a:extLst>
          </p:cNvPr>
          <p:cNvSpPr/>
          <p:nvPr/>
        </p:nvSpPr>
        <p:spPr>
          <a:xfrm>
            <a:off x="942512" y="3405784"/>
            <a:ext cx="203148" cy="279328"/>
          </a:xfrm>
          <a:custGeom>
            <a:avLst/>
            <a:gdLst/>
            <a:ahLst/>
            <a:cxnLst>
              <a:cxn ang="0">
                <a:pos x="wd2" y="hd2"/>
              </a:cxn>
              <a:cxn ang="5400000">
                <a:pos x="wd2" y="hd2"/>
              </a:cxn>
              <a:cxn ang="10800000">
                <a:pos x="wd2" y="hd2"/>
              </a:cxn>
              <a:cxn ang="16200000">
                <a:pos x="wd2" y="hd2"/>
              </a:cxn>
            </a:cxnLst>
            <a:rect l="0" t="0" r="r" b="b"/>
            <a:pathLst>
              <a:path w="21600" h="21600" extrusionOk="0">
                <a:moveTo>
                  <a:pt x="20925" y="6873"/>
                </a:moveTo>
                <a:lnTo>
                  <a:pt x="13500" y="6873"/>
                </a:lnTo>
                <a:cubicBezTo>
                  <a:pt x="13128" y="6873"/>
                  <a:pt x="12825" y="7093"/>
                  <a:pt x="12825" y="7364"/>
                </a:cubicBezTo>
                <a:cubicBezTo>
                  <a:pt x="12825" y="7635"/>
                  <a:pt x="13128" y="7855"/>
                  <a:pt x="13500" y="7855"/>
                </a:cubicBezTo>
                <a:lnTo>
                  <a:pt x="20250" y="7855"/>
                </a:lnTo>
                <a:lnTo>
                  <a:pt x="20250" y="20618"/>
                </a:lnTo>
                <a:lnTo>
                  <a:pt x="1350" y="20618"/>
                </a:lnTo>
                <a:lnTo>
                  <a:pt x="1350" y="7855"/>
                </a:lnTo>
                <a:lnTo>
                  <a:pt x="8100" y="7855"/>
                </a:lnTo>
                <a:cubicBezTo>
                  <a:pt x="8472" y="7855"/>
                  <a:pt x="8775" y="7635"/>
                  <a:pt x="8775" y="7364"/>
                </a:cubicBezTo>
                <a:cubicBezTo>
                  <a:pt x="8775" y="7093"/>
                  <a:pt x="8472" y="6873"/>
                  <a:pt x="8100" y="6873"/>
                </a:cubicBezTo>
                <a:lnTo>
                  <a:pt x="675" y="6873"/>
                </a:lnTo>
                <a:cubicBezTo>
                  <a:pt x="303" y="6873"/>
                  <a:pt x="0" y="7093"/>
                  <a:pt x="0" y="7364"/>
                </a:cubicBezTo>
                <a:lnTo>
                  <a:pt x="0" y="21109"/>
                </a:lnTo>
                <a:cubicBezTo>
                  <a:pt x="0" y="21381"/>
                  <a:pt x="303" y="21600"/>
                  <a:pt x="675" y="21600"/>
                </a:cubicBezTo>
                <a:lnTo>
                  <a:pt x="20925" y="21600"/>
                </a:lnTo>
                <a:cubicBezTo>
                  <a:pt x="21297" y="21600"/>
                  <a:pt x="21600" y="21381"/>
                  <a:pt x="21600" y="21109"/>
                </a:cubicBezTo>
                <a:lnTo>
                  <a:pt x="21600" y="7364"/>
                </a:lnTo>
                <a:cubicBezTo>
                  <a:pt x="21600" y="7093"/>
                  <a:pt x="21297" y="6873"/>
                  <a:pt x="20925" y="6873"/>
                </a:cubicBezTo>
                <a:moveTo>
                  <a:pt x="5400" y="12764"/>
                </a:moveTo>
                <a:cubicBezTo>
                  <a:pt x="5028" y="12764"/>
                  <a:pt x="4725" y="12983"/>
                  <a:pt x="4725" y="13255"/>
                </a:cubicBezTo>
                <a:cubicBezTo>
                  <a:pt x="4725" y="13390"/>
                  <a:pt x="4800" y="13513"/>
                  <a:pt x="4923" y="13602"/>
                </a:cubicBezTo>
                <a:lnTo>
                  <a:pt x="10323" y="17529"/>
                </a:lnTo>
                <a:cubicBezTo>
                  <a:pt x="10445" y="17618"/>
                  <a:pt x="10614" y="17673"/>
                  <a:pt x="10800" y="17673"/>
                </a:cubicBezTo>
                <a:cubicBezTo>
                  <a:pt x="10986" y="17673"/>
                  <a:pt x="11155" y="17618"/>
                  <a:pt x="11277" y="17529"/>
                </a:cubicBezTo>
                <a:lnTo>
                  <a:pt x="16677" y="13602"/>
                </a:lnTo>
                <a:cubicBezTo>
                  <a:pt x="16800" y="13513"/>
                  <a:pt x="16875" y="13390"/>
                  <a:pt x="16875" y="13255"/>
                </a:cubicBezTo>
                <a:cubicBezTo>
                  <a:pt x="16875" y="12983"/>
                  <a:pt x="16572" y="12764"/>
                  <a:pt x="16200" y="12764"/>
                </a:cubicBezTo>
                <a:cubicBezTo>
                  <a:pt x="16014" y="12764"/>
                  <a:pt x="15845" y="12819"/>
                  <a:pt x="15723" y="12907"/>
                </a:cubicBezTo>
                <a:lnTo>
                  <a:pt x="11475" y="15997"/>
                </a:lnTo>
                <a:lnTo>
                  <a:pt x="11475" y="491"/>
                </a:lnTo>
                <a:cubicBezTo>
                  <a:pt x="11475" y="220"/>
                  <a:pt x="11172" y="0"/>
                  <a:pt x="10800" y="0"/>
                </a:cubicBezTo>
                <a:cubicBezTo>
                  <a:pt x="10428" y="0"/>
                  <a:pt x="10125" y="220"/>
                  <a:pt x="10125" y="491"/>
                </a:cubicBezTo>
                <a:lnTo>
                  <a:pt x="10125" y="15997"/>
                </a:lnTo>
                <a:lnTo>
                  <a:pt x="5877" y="12907"/>
                </a:lnTo>
                <a:cubicBezTo>
                  <a:pt x="5755" y="12819"/>
                  <a:pt x="5586" y="12764"/>
                  <a:pt x="5400" y="1276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4" name="Shape 2832">
            <a:extLst>
              <a:ext uri="{FF2B5EF4-FFF2-40B4-BE49-F238E27FC236}">
                <a16:creationId xmlns:a16="http://schemas.microsoft.com/office/drawing/2014/main" id="{E22CAFB1-A6AA-4E07-BA4B-FF437F9F4E77}"/>
              </a:ext>
            </a:extLst>
          </p:cNvPr>
          <p:cNvSpPr/>
          <p:nvPr/>
        </p:nvSpPr>
        <p:spPr>
          <a:xfrm>
            <a:off x="1475773" y="3405784"/>
            <a:ext cx="203148" cy="279328"/>
          </a:xfrm>
          <a:custGeom>
            <a:avLst/>
            <a:gdLst/>
            <a:ahLst/>
            <a:cxnLst>
              <a:cxn ang="0">
                <a:pos x="wd2" y="hd2"/>
              </a:cxn>
              <a:cxn ang="5400000">
                <a:pos x="wd2" y="hd2"/>
              </a:cxn>
              <a:cxn ang="10800000">
                <a:pos x="wd2" y="hd2"/>
              </a:cxn>
              <a:cxn ang="16200000">
                <a:pos x="wd2" y="hd2"/>
              </a:cxn>
            </a:cxnLst>
            <a:rect l="0" t="0" r="r" b="b"/>
            <a:pathLst>
              <a:path w="21600" h="21600" extrusionOk="0">
                <a:moveTo>
                  <a:pt x="5400" y="4909"/>
                </a:moveTo>
                <a:cubicBezTo>
                  <a:pt x="5586" y="4909"/>
                  <a:pt x="5755" y="4855"/>
                  <a:pt x="5877" y="4765"/>
                </a:cubicBezTo>
                <a:lnTo>
                  <a:pt x="10125" y="1676"/>
                </a:lnTo>
                <a:lnTo>
                  <a:pt x="10125" y="17182"/>
                </a:lnTo>
                <a:cubicBezTo>
                  <a:pt x="10125" y="17453"/>
                  <a:pt x="10428" y="17673"/>
                  <a:pt x="10800" y="17673"/>
                </a:cubicBezTo>
                <a:cubicBezTo>
                  <a:pt x="11172" y="17673"/>
                  <a:pt x="11475" y="17453"/>
                  <a:pt x="11475" y="17182"/>
                </a:cubicBezTo>
                <a:lnTo>
                  <a:pt x="11475" y="1676"/>
                </a:lnTo>
                <a:lnTo>
                  <a:pt x="15723" y="4765"/>
                </a:lnTo>
                <a:cubicBezTo>
                  <a:pt x="15845" y="4855"/>
                  <a:pt x="16014" y="4909"/>
                  <a:pt x="16200" y="4909"/>
                </a:cubicBezTo>
                <a:cubicBezTo>
                  <a:pt x="16572" y="4909"/>
                  <a:pt x="16875" y="4690"/>
                  <a:pt x="16875" y="4418"/>
                </a:cubicBezTo>
                <a:cubicBezTo>
                  <a:pt x="16875" y="4283"/>
                  <a:pt x="16800" y="4161"/>
                  <a:pt x="16677" y="4071"/>
                </a:cubicBezTo>
                <a:lnTo>
                  <a:pt x="11277" y="144"/>
                </a:lnTo>
                <a:cubicBezTo>
                  <a:pt x="11155" y="55"/>
                  <a:pt x="10986" y="0"/>
                  <a:pt x="10800" y="0"/>
                </a:cubicBezTo>
                <a:cubicBezTo>
                  <a:pt x="10614" y="0"/>
                  <a:pt x="10445" y="55"/>
                  <a:pt x="10323" y="144"/>
                </a:cubicBezTo>
                <a:lnTo>
                  <a:pt x="4923" y="4071"/>
                </a:lnTo>
                <a:cubicBezTo>
                  <a:pt x="4800" y="4161"/>
                  <a:pt x="4725" y="4283"/>
                  <a:pt x="4725" y="4418"/>
                </a:cubicBezTo>
                <a:cubicBezTo>
                  <a:pt x="4725" y="4690"/>
                  <a:pt x="5028" y="4909"/>
                  <a:pt x="5400" y="4909"/>
                </a:cubicBezTo>
                <a:moveTo>
                  <a:pt x="20925" y="6873"/>
                </a:moveTo>
                <a:lnTo>
                  <a:pt x="13500" y="6873"/>
                </a:lnTo>
                <a:cubicBezTo>
                  <a:pt x="13128" y="6873"/>
                  <a:pt x="12825" y="7093"/>
                  <a:pt x="12825" y="7364"/>
                </a:cubicBezTo>
                <a:cubicBezTo>
                  <a:pt x="12825" y="7635"/>
                  <a:pt x="13128" y="7855"/>
                  <a:pt x="13500" y="7855"/>
                </a:cubicBezTo>
                <a:lnTo>
                  <a:pt x="20250" y="7855"/>
                </a:lnTo>
                <a:lnTo>
                  <a:pt x="20250" y="20618"/>
                </a:lnTo>
                <a:lnTo>
                  <a:pt x="1350" y="20618"/>
                </a:lnTo>
                <a:lnTo>
                  <a:pt x="1350" y="7855"/>
                </a:lnTo>
                <a:lnTo>
                  <a:pt x="8100" y="7855"/>
                </a:lnTo>
                <a:cubicBezTo>
                  <a:pt x="8472" y="7855"/>
                  <a:pt x="8775" y="7635"/>
                  <a:pt x="8775" y="7364"/>
                </a:cubicBezTo>
                <a:cubicBezTo>
                  <a:pt x="8775" y="7093"/>
                  <a:pt x="8472" y="6873"/>
                  <a:pt x="8100" y="6873"/>
                </a:cubicBezTo>
                <a:lnTo>
                  <a:pt x="675" y="6873"/>
                </a:lnTo>
                <a:cubicBezTo>
                  <a:pt x="303" y="6873"/>
                  <a:pt x="0" y="7093"/>
                  <a:pt x="0" y="7364"/>
                </a:cubicBezTo>
                <a:lnTo>
                  <a:pt x="0" y="21109"/>
                </a:lnTo>
                <a:cubicBezTo>
                  <a:pt x="0" y="21381"/>
                  <a:pt x="303" y="21600"/>
                  <a:pt x="675" y="21600"/>
                </a:cubicBezTo>
                <a:lnTo>
                  <a:pt x="20925" y="21600"/>
                </a:lnTo>
                <a:cubicBezTo>
                  <a:pt x="21297" y="21600"/>
                  <a:pt x="21600" y="21381"/>
                  <a:pt x="21600" y="21109"/>
                </a:cubicBezTo>
                <a:lnTo>
                  <a:pt x="21600" y="7364"/>
                </a:lnTo>
                <a:cubicBezTo>
                  <a:pt x="21600" y="7093"/>
                  <a:pt x="21297" y="6873"/>
                  <a:pt x="20925" y="68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5" name="Shape 2833">
            <a:extLst>
              <a:ext uri="{FF2B5EF4-FFF2-40B4-BE49-F238E27FC236}">
                <a16:creationId xmlns:a16="http://schemas.microsoft.com/office/drawing/2014/main" id="{2D2789A7-913A-51C5-0E54-7A04255651A9}"/>
              </a:ext>
            </a:extLst>
          </p:cNvPr>
          <p:cNvSpPr/>
          <p:nvPr/>
        </p:nvSpPr>
        <p:spPr>
          <a:xfrm>
            <a:off x="1970944"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6382" y="1964"/>
                </a:moveTo>
                <a:cubicBezTo>
                  <a:pt x="6111" y="1964"/>
                  <a:pt x="5891" y="2184"/>
                  <a:pt x="5891" y="2455"/>
                </a:cubicBezTo>
                <a:cubicBezTo>
                  <a:pt x="5891" y="2726"/>
                  <a:pt x="6111" y="2945"/>
                  <a:pt x="6382" y="2945"/>
                </a:cubicBezTo>
                <a:cubicBezTo>
                  <a:pt x="6653" y="2945"/>
                  <a:pt x="6873" y="2726"/>
                  <a:pt x="6873" y="2455"/>
                </a:cubicBezTo>
                <a:cubicBezTo>
                  <a:pt x="6873" y="2184"/>
                  <a:pt x="6653" y="1964"/>
                  <a:pt x="6382" y="1964"/>
                </a:cubicBezTo>
                <a:moveTo>
                  <a:pt x="4418" y="1964"/>
                </a:moveTo>
                <a:cubicBezTo>
                  <a:pt x="4147" y="1964"/>
                  <a:pt x="3927" y="2184"/>
                  <a:pt x="3927" y="2455"/>
                </a:cubicBezTo>
                <a:cubicBezTo>
                  <a:pt x="3927" y="2726"/>
                  <a:pt x="4147" y="2945"/>
                  <a:pt x="4418" y="2945"/>
                </a:cubicBezTo>
                <a:cubicBezTo>
                  <a:pt x="4689" y="2945"/>
                  <a:pt x="4909" y="2726"/>
                  <a:pt x="4909" y="2455"/>
                </a:cubicBezTo>
                <a:cubicBezTo>
                  <a:pt x="4909" y="2184"/>
                  <a:pt x="4689" y="1964"/>
                  <a:pt x="4418" y="1964"/>
                </a:cubicBezTo>
                <a:moveTo>
                  <a:pt x="19145" y="1964"/>
                </a:moveTo>
                <a:lnTo>
                  <a:pt x="8345" y="1964"/>
                </a:lnTo>
                <a:cubicBezTo>
                  <a:pt x="8075" y="1964"/>
                  <a:pt x="7855" y="2184"/>
                  <a:pt x="7855" y="2455"/>
                </a:cubicBezTo>
                <a:cubicBezTo>
                  <a:pt x="7855" y="2726"/>
                  <a:pt x="8075" y="2945"/>
                  <a:pt x="8345" y="2945"/>
                </a:cubicBezTo>
                <a:lnTo>
                  <a:pt x="19145" y="2945"/>
                </a:lnTo>
                <a:cubicBezTo>
                  <a:pt x="19416" y="2945"/>
                  <a:pt x="19636" y="2726"/>
                  <a:pt x="19636" y="2455"/>
                </a:cubicBezTo>
                <a:cubicBezTo>
                  <a:pt x="19636" y="2184"/>
                  <a:pt x="19416" y="1964"/>
                  <a:pt x="19145" y="1964"/>
                </a:cubicBezTo>
                <a:moveTo>
                  <a:pt x="20618" y="3927"/>
                </a:moveTo>
                <a:lnTo>
                  <a:pt x="982" y="3927"/>
                </a:lnTo>
                <a:lnTo>
                  <a:pt x="982" y="1964"/>
                </a:lnTo>
                <a:cubicBezTo>
                  <a:pt x="982" y="1422"/>
                  <a:pt x="1422" y="982"/>
                  <a:pt x="1964" y="982"/>
                </a:cubicBezTo>
                <a:lnTo>
                  <a:pt x="19636" y="982"/>
                </a:lnTo>
                <a:cubicBezTo>
                  <a:pt x="20178" y="982"/>
                  <a:pt x="20618" y="1422"/>
                  <a:pt x="20618" y="1964"/>
                </a:cubicBezTo>
                <a:cubicBezTo>
                  <a:pt x="20618" y="1964"/>
                  <a:pt x="20618" y="3927"/>
                  <a:pt x="20618" y="3927"/>
                </a:cubicBezTo>
                <a:close/>
                <a:moveTo>
                  <a:pt x="20618" y="19636"/>
                </a:moveTo>
                <a:cubicBezTo>
                  <a:pt x="20618" y="20178"/>
                  <a:pt x="20178" y="20618"/>
                  <a:pt x="19636" y="20618"/>
                </a:cubicBezTo>
                <a:lnTo>
                  <a:pt x="1964" y="20618"/>
                </a:lnTo>
                <a:cubicBezTo>
                  <a:pt x="1422" y="20618"/>
                  <a:pt x="982" y="20178"/>
                  <a:pt x="982" y="19636"/>
                </a:cubicBezTo>
                <a:lnTo>
                  <a:pt x="982" y="4909"/>
                </a:lnTo>
                <a:lnTo>
                  <a:pt x="20618" y="4909"/>
                </a:lnTo>
                <a:cubicBezTo>
                  <a:pt x="20618" y="4909"/>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2455" y="1964"/>
                </a:moveTo>
                <a:cubicBezTo>
                  <a:pt x="2184" y="1964"/>
                  <a:pt x="1964" y="2184"/>
                  <a:pt x="1964" y="2455"/>
                </a:cubicBezTo>
                <a:cubicBezTo>
                  <a:pt x="1964" y="2726"/>
                  <a:pt x="2184" y="2945"/>
                  <a:pt x="2455" y="2945"/>
                </a:cubicBezTo>
                <a:cubicBezTo>
                  <a:pt x="2725" y="2945"/>
                  <a:pt x="2945" y="2726"/>
                  <a:pt x="2945" y="2455"/>
                </a:cubicBezTo>
                <a:cubicBezTo>
                  <a:pt x="2945" y="2184"/>
                  <a:pt x="2725" y="1964"/>
                  <a:pt x="2455" y="1964"/>
                </a:cubicBezTo>
                <a:moveTo>
                  <a:pt x="7140" y="14181"/>
                </a:moveTo>
                <a:cubicBezTo>
                  <a:pt x="6970" y="13741"/>
                  <a:pt x="6873" y="13264"/>
                  <a:pt x="6873" y="12764"/>
                </a:cubicBezTo>
                <a:cubicBezTo>
                  <a:pt x="6873" y="10595"/>
                  <a:pt x="8631" y="8836"/>
                  <a:pt x="10800" y="8836"/>
                </a:cubicBezTo>
                <a:cubicBezTo>
                  <a:pt x="11300" y="8836"/>
                  <a:pt x="11777" y="8934"/>
                  <a:pt x="12217" y="9104"/>
                </a:cubicBezTo>
                <a:lnTo>
                  <a:pt x="13217" y="8494"/>
                </a:lnTo>
                <a:cubicBezTo>
                  <a:pt x="12503" y="8089"/>
                  <a:pt x="11680" y="7855"/>
                  <a:pt x="10800" y="7855"/>
                </a:cubicBezTo>
                <a:cubicBezTo>
                  <a:pt x="8089" y="7855"/>
                  <a:pt x="5891" y="10053"/>
                  <a:pt x="5891" y="12764"/>
                </a:cubicBezTo>
                <a:cubicBezTo>
                  <a:pt x="5891" y="13643"/>
                  <a:pt x="6125" y="14467"/>
                  <a:pt x="6530" y="15181"/>
                </a:cubicBezTo>
                <a:cubicBezTo>
                  <a:pt x="6530" y="15181"/>
                  <a:pt x="7140" y="14181"/>
                  <a:pt x="7140" y="14181"/>
                </a:cubicBezTo>
                <a:close/>
                <a:moveTo>
                  <a:pt x="14460" y="11347"/>
                </a:moveTo>
                <a:cubicBezTo>
                  <a:pt x="14630" y="11787"/>
                  <a:pt x="14727" y="12263"/>
                  <a:pt x="14727" y="12764"/>
                </a:cubicBezTo>
                <a:cubicBezTo>
                  <a:pt x="14727" y="14932"/>
                  <a:pt x="12969" y="16691"/>
                  <a:pt x="10800" y="16691"/>
                </a:cubicBezTo>
                <a:cubicBezTo>
                  <a:pt x="10300" y="16691"/>
                  <a:pt x="9823" y="16594"/>
                  <a:pt x="9383" y="16423"/>
                </a:cubicBezTo>
                <a:lnTo>
                  <a:pt x="8383" y="17034"/>
                </a:lnTo>
                <a:cubicBezTo>
                  <a:pt x="9097" y="17439"/>
                  <a:pt x="9920" y="17673"/>
                  <a:pt x="10800" y="17673"/>
                </a:cubicBezTo>
                <a:cubicBezTo>
                  <a:pt x="13511" y="17673"/>
                  <a:pt x="15709" y="15475"/>
                  <a:pt x="15709" y="12764"/>
                </a:cubicBezTo>
                <a:cubicBezTo>
                  <a:pt x="15709" y="11884"/>
                  <a:pt x="15475" y="11061"/>
                  <a:pt x="15070" y="10346"/>
                </a:cubicBezTo>
                <a:cubicBezTo>
                  <a:pt x="15070" y="10346"/>
                  <a:pt x="14460" y="11347"/>
                  <a:pt x="14460" y="11347"/>
                </a:cubicBezTo>
                <a:close/>
                <a:moveTo>
                  <a:pt x="10453" y="12417"/>
                </a:moveTo>
                <a:cubicBezTo>
                  <a:pt x="10645" y="12225"/>
                  <a:pt x="10955" y="12225"/>
                  <a:pt x="11147" y="12417"/>
                </a:cubicBezTo>
                <a:cubicBezTo>
                  <a:pt x="11339" y="12609"/>
                  <a:pt x="11339" y="12919"/>
                  <a:pt x="11147" y="13111"/>
                </a:cubicBezTo>
                <a:cubicBezTo>
                  <a:pt x="10955" y="13303"/>
                  <a:pt x="10645" y="13303"/>
                  <a:pt x="10453" y="13111"/>
                </a:cubicBezTo>
                <a:cubicBezTo>
                  <a:pt x="10261" y="12919"/>
                  <a:pt x="10261" y="12609"/>
                  <a:pt x="10453" y="12417"/>
                </a:cubicBezTo>
                <a:moveTo>
                  <a:pt x="6144" y="17420"/>
                </a:moveTo>
                <a:lnTo>
                  <a:pt x="11842" y="13805"/>
                </a:lnTo>
                <a:lnTo>
                  <a:pt x="15456" y="8107"/>
                </a:lnTo>
                <a:lnTo>
                  <a:pt x="9759" y="11722"/>
                </a:lnTo>
                <a:cubicBezTo>
                  <a:pt x="9759" y="11722"/>
                  <a:pt x="6144" y="17420"/>
                  <a:pt x="6144" y="17420"/>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6" name="Shape 2834">
            <a:extLst>
              <a:ext uri="{FF2B5EF4-FFF2-40B4-BE49-F238E27FC236}">
                <a16:creationId xmlns:a16="http://schemas.microsoft.com/office/drawing/2014/main" id="{30771F97-881B-1037-5DD8-AF521DA43281}"/>
              </a:ext>
            </a:extLst>
          </p:cNvPr>
          <p:cNvSpPr/>
          <p:nvPr/>
        </p:nvSpPr>
        <p:spPr>
          <a:xfrm>
            <a:off x="2504205"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9145" y="1964"/>
                </a:moveTo>
                <a:lnTo>
                  <a:pt x="8345" y="1964"/>
                </a:lnTo>
                <a:cubicBezTo>
                  <a:pt x="8075" y="1964"/>
                  <a:pt x="7855" y="2184"/>
                  <a:pt x="7855" y="2455"/>
                </a:cubicBezTo>
                <a:cubicBezTo>
                  <a:pt x="7855" y="2726"/>
                  <a:pt x="8075" y="2945"/>
                  <a:pt x="8345" y="2945"/>
                </a:cubicBezTo>
                <a:lnTo>
                  <a:pt x="19145" y="2945"/>
                </a:lnTo>
                <a:cubicBezTo>
                  <a:pt x="19416" y="2945"/>
                  <a:pt x="19636" y="2726"/>
                  <a:pt x="19636" y="2455"/>
                </a:cubicBezTo>
                <a:cubicBezTo>
                  <a:pt x="19636" y="2184"/>
                  <a:pt x="19416" y="1964"/>
                  <a:pt x="19145" y="1964"/>
                </a:cubicBezTo>
                <a:moveTo>
                  <a:pt x="20618" y="3927"/>
                </a:moveTo>
                <a:lnTo>
                  <a:pt x="982" y="3927"/>
                </a:lnTo>
                <a:lnTo>
                  <a:pt x="982" y="1964"/>
                </a:lnTo>
                <a:cubicBezTo>
                  <a:pt x="982" y="1422"/>
                  <a:pt x="1422" y="982"/>
                  <a:pt x="1964" y="982"/>
                </a:cubicBezTo>
                <a:lnTo>
                  <a:pt x="19636" y="982"/>
                </a:lnTo>
                <a:cubicBezTo>
                  <a:pt x="20178" y="982"/>
                  <a:pt x="20618" y="1422"/>
                  <a:pt x="20618" y="1964"/>
                </a:cubicBezTo>
                <a:cubicBezTo>
                  <a:pt x="20618" y="1964"/>
                  <a:pt x="20618" y="3927"/>
                  <a:pt x="20618" y="3927"/>
                </a:cubicBezTo>
                <a:close/>
                <a:moveTo>
                  <a:pt x="20618" y="19636"/>
                </a:moveTo>
                <a:cubicBezTo>
                  <a:pt x="20618" y="20178"/>
                  <a:pt x="20178" y="20618"/>
                  <a:pt x="19636" y="20618"/>
                </a:cubicBezTo>
                <a:lnTo>
                  <a:pt x="1964" y="20618"/>
                </a:lnTo>
                <a:cubicBezTo>
                  <a:pt x="1422" y="20618"/>
                  <a:pt x="982" y="20178"/>
                  <a:pt x="982" y="19636"/>
                </a:cubicBezTo>
                <a:lnTo>
                  <a:pt x="982" y="4909"/>
                </a:lnTo>
                <a:lnTo>
                  <a:pt x="20618" y="4909"/>
                </a:lnTo>
                <a:cubicBezTo>
                  <a:pt x="20618" y="4909"/>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6382" y="1964"/>
                </a:moveTo>
                <a:cubicBezTo>
                  <a:pt x="6111" y="1964"/>
                  <a:pt x="5891" y="2184"/>
                  <a:pt x="5891" y="2455"/>
                </a:cubicBezTo>
                <a:cubicBezTo>
                  <a:pt x="5891" y="2726"/>
                  <a:pt x="6111" y="2945"/>
                  <a:pt x="6382" y="2945"/>
                </a:cubicBezTo>
                <a:cubicBezTo>
                  <a:pt x="6653" y="2945"/>
                  <a:pt x="6873" y="2726"/>
                  <a:pt x="6873" y="2455"/>
                </a:cubicBezTo>
                <a:cubicBezTo>
                  <a:pt x="6873" y="2184"/>
                  <a:pt x="6653" y="1964"/>
                  <a:pt x="6382" y="1964"/>
                </a:cubicBezTo>
                <a:moveTo>
                  <a:pt x="4418" y="1964"/>
                </a:moveTo>
                <a:cubicBezTo>
                  <a:pt x="4147" y="1964"/>
                  <a:pt x="3927" y="2184"/>
                  <a:pt x="3927" y="2455"/>
                </a:cubicBezTo>
                <a:cubicBezTo>
                  <a:pt x="3927" y="2726"/>
                  <a:pt x="4147" y="2945"/>
                  <a:pt x="4418" y="2945"/>
                </a:cubicBezTo>
                <a:cubicBezTo>
                  <a:pt x="4689" y="2945"/>
                  <a:pt x="4909" y="2726"/>
                  <a:pt x="4909" y="2455"/>
                </a:cubicBezTo>
                <a:cubicBezTo>
                  <a:pt x="4909" y="2184"/>
                  <a:pt x="4689" y="1964"/>
                  <a:pt x="4418" y="1964"/>
                </a:cubicBezTo>
                <a:moveTo>
                  <a:pt x="2455" y="1964"/>
                </a:moveTo>
                <a:cubicBezTo>
                  <a:pt x="2184" y="1964"/>
                  <a:pt x="1964" y="2184"/>
                  <a:pt x="1964" y="2455"/>
                </a:cubicBezTo>
                <a:cubicBezTo>
                  <a:pt x="1964" y="2726"/>
                  <a:pt x="2184" y="2945"/>
                  <a:pt x="2455" y="2945"/>
                </a:cubicBezTo>
                <a:cubicBezTo>
                  <a:pt x="2725" y="2945"/>
                  <a:pt x="2945" y="2726"/>
                  <a:pt x="2945" y="2455"/>
                </a:cubicBezTo>
                <a:cubicBezTo>
                  <a:pt x="2945" y="2184"/>
                  <a:pt x="2725" y="1964"/>
                  <a:pt x="2455" y="196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7" name="Shape 2835">
            <a:extLst>
              <a:ext uri="{FF2B5EF4-FFF2-40B4-BE49-F238E27FC236}">
                <a16:creationId xmlns:a16="http://schemas.microsoft.com/office/drawing/2014/main" id="{0CCF3EC6-F925-4B75-C4B6-80396E1F429E}"/>
              </a:ext>
            </a:extLst>
          </p:cNvPr>
          <p:cNvSpPr/>
          <p:nvPr/>
        </p:nvSpPr>
        <p:spPr>
          <a:xfrm>
            <a:off x="3037466"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5218" y="5891"/>
                </a:moveTo>
                <a:lnTo>
                  <a:pt x="8345" y="5891"/>
                </a:lnTo>
                <a:cubicBezTo>
                  <a:pt x="8075" y="5891"/>
                  <a:pt x="7855" y="6111"/>
                  <a:pt x="7855" y="6382"/>
                </a:cubicBezTo>
                <a:cubicBezTo>
                  <a:pt x="7855" y="6653"/>
                  <a:pt x="8075" y="6873"/>
                  <a:pt x="8345" y="6873"/>
                </a:cubicBezTo>
                <a:lnTo>
                  <a:pt x="15218" y="6873"/>
                </a:lnTo>
                <a:cubicBezTo>
                  <a:pt x="15489" y="6873"/>
                  <a:pt x="15709" y="6653"/>
                  <a:pt x="15709" y="6382"/>
                </a:cubicBezTo>
                <a:cubicBezTo>
                  <a:pt x="15709" y="6111"/>
                  <a:pt x="15489" y="5891"/>
                  <a:pt x="15218" y="5891"/>
                </a:cubicBezTo>
                <a:moveTo>
                  <a:pt x="6382" y="5891"/>
                </a:moveTo>
                <a:cubicBezTo>
                  <a:pt x="6111" y="5891"/>
                  <a:pt x="5891" y="6111"/>
                  <a:pt x="5891" y="6382"/>
                </a:cubicBezTo>
                <a:cubicBezTo>
                  <a:pt x="5891" y="6653"/>
                  <a:pt x="6111" y="6873"/>
                  <a:pt x="6382" y="6873"/>
                </a:cubicBezTo>
                <a:cubicBezTo>
                  <a:pt x="6653" y="6873"/>
                  <a:pt x="6873" y="6653"/>
                  <a:pt x="6873" y="6382"/>
                </a:cubicBezTo>
                <a:cubicBezTo>
                  <a:pt x="6873" y="6111"/>
                  <a:pt x="6653" y="5891"/>
                  <a:pt x="6382" y="5891"/>
                </a:cubicBezTo>
                <a:moveTo>
                  <a:pt x="19636" y="0"/>
                </a:moveTo>
                <a:lnTo>
                  <a:pt x="5891" y="0"/>
                </a:lnTo>
                <a:cubicBezTo>
                  <a:pt x="4806" y="0"/>
                  <a:pt x="3927" y="879"/>
                  <a:pt x="3927" y="1964"/>
                </a:cubicBezTo>
                <a:lnTo>
                  <a:pt x="3927" y="2455"/>
                </a:lnTo>
                <a:cubicBezTo>
                  <a:pt x="3927" y="2726"/>
                  <a:pt x="4147" y="2945"/>
                  <a:pt x="4418" y="2945"/>
                </a:cubicBezTo>
                <a:cubicBezTo>
                  <a:pt x="4689" y="2945"/>
                  <a:pt x="4909" y="2726"/>
                  <a:pt x="4909" y="2455"/>
                </a:cubicBezTo>
                <a:lnTo>
                  <a:pt x="4909" y="1964"/>
                </a:lnTo>
                <a:cubicBezTo>
                  <a:pt x="4909" y="1422"/>
                  <a:pt x="5349" y="982"/>
                  <a:pt x="5891" y="982"/>
                </a:cubicBezTo>
                <a:lnTo>
                  <a:pt x="19636" y="982"/>
                </a:lnTo>
                <a:cubicBezTo>
                  <a:pt x="20178" y="982"/>
                  <a:pt x="20618" y="1422"/>
                  <a:pt x="20618" y="1964"/>
                </a:cubicBezTo>
                <a:lnTo>
                  <a:pt x="20618" y="15709"/>
                </a:lnTo>
                <a:cubicBezTo>
                  <a:pt x="20618" y="16252"/>
                  <a:pt x="20178" y="16691"/>
                  <a:pt x="19636" y="16691"/>
                </a:cubicBezTo>
                <a:lnTo>
                  <a:pt x="19145" y="16691"/>
                </a:lnTo>
                <a:cubicBezTo>
                  <a:pt x="18875" y="16691"/>
                  <a:pt x="18655" y="16910"/>
                  <a:pt x="18655" y="17182"/>
                </a:cubicBezTo>
                <a:cubicBezTo>
                  <a:pt x="18655" y="17453"/>
                  <a:pt x="18875" y="17673"/>
                  <a:pt x="19145" y="17673"/>
                </a:cubicBezTo>
                <a:lnTo>
                  <a:pt x="19636" y="17673"/>
                </a:lnTo>
                <a:cubicBezTo>
                  <a:pt x="20721" y="17673"/>
                  <a:pt x="21600" y="16794"/>
                  <a:pt x="21600" y="15709"/>
                </a:cubicBezTo>
                <a:lnTo>
                  <a:pt x="21600" y="1964"/>
                </a:lnTo>
                <a:cubicBezTo>
                  <a:pt x="21600" y="879"/>
                  <a:pt x="20721" y="0"/>
                  <a:pt x="19636" y="0"/>
                </a:cubicBezTo>
                <a:moveTo>
                  <a:pt x="2455" y="5891"/>
                </a:moveTo>
                <a:cubicBezTo>
                  <a:pt x="2184" y="5891"/>
                  <a:pt x="1964" y="6111"/>
                  <a:pt x="1964" y="6382"/>
                </a:cubicBezTo>
                <a:cubicBezTo>
                  <a:pt x="1964" y="6653"/>
                  <a:pt x="2184" y="6873"/>
                  <a:pt x="2455" y="6873"/>
                </a:cubicBezTo>
                <a:cubicBezTo>
                  <a:pt x="2725" y="6873"/>
                  <a:pt x="2945" y="6653"/>
                  <a:pt x="2945" y="6382"/>
                </a:cubicBezTo>
                <a:cubicBezTo>
                  <a:pt x="2945" y="6111"/>
                  <a:pt x="2725" y="5891"/>
                  <a:pt x="2455" y="5891"/>
                </a:cubicBezTo>
                <a:moveTo>
                  <a:pt x="4418" y="5891"/>
                </a:moveTo>
                <a:cubicBezTo>
                  <a:pt x="4147" y="5891"/>
                  <a:pt x="3927" y="6111"/>
                  <a:pt x="3927" y="6382"/>
                </a:cubicBezTo>
                <a:cubicBezTo>
                  <a:pt x="3927" y="6653"/>
                  <a:pt x="4147" y="6873"/>
                  <a:pt x="4418" y="6873"/>
                </a:cubicBezTo>
                <a:cubicBezTo>
                  <a:pt x="4689" y="6873"/>
                  <a:pt x="4909" y="6653"/>
                  <a:pt x="4909" y="6382"/>
                </a:cubicBezTo>
                <a:cubicBezTo>
                  <a:pt x="4909" y="6111"/>
                  <a:pt x="4689" y="5891"/>
                  <a:pt x="4418" y="5891"/>
                </a:cubicBezTo>
                <a:moveTo>
                  <a:pt x="16691" y="7855"/>
                </a:moveTo>
                <a:lnTo>
                  <a:pt x="982" y="7855"/>
                </a:lnTo>
                <a:lnTo>
                  <a:pt x="982" y="5891"/>
                </a:lnTo>
                <a:cubicBezTo>
                  <a:pt x="982" y="5349"/>
                  <a:pt x="1422" y="4909"/>
                  <a:pt x="1964" y="4909"/>
                </a:cubicBezTo>
                <a:lnTo>
                  <a:pt x="15709" y="4909"/>
                </a:lnTo>
                <a:cubicBezTo>
                  <a:pt x="16251" y="4909"/>
                  <a:pt x="16691" y="5349"/>
                  <a:pt x="16691" y="5891"/>
                </a:cubicBezTo>
                <a:cubicBezTo>
                  <a:pt x="16691" y="5891"/>
                  <a:pt x="16691" y="7855"/>
                  <a:pt x="16691" y="7855"/>
                </a:cubicBezTo>
                <a:close/>
                <a:moveTo>
                  <a:pt x="16691" y="19636"/>
                </a:moveTo>
                <a:cubicBezTo>
                  <a:pt x="16691" y="20178"/>
                  <a:pt x="16251" y="20618"/>
                  <a:pt x="15709" y="20618"/>
                </a:cubicBezTo>
                <a:lnTo>
                  <a:pt x="1964" y="20618"/>
                </a:lnTo>
                <a:cubicBezTo>
                  <a:pt x="1422" y="20618"/>
                  <a:pt x="982" y="20178"/>
                  <a:pt x="982" y="19636"/>
                </a:cubicBezTo>
                <a:lnTo>
                  <a:pt x="982" y="8836"/>
                </a:lnTo>
                <a:lnTo>
                  <a:pt x="16691" y="8836"/>
                </a:lnTo>
                <a:cubicBezTo>
                  <a:pt x="16691" y="8836"/>
                  <a:pt x="16691" y="19636"/>
                  <a:pt x="16691" y="19636"/>
                </a:cubicBezTo>
                <a:close/>
                <a:moveTo>
                  <a:pt x="15709" y="3927"/>
                </a:moveTo>
                <a:lnTo>
                  <a:pt x="1964" y="3927"/>
                </a:lnTo>
                <a:cubicBezTo>
                  <a:pt x="879" y="3927"/>
                  <a:pt x="0" y="4806"/>
                  <a:pt x="0" y="5891"/>
                </a:cubicBezTo>
                <a:lnTo>
                  <a:pt x="0" y="19636"/>
                </a:lnTo>
                <a:cubicBezTo>
                  <a:pt x="0" y="20721"/>
                  <a:pt x="879" y="21600"/>
                  <a:pt x="1964" y="21600"/>
                </a:cubicBezTo>
                <a:lnTo>
                  <a:pt x="15709" y="21600"/>
                </a:lnTo>
                <a:cubicBezTo>
                  <a:pt x="16794" y="21600"/>
                  <a:pt x="17673" y="20721"/>
                  <a:pt x="17673" y="19636"/>
                </a:cubicBezTo>
                <a:lnTo>
                  <a:pt x="17673" y="5891"/>
                </a:lnTo>
                <a:cubicBezTo>
                  <a:pt x="17673" y="4806"/>
                  <a:pt x="16794" y="3927"/>
                  <a:pt x="15709" y="39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8" name="Shape 2836">
            <a:extLst>
              <a:ext uri="{FF2B5EF4-FFF2-40B4-BE49-F238E27FC236}">
                <a16:creationId xmlns:a16="http://schemas.microsoft.com/office/drawing/2014/main" id="{5DF344E3-E633-22C3-FCE3-AEF34D17189E}"/>
              </a:ext>
            </a:extLst>
          </p:cNvPr>
          <p:cNvSpPr/>
          <p:nvPr/>
        </p:nvSpPr>
        <p:spPr>
          <a:xfrm>
            <a:off x="3570727" y="3443874"/>
            <a:ext cx="279328" cy="203148"/>
          </a:xfrm>
          <a:custGeom>
            <a:avLst/>
            <a:gdLst/>
            <a:ahLst/>
            <a:cxnLst>
              <a:cxn ang="0">
                <a:pos x="wd2" y="hd2"/>
              </a:cxn>
              <a:cxn ang="5400000">
                <a:pos x="wd2" y="hd2"/>
              </a:cxn>
              <a:cxn ang="10800000">
                <a:pos x="wd2" y="hd2"/>
              </a:cxn>
              <a:cxn ang="16200000">
                <a:pos x="wd2" y="hd2"/>
              </a:cxn>
            </a:cxnLst>
            <a:rect l="0" t="0" r="r" b="b"/>
            <a:pathLst>
              <a:path w="21600" h="21600" extrusionOk="0">
                <a:moveTo>
                  <a:pt x="20618" y="18900"/>
                </a:moveTo>
                <a:cubicBezTo>
                  <a:pt x="20618" y="18980"/>
                  <a:pt x="20611" y="19058"/>
                  <a:pt x="20601" y="19135"/>
                </a:cubicBezTo>
                <a:lnTo>
                  <a:pt x="14539" y="10800"/>
                </a:lnTo>
                <a:lnTo>
                  <a:pt x="20601" y="2465"/>
                </a:lnTo>
                <a:cubicBezTo>
                  <a:pt x="20611" y="2542"/>
                  <a:pt x="20618" y="2620"/>
                  <a:pt x="20618" y="2700"/>
                </a:cubicBezTo>
                <a:cubicBezTo>
                  <a:pt x="20618" y="2700"/>
                  <a:pt x="20618" y="18900"/>
                  <a:pt x="20618" y="18900"/>
                </a:cubicBezTo>
                <a:close/>
                <a:moveTo>
                  <a:pt x="19636" y="20250"/>
                </a:moveTo>
                <a:lnTo>
                  <a:pt x="1964" y="20250"/>
                </a:lnTo>
                <a:cubicBezTo>
                  <a:pt x="1849" y="20250"/>
                  <a:pt x="1739" y="20218"/>
                  <a:pt x="1637" y="20168"/>
                </a:cubicBezTo>
                <a:lnTo>
                  <a:pt x="7755" y="11754"/>
                </a:lnTo>
                <a:lnTo>
                  <a:pt x="9440" y="14072"/>
                </a:lnTo>
                <a:cubicBezTo>
                  <a:pt x="9816" y="14589"/>
                  <a:pt x="10308" y="14847"/>
                  <a:pt x="10800" y="14847"/>
                </a:cubicBezTo>
                <a:cubicBezTo>
                  <a:pt x="11292" y="14847"/>
                  <a:pt x="11784" y="14589"/>
                  <a:pt x="12159" y="14072"/>
                </a:cubicBezTo>
                <a:lnTo>
                  <a:pt x="13845" y="11754"/>
                </a:lnTo>
                <a:lnTo>
                  <a:pt x="19964" y="20168"/>
                </a:lnTo>
                <a:cubicBezTo>
                  <a:pt x="19861" y="20218"/>
                  <a:pt x="19752" y="20250"/>
                  <a:pt x="19636" y="20250"/>
                </a:cubicBezTo>
                <a:moveTo>
                  <a:pt x="982" y="18900"/>
                </a:moveTo>
                <a:lnTo>
                  <a:pt x="982" y="2700"/>
                </a:lnTo>
                <a:cubicBezTo>
                  <a:pt x="982" y="2620"/>
                  <a:pt x="989" y="2542"/>
                  <a:pt x="999" y="2465"/>
                </a:cubicBezTo>
                <a:lnTo>
                  <a:pt x="7061" y="10800"/>
                </a:lnTo>
                <a:lnTo>
                  <a:pt x="999" y="19135"/>
                </a:lnTo>
                <a:cubicBezTo>
                  <a:pt x="989" y="19058"/>
                  <a:pt x="982" y="18980"/>
                  <a:pt x="982" y="18900"/>
                </a:cubicBezTo>
                <a:moveTo>
                  <a:pt x="1964" y="1350"/>
                </a:moveTo>
                <a:lnTo>
                  <a:pt x="19636" y="1350"/>
                </a:lnTo>
                <a:cubicBezTo>
                  <a:pt x="19752" y="1350"/>
                  <a:pt x="19861" y="1382"/>
                  <a:pt x="19964" y="1433"/>
                </a:cubicBezTo>
                <a:lnTo>
                  <a:pt x="11465" y="13118"/>
                </a:lnTo>
                <a:cubicBezTo>
                  <a:pt x="11288" y="13362"/>
                  <a:pt x="11051" y="13497"/>
                  <a:pt x="10800" y="13497"/>
                </a:cubicBezTo>
                <a:cubicBezTo>
                  <a:pt x="10549" y="13497"/>
                  <a:pt x="10312" y="13362"/>
                  <a:pt x="10134" y="13118"/>
                </a:cubicBezTo>
                <a:lnTo>
                  <a:pt x="1637" y="1433"/>
                </a:lnTo>
                <a:cubicBezTo>
                  <a:pt x="1739" y="1382"/>
                  <a:pt x="1849" y="1350"/>
                  <a:pt x="1964" y="1350"/>
                </a:cubicBezTo>
                <a:moveTo>
                  <a:pt x="19636" y="0"/>
                </a:moveTo>
                <a:lnTo>
                  <a:pt x="1964" y="0"/>
                </a:lnTo>
                <a:cubicBezTo>
                  <a:pt x="879" y="0"/>
                  <a:pt x="0" y="1209"/>
                  <a:pt x="0" y="2700"/>
                </a:cubicBezTo>
                <a:lnTo>
                  <a:pt x="0" y="18900"/>
                </a:lnTo>
                <a:cubicBezTo>
                  <a:pt x="0" y="20391"/>
                  <a:pt x="879" y="21600"/>
                  <a:pt x="1964" y="21600"/>
                </a:cubicBezTo>
                <a:lnTo>
                  <a:pt x="19636" y="21600"/>
                </a:lnTo>
                <a:cubicBezTo>
                  <a:pt x="20721" y="21600"/>
                  <a:pt x="21600" y="20391"/>
                  <a:pt x="21600" y="18900"/>
                </a:cubicBezTo>
                <a:lnTo>
                  <a:pt x="21600" y="2700"/>
                </a:lnTo>
                <a:cubicBezTo>
                  <a:pt x="21600" y="120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9" name="Shape 2837">
            <a:extLst>
              <a:ext uri="{FF2B5EF4-FFF2-40B4-BE49-F238E27FC236}">
                <a16:creationId xmlns:a16="http://schemas.microsoft.com/office/drawing/2014/main" id="{643D8B64-ADCE-ED9A-DC49-15562FC1F002}"/>
              </a:ext>
            </a:extLst>
          </p:cNvPr>
          <p:cNvSpPr/>
          <p:nvPr/>
        </p:nvSpPr>
        <p:spPr>
          <a:xfrm>
            <a:off x="4103988" y="3437526"/>
            <a:ext cx="279328" cy="215845"/>
          </a:xfrm>
          <a:custGeom>
            <a:avLst/>
            <a:gdLst/>
            <a:ahLst/>
            <a:cxnLst>
              <a:cxn ang="0">
                <a:pos x="wd2" y="hd2"/>
              </a:cxn>
              <a:cxn ang="5400000">
                <a:pos x="wd2" y="hd2"/>
              </a:cxn>
              <a:cxn ang="10800000">
                <a:pos x="wd2" y="hd2"/>
              </a:cxn>
              <a:cxn ang="16200000">
                <a:pos x="wd2" y="hd2"/>
              </a:cxn>
            </a:cxnLst>
            <a:rect l="0" t="0" r="r" b="b"/>
            <a:pathLst>
              <a:path w="21600" h="21600" extrusionOk="0">
                <a:moveTo>
                  <a:pt x="16691" y="18667"/>
                </a:moveTo>
                <a:lnTo>
                  <a:pt x="12576" y="13341"/>
                </a:lnTo>
                <a:lnTo>
                  <a:pt x="16691" y="8016"/>
                </a:lnTo>
                <a:cubicBezTo>
                  <a:pt x="16691" y="8016"/>
                  <a:pt x="16691" y="18667"/>
                  <a:pt x="16691" y="18667"/>
                </a:cubicBezTo>
                <a:close/>
                <a:moveTo>
                  <a:pt x="15709" y="20329"/>
                </a:moveTo>
                <a:lnTo>
                  <a:pt x="1964" y="20329"/>
                </a:lnTo>
                <a:cubicBezTo>
                  <a:pt x="1719" y="20329"/>
                  <a:pt x="1498" y="20210"/>
                  <a:pt x="1326" y="20018"/>
                </a:cubicBezTo>
                <a:lnTo>
                  <a:pt x="5791" y="14240"/>
                </a:lnTo>
                <a:lnTo>
                  <a:pt x="7477" y="16421"/>
                </a:lnTo>
                <a:cubicBezTo>
                  <a:pt x="7853" y="16907"/>
                  <a:pt x="8344" y="17150"/>
                  <a:pt x="8836" y="17150"/>
                </a:cubicBezTo>
                <a:cubicBezTo>
                  <a:pt x="9329" y="17150"/>
                  <a:pt x="9821" y="16907"/>
                  <a:pt x="10195" y="16421"/>
                </a:cubicBezTo>
                <a:lnTo>
                  <a:pt x="11882" y="14240"/>
                </a:lnTo>
                <a:lnTo>
                  <a:pt x="16347" y="20018"/>
                </a:lnTo>
                <a:cubicBezTo>
                  <a:pt x="16175" y="20210"/>
                  <a:pt x="15954" y="20329"/>
                  <a:pt x="15709" y="20329"/>
                </a:cubicBezTo>
                <a:moveTo>
                  <a:pt x="982" y="8016"/>
                </a:moveTo>
                <a:lnTo>
                  <a:pt x="5097" y="13341"/>
                </a:lnTo>
                <a:lnTo>
                  <a:pt x="982" y="18667"/>
                </a:lnTo>
                <a:cubicBezTo>
                  <a:pt x="982" y="18667"/>
                  <a:pt x="982" y="8016"/>
                  <a:pt x="982" y="8016"/>
                </a:cubicBezTo>
                <a:close/>
                <a:moveTo>
                  <a:pt x="1964" y="6353"/>
                </a:moveTo>
                <a:lnTo>
                  <a:pt x="15709" y="6353"/>
                </a:lnTo>
                <a:cubicBezTo>
                  <a:pt x="15954" y="6353"/>
                  <a:pt x="16175" y="6474"/>
                  <a:pt x="16347" y="6665"/>
                </a:cubicBezTo>
                <a:lnTo>
                  <a:pt x="9502" y="15523"/>
                </a:lnTo>
                <a:cubicBezTo>
                  <a:pt x="9324" y="15752"/>
                  <a:pt x="9088" y="15880"/>
                  <a:pt x="8836" y="15880"/>
                </a:cubicBezTo>
                <a:cubicBezTo>
                  <a:pt x="8585" y="15880"/>
                  <a:pt x="8349" y="15752"/>
                  <a:pt x="8170" y="15523"/>
                </a:cubicBezTo>
                <a:lnTo>
                  <a:pt x="1326" y="6664"/>
                </a:lnTo>
                <a:cubicBezTo>
                  <a:pt x="1498" y="6474"/>
                  <a:pt x="1719" y="6353"/>
                  <a:pt x="1964" y="6353"/>
                </a:cubicBezTo>
                <a:moveTo>
                  <a:pt x="15709" y="5082"/>
                </a:moveTo>
                <a:lnTo>
                  <a:pt x="1964" y="5082"/>
                </a:lnTo>
                <a:cubicBezTo>
                  <a:pt x="879" y="5082"/>
                  <a:pt x="0" y="6220"/>
                  <a:pt x="0" y="7624"/>
                </a:cubicBezTo>
                <a:lnTo>
                  <a:pt x="0" y="19059"/>
                </a:lnTo>
                <a:cubicBezTo>
                  <a:pt x="0" y="20462"/>
                  <a:pt x="879" y="21600"/>
                  <a:pt x="1964" y="21600"/>
                </a:cubicBezTo>
                <a:lnTo>
                  <a:pt x="15709" y="21600"/>
                </a:lnTo>
                <a:cubicBezTo>
                  <a:pt x="16794" y="21600"/>
                  <a:pt x="17673" y="20462"/>
                  <a:pt x="17673" y="19059"/>
                </a:cubicBezTo>
                <a:lnTo>
                  <a:pt x="17673" y="7624"/>
                </a:lnTo>
                <a:cubicBezTo>
                  <a:pt x="17673" y="6220"/>
                  <a:pt x="16794" y="5082"/>
                  <a:pt x="15709" y="5082"/>
                </a:cubicBezTo>
                <a:moveTo>
                  <a:pt x="19636" y="0"/>
                </a:moveTo>
                <a:lnTo>
                  <a:pt x="5891" y="0"/>
                </a:lnTo>
                <a:cubicBezTo>
                  <a:pt x="4806" y="0"/>
                  <a:pt x="3927" y="1138"/>
                  <a:pt x="3927" y="2541"/>
                </a:cubicBezTo>
                <a:lnTo>
                  <a:pt x="3927" y="3176"/>
                </a:lnTo>
                <a:cubicBezTo>
                  <a:pt x="3927" y="3528"/>
                  <a:pt x="4147" y="3812"/>
                  <a:pt x="4418" y="3812"/>
                </a:cubicBezTo>
                <a:cubicBezTo>
                  <a:pt x="4690" y="3812"/>
                  <a:pt x="4909" y="3528"/>
                  <a:pt x="4909" y="3176"/>
                </a:cubicBezTo>
                <a:lnTo>
                  <a:pt x="4909" y="2541"/>
                </a:lnTo>
                <a:cubicBezTo>
                  <a:pt x="4909" y="1840"/>
                  <a:pt x="5348" y="1271"/>
                  <a:pt x="5891" y="1271"/>
                </a:cubicBezTo>
                <a:lnTo>
                  <a:pt x="19636" y="1271"/>
                </a:lnTo>
                <a:cubicBezTo>
                  <a:pt x="20178" y="1271"/>
                  <a:pt x="20618" y="1840"/>
                  <a:pt x="20618" y="2541"/>
                </a:cubicBezTo>
                <a:lnTo>
                  <a:pt x="20618" y="13976"/>
                </a:lnTo>
                <a:cubicBezTo>
                  <a:pt x="20618" y="14678"/>
                  <a:pt x="20178" y="15247"/>
                  <a:pt x="19636" y="15247"/>
                </a:cubicBezTo>
                <a:lnTo>
                  <a:pt x="19145" y="15247"/>
                </a:lnTo>
                <a:cubicBezTo>
                  <a:pt x="18874" y="15247"/>
                  <a:pt x="18655" y="15532"/>
                  <a:pt x="18655" y="15882"/>
                </a:cubicBezTo>
                <a:cubicBezTo>
                  <a:pt x="18655" y="16234"/>
                  <a:pt x="18874" y="16518"/>
                  <a:pt x="19145" y="16518"/>
                </a:cubicBezTo>
                <a:lnTo>
                  <a:pt x="19636" y="16518"/>
                </a:lnTo>
                <a:cubicBezTo>
                  <a:pt x="20721" y="16518"/>
                  <a:pt x="21600" y="15380"/>
                  <a:pt x="21600" y="13976"/>
                </a:cubicBezTo>
                <a:lnTo>
                  <a:pt x="21600" y="2541"/>
                </a:lnTo>
                <a:cubicBezTo>
                  <a:pt x="21600" y="1138"/>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0" name="Shape 2838">
            <a:extLst>
              <a:ext uri="{FF2B5EF4-FFF2-40B4-BE49-F238E27FC236}">
                <a16:creationId xmlns:a16="http://schemas.microsoft.com/office/drawing/2014/main" id="{7E1E7186-9E67-F6C2-4B9F-F1D0929B0EAD}"/>
              </a:ext>
            </a:extLst>
          </p:cNvPr>
          <p:cNvSpPr/>
          <p:nvPr/>
        </p:nvSpPr>
        <p:spPr>
          <a:xfrm>
            <a:off x="4637249" y="3431177"/>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20618" y="20400"/>
                </a:moveTo>
                <a:lnTo>
                  <a:pt x="982" y="20400"/>
                </a:lnTo>
                <a:lnTo>
                  <a:pt x="982" y="13200"/>
                </a:lnTo>
                <a:lnTo>
                  <a:pt x="6907" y="13200"/>
                </a:lnTo>
                <a:cubicBezTo>
                  <a:pt x="7149" y="15567"/>
                  <a:pt x="8798" y="17400"/>
                  <a:pt x="10800" y="17400"/>
                </a:cubicBezTo>
                <a:cubicBezTo>
                  <a:pt x="12802" y="17400"/>
                  <a:pt x="14451" y="15567"/>
                  <a:pt x="14694" y="13200"/>
                </a:cubicBezTo>
                <a:lnTo>
                  <a:pt x="20618" y="13200"/>
                </a:lnTo>
                <a:cubicBezTo>
                  <a:pt x="20618" y="13200"/>
                  <a:pt x="20618" y="20400"/>
                  <a:pt x="20618" y="20400"/>
                </a:cubicBezTo>
                <a:close/>
                <a:moveTo>
                  <a:pt x="5703" y="1200"/>
                </a:moveTo>
                <a:lnTo>
                  <a:pt x="15897" y="1200"/>
                </a:lnTo>
                <a:lnTo>
                  <a:pt x="20315" y="12000"/>
                </a:lnTo>
                <a:lnTo>
                  <a:pt x="14236" y="12000"/>
                </a:lnTo>
                <a:cubicBezTo>
                  <a:pt x="13965" y="12000"/>
                  <a:pt x="13745" y="12269"/>
                  <a:pt x="13745" y="12600"/>
                </a:cubicBezTo>
                <a:cubicBezTo>
                  <a:pt x="13745" y="14589"/>
                  <a:pt x="12426" y="16200"/>
                  <a:pt x="10800" y="16200"/>
                </a:cubicBezTo>
                <a:cubicBezTo>
                  <a:pt x="9173" y="16200"/>
                  <a:pt x="7855" y="14589"/>
                  <a:pt x="7855" y="12600"/>
                </a:cubicBezTo>
                <a:cubicBezTo>
                  <a:pt x="7855" y="12269"/>
                  <a:pt x="7635" y="12000"/>
                  <a:pt x="7364" y="12000"/>
                </a:cubicBezTo>
                <a:lnTo>
                  <a:pt x="1285" y="12000"/>
                </a:lnTo>
                <a:cubicBezTo>
                  <a:pt x="1285" y="12000"/>
                  <a:pt x="5703" y="1200"/>
                  <a:pt x="5703" y="1200"/>
                </a:cubicBezTo>
                <a:close/>
                <a:moveTo>
                  <a:pt x="21543" y="12335"/>
                </a:moveTo>
                <a:lnTo>
                  <a:pt x="21548" y="12332"/>
                </a:lnTo>
                <a:lnTo>
                  <a:pt x="16639" y="332"/>
                </a:lnTo>
                <a:lnTo>
                  <a:pt x="16634" y="335"/>
                </a:lnTo>
                <a:cubicBezTo>
                  <a:pt x="16554" y="138"/>
                  <a:pt x="16392" y="0"/>
                  <a:pt x="16200" y="0"/>
                </a:cubicBezTo>
                <a:lnTo>
                  <a:pt x="5400" y="0"/>
                </a:lnTo>
                <a:cubicBezTo>
                  <a:pt x="5208" y="0"/>
                  <a:pt x="5046" y="138"/>
                  <a:pt x="4966" y="335"/>
                </a:cubicBezTo>
                <a:lnTo>
                  <a:pt x="4961" y="332"/>
                </a:lnTo>
                <a:lnTo>
                  <a:pt x="52" y="12332"/>
                </a:lnTo>
                <a:lnTo>
                  <a:pt x="57" y="12335"/>
                </a:lnTo>
                <a:cubicBezTo>
                  <a:pt x="23" y="12415"/>
                  <a:pt x="0" y="12503"/>
                  <a:pt x="0" y="12600"/>
                </a:cubicBezTo>
                <a:lnTo>
                  <a:pt x="0" y="21000"/>
                </a:lnTo>
                <a:cubicBezTo>
                  <a:pt x="0" y="21332"/>
                  <a:pt x="220" y="21600"/>
                  <a:pt x="491" y="21600"/>
                </a:cubicBezTo>
                <a:lnTo>
                  <a:pt x="21109" y="21600"/>
                </a:lnTo>
                <a:cubicBezTo>
                  <a:pt x="21380" y="21600"/>
                  <a:pt x="21600" y="21332"/>
                  <a:pt x="21600" y="21000"/>
                </a:cubicBezTo>
                <a:lnTo>
                  <a:pt x="21600" y="12600"/>
                </a:lnTo>
                <a:cubicBezTo>
                  <a:pt x="21600" y="12503"/>
                  <a:pt x="21577" y="12415"/>
                  <a:pt x="21543" y="1233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1" name="Shape 2839">
            <a:extLst>
              <a:ext uri="{FF2B5EF4-FFF2-40B4-BE49-F238E27FC236}">
                <a16:creationId xmlns:a16="http://schemas.microsoft.com/office/drawing/2014/main" id="{745C5AE5-014F-36CD-CA5B-3B490D80DCC0}"/>
              </a:ext>
            </a:extLst>
          </p:cNvPr>
          <p:cNvSpPr/>
          <p:nvPr/>
        </p:nvSpPr>
        <p:spPr>
          <a:xfrm>
            <a:off x="5170510" y="3418481"/>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20618" y="20520"/>
                </a:moveTo>
                <a:lnTo>
                  <a:pt x="982" y="20520"/>
                </a:lnTo>
                <a:lnTo>
                  <a:pt x="982" y="14040"/>
                </a:lnTo>
                <a:lnTo>
                  <a:pt x="6907" y="14040"/>
                </a:lnTo>
                <a:cubicBezTo>
                  <a:pt x="7149" y="16170"/>
                  <a:pt x="8798" y="17820"/>
                  <a:pt x="10800" y="17820"/>
                </a:cubicBezTo>
                <a:cubicBezTo>
                  <a:pt x="12802" y="17820"/>
                  <a:pt x="14451" y="16170"/>
                  <a:pt x="14694" y="14040"/>
                </a:cubicBezTo>
                <a:lnTo>
                  <a:pt x="20618" y="14040"/>
                </a:lnTo>
                <a:cubicBezTo>
                  <a:pt x="20618" y="14040"/>
                  <a:pt x="20618" y="20520"/>
                  <a:pt x="20618" y="20520"/>
                </a:cubicBezTo>
                <a:close/>
                <a:moveTo>
                  <a:pt x="21543" y="13261"/>
                </a:moveTo>
                <a:lnTo>
                  <a:pt x="21548" y="13259"/>
                </a:lnTo>
                <a:lnTo>
                  <a:pt x="16639" y="2459"/>
                </a:lnTo>
                <a:lnTo>
                  <a:pt x="16634" y="2461"/>
                </a:lnTo>
                <a:cubicBezTo>
                  <a:pt x="16554" y="2284"/>
                  <a:pt x="16392" y="2160"/>
                  <a:pt x="16200" y="2160"/>
                </a:cubicBezTo>
                <a:lnTo>
                  <a:pt x="12764" y="2160"/>
                </a:lnTo>
                <a:cubicBezTo>
                  <a:pt x="12492" y="2160"/>
                  <a:pt x="12273" y="2402"/>
                  <a:pt x="12273" y="2700"/>
                </a:cubicBezTo>
                <a:cubicBezTo>
                  <a:pt x="12273" y="2999"/>
                  <a:pt x="12492" y="3240"/>
                  <a:pt x="12764" y="3240"/>
                </a:cubicBezTo>
                <a:lnTo>
                  <a:pt x="15897" y="3240"/>
                </a:lnTo>
                <a:lnTo>
                  <a:pt x="20315" y="12960"/>
                </a:lnTo>
                <a:lnTo>
                  <a:pt x="14236" y="12960"/>
                </a:lnTo>
                <a:cubicBezTo>
                  <a:pt x="13965" y="12960"/>
                  <a:pt x="13745" y="13202"/>
                  <a:pt x="13745" y="13500"/>
                </a:cubicBezTo>
                <a:cubicBezTo>
                  <a:pt x="13745" y="15290"/>
                  <a:pt x="12426" y="16740"/>
                  <a:pt x="10800" y="16740"/>
                </a:cubicBezTo>
                <a:cubicBezTo>
                  <a:pt x="9173" y="16740"/>
                  <a:pt x="7855" y="15290"/>
                  <a:pt x="7855" y="13500"/>
                </a:cubicBezTo>
                <a:cubicBezTo>
                  <a:pt x="7855" y="13202"/>
                  <a:pt x="7635" y="12960"/>
                  <a:pt x="7364" y="12960"/>
                </a:cubicBezTo>
                <a:lnTo>
                  <a:pt x="1285" y="12960"/>
                </a:lnTo>
                <a:lnTo>
                  <a:pt x="5703" y="3240"/>
                </a:lnTo>
                <a:lnTo>
                  <a:pt x="8836" y="3240"/>
                </a:lnTo>
                <a:cubicBezTo>
                  <a:pt x="9108" y="3240"/>
                  <a:pt x="9327" y="2999"/>
                  <a:pt x="9327" y="2700"/>
                </a:cubicBezTo>
                <a:cubicBezTo>
                  <a:pt x="9327" y="2402"/>
                  <a:pt x="9108" y="2160"/>
                  <a:pt x="8836" y="2160"/>
                </a:cubicBezTo>
                <a:lnTo>
                  <a:pt x="5400" y="2160"/>
                </a:lnTo>
                <a:cubicBezTo>
                  <a:pt x="5208" y="2160"/>
                  <a:pt x="5046" y="2284"/>
                  <a:pt x="4966" y="2461"/>
                </a:cubicBezTo>
                <a:lnTo>
                  <a:pt x="4961" y="2459"/>
                </a:lnTo>
                <a:lnTo>
                  <a:pt x="52" y="13259"/>
                </a:lnTo>
                <a:lnTo>
                  <a:pt x="57" y="13261"/>
                </a:lnTo>
                <a:cubicBezTo>
                  <a:pt x="23" y="13334"/>
                  <a:pt x="0" y="13413"/>
                  <a:pt x="0" y="13500"/>
                </a:cubicBezTo>
                <a:lnTo>
                  <a:pt x="0" y="21060"/>
                </a:lnTo>
                <a:cubicBezTo>
                  <a:pt x="0" y="21359"/>
                  <a:pt x="220" y="21600"/>
                  <a:pt x="491" y="21600"/>
                </a:cubicBezTo>
                <a:lnTo>
                  <a:pt x="21109" y="21600"/>
                </a:lnTo>
                <a:cubicBezTo>
                  <a:pt x="21380" y="21600"/>
                  <a:pt x="21600" y="21359"/>
                  <a:pt x="21600" y="21060"/>
                </a:cubicBezTo>
                <a:lnTo>
                  <a:pt x="21600" y="13500"/>
                </a:lnTo>
                <a:cubicBezTo>
                  <a:pt x="21600" y="13413"/>
                  <a:pt x="21577" y="13334"/>
                  <a:pt x="21543" y="13261"/>
                </a:cubicBezTo>
                <a:moveTo>
                  <a:pt x="7855" y="8640"/>
                </a:moveTo>
                <a:cubicBezTo>
                  <a:pt x="7583" y="8640"/>
                  <a:pt x="7364" y="8882"/>
                  <a:pt x="7364" y="9180"/>
                </a:cubicBezTo>
                <a:cubicBezTo>
                  <a:pt x="7364" y="9329"/>
                  <a:pt x="7418" y="9464"/>
                  <a:pt x="7507" y="9562"/>
                </a:cubicBezTo>
                <a:lnTo>
                  <a:pt x="10453" y="12802"/>
                </a:lnTo>
                <a:cubicBezTo>
                  <a:pt x="10542" y="12900"/>
                  <a:pt x="10665" y="12960"/>
                  <a:pt x="10800" y="12960"/>
                </a:cubicBezTo>
                <a:cubicBezTo>
                  <a:pt x="10936" y="12960"/>
                  <a:pt x="11058" y="12900"/>
                  <a:pt x="11147" y="12802"/>
                </a:cubicBezTo>
                <a:lnTo>
                  <a:pt x="14093" y="9562"/>
                </a:lnTo>
                <a:cubicBezTo>
                  <a:pt x="14182" y="9464"/>
                  <a:pt x="14236" y="9329"/>
                  <a:pt x="14236" y="9180"/>
                </a:cubicBezTo>
                <a:cubicBezTo>
                  <a:pt x="14236" y="8882"/>
                  <a:pt x="14017" y="8640"/>
                  <a:pt x="13745" y="8640"/>
                </a:cubicBezTo>
                <a:cubicBezTo>
                  <a:pt x="13610" y="8640"/>
                  <a:pt x="13487" y="8701"/>
                  <a:pt x="13398" y="8798"/>
                </a:cubicBezTo>
                <a:lnTo>
                  <a:pt x="11291" y="11116"/>
                </a:lnTo>
                <a:lnTo>
                  <a:pt x="11291" y="540"/>
                </a:lnTo>
                <a:cubicBezTo>
                  <a:pt x="11291" y="242"/>
                  <a:pt x="11071" y="0"/>
                  <a:pt x="10800" y="0"/>
                </a:cubicBezTo>
                <a:cubicBezTo>
                  <a:pt x="10529" y="0"/>
                  <a:pt x="10309" y="242"/>
                  <a:pt x="10309" y="540"/>
                </a:cubicBezTo>
                <a:lnTo>
                  <a:pt x="10309" y="11116"/>
                </a:lnTo>
                <a:lnTo>
                  <a:pt x="8202" y="8798"/>
                </a:lnTo>
                <a:cubicBezTo>
                  <a:pt x="8113" y="8701"/>
                  <a:pt x="7990" y="8640"/>
                  <a:pt x="7855" y="864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2" name="Shape 2840">
            <a:extLst>
              <a:ext uri="{FF2B5EF4-FFF2-40B4-BE49-F238E27FC236}">
                <a16:creationId xmlns:a16="http://schemas.microsoft.com/office/drawing/2014/main" id="{0DC382D7-1672-6C5C-4A73-6996505815E4}"/>
              </a:ext>
            </a:extLst>
          </p:cNvPr>
          <p:cNvSpPr/>
          <p:nvPr/>
        </p:nvSpPr>
        <p:spPr>
          <a:xfrm>
            <a:off x="5703771" y="3418481"/>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20618" y="20520"/>
                </a:moveTo>
                <a:lnTo>
                  <a:pt x="982" y="20520"/>
                </a:lnTo>
                <a:lnTo>
                  <a:pt x="982" y="14040"/>
                </a:lnTo>
                <a:lnTo>
                  <a:pt x="6907" y="14040"/>
                </a:lnTo>
                <a:cubicBezTo>
                  <a:pt x="7149" y="16170"/>
                  <a:pt x="8798" y="17820"/>
                  <a:pt x="10800" y="17820"/>
                </a:cubicBezTo>
                <a:cubicBezTo>
                  <a:pt x="12802" y="17820"/>
                  <a:pt x="14451" y="16170"/>
                  <a:pt x="14693" y="14040"/>
                </a:cubicBezTo>
                <a:lnTo>
                  <a:pt x="20618" y="14040"/>
                </a:lnTo>
                <a:cubicBezTo>
                  <a:pt x="20618" y="14040"/>
                  <a:pt x="20618" y="20520"/>
                  <a:pt x="20618" y="20520"/>
                </a:cubicBezTo>
                <a:close/>
                <a:moveTo>
                  <a:pt x="21544" y="13261"/>
                </a:moveTo>
                <a:lnTo>
                  <a:pt x="21548" y="13259"/>
                </a:lnTo>
                <a:lnTo>
                  <a:pt x="16639" y="2459"/>
                </a:lnTo>
                <a:lnTo>
                  <a:pt x="16635" y="2461"/>
                </a:lnTo>
                <a:cubicBezTo>
                  <a:pt x="16554" y="2284"/>
                  <a:pt x="16392" y="2160"/>
                  <a:pt x="16200" y="2160"/>
                </a:cubicBezTo>
                <a:lnTo>
                  <a:pt x="15709" y="2160"/>
                </a:lnTo>
                <a:cubicBezTo>
                  <a:pt x="15438" y="2160"/>
                  <a:pt x="15218" y="2402"/>
                  <a:pt x="15218" y="2700"/>
                </a:cubicBezTo>
                <a:cubicBezTo>
                  <a:pt x="15218" y="2999"/>
                  <a:pt x="15438" y="3240"/>
                  <a:pt x="15709" y="3240"/>
                </a:cubicBezTo>
                <a:lnTo>
                  <a:pt x="15897" y="3240"/>
                </a:lnTo>
                <a:lnTo>
                  <a:pt x="20315" y="12960"/>
                </a:lnTo>
                <a:lnTo>
                  <a:pt x="14236" y="12960"/>
                </a:lnTo>
                <a:cubicBezTo>
                  <a:pt x="13965" y="12960"/>
                  <a:pt x="13745" y="13202"/>
                  <a:pt x="13745" y="13500"/>
                </a:cubicBezTo>
                <a:cubicBezTo>
                  <a:pt x="13745" y="15290"/>
                  <a:pt x="12426" y="16740"/>
                  <a:pt x="10800" y="16740"/>
                </a:cubicBezTo>
                <a:cubicBezTo>
                  <a:pt x="9173" y="16740"/>
                  <a:pt x="7855" y="15290"/>
                  <a:pt x="7855" y="13500"/>
                </a:cubicBezTo>
                <a:cubicBezTo>
                  <a:pt x="7855" y="13202"/>
                  <a:pt x="7635" y="12960"/>
                  <a:pt x="7364" y="12960"/>
                </a:cubicBezTo>
                <a:lnTo>
                  <a:pt x="1285" y="12960"/>
                </a:lnTo>
                <a:lnTo>
                  <a:pt x="5703" y="3240"/>
                </a:lnTo>
                <a:lnTo>
                  <a:pt x="5891" y="3240"/>
                </a:lnTo>
                <a:cubicBezTo>
                  <a:pt x="6162" y="3240"/>
                  <a:pt x="6382" y="2999"/>
                  <a:pt x="6382" y="2700"/>
                </a:cubicBezTo>
                <a:cubicBezTo>
                  <a:pt x="6382" y="2402"/>
                  <a:pt x="6162" y="2160"/>
                  <a:pt x="5891" y="2160"/>
                </a:cubicBezTo>
                <a:lnTo>
                  <a:pt x="5400" y="2160"/>
                </a:lnTo>
                <a:cubicBezTo>
                  <a:pt x="5208" y="2160"/>
                  <a:pt x="5046" y="2284"/>
                  <a:pt x="4966" y="2461"/>
                </a:cubicBezTo>
                <a:lnTo>
                  <a:pt x="4961" y="2459"/>
                </a:lnTo>
                <a:lnTo>
                  <a:pt x="52" y="13259"/>
                </a:lnTo>
                <a:lnTo>
                  <a:pt x="57" y="13261"/>
                </a:lnTo>
                <a:cubicBezTo>
                  <a:pt x="23" y="13334"/>
                  <a:pt x="0" y="13413"/>
                  <a:pt x="0" y="13500"/>
                </a:cubicBezTo>
                <a:lnTo>
                  <a:pt x="0" y="21060"/>
                </a:lnTo>
                <a:cubicBezTo>
                  <a:pt x="0" y="21359"/>
                  <a:pt x="220" y="21600"/>
                  <a:pt x="491" y="21600"/>
                </a:cubicBezTo>
                <a:lnTo>
                  <a:pt x="21109" y="21600"/>
                </a:lnTo>
                <a:cubicBezTo>
                  <a:pt x="21380" y="21600"/>
                  <a:pt x="21600" y="21359"/>
                  <a:pt x="21600" y="21060"/>
                </a:cubicBezTo>
                <a:lnTo>
                  <a:pt x="21600" y="13500"/>
                </a:lnTo>
                <a:cubicBezTo>
                  <a:pt x="21600" y="13413"/>
                  <a:pt x="21577" y="13334"/>
                  <a:pt x="21544" y="13261"/>
                </a:cubicBezTo>
                <a:moveTo>
                  <a:pt x="7855" y="4320"/>
                </a:moveTo>
                <a:cubicBezTo>
                  <a:pt x="7990" y="4320"/>
                  <a:pt x="8113" y="4260"/>
                  <a:pt x="8202" y="4162"/>
                </a:cubicBezTo>
                <a:lnTo>
                  <a:pt x="10309" y="1844"/>
                </a:lnTo>
                <a:lnTo>
                  <a:pt x="10309" y="12420"/>
                </a:lnTo>
                <a:cubicBezTo>
                  <a:pt x="10309" y="12719"/>
                  <a:pt x="10529" y="12960"/>
                  <a:pt x="10800" y="12960"/>
                </a:cubicBezTo>
                <a:cubicBezTo>
                  <a:pt x="11071" y="12960"/>
                  <a:pt x="11291" y="12719"/>
                  <a:pt x="11291" y="12420"/>
                </a:cubicBezTo>
                <a:lnTo>
                  <a:pt x="11291" y="1844"/>
                </a:lnTo>
                <a:lnTo>
                  <a:pt x="13398" y="4162"/>
                </a:lnTo>
                <a:cubicBezTo>
                  <a:pt x="13487" y="4260"/>
                  <a:pt x="13610" y="4320"/>
                  <a:pt x="13745" y="4320"/>
                </a:cubicBezTo>
                <a:cubicBezTo>
                  <a:pt x="14017" y="4320"/>
                  <a:pt x="14236" y="4079"/>
                  <a:pt x="14236" y="3780"/>
                </a:cubicBezTo>
                <a:cubicBezTo>
                  <a:pt x="14236" y="3631"/>
                  <a:pt x="14181" y="3497"/>
                  <a:pt x="14093" y="3398"/>
                </a:cubicBezTo>
                <a:lnTo>
                  <a:pt x="11147" y="158"/>
                </a:lnTo>
                <a:cubicBezTo>
                  <a:pt x="11058" y="61"/>
                  <a:pt x="10936" y="0"/>
                  <a:pt x="10800" y="0"/>
                </a:cubicBezTo>
                <a:cubicBezTo>
                  <a:pt x="10664" y="0"/>
                  <a:pt x="10542" y="61"/>
                  <a:pt x="10453" y="158"/>
                </a:cubicBezTo>
                <a:lnTo>
                  <a:pt x="7507" y="3398"/>
                </a:lnTo>
                <a:cubicBezTo>
                  <a:pt x="7419" y="3497"/>
                  <a:pt x="7364" y="3631"/>
                  <a:pt x="7364" y="3780"/>
                </a:cubicBezTo>
                <a:cubicBezTo>
                  <a:pt x="7364" y="4079"/>
                  <a:pt x="7583" y="4320"/>
                  <a:pt x="7855" y="432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3" name="Shape 2841">
            <a:extLst>
              <a:ext uri="{FF2B5EF4-FFF2-40B4-BE49-F238E27FC236}">
                <a16:creationId xmlns:a16="http://schemas.microsoft.com/office/drawing/2014/main" id="{B6FDD7AB-8C17-4B29-9A1B-B7D00B187E0B}"/>
              </a:ext>
            </a:extLst>
          </p:cNvPr>
          <p:cNvSpPr/>
          <p:nvPr/>
        </p:nvSpPr>
        <p:spPr>
          <a:xfrm>
            <a:off x="904422" y="3964438"/>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20618" y="20400"/>
                </a:moveTo>
                <a:lnTo>
                  <a:pt x="982" y="20400"/>
                </a:lnTo>
                <a:lnTo>
                  <a:pt x="982" y="13200"/>
                </a:lnTo>
                <a:lnTo>
                  <a:pt x="6907" y="13200"/>
                </a:lnTo>
                <a:cubicBezTo>
                  <a:pt x="7149" y="15567"/>
                  <a:pt x="8798" y="17400"/>
                  <a:pt x="10800" y="17400"/>
                </a:cubicBezTo>
                <a:cubicBezTo>
                  <a:pt x="12802" y="17400"/>
                  <a:pt x="14451" y="15567"/>
                  <a:pt x="14693" y="13200"/>
                </a:cubicBezTo>
                <a:lnTo>
                  <a:pt x="20618" y="13200"/>
                </a:lnTo>
                <a:cubicBezTo>
                  <a:pt x="20618" y="13200"/>
                  <a:pt x="20618" y="20400"/>
                  <a:pt x="20618" y="20400"/>
                </a:cubicBezTo>
                <a:close/>
                <a:moveTo>
                  <a:pt x="5703" y="1200"/>
                </a:moveTo>
                <a:lnTo>
                  <a:pt x="15897" y="1200"/>
                </a:lnTo>
                <a:lnTo>
                  <a:pt x="20315" y="12000"/>
                </a:lnTo>
                <a:lnTo>
                  <a:pt x="14236" y="12000"/>
                </a:lnTo>
                <a:cubicBezTo>
                  <a:pt x="13966" y="12000"/>
                  <a:pt x="13745" y="12269"/>
                  <a:pt x="13745" y="12600"/>
                </a:cubicBezTo>
                <a:cubicBezTo>
                  <a:pt x="13745" y="14588"/>
                  <a:pt x="12427" y="16200"/>
                  <a:pt x="10800" y="16200"/>
                </a:cubicBezTo>
                <a:cubicBezTo>
                  <a:pt x="9173" y="16200"/>
                  <a:pt x="7855" y="14588"/>
                  <a:pt x="7855" y="12600"/>
                </a:cubicBezTo>
                <a:cubicBezTo>
                  <a:pt x="7855" y="12269"/>
                  <a:pt x="7634" y="12000"/>
                  <a:pt x="7364" y="12000"/>
                </a:cubicBezTo>
                <a:lnTo>
                  <a:pt x="1285" y="12000"/>
                </a:lnTo>
                <a:cubicBezTo>
                  <a:pt x="1285" y="12000"/>
                  <a:pt x="5703" y="1200"/>
                  <a:pt x="5703" y="1200"/>
                </a:cubicBezTo>
                <a:close/>
                <a:moveTo>
                  <a:pt x="21543" y="12334"/>
                </a:moveTo>
                <a:lnTo>
                  <a:pt x="21548" y="12332"/>
                </a:lnTo>
                <a:lnTo>
                  <a:pt x="16639" y="332"/>
                </a:lnTo>
                <a:lnTo>
                  <a:pt x="16634" y="335"/>
                </a:lnTo>
                <a:cubicBezTo>
                  <a:pt x="16554" y="138"/>
                  <a:pt x="16392" y="0"/>
                  <a:pt x="16200" y="0"/>
                </a:cubicBezTo>
                <a:lnTo>
                  <a:pt x="5400" y="0"/>
                </a:lnTo>
                <a:cubicBezTo>
                  <a:pt x="5208" y="0"/>
                  <a:pt x="5046" y="138"/>
                  <a:pt x="4966" y="335"/>
                </a:cubicBezTo>
                <a:lnTo>
                  <a:pt x="4961" y="332"/>
                </a:lnTo>
                <a:lnTo>
                  <a:pt x="52" y="12332"/>
                </a:lnTo>
                <a:lnTo>
                  <a:pt x="57" y="12334"/>
                </a:lnTo>
                <a:cubicBezTo>
                  <a:pt x="23" y="12416"/>
                  <a:pt x="0" y="12503"/>
                  <a:pt x="0" y="12600"/>
                </a:cubicBezTo>
                <a:lnTo>
                  <a:pt x="0" y="21000"/>
                </a:lnTo>
                <a:cubicBezTo>
                  <a:pt x="0" y="21332"/>
                  <a:pt x="220" y="21600"/>
                  <a:pt x="491" y="21600"/>
                </a:cubicBezTo>
                <a:lnTo>
                  <a:pt x="21109" y="21600"/>
                </a:lnTo>
                <a:cubicBezTo>
                  <a:pt x="21380" y="21600"/>
                  <a:pt x="21600" y="21332"/>
                  <a:pt x="21600" y="21000"/>
                </a:cubicBezTo>
                <a:lnTo>
                  <a:pt x="21600" y="12600"/>
                </a:lnTo>
                <a:cubicBezTo>
                  <a:pt x="21600" y="12503"/>
                  <a:pt x="21577" y="12416"/>
                  <a:pt x="21543" y="12334"/>
                </a:cubicBezTo>
                <a:moveTo>
                  <a:pt x="16691" y="9000"/>
                </a:moveTo>
                <a:cubicBezTo>
                  <a:pt x="16691" y="8669"/>
                  <a:pt x="16471" y="8400"/>
                  <a:pt x="16200" y="8400"/>
                </a:cubicBezTo>
                <a:lnTo>
                  <a:pt x="5400" y="8400"/>
                </a:lnTo>
                <a:cubicBezTo>
                  <a:pt x="5129" y="8400"/>
                  <a:pt x="4909" y="8669"/>
                  <a:pt x="4909" y="9000"/>
                </a:cubicBezTo>
                <a:cubicBezTo>
                  <a:pt x="4909" y="9332"/>
                  <a:pt x="5129" y="9600"/>
                  <a:pt x="5400" y="9600"/>
                </a:cubicBezTo>
                <a:lnTo>
                  <a:pt x="16200" y="9600"/>
                </a:lnTo>
                <a:cubicBezTo>
                  <a:pt x="16471" y="9600"/>
                  <a:pt x="16691" y="9332"/>
                  <a:pt x="16691" y="9000"/>
                </a:cubicBezTo>
                <a:moveTo>
                  <a:pt x="6382" y="7200"/>
                </a:moveTo>
                <a:lnTo>
                  <a:pt x="15218" y="7200"/>
                </a:lnTo>
                <a:cubicBezTo>
                  <a:pt x="15489" y="7200"/>
                  <a:pt x="15709" y="6932"/>
                  <a:pt x="15709" y="6600"/>
                </a:cubicBezTo>
                <a:cubicBezTo>
                  <a:pt x="15709" y="6269"/>
                  <a:pt x="15489" y="6000"/>
                  <a:pt x="15218" y="6000"/>
                </a:cubicBezTo>
                <a:lnTo>
                  <a:pt x="6382" y="6000"/>
                </a:lnTo>
                <a:cubicBezTo>
                  <a:pt x="6111" y="6000"/>
                  <a:pt x="5891" y="6269"/>
                  <a:pt x="5891" y="6600"/>
                </a:cubicBezTo>
                <a:cubicBezTo>
                  <a:pt x="5891" y="6932"/>
                  <a:pt x="6111" y="7200"/>
                  <a:pt x="6382" y="7200"/>
                </a:cubicBezTo>
                <a:moveTo>
                  <a:pt x="7364" y="4800"/>
                </a:moveTo>
                <a:lnTo>
                  <a:pt x="14236" y="4800"/>
                </a:lnTo>
                <a:cubicBezTo>
                  <a:pt x="14507" y="4800"/>
                  <a:pt x="14727" y="4532"/>
                  <a:pt x="14727" y="4200"/>
                </a:cubicBezTo>
                <a:cubicBezTo>
                  <a:pt x="14727" y="3869"/>
                  <a:pt x="14507" y="3600"/>
                  <a:pt x="14236" y="3600"/>
                </a:cubicBezTo>
                <a:lnTo>
                  <a:pt x="7364" y="3600"/>
                </a:lnTo>
                <a:cubicBezTo>
                  <a:pt x="7093" y="3600"/>
                  <a:pt x="6873" y="3869"/>
                  <a:pt x="6873" y="4200"/>
                </a:cubicBezTo>
                <a:cubicBezTo>
                  <a:pt x="6873" y="4532"/>
                  <a:pt x="7093" y="4800"/>
                  <a:pt x="7364" y="48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4" name="Shape 2842">
            <a:extLst>
              <a:ext uri="{FF2B5EF4-FFF2-40B4-BE49-F238E27FC236}">
                <a16:creationId xmlns:a16="http://schemas.microsoft.com/office/drawing/2014/main" id="{C1E43507-1ACE-7636-66D4-32053A940778}"/>
              </a:ext>
            </a:extLst>
          </p:cNvPr>
          <p:cNvSpPr/>
          <p:nvPr/>
        </p:nvSpPr>
        <p:spPr>
          <a:xfrm>
            <a:off x="1437683"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1782"/>
                </a:moveTo>
                <a:lnTo>
                  <a:pt x="982" y="11782"/>
                </a:lnTo>
                <a:lnTo>
                  <a:pt x="982" y="6873"/>
                </a:lnTo>
                <a:lnTo>
                  <a:pt x="6907" y="6873"/>
                </a:lnTo>
                <a:cubicBezTo>
                  <a:pt x="7149" y="8810"/>
                  <a:pt x="8798" y="10309"/>
                  <a:pt x="10800" y="10309"/>
                </a:cubicBezTo>
                <a:cubicBezTo>
                  <a:pt x="12802" y="10309"/>
                  <a:pt x="14451" y="8810"/>
                  <a:pt x="14693" y="6873"/>
                </a:cubicBezTo>
                <a:lnTo>
                  <a:pt x="20618" y="6873"/>
                </a:lnTo>
                <a:cubicBezTo>
                  <a:pt x="20618" y="6873"/>
                  <a:pt x="20618" y="11782"/>
                  <a:pt x="20618" y="11782"/>
                </a:cubicBezTo>
                <a:close/>
                <a:moveTo>
                  <a:pt x="20264" y="14727"/>
                </a:moveTo>
                <a:lnTo>
                  <a:pt x="14236" y="14727"/>
                </a:lnTo>
                <a:cubicBezTo>
                  <a:pt x="13966" y="14727"/>
                  <a:pt x="13745" y="14947"/>
                  <a:pt x="13745" y="15218"/>
                </a:cubicBezTo>
                <a:cubicBezTo>
                  <a:pt x="13745" y="16845"/>
                  <a:pt x="12427" y="18164"/>
                  <a:pt x="10800" y="18164"/>
                </a:cubicBezTo>
                <a:cubicBezTo>
                  <a:pt x="9173" y="18164"/>
                  <a:pt x="7855" y="16845"/>
                  <a:pt x="7855" y="15218"/>
                </a:cubicBezTo>
                <a:cubicBezTo>
                  <a:pt x="7855" y="14947"/>
                  <a:pt x="7634" y="14727"/>
                  <a:pt x="7364" y="14727"/>
                </a:cubicBezTo>
                <a:lnTo>
                  <a:pt x="1336" y="14727"/>
                </a:lnTo>
                <a:lnTo>
                  <a:pt x="2682" y="12764"/>
                </a:lnTo>
                <a:lnTo>
                  <a:pt x="18918" y="12764"/>
                </a:lnTo>
                <a:cubicBezTo>
                  <a:pt x="18918" y="12764"/>
                  <a:pt x="20264" y="14727"/>
                  <a:pt x="20264" y="14727"/>
                </a:cubicBezTo>
                <a:close/>
                <a:moveTo>
                  <a:pt x="20618" y="20618"/>
                </a:moveTo>
                <a:lnTo>
                  <a:pt x="982" y="20618"/>
                </a:lnTo>
                <a:lnTo>
                  <a:pt x="982" y="15709"/>
                </a:lnTo>
                <a:lnTo>
                  <a:pt x="6907" y="15709"/>
                </a:lnTo>
                <a:cubicBezTo>
                  <a:pt x="7149" y="17646"/>
                  <a:pt x="8798" y="19145"/>
                  <a:pt x="10800" y="19145"/>
                </a:cubicBezTo>
                <a:cubicBezTo>
                  <a:pt x="12802" y="19145"/>
                  <a:pt x="14451" y="17646"/>
                  <a:pt x="14693" y="15709"/>
                </a:cubicBezTo>
                <a:lnTo>
                  <a:pt x="20618" y="15709"/>
                </a:lnTo>
                <a:cubicBezTo>
                  <a:pt x="20618" y="15709"/>
                  <a:pt x="20618" y="20618"/>
                  <a:pt x="20618" y="20618"/>
                </a:cubicBezTo>
                <a:close/>
                <a:moveTo>
                  <a:pt x="4702" y="982"/>
                </a:moveTo>
                <a:lnTo>
                  <a:pt x="16898" y="982"/>
                </a:lnTo>
                <a:lnTo>
                  <a:pt x="20264" y="5891"/>
                </a:lnTo>
                <a:lnTo>
                  <a:pt x="14236" y="5891"/>
                </a:lnTo>
                <a:cubicBezTo>
                  <a:pt x="13966" y="5891"/>
                  <a:pt x="13745" y="6111"/>
                  <a:pt x="13745" y="6382"/>
                </a:cubicBezTo>
                <a:cubicBezTo>
                  <a:pt x="13745" y="8009"/>
                  <a:pt x="12427" y="9327"/>
                  <a:pt x="10800" y="9327"/>
                </a:cubicBezTo>
                <a:cubicBezTo>
                  <a:pt x="9173" y="9327"/>
                  <a:pt x="7855" y="8009"/>
                  <a:pt x="7855" y="6382"/>
                </a:cubicBezTo>
                <a:cubicBezTo>
                  <a:pt x="7855" y="6111"/>
                  <a:pt x="7634" y="5891"/>
                  <a:pt x="7364" y="5891"/>
                </a:cubicBezTo>
                <a:lnTo>
                  <a:pt x="1336" y="5891"/>
                </a:lnTo>
                <a:cubicBezTo>
                  <a:pt x="1336" y="5891"/>
                  <a:pt x="4702" y="982"/>
                  <a:pt x="4702" y="982"/>
                </a:cubicBezTo>
                <a:close/>
                <a:moveTo>
                  <a:pt x="21600" y="12273"/>
                </a:moveTo>
                <a:lnTo>
                  <a:pt x="21600" y="6382"/>
                </a:lnTo>
                <a:cubicBezTo>
                  <a:pt x="21600" y="6303"/>
                  <a:pt x="21577" y="6231"/>
                  <a:pt x="21543" y="6165"/>
                </a:cubicBezTo>
                <a:lnTo>
                  <a:pt x="21548" y="6162"/>
                </a:lnTo>
                <a:lnTo>
                  <a:pt x="17621" y="272"/>
                </a:lnTo>
                <a:lnTo>
                  <a:pt x="17616" y="274"/>
                </a:lnTo>
                <a:cubicBezTo>
                  <a:pt x="17536" y="113"/>
                  <a:pt x="17374" y="0"/>
                  <a:pt x="17182" y="0"/>
                </a:cubicBezTo>
                <a:lnTo>
                  <a:pt x="4418" y="0"/>
                </a:lnTo>
                <a:cubicBezTo>
                  <a:pt x="4226" y="0"/>
                  <a:pt x="4064" y="113"/>
                  <a:pt x="3984" y="274"/>
                </a:cubicBezTo>
                <a:lnTo>
                  <a:pt x="3979" y="272"/>
                </a:lnTo>
                <a:lnTo>
                  <a:pt x="52" y="6162"/>
                </a:lnTo>
                <a:lnTo>
                  <a:pt x="57" y="6165"/>
                </a:lnTo>
                <a:cubicBezTo>
                  <a:pt x="23" y="6231"/>
                  <a:pt x="0" y="6303"/>
                  <a:pt x="0" y="6382"/>
                </a:cubicBezTo>
                <a:lnTo>
                  <a:pt x="0" y="12273"/>
                </a:lnTo>
                <a:cubicBezTo>
                  <a:pt x="0" y="12544"/>
                  <a:pt x="220" y="12764"/>
                  <a:pt x="491" y="12764"/>
                </a:cubicBezTo>
                <a:lnTo>
                  <a:pt x="1542" y="12764"/>
                </a:lnTo>
                <a:lnTo>
                  <a:pt x="52" y="14999"/>
                </a:lnTo>
                <a:lnTo>
                  <a:pt x="57" y="15001"/>
                </a:lnTo>
                <a:cubicBezTo>
                  <a:pt x="23" y="15067"/>
                  <a:pt x="0" y="15139"/>
                  <a:pt x="0" y="15218"/>
                </a:cubicBezTo>
                <a:lnTo>
                  <a:pt x="0" y="21109"/>
                </a:lnTo>
                <a:cubicBezTo>
                  <a:pt x="0" y="21380"/>
                  <a:pt x="220" y="21600"/>
                  <a:pt x="491" y="21600"/>
                </a:cubicBezTo>
                <a:lnTo>
                  <a:pt x="21109" y="21600"/>
                </a:lnTo>
                <a:cubicBezTo>
                  <a:pt x="21380" y="21600"/>
                  <a:pt x="21600" y="21380"/>
                  <a:pt x="21600" y="21109"/>
                </a:cubicBezTo>
                <a:lnTo>
                  <a:pt x="21600" y="15218"/>
                </a:lnTo>
                <a:cubicBezTo>
                  <a:pt x="21600" y="15139"/>
                  <a:pt x="21577" y="15067"/>
                  <a:pt x="21543" y="15001"/>
                </a:cubicBezTo>
                <a:lnTo>
                  <a:pt x="21548" y="14999"/>
                </a:lnTo>
                <a:lnTo>
                  <a:pt x="20058" y="12764"/>
                </a:lnTo>
                <a:lnTo>
                  <a:pt x="21109" y="12764"/>
                </a:lnTo>
                <a:cubicBezTo>
                  <a:pt x="21380" y="12764"/>
                  <a:pt x="21600" y="12544"/>
                  <a:pt x="21600" y="122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5" name="Shape 2843">
            <a:extLst>
              <a:ext uri="{FF2B5EF4-FFF2-40B4-BE49-F238E27FC236}">
                <a16:creationId xmlns:a16="http://schemas.microsoft.com/office/drawing/2014/main" id="{579480C3-C1A7-43CA-D730-4A244CD2478D}"/>
              </a:ext>
            </a:extLst>
          </p:cNvPr>
          <p:cNvSpPr/>
          <p:nvPr/>
        </p:nvSpPr>
        <p:spPr>
          <a:xfrm>
            <a:off x="1970944"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109" y="10309"/>
                </a:moveTo>
                <a:cubicBezTo>
                  <a:pt x="20838" y="10309"/>
                  <a:pt x="20618" y="10529"/>
                  <a:pt x="20618" y="10800"/>
                </a:cubicBezTo>
                <a:cubicBezTo>
                  <a:pt x="20618" y="16223"/>
                  <a:pt x="16223" y="20618"/>
                  <a:pt x="10800" y="20618"/>
                </a:cubicBezTo>
                <a:cubicBezTo>
                  <a:pt x="5377" y="20618"/>
                  <a:pt x="982" y="16223"/>
                  <a:pt x="982" y="10800"/>
                </a:cubicBezTo>
                <a:cubicBezTo>
                  <a:pt x="982" y="5378"/>
                  <a:pt x="5377" y="982"/>
                  <a:pt x="10800" y="982"/>
                </a:cubicBezTo>
                <a:cubicBezTo>
                  <a:pt x="14012" y="982"/>
                  <a:pt x="16860" y="2526"/>
                  <a:pt x="18652" y="4909"/>
                </a:cubicBezTo>
                <a:lnTo>
                  <a:pt x="14727" y="4909"/>
                </a:lnTo>
                <a:cubicBezTo>
                  <a:pt x="14456" y="4909"/>
                  <a:pt x="14236" y="5129"/>
                  <a:pt x="14236" y="5400"/>
                </a:cubicBezTo>
                <a:cubicBezTo>
                  <a:pt x="14236" y="5672"/>
                  <a:pt x="14456" y="5891"/>
                  <a:pt x="14727" y="5891"/>
                </a:cubicBezTo>
                <a:lnTo>
                  <a:pt x="19636" y="5891"/>
                </a:lnTo>
                <a:cubicBezTo>
                  <a:pt x="19907" y="5891"/>
                  <a:pt x="20127" y="5672"/>
                  <a:pt x="20127" y="5400"/>
                </a:cubicBezTo>
                <a:lnTo>
                  <a:pt x="20127" y="491"/>
                </a:lnTo>
                <a:cubicBezTo>
                  <a:pt x="20127" y="220"/>
                  <a:pt x="19907" y="0"/>
                  <a:pt x="19636" y="0"/>
                </a:cubicBezTo>
                <a:cubicBezTo>
                  <a:pt x="19366" y="0"/>
                  <a:pt x="19145" y="220"/>
                  <a:pt x="19145" y="491"/>
                </a:cubicBezTo>
                <a:lnTo>
                  <a:pt x="19145" y="3962"/>
                </a:lnTo>
                <a:cubicBezTo>
                  <a:pt x="17166" y="1546"/>
                  <a:pt x="14167" y="0"/>
                  <a:pt x="10800" y="0"/>
                </a:cubicBezTo>
                <a:cubicBezTo>
                  <a:pt x="4836" y="0"/>
                  <a:pt x="0" y="4836"/>
                  <a:pt x="0" y="10800"/>
                </a:cubicBezTo>
                <a:cubicBezTo>
                  <a:pt x="0" y="16765"/>
                  <a:pt x="4836" y="21600"/>
                  <a:pt x="10800" y="21600"/>
                </a:cubicBezTo>
                <a:cubicBezTo>
                  <a:pt x="16764" y="21600"/>
                  <a:pt x="21600" y="16765"/>
                  <a:pt x="21600" y="10800"/>
                </a:cubicBezTo>
                <a:cubicBezTo>
                  <a:pt x="21600" y="10529"/>
                  <a:pt x="21380" y="10309"/>
                  <a:pt x="21109" y="103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6" name="Shape 2844">
            <a:extLst>
              <a:ext uri="{FF2B5EF4-FFF2-40B4-BE49-F238E27FC236}">
                <a16:creationId xmlns:a16="http://schemas.microsoft.com/office/drawing/2014/main" id="{BA9764B9-378F-87F9-7BDD-76583954C809}"/>
              </a:ext>
            </a:extLst>
          </p:cNvPr>
          <p:cNvSpPr/>
          <p:nvPr/>
        </p:nvSpPr>
        <p:spPr>
          <a:xfrm>
            <a:off x="2504205"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982"/>
                </a:moveTo>
                <a:cubicBezTo>
                  <a:pt x="14012" y="982"/>
                  <a:pt x="16860" y="2526"/>
                  <a:pt x="18652" y="4909"/>
                </a:cubicBezTo>
                <a:lnTo>
                  <a:pt x="14727" y="4909"/>
                </a:lnTo>
                <a:cubicBezTo>
                  <a:pt x="14456" y="4909"/>
                  <a:pt x="14236" y="5129"/>
                  <a:pt x="14236" y="5400"/>
                </a:cubicBezTo>
                <a:cubicBezTo>
                  <a:pt x="14236" y="5672"/>
                  <a:pt x="14456" y="5891"/>
                  <a:pt x="14727" y="5891"/>
                </a:cubicBezTo>
                <a:lnTo>
                  <a:pt x="19636" y="5891"/>
                </a:lnTo>
                <a:cubicBezTo>
                  <a:pt x="19907" y="5891"/>
                  <a:pt x="20127" y="5672"/>
                  <a:pt x="20127" y="5400"/>
                </a:cubicBezTo>
                <a:lnTo>
                  <a:pt x="20127" y="491"/>
                </a:lnTo>
                <a:cubicBezTo>
                  <a:pt x="20127" y="220"/>
                  <a:pt x="19907" y="0"/>
                  <a:pt x="19636" y="0"/>
                </a:cubicBezTo>
                <a:cubicBezTo>
                  <a:pt x="19366" y="0"/>
                  <a:pt x="19145" y="220"/>
                  <a:pt x="19145" y="491"/>
                </a:cubicBezTo>
                <a:lnTo>
                  <a:pt x="19145" y="3962"/>
                </a:lnTo>
                <a:cubicBezTo>
                  <a:pt x="17166" y="1546"/>
                  <a:pt x="14167" y="0"/>
                  <a:pt x="10800" y="0"/>
                </a:cubicBezTo>
                <a:cubicBezTo>
                  <a:pt x="4836" y="0"/>
                  <a:pt x="0" y="4836"/>
                  <a:pt x="0" y="10800"/>
                </a:cubicBezTo>
                <a:cubicBezTo>
                  <a:pt x="0" y="11071"/>
                  <a:pt x="220" y="11291"/>
                  <a:pt x="491" y="11291"/>
                </a:cubicBezTo>
                <a:cubicBezTo>
                  <a:pt x="762" y="11291"/>
                  <a:pt x="982" y="11071"/>
                  <a:pt x="982" y="10800"/>
                </a:cubicBezTo>
                <a:cubicBezTo>
                  <a:pt x="982" y="5378"/>
                  <a:pt x="5377" y="982"/>
                  <a:pt x="10800" y="982"/>
                </a:cubicBezTo>
                <a:moveTo>
                  <a:pt x="21109" y="10309"/>
                </a:moveTo>
                <a:cubicBezTo>
                  <a:pt x="20838" y="10309"/>
                  <a:pt x="20618" y="10529"/>
                  <a:pt x="20618" y="10800"/>
                </a:cubicBezTo>
                <a:cubicBezTo>
                  <a:pt x="20618" y="16223"/>
                  <a:pt x="16223" y="20618"/>
                  <a:pt x="10800" y="20618"/>
                </a:cubicBezTo>
                <a:cubicBezTo>
                  <a:pt x="7588" y="20618"/>
                  <a:pt x="4740" y="19075"/>
                  <a:pt x="2948" y="16691"/>
                </a:cubicBezTo>
                <a:lnTo>
                  <a:pt x="6873" y="16691"/>
                </a:lnTo>
                <a:cubicBezTo>
                  <a:pt x="7144" y="16691"/>
                  <a:pt x="7364" y="16471"/>
                  <a:pt x="7364" y="16200"/>
                </a:cubicBezTo>
                <a:cubicBezTo>
                  <a:pt x="7364" y="15929"/>
                  <a:pt x="7144" y="15709"/>
                  <a:pt x="6873" y="15709"/>
                </a:cubicBezTo>
                <a:lnTo>
                  <a:pt x="1964" y="15709"/>
                </a:lnTo>
                <a:cubicBezTo>
                  <a:pt x="1693" y="15709"/>
                  <a:pt x="1473" y="15929"/>
                  <a:pt x="1473" y="16200"/>
                </a:cubicBezTo>
                <a:lnTo>
                  <a:pt x="1473" y="21109"/>
                </a:lnTo>
                <a:cubicBezTo>
                  <a:pt x="1473" y="21380"/>
                  <a:pt x="1693" y="21600"/>
                  <a:pt x="1964" y="21600"/>
                </a:cubicBezTo>
                <a:cubicBezTo>
                  <a:pt x="2234" y="21600"/>
                  <a:pt x="2455" y="21380"/>
                  <a:pt x="2455" y="21109"/>
                </a:cubicBezTo>
                <a:lnTo>
                  <a:pt x="2455" y="17639"/>
                </a:lnTo>
                <a:cubicBezTo>
                  <a:pt x="4434" y="20054"/>
                  <a:pt x="7433" y="21600"/>
                  <a:pt x="10800" y="21600"/>
                </a:cubicBezTo>
                <a:cubicBezTo>
                  <a:pt x="16764" y="21600"/>
                  <a:pt x="21600" y="16765"/>
                  <a:pt x="21600" y="10800"/>
                </a:cubicBezTo>
                <a:cubicBezTo>
                  <a:pt x="21600" y="10529"/>
                  <a:pt x="21380" y="10309"/>
                  <a:pt x="21109" y="103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7" name="Shape 2845">
            <a:extLst>
              <a:ext uri="{FF2B5EF4-FFF2-40B4-BE49-F238E27FC236}">
                <a16:creationId xmlns:a16="http://schemas.microsoft.com/office/drawing/2014/main" id="{104DAEF5-41B2-65FF-FC54-AB5DADE93D8B}"/>
              </a:ext>
            </a:extLst>
          </p:cNvPr>
          <p:cNvSpPr/>
          <p:nvPr/>
        </p:nvSpPr>
        <p:spPr>
          <a:xfrm>
            <a:off x="3062859" y="3939045"/>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2000" y="1408"/>
                </a:moveTo>
                <a:lnTo>
                  <a:pt x="17518" y="4418"/>
                </a:lnTo>
                <a:lnTo>
                  <a:pt x="12000" y="7429"/>
                </a:lnTo>
                <a:cubicBezTo>
                  <a:pt x="12000" y="7429"/>
                  <a:pt x="12000" y="1408"/>
                  <a:pt x="12000" y="1408"/>
                </a:cubicBezTo>
                <a:close/>
                <a:moveTo>
                  <a:pt x="21000" y="12273"/>
                </a:moveTo>
                <a:cubicBezTo>
                  <a:pt x="20669" y="12273"/>
                  <a:pt x="20400" y="12492"/>
                  <a:pt x="20400" y="12764"/>
                </a:cubicBezTo>
                <a:cubicBezTo>
                  <a:pt x="20400" y="17102"/>
                  <a:pt x="16102" y="20618"/>
                  <a:pt x="10800" y="20618"/>
                </a:cubicBezTo>
                <a:cubicBezTo>
                  <a:pt x="5498" y="20618"/>
                  <a:pt x="1200" y="17102"/>
                  <a:pt x="1200" y="12764"/>
                </a:cubicBezTo>
                <a:cubicBezTo>
                  <a:pt x="1200" y="8426"/>
                  <a:pt x="5498" y="4909"/>
                  <a:pt x="10800" y="4909"/>
                </a:cubicBezTo>
                <a:lnTo>
                  <a:pt x="10800" y="8345"/>
                </a:lnTo>
                <a:cubicBezTo>
                  <a:pt x="10800" y="8617"/>
                  <a:pt x="11069" y="8836"/>
                  <a:pt x="11400" y="8836"/>
                </a:cubicBezTo>
                <a:cubicBezTo>
                  <a:pt x="11524" y="8836"/>
                  <a:pt x="11631" y="8799"/>
                  <a:pt x="11726" y="8747"/>
                </a:cubicBezTo>
                <a:lnTo>
                  <a:pt x="11733" y="8754"/>
                </a:lnTo>
                <a:lnTo>
                  <a:pt x="18933" y="4827"/>
                </a:lnTo>
                <a:lnTo>
                  <a:pt x="18926" y="4819"/>
                </a:lnTo>
                <a:cubicBezTo>
                  <a:pt x="19087" y="4731"/>
                  <a:pt x="19200" y="4589"/>
                  <a:pt x="19200" y="4418"/>
                </a:cubicBezTo>
                <a:cubicBezTo>
                  <a:pt x="19200" y="4248"/>
                  <a:pt x="19087" y="4106"/>
                  <a:pt x="18926" y="4017"/>
                </a:cubicBezTo>
                <a:lnTo>
                  <a:pt x="18933" y="4010"/>
                </a:lnTo>
                <a:lnTo>
                  <a:pt x="11733" y="82"/>
                </a:lnTo>
                <a:lnTo>
                  <a:pt x="11726" y="90"/>
                </a:lnTo>
                <a:cubicBezTo>
                  <a:pt x="11631" y="38"/>
                  <a:pt x="11524" y="0"/>
                  <a:pt x="11400" y="0"/>
                </a:cubicBezTo>
                <a:cubicBezTo>
                  <a:pt x="11069" y="0"/>
                  <a:pt x="10800" y="220"/>
                  <a:pt x="10800" y="491"/>
                </a:cubicBezTo>
                <a:lnTo>
                  <a:pt x="10800" y="3927"/>
                </a:lnTo>
                <a:cubicBezTo>
                  <a:pt x="4835" y="3927"/>
                  <a:pt x="0" y="7883"/>
                  <a:pt x="0" y="12764"/>
                </a:cubicBezTo>
                <a:cubicBezTo>
                  <a:pt x="0" y="17644"/>
                  <a:pt x="4835" y="21600"/>
                  <a:pt x="10800" y="21600"/>
                </a:cubicBezTo>
                <a:cubicBezTo>
                  <a:pt x="16765" y="21600"/>
                  <a:pt x="21600" y="17644"/>
                  <a:pt x="21600" y="12764"/>
                </a:cubicBezTo>
                <a:cubicBezTo>
                  <a:pt x="21600" y="12492"/>
                  <a:pt x="21331" y="12273"/>
                  <a:pt x="21000" y="122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8" name="Shape 2846">
            <a:extLst>
              <a:ext uri="{FF2B5EF4-FFF2-40B4-BE49-F238E27FC236}">
                <a16:creationId xmlns:a16="http://schemas.microsoft.com/office/drawing/2014/main" id="{F1858EAD-69DD-42D8-F518-6C239F68FFA0}"/>
              </a:ext>
            </a:extLst>
          </p:cNvPr>
          <p:cNvSpPr/>
          <p:nvPr/>
        </p:nvSpPr>
        <p:spPr>
          <a:xfrm>
            <a:off x="3596120" y="3939045"/>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21000" y="12273"/>
                </a:moveTo>
                <a:cubicBezTo>
                  <a:pt x="20668" y="12273"/>
                  <a:pt x="20400" y="12492"/>
                  <a:pt x="20400" y="12764"/>
                </a:cubicBezTo>
                <a:cubicBezTo>
                  <a:pt x="20400" y="17102"/>
                  <a:pt x="16102" y="20618"/>
                  <a:pt x="10800" y="20618"/>
                </a:cubicBezTo>
                <a:cubicBezTo>
                  <a:pt x="5498" y="20618"/>
                  <a:pt x="1200" y="17102"/>
                  <a:pt x="1200" y="12764"/>
                </a:cubicBezTo>
                <a:cubicBezTo>
                  <a:pt x="1200" y="8426"/>
                  <a:pt x="5498" y="4909"/>
                  <a:pt x="10800" y="4909"/>
                </a:cubicBezTo>
                <a:lnTo>
                  <a:pt x="14768" y="4909"/>
                </a:lnTo>
                <a:lnTo>
                  <a:pt x="11067" y="7937"/>
                </a:lnTo>
                <a:lnTo>
                  <a:pt x="11073" y="7945"/>
                </a:lnTo>
                <a:cubicBezTo>
                  <a:pt x="10912" y="8033"/>
                  <a:pt x="10800" y="8175"/>
                  <a:pt x="10800" y="8345"/>
                </a:cubicBezTo>
                <a:cubicBezTo>
                  <a:pt x="10800" y="8617"/>
                  <a:pt x="11068" y="8836"/>
                  <a:pt x="11400" y="8836"/>
                </a:cubicBezTo>
                <a:cubicBezTo>
                  <a:pt x="11523" y="8836"/>
                  <a:pt x="11631" y="8798"/>
                  <a:pt x="11727" y="8747"/>
                </a:cubicBezTo>
                <a:lnTo>
                  <a:pt x="11733" y="8754"/>
                </a:lnTo>
                <a:lnTo>
                  <a:pt x="11774" y="8721"/>
                </a:lnTo>
                <a:cubicBezTo>
                  <a:pt x="11805" y="8700"/>
                  <a:pt x="11832" y="8677"/>
                  <a:pt x="11858" y="8651"/>
                </a:cubicBezTo>
                <a:lnTo>
                  <a:pt x="16533" y="4827"/>
                </a:lnTo>
                <a:lnTo>
                  <a:pt x="16527" y="4819"/>
                </a:lnTo>
                <a:cubicBezTo>
                  <a:pt x="16688" y="4731"/>
                  <a:pt x="16800" y="4589"/>
                  <a:pt x="16800" y="4418"/>
                </a:cubicBezTo>
                <a:cubicBezTo>
                  <a:pt x="16800" y="4248"/>
                  <a:pt x="16688" y="4106"/>
                  <a:pt x="16527" y="4018"/>
                </a:cubicBezTo>
                <a:lnTo>
                  <a:pt x="16533" y="4010"/>
                </a:lnTo>
                <a:lnTo>
                  <a:pt x="11858" y="185"/>
                </a:lnTo>
                <a:cubicBezTo>
                  <a:pt x="11832" y="159"/>
                  <a:pt x="11805" y="137"/>
                  <a:pt x="11774" y="116"/>
                </a:cubicBezTo>
                <a:lnTo>
                  <a:pt x="11733" y="82"/>
                </a:lnTo>
                <a:lnTo>
                  <a:pt x="11727" y="90"/>
                </a:lnTo>
                <a:cubicBezTo>
                  <a:pt x="11631" y="38"/>
                  <a:pt x="11523" y="0"/>
                  <a:pt x="11400" y="0"/>
                </a:cubicBezTo>
                <a:cubicBezTo>
                  <a:pt x="11068" y="0"/>
                  <a:pt x="10800" y="220"/>
                  <a:pt x="10800" y="491"/>
                </a:cubicBezTo>
                <a:cubicBezTo>
                  <a:pt x="10800" y="662"/>
                  <a:pt x="10912" y="804"/>
                  <a:pt x="11073" y="892"/>
                </a:cubicBezTo>
                <a:lnTo>
                  <a:pt x="11067" y="899"/>
                </a:lnTo>
                <a:lnTo>
                  <a:pt x="14768" y="3927"/>
                </a:lnTo>
                <a:lnTo>
                  <a:pt x="10800" y="3927"/>
                </a:lnTo>
                <a:cubicBezTo>
                  <a:pt x="4835" y="3927"/>
                  <a:pt x="0" y="7884"/>
                  <a:pt x="0" y="12764"/>
                </a:cubicBezTo>
                <a:cubicBezTo>
                  <a:pt x="0" y="17644"/>
                  <a:pt x="4835" y="21600"/>
                  <a:pt x="10800" y="21600"/>
                </a:cubicBezTo>
                <a:cubicBezTo>
                  <a:pt x="16765" y="21600"/>
                  <a:pt x="21600" y="17644"/>
                  <a:pt x="21600" y="12764"/>
                </a:cubicBezTo>
                <a:cubicBezTo>
                  <a:pt x="21600" y="12492"/>
                  <a:pt x="21332" y="12273"/>
                  <a:pt x="21000" y="122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9" name="Shape 2847">
            <a:extLst>
              <a:ext uri="{FF2B5EF4-FFF2-40B4-BE49-F238E27FC236}">
                <a16:creationId xmlns:a16="http://schemas.microsoft.com/office/drawing/2014/main" id="{FF6C8A38-8EB2-65FB-673D-2CE6115B9DD8}"/>
              </a:ext>
            </a:extLst>
          </p:cNvPr>
          <p:cNvSpPr/>
          <p:nvPr/>
        </p:nvSpPr>
        <p:spPr>
          <a:xfrm>
            <a:off x="4103988" y="3939045"/>
            <a:ext cx="279328" cy="279325"/>
          </a:xfrm>
          <a:custGeom>
            <a:avLst/>
            <a:gdLst/>
            <a:ahLst/>
            <a:cxnLst>
              <a:cxn ang="0">
                <a:pos x="wd2" y="hd2"/>
              </a:cxn>
              <a:cxn ang="5400000">
                <a:pos x="wd2" y="hd2"/>
              </a:cxn>
              <a:cxn ang="10800000">
                <a:pos x="wd2" y="hd2"/>
              </a:cxn>
              <a:cxn ang="16200000">
                <a:pos x="wd2" y="hd2"/>
              </a:cxn>
            </a:cxnLst>
            <a:rect l="0" t="0" r="r" b="b"/>
            <a:pathLst>
              <a:path w="21600" h="21600" extrusionOk="0">
                <a:moveTo>
                  <a:pt x="18634" y="6292"/>
                </a:moveTo>
                <a:cubicBezTo>
                  <a:pt x="18643" y="6159"/>
                  <a:pt x="18655" y="6026"/>
                  <a:pt x="18655" y="5891"/>
                </a:cubicBezTo>
                <a:cubicBezTo>
                  <a:pt x="18655" y="2638"/>
                  <a:pt x="16017" y="0"/>
                  <a:pt x="12764" y="0"/>
                </a:cubicBezTo>
                <a:cubicBezTo>
                  <a:pt x="10499" y="0"/>
                  <a:pt x="8536" y="1279"/>
                  <a:pt x="7550" y="3153"/>
                </a:cubicBezTo>
                <a:cubicBezTo>
                  <a:pt x="7185" y="3021"/>
                  <a:pt x="6793" y="2945"/>
                  <a:pt x="6382" y="2945"/>
                </a:cubicBezTo>
                <a:cubicBezTo>
                  <a:pt x="4484" y="2945"/>
                  <a:pt x="2945" y="4484"/>
                  <a:pt x="2945" y="6382"/>
                </a:cubicBezTo>
                <a:cubicBezTo>
                  <a:pt x="2945" y="6629"/>
                  <a:pt x="2973" y="6869"/>
                  <a:pt x="3022" y="7101"/>
                </a:cubicBezTo>
                <a:cubicBezTo>
                  <a:pt x="1267" y="7686"/>
                  <a:pt x="0" y="9339"/>
                  <a:pt x="0" y="11291"/>
                </a:cubicBezTo>
                <a:cubicBezTo>
                  <a:pt x="0" y="13731"/>
                  <a:pt x="1978" y="15709"/>
                  <a:pt x="4418" y="15709"/>
                </a:cubicBezTo>
                <a:lnTo>
                  <a:pt x="8836" y="15709"/>
                </a:lnTo>
                <a:cubicBezTo>
                  <a:pt x="9108" y="15709"/>
                  <a:pt x="9327" y="15489"/>
                  <a:pt x="9327" y="15218"/>
                </a:cubicBezTo>
                <a:cubicBezTo>
                  <a:pt x="9327" y="14947"/>
                  <a:pt x="9108" y="14727"/>
                  <a:pt x="8836" y="14727"/>
                </a:cubicBezTo>
                <a:lnTo>
                  <a:pt x="4418" y="14727"/>
                </a:lnTo>
                <a:cubicBezTo>
                  <a:pt x="2524" y="14727"/>
                  <a:pt x="982" y="13185"/>
                  <a:pt x="982" y="11291"/>
                </a:cubicBezTo>
                <a:cubicBezTo>
                  <a:pt x="982" y="9810"/>
                  <a:pt x="1926" y="8502"/>
                  <a:pt x="3333" y="8033"/>
                </a:cubicBezTo>
                <a:lnTo>
                  <a:pt x="4165" y="7756"/>
                </a:lnTo>
                <a:lnTo>
                  <a:pt x="3982" y="6897"/>
                </a:lnTo>
                <a:cubicBezTo>
                  <a:pt x="3946" y="6725"/>
                  <a:pt x="3927" y="6551"/>
                  <a:pt x="3927" y="6382"/>
                </a:cubicBezTo>
                <a:cubicBezTo>
                  <a:pt x="3927" y="5028"/>
                  <a:pt x="5028" y="3927"/>
                  <a:pt x="6382" y="3927"/>
                </a:cubicBezTo>
                <a:cubicBezTo>
                  <a:pt x="6662" y="3927"/>
                  <a:pt x="6942" y="3977"/>
                  <a:pt x="7215" y="4077"/>
                </a:cubicBezTo>
                <a:lnTo>
                  <a:pt x="8019" y="4368"/>
                </a:lnTo>
                <a:lnTo>
                  <a:pt x="8418" y="3611"/>
                </a:lnTo>
                <a:cubicBezTo>
                  <a:pt x="9272" y="1989"/>
                  <a:pt x="10937" y="982"/>
                  <a:pt x="12764" y="982"/>
                </a:cubicBezTo>
                <a:cubicBezTo>
                  <a:pt x="15470" y="982"/>
                  <a:pt x="17673" y="3184"/>
                  <a:pt x="17673" y="5891"/>
                </a:cubicBezTo>
                <a:cubicBezTo>
                  <a:pt x="17673" y="5977"/>
                  <a:pt x="17666" y="6060"/>
                  <a:pt x="17660" y="6145"/>
                </a:cubicBezTo>
                <a:lnTo>
                  <a:pt x="17655" y="6229"/>
                </a:lnTo>
                <a:lnTo>
                  <a:pt x="17610" y="6920"/>
                </a:lnTo>
                <a:lnTo>
                  <a:pt x="18245" y="7194"/>
                </a:lnTo>
                <a:cubicBezTo>
                  <a:pt x="19686" y="7816"/>
                  <a:pt x="20618" y="9232"/>
                  <a:pt x="20618" y="10800"/>
                </a:cubicBezTo>
                <a:cubicBezTo>
                  <a:pt x="20618" y="12965"/>
                  <a:pt x="18856" y="14727"/>
                  <a:pt x="16691" y="14727"/>
                </a:cubicBezTo>
                <a:lnTo>
                  <a:pt x="12764" y="14727"/>
                </a:lnTo>
                <a:cubicBezTo>
                  <a:pt x="12492" y="14727"/>
                  <a:pt x="12273" y="14947"/>
                  <a:pt x="12273" y="15218"/>
                </a:cubicBezTo>
                <a:cubicBezTo>
                  <a:pt x="12273" y="15489"/>
                  <a:pt x="12492" y="15709"/>
                  <a:pt x="12764" y="15709"/>
                </a:cubicBezTo>
                <a:lnTo>
                  <a:pt x="16691" y="15709"/>
                </a:lnTo>
                <a:cubicBezTo>
                  <a:pt x="19401" y="15709"/>
                  <a:pt x="21600" y="13511"/>
                  <a:pt x="21600" y="10800"/>
                </a:cubicBezTo>
                <a:cubicBezTo>
                  <a:pt x="21600" y="8780"/>
                  <a:pt x="20378" y="7045"/>
                  <a:pt x="18634" y="6292"/>
                </a:cubicBezTo>
                <a:moveTo>
                  <a:pt x="13745" y="17673"/>
                </a:moveTo>
                <a:cubicBezTo>
                  <a:pt x="13610" y="17673"/>
                  <a:pt x="13488" y="17728"/>
                  <a:pt x="13398" y="17817"/>
                </a:cubicBezTo>
                <a:lnTo>
                  <a:pt x="11291" y="19924"/>
                </a:lnTo>
                <a:lnTo>
                  <a:pt x="11291" y="8346"/>
                </a:lnTo>
                <a:cubicBezTo>
                  <a:pt x="11291" y="8074"/>
                  <a:pt x="11071" y="7855"/>
                  <a:pt x="10800" y="7855"/>
                </a:cubicBezTo>
                <a:cubicBezTo>
                  <a:pt x="10529" y="7855"/>
                  <a:pt x="10309" y="8074"/>
                  <a:pt x="10309" y="8346"/>
                </a:cubicBezTo>
                <a:lnTo>
                  <a:pt x="10309" y="19924"/>
                </a:lnTo>
                <a:lnTo>
                  <a:pt x="8202" y="17817"/>
                </a:lnTo>
                <a:cubicBezTo>
                  <a:pt x="8113" y="17728"/>
                  <a:pt x="7990" y="17673"/>
                  <a:pt x="7855" y="17673"/>
                </a:cubicBezTo>
                <a:cubicBezTo>
                  <a:pt x="7583" y="17673"/>
                  <a:pt x="7364" y="17893"/>
                  <a:pt x="7364" y="18164"/>
                </a:cubicBezTo>
                <a:cubicBezTo>
                  <a:pt x="7364" y="18300"/>
                  <a:pt x="7419" y="18422"/>
                  <a:pt x="7507" y="18511"/>
                </a:cubicBezTo>
                <a:lnTo>
                  <a:pt x="10453" y="21456"/>
                </a:lnTo>
                <a:cubicBezTo>
                  <a:pt x="10542" y="21545"/>
                  <a:pt x="10664" y="21600"/>
                  <a:pt x="10800" y="21600"/>
                </a:cubicBezTo>
                <a:cubicBezTo>
                  <a:pt x="10936" y="21600"/>
                  <a:pt x="11058" y="21545"/>
                  <a:pt x="11147" y="21456"/>
                </a:cubicBezTo>
                <a:lnTo>
                  <a:pt x="14093" y="18511"/>
                </a:lnTo>
                <a:cubicBezTo>
                  <a:pt x="14182" y="18422"/>
                  <a:pt x="14236" y="18300"/>
                  <a:pt x="14236" y="18164"/>
                </a:cubicBezTo>
                <a:cubicBezTo>
                  <a:pt x="14236" y="17893"/>
                  <a:pt x="14017" y="17673"/>
                  <a:pt x="13745" y="176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0" name="Shape 2848">
            <a:extLst>
              <a:ext uri="{FF2B5EF4-FFF2-40B4-BE49-F238E27FC236}">
                <a16:creationId xmlns:a16="http://schemas.microsoft.com/office/drawing/2014/main" id="{2D033A16-2FAE-F6AF-8075-E617B13F1D60}"/>
              </a:ext>
            </a:extLst>
          </p:cNvPr>
          <p:cNvSpPr/>
          <p:nvPr/>
        </p:nvSpPr>
        <p:spPr>
          <a:xfrm>
            <a:off x="4637249" y="3939045"/>
            <a:ext cx="279328" cy="279325"/>
          </a:xfrm>
          <a:custGeom>
            <a:avLst/>
            <a:gdLst/>
            <a:ahLst/>
            <a:cxnLst>
              <a:cxn ang="0">
                <a:pos x="wd2" y="hd2"/>
              </a:cxn>
              <a:cxn ang="5400000">
                <a:pos x="wd2" y="hd2"/>
              </a:cxn>
              <a:cxn ang="10800000">
                <a:pos x="wd2" y="hd2"/>
              </a:cxn>
              <a:cxn ang="16200000">
                <a:pos x="wd2" y="hd2"/>
              </a:cxn>
            </a:cxnLst>
            <a:rect l="0" t="0" r="r" b="b"/>
            <a:pathLst>
              <a:path w="21600" h="21600" extrusionOk="0">
                <a:moveTo>
                  <a:pt x="18634" y="6292"/>
                </a:moveTo>
                <a:cubicBezTo>
                  <a:pt x="18643" y="6159"/>
                  <a:pt x="18655" y="6026"/>
                  <a:pt x="18655" y="5891"/>
                </a:cubicBezTo>
                <a:cubicBezTo>
                  <a:pt x="18655" y="2638"/>
                  <a:pt x="16017" y="0"/>
                  <a:pt x="12764" y="0"/>
                </a:cubicBezTo>
                <a:cubicBezTo>
                  <a:pt x="10499" y="0"/>
                  <a:pt x="8536" y="1279"/>
                  <a:pt x="7550" y="3153"/>
                </a:cubicBezTo>
                <a:cubicBezTo>
                  <a:pt x="7185" y="3021"/>
                  <a:pt x="6793" y="2945"/>
                  <a:pt x="6382" y="2945"/>
                </a:cubicBezTo>
                <a:cubicBezTo>
                  <a:pt x="4484" y="2945"/>
                  <a:pt x="2945" y="4484"/>
                  <a:pt x="2945" y="6382"/>
                </a:cubicBezTo>
                <a:cubicBezTo>
                  <a:pt x="2945" y="6629"/>
                  <a:pt x="2973" y="6869"/>
                  <a:pt x="3022" y="7101"/>
                </a:cubicBezTo>
                <a:cubicBezTo>
                  <a:pt x="1267" y="7686"/>
                  <a:pt x="0" y="9339"/>
                  <a:pt x="0" y="11291"/>
                </a:cubicBezTo>
                <a:cubicBezTo>
                  <a:pt x="0" y="13731"/>
                  <a:pt x="1978" y="15709"/>
                  <a:pt x="4418" y="15709"/>
                </a:cubicBezTo>
                <a:lnTo>
                  <a:pt x="8836" y="15709"/>
                </a:lnTo>
                <a:cubicBezTo>
                  <a:pt x="9108" y="15709"/>
                  <a:pt x="9327" y="15489"/>
                  <a:pt x="9327" y="15218"/>
                </a:cubicBezTo>
                <a:cubicBezTo>
                  <a:pt x="9327" y="14947"/>
                  <a:pt x="9108" y="14727"/>
                  <a:pt x="8836" y="14727"/>
                </a:cubicBezTo>
                <a:lnTo>
                  <a:pt x="4418" y="14727"/>
                </a:lnTo>
                <a:cubicBezTo>
                  <a:pt x="2524" y="14727"/>
                  <a:pt x="982" y="13185"/>
                  <a:pt x="982" y="11291"/>
                </a:cubicBezTo>
                <a:cubicBezTo>
                  <a:pt x="982" y="9810"/>
                  <a:pt x="1926" y="8502"/>
                  <a:pt x="3333" y="8033"/>
                </a:cubicBezTo>
                <a:lnTo>
                  <a:pt x="4165" y="7756"/>
                </a:lnTo>
                <a:lnTo>
                  <a:pt x="3982" y="6897"/>
                </a:lnTo>
                <a:cubicBezTo>
                  <a:pt x="3946" y="6725"/>
                  <a:pt x="3927" y="6551"/>
                  <a:pt x="3927" y="6382"/>
                </a:cubicBezTo>
                <a:cubicBezTo>
                  <a:pt x="3927" y="5028"/>
                  <a:pt x="5028" y="3927"/>
                  <a:pt x="6382" y="3927"/>
                </a:cubicBezTo>
                <a:cubicBezTo>
                  <a:pt x="6662" y="3927"/>
                  <a:pt x="6942" y="3977"/>
                  <a:pt x="7215" y="4077"/>
                </a:cubicBezTo>
                <a:lnTo>
                  <a:pt x="8019" y="4368"/>
                </a:lnTo>
                <a:lnTo>
                  <a:pt x="8418" y="3611"/>
                </a:lnTo>
                <a:cubicBezTo>
                  <a:pt x="9272" y="1989"/>
                  <a:pt x="10937" y="982"/>
                  <a:pt x="12764" y="982"/>
                </a:cubicBezTo>
                <a:cubicBezTo>
                  <a:pt x="15470" y="982"/>
                  <a:pt x="17673" y="3184"/>
                  <a:pt x="17673" y="5891"/>
                </a:cubicBezTo>
                <a:cubicBezTo>
                  <a:pt x="17673" y="5977"/>
                  <a:pt x="17666" y="6060"/>
                  <a:pt x="17660" y="6145"/>
                </a:cubicBezTo>
                <a:lnTo>
                  <a:pt x="17655" y="6229"/>
                </a:lnTo>
                <a:lnTo>
                  <a:pt x="17610" y="6920"/>
                </a:lnTo>
                <a:lnTo>
                  <a:pt x="18245" y="7194"/>
                </a:lnTo>
                <a:cubicBezTo>
                  <a:pt x="19687" y="7816"/>
                  <a:pt x="20618" y="9232"/>
                  <a:pt x="20618" y="10800"/>
                </a:cubicBezTo>
                <a:cubicBezTo>
                  <a:pt x="20618" y="12965"/>
                  <a:pt x="18856" y="14727"/>
                  <a:pt x="16691" y="14727"/>
                </a:cubicBezTo>
                <a:lnTo>
                  <a:pt x="12764" y="14727"/>
                </a:lnTo>
                <a:cubicBezTo>
                  <a:pt x="12492" y="14727"/>
                  <a:pt x="12273" y="14947"/>
                  <a:pt x="12273" y="15218"/>
                </a:cubicBezTo>
                <a:cubicBezTo>
                  <a:pt x="12273" y="15489"/>
                  <a:pt x="12492" y="15709"/>
                  <a:pt x="12764" y="15709"/>
                </a:cubicBezTo>
                <a:lnTo>
                  <a:pt x="16691" y="15709"/>
                </a:lnTo>
                <a:cubicBezTo>
                  <a:pt x="19401" y="15709"/>
                  <a:pt x="21600" y="13511"/>
                  <a:pt x="21600" y="10800"/>
                </a:cubicBezTo>
                <a:cubicBezTo>
                  <a:pt x="21600" y="8780"/>
                  <a:pt x="20378" y="7045"/>
                  <a:pt x="18634" y="6292"/>
                </a:cubicBezTo>
                <a:moveTo>
                  <a:pt x="13745" y="11782"/>
                </a:moveTo>
                <a:cubicBezTo>
                  <a:pt x="14017" y="11782"/>
                  <a:pt x="14236" y="11562"/>
                  <a:pt x="14236" y="11291"/>
                </a:cubicBezTo>
                <a:cubicBezTo>
                  <a:pt x="14236" y="11156"/>
                  <a:pt x="14182" y="11033"/>
                  <a:pt x="14093" y="10944"/>
                </a:cubicBezTo>
                <a:lnTo>
                  <a:pt x="11147" y="7998"/>
                </a:lnTo>
                <a:cubicBezTo>
                  <a:pt x="11058" y="7910"/>
                  <a:pt x="10936" y="7855"/>
                  <a:pt x="10800" y="7855"/>
                </a:cubicBezTo>
                <a:cubicBezTo>
                  <a:pt x="10665" y="7855"/>
                  <a:pt x="10542" y="7910"/>
                  <a:pt x="10453" y="7998"/>
                </a:cubicBezTo>
                <a:lnTo>
                  <a:pt x="7507" y="10944"/>
                </a:lnTo>
                <a:cubicBezTo>
                  <a:pt x="7419" y="11033"/>
                  <a:pt x="7364" y="11156"/>
                  <a:pt x="7364" y="11291"/>
                </a:cubicBezTo>
                <a:cubicBezTo>
                  <a:pt x="7364" y="11562"/>
                  <a:pt x="7583" y="11782"/>
                  <a:pt x="7855" y="11782"/>
                </a:cubicBezTo>
                <a:cubicBezTo>
                  <a:pt x="7990" y="11782"/>
                  <a:pt x="8113" y="11727"/>
                  <a:pt x="8202" y="11638"/>
                </a:cubicBezTo>
                <a:lnTo>
                  <a:pt x="10309" y="9531"/>
                </a:lnTo>
                <a:lnTo>
                  <a:pt x="10309" y="21109"/>
                </a:lnTo>
                <a:cubicBezTo>
                  <a:pt x="10309" y="21380"/>
                  <a:pt x="10529" y="21600"/>
                  <a:pt x="10800" y="21600"/>
                </a:cubicBezTo>
                <a:cubicBezTo>
                  <a:pt x="11071" y="21600"/>
                  <a:pt x="11291" y="21380"/>
                  <a:pt x="11291" y="21109"/>
                </a:cubicBezTo>
                <a:lnTo>
                  <a:pt x="11291" y="9531"/>
                </a:lnTo>
                <a:lnTo>
                  <a:pt x="13398" y="11638"/>
                </a:lnTo>
                <a:cubicBezTo>
                  <a:pt x="13488" y="11727"/>
                  <a:pt x="13610" y="11782"/>
                  <a:pt x="13745" y="117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1" name="Shape 2849">
            <a:extLst>
              <a:ext uri="{FF2B5EF4-FFF2-40B4-BE49-F238E27FC236}">
                <a16:creationId xmlns:a16="http://schemas.microsoft.com/office/drawing/2014/main" id="{9A4D33C7-71A4-011D-757A-5AE5CDC9331C}"/>
              </a:ext>
            </a:extLst>
          </p:cNvPr>
          <p:cNvSpPr/>
          <p:nvPr/>
        </p:nvSpPr>
        <p:spPr>
          <a:xfrm>
            <a:off x="5170510" y="3958090"/>
            <a:ext cx="279328" cy="241467"/>
          </a:xfrm>
          <a:custGeom>
            <a:avLst/>
            <a:gdLst/>
            <a:ahLst/>
            <a:cxnLst>
              <a:cxn ang="0">
                <a:pos x="wd2" y="hd2"/>
              </a:cxn>
              <a:cxn ang="5400000">
                <a:pos x="wd2" y="hd2"/>
              </a:cxn>
              <a:cxn ang="10800000">
                <a:pos x="wd2" y="hd2"/>
              </a:cxn>
              <a:cxn ang="16200000">
                <a:pos x="wd2" y="hd2"/>
              </a:cxn>
            </a:cxnLst>
            <a:rect l="0" t="0" r="r" b="b"/>
            <a:pathLst>
              <a:path w="21600" h="21582" extrusionOk="0">
                <a:moveTo>
                  <a:pt x="13421" y="20466"/>
                </a:moveTo>
                <a:lnTo>
                  <a:pt x="12630" y="20221"/>
                </a:lnTo>
                <a:cubicBezTo>
                  <a:pt x="13305" y="19604"/>
                  <a:pt x="13745" y="18664"/>
                  <a:pt x="13745" y="17589"/>
                </a:cubicBezTo>
                <a:cubicBezTo>
                  <a:pt x="13745" y="16189"/>
                  <a:pt x="13013" y="14988"/>
                  <a:pt x="11967" y="14465"/>
                </a:cubicBezTo>
                <a:lnTo>
                  <a:pt x="11702" y="15585"/>
                </a:lnTo>
                <a:cubicBezTo>
                  <a:pt x="12330" y="15964"/>
                  <a:pt x="12764" y="16715"/>
                  <a:pt x="12764" y="17589"/>
                </a:cubicBezTo>
                <a:cubicBezTo>
                  <a:pt x="12764" y="18299"/>
                  <a:pt x="12477" y="18923"/>
                  <a:pt x="12035" y="19336"/>
                </a:cubicBezTo>
                <a:lnTo>
                  <a:pt x="12296" y="18213"/>
                </a:lnTo>
                <a:cubicBezTo>
                  <a:pt x="12327" y="18073"/>
                  <a:pt x="12314" y="17918"/>
                  <a:pt x="12246" y="17782"/>
                </a:cubicBezTo>
                <a:cubicBezTo>
                  <a:pt x="12111" y="17511"/>
                  <a:pt x="11811" y="17418"/>
                  <a:pt x="11576" y="17574"/>
                </a:cubicBezTo>
                <a:cubicBezTo>
                  <a:pt x="11459" y="17653"/>
                  <a:pt x="11380" y="17779"/>
                  <a:pt x="11347" y="17920"/>
                </a:cubicBezTo>
                <a:lnTo>
                  <a:pt x="10808" y="20244"/>
                </a:lnTo>
                <a:cubicBezTo>
                  <a:pt x="10776" y="20384"/>
                  <a:pt x="10789" y="20539"/>
                  <a:pt x="10857" y="20675"/>
                </a:cubicBezTo>
                <a:cubicBezTo>
                  <a:pt x="10920" y="20802"/>
                  <a:pt x="11021" y="20885"/>
                  <a:pt x="11133" y="20927"/>
                </a:cubicBezTo>
                <a:lnTo>
                  <a:pt x="11126" y="20956"/>
                </a:lnTo>
                <a:cubicBezTo>
                  <a:pt x="11142" y="20954"/>
                  <a:pt x="11158" y="20948"/>
                  <a:pt x="11173" y="20945"/>
                </a:cubicBezTo>
                <a:lnTo>
                  <a:pt x="13166" y="21562"/>
                </a:lnTo>
                <a:cubicBezTo>
                  <a:pt x="13288" y="21600"/>
                  <a:pt x="13422" y="21584"/>
                  <a:pt x="13539" y="21506"/>
                </a:cubicBezTo>
                <a:cubicBezTo>
                  <a:pt x="13774" y="21350"/>
                  <a:pt x="13855" y="21002"/>
                  <a:pt x="13719" y="20730"/>
                </a:cubicBezTo>
                <a:cubicBezTo>
                  <a:pt x="13651" y="20595"/>
                  <a:pt x="13542" y="20503"/>
                  <a:pt x="13421" y="20466"/>
                </a:cubicBezTo>
                <a:moveTo>
                  <a:pt x="18634" y="7273"/>
                </a:moveTo>
                <a:cubicBezTo>
                  <a:pt x="18643" y="7119"/>
                  <a:pt x="18655" y="6966"/>
                  <a:pt x="18655" y="6809"/>
                </a:cubicBezTo>
                <a:cubicBezTo>
                  <a:pt x="18655" y="3049"/>
                  <a:pt x="16017" y="0"/>
                  <a:pt x="12764" y="0"/>
                </a:cubicBezTo>
                <a:cubicBezTo>
                  <a:pt x="10499" y="0"/>
                  <a:pt x="8536" y="1479"/>
                  <a:pt x="7550" y="3645"/>
                </a:cubicBezTo>
                <a:cubicBezTo>
                  <a:pt x="7185" y="3492"/>
                  <a:pt x="6793" y="3404"/>
                  <a:pt x="6382" y="3404"/>
                </a:cubicBezTo>
                <a:cubicBezTo>
                  <a:pt x="4484" y="3404"/>
                  <a:pt x="2945" y="5183"/>
                  <a:pt x="2945" y="7376"/>
                </a:cubicBezTo>
                <a:cubicBezTo>
                  <a:pt x="2945" y="7662"/>
                  <a:pt x="2973" y="7940"/>
                  <a:pt x="3022" y="8208"/>
                </a:cubicBezTo>
                <a:cubicBezTo>
                  <a:pt x="1267" y="8884"/>
                  <a:pt x="0" y="10794"/>
                  <a:pt x="0" y="13050"/>
                </a:cubicBezTo>
                <a:cubicBezTo>
                  <a:pt x="0" y="15871"/>
                  <a:pt x="1978" y="18157"/>
                  <a:pt x="4418" y="18157"/>
                </a:cubicBezTo>
                <a:lnTo>
                  <a:pt x="6382" y="18157"/>
                </a:lnTo>
                <a:cubicBezTo>
                  <a:pt x="6653" y="18157"/>
                  <a:pt x="6873" y="17903"/>
                  <a:pt x="6873" y="17589"/>
                </a:cubicBezTo>
                <a:cubicBezTo>
                  <a:pt x="6873" y="17276"/>
                  <a:pt x="6653" y="17022"/>
                  <a:pt x="6382" y="17022"/>
                </a:cubicBezTo>
                <a:lnTo>
                  <a:pt x="4418" y="17022"/>
                </a:lnTo>
                <a:cubicBezTo>
                  <a:pt x="2524" y="17022"/>
                  <a:pt x="982" y="15240"/>
                  <a:pt x="982" y="13050"/>
                </a:cubicBezTo>
                <a:cubicBezTo>
                  <a:pt x="982" y="11339"/>
                  <a:pt x="1926" y="9826"/>
                  <a:pt x="3333" y="9284"/>
                </a:cubicBezTo>
                <a:lnTo>
                  <a:pt x="4165" y="8964"/>
                </a:lnTo>
                <a:lnTo>
                  <a:pt x="3982" y="7971"/>
                </a:lnTo>
                <a:cubicBezTo>
                  <a:pt x="3946" y="7773"/>
                  <a:pt x="3927" y="7572"/>
                  <a:pt x="3927" y="7376"/>
                </a:cubicBezTo>
                <a:cubicBezTo>
                  <a:pt x="3927" y="5812"/>
                  <a:pt x="5028" y="4539"/>
                  <a:pt x="6382" y="4539"/>
                </a:cubicBezTo>
                <a:cubicBezTo>
                  <a:pt x="6661" y="4539"/>
                  <a:pt x="6942" y="4597"/>
                  <a:pt x="7215" y="4712"/>
                </a:cubicBezTo>
                <a:lnTo>
                  <a:pt x="8019" y="5049"/>
                </a:lnTo>
                <a:lnTo>
                  <a:pt x="8418" y="4173"/>
                </a:lnTo>
                <a:cubicBezTo>
                  <a:pt x="9272" y="2299"/>
                  <a:pt x="10937" y="1135"/>
                  <a:pt x="12764" y="1135"/>
                </a:cubicBezTo>
                <a:cubicBezTo>
                  <a:pt x="15470" y="1135"/>
                  <a:pt x="17673" y="3680"/>
                  <a:pt x="17673" y="6809"/>
                </a:cubicBezTo>
                <a:cubicBezTo>
                  <a:pt x="17673" y="6908"/>
                  <a:pt x="17666" y="7005"/>
                  <a:pt x="17660" y="7102"/>
                </a:cubicBezTo>
                <a:lnTo>
                  <a:pt x="17655" y="7199"/>
                </a:lnTo>
                <a:lnTo>
                  <a:pt x="17610" y="7998"/>
                </a:lnTo>
                <a:lnTo>
                  <a:pt x="18245" y="8315"/>
                </a:lnTo>
                <a:cubicBezTo>
                  <a:pt x="19687" y="9034"/>
                  <a:pt x="20618" y="10670"/>
                  <a:pt x="20618" y="12483"/>
                </a:cubicBezTo>
                <a:cubicBezTo>
                  <a:pt x="20618" y="14986"/>
                  <a:pt x="18856" y="17022"/>
                  <a:pt x="16691" y="17022"/>
                </a:cubicBezTo>
                <a:lnTo>
                  <a:pt x="15218" y="17022"/>
                </a:lnTo>
                <a:cubicBezTo>
                  <a:pt x="14947" y="17022"/>
                  <a:pt x="14727" y="17276"/>
                  <a:pt x="14727" y="17589"/>
                </a:cubicBezTo>
                <a:cubicBezTo>
                  <a:pt x="14727" y="17903"/>
                  <a:pt x="14947" y="18157"/>
                  <a:pt x="15218" y="18157"/>
                </a:cubicBezTo>
                <a:lnTo>
                  <a:pt x="16691" y="18157"/>
                </a:lnTo>
                <a:cubicBezTo>
                  <a:pt x="19402" y="18157"/>
                  <a:pt x="21600" y="15617"/>
                  <a:pt x="21600" y="12483"/>
                </a:cubicBezTo>
                <a:cubicBezTo>
                  <a:pt x="21600" y="10147"/>
                  <a:pt x="20378" y="8143"/>
                  <a:pt x="18634" y="7273"/>
                </a:cubicBezTo>
                <a:moveTo>
                  <a:pt x="10773" y="14522"/>
                </a:moveTo>
                <a:cubicBezTo>
                  <a:pt x="10711" y="14398"/>
                  <a:pt x="10613" y="14316"/>
                  <a:pt x="10504" y="14274"/>
                </a:cubicBezTo>
                <a:lnTo>
                  <a:pt x="10517" y="14218"/>
                </a:lnTo>
                <a:cubicBezTo>
                  <a:pt x="10484" y="14221"/>
                  <a:pt x="10451" y="14231"/>
                  <a:pt x="10418" y="14240"/>
                </a:cubicBezTo>
                <a:lnTo>
                  <a:pt x="8463" y="13634"/>
                </a:lnTo>
                <a:lnTo>
                  <a:pt x="8463" y="13635"/>
                </a:lnTo>
                <a:cubicBezTo>
                  <a:pt x="8343" y="13598"/>
                  <a:pt x="8209" y="13613"/>
                  <a:pt x="8091" y="13692"/>
                </a:cubicBezTo>
                <a:cubicBezTo>
                  <a:pt x="7856" y="13848"/>
                  <a:pt x="7776" y="14195"/>
                  <a:pt x="7911" y="14466"/>
                </a:cubicBezTo>
                <a:cubicBezTo>
                  <a:pt x="7979" y="14602"/>
                  <a:pt x="8088" y="14693"/>
                  <a:pt x="8210" y="14731"/>
                </a:cubicBezTo>
                <a:lnTo>
                  <a:pt x="8965" y="14964"/>
                </a:lnTo>
                <a:cubicBezTo>
                  <a:pt x="8292" y="15580"/>
                  <a:pt x="7855" y="16518"/>
                  <a:pt x="7855" y="17589"/>
                </a:cubicBezTo>
                <a:cubicBezTo>
                  <a:pt x="7855" y="19007"/>
                  <a:pt x="8604" y="20220"/>
                  <a:pt x="9671" y="20732"/>
                </a:cubicBezTo>
                <a:lnTo>
                  <a:pt x="9934" y="19617"/>
                </a:lnTo>
                <a:cubicBezTo>
                  <a:pt x="9286" y="19246"/>
                  <a:pt x="8836" y="18482"/>
                  <a:pt x="8836" y="17589"/>
                </a:cubicBezTo>
                <a:cubicBezTo>
                  <a:pt x="8836" y="16857"/>
                  <a:pt x="9142" y="16215"/>
                  <a:pt x="9609" y="15802"/>
                </a:cubicBezTo>
                <a:lnTo>
                  <a:pt x="9335" y="16984"/>
                </a:lnTo>
                <a:cubicBezTo>
                  <a:pt x="9303" y="17124"/>
                  <a:pt x="9317" y="17279"/>
                  <a:pt x="9384" y="17415"/>
                </a:cubicBezTo>
                <a:cubicBezTo>
                  <a:pt x="9520" y="17686"/>
                  <a:pt x="9820" y="17779"/>
                  <a:pt x="10055" y="17623"/>
                </a:cubicBezTo>
                <a:cubicBezTo>
                  <a:pt x="10172" y="17544"/>
                  <a:pt x="10251" y="17418"/>
                  <a:pt x="10283" y="17278"/>
                </a:cubicBezTo>
                <a:lnTo>
                  <a:pt x="10823" y="14952"/>
                </a:lnTo>
                <a:cubicBezTo>
                  <a:pt x="10855" y="14812"/>
                  <a:pt x="10841" y="14658"/>
                  <a:pt x="10773" y="1452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2" name="Shape 2850">
            <a:extLst>
              <a:ext uri="{FF2B5EF4-FFF2-40B4-BE49-F238E27FC236}">
                <a16:creationId xmlns:a16="http://schemas.microsoft.com/office/drawing/2014/main" id="{197DF3D6-4ABD-374F-43C8-6A908F296117}"/>
              </a:ext>
            </a:extLst>
          </p:cNvPr>
          <p:cNvSpPr/>
          <p:nvPr/>
        </p:nvSpPr>
        <p:spPr>
          <a:xfrm>
            <a:off x="5703771"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491" y="0"/>
                </a:moveTo>
                <a:cubicBezTo>
                  <a:pt x="220" y="0"/>
                  <a:pt x="0" y="220"/>
                  <a:pt x="0" y="491"/>
                </a:cubicBezTo>
                <a:cubicBezTo>
                  <a:pt x="0" y="762"/>
                  <a:pt x="220" y="982"/>
                  <a:pt x="491" y="982"/>
                </a:cubicBezTo>
                <a:cubicBezTo>
                  <a:pt x="11607" y="982"/>
                  <a:pt x="20618" y="9993"/>
                  <a:pt x="20618" y="21109"/>
                </a:cubicBezTo>
                <a:cubicBezTo>
                  <a:pt x="20618" y="21380"/>
                  <a:pt x="20838" y="21600"/>
                  <a:pt x="21109" y="21600"/>
                </a:cubicBezTo>
                <a:cubicBezTo>
                  <a:pt x="21380" y="21600"/>
                  <a:pt x="21600" y="21380"/>
                  <a:pt x="21600" y="21109"/>
                </a:cubicBezTo>
                <a:cubicBezTo>
                  <a:pt x="21600" y="9451"/>
                  <a:pt x="12149" y="0"/>
                  <a:pt x="491" y="0"/>
                </a:cubicBezTo>
                <a:moveTo>
                  <a:pt x="491" y="9818"/>
                </a:moveTo>
                <a:cubicBezTo>
                  <a:pt x="220" y="9818"/>
                  <a:pt x="0" y="10038"/>
                  <a:pt x="0" y="10309"/>
                </a:cubicBezTo>
                <a:cubicBezTo>
                  <a:pt x="0" y="10581"/>
                  <a:pt x="220" y="10800"/>
                  <a:pt x="491" y="10800"/>
                </a:cubicBezTo>
                <a:cubicBezTo>
                  <a:pt x="6184" y="10800"/>
                  <a:pt x="10800" y="15416"/>
                  <a:pt x="10800" y="21109"/>
                </a:cubicBezTo>
                <a:cubicBezTo>
                  <a:pt x="10800" y="21380"/>
                  <a:pt x="11020" y="21600"/>
                  <a:pt x="11291" y="21600"/>
                </a:cubicBezTo>
                <a:cubicBezTo>
                  <a:pt x="11562" y="21600"/>
                  <a:pt x="11782" y="21380"/>
                  <a:pt x="11782" y="21109"/>
                </a:cubicBezTo>
                <a:cubicBezTo>
                  <a:pt x="11782" y="14873"/>
                  <a:pt x="6727" y="9818"/>
                  <a:pt x="491" y="9818"/>
                </a:cubicBezTo>
                <a:moveTo>
                  <a:pt x="491" y="4909"/>
                </a:moveTo>
                <a:cubicBezTo>
                  <a:pt x="220" y="4909"/>
                  <a:pt x="0" y="5129"/>
                  <a:pt x="0" y="5400"/>
                </a:cubicBezTo>
                <a:cubicBezTo>
                  <a:pt x="0" y="5672"/>
                  <a:pt x="220" y="5891"/>
                  <a:pt x="491" y="5891"/>
                </a:cubicBezTo>
                <a:cubicBezTo>
                  <a:pt x="8896" y="5891"/>
                  <a:pt x="15709" y="12705"/>
                  <a:pt x="15709" y="21109"/>
                </a:cubicBezTo>
                <a:cubicBezTo>
                  <a:pt x="15709" y="21380"/>
                  <a:pt x="15929" y="21600"/>
                  <a:pt x="16200" y="21600"/>
                </a:cubicBezTo>
                <a:cubicBezTo>
                  <a:pt x="16471" y="21600"/>
                  <a:pt x="16691" y="21380"/>
                  <a:pt x="16691" y="21109"/>
                </a:cubicBezTo>
                <a:cubicBezTo>
                  <a:pt x="16691" y="12162"/>
                  <a:pt x="9438" y="4909"/>
                  <a:pt x="491" y="4909"/>
                </a:cubicBezTo>
                <a:moveTo>
                  <a:pt x="2945" y="20618"/>
                </a:moveTo>
                <a:cubicBezTo>
                  <a:pt x="1861" y="20618"/>
                  <a:pt x="982" y="19739"/>
                  <a:pt x="982" y="18655"/>
                </a:cubicBezTo>
                <a:cubicBezTo>
                  <a:pt x="982" y="17570"/>
                  <a:pt x="1861" y="16691"/>
                  <a:pt x="2945" y="16691"/>
                </a:cubicBezTo>
                <a:cubicBezTo>
                  <a:pt x="4030" y="16691"/>
                  <a:pt x="4909" y="17570"/>
                  <a:pt x="4909" y="18655"/>
                </a:cubicBezTo>
                <a:cubicBezTo>
                  <a:pt x="4909" y="19739"/>
                  <a:pt x="4030" y="20618"/>
                  <a:pt x="2945" y="20618"/>
                </a:cubicBezTo>
                <a:moveTo>
                  <a:pt x="2945" y="15709"/>
                </a:moveTo>
                <a:cubicBezTo>
                  <a:pt x="1319" y="15709"/>
                  <a:pt x="0" y="17028"/>
                  <a:pt x="0" y="18655"/>
                </a:cubicBezTo>
                <a:cubicBezTo>
                  <a:pt x="0" y="20281"/>
                  <a:pt x="1319" y="21600"/>
                  <a:pt x="2945" y="21600"/>
                </a:cubicBezTo>
                <a:cubicBezTo>
                  <a:pt x="4573" y="21600"/>
                  <a:pt x="5891" y="20281"/>
                  <a:pt x="5891" y="18655"/>
                </a:cubicBezTo>
                <a:cubicBezTo>
                  <a:pt x="5891" y="17028"/>
                  <a:pt x="4573" y="15709"/>
                  <a:pt x="2945" y="157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3" name="Shape 2851">
            <a:extLst>
              <a:ext uri="{FF2B5EF4-FFF2-40B4-BE49-F238E27FC236}">
                <a16:creationId xmlns:a16="http://schemas.microsoft.com/office/drawing/2014/main" id="{D0DF29D5-396A-F0CC-DA67-5C963021CD8D}"/>
              </a:ext>
            </a:extLst>
          </p:cNvPr>
          <p:cNvSpPr/>
          <p:nvPr/>
        </p:nvSpPr>
        <p:spPr>
          <a:xfrm>
            <a:off x="904422" y="44723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5891" y="10309"/>
                </a:moveTo>
                <a:lnTo>
                  <a:pt x="4909" y="10309"/>
                </a:lnTo>
                <a:cubicBezTo>
                  <a:pt x="4638" y="10309"/>
                  <a:pt x="4418" y="10529"/>
                  <a:pt x="4418" y="10800"/>
                </a:cubicBezTo>
                <a:cubicBezTo>
                  <a:pt x="4418" y="11071"/>
                  <a:pt x="4638" y="11291"/>
                  <a:pt x="4909" y="11291"/>
                </a:cubicBezTo>
                <a:lnTo>
                  <a:pt x="5891" y="11291"/>
                </a:lnTo>
                <a:cubicBezTo>
                  <a:pt x="8331" y="11291"/>
                  <a:pt x="10309" y="13269"/>
                  <a:pt x="10309" y="15709"/>
                </a:cubicBezTo>
                <a:lnTo>
                  <a:pt x="10309" y="16691"/>
                </a:lnTo>
                <a:cubicBezTo>
                  <a:pt x="10309" y="16962"/>
                  <a:pt x="10529" y="17182"/>
                  <a:pt x="10800" y="17182"/>
                </a:cubicBezTo>
                <a:cubicBezTo>
                  <a:pt x="11071" y="17182"/>
                  <a:pt x="11291" y="16962"/>
                  <a:pt x="11291" y="16691"/>
                </a:cubicBezTo>
                <a:lnTo>
                  <a:pt x="11291" y="15709"/>
                </a:lnTo>
                <a:cubicBezTo>
                  <a:pt x="11291" y="12727"/>
                  <a:pt x="8873" y="10309"/>
                  <a:pt x="5891" y="10309"/>
                </a:cubicBezTo>
                <a:moveTo>
                  <a:pt x="5891" y="7364"/>
                </a:moveTo>
                <a:lnTo>
                  <a:pt x="4909" y="7364"/>
                </a:lnTo>
                <a:cubicBezTo>
                  <a:pt x="4638" y="7364"/>
                  <a:pt x="4418" y="7583"/>
                  <a:pt x="4418" y="7855"/>
                </a:cubicBezTo>
                <a:cubicBezTo>
                  <a:pt x="4418" y="8126"/>
                  <a:pt x="4638" y="8345"/>
                  <a:pt x="4909" y="8345"/>
                </a:cubicBezTo>
                <a:lnTo>
                  <a:pt x="5891" y="8345"/>
                </a:lnTo>
                <a:cubicBezTo>
                  <a:pt x="9958" y="8345"/>
                  <a:pt x="13255" y="11642"/>
                  <a:pt x="13255" y="15709"/>
                </a:cubicBezTo>
                <a:lnTo>
                  <a:pt x="13255" y="16691"/>
                </a:lnTo>
                <a:cubicBezTo>
                  <a:pt x="13255" y="16962"/>
                  <a:pt x="13475" y="17182"/>
                  <a:pt x="13745" y="17182"/>
                </a:cubicBezTo>
                <a:cubicBezTo>
                  <a:pt x="14016" y="17182"/>
                  <a:pt x="14236" y="16962"/>
                  <a:pt x="14236" y="16691"/>
                </a:cubicBezTo>
                <a:lnTo>
                  <a:pt x="14236" y="15709"/>
                </a:lnTo>
                <a:cubicBezTo>
                  <a:pt x="14236" y="11100"/>
                  <a:pt x="10500" y="7364"/>
                  <a:pt x="5891" y="7364"/>
                </a:cubicBezTo>
                <a:moveTo>
                  <a:pt x="6382" y="16200"/>
                </a:moveTo>
                <a:cubicBezTo>
                  <a:pt x="5840" y="16200"/>
                  <a:pt x="5400" y="15761"/>
                  <a:pt x="5400" y="15218"/>
                </a:cubicBezTo>
                <a:cubicBezTo>
                  <a:pt x="5400" y="14676"/>
                  <a:pt x="5840" y="14236"/>
                  <a:pt x="6382" y="14236"/>
                </a:cubicBezTo>
                <a:cubicBezTo>
                  <a:pt x="6924" y="14236"/>
                  <a:pt x="7364" y="14676"/>
                  <a:pt x="7364" y="15218"/>
                </a:cubicBezTo>
                <a:cubicBezTo>
                  <a:pt x="7364" y="15761"/>
                  <a:pt x="6924" y="16200"/>
                  <a:pt x="6382" y="16200"/>
                </a:cubicBezTo>
                <a:moveTo>
                  <a:pt x="6382" y="13255"/>
                </a:moveTo>
                <a:cubicBezTo>
                  <a:pt x="5297" y="13255"/>
                  <a:pt x="4418" y="14134"/>
                  <a:pt x="4418" y="15218"/>
                </a:cubicBezTo>
                <a:cubicBezTo>
                  <a:pt x="4418" y="16303"/>
                  <a:pt x="5297" y="17182"/>
                  <a:pt x="6382" y="17182"/>
                </a:cubicBezTo>
                <a:cubicBezTo>
                  <a:pt x="7466" y="17182"/>
                  <a:pt x="8345" y="16303"/>
                  <a:pt x="8345" y="15218"/>
                </a:cubicBezTo>
                <a:cubicBezTo>
                  <a:pt x="8345" y="14134"/>
                  <a:pt x="7466" y="13255"/>
                  <a:pt x="6382" y="13255"/>
                </a:cubicBezTo>
                <a:moveTo>
                  <a:pt x="5891" y="4418"/>
                </a:moveTo>
                <a:lnTo>
                  <a:pt x="4909" y="4418"/>
                </a:lnTo>
                <a:cubicBezTo>
                  <a:pt x="4638" y="4418"/>
                  <a:pt x="4418" y="4638"/>
                  <a:pt x="4418" y="4909"/>
                </a:cubicBezTo>
                <a:cubicBezTo>
                  <a:pt x="4418" y="5180"/>
                  <a:pt x="4638" y="5400"/>
                  <a:pt x="4909" y="5400"/>
                </a:cubicBezTo>
                <a:lnTo>
                  <a:pt x="5891" y="5400"/>
                </a:lnTo>
                <a:cubicBezTo>
                  <a:pt x="11585" y="5400"/>
                  <a:pt x="16200" y="10016"/>
                  <a:pt x="16200" y="15709"/>
                </a:cubicBezTo>
                <a:lnTo>
                  <a:pt x="16200" y="16691"/>
                </a:lnTo>
                <a:cubicBezTo>
                  <a:pt x="16200" y="16962"/>
                  <a:pt x="16420" y="17182"/>
                  <a:pt x="16691" y="17182"/>
                </a:cubicBezTo>
                <a:cubicBezTo>
                  <a:pt x="16962" y="17182"/>
                  <a:pt x="17182" y="16962"/>
                  <a:pt x="17182" y="16691"/>
                </a:cubicBezTo>
                <a:lnTo>
                  <a:pt x="17182" y="15709"/>
                </a:lnTo>
                <a:cubicBezTo>
                  <a:pt x="17182" y="9473"/>
                  <a:pt x="12127" y="4418"/>
                  <a:pt x="5891" y="4418"/>
                </a:cubicBezTo>
                <a:moveTo>
                  <a:pt x="20618" y="19636"/>
                </a:moveTo>
                <a:cubicBezTo>
                  <a:pt x="20618" y="20179"/>
                  <a:pt x="20178"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4" name="Shape 2852">
            <a:extLst>
              <a:ext uri="{FF2B5EF4-FFF2-40B4-BE49-F238E27FC236}">
                <a16:creationId xmlns:a16="http://schemas.microsoft.com/office/drawing/2014/main" id="{6CC71012-D6F1-7CC3-B6C9-72BCF4EB52A1}"/>
              </a:ext>
            </a:extLst>
          </p:cNvPr>
          <p:cNvSpPr/>
          <p:nvPr/>
        </p:nvSpPr>
        <p:spPr>
          <a:xfrm>
            <a:off x="1450379" y="4472306"/>
            <a:ext cx="253935" cy="279328"/>
          </a:xfrm>
          <a:custGeom>
            <a:avLst/>
            <a:gdLst/>
            <a:ahLst/>
            <a:cxnLst>
              <a:cxn ang="0">
                <a:pos x="wd2" y="hd2"/>
              </a:cxn>
              <a:cxn ang="5400000">
                <a:pos x="wd2" y="hd2"/>
              </a:cxn>
              <a:cxn ang="10800000">
                <a:pos x="wd2" y="hd2"/>
              </a:cxn>
              <a:cxn ang="16200000">
                <a:pos x="wd2" y="hd2"/>
              </a:cxn>
            </a:cxnLst>
            <a:rect l="0" t="0" r="r" b="b"/>
            <a:pathLst>
              <a:path w="21600" h="21600" extrusionOk="0">
                <a:moveTo>
                  <a:pt x="14244" y="12617"/>
                </a:moveTo>
                <a:cubicBezTo>
                  <a:pt x="14459" y="12872"/>
                  <a:pt x="14634" y="13163"/>
                  <a:pt x="14771" y="13485"/>
                </a:cubicBezTo>
                <a:cubicBezTo>
                  <a:pt x="16295" y="12407"/>
                  <a:pt x="17280" y="10728"/>
                  <a:pt x="17280" y="8836"/>
                </a:cubicBezTo>
                <a:cubicBezTo>
                  <a:pt x="17280" y="5583"/>
                  <a:pt x="14379" y="2945"/>
                  <a:pt x="10800" y="2945"/>
                </a:cubicBezTo>
                <a:cubicBezTo>
                  <a:pt x="7221" y="2945"/>
                  <a:pt x="4320" y="5583"/>
                  <a:pt x="4320" y="8836"/>
                </a:cubicBezTo>
                <a:cubicBezTo>
                  <a:pt x="4320" y="10714"/>
                  <a:pt x="5289" y="12382"/>
                  <a:pt x="6794" y="13461"/>
                </a:cubicBezTo>
                <a:cubicBezTo>
                  <a:pt x="6928" y="13135"/>
                  <a:pt x="7106" y="12845"/>
                  <a:pt x="7323" y="12590"/>
                </a:cubicBezTo>
                <a:cubicBezTo>
                  <a:pt x="6148" y="11689"/>
                  <a:pt x="5400" y="10343"/>
                  <a:pt x="5400" y="8836"/>
                </a:cubicBezTo>
                <a:cubicBezTo>
                  <a:pt x="5400" y="6125"/>
                  <a:pt x="7818" y="3927"/>
                  <a:pt x="10800" y="3927"/>
                </a:cubicBezTo>
                <a:cubicBezTo>
                  <a:pt x="13782" y="3927"/>
                  <a:pt x="16200" y="6125"/>
                  <a:pt x="16200" y="8836"/>
                </a:cubicBezTo>
                <a:cubicBezTo>
                  <a:pt x="16200" y="10358"/>
                  <a:pt x="15439" y="11717"/>
                  <a:pt x="14244" y="12617"/>
                </a:cubicBezTo>
                <a:moveTo>
                  <a:pt x="10800" y="0"/>
                </a:moveTo>
                <a:cubicBezTo>
                  <a:pt x="4836" y="0"/>
                  <a:pt x="0" y="4396"/>
                  <a:pt x="0" y="9818"/>
                </a:cubicBezTo>
                <a:cubicBezTo>
                  <a:pt x="0" y="14007"/>
                  <a:pt x="2891" y="17573"/>
                  <a:pt x="6953" y="18983"/>
                </a:cubicBezTo>
                <a:cubicBezTo>
                  <a:pt x="6874" y="18609"/>
                  <a:pt x="6803" y="18223"/>
                  <a:pt x="6741" y="17840"/>
                </a:cubicBezTo>
                <a:cubicBezTo>
                  <a:pt x="3402" y="16441"/>
                  <a:pt x="1080" y="13379"/>
                  <a:pt x="1080" y="9818"/>
                </a:cubicBezTo>
                <a:cubicBezTo>
                  <a:pt x="1080" y="4938"/>
                  <a:pt x="5432" y="982"/>
                  <a:pt x="10800" y="982"/>
                </a:cubicBezTo>
                <a:cubicBezTo>
                  <a:pt x="16168" y="982"/>
                  <a:pt x="20520" y="4938"/>
                  <a:pt x="20520" y="9818"/>
                </a:cubicBezTo>
                <a:cubicBezTo>
                  <a:pt x="20520" y="13374"/>
                  <a:pt x="18204" y="16431"/>
                  <a:pt x="14874" y="17833"/>
                </a:cubicBezTo>
                <a:cubicBezTo>
                  <a:pt x="14812" y="18216"/>
                  <a:pt x="14740" y="18603"/>
                  <a:pt x="14660" y="18979"/>
                </a:cubicBezTo>
                <a:cubicBezTo>
                  <a:pt x="18716" y="17565"/>
                  <a:pt x="21600" y="14002"/>
                  <a:pt x="21600" y="9818"/>
                </a:cubicBezTo>
                <a:cubicBezTo>
                  <a:pt x="21600" y="4396"/>
                  <a:pt x="16765" y="0"/>
                  <a:pt x="10800" y="0"/>
                </a:cubicBezTo>
                <a:moveTo>
                  <a:pt x="10800" y="7364"/>
                </a:moveTo>
                <a:cubicBezTo>
                  <a:pt x="11695" y="7364"/>
                  <a:pt x="12420" y="8023"/>
                  <a:pt x="12420" y="8836"/>
                </a:cubicBezTo>
                <a:cubicBezTo>
                  <a:pt x="12420" y="9649"/>
                  <a:pt x="11695" y="10309"/>
                  <a:pt x="10800" y="10309"/>
                </a:cubicBezTo>
                <a:cubicBezTo>
                  <a:pt x="9905" y="10309"/>
                  <a:pt x="9180" y="9649"/>
                  <a:pt x="9180" y="8836"/>
                </a:cubicBezTo>
                <a:cubicBezTo>
                  <a:pt x="9180" y="8023"/>
                  <a:pt x="9905" y="7364"/>
                  <a:pt x="10800" y="7364"/>
                </a:cubicBezTo>
                <a:moveTo>
                  <a:pt x="10800" y="11291"/>
                </a:moveTo>
                <a:cubicBezTo>
                  <a:pt x="12292" y="11291"/>
                  <a:pt x="13500" y="10192"/>
                  <a:pt x="13500" y="8836"/>
                </a:cubicBezTo>
                <a:cubicBezTo>
                  <a:pt x="13500" y="7481"/>
                  <a:pt x="12292" y="6382"/>
                  <a:pt x="10800" y="6382"/>
                </a:cubicBezTo>
                <a:cubicBezTo>
                  <a:pt x="9309" y="6382"/>
                  <a:pt x="8100" y="7481"/>
                  <a:pt x="8100" y="8836"/>
                </a:cubicBezTo>
                <a:cubicBezTo>
                  <a:pt x="8100" y="10192"/>
                  <a:pt x="9309" y="11291"/>
                  <a:pt x="10800" y="11291"/>
                </a:cubicBezTo>
                <a:moveTo>
                  <a:pt x="11994" y="20179"/>
                </a:moveTo>
                <a:cubicBezTo>
                  <a:pt x="11855" y="20433"/>
                  <a:pt x="11737" y="20560"/>
                  <a:pt x="11673" y="20618"/>
                </a:cubicBezTo>
                <a:lnTo>
                  <a:pt x="9927" y="20618"/>
                </a:lnTo>
                <a:cubicBezTo>
                  <a:pt x="9862" y="20560"/>
                  <a:pt x="9745" y="20433"/>
                  <a:pt x="9606" y="20179"/>
                </a:cubicBezTo>
                <a:cubicBezTo>
                  <a:pt x="9182" y="19408"/>
                  <a:pt x="8640" y="16626"/>
                  <a:pt x="8640" y="15218"/>
                </a:cubicBezTo>
                <a:cubicBezTo>
                  <a:pt x="8640" y="13768"/>
                  <a:pt x="9205" y="13255"/>
                  <a:pt x="10800" y="13255"/>
                </a:cubicBezTo>
                <a:cubicBezTo>
                  <a:pt x="12395" y="13255"/>
                  <a:pt x="12960" y="13768"/>
                  <a:pt x="12960" y="15218"/>
                </a:cubicBezTo>
                <a:cubicBezTo>
                  <a:pt x="12960" y="16626"/>
                  <a:pt x="12418" y="19408"/>
                  <a:pt x="11994" y="20179"/>
                </a:cubicBezTo>
                <a:moveTo>
                  <a:pt x="10800" y="12273"/>
                </a:moveTo>
                <a:cubicBezTo>
                  <a:pt x="8100" y="12273"/>
                  <a:pt x="7560" y="13745"/>
                  <a:pt x="7560" y="15218"/>
                </a:cubicBezTo>
                <a:cubicBezTo>
                  <a:pt x="7560" y="16691"/>
                  <a:pt x="8100" y="19636"/>
                  <a:pt x="8640" y="20618"/>
                </a:cubicBezTo>
                <a:cubicBezTo>
                  <a:pt x="9180" y="21600"/>
                  <a:pt x="9720" y="21600"/>
                  <a:pt x="9720" y="21600"/>
                </a:cubicBezTo>
                <a:lnTo>
                  <a:pt x="11880" y="21600"/>
                </a:lnTo>
                <a:cubicBezTo>
                  <a:pt x="11880" y="21600"/>
                  <a:pt x="12420" y="21600"/>
                  <a:pt x="12960" y="20618"/>
                </a:cubicBezTo>
                <a:cubicBezTo>
                  <a:pt x="13500" y="19636"/>
                  <a:pt x="14040" y="16691"/>
                  <a:pt x="14040" y="15218"/>
                </a:cubicBezTo>
                <a:cubicBezTo>
                  <a:pt x="14040" y="13745"/>
                  <a:pt x="13500" y="12273"/>
                  <a:pt x="10800" y="122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5" name="Shape 2853">
            <a:extLst>
              <a:ext uri="{FF2B5EF4-FFF2-40B4-BE49-F238E27FC236}">
                <a16:creationId xmlns:a16="http://schemas.microsoft.com/office/drawing/2014/main" id="{7E21C792-360A-102B-9CA2-39CF4A4F28D6}"/>
              </a:ext>
            </a:extLst>
          </p:cNvPr>
          <p:cNvSpPr/>
          <p:nvPr/>
        </p:nvSpPr>
        <p:spPr>
          <a:xfrm>
            <a:off x="1996337" y="44723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9600" y="8836"/>
                </a:moveTo>
                <a:cubicBezTo>
                  <a:pt x="9600" y="8295"/>
                  <a:pt x="10138" y="7855"/>
                  <a:pt x="10800" y="7855"/>
                </a:cubicBezTo>
                <a:cubicBezTo>
                  <a:pt x="11462" y="7855"/>
                  <a:pt x="12000" y="8295"/>
                  <a:pt x="12000" y="8836"/>
                </a:cubicBezTo>
                <a:cubicBezTo>
                  <a:pt x="12000" y="9378"/>
                  <a:pt x="11462" y="9818"/>
                  <a:pt x="10800" y="9818"/>
                </a:cubicBezTo>
                <a:cubicBezTo>
                  <a:pt x="10138" y="9818"/>
                  <a:pt x="9600" y="9378"/>
                  <a:pt x="9600" y="8836"/>
                </a:cubicBezTo>
                <a:moveTo>
                  <a:pt x="13200" y="8836"/>
                </a:moveTo>
                <a:cubicBezTo>
                  <a:pt x="13200" y="7752"/>
                  <a:pt x="12125" y="6873"/>
                  <a:pt x="10800" y="6873"/>
                </a:cubicBezTo>
                <a:cubicBezTo>
                  <a:pt x="9475" y="6873"/>
                  <a:pt x="8400" y="7752"/>
                  <a:pt x="8400" y="8836"/>
                </a:cubicBezTo>
                <a:cubicBezTo>
                  <a:pt x="8400" y="9921"/>
                  <a:pt x="9475" y="10800"/>
                  <a:pt x="10800" y="10800"/>
                </a:cubicBezTo>
                <a:cubicBezTo>
                  <a:pt x="12125" y="10800"/>
                  <a:pt x="13200" y="9921"/>
                  <a:pt x="13200" y="8836"/>
                </a:cubicBezTo>
                <a:moveTo>
                  <a:pt x="17400" y="8836"/>
                </a:moveTo>
                <a:cubicBezTo>
                  <a:pt x="17400" y="5854"/>
                  <a:pt x="14445" y="3436"/>
                  <a:pt x="10800" y="3436"/>
                </a:cubicBezTo>
                <a:cubicBezTo>
                  <a:pt x="7155" y="3436"/>
                  <a:pt x="4200" y="5854"/>
                  <a:pt x="4200" y="8836"/>
                </a:cubicBezTo>
                <a:cubicBezTo>
                  <a:pt x="4200" y="10437"/>
                  <a:pt x="5056" y="11870"/>
                  <a:pt x="6408" y="12860"/>
                </a:cubicBezTo>
                <a:cubicBezTo>
                  <a:pt x="6570" y="12537"/>
                  <a:pt x="6778" y="12249"/>
                  <a:pt x="7035" y="12000"/>
                </a:cubicBezTo>
                <a:cubicBezTo>
                  <a:pt x="6028" y="11198"/>
                  <a:pt x="5400" y="10078"/>
                  <a:pt x="5400" y="8836"/>
                </a:cubicBezTo>
                <a:cubicBezTo>
                  <a:pt x="5400" y="6396"/>
                  <a:pt x="7818" y="4418"/>
                  <a:pt x="10800" y="4418"/>
                </a:cubicBezTo>
                <a:cubicBezTo>
                  <a:pt x="13783" y="4418"/>
                  <a:pt x="16200" y="6396"/>
                  <a:pt x="16200" y="8836"/>
                </a:cubicBezTo>
                <a:cubicBezTo>
                  <a:pt x="16200" y="10094"/>
                  <a:pt x="15555" y="11226"/>
                  <a:pt x="14524" y="12030"/>
                </a:cubicBezTo>
                <a:cubicBezTo>
                  <a:pt x="14780" y="12280"/>
                  <a:pt x="14989" y="12568"/>
                  <a:pt x="15154" y="12887"/>
                </a:cubicBezTo>
                <a:cubicBezTo>
                  <a:pt x="16528" y="11898"/>
                  <a:pt x="17400" y="10452"/>
                  <a:pt x="17400" y="8836"/>
                </a:cubicBezTo>
                <a:moveTo>
                  <a:pt x="10800" y="0"/>
                </a:moveTo>
                <a:cubicBezTo>
                  <a:pt x="4835" y="0"/>
                  <a:pt x="0" y="3957"/>
                  <a:pt x="0" y="8836"/>
                </a:cubicBezTo>
                <a:cubicBezTo>
                  <a:pt x="0" y="12363"/>
                  <a:pt x="2531" y="15397"/>
                  <a:pt x="6181" y="16815"/>
                </a:cubicBezTo>
                <a:cubicBezTo>
                  <a:pt x="6125" y="16401"/>
                  <a:pt x="6080" y="16009"/>
                  <a:pt x="6049" y="15656"/>
                </a:cubicBezTo>
                <a:cubicBezTo>
                  <a:pt x="3155" y="14303"/>
                  <a:pt x="1200" y="11759"/>
                  <a:pt x="1200" y="8836"/>
                </a:cubicBezTo>
                <a:cubicBezTo>
                  <a:pt x="1200" y="4499"/>
                  <a:pt x="5498" y="982"/>
                  <a:pt x="10800" y="982"/>
                </a:cubicBezTo>
                <a:cubicBezTo>
                  <a:pt x="16102" y="982"/>
                  <a:pt x="20400" y="4499"/>
                  <a:pt x="20400" y="8836"/>
                </a:cubicBezTo>
                <a:cubicBezTo>
                  <a:pt x="20400" y="11756"/>
                  <a:pt x="18449" y="14298"/>
                  <a:pt x="15560" y="15652"/>
                </a:cubicBezTo>
                <a:cubicBezTo>
                  <a:pt x="15532" y="16000"/>
                  <a:pt x="15490" y="16392"/>
                  <a:pt x="15433" y="16809"/>
                </a:cubicBezTo>
                <a:cubicBezTo>
                  <a:pt x="19076" y="15390"/>
                  <a:pt x="21600" y="12358"/>
                  <a:pt x="21600" y="8836"/>
                </a:cubicBezTo>
                <a:cubicBezTo>
                  <a:pt x="21600" y="3957"/>
                  <a:pt x="16765" y="0"/>
                  <a:pt x="10800" y="0"/>
                </a:cubicBezTo>
                <a:moveTo>
                  <a:pt x="12127" y="20179"/>
                </a:moveTo>
                <a:cubicBezTo>
                  <a:pt x="11972" y="20432"/>
                  <a:pt x="11842" y="20560"/>
                  <a:pt x="11770" y="20618"/>
                </a:cubicBezTo>
                <a:lnTo>
                  <a:pt x="9830" y="20618"/>
                </a:lnTo>
                <a:cubicBezTo>
                  <a:pt x="9758" y="20560"/>
                  <a:pt x="9628" y="20432"/>
                  <a:pt x="9473" y="20179"/>
                </a:cubicBezTo>
                <a:cubicBezTo>
                  <a:pt x="9032" y="19457"/>
                  <a:pt x="8400" y="16247"/>
                  <a:pt x="8400" y="14727"/>
                </a:cubicBezTo>
                <a:cubicBezTo>
                  <a:pt x="8400" y="13278"/>
                  <a:pt x="9028" y="12764"/>
                  <a:pt x="10800" y="12764"/>
                </a:cubicBezTo>
                <a:cubicBezTo>
                  <a:pt x="12572" y="12764"/>
                  <a:pt x="13200" y="13278"/>
                  <a:pt x="13200" y="14727"/>
                </a:cubicBezTo>
                <a:cubicBezTo>
                  <a:pt x="13200" y="16247"/>
                  <a:pt x="12568" y="19457"/>
                  <a:pt x="12127" y="20179"/>
                </a:cubicBezTo>
                <a:moveTo>
                  <a:pt x="10800" y="11782"/>
                </a:moveTo>
                <a:cubicBezTo>
                  <a:pt x="7800" y="11782"/>
                  <a:pt x="7200" y="13255"/>
                  <a:pt x="7200" y="14727"/>
                </a:cubicBezTo>
                <a:cubicBezTo>
                  <a:pt x="7200" y="16200"/>
                  <a:pt x="7800" y="19636"/>
                  <a:pt x="8400" y="20618"/>
                </a:cubicBezTo>
                <a:cubicBezTo>
                  <a:pt x="9000" y="21600"/>
                  <a:pt x="9600" y="21600"/>
                  <a:pt x="9600" y="21600"/>
                </a:cubicBezTo>
                <a:lnTo>
                  <a:pt x="12000" y="21600"/>
                </a:lnTo>
                <a:cubicBezTo>
                  <a:pt x="12000" y="21600"/>
                  <a:pt x="12600" y="21600"/>
                  <a:pt x="13200" y="20618"/>
                </a:cubicBezTo>
                <a:cubicBezTo>
                  <a:pt x="13800" y="19636"/>
                  <a:pt x="14400" y="16200"/>
                  <a:pt x="14400" y="14727"/>
                </a:cubicBezTo>
                <a:cubicBezTo>
                  <a:pt x="14400" y="13255"/>
                  <a:pt x="13800" y="11782"/>
                  <a:pt x="10800" y="117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6" name="Shape 2854">
            <a:extLst>
              <a:ext uri="{FF2B5EF4-FFF2-40B4-BE49-F238E27FC236}">
                <a16:creationId xmlns:a16="http://schemas.microsoft.com/office/drawing/2014/main" id="{C98B41DA-1322-8C85-0951-7DC7F87D754B}"/>
              </a:ext>
            </a:extLst>
          </p:cNvPr>
          <p:cNvSpPr/>
          <p:nvPr/>
        </p:nvSpPr>
        <p:spPr>
          <a:xfrm>
            <a:off x="2504204" y="4472306"/>
            <a:ext cx="279263" cy="279266"/>
          </a:xfrm>
          <a:custGeom>
            <a:avLst/>
            <a:gdLst/>
            <a:ahLst/>
            <a:cxnLst>
              <a:cxn ang="0">
                <a:pos x="wd2" y="hd2"/>
              </a:cxn>
              <a:cxn ang="5400000">
                <a:pos x="wd2" y="hd2"/>
              </a:cxn>
              <a:cxn ang="10800000">
                <a:pos x="wd2" y="hd2"/>
              </a:cxn>
              <a:cxn ang="16200000">
                <a:pos x="wd2" y="hd2"/>
              </a:cxn>
            </a:cxnLst>
            <a:rect l="0" t="0" r="r" b="b"/>
            <a:pathLst>
              <a:path w="21600" h="21600" extrusionOk="0">
                <a:moveTo>
                  <a:pt x="19152" y="3921"/>
                </a:moveTo>
                <a:cubicBezTo>
                  <a:pt x="18338" y="3921"/>
                  <a:pt x="17679" y="3262"/>
                  <a:pt x="17679" y="2448"/>
                </a:cubicBezTo>
                <a:cubicBezTo>
                  <a:pt x="17679" y="1634"/>
                  <a:pt x="18338" y="975"/>
                  <a:pt x="19152" y="975"/>
                </a:cubicBezTo>
                <a:cubicBezTo>
                  <a:pt x="19966" y="975"/>
                  <a:pt x="20625" y="1634"/>
                  <a:pt x="20625" y="2448"/>
                </a:cubicBezTo>
                <a:cubicBezTo>
                  <a:pt x="20625" y="3262"/>
                  <a:pt x="19966" y="3921"/>
                  <a:pt x="19152" y="3921"/>
                </a:cubicBezTo>
                <a:moveTo>
                  <a:pt x="10804" y="12269"/>
                </a:moveTo>
                <a:cubicBezTo>
                  <a:pt x="9991" y="12269"/>
                  <a:pt x="9331" y="11609"/>
                  <a:pt x="9331" y="10795"/>
                </a:cubicBezTo>
                <a:cubicBezTo>
                  <a:pt x="9331" y="9981"/>
                  <a:pt x="9991" y="9322"/>
                  <a:pt x="10804" y="9322"/>
                </a:cubicBezTo>
                <a:cubicBezTo>
                  <a:pt x="11618" y="9322"/>
                  <a:pt x="12278" y="9981"/>
                  <a:pt x="12278" y="10795"/>
                </a:cubicBezTo>
                <a:cubicBezTo>
                  <a:pt x="12278" y="11609"/>
                  <a:pt x="11618" y="12269"/>
                  <a:pt x="10804" y="12269"/>
                </a:cubicBezTo>
                <a:moveTo>
                  <a:pt x="3930" y="19143"/>
                </a:moveTo>
                <a:cubicBezTo>
                  <a:pt x="3930" y="19956"/>
                  <a:pt x="3271" y="20616"/>
                  <a:pt x="2457" y="20616"/>
                </a:cubicBezTo>
                <a:cubicBezTo>
                  <a:pt x="1643" y="20616"/>
                  <a:pt x="984" y="19956"/>
                  <a:pt x="984" y="19143"/>
                </a:cubicBezTo>
                <a:cubicBezTo>
                  <a:pt x="984" y="18329"/>
                  <a:pt x="1643" y="17669"/>
                  <a:pt x="2457" y="17669"/>
                </a:cubicBezTo>
                <a:cubicBezTo>
                  <a:pt x="3271" y="17669"/>
                  <a:pt x="3930" y="18329"/>
                  <a:pt x="3930" y="19143"/>
                </a:cubicBezTo>
                <a:moveTo>
                  <a:pt x="19148" y="0"/>
                </a:moveTo>
                <a:cubicBezTo>
                  <a:pt x="17793" y="0"/>
                  <a:pt x="16695" y="1098"/>
                  <a:pt x="16695" y="2452"/>
                </a:cubicBezTo>
                <a:cubicBezTo>
                  <a:pt x="16695" y="3640"/>
                  <a:pt x="17539" y="4630"/>
                  <a:pt x="18660" y="4856"/>
                </a:cubicBezTo>
                <a:lnTo>
                  <a:pt x="18660" y="10306"/>
                </a:lnTo>
                <a:lnTo>
                  <a:pt x="13203" y="10306"/>
                </a:lnTo>
                <a:cubicBezTo>
                  <a:pt x="12974" y="9187"/>
                  <a:pt x="11985" y="8347"/>
                  <a:pt x="10800" y="8347"/>
                </a:cubicBezTo>
                <a:cubicBezTo>
                  <a:pt x="9615" y="8347"/>
                  <a:pt x="8626" y="9187"/>
                  <a:pt x="8398" y="10306"/>
                </a:cubicBezTo>
                <a:lnTo>
                  <a:pt x="2456" y="10306"/>
                </a:lnTo>
                <a:cubicBezTo>
                  <a:pt x="2184" y="10306"/>
                  <a:pt x="1965" y="10525"/>
                  <a:pt x="1965" y="10796"/>
                </a:cubicBezTo>
                <a:lnTo>
                  <a:pt x="1965" y="16744"/>
                </a:lnTo>
                <a:cubicBezTo>
                  <a:pt x="844" y="16970"/>
                  <a:pt x="0" y="17960"/>
                  <a:pt x="0" y="19147"/>
                </a:cubicBezTo>
                <a:cubicBezTo>
                  <a:pt x="0" y="20502"/>
                  <a:pt x="1098" y="21600"/>
                  <a:pt x="2453" y="21600"/>
                </a:cubicBezTo>
                <a:cubicBezTo>
                  <a:pt x="3807" y="21600"/>
                  <a:pt x="4905" y="20502"/>
                  <a:pt x="4905" y="19147"/>
                </a:cubicBezTo>
                <a:cubicBezTo>
                  <a:pt x="4905" y="17961"/>
                  <a:pt x="4065" y="16973"/>
                  <a:pt x="2947" y="16744"/>
                </a:cubicBezTo>
                <a:lnTo>
                  <a:pt x="2947" y="11287"/>
                </a:lnTo>
                <a:lnTo>
                  <a:pt x="8397" y="11287"/>
                </a:lnTo>
                <a:cubicBezTo>
                  <a:pt x="8623" y="12408"/>
                  <a:pt x="9613" y="13253"/>
                  <a:pt x="10800" y="13253"/>
                </a:cubicBezTo>
                <a:cubicBezTo>
                  <a:pt x="11988" y="13253"/>
                  <a:pt x="12978" y="12408"/>
                  <a:pt x="13203" y="11287"/>
                </a:cubicBezTo>
                <a:lnTo>
                  <a:pt x="19151" y="11287"/>
                </a:lnTo>
                <a:cubicBezTo>
                  <a:pt x="19422" y="11287"/>
                  <a:pt x="19642" y="11068"/>
                  <a:pt x="19642" y="10796"/>
                </a:cubicBezTo>
                <a:lnTo>
                  <a:pt x="19642" y="4855"/>
                </a:lnTo>
                <a:cubicBezTo>
                  <a:pt x="20759" y="4626"/>
                  <a:pt x="21600" y="3638"/>
                  <a:pt x="21600" y="2452"/>
                </a:cubicBezTo>
                <a:cubicBezTo>
                  <a:pt x="21600" y="1098"/>
                  <a:pt x="20502" y="0"/>
                  <a:pt x="19148"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7" name="Shape 2855">
            <a:extLst>
              <a:ext uri="{FF2B5EF4-FFF2-40B4-BE49-F238E27FC236}">
                <a16:creationId xmlns:a16="http://schemas.microsoft.com/office/drawing/2014/main" id="{5EA9BB21-410B-C0DD-4931-42B84E84AE14}"/>
              </a:ext>
            </a:extLst>
          </p:cNvPr>
          <p:cNvSpPr/>
          <p:nvPr/>
        </p:nvSpPr>
        <p:spPr>
          <a:xfrm>
            <a:off x="3050162" y="4472306"/>
            <a:ext cx="253869" cy="279266"/>
          </a:xfrm>
          <a:custGeom>
            <a:avLst/>
            <a:gdLst/>
            <a:ahLst/>
            <a:cxnLst>
              <a:cxn ang="0">
                <a:pos x="wd2" y="hd2"/>
              </a:cxn>
              <a:cxn ang="5400000">
                <a:pos x="wd2" y="hd2"/>
              </a:cxn>
              <a:cxn ang="10800000">
                <a:pos x="wd2" y="hd2"/>
              </a:cxn>
              <a:cxn ang="16200000">
                <a:pos x="wd2" y="hd2"/>
              </a:cxn>
            </a:cxnLst>
            <a:rect l="0" t="0" r="r" b="b"/>
            <a:pathLst>
              <a:path w="21600" h="21600" extrusionOk="0">
                <a:moveTo>
                  <a:pt x="18907" y="20616"/>
                </a:moveTo>
                <a:cubicBezTo>
                  <a:pt x="18012" y="20616"/>
                  <a:pt x="17287" y="19956"/>
                  <a:pt x="17287" y="19143"/>
                </a:cubicBezTo>
                <a:cubicBezTo>
                  <a:pt x="17287" y="18329"/>
                  <a:pt x="18012" y="17669"/>
                  <a:pt x="18907" y="17669"/>
                </a:cubicBezTo>
                <a:cubicBezTo>
                  <a:pt x="19802" y="17669"/>
                  <a:pt x="20527" y="18329"/>
                  <a:pt x="20527" y="19143"/>
                </a:cubicBezTo>
                <a:cubicBezTo>
                  <a:pt x="20527" y="19956"/>
                  <a:pt x="19802" y="20616"/>
                  <a:pt x="18907" y="20616"/>
                </a:cubicBezTo>
                <a:moveTo>
                  <a:pt x="2703" y="12269"/>
                </a:moveTo>
                <a:cubicBezTo>
                  <a:pt x="1808" y="12269"/>
                  <a:pt x="1082" y="11609"/>
                  <a:pt x="1082" y="10795"/>
                </a:cubicBezTo>
                <a:cubicBezTo>
                  <a:pt x="1082" y="9981"/>
                  <a:pt x="1808" y="9322"/>
                  <a:pt x="2703" y="9322"/>
                </a:cubicBezTo>
                <a:cubicBezTo>
                  <a:pt x="3598" y="9322"/>
                  <a:pt x="4323" y="9981"/>
                  <a:pt x="4323" y="10795"/>
                </a:cubicBezTo>
                <a:cubicBezTo>
                  <a:pt x="4323" y="11609"/>
                  <a:pt x="3598" y="12269"/>
                  <a:pt x="2703" y="12269"/>
                </a:cubicBezTo>
                <a:moveTo>
                  <a:pt x="18907" y="975"/>
                </a:moveTo>
                <a:cubicBezTo>
                  <a:pt x="19802" y="975"/>
                  <a:pt x="20527" y="1634"/>
                  <a:pt x="20527" y="2448"/>
                </a:cubicBezTo>
                <a:cubicBezTo>
                  <a:pt x="20527" y="3262"/>
                  <a:pt x="19802" y="3921"/>
                  <a:pt x="18907" y="3921"/>
                </a:cubicBezTo>
                <a:cubicBezTo>
                  <a:pt x="18012" y="3921"/>
                  <a:pt x="17287" y="3262"/>
                  <a:pt x="17287" y="2448"/>
                </a:cubicBezTo>
                <a:cubicBezTo>
                  <a:pt x="17287" y="1634"/>
                  <a:pt x="18012" y="975"/>
                  <a:pt x="18907" y="975"/>
                </a:cubicBezTo>
                <a:moveTo>
                  <a:pt x="18902" y="16695"/>
                </a:moveTo>
                <a:cubicBezTo>
                  <a:pt x="18092" y="16695"/>
                  <a:pt x="17374" y="17026"/>
                  <a:pt x="16879" y="17540"/>
                </a:cubicBezTo>
                <a:lnTo>
                  <a:pt x="5253" y="11551"/>
                </a:lnTo>
                <a:cubicBezTo>
                  <a:pt x="5338" y="11314"/>
                  <a:pt x="5396" y="11064"/>
                  <a:pt x="5396" y="10800"/>
                </a:cubicBezTo>
                <a:cubicBezTo>
                  <a:pt x="5396" y="10536"/>
                  <a:pt x="5338" y="10286"/>
                  <a:pt x="5253" y="10048"/>
                </a:cubicBezTo>
                <a:lnTo>
                  <a:pt x="16879" y="4059"/>
                </a:lnTo>
                <a:cubicBezTo>
                  <a:pt x="17373" y="4574"/>
                  <a:pt x="18092" y="4905"/>
                  <a:pt x="18902" y="4905"/>
                </a:cubicBezTo>
                <a:cubicBezTo>
                  <a:pt x="20392" y="4905"/>
                  <a:pt x="21600" y="3807"/>
                  <a:pt x="21600" y="2452"/>
                </a:cubicBezTo>
                <a:cubicBezTo>
                  <a:pt x="21600" y="1098"/>
                  <a:pt x="20392" y="0"/>
                  <a:pt x="18902" y="0"/>
                </a:cubicBezTo>
                <a:cubicBezTo>
                  <a:pt x="17412" y="0"/>
                  <a:pt x="16204" y="1098"/>
                  <a:pt x="16204" y="2452"/>
                </a:cubicBezTo>
                <a:cubicBezTo>
                  <a:pt x="16204" y="2716"/>
                  <a:pt x="16262" y="2966"/>
                  <a:pt x="16347" y="3204"/>
                </a:cubicBezTo>
                <a:lnTo>
                  <a:pt x="4722" y="9193"/>
                </a:lnTo>
                <a:cubicBezTo>
                  <a:pt x="4227" y="8679"/>
                  <a:pt x="3509" y="8347"/>
                  <a:pt x="2698" y="8347"/>
                </a:cubicBezTo>
                <a:cubicBezTo>
                  <a:pt x="1208" y="8347"/>
                  <a:pt x="0" y="9445"/>
                  <a:pt x="0" y="10800"/>
                </a:cubicBezTo>
                <a:cubicBezTo>
                  <a:pt x="0" y="12155"/>
                  <a:pt x="1208" y="13253"/>
                  <a:pt x="2698" y="13253"/>
                </a:cubicBezTo>
                <a:cubicBezTo>
                  <a:pt x="3509" y="13253"/>
                  <a:pt x="4227" y="12921"/>
                  <a:pt x="4722" y="12406"/>
                </a:cubicBezTo>
                <a:lnTo>
                  <a:pt x="16347" y="18395"/>
                </a:lnTo>
                <a:cubicBezTo>
                  <a:pt x="16262" y="18633"/>
                  <a:pt x="16204" y="18883"/>
                  <a:pt x="16204" y="19147"/>
                </a:cubicBezTo>
                <a:cubicBezTo>
                  <a:pt x="16204" y="20502"/>
                  <a:pt x="17412" y="21600"/>
                  <a:pt x="18902" y="21600"/>
                </a:cubicBezTo>
                <a:cubicBezTo>
                  <a:pt x="20392" y="21600"/>
                  <a:pt x="21600" y="20502"/>
                  <a:pt x="21600" y="19147"/>
                </a:cubicBezTo>
                <a:cubicBezTo>
                  <a:pt x="21600" y="17792"/>
                  <a:pt x="20392" y="16695"/>
                  <a:pt x="18902" y="1669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8" name="Shape 2856">
            <a:extLst>
              <a:ext uri="{FF2B5EF4-FFF2-40B4-BE49-F238E27FC236}">
                <a16:creationId xmlns:a16="http://schemas.microsoft.com/office/drawing/2014/main" id="{990CBB9E-A1F6-E8CA-CAA4-6C6D503415F2}"/>
              </a:ext>
            </a:extLst>
          </p:cNvPr>
          <p:cNvSpPr/>
          <p:nvPr/>
        </p:nvSpPr>
        <p:spPr>
          <a:xfrm>
            <a:off x="3570727" y="4472306"/>
            <a:ext cx="279464" cy="279353"/>
          </a:xfrm>
          <a:custGeom>
            <a:avLst/>
            <a:gdLst/>
            <a:ahLst/>
            <a:cxnLst>
              <a:cxn ang="0">
                <a:pos x="wd2" y="hd2"/>
              </a:cxn>
              <a:cxn ang="5400000">
                <a:pos x="wd2" y="hd2"/>
              </a:cxn>
              <a:cxn ang="10800000">
                <a:pos x="wd2" y="hd2"/>
              </a:cxn>
              <a:cxn ang="16200000">
                <a:pos x="wd2" y="hd2"/>
              </a:cxn>
            </a:cxnLst>
            <a:rect l="0" t="0" r="r" b="b"/>
            <a:pathLst>
              <a:path w="21600" h="21600" extrusionOk="0">
                <a:moveTo>
                  <a:pt x="12375" y="14735"/>
                </a:moveTo>
                <a:cubicBezTo>
                  <a:pt x="12008" y="15178"/>
                  <a:pt x="11621" y="15531"/>
                  <a:pt x="11226" y="15783"/>
                </a:cubicBezTo>
                <a:cubicBezTo>
                  <a:pt x="10834" y="16035"/>
                  <a:pt x="10421" y="16209"/>
                  <a:pt x="10002" y="16302"/>
                </a:cubicBezTo>
                <a:cubicBezTo>
                  <a:pt x="9027" y="16517"/>
                  <a:pt x="8105" y="16493"/>
                  <a:pt x="7342" y="16179"/>
                </a:cubicBezTo>
                <a:cubicBezTo>
                  <a:pt x="6912" y="16003"/>
                  <a:pt x="6537" y="15755"/>
                  <a:pt x="6227" y="15442"/>
                </a:cubicBezTo>
                <a:cubicBezTo>
                  <a:pt x="5915" y="15129"/>
                  <a:pt x="5669" y="14758"/>
                  <a:pt x="5493" y="14340"/>
                </a:cubicBezTo>
                <a:cubicBezTo>
                  <a:pt x="5317" y="13924"/>
                  <a:pt x="5228" y="13459"/>
                  <a:pt x="5228" y="12958"/>
                </a:cubicBezTo>
                <a:cubicBezTo>
                  <a:pt x="5228" y="12161"/>
                  <a:pt x="5386" y="11302"/>
                  <a:pt x="5698" y="10406"/>
                </a:cubicBezTo>
                <a:cubicBezTo>
                  <a:pt x="6010" y="9509"/>
                  <a:pt x="6454" y="8665"/>
                  <a:pt x="7018" y="7900"/>
                </a:cubicBezTo>
                <a:cubicBezTo>
                  <a:pt x="7579" y="7140"/>
                  <a:pt x="8265" y="6498"/>
                  <a:pt x="9058" y="5993"/>
                </a:cubicBezTo>
                <a:cubicBezTo>
                  <a:pt x="9839" y="5496"/>
                  <a:pt x="10706" y="5245"/>
                  <a:pt x="11636" y="5245"/>
                </a:cubicBezTo>
                <a:cubicBezTo>
                  <a:pt x="12014" y="5245"/>
                  <a:pt x="12413" y="5288"/>
                  <a:pt x="12821" y="5373"/>
                </a:cubicBezTo>
                <a:cubicBezTo>
                  <a:pt x="13224" y="5457"/>
                  <a:pt x="13613" y="5599"/>
                  <a:pt x="13978" y="5795"/>
                </a:cubicBezTo>
                <a:cubicBezTo>
                  <a:pt x="14337" y="5989"/>
                  <a:pt x="14658" y="6246"/>
                  <a:pt x="14931" y="6561"/>
                </a:cubicBezTo>
                <a:cubicBezTo>
                  <a:pt x="15189" y="6858"/>
                  <a:pt x="15389" y="7238"/>
                  <a:pt x="15526" y="7692"/>
                </a:cubicBezTo>
                <a:lnTo>
                  <a:pt x="13353" y="13035"/>
                </a:lnTo>
                <a:cubicBezTo>
                  <a:pt x="13072" y="13720"/>
                  <a:pt x="12743" y="14292"/>
                  <a:pt x="12375" y="14735"/>
                </a:cubicBezTo>
                <a:moveTo>
                  <a:pt x="20215" y="16108"/>
                </a:moveTo>
                <a:cubicBezTo>
                  <a:pt x="19749" y="16741"/>
                  <a:pt x="19196" y="17344"/>
                  <a:pt x="18569" y="17900"/>
                </a:cubicBezTo>
                <a:cubicBezTo>
                  <a:pt x="17943" y="18456"/>
                  <a:pt x="17242" y="18946"/>
                  <a:pt x="16484" y="19359"/>
                </a:cubicBezTo>
                <a:cubicBezTo>
                  <a:pt x="15729" y="19770"/>
                  <a:pt x="14914" y="20096"/>
                  <a:pt x="14064" y="20327"/>
                </a:cubicBezTo>
                <a:cubicBezTo>
                  <a:pt x="13217" y="20556"/>
                  <a:pt x="12316" y="20673"/>
                  <a:pt x="11388" y="20673"/>
                </a:cubicBezTo>
                <a:cubicBezTo>
                  <a:pt x="9991" y="20673"/>
                  <a:pt x="8647" y="20458"/>
                  <a:pt x="7393" y="20036"/>
                </a:cubicBezTo>
                <a:cubicBezTo>
                  <a:pt x="6143" y="19615"/>
                  <a:pt x="5029" y="18981"/>
                  <a:pt x="4083" y="18149"/>
                </a:cubicBezTo>
                <a:cubicBezTo>
                  <a:pt x="3138" y="17320"/>
                  <a:pt x="2378" y="16274"/>
                  <a:pt x="1823" y="15041"/>
                </a:cubicBezTo>
                <a:cubicBezTo>
                  <a:pt x="1269" y="13809"/>
                  <a:pt x="989" y="12357"/>
                  <a:pt x="989" y="10727"/>
                </a:cubicBezTo>
                <a:cubicBezTo>
                  <a:pt x="989" y="9370"/>
                  <a:pt x="1254" y="8086"/>
                  <a:pt x="1777" y="6911"/>
                </a:cubicBezTo>
                <a:cubicBezTo>
                  <a:pt x="2301" y="5736"/>
                  <a:pt x="3037" y="4693"/>
                  <a:pt x="3964" y="3814"/>
                </a:cubicBezTo>
                <a:cubicBezTo>
                  <a:pt x="4892" y="2933"/>
                  <a:pt x="6002" y="2230"/>
                  <a:pt x="7264" y="1722"/>
                </a:cubicBezTo>
                <a:cubicBezTo>
                  <a:pt x="8526" y="1215"/>
                  <a:pt x="9914" y="958"/>
                  <a:pt x="11388" y="958"/>
                </a:cubicBezTo>
                <a:cubicBezTo>
                  <a:pt x="12700" y="958"/>
                  <a:pt x="13940" y="1156"/>
                  <a:pt x="15072" y="1549"/>
                </a:cubicBezTo>
                <a:cubicBezTo>
                  <a:pt x="16200" y="1942"/>
                  <a:pt x="17185" y="2497"/>
                  <a:pt x="17998" y="3203"/>
                </a:cubicBezTo>
                <a:cubicBezTo>
                  <a:pt x="18809" y="3906"/>
                  <a:pt x="19455" y="4765"/>
                  <a:pt x="19917" y="5754"/>
                </a:cubicBezTo>
                <a:cubicBezTo>
                  <a:pt x="20377" y="6743"/>
                  <a:pt x="20611" y="7843"/>
                  <a:pt x="20611" y="9023"/>
                </a:cubicBezTo>
                <a:cubicBezTo>
                  <a:pt x="20611" y="10070"/>
                  <a:pt x="20418" y="11059"/>
                  <a:pt x="20038" y="11962"/>
                </a:cubicBezTo>
                <a:cubicBezTo>
                  <a:pt x="19656" y="12869"/>
                  <a:pt x="19171" y="13663"/>
                  <a:pt x="18598" y="14320"/>
                </a:cubicBezTo>
                <a:cubicBezTo>
                  <a:pt x="18028" y="14976"/>
                  <a:pt x="17393" y="15502"/>
                  <a:pt x="16714" y="15880"/>
                </a:cubicBezTo>
                <a:cubicBezTo>
                  <a:pt x="16044" y="16255"/>
                  <a:pt x="15398" y="16444"/>
                  <a:pt x="14792" y="16444"/>
                </a:cubicBezTo>
                <a:cubicBezTo>
                  <a:pt x="14424" y="16444"/>
                  <a:pt x="14151" y="16374"/>
                  <a:pt x="13980" y="16235"/>
                </a:cubicBezTo>
                <a:cubicBezTo>
                  <a:pt x="13810" y="16098"/>
                  <a:pt x="13710" y="15916"/>
                  <a:pt x="13675" y="15677"/>
                </a:cubicBezTo>
                <a:cubicBezTo>
                  <a:pt x="13638" y="15420"/>
                  <a:pt x="13667" y="15109"/>
                  <a:pt x="13764" y="14754"/>
                </a:cubicBezTo>
                <a:cubicBezTo>
                  <a:pt x="13864" y="14385"/>
                  <a:pt x="14007" y="13983"/>
                  <a:pt x="14190" y="13556"/>
                </a:cubicBezTo>
                <a:lnTo>
                  <a:pt x="17729" y="4845"/>
                </a:lnTo>
                <a:lnTo>
                  <a:pt x="16677" y="4845"/>
                </a:lnTo>
                <a:lnTo>
                  <a:pt x="16026" y="6544"/>
                </a:lnTo>
                <a:cubicBezTo>
                  <a:pt x="15715" y="5890"/>
                  <a:pt x="15207" y="5363"/>
                  <a:pt x="14512" y="4972"/>
                </a:cubicBezTo>
                <a:cubicBezTo>
                  <a:pt x="13703" y="4517"/>
                  <a:pt x="12777" y="4287"/>
                  <a:pt x="11759" y="4287"/>
                </a:cubicBezTo>
                <a:cubicBezTo>
                  <a:pt x="10637" y="4287"/>
                  <a:pt x="9596" y="4568"/>
                  <a:pt x="8663" y="5121"/>
                </a:cubicBezTo>
                <a:cubicBezTo>
                  <a:pt x="7739" y="5669"/>
                  <a:pt x="6940" y="6381"/>
                  <a:pt x="6289" y="7238"/>
                </a:cubicBezTo>
                <a:cubicBezTo>
                  <a:pt x="5641" y="8091"/>
                  <a:pt x="5132" y="9032"/>
                  <a:pt x="4777" y="10034"/>
                </a:cubicBezTo>
                <a:cubicBezTo>
                  <a:pt x="4420" y="11037"/>
                  <a:pt x="4240" y="12021"/>
                  <a:pt x="4240" y="12958"/>
                </a:cubicBezTo>
                <a:cubicBezTo>
                  <a:pt x="4240" y="13568"/>
                  <a:pt x="4354" y="14151"/>
                  <a:pt x="4579" y="14689"/>
                </a:cubicBezTo>
                <a:cubicBezTo>
                  <a:pt x="4804" y="15227"/>
                  <a:pt x="5113" y="15701"/>
                  <a:pt x="5499" y="16097"/>
                </a:cubicBezTo>
                <a:cubicBezTo>
                  <a:pt x="5887" y="16495"/>
                  <a:pt x="6354" y="16815"/>
                  <a:pt x="6889" y="17048"/>
                </a:cubicBezTo>
                <a:cubicBezTo>
                  <a:pt x="8063" y="17561"/>
                  <a:pt x="9489" y="17484"/>
                  <a:pt x="10904" y="17025"/>
                </a:cubicBezTo>
                <a:cubicBezTo>
                  <a:pt x="11562" y="16811"/>
                  <a:pt x="12160" y="16412"/>
                  <a:pt x="12689" y="15835"/>
                </a:cubicBezTo>
                <a:cubicBezTo>
                  <a:pt x="12715" y="16226"/>
                  <a:pt x="12874" y="16561"/>
                  <a:pt x="13164" y="16837"/>
                </a:cubicBezTo>
                <a:cubicBezTo>
                  <a:pt x="13559" y="17211"/>
                  <a:pt x="14086" y="17402"/>
                  <a:pt x="14731" y="17402"/>
                </a:cubicBezTo>
                <a:cubicBezTo>
                  <a:pt x="15501" y="17402"/>
                  <a:pt x="16307" y="17176"/>
                  <a:pt x="17124" y="16733"/>
                </a:cubicBezTo>
                <a:cubicBezTo>
                  <a:pt x="17934" y="16294"/>
                  <a:pt x="18680" y="15687"/>
                  <a:pt x="19342" y="14930"/>
                </a:cubicBezTo>
                <a:cubicBezTo>
                  <a:pt x="20001" y="14176"/>
                  <a:pt x="20548" y="13284"/>
                  <a:pt x="20967" y="12281"/>
                </a:cubicBezTo>
                <a:cubicBezTo>
                  <a:pt x="21387" y="11274"/>
                  <a:pt x="21600" y="10178"/>
                  <a:pt x="21600" y="9023"/>
                </a:cubicBezTo>
                <a:cubicBezTo>
                  <a:pt x="21600" y="7651"/>
                  <a:pt x="21328" y="6389"/>
                  <a:pt x="20793" y="5274"/>
                </a:cubicBezTo>
                <a:cubicBezTo>
                  <a:pt x="20258" y="4158"/>
                  <a:pt x="19518" y="3199"/>
                  <a:pt x="18594" y="2422"/>
                </a:cubicBezTo>
                <a:cubicBezTo>
                  <a:pt x="17672" y="1647"/>
                  <a:pt x="16579" y="1043"/>
                  <a:pt x="15346" y="627"/>
                </a:cubicBezTo>
                <a:cubicBezTo>
                  <a:pt x="14116" y="211"/>
                  <a:pt x="12784" y="0"/>
                  <a:pt x="11388" y="0"/>
                </a:cubicBezTo>
                <a:cubicBezTo>
                  <a:pt x="9845" y="0"/>
                  <a:pt x="8365" y="271"/>
                  <a:pt x="6989" y="805"/>
                </a:cubicBezTo>
                <a:cubicBezTo>
                  <a:pt x="5612" y="1340"/>
                  <a:pt x="4389" y="2093"/>
                  <a:pt x="3356" y="3045"/>
                </a:cubicBezTo>
                <a:cubicBezTo>
                  <a:pt x="2321" y="3996"/>
                  <a:pt x="1495" y="5137"/>
                  <a:pt x="899" y="6436"/>
                </a:cubicBezTo>
                <a:cubicBezTo>
                  <a:pt x="302" y="7737"/>
                  <a:pt x="0" y="9181"/>
                  <a:pt x="0" y="10727"/>
                </a:cubicBezTo>
                <a:cubicBezTo>
                  <a:pt x="0" y="12605"/>
                  <a:pt x="334" y="14252"/>
                  <a:pt x="993" y="15622"/>
                </a:cubicBezTo>
                <a:cubicBezTo>
                  <a:pt x="1652" y="16992"/>
                  <a:pt x="2528" y="18134"/>
                  <a:pt x="3595" y="19018"/>
                </a:cubicBezTo>
                <a:cubicBezTo>
                  <a:pt x="4661" y="19900"/>
                  <a:pt x="5890" y="20559"/>
                  <a:pt x="7249" y="20975"/>
                </a:cubicBezTo>
                <a:cubicBezTo>
                  <a:pt x="8601" y="21390"/>
                  <a:pt x="9994" y="21600"/>
                  <a:pt x="11388" y="21600"/>
                </a:cubicBezTo>
                <a:cubicBezTo>
                  <a:pt x="12348" y="21600"/>
                  <a:pt x="13317" y="21474"/>
                  <a:pt x="14267" y="21228"/>
                </a:cubicBezTo>
                <a:cubicBezTo>
                  <a:pt x="15214" y="20981"/>
                  <a:pt x="16128" y="20624"/>
                  <a:pt x="16983" y="20169"/>
                </a:cubicBezTo>
                <a:cubicBezTo>
                  <a:pt x="17839" y="19713"/>
                  <a:pt x="18642" y="19152"/>
                  <a:pt x="19372" y="18499"/>
                </a:cubicBezTo>
                <a:cubicBezTo>
                  <a:pt x="20104" y="17845"/>
                  <a:pt x="20729" y="17110"/>
                  <a:pt x="21232" y="16316"/>
                </a:cubicBezTo>
                <a:lnTo>
                  <a:pt x="21411" y="16033"/>
                </a:lnTo>
                <a:lnTo>
                  <a:pt x="20270" y="16033"/>
                </a:lnTo>
                <a:cubicBezTo>
                  <a:pt x="20270" y="16033"/>
                  <a:pt x="20215" y="16108"/>
                  <a:pt x="20215" y="16108"/>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9" name="Shape 2857">
            <a:extLst>
              <a:ext uri="{FF2B5EF4-FFF2-40B4-BE49-F238E27FC236}">
                <a16:creationId xmlns:a16="http://schemas.microsoft.com/office/drawing/2014/main" id="{62B1EEE3-4ADC-46AE-C5F2-3EE6ECCB0744}"/>
              </a:ext>
            </a:extLst>
          </p:cNvPr>
          <p:cNvSpPr/>
          <p:nvPr/>
        </p:nvSpPr>
        <p:spPr>
          <a:xfrm>
            <a:off x="4103988" y="44723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8429" y="14128"/>
                </a:moveTo>
                <a:cubicBezTo>
                  <a:pt x="17041" y="13430"/>
                  <a:pt x="15777" y="12523"/>
                  <a:pt x="14684" y="11440"/>
                </a:cubicBezTo>
                <a:cubicBezTo>
                  <a:pt x="15214" y="10618"/>
                  <a:pt x="15664" y="9739"/>
                  <a:pt x="16034" y="8820"/>
                </a:cubicBezTo>
                <a:cubicBezTo>
                  <a:pt x="16089" y="8826"/>
                  <a:pt x="16143" y="8836"/>
                  <a:pt x="16200" y="8836"/>
                </a:cubicBezTo>
                <a:cubicBezTo>
                  <a:pt x="17013" y="8836"/>
                  <a:pt x="17673" y="8177"/>
                  <a:pt x="17673" y="7364"/>
                </a:cubicBezTo>
                <a:cubicBezTo>
                  <a:pt x="17673" y="6787"/>
                  <a:pt x="17339" y="6294"/>
                  <a:pt x="16856" y="6052"/>
                </a:cubicBezTo>
                <a:cubicBezTo>
                  <a:pt x="17033" y="5170"/>
                  <a:pt x="17144" y="4264"/>
                  <a:pt x="17167" y="3336"/>
                </a:cubicBezTo>
                <a:cubicBezTo>
                  <a:pt x="19277" y="5136"/>
                  <a:pt x="20618" y="7809"/>
                  <a:pt x="20618" y="10800"/>
                </a:cubicBezTo>
                <a:cubicBezTo>
                  <a:pt x="20618" y="11764"/>
                  <a:pt x="20469" y="12689"/>
                  <a:pt x="20209" y="13568"/>
                </a:cubicBezTo>
                <a:cubicBezTo>
                  <a:pt x="19628" y="13783"/>
                  <a:pt x="19034" y="13971"/>
                  <a:pt x="18429" y="14128"/>
                </a:cubicBezTo>
                <a:moveTo>
                  <a:pt x="10800" y="20618"/>
                </a:moveTo>
                <a:cubicBezTo>
                  <a:pt x="8406" y="20618"/>
                  <a:pt x="6213" y="19759"/>
                  <a:pt x="4509" y="18335"/>
                </a:cubicBezTo>
                <a:cubicBezTo>
                  <a:pt x="6552" y="17934"/>
                  <a:pt x="8450" y="17135"/>
                  <a:pt x="10128" y="16031"/>
                </a:cubicBezTo>
                <a:cubicBezTo>
                  <a:pt x="10330" y="16135"/>
                  <a:pt x="10556" y="16200"/>
                  <a:pt x="10800" y="16200"/>
                </a:cubicBezTo>
                <a:cubicBezTo>
                  <a:pt x="11273" y="16200"/>
                  <a:pt x="11689" y="15973"/>
                  <a:pt x="11959" y="15627"/>
                </a:cubicBezTo>
                <a:cubicBezTo>
                  <a:pt x="12547" y="15680"/>
                  <a:pt x="13142" y="15709"/>
                  <a:pt x="13745" y="15709"/>
                </a:cubicBezTo>
                <a:cubicBezTo>
                  <a:pt x="15323" y="15709"/>
                  <a:pt x="16852" y="15508"/>
                  <a:pt x="18322" y="15156"/>
                </a:cubicBezTo>
                <a:cubicBezTo>
                  <a:pt x="18660" y="15317"/>
                  <a:pt x="18998" y="15480"/>
                  <a:pt x="19350" y="15618"/>
                </a:cubicBezTo>
                <a:cubicBezTo>
                  <a:pt x="17665" y="18601"/>
                  <a:pt x="14470" y="20618"/>
                  <a:pt x="10800" y="20618"/>
                </a:cubicBezTo>
                <a:moveTo>
                  <a:pt x="3539" y="17392"/>
                </a:moveTo>
                <a:cubicBezTo>
                  <a:pt x="3476" y="16840"/>
                  <a:pt x="3436" y="16279"/>
                  <a:pt x="3436" y="15709"/>
                </a:cubicBezTo>
                <a:cubicBezTo>
                  <a:pt x="3436" y="14763"/>
                  <a:pt x="3536" y="13842"/>
                  <a:pt x="3707" y="12946"/>
                </a:cubicBezTo>
                <a:cubicBezTo>
                  <a:pt x="5455" y="13988"/>
                  <a:pt x="7377" y="14767"/>
                  <a:pt x="9421" y="15226"/>
                </a:cubicBezTo>
                <a:cubicBezTo>
                  <a:pt x="9431" y="15253"/>
                  <a:pt x="9436" y="15282"/>
                  <a:pt x="9447" y="15308"/>
                </a:cubicBezTo>
                <a:cubicBezTo>
                  <a:pt x="7724" y="16421"/>
                  <a:pt x="5761" y="17193"/>
                  <a:pt x="3643" y="17506"/>
                </a:cubicBezTo>
                <a:cubicBezTo>
                  <a:pt x="3608" y="17469"/>
                  <a:pt x="3573" y="17430"/>
                  <a:pt x="3539" y="17392"/>
                </a:cubicBezTo>
                <a:moveTo>
                  <a:pt x="3075" y="11369"/>
                </a:moveTo>
                <a:cubicBezTo>
                  <a:pt x="2361" y="10869"/>
                  <a:pt x="1683" y="10321"/>
                  <a:pt x="1046" y="9729"/>
                </a:cubicBezTo>
                <a:cubicBezTo>
                  <a:pt x="1528" y="5299"/>
                  <a:pt x="4955" y="1762"/>
                  <a:pt x="9331" y="1104"/>
                </a:cubicBezTo>
                <a:cubicBezTo>
                  <a:pt x="9335" y="1629"/>
                  <a:pt x="9363" y="2148"/>
                  <a:pt x="9417" y="2660"/>
                </a:cubicBezTo>
                <a:cubicBezTo>
                  <a:pt x="8572" y="3227"/>
                  <a:pt x="7787" y="3879"/>
                  <a:pt x="7069" y="4596"/>
                </a:cubicBezTo>
                <a:cubicBezTo>
                  <a:pt x="6863" y="4486"/>
                  <a:pt x="6632" y="4418"/>
                  <a:pt x="6382" y="4418"/>
                </a:cubicBezTo>
                <a:cubicBezTo>
                  <a:pt x="5569" y="4418"/>
                  <a:pt x="4909" y="5078"/>
                  <a:pt x="4909" y="5891"/>
                </a:cubicBezTo>
                <a:cubicBezTo>
                  <a:pt x="4909" y="6236"/>
                  <a:pt x="5033" y="6549"/>
                  <a:pt x="5231" y="6800"/>
                </a:cubicBezTo>
                <a:cubicBezTo>
                  <a:pt x="4279" y="8179"/>
                  <a:pt x="3550" y="9719"/>
                  <a:pt x="3075" y="11369"/>
                </a:cubicBezTo>
                <a:moveTo>
                  <a:pt x="2466" y="15973"/>
                </a:moveTo>
                <a:cubicBezTo>
                  <a:pt x="1563" y="14521"/>
                  <a:pt x="1025" y="12821"/>
                  <a:pt x="989" y="10995"/>
                </a:cubicBezTo>
                <a:cubicBezTo>
                  <a:pt x="1570" y="11492"/>
                  <a:pt x="2180" y="11955"/>
                  <a:pt x="2817" y="12383"/>
                </a:cubicBezTo>
                <a:cubicBezTo>
                  <a:pt x="2585" y="13456"/>
                  <a:pt x="2455" y="14567"/>
                  <a:pt x="2455" y="15709"/>
                </a:cubicBezTo>
                <a:cubicBezTo>
                  <a:pt x="2455" y="15798"/>
                  <a:pt x="2464" y="15885"/>
                  <a:pt x="2466" y="15973"/>
                </a:cubicBezTo>
                <a:moveTo>
                  <a:pt x="13428" y="11540"/>
                </a:moveTo>
                <a:cubicBezTo>
                  <a:pt x="12907" y="12264"/>
                  <a:pt x="12315" y="12931"/>
                  <a:pt x="11674" y="13548"/>
                </a:cubicBezTo>
                <a:cubicBezTo>
                  <a:pt x="11429" y="13366"/>
                  <a:pt x="11129" y="13255"/>
                  <a:pt x="10800" y="13255"/>
                </a:cubicBezTo>
                <a:cubicBezTo>
                  <a:pt x="10166" y="13255"/>
                  <a:pt x="9631" y="13657"/>
                  <a:pt x="9423" y="14218"/>
                </a:cubicBezTo>
                <a:cubicBezTo>
                  <a:pt x="7455" y="13751"/>
                  <a:pt x="5607" y="12973"/>
                  <a:pt x="3936" y="11937"/>
                </a:cubicBezTo>
                <a:cubicBezTo>
                  <a:pt x="4379" y="10266"/>
                  <a:pt x="5100" y="8708"/>
                  <a:pt x="6060" y="7326"/>
                </a:cubicBezTo>
                <a:cubicBezTo>
                  <a:pt x="6164" y="7349"/>
                  <a:pt x="6271" y="7364"/>
                  <a:pt x="6382" y="7364"/>
                </a:cubicBezTo>
                <a:cubicBezTo>
                  <a:pt x="7195" y="7364"/>
                  <a:pt x="7855" y="6704"/>
                  <a:pt x="7855" y="5891"/>
                </a:cubicBezTo>
                <a:cubicBezTo>
                  <a:pt x="7855" y="5688"/>
                  <a:pt x="7813" y="5493"/>
                  <a:pt x="7739" y="5317"/>
                </a:cubicBezTo>
                <a:cubicBezTo>
                  <a:pt x="8307" y="4747"/>
                  <a:pt x="8920" y="4221"/>
                  <a:pt x="9575" y="3749"/>
                </a:cubicBezTo>
                <a:cubicBezTo>
                  <a:pt x="10104" y="6723"/>
                  <a:pt x="11479" y="9397"/>
                  <a:pt x="13428" y="11540"/>
                </a:cubicBezTo>
                <a:moveTo>
                  <a:pt x="10800" y="982"/>
                </a:moveTo>
                <a:cubicBezTo>
                  <a:pt x="11347" y="982"/>
                  <a:pt x="11881" y="1038"/>
                  <a:pt x="12403" y="1125"/>
                </a:cubicBezTo>
                <a:cubicBezTo>
                  <a:pt x="11696" y="1400"/>
                  <a:pt x="11005" y="1707"/>
                  <a:pt x="10354" y="2081"/>
                </a:cubicBezTo>
                <a:cubicBezTo>
                  <a:pt x="10328" y="1726"/>
                  <a:pt x="10311" y="1368"/>
                  <a:pt x="10310" y="1007"/>
                </a:cubicBezTo>
                <a:cubicBezTo>
                  <a:pt x="10474" y="999"/>
                  <a:pt x="10635" y="982"/>
                  <a:pt x="10800" y="982"/>
                </a:cubicBezTo>
                <a:moveTo>
                  <a:pt x="14120" y="12262"/>
                </a:moveTo>
                <a:cubicBezTo>
                  <a:pt x="14982" y="13097"/>
                  <a:pt x="15950" y="13819"/>
                  <a:pt x="16986" y="14440"/>
                </a:cubicBezTo>
                <a:cubicBezTo>
                  <a:pt x="15933" y="14626"/>
                  <a:pt x="14852" y="14727"/>
                  <a:pt x="13745" y="14727"/>
                </a:cubicBezTo>
                <a:cubicBezTo>
                  <a:pt x="13246" y="14727"/>
                  <a:pt x="12754" y="14702"/>
                  <a:pt x="12265" y="14664"/>
                </a:cubicBezTo>
                <a:cubicBezTo>
                  <a:pt x="12259" y="14569"/>
                  <a:pt x="12250" y="14475"/>
                  <a:pt x="12229" y="14385"/>
                </a:cubicBezTo>
                <a:cubicBezTo>
                  <a:pt x="12921" y="13737"/>
                  <a:pt x="13555" y="13027"/>
                  <a:pt x="14120" y="12262"/>
                </a:cubicBezTo>
                <a:moveTo>
                  <a:pt x="16188" y="2597"/>
                </a:moveTo>
                <a:cubicBezTo>
                  <a:pt x="16191" y="2713"/>
                  <a:pt x="16200" y="2828"/>
                  <a:pt x="16200" y="2945"/>
                </a:cubicBezTo>
                <a:cubicBezTo>
                  <a:pt x="16200" y="3967"/>
                  <a:pt x="16092" y="4962"/>
                  <a:pt x="15894" y="5924"/>
                </a:cubicBezTo>
                <a:cubicBezTo>
                  <a:pt x="15227" y="6065"/>
                  <a:pt x="14727" y="6656"/>
                  <a:pt x="14727" y="7364"/>
                </a:cubicBezTo>
                <a:cubicBezTo>
                  <a:pt x="14727" y="7765"/>
                  <a:pt x="14888" y="8127"/>
                  <a:pt x="15149" y="8393"/>
                </a:cubicBezTo>
                <a:cubicBezTo>
                  <a:pt x="14827" y="9199"/>
                  <a:pt x="14443" y="9973"/>
                  <a:pt x="13991" y="10701"/>
                </a:cubicBezTo>
                <a:cubicBezTo>
                  <a:pt x="12159" y="8620"/>
                  <a:pt x="10894" y="6025"/>
                  <a:pt x="10469" y="3152"/>
                </a:cubicBezTo>
                <a:cubicBezTo>
                  <a:pt x="11590" y="2463"/>
                  <a:pt x="12813" y="1934"/>
                  <a:pt x="14106" y="1565"/>
                </a:cubicBezTo>
                <a:cubicBezTo>
                  <a:pt x="14844" y="1829"/>
                  <a:pt x="15544" y="2173"/>
                  <a:pt x="16188" y="2597"/>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0" name="Shape 2858">
            <a:extLst>
              <a:ext uri="{FF2B5EF4-FFF2-40B4-BE49-F238E27FC236}">
                <a16:creationId xmlns:a16="http://schemas.microsoft.com/office/drawing/2014/main" id="{63F7F484-8451-7B35-D61E-98CEBAE27F3E}"/>
              </a:ext>
            </a:extLst>
          </p:cNvPr>
          <p:cNvSpPr/>
          <p:nvPr/>
        </p:nvSpPr>
        <p:spPr>
          <a:xfrm>
            <a:off x="4662642" y="44723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4909"/>
                </a:moveTo>
                <a:cubicBezTo>
                  <a:pt x="5498" y="4909"/>
                  <a:pt x="1200" y="4030"/>
                  <a:pt x="1200" y="2945"/>
                </a:cubicBezTo>
                <a:cubicBezTo>
                  <a:pt x="1200" y="1861"/>
                  <a:pt x="5498" y="982"/>
                  <a:pt x="10800" y="982"/>
                </a:cubicBezTo>
                <a:cubicBezTo>
                  <a:pt x="16102" y="982"/>
                  <a:pt x="20400" y="1861"/>
                  <a:pt x="20400" y="2945"/>
                </a:cubicBezTo>
                <a:cubicBezTo>
                  <a:pt x="20400" y="4030"/>
                  <a:pt x="16102" y="4909"/>
                  <a:pt x="10800" y="4909"/>
                </a:cubicBezTo>
                <a:moveTo>
                  <a:pt x="20400" y="6873"/>
                </a:moveTo>
                <a:cubicBezTo>
                  <a:pt x="20400" y="7957"/>
                  <a:pt x="16102" y="8836"/>
                  <a:pt x="10800" y="8836"/>
                </a:cubicBezTo>
                <a:cubicBezTo>
                  <a:pt x="5498" y="8836"/>
                  <a:pt x="1200" y="7957"/>
                  <a:pt x="1200" y="6873"/>
                </a:cubicBezTo>
                <a:lnTo>
                  <a:pt x="1200" y="4291"/>
                </a:lnTo>
                <a:cubicBezTo>
                  <a:pt x="2993" y="5240"/>
                  <a:pt x="6615" y="5891"/>
                  <a:pt x="10800" y="5891"/>
                </a:cubicBezTo>
                <a:cubicBezTo>
                  <a:pt x="14986" y="5891"/>
                  <a:pt x="18607" y="5240"/>
                  <a:pt x="20400" y="4291"/>
                </a:cubicBezTo>
                <a:cubicBezTo>
                  <a:pt x="20400" y="4291"/>
                  <a:pt x="20400" y="6873"/>
                  <a:pt x="20400" y="6873"/>
                </a:cubicBezTo>
                <a:close/>
                <a:moveTo>
                  <a:pt x="10800" y="10800"/>
                </a:moveTo>
                <a:cubicBezTo>
                  <a:pt x="5498" y="10800"/>
                  <a:pt x="1200" y="9921"/>
                  <a:pt x="1200" y="8836"/>
                </a:cubicBezTo>
                <a:cubicBezTo>
                  <a:pt x="1200" y="8672"/>
                  <a:pt x="1309" y="8514"/>
                  <a:pt x="1494" y="8362"/>
                </a:cubicBezTo>
                <a:cubicBezTo>
                  <a:pt x="3370" y="9232"/>
                  <a:pt x="6830" y="9818"/>
                  <a:pt x="10800" y="9818"/>
                </a:cubicBezTo>
                <a:cubicBezTo>
                  <a:pt x="14770" y="9818"/>
                  <a:pt x="18230" y="9232"/>
                  <a:pt x="20106" y="8362"/>
                </a:cubicBezTo>
                <a:cubicBezTo>
                  <a:pt x="20291" y="8514"/>
                  <a:pt x="20400" y="8672"/>
                  <a:pt x="20400" y="8836"/>
                </a:cubicBezTo>
                <a:cubicBezTo>
                  <a:pt x="20400" y="9921"/>
                  <a:pt x="16102" y="10800"/>
                  <a:pt x="10800" y="10800"/>
                </a:cubicBezTo>
                <a:moveTo>
                  <a:pt x="20400" y="12764"/>
                </a:moveTo>
                <a:cubicBezTo>
                  <a:pt x="20400" y="13848"/>
                  <a:pt x="16102" y="14727"/>
                  <a:pt x="10800" y="14727"/>
                </a:cubicBezTo>
                <a:cubicBezTo>
                  <a:pt x="5498" y="14727"/>
                  <a:pt x="1200" y="13848"/>
                  <a:pt x="1200" y="12764"/>
                </a:cubicBezTo>
                <a:lnTo>
                  <a:pt x="1200" y="10182"/>
                </a:lnTo>
                <a:cubicBezTo>
                  <a:pt x="2993" y="11131"/>
                  <a:pt x="6615" y="11782"/>
                  <a:pt x="10800" y="11782"/>
                </a:cubicBezTo>
                <a:cubicBezTo>
                  <a:pt x="14986" y="11782"/>
                  <a:pt x="18607" y="11131"/>
                  <a:pt x="20400" y="10182"/>
                </a:cubicBezTo>
                <a:cubicBezTo>
                  <a:pt x="20400" y="10182"/>
                  <a:pt x="20400" y="12764"/>
                  <a:pt x="20400" y="12764"/>
                </a:cubicBezTo>
                <a:close/>
                <a:moveTo>
                  <a:pt x="10800" y="16691"/>
                </a:moveTo>
                <a:cubicBezTo>
                  <a:pt x="5498" y="16691"/>
                  <a:pt x="1200" y="15812"/>
                  <a:pt x="1200" y="14727"/>
                </a:cubicBezTo>
                <a:cubicBezTo>
                  <a:pt x="1200" y="14563"/>
                  <a:pt x="1309" y="14405"/>
                  <a:pt x="1494" y="14253"/>
                </a:cubicBezTo>
                <a:cubicBezTo>
                  <a:pt x="3370" y="15123"/>
                  <a:pt x="6830" y="15709"/>
                  <a:pt x="10800" y="15709"/>
                </a:cubicBezTo>
                <a:cubicBezTo>
                  <a:pt x="14770" y="15709"/>
                  <a:pt x="18230" y="15123"/>
                  <a:pt x="20106" y="14253"/>
                </a:cubicBezTo>
                <a:cubicBezTo>
                  <a:pt x="20291" y="14405"/>
                  <a:pt x="20400" y="14563"/>
                  <a:pt x="20400" y="14727"/>
                </a:cubicBezTo>
                <a:cubicBezTo>
                  <a:pt x="20400" y="15812"/>
                  <a:pt x="16102" y="16691"/>
                  <a:pt x="10800" y="16691"/>
                </a:cubicBezTo>
                <a:moveTo>
                  <a:pt x="20400" y="18655"/>
                </a:moveTo>
                <a:cubicBezTo>
                  <a:pt x="20400" y="19739"/>
                  <a:pt x="16102" y="20618"/>
                  <a:pt x="10800" y="20618"/>
                </a:cubicBezTo>
                <a:cubicBezTo>
                  <a:pt x="5498" y="20618"/>
                  <a:pt x="1200" y="19739"/>
                  <a:pt x="1200" y="18655"/>
                </a:cubicBezTo>
                <a:lnTo>
                  <a:pt x="1200" y="16073"/>
                </a:lnTo>
                <a:cubicBezTo>
                  <a:pt x="2993" y="17022"/>
                  <a:pt x="6615" y="17673"/>
                  <a:pt x="10800" y="17673"/>
                </a:cubicBezTo>
                <a:cubicBezTo>
                  <a:pt x="14986" y="17673"/>
                  <a:pt x="18607" y="17022"/>
                  <a:pt x="20400" y="16073"/>
                </a:cubicBezTo>
                <a:cubicBezTo>
                  <a:pt x="20400" y="16073"/>
                  <a:pt x="20400" y="18655"/>
                  <a:pt x="20400" y="18655"/>
                </a:cubicBezTo>
                <a:close/>
                <a:moveTo>
                  <a:pt x="21600" y="2945"/>
                </a:moveTo>
                <a:cubicBezTo>
                  <a:pt x="21600" y="1319"/>
                  <a:pt x="16765" y="0"/>
                  <a:pt x="10800" y="0"/>
                </a:cubicBezTo>
                <a:cubicBezTo>
                  <a:pt x="4835" y="0"/>
                  <a:pt x="0" y="1319"/>
                  <a:pt x="0" y="2945"/>
                </a:cubicBezTo>
                <a:lnTo>
                  <a:pt x="0" y="6873"/>
                </a:lnTo>
                <a:cubicBezTo>
                  <a:pt x="0" y="7218"/>
                  <a:pt x="229" y="7547"/>
                  <a:pt x="628" y="7855"/>
                </a:cubicBezTo>
                <a:cubicBezTo>
                  <a:pt x="229" y="8162"/>
                  <a:pt x="0" y="8492"/>
                  <a:pt x="0" y="8836"/>
                </a:cubicBezTo>
                <a:lnTo>
                  <a:pt x="0" y="12764"/>
                </a:lnTo>
                <a:cubicBezTo>
                  <a:pt x="0" y="13109"/>
                  <a:pt x="229" y="13438"/>
                  <a:pt x="628" y="13745"/>
                </a:cubicBezTo>
                <a:cubicBezTo>
                  <a:pt x="229" y="14053"/>
                  <a:pt x="0" y="14383"/>
                  <a:pt x="0" y="14727"/>
                </a:cubicBezTo>
                <a:lnTo>
                  <a:pt x="0" y="18655"/>
                </a:lnTo>
                <a:cubicBezTo>
                  <a:pt x="0" y="20281"/>
                  <a:pt x="4835" y="21600"/>
                  <a:pt x="10800" y="21600"/>
                </a:cubicBezTo>
                <a:cubicBezTo>
                  <a:pt x="16765" y="21600"/>
                  <a:pt x="21600" y="20281"/>
                  <a:pt x="21600" y="18655"/>
                </a:cubicBezTo>
                <a:lnTo>
                  <a:pt x="21600" y="14727"/>
                </a:lnTo>
                <a:cubicBezTo>
                  <a:pt x="21600" y="14383"/>
                  <a:pt x="21371" y="14053"/>
                  <a:pt x="20972" y="13745"/>
                </a:cubicBezTo>
                <a:cubicBezTo>
                  <a:pt x="21371" y="13438"/>
                  <a:pt x="21600" y="13109"/>
                  <a:pt x="21600" y="12764"/>
                </a:cubicBezTo>
                <a:lnTo>
                  <a:pt x="21600" y="8836"/>
                </a:lnTo>
                <a:cubicBezTo>
                  <a:pt x="21600" y="8492"/>
                  <a:pt x="21371" y="8162"/>
                  <a:pt x="20972" y="7855"/>
                </a:cubicBezTo>
                <a:cubicBezTo>
                  <a:pt x="21371" y="7547"/>
                  <a:pt x="21600" y="7218"/>
                  <a:pt x="21600" y="6873"/>
                </a:cubicBezTo>
                <a:cubicBezTo>
                  <a:pt x="21600" y="6873"/>
                  <a:pt x="21600" y="2945"/>
                  <a:pt x="21600" y="2945"/>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1" name="Shape 2859">
            <a:extLst>
              <a:ext uri="{FF2B5EF4-FFF2-40B4-BE49-F238E27FC236}">
                <a16:creationId xmlns:a16="http://schemas.microsoft.com/office/drawing/2014/main" id="{8EAC1C37-8FF8-152B-9EDB-DEAC44BFF3B6}"/>
              </a:ext>
            </a:extLst>
          </p:cNvPr>
          <p:cNvSpPr/>
          <p:nvPr/>
        </p:nvSpPr>
        <p:spPr>
          <a:xfrm>
            <a:off x="5170510" y="44723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5929" y="7018"/>
                </a:moveTo>
                <a:cubicBezTo>
                  <a:pt x="15539" y="7246"/>
                  <a:pt x="15108" y="7411"/>
                  <a:pt x="14650" y="7500"/>
                </a:cubicBezTo>
                <a:cubicBezTo>
                  <a:pt x="14282" y="7114"/>
                  <a:pt x="13759" y="6874"/>
                  <a:pt x="13179" y="6874"/>
                </a:cubicBezTo>
                <a:cubicBezTo>
                  <a:pt x="12067" y="6874"/>
                  <a:pt x="11165" y="7762"/>
                  <a:pt x="11165" y="8856"/>
                </a:cubicBezTo>
                <a:cubicBezTo>
                  <a:pt x="11165" y="9011"/>
                  <a:pt x="11183" y="9162"/>
                  <a:pt x="11217" y="9308"/>
                </a:cubicBezTo>
                <a:cubicBezTo>
                  <a:pt x="9543" y="9225"/>
                  <a:pt x="8059" y="8436"/>
                  <a:pt x="7065" y="7236"/>
                </a:cubicBezTo>
                <a:cubicBezTo>
                  <a:pt x="6892" y="7530"/>
                  <a:pt x="6793" y="7869"/>
                  <a:pt x="6793" y="8233"/>
                </a:cubicBezTo>
                <a:cubicBezTo>
                  <a:pt x="6793" y="8921"/>
                  <a:pt x="7148" y="9528"/>
                  <a:pt x="7689" y="9883"/>
                </a:cubicBezTo>
                <a:cubicBezTo>
                  <a:pt x="7359" y="9873"/>
                  <a:pt x="7048" y="9784"/>
                  <a:pt x="6776" y="9635"/>
                </a:cubicBezTo>
                <a:cubicBezTo>
                  <a:pt x="6776" y="9644"/>
                  <a:pt x="6776" y="9651"/>
                  <a:pt x="6776" y="9660"/>
                </a:cubicBezTo>
                <a:cubicBezTo>
                  <a:pt x="6776" y="10621"/>
                  <a:pt x="7471" y="11422"/>
                  <a:pt x="8392" y="11604"/>
                </a:cubicBezTo>
                <a:cubicBezTo>
                  <a:pt x="8223" y="11650"/>
                  <a:pt x="8045" y="11673"/>
                  <a:pt x="7861" y="11673"/>
                </a:cubicBezTo>
                <a:cubicBezTo>
                  <a:pt x="7732" y="11673"/>
                  <a:pt x="7605" y="11661"/>
                  <a:pt x="7483" y="11638"/>
                </a:cubicBezTo>
                <a:cubicBezTo>
                  <a:pt x="7739" y="12426"/>
                  <a:pt x="8483" y="12999"/>
                  <a:pt x="9364" y="13015"/>
                </a:cubicBezTo>
                <a:cubicBezTo>
                  <a:pt x="8674" y="13547"/>
                  <a:pt x="7806" y="13863"/>
                  <a:pt x="6862" y="13863"/>
                </a:cubicBezTo>
                <a:cubicBezTo>
                  <a:pt x="6699" y="13863"/>
                  <a:pt x="6540" y="13855"/>
                  <a:pt x="6382" y="13837"/>
                </a:cubicBezTo>
                <a:cubicBezTo>
                  <a:pt x="7274" y="14398"/>
                  <a:pt x="8332" y="14727"/>
                  <a:pt x="9470" y="14727"/>
                </a:cubicBezTo>
                <a:cubicBezTo>
                  <a:pt x="13175" y="14727"/>
                  <a:pt x="15201" y="11706"/>
                  <a:pt x="15201" y="9086"/>
                </a:cubicBezTo>
                <a:cubicBezTo>
                  <a:pt x="15201" y="9000"/>
                  <a:pt x="15199" y="8915"/>
                  <a:pt x="15195" y="8830"/>
                </a:cubicBezTo>
                <a:cubicBezTo>
                  <a:pt x="15588" y="8550"/>
                  <a:pt x="15930" y="8201"/>
                  <a:pt x="16200" y="7804"/>
                </a:cubicBezTo>
                <a:cubicBezTo>
                  <a:pt x="15839" y="7961"/>
                  <a:pt x="15451" y="8067"/>
                  <a:pt x="15043" y="8115"/>
                </a:cubicBezTo>
                <a:cubicBezTo>
                  <a:pt x="15459" y="7870"/>
                  <a:pt x="15778" y="7482"/>
                  <a:pt x="15929" y="701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2" name="Shape 2860">
            <a:extLst>
              <a:ext uri="{FF2B5EF4-FFF2-40B4-BE49-F238E27FC236}">
                <a16:creationId xmlns:a16="http://schemas.microsoft.com/office/drawing/2014/main" id="{93A4855E-21AF-4211-3BA4-23D5175CC5CA}"/>
              </a:ext>
            </a:extLst>
          </p:cNvPr>
          <p:cNvSpPr/>
          <p:nvPr/>
        </p:nvSpPr>
        <p:spPr>
          <a:xfrm>
            <a:off x="5703771" y="44723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1776" y="8468"/>
                </a:moveTo>
                <a:cubicBezTo>
                  <a:pt x="11776" y="8071"/>
                  <a:pt x="11817" y="7858"/>
                  <a:pt x="12428" y="7858"/>
                </a:cubicBezTo>
                <a:lnTo>
                  <a:pt x="13244" y="7858"/>
                </a:lnTo>
                <a:lnTo>
                  <a:pt x="13244" y="6381"/>
                </a:lnTo>
                <a:lnTo>
                  <a:pt x="11938" y="6381"/>
                </a:lnTo>
                <a:cubicBezTo>
                  <a:pt x="10369" y="6381"/>
                  <a:pt x="9816" y="7120"/>
                  <a:pt x="9816" y="8363"/>
                </a:cubicBezTo>
                <a:lnTo>
                  <a:pt x="9816" y="9322"/>
                </a:lnTo>
                <a:lnTo>
                  <a:pt x="8837" y="9322"/>
                </a:lnTo>
                <a:lnTo>
                  <a:pt x="8837" y="10800"/>
                </a:lnTo>
                <a:lnTo>
                  <a:pt x="9816" y="10800"/>
                </a:lnTo>
                <a:lnTo>
                  <a:pt x="9816" y="15219"/>
                </a:lnTo>
                <a:lnTo>
                  <a:pt x="11774" y="15219"/>
                </a:lnTo>
                <a:lnTo>
                  <a:pt x="11774" y="10800"/>
                </a:lnTo>
                <a:lnTo>
                  <a:pt x="13081" y="10800"/>
                </a:lnTo>
                <a:lnTo>
                  <a:pt x="13254" y="9322"/>
                </a:lnTo>
                <a:lnTo>
                  <a:pt x="11774" y="9322"/>
                </a:lnTo>
                <a:cubicBezTo>
                  <a:pt x="11774" y="9322"/>
                  <a:pt x="11776" y="8468"/>
                  <a:pt x="11776" y="8468"/>
                </a:cubicBezTo>
                <a:close/>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3" name="Shape 2861">
            <a:extLst>
              <a:ext uri="{FF2B5EF4-FFF2-40B4-BE49-F238E27FC236}">
                <a16:creationId xmlns:a16="http://schemas.microsoft.com/office/drawing/2014/main" id="{CC73CE86-43A0-2265-E25E-DF94547E2170}"/>
              </a:ext>
            </a:extLst>
          </p:cNvPr>
          <p:cNvSpPr/>
          <p:nvPr/>
        </p:nvSpPr>
        <p:spPr>
          <a:xfrm>
            <a:off x="6275123"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324" y="12090"/>
                </a:moveTo>
                <a:cubicBezTo>
                  <a:pt x="14019" y="12090"/>
                  <a:pt x="14019" y="12428"/>
                  <a:pt x="14019" y="12428"/>
                </a:cubicBezTo>
                <a:lnTo>
                  <a:pt x="14019" y="12863"/>
                </a:lnTo>
                <a:lnTo>
                  <a:pt x="14628" y="12863"/>
                </a:lnTo>
                <a:lnTo>
                  <a:pt x="14628" y="12428"/>
                </a:lnTo>
                <a:cubicBezTo>
                  <a:pt x="14628" y="12428"/>
                  <a:pt x="14628" y="12090"/>
                  <a:pt x="14324" y="12090"/>
                </a:cubicBezTo>
                <a:moveTo>
                  <a:pt x="15287" y="12380"/>
                </a:moveTo>
                <a:lnTo>
                  <a:pt x="15287" y="13348"/>
                </a:lnTo>
                <a:lnTo>
                  <a:pt x="14019" y="13348"/>
                </a:lnTo>
                <a:lnTo>
                  <a:pt x="14019" y="14072"/>
                </a:lnTo>
                <a:cubicBezTo>
                  <a:pt x="14019" y="14072"/>
                  <a:pt x="14019" y="14411"/>
                  <a:pt x="14324" y="14411"/>
                </a:cubicBezTo>
                <a:cubicBezTo>
                  <a:pt x="14628" y="14411"/>
                  <a:pt x="14628" y="14072"/>
                  <a:pt x="14628" y="14072"/>
                </a:cubicBezTo>
                <a:lnTo>
                  <a:pt x="14628" y="13734"/>
                </a:lnTo>
                <a:lnTo>
                  <a:pt x="15287" y="13734"/>
                </a:lnTo>
                <a:lnTo>
                  <a:pt x="15287" y="14266"/>
                </a:lnTo>
                <a:cubicBezTo>
                  <a:pt x="15287" y="14266"/>
                  <a:pt x="15186" y="14943"/>
                  <a:pt x="14375" y="14943"/>
                </a:cubicBezTo>
                <a:cubicBezTo>
                  <a:pt x="13564" y="14943"/>
                  <a:pt x="13411" y="14266"/>
                  <a:pt x="13411" y="14266"/>
                </a:cubicBezTo>
                <a:lnTo>
                  <a:pt x="13411" y="12380"/>
                </a:lnTo>
                <a:cubicBezTo>
                  <a:pt x="13411" y="12380"/>
                  <a:pt x="13411" y="11558"/>
                  <a:pt x="14375" y="11558"/>
                </a:cubicBezTo>
                <a:cubicBezTo>
                  <a:pt x="15338" y="11558"/>
                  <a:pt x="15287" y="12380"/>
                  <a:pt x="15287" y="12380"/>
                </a:cubicBezTo>
                <a:moveTo>
                  <a:pt x="12904" y="14169"/>
                </a:moveTo>
                <a:cubicBezTo>
                  <a:pt x="12904" y="14169"/>
                  <a:pt x="12904" y="14943"/>
                  <a:pt x="12347" y="14943"/>
                </a:cubicBezTo>
                <a:cubicBezTo>
                  <a:pt x="12005" y="14943"/>
                  <a:pt x="11798" y="14762"/>
                  <a:pt x="11687" y="14621"/>
                </a:cubicBezTo>
                <a:lnTo>
                  <a:pt x="11687" y="14895"/>
                </a:lnTo>
                <a:lnTo>
                  <a:pt x="11028" y="14895"/>
                </a:lnTo>
                <a:lnTo>
                  <a:pt x="11028" y="10446"/>
                </a:lnTo>
                <a:lnTo>
                  <a:pt x="11687" y="10446"/>
                </a:lnTo>
                <a:lnTo>
                  <a:pt x="11687" y="11888"/>
                </a:lnTo>
                <a:cubicBezTo>
                  <a:pt x="11788" y="11782"/>
                  <a:pt x="12036" y="11558"/>
                  <a:pt x="12347" y="11558"/>
                </a:cubicBezTo>
                <a:cubicBezTo>
                  <a:pt x="12752" y="11558"/>
                  <a:pt x="12904" y="11896"/>
                  <a:pt x="12904" y="12332"/>
                </a:cubicBezTo>
                <a:cubicBezTo>
                  <a:pt x="12904" y="12332"/>
                  <a:pt x="12904" y="14169"/>
                  <a:pt x="12904" y="14169"/>
                </a:cubicBezTo>
                <a:close/>
                <a:moveTo>
                  <a:pt x="10521" y="14895"/>
                </a:moveTo>
                <a:lnTo>
                  <a:pt x="9913" y="14895"/>
                </a:lnTo>
                <a:lnTo>
                  <a:pt x="9913" y="14605"/>
                </a:lnTo>
                <a:cubicBezTo>
                  <a:pt x="9913" y="14605"/>
                  <a:pt x="9558" y="14943"/>
                  <a:pt x="9152" y="14943"/>
                </a:cubicBezTo>
                <a:cubicBezTo>
                  <a:pt x="8747" y="14943"/>
                  <a:pt x="8696" y="14556"/>
                  <a:pt x="8696" y="14556"/>
                </a:cubicBezTo>
                <a:lnTo>
                  <a:pt x="8696" y="11558"/>
                </a:lnTo>
                <a:lnTo>
                  <a:pt x="9304" y="11558"/>
                </a:lnTo>
                <a:lnTo>
                  <a:pt x="9304" y="14362"/>
                </a:lnTo>
                <a:cubicBezTo>
                  <a:pt x="9304" y="14362"/>
                  <a:pt x="9304" y="14508"/>
                  <a:pt x="9507" y="14508"/>
                </a:cubicBezTo>
                <a:cubicBezTo>
                  <a:pt x="9710" y="14508"/>
                  <a:pt x="9913" y="14266"/>
                  <a:pt x="9913" y="14266"/>
                </a:cubicBezTo>
                <a:lnTo>
                  <a:pt x="9913" y="11558"/>
                </a:lnTo>
                <a:lnTo>
                  <a:pt x="10521" y="11558"/>
                </a:lnTo>
                <a:cubicBezTo>
                  <a:pt x="10521" y="11558"/>
                  <a:pt x="10521" y="14895"/>
                  <a:pt x="10521" y="14895"/>
                </a:cubicBezTo>
                <a:close/>
                <a:moveTo>
                  <a:pt x="8595" y="11074"/>
                </a:moveTo>
                <a:lnTo>
                  <a:pt x="7834" y="11074"/>
                </a:lnTo>
                <a:lnTo>
                  <a:pt x="7834" y="14895"/>
                </a:lnTo>
                <a:lnTo>
                  <a:pt x="7124" y="14895"/>
                </a:lnTo>
                <a:lnTo>
                  <a:pt x="7124" y="11074"/>
                </a:lnTo>
                <a:lnTo>
                  <a:pt x="6363" y="11074"/>
                </a:lnTo>
                <a:lnTo>
                  <a:pt x="6363" y="10446"/>
                </a:lnTo>
                <a:lnTo>
                  <a:pt x="8595" y="10446"/>
                </a:lnTo>
                <a:cubicBezTo>
                  <a:pt x="8595" y="10446"/>
                  <a:pt x="8595" y="11074"/>
                  <a:pt x="8595" y="11074"/>
                </a:cubicBezTo>
                <a:close/>
                <a:moveTo>
                  <a:pt x="14527" y="9430"/>
                </a:moveTo>
                <a:cubicBezTo>
                  <a:pt x="14527" y="9430"/>
                  <a:pt x="12667" y="9334"/>
                  <a:pt x="10800" y="9334"/>
                </a:cubicBezTo>
                <a:cubicBezTo>
                  <a:pt x="8940" y="9334"/>
                  <a:pt x="7074" y="9430"/>
                  <a:pt x="7074" y="9430"/>
                </a:cubicBezTo>
                <a:cubicBezTo>
                  <a:pt x="6233" y="9430"/>
                  <a:pt x="5552" y="10080"/>
                  <a:pt x="5552" y="10881"/>
                </a:cubicBezTo>
                <a:cubicBezTo>
                  <a:pt x="5552" y="10881"/>
                  <a:pt x="5400" y="11822"/>
                  <a:pt x="5400" y="12767"/>
                </a:cubicBezTo>
                <a:cubicBezTo>
                  <a:pt x="5400" y="13708"/>
                  <a:pt x="5552" y="14652"/>
                  <a:pt x="5552" y="14652"/>
                </a:cubicBezTo>
                <a:cubicBezTo>
                  <a:pt x="5552" y="15454"/>
                  <a:pt x="6233" y="16103"/>
                  <a:pt x="7074" y="16103"/>
                </a:cubicBezTo>
                <a:cubicBezTo>
                  <a:pt x="7074" y="16103"/>
                  <a:pt x="8905" y="16200"/>
                  <a:pt x="10800" y="16200"/>
                </a:cubicBezTo>
                <a:cubicBezTo>
                  <a:pt x="12630" y="16200"/>
                  <a:pt x="14527" y="16103"/>
                  <a:pt x="14527" y="16103"/>
                </a:cubicBezTo>
                <a:cubicBezTo>
                  <a:pt x="15367" y="16103"/>
                  <a:pt x="16048" y="15454"/>
                  <a:pt x="16048" y="14652"/>
                </a:cubicBezTo>
                <a:cubicBezTo>
                  <a:pt x="16048" y="14652"/>
                  <a:pt x="16200" y="13700"/>
                  <a:pt x="16200" y="12767"/>
                </a:cubicBezTo>
                <a:cubicBezTo>
                  <a:pt x="16200" y="11814"/>
                  <a:pt x="16048" y="10881"/>
                  <a:pt x="16048" y="10881"/>
                </a:cubicBezTo>
                <a:cubicBezTo>
                  <a:pt x="16048" y="10080"/>
                  <a:pt x="15367" y="9430"/>
                  <a:pt x="14527" y="9430"/>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1992" y="12090"/>
                </a:moveTo>
                <a:cubicBezTo>
                  <a:pt x="11860" y="12090"/>
                  <a:pt x="11757" y="12168"/>
                  <a:pt x="11687" y="12243"/>
                </a:cubicBezTo>
                <a:lnTo>
                  <a:pt x="11687" y="14276"/>
                </a:lnTo>
                <a:cubicBezTo>
                  <a:pt x="11751" y="14345"/>
                  <a:pt x="11847" y="14411"/>
                  <a:pt x="11992" y="14411"/>
                </a:cubicBezTo>
                <a:cubicBezTo>
                  <a:pt x="12296" y="14411"/>
                  <a:pt x="12296" y="14072"/>
                  <a:pt x="12296" y="14072"/>
                </a:cubicBezTo>
                <a:lnTo>
                  <a:pt x="12296" y="12428"/>
                </a:lnTo>
                <a:cubicBezTo>
                  <a:pt x="12296" y="12428"/>
                  <a:pt x="12245" y="12090"/>
                  <a:pt x="11992" y="12090"/>
                </a:cubicBezTo>
                <a:moveTo>
                  <a:pt x="7986" y="8751"/>
                </a:moveTo>
                <a:lnTo>
                  <a:pt x="8696" y="8751"/>
                </a:lnTo>
                <a:lnTo>
                  <a:pt x="8696" y="7188"/>
                </a:lnTo>
                <a:lnTo>
                  <a:pt x="9507" y="4970"/>
                </a:lnTo>
                <a:lnTo>
                  <a:pt x="8848" y="4970"/>
                </a:lnTo>
                <a:lnTo>
                  <a:pt x="8341" y="6433"/>
                </a:lnTo>
                <a:lnTo>
                  <a:pt x="7834" y="4970"/>
                </a:lnTo>
                <a:lnTo>
                  <a:pt x="7124" y="4970"/>
                </a:lnTo>
                <a:lnTo>
                  <a:pt x="7986" y="7188"/>
                </a:lnTo>
                <a:cubicBezTo>
                  <a:pt x="7986" y="7188"/>
                  <a:pt x="7986" y="8751"/>
                  <a:pt x="7986" y="8751"/>
                </a:cubicBezTo>
                <a:close/>
                <a:moveTo>
                  <a:pt x="12397" y="8801"/>
                </a:moveTo>
                <a:cubicBezTo>
                  <a:pt x="12802" y="8801"/>
                  <a:pt x="13158" y="8449"/>
                  <a:pt x="13158" y="8449"/>
                </a:cubicBezTo>
                <a:lnTo>
                  <a:pt x="13158" y="8751"/>
                </a:lnTo>
                <a:lnTo>
                  <a:pt x="13766" y="8751"/>
                </a:lnTo>
                <a:lnTo>
                  <a:pt x="13766" y="5878"/>
                </a:lnTo>
                <a:lnTo>
                  <a:pt x="13158" y="5878"/>
                </a:lnTo>
                <a:lnTo>
                  <a:pt x="13158" y="8096"/>
                </a:lnTo>
                <a:cubicBezTo>
                  <a:pt x="13158" y="8096"/>
                  <a:pt x="12955" y="8348"/>
                  <a:pt x="12752" y="8348"/>
                </a:cubicBezTo>
                <a:cubicBezTo>
                  <a:pt x="12549" y="8348"/>
                  <a:pt x="12549" y="8196"/>
                  <a:pt x="12549" y="8196"/>
                </a:cubicBezTo>
                <a:lnTo>
                  <a:pt x="12549" y="5878"/>
                </a:lnTo>
                <a:lnTo>
                  <a:pt x="11941" y="5878"/>
                </a:lnTo>
                <a:lnTo>
                  <a:pt x="11941" y="8398"/>
                </a:lnTo>
                <a:cubicBezTo>
                  <a:pt x="11941" y="8398"/>
                  <a:pt x="11992" y="8801"/>
                  <a:pt x="12397" y="8801"/>
                </a:cubicBezTo>
                <a:moveTo>
                  <a:pt x="10166" y="6634"/>
                </a:moveTo>
                <a:cubicBezTo>
                  <a:pt x="10166" y="6467"/>
                  <a:pt x="10302" y="6332"/>
                  <a:pt x="10470" y="6332"/>
                </a:cubicBezTo>
                <a:cubicBezTo>
                  <a:pt x="10639" y="6332"/>
                  <a:pt x="10775" y="6467"/>
                  <a:pt x="10775" y="6634"/>
                </a:cubicBezTo>
                <a:lnTo>
                  <a:pt x="10775" y="8045"/>
                </a:lnTo>
                <a:cubicBezTo>
                  <a:pt x="10775" y="8212"/>
                  <a:pt x="10639" y="8348"/>
                  <a:pt x="10470" y="8348"/>
                </a:cubicBezTo>
                <a:cubicBezTo>
                  <a:pt x="10302" y="8348"/>
                  <a:pt x="10166" y="8212"/>
                  <a:pt x="10166" y="8045"/>
                </a:cubicBezTo>
                <a:cubicBezTo>
                  <a:pt x="10166" y="8045"/>
                  <a:pt x="10166" y="6634"/>
                  <a:pt x="10166" y="6634"/>
                </a:cubicBezTo>
                <a:close/>
                <a:moveTo>
                  <a:pt x="10369" y="8801"/>
                </a:moveTo>
                <a:lnTo>
                  <a:pt x="10572" y="8801"/>
                </a:lnTo>
                <a:cubicBezTo>
                  <a:pt x="11020" y="8801"/>
                  <a:pt x="11383" y="8440"/>
                  <a:pt x="11383" y="7995"/>
                </a:cubicBezTo>
                <a:lnTo>
                  <a:pt x="11383" y="6684"/>
                </a:lnTo>
                <a:cubicBezTo>
                  <a:pt x="11383" y="6239"/>
                  <a:pt x="11020" y="5878"/>
                  <a:pt x="10572" y="5878"/>
                </a:cubicBezTo>
                <a:lnTo>
                  <a:pt x="10369" y="5878"/>
                </a:lnTo>
                <a:cubicBezTo>
                  <a:pt x="9921" y="5878"/>
                  <a:pt x="9558" y="6239"/>
                  <a:pt x="9558" y="6684"/>
                </a:cubicBezTo>
                <a:lnTo>
                  <a:pt x="9558" y="7995"/>
                </a:lnTo>
                <a:cubicBezTo>
                  <a:pt x="9558" y="8440"/>
                  <a:pt x="9921" y="8801"/>
                  <a:pt x="10369" y="880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4" name="Shape 2862">
            <a:extLst>
              <a:ext uri="{FF2B5EF4-FFF2-40B4-BE49-F238E27FC236}">
                <a16:creationId xmlns:a16="http://schemas.microsoft.com/office/drawing/2014/main" id="{EAC28E84-256F-4C5A-7EFF-F58D4C4F8350}"/>
              </a:ext>
            </a:extLst>
          </p:cNvPr>
          <p:cNvSpPr/>
          <p:nvPr/>
        </p:nvSpPr>
        <p:spPr>
          <a:xfrm>
            <a:off x="6808384"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0672" y="6382"/>
                </a:moveTo>
                <a:cubicBezTo>
                  <a:pt x="10464" y="6409"/>
                  <a:pt x="10255" y="6435"/>
                  <a:pt x="10045" y="6460"/>
                </a:cubicBezTo>
                <a:cubicBezTo>
                  <a:pt x="9652" y="6558"/>
                  <a:pt x="9223" y="6650"/>
                  <a:pt x="8905" y="6836"/>
                </a:cubicBezTo>
                <a:cubicBezTo>
                  <a:pt x="8055" y="7333"/>
                  <a:pt x="7467" y="7913"/>
                  <a:pt x="7073" y="8856"/>
                </a:cubicBezTo>
                <a:cubicBezTo>
                  <a:pt x="7009" y="9009"/>
                  <a:pt x="7007" y="9157"/>
                  <a:pt x="6960" y="9326"/>
                </a:cubicBezTo>
                <a:cubicBezTo>
                  <a:pt x="6658" y="10425"/>
                  <a:pt x="7194" y="11563"/>
                  <a:pt x="7844" y="11956"/>
                </a:cubicBezTo>
                <a:cubicBezTo>
                  <a:pt x="7969" y="12032"/>
                  <a:pt x="8254" y="12166"/>
                  <a:pt x="8358" y="11987"/>
                </a:cubicBezTo>
                <a:cubicBezTo>
                  <a:pt x="8416" y="11889"/>
                  <a:pt x="8403" y="11758"/>
                  <a:pt x="8439" y="11643"/>
                </a:cubicBezTo>
                <a:cubicBezTo>
                  <a:pt x="8462" y="11568"/>
                  <a:pt x="8536" y="11425"/>
                  <a:pt x="8519" y="11330"/>
                </a:cubicBezTo>
                <a:cubicBezTo>
                  <a:pt x="8490" y="11170"/>
                  <a:pt x="8318" y="11068"/>
                  <a:pt x="8246" y="10939"/>
                </a:cubicBezTo>
                <a:cubicBezTo>
                  <a:pt x="8099" y="10677"/>
                  <a:pt x="8092" y="10444"/>
                  <a:pt x="8020" y="10093"/>
                </a:cubicBezTo>
                <a:cubicBezTo>
                  <a:pt x="8026" y="10046"/>
                  <a:pt x="8031" y="9999"/>
                  <a:pt x="8037" y="9952"/>
                </a:cubicBezTo>
                <a:cubicBezTo>
                  <a:pt x="8058" y="9559"/>
                  <a:pt x="8124" y="9276"/>
                  <a:pt x="8246" y="8997"/>
                </a:cubicBezTo>
                <a:cubicBezTo>
                  <a:pt x="8601" y="8177"/>
                  <a:pt x="9172" y="7720"/>
                  <a:pt x="10094" y="7447"/>
                </a:cubicBezTo>
                <a:cubicBezTo>
                  <a:pt x="10300" y="7386"/>
                  <a:pt x="10882" y="7288"/>
                  <a:pt x="11187" y="7353"/>
                </a:cubicBezTo>
                <a:cubicBezTo>
                  <a:pt x="11369" y="7385"/>
                  <a:pt x="11551" y="7415"/>
                  <a:pt x="11733" y="7447"/>
                </a:cubicBezTo>
                <a:cubicBezTo>
                  <a:pt x="12393" y="7655"/>
                  <a:pt x="12874" y="8038"/>
                  <a:pt x="13131" y="8637"/>
                </a:cubicBezTo>
                <a:cubicBezTo>
                  <a:pt x="13292" y="9010"/>
                  <a:pt x="13339" y="9724"/>
                  <a:pt x="13227" y="10203"/>
                </a:cubicBezTo>
                <a:cubicBezTo>
                  <a:pt x="13174" y="10429"/>
                  <a:pt x="13183" y="10624"/>
                  <a:pt x="13115" y="10829"/>
                </a:cubicBezTo>
                <a:cubicBezTo>
                  <a:pt x="12865" y="11589"/>
                  <a:pt x="12498" y="12293"/>
                  <a:pt x="11668" y="12488"/>
                </a:cubicBezTo>
                <a:cubicBezTo>
                  <a:pt x="11121" y="12618"/>
                  <a:pt x="10711" y="12284"/>
                  <a:pt x="10576" y="11941"/>
                </a:cubicBezTo>
                <a:cubicBezTo>
                  <a:pt x="10538" y="11846"/>
                  <a:pt x="10474" y="11677"/>
                  <a:pt x="10512" y="11518"/>
                </a:cubicBezTo>
                <a:cubicBezTo>
                  <a:pt x="10656" y="10901"/>
                  <a:pt x="10865" y="10349"/>
                  <a:pt x="11026" y="9733"/>
                </a:cubicBezTo>
                <a:cubicBezTo>
                  <a:pt x="11179" y="9146"/>
                  <a:pt x="10888" y="8683"/>
                  <a:pt x="10431" y="8575"/>
                </a:cubicBezTo>
                <a:cubicBezTo>
                  <a:pt x="9863" y="8439"/>
                  <a:pt x="9424" y="8966"/>
                  <a:pt x="9274" y="9310"/>
                </a:cubicBezTo>
                <a:cubicBezTo>
                  <a:pt x="9155" y="9584"/>
                  <a:pt x="9083" y="10089"/>
                  <a:pt x="9177" y="10453"/>
                </a:cubicBezTo>
                <a:cubicBezTo>
                  <a:pt x="9207" y="10569"/>
                  <a:pt x="9347" y="10878"/>
                  <a:pt x="9322" y="10986"/>
                </a:cubicBezTo>
                <a:cubicBezTo>
                  <a:pt x="9213" y="11462"/>
                  <a:pt x="9088" y="11974"/>
                  <a:pt x="8953" y="12442"/>
                </a:cubicBezTo>
                <a:cubicBezTo>
                  <a:pt x="8812" y="12929"/>
                  <a:pt x="8736" y="13427"/>
                  <a:pt x="8599" y="13898"/>
                </a:cubicBezTo>
                <a:cubicBezTo>
                  <a:pt x="8536" y="14114"/>
                  <a:pt x="8539" y="14346"/>
                  <a:pt x="8487" y="14571"/>
                </a:cubicBezTo>
                <a:lnTo>
                  <a:pt x="8487" y="14900"/>
                </a:lnTo>
                <a:cubicBezTo>
                  <a:pt x="8440" y="15108"/>
                  <a:pt x="8475" y="15478"/>
                  <a:pt x="8519" y="15683"/>
                </a:cubicBezTo>
                <a:cubicBezTo>
                  <a:pt x="8547" y="15815"/>
                  <a:pt x="8502" y="15978"/>
                  <a:pt x="8567" y="16074"/>
                </a:cubicBezTo>
                <a:cubicBezTo>
                  <a:pt x="8568" y="16144"/>
                  <a:pt x="8577" y="16160"/>
                  <a:pt x="8599" y="16200"/>
                </a:cubicBezTo>
                <a:cubicBezTo>
                  <a:pt x="8800" y="16194"/>
                  <a:pt x="9078" y="15665"/>
                  <a:pt x="9177" y="15511"/>
                </a:cubicBezTo>
                <a:cubicBezTo>
                  <a:pt x="9369" y="15216"/>
                  <a:pt x="9546" y="14901"/>
                  <a:pt x="9692" y="14556"/>
                </a:cubicBezTo>
                <a:cubicBezTo>
                  <a:pt x="9823" y="14245"/>
                  <a:pt x="9844" y="13901"/>
                  <a:pt x="9949" y="13569"/>
                </a:cubicBezTo>
                <a:cubicBezTo>
                  <a:pt x="10025" y="13329"/>
                  <a:pt x="10133" y="13049"/>
                  <a:pt x="10158" y="12786"/>
                </a:cubicBezTo>
                <a:lnTo>
                  <a:pt x="10174" y="12786"/>
                </a:lnTo>
                <a:cubicBezTo>
                  <a:pt x="10216" y="12930"/>
                  <a:pt x="10367" y="13035"/>
                  <a:pt x="10480" y="13115"/>
                </a:cubicBezTo>
                <a:cubicBezTo>
                  <a:pt x="10833" y="13367"/>
                  <a:pt x="11441" y="13600"/>
                  <a:pt x="12102" y="13444"/>
                </a:cubicBezTo>
                <a:cubicBezTo>
                  <a:pt x="12850" y="13267"/>
                  <a:pt x="13446" y="12916"/>
                  <a:pt x="13838" y="12394"/>
                </a:cubicBezTo>
                <a:cubicBezTo>
                  <a:pt x="14127" y="12011"/>
                  <a:pt x="14345" y="11567"/>
                  <a:pt x="14513" y="11064"/>
                </a:cubicBezTo>
                <a:cubicBezTo>
                  <a:pt x="14596" y="10817"/>
                  <a:pt x="14613" y="10543"/>
                  <a:pt x="14674" y="10281"/>
                </a:cubicBezTo>
                <a:cubicBezTo>
                  <a:pt x="14827" y="9624"/>
                  <a:pt x="14623" y="8833"/>
                  <a:pt x="14433" y="8402"/>
                </a:cubicBezTo>
                <a:cubicBezTo>
                  <a:pt x="13856" y="7098"/>
                  <a:pt x="12630" y="6354"/>
                  <a:pt x="10672" y="63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5" name="Shape 2863">
            <a:extLst>
              <a:ext uri="{FF2B5EF4-FFF2-40B4-BE49-F238E27FC236}">
                <a16:creationId xmlns:a16="http://schemas.microsoft.com/office/drawing/2014/main" id="{2FB46CA6-A73A-D8C6-9766-0A5055A67E89}"/>
              </a:ext>
            </a:extLst>
          </p:cNvPr>
          <p:cNvSpPr/>
          <p:nvPr/>
        </p:nvSpPr>
        <p:spPr>
          <a:xfrm>
            <a:off x="7341645"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4281" y="6871"/>
                </a:moveTo>
                <a:cubicBezTo>
                  <a:pt x="12915" y="6830"/>
                  <a:pt x="11990" y="7537"/>
                  <a:pt x="11505" y="8992"/>
                </a:cubicBezTo>
                <a:cubicBezTo>
                  <a:pt x="11755" y="8897"/>
                  <a:pt x="11997" y="8849"/>
                  <a:pt x="12232" y="8849"/>
                </a:cubicBezTo>
                <a:cubicBezTo>
                  <a:pt x="12732" y="8849"/>
                  <a:pt x="12952" y="9108"/>
                  <a:pt x="12893" y="9624"/>
                </a:cubicBezTo>
                <a:cubicBezTo>
                  <a:pt x="12864" y="9937"/>
                  <a:pt x="12643" y="10393"/>
                  <a:pt x="12232" y="10991"/>
                </a:cubicBezTo>
                <a:cubicBezTo>
                  <a:pt x="11821" y="11589"/>
                  <a:pt x="11513" y="11888"/>
                  <a:pt x="11307" y="11888"/>
                </a:cubicBezTo>
                <a:cubicBezTo>
                  <a:pt x="11043" y="11888"/>
                  <a:pt x="10800" y="11426"/>
                  <a:pt x="10580" y="10502"/>
                </a:cubicBezTo>
                <a:cubicBezTo>
                  <a:pt x="10506" y="10230"/>
                  <a:pt x="10374" y="9536"/>
                  <a:pt x="10183" y="8421"/>
                </a:cubicBezTo>
                <a:cubicBezTo>
                  <a:pt x="10007" y="7388"/>
                  <a:pt x="9537" y="6905"/>
                  <a:pt x="8774" y="6973"/>
                </a:cubicBezTo>
                <a:cubicBezTo>
                  <a:pt x="8450" y="7000"/>
                  <a:pt x="7966" y="7272"/>
                  <a:pt x="7320" y="7789"/>
                </a:cubicBezTo>
                <a:cubicBezTo>
                  <a:pt x="6849" y="8183"/>
                  <a:pt x="6372" y="8577"/>
                  <a:pt x="5888" y="8972"/>
                </a:cubicBezTo>
                <a:lnTo>
                  <a:pt x="6350" y="9522"/>
                </a:lnTo>
                <a:cubicBezTo>
                  <a:pt x="6790" y="9237"/>
                  <a:pt x="7047" y="9094"/>
                  <a:pt x="7121" y="9094"/>
                </a:cubicBezTo>
                <a:cubicBezTo>
                  <a:pt x="7459" y="9094"/>
                  <a:pt x="7774" y="9583"/>
                  <a:pt x="8068" y="10562"/>
                </a:cubicBezTo>
                <a:cubicBezTo>
                  <a:pt x="8333" y="11460"/>
                  <a:pt x="8597" y="12358"/>
                  <a:pt x="8861" y="13255"/>
                </a:cubicBezTo>
                <a:cubicBezTo>
                  <a:pt x="9258" y="14234"/>
                  <a:pt x="9743" y="14723"/>
                  <a:pt x="10316" y="14723"/>
                </a:cubicBezTo>
                <a:cubicBezTo>
                  <a:pt x="11241" y="14723"/>
                  <a:pt x="12372" y="13921"/>
                  <a:pt x="13709" y="12317"/>
                </a:cubicBezTo>
                <a:cubicBezTo>
                  <a:pt x="15001" y="10780"/>
                  <a:pt x="15669" y="9570"/>
                  <a:pt x="15713" y="8686"/>
                </a:cubicBezTo>
                <a:cubicBezTo>
                  <a:pt x="15772" y="7503"/>
                  <a:pt x="15295" y="6898"/>
                  <a:pt x="14281" y="687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6" name="Shape 2864">
            <a:extLst>
              <a:ext uri="{FF2B5EF4-FFF2-40B4-BE49-F238E27FC236}">
                <a16:creationId xmlns:a16="http://schemas.microsoft.com/office/drawing/2014/main" id="{29578200-5EF3-BDE7-DDCB-F03176F376F6}"/>
              </a:ext>
            </a:extLst>
          </p:cNvPr>
          <p:cNvSpPr/>
          <p:nvPr/>
        </p:nvSpPr>
        <p:spPr>
          <a:xfrm>
            <a:off x="7874906"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725" y="7359"/>
                </a:moveTo>
                <a:lnTo>
                  <a:pt x="13743" y="7359"/>
                </a:lnTo>
                <a:lnTo>
                  <a:pt x="13743" y="8833"/>
                </a:lnTo>
                <a:lnTo>
                  <a:pt x="12265" y="8833"/>
                </a:lnTo>
                <a:lnTo>
                  <a:pt x="12265" y="9816"/>
                </a:lnTo>
                <a:lnTo>
                  <a:pt x="13743" y="9816"/>
                </a:lnTo>
                <a:lnTo>
                  <a:pt x="13743" y="11283"/>
                </a:lnTo>
                <a:lnTo>
                  <a:pt x="14725" y="11283"/>
                </a:lnTo>
                <a:lnTo>
                  <a:pt x="14725" y="9816"/>
                </a:lnTo>
                <a:lnTo>
                  <a:pt x="16205" y="9816"/>
                </a:lnTo>
                <a:lnTo>
                  <a:pt x="16205" y="8833"/>
                </a:lnTo>
                <a:lnTo>
                  <a:pt x="14725" y="8833"/>
                </a:lnTo>
                <a:cubicBezTo>
                  <a:pt x="14725" y="8833"/>
                  <a:pt x="14725" y="7359"/>
                  <a:pt x="14725" y="7359"/>
                </a:cubicBezTo>
                <a:close/>
                <a:moveTo>
                  <a:pt x="9321" y="13946"/>
                </a:moveTo>
                <a:cubicBezTo>
                  <a:pt x="8620" y="13946"/>
                  <a:pt x="8071" y="13495"/>
                  <a:pt x="8071" y="12919"/>
                </a:cubicBezTo>
                <a:cubicBezTo>
                  <a:pt x="8071" y="12392"/>
                  <a:pt x="8713" y="11929"/>
                  <a:pt x="9446" y="11929"/>
                </a:cubicBezTo>
                <a:lnTo>
                  <a:pt x="9446" y="11723"/>
                </a:lnTo>
                <a:lnTo>
                  <a:pt x="9447" y="11723"/>
                </a:lnTo>
                <a:lnTo>
                  <a:pt x="9465" y="11929"/>
                </a:lnTo>
                <a:cubicBezTo>
                  <a:pt x="9624" y="11930"/>
                  <a:pt x="9777" y="11954"/>
                  <a:pt x="9922" y="12000"/>
                </a:cubicBezTo>
                <a:lnTo>
                  <a:pt x="10067" y="12104"/>
                </a:lnTo>
                <a:cubicBezTo>
                  <a:pt x="10440" y="12371"/>
                  <a:pt x="10637" y="12521"/>
                  <a:pt x="10695" y="12764"/>
                </a:cubicBezTo>
                <a:cubicBezTo>
                  <a:pt x="10710" y="12827"/>
                  <a:pt x="10717" y="12891"/>
                  <a:pt x="10717" y="12954"/>
                </a:cubicBezTo>
                <a:cubicBezTo>
                  <a:pt x="10717" y="13612"/>
                  <a:pt x="10247" y="13946"/>
                  <a:pt x="9321" y="13946"/>
                </a:cubicBezTo>
                <a:moveTo>
                  <a:pt x="8542" y="8739"/>
                </a:moveTo>
                <a:cubicBezTo>
                  <a:pt x="8495" y="8362"/>
                  <a:pt x="8574" y="8014"/>
                  <a:pt x="8754" y="7806"/>
                </a:cubicBezTo>
                <a:cubicBezTo>
                  <a:pt x="8864" y="7680"/>
                  <a:pt x="9006" y="7613"/>
                  <a:pt x="9164" y="7613"/>
                </a:cubicBezTo>
                <a:lnTo>
                  <a:pt x="9164" y="7409"/>
                </a:lnTo>
                <a:lnTo>
                  <a:pt x="9182" y="7613"/>
                </a:lnTo>
                <a:cubicBezTo>
                  <a:pt x="9653" y="7628"/>
                  <a:pt x="10105" y="8185"/>
                  <a:pt x="10189" y="8855"/>
                </a:cubicBezTo>
                <a:cubicBezTo>
                  <a:pt x="10237" y="9239"/>
                  <a:pt x="10155" y="9596"/>
                  <a:pt x="9970" y="9809"/>
                </a:cubicBezTo>
                <a:cubicBezTo>
                  <a:pt x="9860" y="9935"/>
                  <a:pt x="9722" y="10002"/>
                  <a:pt x="9550" y="10001"/>
                </a:cubicBezTo>
                <a:lnTo>
                  <a:pt x="9549" y="10001"/>
                </a:lnTo>
                <a:cubicBezTo>
                  <a:pt x="9087" y="9988"/>
                  <a:pt x="8626" y="9409"/>
                  <a:pt x="8542" y="8739"/>
                </a:cubicBezTo>
                <a:moveTo>
                  <a:pt x="10838" y="11196"/>
                </a:moveTo>
                <a:cubicBezTo>
                  <a:pt x="10586" y="11009"/>
                  <a:pt x="10351" y="10732"/>
                  <a:pt x="10342" y="10646"/>
                </a:cubicBezTo>
                <a:cubicBezTo>
                  <a:pt x="10342" y="10499"/>
                  <a:pt x="10342" y="10431"/>
                  <a:pt x="10689" y="10148"/>
                </a:cubicBezTo>
                <a:cubicBezTo>
                  <a:pt x="11138" y="9780"/>
                  <a:pt x="11386" y="9295"/>
                  <a:pt x="11386" y="8784"/>
                </a:cubicBezTo>
                <a:cubicBezTo>
                  <a:pt x="11386" y="8342"/>
                  <a:pt x="11262" y="7947"/>
                  <a:pt x="11050" y="7659"/>
                </a:cubicBezTo>
                <a:lnTo>
                  <a:pt x="11238" y="7659"/>
                </a:lnTo>
                <a:lnTo>
                  <a:pt x="12276" y="6873"/>
                </a:lnTo>
                <a:lnTo>
                  <a:pt x="9463" y="6873"/>
                </a:lnTo>
                <a:cubicBezTo>
                  <a:pt x="8335" y="6873"/>
                  <a:pt x="7345" y="7759"/>
                  <a:pt x="7345" y="8769"/>
                </a:cubicBezTo>
                <a:cubicBezTo>
                  <a:pt x="7345" y="9812"/>
                  <a:pt x="8109" y="10605"/>
                  <a:pt x="9137" y="10648"/>
                </a:cubicBezTo>
                <a:cubicBezTo>
                  <a:pt x="9121" y="10722"/>
                  <a:pt x="9113" y="10795"/>
                  <a:pt x="9113" y="10868"/>
                </a:cubicBezTo>
                <a:cubicBezTo>
                  <a:pt x="9113" y="11018"/>
                  <a:pt x="9147" y="11162"/>
                  <a:pt x="9216" y="11300"/>
                </a:cubicBezTo>
                <a:cubicBezTo>
                  <a:pt x="7943" y="11309"/>
                  <a:pt x="6870" y="12161"/>
                  <a:pt x="6870" y="13167"/>
                </a:cubicBezTo>
                <a:cubicBezTo>
                  <a:pt x="6870" y="14071"/>
                  <a:pt x="7903" y="14727"/>
                  <a:pt x="9325" y="14727"/>
                </a:cubicBezTo>
                <a:cubicBezTo>
                  <a:pt x="10861" y="14727"/>
                  <a:pt x="11690" y="13766"/>
                  <a:pt x="11690" y="12860"/>
                </a:cubicBezTo>
                <a:cubicBezTo>
                  <a:pt x="11690" y="12108"/>
                  <a:pt x="11459" y="11656"/>
                  <a:pt x="10838" y="11196"/>
                </a:cubicBezTo>
                <a:moveTo>
                  <a:pt x="10800" y="20618"/>
                </a:moveTo>
                <a:cubicBezTo>
                  <a:pt x="5378" y="20618"/>
                  <a:pt x="982" y="16223"/>
                  <a:pt x="982" y="10800"/>
                </a:cubicBezTo>
                <a:cubicBezTo>
                  <a:pt x="982" y="5378"/>
                  <a:pt x="5378"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5" y="21600"/>
                  <a:pt x="21600" y="16765"/>
                  <a:pt x="21600" y="10800"/>
                </a:cubicBezTo>
                <a:cubicBezTo>
                  <a:pt x="21600" y="4835"/>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7" name="Shape 2865">
            <a:extLst>
              <a:ext uri="{FF2B5EF4-FFF2-40B4-BE49-F238E27FC236}">
                <a16:creationId xmlns:a16="http://schemas.microsoft.com/office/drawing/2014/main" id="{60A1C0F6-9BE3-ED8D-7985-7916776BFD8D}"/>
              </a:ext>
            </a:extLst>
          </p:cNvPr>
          <p:cNvSpPr/>
          <p:nvPr/>
        </p:nvSpPr>
        <p:spPr>
          <a:xfrm>
            <a:off x="8408167"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3430" y="9320"/>
                </a:moveTo>
                <a:cubicBezTo>
                  <a:pt x="11975" y="9320"/>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0"/>
                  <a:pt x="13430" y="9320"/>
                </a:cubicBezTo>
                <a:moveTo>
                  <a:pt x="6873" y="14727"/>
                </a:moveTo>
                <a:lnTo>
                  <a:pt x="8829" y="14727"/>
                </a:lnTo>
                <a:lnTo>
                  <a:pt x="8829" y="9320"/>
                </a:lnTo>
                <a:lnTo>
                  <a:pt x="6873" y="9320"/>
                </a:lnTo>
                <a:cubicBezTo>
                  <a:pt x="6873" y="9320"/>
                  <a:pt x="6873" y="14727"/>
                  <a:pt x="6873" y="14727"/>
                </a:cubicBezTo>
                <a:close/>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8" name="Shape 2866">
            <a:extLst>
              <a:ext uri="{FF2B5EF4-FFF2-40B4-BE49-F238E27FC236}">
                <a16:creationId xmlns:a16="http://schemas.microsoft.com/office/drawing/2014/main" id="{354FF2F2-D6F6-26B0-601B-812B585C85A0}"/>
              </a:ext>
            </a:extLst>
          </p:cNvPr>
          <p:cNvSpPr/>
          <p:nvPr/>
        </p:nvSpPr>
        <p:spPr>
          <a:xfrm>
            <a:off x="8941428"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1591" y="13291"/>
                </a:moveTo>
                <a:cubicBezTo>
                  <a:pt x="11452" y="13214"/>
                  <a:pt x="11342" y="13108"/>
                  <a:pt x="11291" y="12978"/>
                </a:cubicBezTo>
                <a:cubicBezTo>
                  <a:pt x="11284" y="12956"/>
                  <a:pt x="11290" y="10299"/>
                  <a:pt x="11290" y="10299"/>
                </a:cubicBezTo>
                <a:lnTo>
                  <a:pt x="13256" y="10299"/>
                </a:lnTo>
                <a:lnTo>
                  <a:pt x="13256" y="8836"/>
                </a:lnTo>
                <a:lnTo>
                  <a:pt x="11292" y="8836"/>
                </a:lnTo>
                <a:lnTo>
                  <a:pt x="11292" y="6873"/>
                </a:lnTo>
                <a:lnTo>
                  <a:pt x="10042" y="6879"/>
                </a:lnTo>
                <a:cubicBezTo>
                  <a:pt x="9988" y="7284"/>
                  <a:pt x="9891" y="7618"/>
                  <a:pt x="9750" y="7879"/>
                </a:cubicBezTo>
                <a:cubicBezTo>
                  <a:pt x="9608" y="8142"/>
                  <a:pt x="9420" y="8366"/>
                  <a:pt x="9187" y="8553"/>
                </a:cubicBezTo>
                <a:cubicBezTo>
                  <a:pt x="8953" y="8740"/>
                  <a:pt x="8672" y="8883"/>
                  <a:pt x="8344" y="8984"/>
                </a:cubicBezTo>
                <a:lnTo>
                  <a:pt x="8345" y="10309"/>
                </a:lnTo>
                <a:lnTo>
                  <a:pt x="9328" y="10299"/>
                </a:lnTo>
                <a:lnTo>
                  <a:pt x="9328" y="12846"/>
                </a:lnTo>
                <a:cubicBezTo>
                  <a:pt x="9328" y="13204"/>
                  <a:pt x="9369" y="13478"/>
                  <a:pt x="9448" y="13667"/>
                </a:cubicBezTo>
                <a:cubicBezTo>
                  <a:pt x="9528" y="13856"/>
                  <a:pt x="9671" y="14034"/>
                  <a:pt x="9879" y="14202"/>
                </a:cubicBezTo>
                <a:cubicBezTo>
                  <a:pt x="10086" y="14370"/>
                  <a:pt x="10336" y="14498"/>
                  <a:pt x="10629" y="14589"/>
                </a:cubicBezTo>
                <a:cubicBezTo>
                  <a:pt x="10922" y="14679"/>
                  <a:pt x="11238" y="14727"/>
                  <a:pt x="11620" y="14727"/>
                </a:cubicBezTo>
                <a:cubicBezTo>
                  <a:pt x="11955" y="14727"/>
                  <a:pt x="12228" y="14693"/>
                  <a:pt x="12517" y="14629"/>
                </a:cubicBezTo>
                <a:cubicBezTo>
                  <a:pt x="12806" y="14566"/>
                  <a:pt x="13221" y="14455"/>
                  <a:pt x="13578" y="14297"/>
                </a:cubicBezTo>
                <a:lnTo>
                  <a:pt x="13583" y="13091"/>
                </a:lnTo>
                <a:cubicBezTo>
                  <a:pt x="13165" y="13349"/>
                  <a:pt x="12648" y="13447"/>
                  <a:pt x="12225" y="13447"/>
                </a:cubicBezTo>
                <a:cubicBezTo>
                  <a:pt x="11987" y="13447"/>
                  <a:pt x="11776" y="13395"/>
                  <a:pt x="11591" y="1329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9" name="Shape 2867">
            <a:extLst>
              <a:ext uri="{FF2B5EF4-FFF2-40B4-BE49-F238E27FC236}">
                <a16:creationId xmlns:a16="http://schemas.microsoft.com/office/drawing/2014/main" id="{250A63DF-CB2E-F412-5DE6-824CFEEEE74E}"/>
              </a:ext>
            </a:extLst>
          </p:cNvPr>
          <p:cNvSpPr/>
          <p:nvPr/>
        </p:nvSpPr>
        <p:spPr>
          <a:xfrm>
            <a:off x="9474689"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291" y="6986"/>
                </a:moveTo>
                <a:cubicBezTo>
                  <a:pt x="14241" y="6976"/>
                  <a:pt x="14187" y="6971"/>
                  <a:pt x="14134" y="6971"/>
                </a:cubicBezTo>
                <a:cubicBezTo>
                  <a:pt x="13808" y="6971"/>
                  <a:pt x="13598" y="7166"/>
                  <a:pt x="13572" y="7494"/>
                </a:cubicBezTo>
                <a:cubicBezTo>
                  <a:pt x="13242" y="11704"/>
                  <a:pt x="13044" y="12909"/>
                  <a:pt x="13042" y="12921"/>
                </a:cubicBezTo>
                <a:lnTo>
                  <a:pt x="13046" y="13020"/>
                </a:lnTo>
                <a:lnTo>
                  <a:pt x="13142" y="13032"/>
                </a:lnTo>
                <a:lnTo>
                  <a:pt x="13172" y="13032"/>
                </a:lnTo>
                <a:cubicBezTo>
                  <a:pt x="13281" y="13032"/>
                  <a:pt x="13386" y="13050"/>
                  <a:pt x="13473" y="13085"/>
                </a:cubicBezTo>
                <a:lnTo>
                  <a:pt x="13579" y="13126"/>
                </a:lnTo>
                <a:lnTo>
                  <a:pt x="13598" y="13012"/>
                </a:lnTo>
                <a:cubicBezTo>
                  <a:pt x="13837" y="11522"/>
                  <a:pt x="14296" y="9525"/>
                  <a:pt x="14542" y="8453"/>
                </a:cubicBezTo>
                <a:cubicBezTo>
                  <a:pt x="14618" y="8121"/>
                  <a:pt x="14675" y="7877"/>
                  <a:pt x="14698" y="7763"/>
                </a:cubicBezTo>
                <a:cubicBezTo>
                  <a:pt x="14745" y="7530"/>
                  <a:pt x="14724" y="7343"/>
                  <a:pt x="14637" y="7206"/>
                </a:cubicBezTo>
                <a:cubicBezTo>
                  <a:pt x="14563" y="7092"/>
                  <a:pt x="14447" y="7018"/>
                  <a:pt x="14291" y="6986"/>
                </a:cubicBezTo>
                <a:moveTo>
                  <a:pt x="13280" y="13606"/>
                </a:moveTo>
                <a:cubicBezTo>
                  <a:pt x="12921" y="13524"/>
                  <a:pt x="12660" y="13682"/>
                  <a:pt x="12569" y="14030"/>
                </a:cubicBezTo>
                <a:cubicBezTo>
                  <a:pt x="12528" y="14187"/>
                  <a:pt x="12550" y="14335"/>
                  <a:pt x="12631" y="14459"/>
                </a:cubicBezTo>
                <a:cubicBezTo>
                  <a:pt x="12706" y="14574"/>
                  <a:pt x="12831" y="14661"/>
                  <a:pt x="12982" y="14701"/>
                </a:cubicBezTo>
                <a:cubicBezTo>
                  <a:pt x="13045" y="14719"/>
                  <a:pt x="13109" y="14728"/>
                  <a:pt x="13172" y="14728"/>
                </a:cubicBezTo>
                <a:cubicBezTo>
                  <a:pt x="13438" y="14728"/>
                  <a:pt x="13639" y="14578"/>
                  <a:pt x="13698" y="14338"/>
                </a:cubicBezTo>
                <a:cubicBezTo>
                  <a:pt x="13741" y="14156"/>
                  <a:pt x="13722" y="13990"/>
                  <a:pt x="13643" y="13857"/>
                </a:cubicBezTo>
                <a:cubicBezTo>
                  <a:pt x="13567" y="13732"/>
                  <a:pt x="13439" y="13644"/>
                  <a:pt x="13280" y="13606"/>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3098" y="6884"/>
                </a:moveTo>
                <a:lnTo>
                  <a:pt x="12930" y="6884"/>
                </a:lnTo>
                <a:lnTo>
                  <a:pt x="12906" y="6887"/>
                </a:lnTo>
                <a:cubicBezTo>
                  <a:pt x="12646" y="6961"/>
                  <a:pt x="12244" y="6961"/>
                  <a:pt x="11983" y="6887"/>
                </a:cubicBezTo>
                <a:lnTo>
                  <a:pt x="11902" y="6884"/>
                </a:lnTo>
                <a:lnTo>
                  <a:pt x="9988" y="10156"/>
                </a:lnTo>
                <a:lnTo>
                  <a:pt x="8067" y="6873"/>
                </a:lnTo>
                <a:lnTo>
                  <a:pt x="8000" y="6891"/>
                </a:lnTo>
                <a:cubicBezTo>
                  <a:pt x="7739" y="6962"/>
                  <a:pt x="7347" y="6960"/>
                  <a:pt x="7088" y="6887"/>
                </a:cubicBezTo>
                <a:lnTo>
                  <a:pt x="6878" y="6884"/>
                </a:lnTo>
                <a:lnTo>
                  <a:pt x="9482" y="11392"/>
                </a:lnTo>
                <a:lnTo>
                  <a:pt x="9404" y="14626"/>
                </a:lnTo>
                <a:lnTo>
                  <a:pt x="9407" y="14722"/>
                </a:lnTo>
                <a:lnTo>
                  <a:pt x="9502" y="14722"/>
                </a:lnTo>
                <a:lnTo>
                  <a:pt x="9526" y="14719"/>
                </a:lnTo>
                <a:cubicBezTo>
                  <a:pt x="9786" y="14646"/>
                  <a:pt x="10190" y="14646"/>
                  <a:pt x="10449" y="14719"/>
                </a:cubicBezTo>
                <a:lnTo>
                  <a:pt x="10573" y="14722"/>
                </a:lnTo>
                <a:lnTo>
                  <a:pt x="10512" y="11391"/>
                </a:lnTo>
                <a:cubicBezTo>
                  <a:pt x="10600" y="11229"/>
                  <a:pt x="11150" y="10205"/>
                  <a:pt x="11738" y="9180"/>
                </a:cubicBezTo>
                <a:cubicBezTo>
                  <a:pt x="12342" y="8126"/>
                  <a:pt x="13008" y="7040"/>
                  <a:pt x="13015" y="7029"/>
                </a:cubicBezTo>
                <a:cubicBezTo>
                  <a:pt x="13015" y="7029"/>
                  <a:pt x="13098" y="6884"/>
                  <a:pt x="13098" y="6884"/>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0" name="Shape 2868">
            <a:extLst>
              <a:ext uri="{FF2B5EF4-FFF2-40B4-BE49-F238E27FC236}">
                <a16:creationId xmlns:a16="http://schemas.microsoft.com/office/drawing/2014/main" id="{B2FD6114-2F94-131C-9AAB-6CBC81060EFC}"/>
              </a:ext>
            </a:extLst>
          </p:cNvPr>
          <p:cNvSpPr/>
          <p:nvPr/>
        </p:nvSpPr>
        <p:spPr>
          <a:xfrm>
            <a:off x="10007950"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3062" y="5890"/>
                </a:moveTo>
                <a:lnTo>
                  <a:pt x="10786" y="7776"/>
                </a:lnTo>
                <a:lnTo>
                  <a:pt x="13925" y="9725"/>
                </a:lnTo>
                <a:lnTo>
                  <a:pt x="16200" y="7926"/>
                </a:lnTo>
                <a:cubicBezTo>
                  <a:pt x="16200" y="7926"/>
                  <a:pt x="13062" y="5890"/>
                  <a:pt x="13062" y="5890"/>
                </a:cubicBezTo>
                <a:close/>
                <a:moveTo>
                  <a:pt x="5400" y="8027"/>
                </a:moveTo>
                <a:lnTo>
                  <a:pt x="7647" y="9763"/>
                </a:lnTo>
                <a:lnTo>
                  <a:pt x="10786" y="7776"/>
                </a:lnTo>
                <a:lnTo>
                  <a:pt x="8630" y="5891"/>
                </a:lnTo>
                <a:cubicBezTo>
                  <a:pt x="8630" y="5891"/>
                  <a:pt x="5400" y="8027"/>
                  <a:pt x="5400" y="8027"/>
                </a:cubicBezTo>
                <a:close/>
                <a:moveTo>
                  <a:pt x="12965" y="14699"/>
                </a:moveTo>
                <a:lnTo>
                  <a:pt x="12958" y="14707"/>
                </a:lnTo>
                <a:lnTo>
                  <a:pt x="10801" y="13100"/>
                </a:lnTo>
                <a:lnTo>
                  <a:pt x="8731" y="14685"/>
                </a:lnTo>
                <a:lnTo>
                  <a:pt x="8712" y="14715"/>
                </a:lnTo>
                <a:lnTo>
                  <a:pt x="7571" y="14025"/>
                </a:lnTo>
                <a:lnTo>
                  <a:pt x="7571" y="14627"/>
                </a:lnTo>
                <a:lnTo>
                  <a:pt x="10799" y="16692"/>
                </a:lnTo>
                <a:lnTo>
                  <a:pt x="14000" y="14627"/>
                </a:lnTo>
                <a:lnTo>
                  <a:pt x="14000" y="14067"/>
                </a:lnTo>
                <a:lnTo>
                  <a:pt x="12965" y="14699"/>
                </a:lnTo>
                <a:cubicBezTo>
                  <a:pt x="12965" y="14699"/>
                  <a:pt x="12965" y="14699"/>
                  <a:pt x="12965" y="14699"/>
                </a:cubicBezTo>
                <a:close/>
                <a:moveTo>
                  <a:pt x="7642" y="9766"/>
                </a:moveTo>
                <a:lnTo>
                  <a:pt x="5404" y="11577"/>
                </a:lnTo>
                <a:lnTo>
                  <a:pt x="7350" y="12746"/>
                </a:lnTo>
                <a:lnTo>
                  <a:pt x="7351" y="12745"/>
                </a:lnTo>
                <a:lnTo>
                  <a:pt x="7775" y="13002"/>
                </a:lnTo>
                <a:lnTo>
                  <a:pt x="8631" y="13516"/>
                </a:lnTo>
                <a:lnTo>
                  <a:pt x="10063" y="12429"/>
                </a:lnTo>
                <a:lnTo>
                  <a:pt x="10780" y="11880"/>
                </a:lnTo>
                <a:lnTo>
                  <a:pt x="10782" y="11882"/>
                </a:lnTo>
                <a:lnTo>
                  <a:pt x="10786" y="11880"/>
                </a:lnTo>
                <a:lnTo>
                  <a:pt x="10798" y="11888"/>
                </a:lnTo>
                <a:lnTo>
                  <a:pt x="10805" y="11880"/>
                </a:lnTo>
                <a:lnTo>
                  <a:pt x="12509" y="13148"/>
                </a:lnTo>
                <a:lnTo>
                  <a:pt x="13007" y="13515"/>
                </a:lnTo>
                <a:lnTo>
                  <a:pt x="16198" y="11575"/>
                </a:lnTo>
                <a:lnTo>
                  <a:pt x="13925" y="9727"/>
                </a:lnTo>
                <a:lnTo>
                  <a:pt x="10788" y="11715"/>
                </a:lnTo>
                <a:cubicBezTo>
                  <a:pt x="10788" y="11715"/>
                  <a:pt x="7642" y="9766"/>
                  <a:pt x="7642" y="9766"/>
                </a:cubicBezTo>
                <a:close/>
                <a:moveTo>
                  <a:pt x="13925" y="9727"/>
                </a:moveTo>
                <a:lnTo>
                  <a:pt x="13925" y="9725"/>
                </a:lnTo>
                <a:lnTo>
                  <a:pt x="13925" y="9725"/>
                </a:lnTo>
                <a:lnTo>
                  <a:pt x="13924" y="9725"/>
                </a:lnTo>
                <a:cubicBezTo>
                  <a:pt x="13924" y="9725"/>
                  <a:pt x="13925" y="9727"/>
                  <a:pt x="13925" y="9727"/>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1" name="Shape 2869">
            <a:extLst>
              <a:ext uri="{FF2B5EF4-FFF2-40B4-BE49-F238E27FC236}">
                <a16:creationId xmlns:a16="http://schemas.microsoft.com/office/drawing/2014/main" id="{B794B6F1-0DE2-9C88-5C74-99410D9FB56B}"/>
              </a:ext>
            </a:extLst>
          </p:cNvPr>
          <p:cNvSpPr/>
          <p:nvPr/>
        </p:nvSpPr>
        <p:spPr>
          <a:xfrm>
            <a:off x="10541211"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727" y="13745"/>
                </a:moveTo>
                <a:cubicBezTo>
                  <a:pt x="14727" y="14287"/>
                  <a:pt x="14287" y="14727"/>
                  <a:pt x="13745" y="14727"/>
                </a:cubicBezTo>
                <a:lnTo>
                  <a:pt x="7855" y="14727"/>
                </a:lnTo>
                <a:cubicBezTo>
                  <a:pt x="7313" y="14727"/>
                  <a:pt x="6873" y="14287"/>
                  <a:pt x="6873" y="13745"/>
                </a:cubicBezTo>
                <a:lnTo>
                  <a:pt x="6873" y="10309"/>
                </a:lnTo>
                <a:lnTo>
                  <a:pt x="7904" y="10309"/>
                </a:lnTo>
                <a:cubicBezTo>
                  <a:pt x="7877" y="10470"/>
                  <a:pt x="7855" y="10632"/>
                  <a:pt x="7855" y="10800"/>
                </a:cubicBezTo>
                <a:cubicBezTo>
                  <a:pt x="7855" y="12427"/>
                  <a:pt x="9173" y="13745"/>
                  <a:pt x="10800" y="13745"/>
                </a:cubicBezTo>
                <a:cubicBezTo>
                  <a:pt x="12426" y="13745"/>
                  <a:pt x="13745" y="12427"/>
                  <a:pt x="13745" y="10800"/>
                </a:cubicBezTo>
                <a:cubicBezTo>
                  <a:pt x="13745" y="10632"/>
                  <a:pt x="13723" y="10470"/>
                  <a:pt x="13696" y="10309"/>
                </a:cubicBezTo>
                <a:lnTo>
                  <a:pt x="14727" y="10309"/>
                </a:lnTo>
                <a:cubicBezTo>
                  <a:pt x="14727" y="10309"/>
                  <a:pt x="14727" y="13745"/>
                  <a:pt x="14727" y="13745"/>
                </a:cubicBezTo>
                <a:close/>
                <a:moveTo>
                  <a:pt x="10800" y="8836"/>
                </a:moveTo>
                <a:cubicBezTo>
                  <a:pt x="11884" y="8836"/>
                  <a:pt x="12764" y="9716"/>
                  <a:pt x="12764" y="10800"/>
                </a:cubicBezTo>
                <a:cubicBezTo>
                  <a:pt x="12764" y="11884"/>
                  <a:pt x="11884" y="12764"/>
                  <a:pt x="10800" y="12764"/>
                </a:cubicBezTo>
                <a:cubicBezTo>
                  <a:pt x="9716" y="12764"/>
                  <a:pt x="8836" y="11884"/>
                  <a:pt x="8836" y="10800"/>
                </a:cubicBezTo>
                <a:cubicBezTo>
                  <a:pt x="8836" y="9716"/>
                  <a:pt x="9716" y="8836"/>
                  <a:pt x="10800" y="8836"/>
                </a:cubicBezTo>
                <a:moveTo>
                  <a:pt x="12764" y="7364"/>
                </a:moveTo>
                <a:lnTo>
                  <a:pt x="14236" y="7364"/>
                </a:lnTo>
                <a:lnTo>
                  <a:pt x="14236" y="8836"/>
                </a:lnTo>
                <a:lnTo>
                  <a:pt x="12764" y="8836"/>
                </a:lnTo>
                <a:cubicBezTo>
                  <a:pt x="12764" y="8836"/>
                  <a:pt x="12764" y="7364"/>
                  <a:pt x="12764" y="7364"/>
                </a:cubicBezTo>
                <a:close/>
                <a:moveTo>
                  <a:pt x="13745" y="5891"/>
                </a:moveTo>
                <a:lnTo>
                  <a:pt x="7855" y="5891"/>
                </a:lnTo>
                <a:cubicBezTo>
                  <a:pt x="6770" y="5891"/>
                  <a:pt x="5891" y="6770"/>
                  <a:pt x="5891" y="7855"/>
                </a:cubicBezTo>
                <a:lnTo>
                  <a:pt x="5891" y="13745"/>
                </a:lnTo>
                <a:cubicBezTo>
                  <a:pt x="5891" y="14830"/>
                  <a:pt x="6770" y="15709"/>
                  <a:pt x="7855" y="15709"/>
                </a:cubicBezTo>
                <a:lnTo>
                  <a:pt x="13745" y="15709"/>
                </a:lnTo>
                <a:cubicBezTo>
                  <a:pt x="14830" y="15709"/>
                  <a:pt x="15709" y="14830"/>
                  <a:pt x="15709" y="13745"/>
                </a:cubicBezTo>
                <a:lnTo>
                  <a:pt x="15709" y="7855"/>
                </a:lnTo>
                <a:cubicBezTo>
                  <a:pt x="15709" y="6770"/>
                  <a:pt x="14830" y="5891"/>
                  <a:pt x="13745" y="5891"/>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2" name="Shape 2870">
            <a:extLst>
              <a:ext uri="{FF2B5EF4-FFF2-40B4-BE49-F238E27FC236}">
                <a16:creationId xmlns:a16="http://schemas.microsoft.com/office/drawing/2014/main" id="{122C773D-FDF5-B3EE-15F3-FC569730AEA6}"/>
              </a:ext>
            </a:extLst>
          </p:cNvPr>
          <p:cNvSpPr/>
          <p:nvPr/>
        </p:nvSpPr>
        <p:spPr>
          <a:xfrm>
            <a:off x="11074472"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5709" y="10800"/>
                </a:moveTo>
                <a:cubicBezTo>
                  <a:pt x="15709" y="12575"/>
                  <a:pt x="14764" y="14125"/>
                  <a:pt x="13353" y="14987"/>
                </a:cubicBezTo>
                <a:lnTo>
                  <a:pt x="14834" y="10707"/>
                </a:lnTo>
                <a:cubicBezTo>
                  <a:pt x="15118" y="9995"/>
                  <a:pt x="15213" y="9425"/>
                  <a:pt x="15213" y="8919"/>
                </a:cubicBezTo>
                <a:cubicBezTo>
                  <a:pt x="15213" y="8812"/>
                  <a:pt x="15201" y="8718"/>
                  <a:pt x="15194" y="8620"/>
                </a:cubicBezTo>
                <a:cubicBezTo>
                  <a:pt x="15521" y="9277"/>
                  <a:pt x="15709" y="10016"/>
                  <a:pt x="15709" y="10800"/>
                </a:cubicBezTo>
                <a:moveTo>
                  <a:pt x="11487" y="8460"/>
                </a:moveTo>
                <a:cubicBezTo>
                  <a:pt x="11788" y="8444"/>
                  <a:pt x="12059" y="8413"/>
                  <a:pt x="12059" y="8413"/>
                </a:cubicBezTo>
                <a:cubicBezTo>
                  <a:pt x="12328" y="8380"/>
                  <a:pt x="12296" y="7986"/>
                  <a:pt x="12027" y="8001"/>
                </a:cubicBezTo>
                <a:cubicBezTo>
                  <a:pt x="12027" y="8001"/>
                  <a:pt x="11219" y="8065"/>
                  <a:pt x="10697" y="8065"/>
                </a:cubicBezTo>
                <a:cubicBezTo>
                  <a:pt x="10206" y="8065"/>
                  <a:pt x="9382" y="8001"/>
                  <a:pt x="9382" y="8001"/>
                </a:cubicBezTo>
                <a:cubicBezTo>
                  <a:pt x="9113" y="7986"/>
                  <a:pt x="9082" y="8396"/>
                  <a:pt x="9351" y="8413"/>
                </a:cubicBezTo>
                <a:cubicBezTo>
                  <a:pt x="9351" y="8413"/>
                  <a:pt x="9605" y="8444"/>
                  <a:pt x="9874" y="8460"/>
                </a:cubicBezTo>
                <a:lnTo>
                  <a:pt x="10651" y="10590"/>
                </a:lnTo>
                <a:lnTo>
                  <a:pt x="9559" y="13866"/>
                </a:lnTo>
                <a:lnTo>
                  <a:pt x="7742" y="8460"/>
                </a:lnTo>
                <a:cubicBezTo>
                  <a:pt x="8042" y="8444"/>
                  <a:pt x="8313" y="8413"/>
                  <a:pt x="8313" y="8413"/>
                </a:cubicBezTo>
                <a:cubicBezTo>
                  <a:pt x="8581" y="8380"/>
                  <a:pt x="8550" y="7986"/>
                  <a:pt x="8281" y="8001"/>
                </a:cubicBezTo>
                <a:cubicBezTo>
                  <a:pt x="8281" y="8001"/>
                  <a:pt x="7473" y="8065"/>
                  <a:pt x="6951" y="8065"/>
                </a:cubicBezTo>
                <a:cubicBezTo>
                  <a:pt x="6885" y="8065"/>
                  <a:pt x="6805" y="8063"/>
                  <a:pt x="6726" y="8060"/>
                </a:cubicBezTo>
                <a:cubicBezTo>
                  <a:pt x="7608" y="6752"/>
                  <a:pt x="9103" y="5891"/>
                  <a:pt x="10800" y="5891"/>
                </a:cubicBezTo>
                <a:cubicBezTo>
                  <a:pt x="12045" y="5891"/>
                  <a:pt x="13178" y="6358"/>
                  <a:pt x="14044" y="7122"/>
                </a:cubicBezTo>
                <a:cubicBezTo>
                  <a:pt x="13590" y="7157"/>
                  <a:pt x="13299" y="7563"/>
                  <a:pt x="13299" y="8001"/>
                </a:cubicBezTo>
                <a:cubicBezTo>
                  <a:pt x="13299" y="8413"/>
                  <a:pt x="13505" y="8761"/>
                  <a:pt x="13758" y="9172"/>
                </a:cubicBezTo>
                <a:cubicBezTo>
                  <a:pt x="13948" y="9504"/>
                  <a:pt x="14169" y="9931"/>
                  <a:pt x="14169" y="10548"/>
                </a:cubicBezTo>
                <a:cubicBezTo>
                  <a:pt x="14169" y="10975"/>
                  <a:pt x="14005" y="11471"/>
                  <a:pt x="13790" y="12162"/>
                </a:cubicBezTo>
                <a:lnTo>
                  <a:pt x="13291" y="13825"/>
                </a:lnTo>
                <a:cubicBezTo>
                  <a:pt x="13291" y="13825"/>
                  <a:pt x="11487" y="8460"/>
                  <a:pt x="11487" y="8460"/>
                </a:cubicBezTo>
                <a:close/>
                <a:moveTo>
                  <a:pt x="10800" y="15709"/>
                </a:moveTo>
                <a:cubicBezTo>
                  <a:pt x="10320" y="15709"/>
                  <a:pt x="9857" y="15637"/>
                  <a:pt x="9417" y="15508"/>
                </a:cubicBezTo>
                <a:lnTo>
                  <a:pt x="10887" y="11237"/>
                </a:lnTo>
                <a:cubicBezTo>
                  <a:pt x="10887" y="11237"/>
                  <a:pt x="12211" y="14864"/>
                  <a:pt x="12426" y="15428"/>
                </a:cubicBezTo>
                <a:cubicBezTo>
                  <a:pt x="11916" y="15607"/>
                  <a:pt x="11370" y="15709"/>
                  <a:pt x="10800" y="15709"/>
                </a:cubicBezTo>
                <a:moveTo>
                  <a:pt x="5891" y="10800"/>
                </a:moveTo>
                <a:cubicBezTo>
                  <a:pt x="5891" y="10118"/>
                  <a:pt x="6030" y="9470"/>
                  <a:pt x="6281" y="8880"/>
                </a:cubicBezTo>
                <a:lnTo>
                  <a:pt x="8578" y="15174"/>
                </a:lnTo>
                <a:cubicBezTo>
                  <a:pt x="6985" y="14362"/>
                  <a:pt x="5891" y="12711"/>
                  <a:pt x="5891" y="10800"/>
                </a:cubicBezTo>
                <a:moveTo>
                  <a:pt x="10800" y="4909"/>
                </a:moveTo>
                <a:cubicBezTo>
                  <a:pt x="7547" y="4909"/>
                  <a:pt x="4909" y="7547"/>
                  <a:pt x="4909" y="10800"/>
                </a:cubicBezTo>
                <a:cubicBezTo>
                  <a:pt x="4909" y="14054"/>
                  <a:pt x="7547" y="16691"/>
                  <a:pt x="10800" y="16691"/>
                </a:cubicBezTo>
                <a:cubicBezTo>
                  <a:pt x="14054" y="16691"/>
                  <a:pt x="16691" y="14054"/>
                  <a:pt x="16691" y="10800"/>
                </a:cubicBezTo>
                <a:cubicBezTo>
                  <a:pt x="16691" y="7547"/>
                  <a:pt x="14054" y="4909"/>
                  <a:pt x="10800" y="4909"/>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3" name="Shape 2871">
            <a:extLst>
              <a:ext uri="{FF2B5EF4-FFF2-40B4-BE49-F238E27FC236}">
                <a16:creationId xmlns:a16="http://schemas.microsoft.com/office/drawing/2014/main" id="{8C339BD1-DF28-00BF-9D71-FD569E5F2B45}"/>
              </a:ext>
            </a:extLst>
          </p:cNvPr>
          <p:cNvSpPr/>
          <p:nvPr/>
        </p:nvSpPr>
        <p:spPr>
          <a:xfrm>
            <a:off x="6275123"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4236" y="10309"/>
                </a:moveTo>
                <a:cubicBezTo>
                  <a:pt x="13552" y="10309"/>
                  <a:pt x="12889" y="10401"/>
                  <a:pt x="12252" y="10556"/>
                </a:cubicBezTo>
                <a:cubicBezTo>
                  <a:pt x="12104" y="10191"/>
                  <a:pt x="11941" y="9834"/>
                  <a:pt x="11763" y="9484"/>
                </a:cubicBezTo>
                <a:cubicBezTo>
                  <a:pt x="12783" y="9001"/>
                  <a:pt x="13728" y="8390"/>
                  <a:pt x="14592" y="7682"/>
                </a:cubicBezTo>
                <a:cubicBezTo>
                  <a:pt x="15222" y="8448"/>
                  <a:pt x="15619" y="9407"/>
                  <a:pt x="15692" y="10457"/>
                </a:cubicBezTo>
                <a:cubicBezTo>
                  <a:pt x="15218" y="10370"/>
                  <a:pt x="14736" y="10309"/>
                  <a:pt x="14236" y="10309"/>
                </a:cubicBezTo>
                <a:moveTo>
                  <a:pt x="13226" y="15065"/>
                </a:moveTo>
                <a:cubicBezTo>
                  <a:pt x="13168" y="13821"/>
                  <a:pt x="12957" y="12618"/>
                  <a:pt x="12590" y="11483"/>
                </a:cubicBezTo>
                <a:cubicBezTo>
                  <a:pt x="13120" y="11361"/>
                  <a:pt x="13669" y="11291"/>
                  <a:pt x="14236" y="11291"/>
                </a:cubicBezTo>
                <a:cubicBezTo>
                  <a:pt x="14726" y="11291"/>
                  <a:pt x="15199" y="11358"/>
                  <a:pt x="15661" y="11451"/>
                </a:cubicBezTo>
                <a:cubicBezTo>
                  <a:pt x="15455" y="13001"/>
                  <a:pt x="14529" y="14322"/>
                  <a:pt x="13226" y="15065"/>
                </a:cubicBezTo>
                <a:moveTo>
                  <a:pt x="10800" y="15709"/>
                </a:moveTo>
                <a:cubicBezTo>
                  <a:pt x="9746" y="15709"/>
                  <a:pt x="8772" y="15374"/>
                  <a:pt x="7971" y="14808"/>
                </a:cubicBezTo>
                <a:cubicBezTo>
                  <a:pt x="8822" y="13429"/>
                  <a:pt x="10108" y="12348"/>
                  <a:pt x="11646" y="11769"/>
                </a:cubicBezTo>
                <a:cubicBezTo>
                  <a:pt x="12027" y="12943"/>
                  <a:pt x="12241" y="14191"/>
                  <a:pt x="12264" y="15487"/>
                </a:cubicBezTo>
                <a:cubicBezTo>
                  <a:pt x="11801" y="15631"/>
                  <a:pt x="11310" y="15709"/>
                  <a:pt x="10800" y="15709"/>
                </a:cubicBezTo>
                <a:moveTo>
                  <a:pt x="5891" y="10800"/>
                </a:moveTo>
                <a:cubicBezTo>
                  <a:pt x="7641" y="10800"/>
                  <a:pt x="9313" y="10470"/>
                  <a:pt x="10852" y="9873"/>
                </a:cubicBezTo>
                <a:cubicBezTo>
                  <a:pt x="11016" y="10192"/>
                  <a:pt x="11171" y="10515"/>
                  <a:pt x="11309" y="10848"/>
                </a:cubicBezTo>
                <a:cubicBezTo>
                  <a:pt x="9614" y="11484"/>
                  <a:pt x="8190" y="12658"/>
                  <a:pt x="7225" y="14157"/>
                </a:cubicBezTo>
                <a:cubicBezTo>
                  <a:pt x="6400" y="13279"/>
                  <a:pt x="5891" y="12100"/>
                  <a:pt x="5891" y="10800"/>
                </a:cubicBezTo>
                <a:moveTo>
                  <a:pt x="8358" y="6546"/>
                </a:moveTo>
                <a:cubicBezTo>
                  <a:pt x="9117" y="7279"/>
                  <a:pt x="9793" y="8099"/>
                  <a:pt x="10353" y="9000"/>
                </a:cubicBezTo>
                <a:cubicBezTo>
                  <a:pt x="8991" y="9509"/>
                  <a:pt x="7526" y="9801"/>
                  <a:pt x="5990" y="9813"/>
                </a:cubicBezTo>
                <a:cubicBezTo>
                  <a:pt x="6276" y="8414"/>
                  <a:pt x="7158" y="7236"/>
                  <a:pt x="8358" y="6546"/>
                </a:cubicBezTo>
                <a:moveTo>
                  <a:pt x="10800" y="5891"/>
                </a:moveTo>
                <a:cubicBezTo>
                  <a:pt x="11968" y="5891"/>
                  <a:pt x="13040" y="6300"/>
                  <a:pt x="13882" y="6982"/>
                </a:cubicBezTo>
                <a:cubicBezTo>
                  <a:pt x="13087" y="7622"/>
                  <a:pt x="12217" y="8174"/>
                  <a:pt x="11282" y="8612"/>
                </a:cubicBezTo>
                <a:cubicBezTo>
                  <a:pt x="10732" y="7702"/>
                  <a:pt x="10073" y="6869"/>
                  <a:pt x="9333" y="6114"/>
                </a:cubicBezTo>
                <a:cubicBezTo>
                  <a:pt x="9797" y="5970"/>
                  <a:pt x="10289" y="5891"/>
                  <a:pt x="10800" y="5891"/>
                </a:cubicBezTo>
                <a:moveTo>
                  <a:pt x="10800" y="4909"/>
                </a:moveTo>
                <a:cubicBezTo>
                  <a:pt x="7547" y="4909"/>
                  <a:pt x="4909" y="7547"/>
                  <a:pt x="4909" y="10800"/>
                </a:cubicBezTo>
                <a:cubicBezTo>
                  <a:pt x="4909" y="14053"/>
                  <a:pt x="7547" y="16691"/>
                  <a:pt x="10800" y="16691"/>
                </a:cubicBezTo>
                <a:cubicBezTo>
                  <a:pt x="14053" y="16691"/>
                  <a:pt x="16691" y="14053"/>
                  <a:pt x="16691" y="10800"/>
                </a:cubicBezTo>
                <a:cubicBezTo>
                  <a:pt x="16691" y="7547"/>
                  <a:pt x="14053" y="4909"/>
                  <a:pt x="10800" y="49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4" name="Shape 2872">
            <a:extLst>
              <a:ext uri="{FF2B5EF4-FFF2-40B4-BE49-F238E27FC236}">
                <a16:creationId xmlns:a16="http://schemas.microsoft.com/office/drawing/2014/main" id="{C55DC17D-72C1-0B76-A21D-32965FB03102}"/>
              </a:ext>
            </a:extLst>
          </p:cNvPr>
          <p:cNvSpPr/>
          <p:nvPr/>
        </p:nvSpPr>
        <p:spPr>
          <a:xfrm>
            <a:off x="6808384"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5929" y="7018"/>
                </a:moveTo>
                <a:cubicBezTo>
                  <a:pt x="15540" y="7246"/>
                  <a:pt x="15108" y="7411"/>
                  <a:pt x="14650" y="7499"/>
                </a:cubicBezTo>
                <a:cubicBezTo>
                  <a:pt x="14282" y="7114"/>
                  <a:pt x="13759" y="6874"/>
                  <a:pt x="13180" y="6874"/>
                </a:cubicBezTo>
                <a:cubicBezTo>
                  <a:pt x="12067" y="6874"/>
                  <a:pt x="11165" y="7762"/>
                  <a:pt x="11165" y="8856"/>
                </a:cubicBezTo>
                <a:cubicBezTo>
                  <a:pt x="11165" y="9011"/>
                  <a:pt x="11183" y="9162"/>
                  <a:pt x="11217" y="9308"/>
                </a:cubicBezTo>
                <a:cubicBezTo>
                  <a:pt x="9543" y="9225"/>
                  <a:pt x="8059" y="8436"/>
                  <a:pt x="7066" y="7236"/>
                </a:cubicBezTo>
                <a:cubicBezTo>
                  <a:pt x="6892" y="7529"/>
                  <a:pt x="6793" y="7870"/>
                  <a:pt x="6793" y="8233"/>
                </a:cubicBezTo>
                <a:cubicBezTo>
                  <a:pt x="6793" y="8921"/>
                  <a:pt x="7148" y="9528"/>
                  <a:pt x="7689" y="9883"/>
                </a:cubicBezTo>
                <a:cubicBezTo>
                  <a:pt x="7359" y="9873"/>
                  <a:pt x="7048" y="9784"/>
                  <a:pt x="6777" y="9635"/>
                </a:cubicBezTo>
                <a:cubicBezTo>
                  <a:pt x="6776" y="9644"/>
                  <a:pt x="6776" y="9652"/>
                  <a:pt x="6776" y="9660"/>
                </a:cubicBezTo>
                <a:cubicBezTo>
                  <a:pt x="6776" y="10621"/>
                  <a:pt x="7471" y="11422"/>
                  <a:pt x="8392" y="11604"/>
                </a:cubicBezTo>
                <a:cubicBezTo>
                  <a:pt x="8223" y="11650"/>
                  <a:pt x="8045" y="11673"/>
                  <a:pt x="7861" y="11673"/>
                </a:cubicBezTo>
                <a:cubicBezTo>
                  <a:pt x="7732" y="11673"/>
                  <a:pt x="7606" y="11661"/>
                  <a:pt x="7483" y="11638"/>
                </a:cubicBezTo>
                <a:cubicBezTo>
                  <a:pt x="7739" y="12426"/>
                  <a:pt x="8482" y="12999"/>
                  <a:pt x="9364" y="13015"/>
                </a:cubicBezTo>
                <a:cubicBezTo>
                  <a:pt x="8674" y="13547"/>
                  <a:pt x="7806" y="13863"/>
                  <a:pt x="6862" y="13863"/>
                </a:cubicBezTo>
                <a:cubicBezTo>
                  <a:pt x="6699" y="13863"/>
                  <a:pt x="6539" y="13855"/>
                  <a:pt x="6382" y="13837"/>
                </a:cubicBezTo>
                <a:cubicBezTo>
                  <a:pt x="7273" y="14398"/>
                  <a:pt x="8332" y="14727"/>
                  <a:pt x="9470" y="14727"/>
                </a:cubicBezTo>
                <a:cubicBezTo>
                  <a:pt x="13174" y="14727"/>
                  <a:pt x="15200" y="11706"/>
                  <a:pt x="15200" y="9086"/>
                </a:cubicBezTo>
                <a:cubicBezTo>
                  <a:pt x="15200" y="9000"/>
                  <a:pt x="15199" y="8914"/>
                  <a:pt x="15195" y="8829"/>
                </a:cubicBezTo>
                <a:cubicBezTo>
                  <a:pt x="15588" y="8550"/>
                  <a:pt x="15930" y="8201"/>
                  <a:pt x="16200" y="7804"/>
                </a:cubicBezTo>
                <a:cubicBezTo>
                  <a:pt x="15839" y="7960"/>
                  <a:pt x="15451" y="8067"/>
                  <a:pt x="15043" y="8115"/>
                </a:cubicBezTo>
                <a:cubicBezTo>
                  <a:pt x="15459" y="7870"/>
                  <a:pt x="15778" y="7482"/>
                  <a:pt x="15929" y="701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5" name="Shape 2873">
            <a:extLst>
              <a:ext uri="{FF2B5EF4-FFF2-40B4-BE49-F238E27FC236}">
                <a16:creationId xmlns:a16="http://schemas.microsoft.com/office/drawing/2014/main" id="{A416A541-A592-1FCD-9356-6FDBB8BB7187}"/>
              </a:ext>
            </a:extLst>
          </p:cNvPr>
          <p:cNvSpPr/>
          <p:nvPr/>
        </p:nvSpPr>
        <p:spPr>
          <a:xfrm>
            <a:off x="7341645"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1776" y="8468"/>
                </a:moveTo>
                <a:cubicBezTo>
                  <a:pt x="11776" y="8071"/>
                  <a:pt x="11817" y="7858"/>
                  <a:pt x="12428" y="7858"/>
                </a:cubicBezTo>
                <a:lnTo>
                  <a:pt x="13245" y="7858"/>
                </a:lnTo>
                <a:lnTo>
                  <a:pt x="13245" y="6381"/>
                </a:lnTo>
                <a:lnTo>
                  <a:pt x="11938" y="6381"/>
                </a:lnTo>
                <a:cubicBezTo>
                  <a:pt x="10368" y="6381"/>
                  <a:pt x="9816" y="7120"/>
                  <a:pt x="9816" y="8363"/>
                </a:cubicBezTo>
                <a:lnTo>
                  <a:pt x="9816" y="9322"/>
                </a:lnTo>
                <a:lnTo>
                  <a:pt x="8837" y="9322"/>
                </a:lnTo>
                <a:lnTo>
                  <a:pt x="8837" y="10800"/>
                </a:lnTo>
                <a:lnTo>
                  <a:pt x="9816" y="10800"/>
                </a:lnTo>
                <a:lnTo>
                  <a:pt x="9816" y="15219"/>
                </a:lnTo>
                <a:lnTo>
                  <a:pt x="11774" y="15219"/>
                </a:lnTo>
                <a:lnTo>
                  <a:pt x="11774" y="10800"/>
                </a:lnTo>
                <a:lnTo>
                  <a:pt x="13081" y="10800"/>
                </a:lnTo>
                <a:lnTo>
                  <a:pt x="13254" y="9322"/>
                </a:lnTo>
                <a:lnTo>
                  <a:pt x="11774" y="9322"/>
                </a:lnTo>
                <a:cubicBezTo>
                  <a:pt x="11774" y="9322"/>
                  <a:pt x="11776" y="8468"/>
                  <a:pt x="11776" y="8468"/>
                </a:cubicBezTo>
                <a:close/>
                <a:moveTo>
                  <a:pt x="20618" y="19636"/>
                </a:moveTo>
                <a:cubicBezTo>
                  <a:pt x="20618" y="20179"/>
                  <a:pt x="20179"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9"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6" name="Shape 2874">
            <a:extLst>
              <a:ext uri="{FF2B5EF4-FFF2-40B4-BE49-F238E27FC236}">
                <a16:creationId xmlns:a16="http://schemas.microsoft.com/office/drawing/2014/main" id="{CB098370-3965-FE30-B9E5-1896000C49A8}"/>
              </a:ext>
            </a:extLst>
          </p:cNvPr>
          <p:cNvSpPr/>
          <p:nvPr/>
        </p:nvSpPr>
        <p:spPr>
          <a:xfrm>
            <a:off x="7874906"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324" y="12090"/>
                </a:moveTo>
                <a:cubicBezTo>
                  <a:pt x="14020" y="12090"/>
                  <a:pt x="14020" y="12429"/>
                  <a:pt x="14020" y="12429"/>
                </a:cubicBezTo>
                <a:lnTo>
                  <a:pt x="14020" y="12863"/>
                </a:lnTo>
                <a:lnTo>
                  <a:pt x="14629" y="12863"/>
                </a:lnTo>
                <a:lnTo>
                  <a:pt x="14629" y="12429"/>
                </a:lnTo>
                <a:cubicBezTo>
                  <a:pt x="14629" y="12429"/>
                  <a:pt x="14629" y="12090"/>
                  <a:pt x="14324" y="12090"/>
                </a:cubicBezTo>
                <a:moveTo>
                  <a:pt x="15287" y="12380"/>
                </a:moveTo>
                <a:lnTo>
                  <a:pt x="15287" y="13348"/>
                </a:lnTo>
                <a:lnTo>
                  <a:pt x="14020" y="13348"/>
                </a:lnTo>
                <a:lnTo>
                  <a:pt x="14020" y="14072"/>
                </a:lnTo>
                <a:cubicBezTo>
                  <a:pt x="14020" y="14072"/>
                  <a:pt x="14020" y="14411"/>
                  <a:pt x="14324" y="14411"/>
                </a:cubicBezTo>
                <a:cubicBezTo>
                  <a:pt x="14629" y="14411"/>
                  <a:pt x="14629" y="14072"/>
                  <a:pt x="14629" y="14072"/>
                </a:cubicBezTo>
                <a:lnTo>
                  <a:pt x="14629" y="13734"/>
                </a:lnTo>
                <a:lnTo>
                  <a:pt x="15287" y="13734"/>
                </a:lnTo>
                <a:lnTo>
                  <a:pt x="15287" y="14266"/>
                </a:lnTo>
                <a:cubicBezTo>
                  <a:pt x="15287" y="14266"/>
                  <a:pt x="15186" y="14943"/>
                  <a:pt x="14375" y="14943"/>
                </a:cubicBezTo>
                <a:cubicBezTo>
                  <a:pt x="13564" y="14943"/>
                  <a:pt x="13412" y="14266"/>
                  <a:pt x="13412" y="14266"/>
                </a:cubicBezTo>
                <a:lnTo>
                  <a:pt x="13412" y="12380"/>
                </a:lnTo>
                <a:cubicBezTo>
                  <a:pt x="13412" y="12380"/>
                  <a:pt x="13412" y="11558"/>
                  <a:pt x="14375" y="11558"/>
                </a:cubicBezTo>
                <a:cubicBezTo>
                  <a:pt x="15338" y="11558"/>
                  <a:pt x="15287" y="12380"/>
                  <a:pt x="15287" y="12380"/>
                </a:cubicBezTo>
                <a:moveTo>
                  <a:pt x="12905" y="14169"/>
                </a:moveTo>
                <a:cubicBezTo>
                  <a:pt x="12905" y="14169"/>
                  <a:pt x="12905" y="14943"/>
                  <a:pt x="12347" y="14943"/>
                </a:cubicBezTo>
                <a:cubicBezTo>
                  <a:pt x="12005" y="14943"/>
                  <a:pt x="11798" y="14762"/>
                  <a:pt x="11688" y="14621"/>
                </a:cubicBezTo>
                <a:lnTo>
                  <a:pt x="11688" y="14895"/>
                </a:lnTo>
                <a:lnTo>
                  <a:pt x="11028" y="14895"/>
                </a:lnTo>
                <a:lnTo>
                  <a:pt x="11028" y="10446"/>
                </a:lnTo>
                <a:lnTo>
                  <a:pt x="11688" y="10446"/>
                </a:lnTo>
                <a:lnTo>
                  <a:pt x="11688" y="11888"/>
                </a:lnTo>
                <a:cubicBezTo>
                  <a:pt x="11788" y="11782"/>
                  <a:pt x="12037" y="11558"/>
                  <a:pt x="12347" y="11558"/>
                </a:cubicBezTo>
                <a:cubicBezTo>
                  <a:pt x="12752" y="11558"/>
                  <a:pt x="12905" y="11896"/>
                  <a:pt x="12905" y="12332"/>
                </a:cubicBezTo>
                <a:cubicBezTo>
                  <a:pt x="12905" y="12332"/>
                  <a:pt x="12905" y="14169"/>
                  <a:pt x="12905" y="14169"/>
                </a:cubicBezTo>
                <a:close/>
                <a:moveTo>
                  <a:pt x="10521" y="14895"/>
                </a:moveTo>
                <a:lnTo>
                  <a:pt x="9913" y="14895"/>
                </a:lnTo>
                <a:lnTo>
                  <a:pt x="9913" y="14605"/>
                </a:lnTo>
                <a:cubicBezTo>
                  <a:pt x="9913" y="14605"/>
                  <a:pt x="9558" y="14943"/>
                  <a:pt x="9152" y="14943"/>
                </a:cubicBezTo>
                <a:cubicBezTo>
                  <a:pt x="8747" y="14943"/>
                  <a:pt x="8696" y="14556"/>
                  <a:pt x="8696" y="14556"/>
                </a:cubicBezTo>
                <a:lnTo>
                  <a:pt x="8696" y="11558"/>
                </a:lnTo>
                <a:lnTo>
                  <a:pt x="9304" y="11558"/>
                </a:lnTo>
                <a:lnTo>
                  <a:pt x="9304" y="14362"/>
                </a:lnTo>
                <a:cubicBezTo>
                  <a:pt x="9304" y="14362"/>
                  <a:pt x="9304" y="14508"/>
                  <a:pt x="9507" y="14508"/>
                </a:cubicBezTo>
                <a:cubicBezTo>
                  <a:pt x="9710" y="14508"/>
                  <a:pt x="9913" y="14266"/>
                  <a:pt x="9913" y="14266"/>
                </a:cubicBezTo>
                <a:lnTo>
                  <a:pt x="9913" y="11558"/>
                </a:lnTo>
                <a:lnTo>
                  <a:pt x="10521" y="11558"/>
                </a:lnTo>
                <a:cubicBezTo>
                  <a:pt x="10521" y="11558"/>
                  <a:pt x="10521" y="14895"/>
                  <a:pt x="10521" y="14895"/>
                </a:cubicBezTo>
                <a:close/>
                <a:moveTo>
                  <a:pt x="8595" y="11074"/>
                </a:moveTo>
                <a:lnTo>
                  <a:pt x="7834" y="11074"/>
                </a:lnTo>
                <a:lnTo>
                  <a:pt x="7834" y="14895"/>
                </a:lnTo>
                <a:lnTo>
                  <a:pt x="7124" y="14895"/>
                </a:lnTo>
                <a:lnTo>
                  <a:pt x="7124" y="11074"/>
                </a:lnTo>
                <a:lnTo>
                  <a:pt x="6364" y="11074"/>
                </a:lnTo>
                <a:lnTo>
                  <a:pt x="6364" y="10446"/>
                </a:lnTo>
                <a:lnTo>
                  <a:pt x="8595" y="10446"/>
                </a:lnTo>
                <a:cubicBezTo>
                  <a:pt x="8595" y="10446"/>
                  <a:pt x="8595" y="11074"/>
                  <a:pt x="8595" y="11074"/>
                </a:cubicBezTo>
                <a:close/>
                <a:moveTo>
                  <a:pt x="14527" y="9430"/>
                </a:moveTo>
                <a:cubicBezTo>
                  <a:pt x="14527" y="9430"/>
                  <a:pt x="12667" y="9334"/>
                  <a:pt x="10800" y="9334"/>
                </a:cubicBezTo>
                <a:cubicBezTo>
                  <a:pt x="8941" y="9334"/>
                  <a:pt x="7074" y="9430"/>
                  <a:pt x="7074" y="9430"/>
                </a:cubicBezTo>
                <a:cubicBezTo>
                  <a:pt x="6234" y="9430"/>
                  <a:pt x="5552" y="10080"/>
                  <a:pt x="5552" y="10881"/>
                </a:cubicBezTo>
                <a:cubicBezTo>
                  <a:pt x="5552" y="10881"/>
                  <a:pt x="5400" y="11822"/>
                  <a:pt x="5400" y="12767"/>
                </a:cubicBezTo>
                <a:cubicBezTo>
                  <a:pt x="5400" y="13708"/>
                  <a:pt x="5552" y="14652"/>
                  <a:pt x="5552" y="14652"/>
                </a:cubicBezTo>
                <a:cubicBezTo>
                  <a:pt x="5552" y="15454"/>
                  <a:pt x="6234" y="16104"/>
                  <a:pt x="7074" y="16104"/>
                </a:cubicBezTo>
                <a:cubicBezTo>
                  <a:pt x="7074" y="16104"/>
                  <a:pt x="8905" y="16200"/>
                  <a:pt x="10800" y="16200"/>
                </a:cubicBezTo>
                <a:cubicBezTo>
                  <a:pt x="12631" y="16200"/>
                  <a:pt x="14527" y="16104"/>
                  <a:pt x="14527" y="16104"/>
                </a:cubicBezTo>
                <a:cubicBezTo>
                  <a:pt x="15367" y="16104"/>
                  <a:pt x="16049" y="15454"/>
                  <a:pt x="16049" y="14652"/>
                </a:cubicBezTo>
                <a:cubicBezTo>
                  <a:pt x="16049" y="14652"/>
                  <a:pt x="16200" y="13700"/>
                  <a:pt x="16200" y="12767"/>
                </a:cubicBezTo>
                <a:cubicBezTo>
                  <a:pt x="16200" y="11814"/>
                  <a:pt x="16049" y="10881"/>
                  <a:pt x="16049" y="10881"/>
                </a:cubicBezTo>
                <a:cubicBezTo>
                  <a:pt x="16049" y="10080"/>
                  <a:pt x="15367" y="9430"/>
                  <a:pt x="14527" y="9430"/>
                </a:cubicBezTo>
                <a:moveTo>
                  <a:pt x="11992" y="12090"/>
                </a:moveTo>
                <a:cubicBezTo>
                  <a:pt x="11860" y="12090"/>
                  <a:pt x="11757" y="12167"/>
                  <a:pt x="11688" y="12243"/>
                </a:cubicBezTo>
                <a:lnTo>
                  <a:pt x="11688" y="14276"/>
                </a:lnTo>
                <a:cubicBezTo>
                  <a:pt x="11751" y="14345"/>
                  <a:pt x="11848" y="14411"/>
                  <a:pt x="11992" y="14411"/>
                </a:cubicBezTo>
                <a:cubicBezTo>
                  <a:pt x="12296" y="14411"/>
                  <a:pt x="12296" y="14072"/>
                  <a:pt x="12296" y="14072"/>
                </a:cubicBezTo>
                <a:lnTo>
                  <a:pt x="12296" y="12429"/>
                </a:lnTo>
                <a:cubicBezTo>
                  <a:pt x="12296" y="12429"/>
                  <a:pt x="12245" y="12090"/>
                  <a:pt x="11992" y="12090"/>
                </a:cubicBezTo>
                <a:moveTo>
                  <a:pt x="20618" y="19636"/>
                </a:moveTo>
                <a:cubicBezTo>
                  <a:pt x="20618" y="20179"/>
                  <a:pt x="20179"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9"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7986" y="8751"/>
                </a:moveTo>
                <a:lnTo>
                  <a:pt x="8696" y="8751"/>
                </a:lnTo>
                <a:lnTo>
                  <a:pt x="8696" y="7188"/>
                </a:lnTo>
                <a:lnTo>
                  <a:pt x="9507" y="4970"/>
                </a:lnTo>
                <a:lnTo>
                  <a:pt x="8848" y="4970"/>
                </a:lnTo>
                <a:lnTo>
                  <a:pt x="8341" y="6433"/>
                </a:lnTo>
                <a:lnTo>
                  <a:pt x="7834" y="4970"/>
                </a:lnTo>
                <a:lnTo>
                  <a:pt x="7124" y="4970"/>
                </a:lnTo>
                <a:lnTo>
                  <a:pt x="7986" y="7188"/>
                </a:lnTo>
                <a:cubicBezTo>
                  <a:pt x="7986" y="7188"/>
                  <a:pt x="7986" y="8751"/>
                  <a:pt x="7986" y="8751"/>
                </a:cubicBezTo>
                <a:close/>
                <a:moveTo>
                  <a:pt x="10166" y="6634"/>
                </a:moveTo>
                <a:cubicBezTo>
                  <a:pt x="10166" y="6467"/>
                  <a:pt x="10303" y="6332"/>
                  <a:pt x="10471" y="6332"/>
                </a:cubicBezTo>
                <a:cubicBezTo>
                  <a:pt x="10639" y="6332"/>
                  <a:pt x="10775" y="6467"/>
                  <a:pt x="10775" y="6634"/>
                </a:cubicBezTo>
                <a:lnTo>
                  <a:pt x="10775" y="8045"/>
                </a:lnTo>
                <a:cubicBezTo>
                  <a:pt x="10775" y="8212"/>
                  <a:pt x="10639" y="8348"/>
                  <a:pt x="10471" y="8348"/>
                </a:cubicBezTo>
                <a:cubicBezTo>
                  <a:pt x="10303" y="8348"/>
                  <a:pt x="10166" y="8212"/>
                  <a:pt x="10166" y="8045"/>
                </a:cubicBezTo>
                <a:cubicBezTo>
                  <a:pt x="10166" y="8045"/>
                  <a:pt x="10166" y="6634"/>
                  <a:pt x="10166" y="6634"/>
                </a:cubicBezTo>
                <a:close/>
                <a:moveTo>
                  <a:pt x="10369" y="8801"/>
                </a:moveTo>
                <a:lnTo>
                  <a:pt x="10572" y="8801"/>
                </a:lnTo>
                <a:cubicBezTo>
                  <a:pt x="11020" y="8801"/>
                  <a:pt x="11383" y="8440"/>
                  <a:pt x="11383" y="7995"/>
                </a:cubicBezTo>
                <a:lnTo>
                  <a:pt x="11383" y="6684"/>
                </a:lnTo>
                <a:cubicBezTo>
                  <a:pt x="11383" y="6239"/>
                  <a:pt x="11020" y="5877"/>
                  <a:pt x="10572" y="5877"/>
                </a:cubicBezTo>
                <a:lnTo>
                  <a:pt x="10369" y="5877"/>
                </a:lnTo>
                <a:cubicBezTo>
                  <a:pt x="9921" y="5877"/>
                  <a:pt x="9558" y="6239"/>
                  <a:pt x="9558" y="6684"/>
                </a:cubicBezTo>
                <a:lnTo>
                  <a:pt x="9558" y="7995"/>
                </a:lnTo>
                <a:cubicBezTo>
                  <a:pt x="9558" y="8440"/>
                  <a:pt x="9921" y="8801"/>
                  <a:pt x="10369" y="8801"/>
                </a:cubicBezTo>
                <a:moveTo>
                  <a:pt x="12398" y="8801"/>
                </a:moveTo>
                <a:cubicBezTo>
                  <a:pt x="12803" y="8801"/>
                  <a:pt x="13158" y="8449"/>
                  <a:pt x="13158" y="8449"/>
                </a:cubicBezTo>
                <a:lnTo>
                  <a:pt x="13158" y="8751"/>
                </a:lnTo>
                <a:lnTo>
                  <a:pt x="13767" y="8751"/>
                </a:lnTo>
                <a:lnTo>
                  <a:pt x="13767" y="5877"/>
                </a:lnTo>
                <a:lnTo>
                  <a:pt x="13158" y="5877"/>
                </a:lnTo>
                <a:lnTo>
                  <a:pt x="13158" y="8096"/>
                </a:lnTo>
                <a:cubicBezTo>
                  <a:pt x="13158" y="8096"/>
                  <a:pt x="12955" y="8348"/>
                  <a:pt x="12752" y="8348"/>
                </a:cubicBezTo>
                <a:cubicBezTo>
                  <a:pt x="12550" y="8348"/>
                  <a:pt x="12550" y="8197"/>
                  <a:pt x="12550" y="8197"/>
                </a:cubicBezTo>
                <a:lnTo>
                  <a:pt x="12550" y="5877"/>
                </a:lnTo>
                <a:lnTo>
                  <a:pt x="11941" y="5877"/>
                </a:lnTo>
                <a:lnTo>
                  <a:pt x="11941" y="8398"/>
                </a:lnTo>
                <a:cubicBezTo>
                  <a:pt x="11941" y="8398"/>
                  <a:pt x="11992" y="8801"/>
                  <a:pt x="12398" y="880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7" name="Shape 2875">
            <a:extLst>
              <a:ext uri="{FF2B5EF4-FFF2-40B4-BE49-F238E27FC236}">
                <a16:creationId xmlns:a16="http://schemas.microsoft.com/office/drawing/2014/main" id="{E9E24B95-698D-909B-DF6C-A8C082BC8374}"/>
              </a:ext>
            </a:extLst>
          </p:cNvPr>
          <p:cNvSpPr/>
          <p:nvPr/>
        </p:nvSpPr>
        <p:spPr>
          <a:xfrm>
            <a:off x="8408167"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0672" y="6382"/>
                </a:moveTo>
                <a:cubicBezTo>
                  <a:pt x="10463" y="6409"/>
                  <a:pt x="10255" y="6435"/>
                  <a:pt x="10045" y="6460"/>
                </a:cubicBezTo>
                <a:cubicBezTo>
                  <a:pt x="9652" y="6558"/>
                  <a:pt x="9223" y="6650"/>
                  <a:pt x="8905" y="6836"/>
                </a:cubicBezTo>
                <a:cubicBezTo>
                  <a:pt x="8055" y="7333"/>
                  <a:pt x="7467" y="7913"/>
                  <a:pt x="7073" y="8856"/>
                </a:cubicBezTo>
                <a:cubicBezTo>
                  <a:pt x="7009" y="9009"/>
                  <a:pt x="7007" y="9157"/>
                  <a:pt x="6960" y="9326"/>
                </a:cubicBezTo>
                <a:cubicBezTo>
                  <a:pt x="6658" y="10425"/>
                  <a:pt x="7194" y="11563"/>
                  <a:pt x="7844" y="11956"/>
                </a:cubicBezTo>
                <a:cubicBezTo>
                  <a:pt x="7969" y="12032"/>
                  <a:pt x="8254" y="12166"/>
                  <a:pt x="8358" y="11987"/>
                </a:cubicBezTo>
                <a:cubicBezTo>
                  <a:pt x="8416" y="11889"/>
                  <a:pt x="8403" y="11758"/>
                  <a:pt x="8438" y="11643"/>
                </a:cubicBezTo>
                <a:cubicBezTo>
                  <a:pt x="8462" y="11568"/>
                  <a:pt x="8536" y="11424"/>
                  <a:pt x="8519" y="11330"/>
                </a:cubicBezTo>
                <a:cubicBezTo>
                  <a:pt x="8490" y="11170"/>
                  <a:pt x="8318" y="11068"/>
                  <a:pt x="8246" y="10939"/>
                </a:cubicBezTo>
                <a:cubicBezTo>
                  <a:pt x="8099" y="10676"/>
                  <a:pt x="8092" y="10444"/>
                  <a:pt x="8020" y="10093"/>
                </a:cubicBezTo>
                <a:cubicBezTo>
                  <a:pt x="8026" y="10046"/>
                  <a:pt x="8031" y="9999"/>
                  <a:pt x="8037" y="9952"/>
                </a:cubicBezTo>
                <a:cubicBezTo>
                  <a:pt x="8058" y="9559"/>
                  <a:pt x="8124" y="9276"/>
                  <a:pt x="8246" y="8997"/>
                </a:cubicBezTo>
                <a:cubicBezTo>
                  <a:pt x="8601" y="8177"/>
                  <a:pt x="9172" y="7720"/>
                  <a:pt x="10094" y="7447"/>
                </a:cubicBezTo>
                <a:cubicBezTo>
                  <a:pt x="10300" y="7386"/>
                  <a:pt x="10882" y="7288"/>
                  <a:pt x="11187" y="7353"/>
                </a:cubicBezTo>
                <a:cubicBezTo>
                  <a:pt x="11369" y="7385"/>
                  <a:pt x="11551" y="7415"/>
                  <a:pt x="11733" y="7447"/>
                </a:cubicBezTo>
                <a:cubicBezTo>
                  <a:pt x="12393" y="7655"/>
                  <a:pt x="12874" y="8038"/>
                  <a:pt x="13131" y="8637"/>
                </a:cubicBezTo>
                <a:cubicBezTo>
                  <a:pt x="13292" y="9010"/>
                  <a:pt x="13339" y="9724"/>
                  <a:pt x="13227" y="10203"/>
                </a:cubicBezTo>
                <a:cubicBezTo>
                  <a:pt x="13174" y="10429"/>
                  <a:pt x="13183" y="10624"/>
                  <a:pt x="13115" y="10829"/>
                </a:cubicBezTo>
                <a:cubicBezTo>
                  <a:pt x="12865" y="11589"/>
                  <a:pt x="12498" y="12293"/>
                  <a:pt x="11668" y="12488"/>
                </a:cubicBezTo>
                <a:cubicBezTo>
                  <a:pt x="11121" y="12618"/>
                  <a:pt x="10711" y="12284"/>
                  <a:pt x="10576" y="11941"/>
                </a:cubicBezTo>
                <a:cubicBezTo>
                  <a:pt x="10538" y="11846"/>
                  <a:pt x="10474" y="11676"/>
                  <a:pt x="10512" y="11518"/>
                </a:cubicBezTo>
                <a:cubicBezTo>
                  <a:pt x="10656" y="10901"/>
                  <a:pt x="10865" y="10349"/>
                  <a:pt x="11026" y="9733"/>
                </a:cubicBezTo>
                <a:cubicBezTo>
                  <a:pt x="11179" y="9146"/>
                  <a:pt x="10888" y="8683"/>
                  <a:pt x="10431" y="8575"/>
                </a:cubicBezTo>
                <a:cubicBezTo>
                  <a:pt x="9863" y="8439"/>
                  <a:pt x="9424" y="8966"/>
                  <a:pt x="9274" y="9310"/>
                </a:cubicBezTo>
                <a:cubicBezTo>
                  <a:pt x="9155" y="9584"/>
                  <a:pt x="9083" y="10089"/>
                  <a:pt x="9177" y="10453"/>
                </a:cubicBezTo>
                <a:cubicBezTo>
                  <a:pt x="9208" y="10569"/>
                  <a:pt x="9347" y="10878"/>
                  <a:pt x="9322" y="10986"/>
                </a:cubicBezTo>
                <a:cubicBezTo>
                  <a:pt x="9213" y="11462"/>
                  <a:pt x="9088" y="11974"/>
                  <a:pt x="8953" y="12441"/>
                </a:cubicBezTo>
                <a:cubicBezTo>
                  <a:pt x="8812" y="12929"/>
                  <a:pt x="8736" y="13427"/>
                  <a:pt x="8599" y="13898"/>
                </a:cubicBezTo>
                <a:cubicBezTo>
                  <a:pt x="8536" y="14114"/>
                  <a:pt x="8539" y="14346"/>
                  <a:pt x="8487" y="14571"/>
                </a:cubicBezTo>
                <a:lnTo>
                  <a:pt x="8487" y="14900"/>
                </a:lnTo>
                <a:cubicBezTo>
                  <a:pt x="8440" y="15108"/>
                  <a:pt x="8475" y="15478"/>
                  <a:pt x="8519" y="15683"/>
                </a:cubicBezTo>
                <a:cubicBezTo>
                  <a:pt x="8548" y="15815"/>
                  <a:pt x="8502" y="15978"/>
                  <a:pt x="8567" y="16074"/>
                </a:cubicBezTo>
                <a:cubicBezTo>
                  <a:pt x="8568" y="16144"/>
                  <a:pt x="8577" y="16160"/>
                  <a:pt x="8599" y="16200"/>
                </a:cubicBezTo>
                <a:cubicBezTo>
                  <a:pt x="8800" y="16194"/>
                  <a:pt x="9078" y="15665"/>
                  <a:pt x="9177" y="15511"/>
                </a:cubicBezTo>
                <a:cubicBezTo>
                  <a:pt x="9369" y="15216"/>
                  <a:pt x="9546" y="14901"/>
                  <a:pt x="9692" y="14556"/>
                </a:cubicBezTo>
                <a:cubicBezTo>
                  <a:pt x="9823" y="14245"/>
                  <a:pt x="9844" y="13901"/>
                  <a:pt x="9949" y="13569"/>
                </a:cubicBezTo>
                <a:cubicBezTo>
                  <a:pt x="10025" y="13329"/>
                  <a:pt x="10133" y="13049"/>
                  <a:pt x="10158" y="12786"/>
                </a:cubicBezTo>
                <a:lnTo>
                  <a:pt x="10174" y="12786"/>
                </a:lnTo>
                <a:cubicBezTo>
                  <a:pt x="10216" y="12930"/>
                  <a:pt x="10367" y="13035"/>
                  <a:pt x="10480" y="13115"/>
                </a:cubicBezTo>
                <a:cubicBezTo>
                  <a:pt x="10833" y="13367"/>
                  <a:pt x="11442" y="13600"/>
                  <a:pt x="12102" y="13444"/>
                </a:cubicBezTo>
                <a:cubicBezTo>
                  <a:pt x="12850" y="13267"/>
                  <a:pt x="13446" y="12916"/>
                  <a:pt x="13838" y="12394"/>
                </a:cubicBezTo>
                <a:cubicBezTo>
                  <a:pt x="14127" y="12011"/>
                  <a:pt x="14345" y="11567"/>
                  <a:pt x="14513" y="11064"/>
                </a:cubicBezTo>
                <a:cubicBezTo>
                  <a:pt x="14596" y="10817"/>
                  <a:pt x="14613" y="10543"/>
                  <a:pt x="14674" y="10281"/>
                </a:cubicBezTo>
                <a:cubicBezTo>
                  <a:pt x="14827" y="9624"/>
                  <a:pt x="14623" y="8833"/>
                  <a:pt x="14433" y="8402"/>
                </a:cubicBezTo>
                <a:cubicBezTo>
                  <a:pt x="13856" y="7098"/>
                  <a:pt x="12630" y="6354"/>
                  <a:pt x="10672" y="63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8" name="Shape 2876">
            <a:extLst>
              <a:ext uri="{FF2B5EF4-FFF2-40B4-BE49-F238E27FC236}">
                <a16:creationId xmlns:a16="http://schemas.microsoft.com/office/drawing/2014/main" id="{AC62EB80-AEDD-7604-71BC-66B27356D4BB}"/>
              </a:ext>
            </a:extLst>
          </p:cNvPr>
          <p:cNvSpPr/>
          <p:nvPr/>
        </p:nvSpPr>
        <p:spPr>
          <a:xfrm>
            <a:off x="8941428"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281" y="6871"/>
                </a:moveTo>
                <a:cubicBezTo>
                  <a:pt x="12915" y="6830"/>
                  <a:pt x="11990" y="7537"/>
                  <a:pt x="11505" y="8992"/>
                </a:cubicBezTo>
                <a:cubicBezTo>
                  <a:pt x="11754" y="8897"/>
                  <a:pt x="11998" y="8849"/>
                  <a:pt x="12232" y="8849"/>
                </a:cubicBezTo>
                <a:cubicBezTo>
                  <a:pt x="12732" y="8849"/>
                  <a:pt x="12952" y="9108"/>
                  <a:pt x="12893" y="9624"/>
                </a:cubicBezTo>
                <a:cubicBezTo>
                  <a:pt x="12863" y="9937"/>
                  <a:pt x="12643" y="10393"/>
                  <a:pt x="12232" y="10991"/>
                </a:cubicBezTo>
                <a:cubicBezTo>
                  <a:pt x="11821" y="11589"/>
                  <a:pt x="11512" y="11888"/>
                  <a:pt x="11307" y="11888"/>
                </a:cubicBezTo>
                <a:cubicBezTo>
                  <a:pt x="11043" y="11888"/>
                  <a:pt x="10800" y="11426"/>
                  <a:pt x="10580" y="10502"/>
                </a:cubicBezTo>
                <a:cubicBezTo>
                  <a:pt x="10506" y="10230"/>
                  <a:pt x="10374" y="9536"/>
                  <a:pt x="10183" y="8421"/>
                </a:cubicBezTo>
                <a:cubicBezTo>
                  <a:pt x="10007" y="7388"/>
                  <a:pt x="9537" y="6904"/>
                  <a:pt x="8773" y="6972"/>
                </a:cubicBezTo>
                <a:cubicBezTo>
                  <a:pt x="8450" y="7000"/>
                  <a:pt x="7966" y="7272"/>
                  <a:pt x="7320" y="7788"/>
                </a:cubicBezTo>
                <a:cubicBezTo>
                  <a:pt x="6849" y="8183"/>
                  <a:pt x="6372" y="8577"/>
                  <a:pt x="5887" y="8972"/>
                </a:cubicBezTo>
                <a:lnTo>
                  <a:pt x="6350" y="9522"/>
                </a:lnTo>
                <a:cubicBezTo>
                  <a:pt x="6790" y="9237"/>
                  <a:pt x="7047" y="9094"/>
                  <a:pt x="7121" y="9094"/>
                </a:cubicBezTo>
                <a:cubicBezTo>
                  <a:pt x="7459" y="9094"/>
                  <a:pt x="7774" y="9583"/>
                  <a:pt x="8068" y="10563"/>
                </a:cubicBezTo>
                <a:cubicBezTo>
                  <a:pt x="8333" y="11461"/>
                  <a:pt x="8597" y="12358"/>
                  <a:pt x="8861" y="13255"/>
                </a:cubicBezTo>
                <a:cubicBezTo>
                  <a:pt x="9258" y="14234"/>
                  <a:pt x="9743" y="14723"/>
                  <a:pt x="10316" y="14723"/>
                </a:cubicBezTo>
                <a:cubicBezTo>
                  <a:pt x="11241" y="14723"/>
                  <a:pt x="12371" y="13921"/>
                  <a:pt x="13709" y="12317"/>
                </a:cubicBezTo>
                <a:cubicBezTo>
                  <a:pt x="15001" y="10780"/>
                  <a:pt x="15669" y="9570"/>
                  <a:pt x="15713" y="8686"/>
                </a:cubicBezTo>
                <a:cubicBezTo>
                  <a:pt x="15772" y="7503"/>
                  <a:pt x="15295" y="6899"/>
                  <a:pt x="14281" y="6871"/>
                </a:cubicBezTo>
                <a:moveTo>
                  <a:pt x="20618" y="19636"/>
                </a:moveTo>
                <a:cubicBezTo>
                  <a:pt x="20618" y="20179"/>
                  <a:pt x="20179" y="20618"/>
                  <a:pt x="19636" y="20618"/>
                </a:cubicBezTo>
                <a:lnTo>
                  <a:pt x="1964" y="20618"/>
                </a:lnTo>
                <a:cubicBezTo>
                  <a:pt x="1421" y="20618"/>
                  <a:pt x="982" y="20179"/>
                  <a:pt x="982" y="19636"/>
                </a:cubicBezTo>
                <a:lnTo>
                  <a:pt x="982" y="1964"/>
                </a:lnTo>
                <a:cubicBezTo>
                  <a:pt x="982" y="1421"/>
                  <a:pt x="1421" y="982"/>
                  <a:pt x="1964" y="982"/>
                </a:cubicBezTo>
                <a:lnTo>
                  <a:pt x="19636" y="982"/>
                </a:lnTo>
                <a:cubicBezTo>
                  <a:pt x="20179" y="982"/>
                  <a:pt x="20618" y="1421"/>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9" name="Shape 2877">
            <a:extLst>
              <a:ext uri="{FF2B5EF4-FFF2-40B4-BE49-F238E27FC236}">
                <a16:creationId xmlns:a16="http://schemas.microsoft.com/office/drawing/2014/main" id="{84B1988F-2382-BB95-B749-26A1A7B83677}"/>
              </a:ext>
            </a:extLst>
          </p:cNvPr>
          <p:cNvSpPr/>
          <p:nvPr/>
        </p:nvSpPr>
        <p:spPr>
          <a:xfrm>
            <a:off x="9474689"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8"/>
                  <a:pt x="19636" y="20618"/>
                </a:cubicBezTo>
                <a:lnTo>
                  <a:pt x="1964" y="20618"/>
                </a:lnTo>
                <a:cubicBezTo>
                  <a:pt x="1421" y="20618"/>
                  <a:pt x="982" y="20179"/>
                  <a:pt x="982" y="19636"/>
                </a:cubicBezTo>
                <a:lnTo>
                  <a:pt x="982" y="1964"/>
                </a:lnTo>
                <a:cubicBezTo>
                  <a:pt x="982" y="1422"/>
                  <a:pt x="1421"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4724" y="7360"/>
                </a:moveTo>
                <a:lnTo>
                  <a:pt x="13742" y="7360"/>
                </a:lnTo>
                <a:lnTo>
                  <a:pt x="13742" y="8833"/>
                </a:lnTo>
                <a:lnTo>
                  <a:pt x="12265" y="8833"/>
                </a:lnTo>
                <a:lnTo>
                  <a:pt x="12265" y="9815"/>
                </a:lnTo>
                <a:lnTo>
                  <a:pt x="13742" y="9815"/>
                </a:lnTo>
                <a:lnTo>
                  <a:pt x="13742" y="11283"/>
                </a:lnTo>
                <a:lnTo>
                  <a:pt x="14724" y="11283"/>
                </a:lnTo>
                <a:lnTo>
                  <a:pt x="14724" y="9815"/>
                </a:lnTo>
                <a:lnTo>
                  <a:pt x="16204" y="9815"/>
                </a:lnTo>
                <a:lnTo>
                  <a:pt x="16204" y="8833"/>
                </a:lnTo>
                <a:lnTo>
                  <a:pt x="14724" y="8833"/>
                </a:lnTo>
                <a:cubicBezTo>
                  <a:pt x="14724" y="8833"/>
                  <a:pt x="14724" y="7360"/>
                  <a:pt x="14724" y="7360"/>
                </a:cubicBezTo>
                <a:close/>
                <a:moveTo>
                  <a:pt x="9321" y="13946"/>
                </a:moveTo>
                <a:cubicBezTo>
                  <a:pt x="8620" y="13946"/>
                  <a:pt x="8070" y="13495"/>
                  <a:pt x="8070" y="12919"/>
                </a:cubicBezTo>
                <a:cubicBezTo>
                  <a:pt x="8070" y="12392"/>
                  <a:pt x="8713" y="11929"/>
                  <a:pt x="9446" y="11929"/>
                </a:cubicBezTo>
                <a:lnTo>
                  <a:pt x="9446" y="11723"/>
                </a:lnTo>
                <a:lnTo>
                  <a:pt x="9465" y="11929"/>
                </a:lnTo>
                <a:cubicBezTo>
                  <a:pt x="9623" y="11930"/>
                  <a:pt x="9777" y="11954"/>
                  <a:pt x="9922" y="12000"/>
                </a:cubicBezTo>
                <a:lnTo>
                  <a:pt x="10067" y="12104"/>
                </a:lnTo>
                <a:cubicBezTo>
                  <a:pt x="10439" y="12371"/>
                  <a:pt x="10637" y="12521"/>
                  <a:pt x="10695" y="12764"/>
                </a:cubicBezTo>
                <a:cubicBezTo>
                  <a:pt x="10710" y="12827"/>
                  <a:pt x="10717" y="12891"/>
                  <a:pt x="10717" y="12954"/>
                </a:cubicBezTo>
                <a:cubicBezTo>
                  <a:pt x="10717" y="13612"/>
                  <a:pt x="10247" y="13946"/>
                  <a:pt x="9321" y="13946"/>
                </a:cubicBezTo>
                <a:moveTo>
                  <a:pt x="8542" y="8739"/>
                </a:moveTo>
                <a:cubicBezTo>
                  <a:pt x="8494" y="8362"/>
                  <a:pt x="8574" y="8014"/>
                  <a:pt x="8754" y="7806"/>
                </a:cubicBezTo>
                <a:cubicBezTo>
                  <a:pt x="8864" y="7680"/>
                  <a:pt x="9006" y="7612"/>
                  <a:pt x="9163" y="7612"/>
                </a:cubicBezTo>
                <a:lnTo>
                  <a:pt x="9163" y="7409"/>
                </a:lnTo>
                <a:lnTo>
                  <a:pt x="9164" y="7409"/>
                </a:lnTo>
                <a:lnTo>
                  <a:pt x="9182" y="7613"/>
                </a:lnTo>
                <a:cubicBezTo>
                  <a:pt x="9653" y="7628"/>
                  <a:pt x="10105" y="8185"/>
                  <a:pt x="10189" y="8855"/>
                </a:cubicBezTo>
                <a:cubicBezTo>
                  <a:pt x="10237" y="9239"/>
                  <a:pt x="10154" y="9595"/>
                  <a:pt x="9969" y="9809"/>
                </a:cubicBezTo>
                <a:cubicBezTo>
                  <a:pt x="9860" y="9935"/>
                  <a:pt x="9721" y="10002"/>
                  <a:pt x="9550" y="10001"/>
                </a:cubicBezTo>
                <a:lnTo>
                  <a:pt x="9549" y="10001"/>
                </a:lnTo>
                <a:cubicBezTo>
                  <a:pt x="9087" y="9988"/>
                  <a:pt x="8625" y="9409"/>
                  <a:pt x="8542" y="8739"/>
                </a:cubicBezTo>
                <a:moveTo>
                  <a:pt x="10838" y="11196"/>
                </a:moveTo>
                <a:cubicBezTo>
                  <a:pt x="10586" y="11009"/>
                  <a:pt x="10351" y="10732"/>
                  <a:pt x="10342" y="10647"/>
                </a:cubicBezTo>
                <a:cubicBezTo>
                  <a:pt x="10342" y="10499"/>
                  <a:pt x="10342" y="10431"/>
                  <a:pt x="10689" y="10148"/>
                </a:cubicBezTo>
                <a:cubicBezTo>
                  <a:pt x="11138" y="9780"/>
                  <a:pt x="11386" y="9296"/>
                  <a:pt x="11386" y="8784"/>
                </a:cubicBezTo>
                <a:cubicBezTo>
                  <a:pt x="11386" y="8342"/>
                  <a:pt x="11262" y="7947"/>
                  <a:pt x="11049" y="7660"/>
                </a:cubicBezTo>
                <a:lnTo>
                  <a:pt x="11238" y="7660"/>
                </a:lnTo>
                <a:lnTo>
                  <a:pt x="12276" y="6873"/>
                </a:lnTo>
                <a:lnTo>
                  <a:pt x="9463" y="6873"/>
                </a:lnTo>
                <a:cubicBezTo>
                  <a:pt x="8334" y="6873"/>
                  <a:pt x="7345" y="7760"/>
                  <a:pt x="7345" y="8769"/>
                </a:cubicBezTo>
                <a:cubicBezTo>
                  <a:pt x="7345" y="9812"/>
                  <a:pt x="8109" y="10605"/>
                  <a:pt x="9136" y="10648"/>
                </a:cubicBezTo>
                <a:cubicBezTo>
                  <a:pt x="9121" y="10722"/>
                  <a:pt x="9113" y="10795"/>
                  <a:pt x="9113" y="10867"/>
                </a:cubicBezTo>
                <a:cubicBezTo>
                  <a:pt x="9113" y="11018"/>
                  <a:pt x="9147" y="11162"/>
                  <a:pt x="9216" y="11300"/>
                </a:cubicBezTo>
                <a:cubicBezTo>
                  <a:pt x="7942" y="11309"/>
                  <a:pt x="6869" y="12161"/>
                  <a:pt x="6869" y="13167"/>
                </a:cubicBezTo>
                <a:cubicBezTo>
                  <a:pt x="6869" y="14071"/>
                  <a:pt x="7902" y="14727"/>
                  <a:pt x="9325" y="14727"/>
                </a:cubicBezTo>
                <a:cubicBezTo>
                  <a:pt x="10861" y="14727"/>
                  <a:pt x="11690" y="13766"/>
                  <a:pt x="11690" y="12860"/>
                </a:cubicBezTo>
                <a:cubicBezTo>
                  <a:pt x="11690" y="12108"/>
                  <a:pt x="11459" y="11656"/>
                  <a:pt x="10838" y="1119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0" name="Shape 2878">
            <a:extLst>
              <a:ext uri="{FF2B5EF4-FFF2-40B4-BE49-F238E27FC236}">
                <a16:creationId xmlns:a16="http://schemas.microsoft.com/office/drawing/2014/main" id="{7B8D6C3D-EE86-85BB-79FD-D89392B0E000}"/>
              </a:ext>
            </a:extLst>
          </p:cNvPr>
          <p:cNvSpPr/>
          <p:nvPr/>
        </p:nvSpPr>
        <p:spPr>
          <a:xfrm>
            <a:off x="10007950"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3430" y="9321"/>
                </a:moveTo>
                <a:cubicBezTo>
                  <a:pt x="11975" y="9321"/>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1"/>
                  <a:pt x="13430" y="9321"/>
                </a:cubicBezTo>
                <a:moveTo>
                  <a:pt x="6873" y="14727"/>
                </a:moveTo>
                <a:lnTo>
                  <a:pt x="8829" y="14727"/>
                </a:lnTo>
                <a:lnTo>
                  <a:pt x="8829" y="9321"/>
                </a:lnTo>
                <a:lnTo>
                  <a:pt x="6873" y="9321"/>
                </a:lnTo>
                <a:cubicBezTo>
                  <a:pt x="6873" y="9321"/>
                  <a:pt x="6873" y="14727"/>
                  <a:pt x="6873" y="14727"/>
                </a:cubicBezTo>
                <a:close/>
                <a:moveTo>
                  <a:pt x="20618" y="19636"/>
                </a:moveTo>
                <a:cubicBezTo>
                  <a:pt x="20618" y="20179"/>
                  <a:pt x="20179" y="20618"/>
                  <a:pt x="19636" y="20618"/>
                </a:cubicBezTo>
                <a:lnTo>
                  <a:pt x="1964" y="20618"/>
                </a:lnTo>
                <a:cubicBezTo>
                  <a:pt x="1421" y="20618"/>
                  <a:pt x="982" y="20179"/>
                  <a:pt x="982" y="19636"/>
                </a:cubicBezTo>
                <a:lnTo>
                  <a:pt x="982" y="1964"/>
                </a:lnTo>
                <a:cubicBezTo>
                  <a:pt x="982" y="1421"/>
                  <a:pt x="1421" y="982"/>
                  <a:pt x="1964" y="982"/>
                </a:cubicBezTo>
                <a:lnTo>
                  <a:pt x="19636" y="982"/>
                </a:lnTo>
                <a:cubicBezTo>
                  <a:pt x="20179" y="982"/>
                  <a:pt x="20618" y="1421"/>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1" name="Shape 2879">
            <a:extLst>
              <a:ext uri="{FF2B5EF4-FFF2-40B4-BE49-F238E27FC236}">
                <a16:creationId xmlns:a16="http://schemas.microsoft.com/office/drawing/2014/main" id="{FCA483BE-DF2D-46A4-7882-1F626F3E0382}"/>
              </a:ext>
            </a:extLst>
          </p:cNvPr>
          <p:cNvSpPr/>
          <p:nvPr/>
        </p:nvSpPr>
        <p:spPr>
          <a:xfrm>
            <a:off x="10541211"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1592" y="13291"/>
                </a:moveTo>
                <a:cubicBezTo>
                  <a:pt x="11452" y="13213"/>
                  <a:pt x="11342" y="13108"/>
                  <a:pt x="11291" y="12978"/>
                </a:cubicBezTo>
                <a:cubicBezTo>
                  <a:pt x="11284" y="12956"/>
                  <a:pt x="11290" y="10299"/>
                  <a:pt x="11290" y="10299"/>
                </a:cubicBezTo>
                <a:lnTo>
                  <a:pt x="13256" y="10299"/>
                </a:lnTo>
                <a:lnTo>
                  <a:pt x="13256" y="8836"/>
                </a:lnTo>
                <a:lnTo>
                  <a:pt x="11292" y="8836"/>
                </a:lnTo>
                <a:lnTo>
                  <a:pt x="11292" y="6873"/>
                </a:lnTo>
                <a:lnTo>
                  <a:pt x="10042" y="6879"/>
                </a:lnTo>
                <a:cubicBezTo>
                  <a:pt x="9988" y="7284"/>
                  <a:pt x="9891" y="7618"/>
                  <a:pt x="9750" y="7879"/>
                </a:cubicBezTo>
                <a:cubicBezTo>
                  <a:pt x="9608" y="8142"/>
                  <a:pt x="9420" y="8366"/>
                  <a:pt x="9187" y="8553"/>
                </a:cubicBezTo>
                <a:cubicBezTo>
                  <a:pt x="8953" y="8740"/>
                  <a:pt x="8672" y="8883"/>
                  <a:pt x="8344" y="8984"/>
                </a:cubicBezTo>
                <a:lnTo>
                  <a:pt x="8345" y="10309"/>
                </a:lnTo>
                <a:lnTo>
                  <a:pt x="9328" y="10299"/>
                </a:lnTo>
                <a:lnTo>
                  <a:pt x="9328" y="12846"/>
                </a:lnTo>
                <a:cubicBezTo>
                  <a:pt x="9328" y="13204"/>
                  <a:pt x="9368" y="13478"/>
                  <a:pt x="9448" y="13666"/>
                </a:cubicBezTo>
                <a:cubicBezTo>
                  <a:pt x="9528" y="13856"/>
                  <a:pt x="9671" y="14034"/>
                  <a:pt x="9879" y="14202"/>
                </a:cubicBezTo>
                <a:cubicBezTo>
                  <a:pt x="10086" y="14370"/>
                  <a:pt x="10336" y="14498"/>
                  <a:pt x="10629" y="14589"/>
                </a:cubicBezTo>
                <a:cubicBezTo>
                  <a:pt x="10922" y="14679"/>
                  <a:pt x="11238" y="14727"/>
                  <a:pt x="11619" y="14727"/>
                </a:cubicBezTo>
                <a:cubicBezTo>
                  <a:pt x="11955" y="14727"/>
                  <a:pt x="12228" y="14693"/>
                  <a:pt x="12517" y="14629"/>
                </a:cubicBezTo>
                <a:cubicBezTo>
                  <a:pt x="12806" y="14565"/>
                  <a:pt x="13221" y="14455"/>
                  <a:pt x="13578" y="14297"/>
                </a:cubicBezTo>
                <a:lnTo>
                  <a:pt x="13583" y="13091"/>
                </a:lnTo>
                <a:cubicBezTo>
                  <a:pt x="13165" y="13349"/>
                  <a:pt x="12648" y="13447"/>
                  <a:pt x="12225" y="13447"/>
                </a:cubicBezTo>
                <a:cubicBezTo>
                  <a:pt x="11987" y="13447"/>
                  <a:pt x="11776" y="13395"/>
                  <a:pt x="11592" y="1329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2" name="Shape 2880">
            <a:extLst>
              <a:ext uri="{FF2B5EF4-FFF2-40B4-BE49-F238E27FC236}">
                <a16:creationId xmlns:a16="http://schemas.microsoft.com/office/drawing/2014/main" id="{B252D8C4-0E9B-9171-3F56-7E12633FC323}"/>
              </a:ext>
            </a:extLst>
          </p:cNvPr>
          <p:cNvSpPr/>
          <p:nvPr/>
        </p:nvSpPr>
        <p:spPr>
          <a:xfrm>
            <a:off x="11074472"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4291" y="6986"/>
                </a:moveTo>
                <a:cubicBezTo>
                  <a:pt x="14241" y="6976"/>
                  <a:pt x="14187" y="6971"/>
                  <a:pt x="14134" y="6971"/>
                </a:cubicBezTo>
                <a:cubicBezTo>
                  <a:pt x="13808" y="6971"/>
                  <a:pt x="13598" y="7166"/>
                  <a:pt x="13572" y="7494"/>
                </a:cubicBezTo>
                <a:cubicBezTo>
                  <a:pt x="13242" y="11704"/>
                  <a:pt x="13044" y="12909"/>
                  <a:pt x="13042" y="12921"/>
                </a:cubicBezTo>
                <a:lnTo>
                  <a:pt x="13046" y="13020"/>
                </a:lnTo>
                <a:lnTo>
                  <a:pt x="13142" y="13032"/>
                </a:lnTo>
                <a:lnTo>
                  <a:pt x="13172" y="13031"/>
                </a:lnTo>
                <a:cubicBezTo>
                  <a:pt x="13281" y="13031"/>
                  <a:pt x="13386" y="13050"/>
                  <a:pt x="13473" y="13084"/>
                </a:cubicBezTo>
                <a:lnTo>
                  <a:pt x="13579" y="13126"/>
                </a:lnTo>
                <a:lnTo>
                  <a:pt x="13598" y="13012"/>
                </a:lnTo>
                <a:cubicBezTo>
                  <a:pt x="13837" y="11522"/>
                  <a:pt x="14296" y="9525"/>
                  <a:pt x="14542" y="8453"/>
                </a:cubicBezTo>
                <a:cubicBezTo>
                  <a:pt x="14618" y="8121"/>
                  <a:pt x="14675" y="7877"/>
                  <a:pt x="14698" y="7763"/>
                </a:cubicBezTo>
                <a:cubicBezTo>
                  <a:pt x="14745" y="7530"/>
                  <a:pt x="14724" y="7343"/>
                  <a:pt x="14636" y="7206"/>
                </a:cubicBezTo>
                <a:cubicBezTo>
                  <a:pt x="14563" y="7092"/>
                  <a:pt x="14447" y="7018"/>
                  <a:pt x="14291" y="6986"/>
                </a:cubicBezTo>
                <a:moveTo>
                  <a:pt x="13280" y="13606"/>
                </a:moveTo>
                <a:cubicBezTo>
                  <a:pt x="12921" y="13524"/>
                  <a:pt x="12660" y="13682"/>
                  <a:pt x="12569" y="14030"/>
                </a:cubicBezTo>
                <a:cubicBezTo>
                  <a:pt x="12529" y="14187"/>
                  <a:pt x="12549" y="14335"/>
                  <a:pt x="12630" y="14459"/>
                </a:cubicBezTo>
                <a:cubicBezTo>
                  <a:pt x="12706" y="14574"/>
                  <a:pt x="12831" y="14660"/>
                  <a:pt x="12982" y="14701"/>
                </a:cubicBezTo>
                <a:cubicBezTo>
                  <a:pt x="13045" y="14719"/>
                  <a:pt x="13109" y="14728"/>
                  <a:pt x="13172" y="14728"/>
                </a:cubicBezTo>
                <a:cubicBezTo>
                  <a:pt x="13438" y="14728"/>
                  <a:pt x="13639" y="14578"/>
                  <a:pt x="13698" y="14338"/>
                </a:cubicBezTo>
                <a:cubicBezTo>
                  <a:pt x="13741" y="14155"/>
                  <a:pt x="13722" y="13989"/>
                  <a:pt x="13642" y="13858"/>
                </a:cubicBezTo>
                <a:cubicBezTo>
                  <a:pt x="13567" y="13733"/>
                  <a:pt x="13439" y="13643"/>
                  <a:pt x="13280" y="13606"/>
                </a:cubicBezTo>
                <a:moveTo>
                  <a:pt x="13014" y="7028"/>
                </a:moveTo>
                <a:lnTo>
                  <a:pt x="13098" y="6884"/>
                </a:lnTo>
                <a:lnTo>
                  <a:pt x="12931" y="6884"/>
                </a:lnTo>
                <a:lnTo>
                  <a:pt x="12906" y="6887"/>
                </a:lnTo>
                <a:cubicBezTo>
                  <a:pt x="12646" y="6961"/>
                  <a:pt x="12244" y="6961"/>
                  <a:pt x="11983" y="6887"/>
                </a:cubicBezTo>
                <a:lnTo>
                  <a:pt x="11901" y="6884"/>
                </a:lnTo>
                <a:lnTo>
                  <a:pt x="9988" y="10156"/>
                </a:lnTo>
                <a:lnTo>
                  <a:pt x="8067" y="6872"/>
                </a:lnTo>
                <a:lnTo>
                  <a:pt x="8000" y="6890"/>
                </a:lnTo>
                <a:cubicBezTo>
                  <a:pt x="7739" y="6962"/>
                  <a:pt x="7347" y="6961"/>
                  <a:pt x="7088" y="6887"/>
                </a:cubicBezTo>
                <a:lnTo>
                  <a:pt x="6878" y="6884"/>
                </a:lnTo>
                <a:lnTo>
                  <a:pt x="9482" y="11392"/>
                </a:lnTo>
                <a:lnTo>
                  <a:pt x="9404" y="14626"/>
                </a:lnTo>
                <a:lnTo>
                  <a:pt x="9407" y="14722"/>
                </a:lnTo>
                <a:lnTo>
                  <a:pt x="9502" y="14722"/>
                </a:lnTo>
                <a:lnTo>
                  <a:pt x="9526" y="14719"/>
                </a:lnTo>
                <a:cubicBezTo>
                  <a:pt x="9786" y="14645"/>
                  <a:pt x="10190" y="14645"/>
                  <a:pt x="10449" y="14719"/>
                </a:cubicBezTo>
                <a:lnTo>
                  <a:pt x="10573" y="14722"/>
                </a:lnTo>
                <a:lnTo>
                  <a:pt x="10512" y="11390"/>
                </a:lnTo>
                <a:cubicBezTo>
                  <a:pt x="10600" y="11229"/>
                  <a:pt x="11150" y="10205"/>
                  <a:pt x="11738" y="9180"/>
                </a:cubicBezTo>
                <a:cubicBezTo>
                  <a:pt x="12342" y="8126"/>
                  <a:pt x="13008" y="7040"/>
                  <a:pt x="13014" y="702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3" name="Shape 2881">
            <a:extLst>
              <a:ext uri="{FF2B5EF4-FFF2-40B4-BE49-F238E27FC236}">
                <a16:creationId xmlns:a16="http://schemas.microsoft.com/office/drawing/2014/main" id="{3E6F21BC-FCD7-E92A-DA6B-5DE9E756A40F}"/>
              </a:ext>
            </a:extLst>
          </p:cNvPr>
          <p:cNvSpPr/>
          <p:nvPr/>
        </p:nvSpPr>
        <p:spPr>
          <a:xfrm>
            <a:off x="6275123" y="44723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3062" y="5890"/>
                </a:moveTo>
                <a:lnTo>
                  <a:pt x="10786" y="7776"/>
                </a:lnTo>
                <a:lnTo>
                  <a:pt x="13925" y="9725"/>
                </a:lnTo>
                <a:lnTo>
                  <a:pt x="16200" y="7926"/>
                </a:lnTo>
                <a:cubicBezTo>
                  <a:pt x="16200" y="7926"/>
                  <a:pt x="13062" y="5890"/>
                  <a:pt x="13062" y="5890"/>
                </a:cubicBezTo>
                <a:close/>
                <a:moveTo>
                  <a:pt x="20618" y="19636"/>
                </a:moveTo>
                <a:cubicBezTo>
                  <a:pt x="20618" y="20179"/>
                  <a:pt x="20179" y="20618"/>
                  <a:pt x="19636" y="20618"/>
                </a:cubicBezTo>
                <a:lnTo>
                  <a:pt x="1964" y="20618"/>
                </a:lnTo>
                <a:cubicBezTo>
                  <a:pt x="1422" y="20618"/>
                  <a:pt x="982" y="20179"/>
                  <a:pt x="982" y="19636"/>
                </a:cubicBezTo>
                <a:lnTo>
                  <a:pt x="982" y="1964"/>
                </a:lnTo>
                <a:cubicBezTo>
                  <a:pt x="982" y="1421"/>
                  <a:pt x="1422" y="982"/>
                  <a:pt x="1964" y="982"/>
                </a:cubicBezTo>
                <a:lnTo>
                  <a:pt x="19636" y="982"/>
                </a:lnTo>
                <a:cubicBezTo>
                  <a:pt x="20179" y="982"/>
                  <a:pt x="20618" y="1421"/>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5400" y="8027"/>
                </a:moveTo>
                <a:lnTo>
                  <a:pt x="7647" y="9763"/>
                </a:lnTo>
                <a:lnTo>
                  <a:pt x="10786" y="7776"/>
                </a:lnTo>
                <a:lnTo>
                  <a:pt x="8630" y="5891"/>
                </a:lnTo>
                <a:cubicBezTo>
                  <a:pt x="8630" y="5891"/>
                  <a:pt x="5400" y="8027"/>
                  <a:pt x="5400" y="8027"/>
                </a:cubicBezTo>
                <a:close/>
                <a:moveTo>
                  <a:pt x="13925" y="9726"/>
                </a:moveTo>
                <a:lnTo>
                  <a:pt x="13925" y="9725"/>
                </a:lnTo>
                <a:lnTo>
                  <a:pt x="13925" y="9725"/>
                </a:lnTo>
                <a:lnTo>
                  <a:pt x="13924" y="9725"/>
                </a:lnTo>
                <a:cubicBezTo>
                  <a:pt x="13924" y="9725"/>
                  <a:pt x="13925" y="9726"/>
                  <a:pt x="13925" y="9726"/>
                </a:cubicBezTo>
                <a:close/>
                <a:moveTo>
                  <a:pt x="12965" y="14699"/>
                </a:moveTo>
                <a:lnTo>
                  <a:pt x="12959" y="14707"/>
                </a:lnTo>
                <a:lnTo>
                  <a:pt x="10801" y="13101"/>
                </a:lnTo>
                <a:lnTo>
                  <a:pt x="8731" y="14685"/>
                </a:lnTo>
                <a:lnTo>
                  <a:pt x="8712" y="14715"/>
                </a:lnTo>
                <a:lnTo>
                  <a:pt x="7571" y="14025"/>
                </a:lnTo>
                <a:lnTo>
                  <a:pt x="7571" y="14627"/>
                </a:lnTo>
                <a:lnTo>
                  <a:pt x="10799" y="16692"/>
                </a:lnTo>
                <a:lnTo>
                  <a:pt x="14001" y="14627"/>
                </a:lnTo>
                <a:lnTo>
                  <a:pt x="14001" y="14067"/>
                </a:lnTo>
                <a:lnTo>
                  <a:pt x="12965" y="14699"/>
                </a:lnTo>
                <a:cubicBezTo>
                  <a:pt x="12965" y="14699"/>
                  <a:pt x="12965" y="14699"/>
                  <a:pt x="12965" y="14699"/>
                </a:cubicBezTo>
                <a:close/>
                <a:moveTo>
                  <a:pt x="7641" y="9766"/>
                </a:moveTo>
                <a:lnTo>
                  <a:pt x="5404" y="11577"/>
                </a:lnTo>
                <a:lnTo>
                  <a:pt x="7350" y="12746"/>
                </a:lnTo>
                <a:lnTo>
                  <a:pt x="7351" y="12745"/>
                </a:lnTo>
                <a:lnTo>
                  <a:pt x="7742" y="12982"/>
                </a:lnTo>
                <a:lnTo>
                  <a:pt x="8631" y="13516"/>
                </a:lnTo>
                <a:lnTo>
                  <a:pt x="10060" y="12431"/>
                </a:lnTo>
                <a:lnTo>
                  <a:pt x="10780" y="11879"/>
                </a:lnTo>
                <a:lnTo>
                  <a:pt x="10783" y="11882"/>
                </a:lnTo>
                <a:lnTo>
                  <a:pt x="10786" y="11880"/>
                </a:lnTo>
                <a:lnTo>
                  <a:pt x="10798" y="11888"/>
                </a:lnTo>
                <a:lnTo>
                  <a:pt x="10804" y="11879"/>
                </a:lnTo>
                <a:lnTo>
                  <a:pt x="12515" y="13153"/>
                </a:lnTo>
                <a:lnTo>
                  <a:pt x="13007" y="13515"/>
                </a:lnTo>
                <a:lnTo>
                  <a:pt x="16199" y="11575"/>
                </a:lnTo>
                <a:lnTo>
                  <a:pt x="13925" y="9726"/>
                </a:lnTo>
                <a:lnTo>
                  <a:pt x="10787" y="11715"/>
                </a:lnTo>
                <a:cubicBezTo>
                  <a:pt x="10787" y="11715"/>
                  <a:pt x="7641" y="9766"/>
                  <a:pt x="7641" y="9766"/>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4" name="Shape 2882">
            <a:extLst>
              <a:ext uri="{FF2B5EF4-FFF2-40B4-BE49-F238E27FC236}">
                <a16:creationId xmlns:a16="http://schemas.microsoft.com/office/drawing/2014/main" id="{2DAD1D7E-71E2-D126-B501-55C0A4628E6B}"/>
              </a:ext>
            </a:extLst>
          </p:cNvPr>
          <p:cNvSpPr/>
          <p:nvPr/>
        </p:nvSpPr>
        <p:spPr>
          <a:xfrm>
            <a:off x="6808384" y="44723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727" y="13745"/>
                </a:moveTo>
                <a:cubicBezTo>
                  <a:pt x="14727" y="14288"/>
                  <a:pt x="14287" y="14727"/>
                  <a:pt x="13745" y="14727"/>
                </a:cubicBezTo>
                <a:lnTo>
                  <a:pt x="7855" y="14727"/>
                </a:lnTo>
                <a:cubicBezTo>
                  <a:pt x="7313" y="14727"/>
                  <a:pt x="6873" y="14288"/>
                  <a:pt x="6873" y="13745"/>
                </a:cubicBezTo>
                <a:lnTo>
                  <a:pt x="6873" y="10309"/>
                </a:lnTo>
                <a:lnTo>
                  <a:pt x="7904" y="10309"/>
                </a:lnTo>
                <a:cubicBezTo>
                  <a:pt x="7877" y="10470"/>
                  <a:pt x="7855" y="10632"/>
                  <a:pt x="7855" y="10800"/>
                </a:cubicBezTo>
                <a:cubicBezTo>
                  <a:pt x="7855" y="12427"/>
                  <a:pt x="9173" y="13745"/>
                  <a:pt x="10800" y="13745"/>
                </a:cubicBezTo>
                <a:cubicBezTo>
                  <a:pt x="12427" y="13745"/>
                  <a:pt x="13745" y="12427"/>
                  <a:pt x="13745" y="10800"/>
                </a:cubicBezTo>
                <a:cubicBezTo>
                  <a:pt x="13745" y="10632"/>
                  <a:pt x="13723" y="10470"/>
                  <a:pt x="13696" y="10309"/>
                </a:cubicBezTo>
                <a:lnTo>
                  <a:pt x="14727" y="10309"/>
                </a:lnTo>
                <a:cubicBezTo>
                  <a:pt x="14727" y="10309"/>
                  <a:pt x="14727" y="13745"/>
                  <a:pt x="14727" y="13745"/>
                </a:cubicBezTo>
                <a:close/>
                <a:moveTo>
                  <a:pt x="10800" y="8836"/>
                </a:moveTo>
                <a:cubicBezTo>
                  <a:pt x="11884" y="8836"/>
                  <a:pt x="12764" y="9716"/>
                  <a:pt x="12764" y="10800"/>
                </a:cubicBezTo>
                <a:cubicBezTo>
                  <a:pt x="12764" y="11884"/>
                  <a:pt x="11884" y="12764"/>
                  <a:pt x="10800" y="12764"/>
                </a:cubicBezTo>
                <a:cubicBezTo>
                  <a:pt x="9716" y="12764"/>
                  <a:pt x="8836" y="11884"/>
                  <a:pt x="8836" y="10800"/>
                </a:cubicBezTo>
                <a:cubicBezTo>
                  <a:pt x="8836" y="9716"/>
                  <a:pt x="9716" y="8836"/>
                  <a:pt x="10800" y="8836"/>
                </a:cubicBezTo>
                <a:moveTo>
                  <a:pt x="12764" y="7364"/>
                </a:moveTo>
                <a:lnTo>
                  <a:pt x="14236" y="7364"/>
                </a:lnTo>
                <a:lnTo>
                  <a:pt x="14236" y="8836"/>
                </a:lnTo>
                <a:lnTo>
                  <a:pt x="12764" y="8836"/>
                </a:lnTo>
                <a:cubicBezTo>
                  <a:pt x="12764" y="8836"/>
                  <a:pt x="12764" y="7364"/>
                  <a:pt x="12764" y="7364"/>
                </a:cubicBezTo>
                <a:close/>
                <a:moveTo>
                  <a:pt x="13745" y="5891"/>
                </a:moveTo>
                <a:lnTo>
                  <a:pt x="7855" y="5891"/>
                </a:lnTo>
                <a:cubicBezTo>
                  <a:pt x="6770" y="5891"/>
                  <a:pt x="5891" y="6770"/>
                  <a:pt x="5891" y="7855"/>
                </a:cubicBezTo>
                <a:lnTo>
                  <a:pt x="5891" y="13745"/>
                </a:lnTo>
                <a:cubicBezTo>
                  <a:pt x="5891" y="14830"/>
                  <a:pt x="6770" y="15709"/>
                  <a:pt x="7855" y="15709"/>
                </a:cubicBezTo>
                <a:lnTo>
                  <a:pt x="13745" y="15709"/>
                </a:lnTo>
                <a:cubicBezTo>
                  <a:pt x="14830" y="15709"/>
                  <a:pt x="15709" y="14830"/>
                  <a:pt x="15709" y="13745"/>
                </a:cubicBezTo>
                <a:lnTo>
                  <a:pt x="15709" y="7855"/>
                </a:lnTo>
                <a:cubicBezTo>
                  <a:pt x="15709" y="6770"/>
                  <a:pt x="14830" y="5891"/>
                  <a:pt x="13745" y="5891"/>
                </a:cubicBezTo>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5" name="Shape 2883">
            <a:extLst>
              <a:ext uri="{FF2B5EF4-FFF2-40B4-BE49-F238E27FC236}">
                <a16:creationId xmlns:a16="http://schemas.microsoft.com/office/drawing/2014/main" id="{7D0E7AB3-497E-7FB5-1C2C-D3600C7DA688}"/>
              </a:ext>
            </a:extLst>
          </p:cNvPr>
          <p:cNvSpPr/>
          <p:nvPr/>
        </p:nvSpPr>
        <p:spPr>
          <a:xfrm>
            <a:off x="7341645" y="44723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5709" y="10800"/>
                </a:moveTo>
                <a:cubicBezTo>
                  <a:pt x="15709" y="12575"/>
                  <a:pt x="14764" y="14125"/>
                  <a:pt x="13353" y="14987"/>
                </a:cubicBezTo>
                <a:lnTo>
                  <a:pt x="14834" y="10706"/>
                </a:lnTo>
                <a:cubicBezTo>
                  <a:pt x="15118" y="9994"/>
                  <a:pt x="15213" y="9425"/>
                  <a:pt x="15213" y="8918"/>
                </a:cubicBezTo>
                <a:cubicBezTo>
                  <a:pt x="15213" y="8811"/>
                  <a:pt x="15201" y="8718"/>
                  <a:pt x="15194" y="8620"/>
                </a:cubicBezTo>
                <a:cubicBezTo>
                  <a:pt x="15521" y="9277"/>
                  <a:pt x="15709" y="10016"/>
                  <a:pt x="15709" y="10800"/>
                </a:cubicBezTo>
                <a:moveTo>
                  <a:pt x="11488" y="8460"/>
                </a:moveTo>
                <a:cubicBezTo>
                  <a:pt x="11788" y="8444"/>
                  <a:pt x="12059" y="8413"/>
                  <a:pt x="12059" y="8413"/>
                </a:cubicBezTo>
                <a:cubicBezTo>
                  <a:pt x="12328" y="8380"/>
                  <a:pt x="12296" y="7986"/>
                  <a:pt x="12027" y="8001"/>
                </a:cubicBezTo>
                <a:cubicBezTo>
                  <a:pt x="12027" y="8001"/>
                  <a:pt x="11219" y="8065"/>
                  <a:pt x="10697" y="8065"/>
                </a:cubicBezTo>
                <a:cubicBezTo>
                  <a:pt x="10206" y="8065"/>
                  <a:pt x="9382" y="8001"/>
                  <a:pt x="9382" y="8001"/>
                </a:cubicBezTo>
                <a:cubicBezTo>
                  <a:pt x="9113" y="7986"/>
                  <a:pt x="9082" y="8396"/>
                  <a:pt x="9350" y="8413"/>
                </a:cubicBezTo>
                <a:cubicBezTo>
                  <a:pt x="9350" y="8413"/>
                  <a:pt x="9605" y="8444"/>
                  <a:pt x="9874" y="8460"/>
                </a:cubicBezTo>
                <a:lnTo>
                  <a:pt x="10652" y="10591"/>
                </a:lnTo>
                <a:lnTo>
                  <a:pt x="9560" y="13866"/>
                </a:lnTo>
                <a:lnTo>
                  <a:pt x="7742" y="8460"/>
                </a:lnTo>
                <a:cubicBezTo>
                  <a:pt x="8042" y="8444"/>
                  <a:pt x="8313" y="8413"/>
                  <a:pt x="8313" y="8413"/>
                </a:cubicBezTo>
                <a:cubicBezTo>
                  <a:pt x="8582" y="8380"/>
                  <a:pt x="8550" y="7986"/>
                  <a:pt x="8281" y="8001"/>
                </a:cubicBezTo>
                <a:cubicBezTo>
                  <a:pt x="8281" y="8001"/>
                  <a:pt x="7473" y="8065"/>
                  <a:pt x="6951" y="8065"/>
                </a:cubicBezTo>
                <a:cubicBezTo>
                  <a:pt x="6885" y="8065"/>
                  <a:pt x="6804" y="8063"/>
                  <a:pt x="6727" y="8061"/>
                </a:cubicBezTo>
                <a:cubicBezTo>
                  <a:pt x="7608" y="6752"/>
                  <a:pt x="9103" y="5891"/>
                  <a:pt x="10800" y="5891"/>
                </a:cubicBezTo>
                <a:cubicBezTo>
                  <a:pt x="12045" y="5891"/>
                  <a:pt x="13178" y="6358"/>
                  <a:pt x="14044" y="7122"/>
                </a:cubicBezTo>
                <a:cubicBezTo>
                  <a:pt x="13590" y="7157"/>
                  <a:pt x="13299" y="7563"/>
                  <a:pt x="13299" y="8001"/>
                </a:cubicBezTo>
                <a:cubicBezTo>
                  <a:pt x="13299" y="8413"/>
                  <a:pt x="13505" y="8761"/>
                  <a:pt x="13758" y="9172"/>
                </a:cubicBezTo>
                <a:cubicBezTo>
                  <a:pt x="13948" y="9504"/>
                  <a:pt x="14169" y="9931"/>
                  <a:pt x="14169" y="10548"/>
                </a:cubicBezTo>
                <a:cubicBezTo>
                  <a:pt x="14169" y="10975"/>
                  <a:pt x="14005" y="11471"/>
                  <a:pt x="13789" y="12162"/>
                </a:cubicBezTo>
                <a:lnTo>
                  <a:pt x="13291" y="13825"/>
                </a:lnTo>
                <a:cubicBezTo>
                  <a:pt x="13291" y="13825"/>
                  <a:pt x="11488" y="8460"/>
                  <a:pt x="11488" y="8460"/>
                </a:cubicBezTo>
                <a:close/>
                <a:moveTo>
                  <a:pt x="10800" y="15709"/>
                </a:moveTo>
                <a:cubicBezTo>
                  <a:pt x="10319" y="15709"/>
                  <a:pt x="9857" y="15637"/>
                  <a:pt x="9418" y="15508"/>
                </a:cubicBezTo>
                <a:lnTo>
                  <a:pt x="10887" y="11236"/>
                </a:lnTo>
                <a:cubicBezTo>
                  <a:pt x="10887" y="11236"/>
                  <a:pt x="12211" y="14865"/>
                  <a:pt x="12425" y="15428"/>
                </a:cubicBezTo>
                <a:cubicBezTo>
                  <a:pt x="11916" y="15607"/>
                  <a:pt x="11371" y="15709"/>
                  <a:pt x="10800" y="15709"/>
                </a:cubicBezTo>
                <a:moveTo>
                  <a:pt x="5891" y="10800"/>
                </a:moveTo>
                <a:cubicBezTo>
                  <a:pt x="5891" y="10118"/>
                  <a:pt x="6030" y="9470"/>
                  <a:pt x="6281" y="8880"/>
                </a:cubicBezTo>
                <a:lnTo>
                  <a:pt x="8579" y="15174"/>
                </a:lnTo>
                <a:cubicBezTo>
                  <a:pt x="6985" y="14362"/>
                  <a:pt x="5891" y="12711"/>
                  <a:pt x="5891" y="10800"/>
                </a:cubicBezTo>
                <a:moveTo>
                  <a:pt x="10800" y="4909"/>
                </a:moveTo>
                <a:cubicBezTo>
                  <a:pt x="7547" y="4909"/>
                  <a:pt x="4909" y="7547"/>
                  <a:pt x="4909" y="10800"/>
                </a:cubicBezTo>
                <a:cubicBezTo>
                  <a:pt x="4909" y="14054"/>
                  <a:pt x="7547" y="16691"/>
                  <a:pt x="10800" y="16691"/>
                </a:cubicBezTo>
                <a:cubicBezTo>
                  <a:pt x="14053" y="16691"/>
                  <a:pt x="16691" y="14054"/>
                  <a:pt x="16691" y="10800"/>
                </a:cubicBezTo>
                <a:cubicBezTo>
                  <a:pt x="16691" y="7547"/>
                  <a:pt x="14053" y="4909"/>
                  <a:pt x="10800" y="4909"/>
                </a:cubicBezTo>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6" name="Shape 2884">
            <a:extLst>
              <a:ext uri="{FF2B5EF4-FFF2-40B4-BE49-F238E27FC236}">
                <a16:creationId xmlns:a16="http://schemas.microsoft.com/office/drawing/2014/main" id="{EFB510E9-9C95-586B-594E-D6AE94F06297}"/>
              </a:ext>
            </a:extLst>
          </p:cNvPr>
          <p:cNvSpPr/>
          <p:nvPr/>
        </p:nvSpPr>
        <p:spPr>
          <a:xfrm>
            <a:off x="7874906" y="44723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236" y="10309"/>
                </a:moveTo>
                <a:cubicBezTo>
                  <a:pt x="13551" y="10309"/>
                  <a:pt x="12889" y="10401"/>
                  <a:pt x="12252" y="10556"/>
                </a:cubicBezTo>
                <a:cubicBezTo>
                  <a:pt x="12104" y="10191"/>
                  <a:pt x="11941" y="9834"/>
                  <a:pt x="11763" y="9484"/>
                </a:cubicBezTo>
                <a:cubicBezTo>
                  <a:pt x="12783" y="9001"/>
                  <a:pt x="13728" y="8390"/>
                  <a:pt x="14592" y="7682"/>
                </a:cubicBezTo>
                <a:cubicBezTo>
                  <a:pt x="15222" y="8448"/>
                  <a:pt x="15619" y="9407"/>
                  <a:pt x="15692" y="10457"/>
                </a:cubicBezTo>
                <a:cubicBezTo>
                  <a:pt x="15218" y="10370"/>
                  <a:pt x="14736" y="10309"/>
                  <a:pt x="14236" y="10309"/>
                </a:cubicBezTo>
                <a:moveTo>
                  <a:pt x="13226" y="15065"/>
                </a:moveTo>
                <a:cubicBezTo>
                  <a:pt x="13168" y="13821"/>
                  <a:pt x="12957" y="12618"/>
                  <a:pt x="12590" y="11483"/>
                </a:cubicBezTo>
                <a:cubicBezTo>
                  <a:pt x="13120" y="11361"/>
                  <a:pt x="13669" y="11291"/>
                  <a:pt x="14236" y="11291"/>
                </a:cubicBezTo>
                <a:cubicBezTo>
                  <a:pt x="14726" y="11291"/>
                  <a:pt x="15199" y="11358"/>
                  <a:pt x="15661" y="11451"/>
                </a:cubicBezTo>
                <a:cubicBezTo>
                  <a:pt x="15455" y="13001"/>
                  <a:pt x="14528" y="14322"/>
                  <a:pt x="13226" y="15065"/>
                </a:cubicBezTo>
                <a:moveTo>
                  <a:pt x="10800" y="15709"/>
                </a:moveTo>
                <a:cubicBezTo>
                  <a:pt x="9746" y="15709"/>
                  <a:pt x="8772" y="15374"/>
                  <a:pt x="7971" y="14808"/>
                </a:cubicBezTo>
                <a:cubicBezTo>
                  <a:pt x="8822" y="13429"/>
                  <a:pt x="10108" y="12348"/>
                  <a:pt x="11646" y="11768"/>
                </a:cubicBezTo>
                <a:cubicBezTo>
                  <a:pt x="12027" y="12943"/>
                  <a:pt x="12241" y="14191"/>
                  <a:pt x="12264" y="15487"/>
                </a:cubicBezTo>
                <a:cubicBezTo>
                  <a:pt x="11801" y="15631"/>
                  <a:pt x="11310" y="15709"/>
                  <a:pt x="10800" y="15709"/>
                </a:cubicBezTo>
                <a:moveTo>
                  <a:pt x="5891" y="10800"/>
                </a:moveTo>
                <a:cubicBezTo>
                  <a:pt x="7640" y="10800"/>
                  <a:pt x="9312" y="10469"/>
                  <a:pt x="10852" y="9873"/>
                </a:cubicBezTo>
                <a:cubicBezTo>
                  <a:pt x="11015" y="10192"/>
                  <a:pt x="11171" y="10515"/>
                  <a:pt x="11309" y="10848"/>
                </a:cubicBezTo>
                <a:cubicBezTo>
                  <a:pt x="9614" y="11484"/>
                  <a:pt x="8190" y="12658"/>
                  <a:pt x="7225" y="14157"/>
                </a:cubicBezTo>
                <a:cubicBezTo>
                  <a:pt x="6400" y="13279"/>
                  <a:pt x="5891" y="12100"/>
                  <a:pt x="5891" y="10800"/>
                </a:cubicBezTo>
                <a:moveTo>
                  <a:pt x="8358" y="6546"/>
                </a:moveTo>
                <a:cubicBezTo>
                  <a:pt x="9117" y="7279"/>
                  <a:pt x="9793" y="8098"/>
                  <a:pt x="10353" y="9001"/>
                </a:cubicBezTo>
                <a:cubicBezTo>
                  <a:pt x="8991" y="9509"/>
                  <a:pt x="7526" y="9801"/>
                  <a:pt x="5990" y="9813"/>
                </a:cubicBezTo>
                <a:cubicBezTo>
                  <a:pt x="6276" y="8414"/>
                  <a:pt x="7158" y="7236"/>
                  <a:pt x="8358" y="6546"/>
                </a:cubicBezTo>
                <a:moveTo>
                  <a:pt x="10800" y="5891"/>
                </a:moveTo>
                <a:cubicBezTo>
                  <a:pt x="11968" y="5891"/>
                  <a:pt x="13040" y="6300"/>
                  <a:pt x="13882" y="6982"/>
                </a:cubicBezTo>
                <a:cubicBezTo>
                  <a:pt x="13087" y="7622"/>
                  <a:pt x="12217" y="8174"/>
                  <a:pt x="11282" y="8612"/>
                </a:cubicBezTo>
                <a:cubicBezTo>
                  <a:pt x="10732" y="7702"/>
                  <a:pt x="10073" y="6869"/>
                  <a:pt x="9333" y="6114"/>
                </a:cubicBezTo>
                <a:cubicBezTo>
                  <a:pt x="9797" y="5970"/>
                  <a:pt x="10289" y="5891"/>
                  <a:pt x="10800" y="5891"/>
                </a:cubicBezTo>
                <a:moveTo>
                  <a:pt x="10800" y="4909"/>
                </a:moveTo>
                <a:cubicBezTo>
                  <a:pt x="7547" y="4909"/>
                  <a:pt x="4909" y="7547"/>
                  <a:pt x="4909" y="10800"/>
                </a:cubicBezTo>
                <a:cubicBezTo>
                  <a:pt x="4909" y="14054"/>
                  <a:pt x="7547" y="16691"/>
                  <a:pt x="10800" y="16691"/>
                </a:cubicBezTo>
                <a:cubicBezTo>
                  <a:pt x="14053" y="16691"/>
                  <a:pt x="16691" y="14054"/>
                  <a:pt x="16691" y="10800"/>
                </a:cubicBezTo>
                <a:cubicBezTo>
                  <a:pt x="16691" y="7547"/>
                  <a:pt x="14053" y="4909"/>
                  <a:pt x="10800" y="4909"/>
                </a:cubicBezTo>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7" name="Shape 2885">
            <a:extLst>
              <a:ext uri="{FF2B5EF4-FFF2-40B4-BE49-F238E27FC236}">
                <a16:creationId xmlns:a16="http://schemas.microsoft.com/office/drawing/2014/main" id="{283C851A-95F0-4CE3-425A-8C71244759A4}"/>
              </a:ext>
            </a:extLst>
          </p:cNvPr>
          <p:cNvSpPr/>
          <p:nvPr/>
        </p:nvSpPr>
        <p:spPr>
          <a:xfrm>
            <a:off x="8433560" y="44723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5500" y="13698"/>
                </a:moveTo>
                <a:cubicBezTo>
                  <a:pt x="15500" y="14629"/>
                  <a:pt x="14906" y="15067"/>
                  <a:pt x="13996" y="15061"/>
                </a:cubicBezTo>
                <a:cubicBezTo>
                  <a:pt x="13870" y="15061"/>
                  <a:pt x="13731" y="15061"/>
                  <a:pt x="13646" y="15044"/>
                </a:cubicBezTo>
                <a:lnTo>
                  <a:pt x="13646" y="12497"/>
                </a:lnTo>
                <a:cubicBezTo>
                  <a:pt x="13731" y="12480"/>
                  <a:pt x="13877" y="12463"/>
                  <a:pt x="14101" y="12463"/>
                </a:cubicBezTo>
                <a:cubicBezTo>
                  <a:pt x="14966" y="12463"/>
                  <a:pt x="15507" y="12890"/>
                  <a:pt x="15500" y="13698"/>
                </a:cubicBezTo>
                <a:moveTo>
                  <a:pt x="12636" y="11868"/>
                </a:moveTo>
                <a:lnTo>
                  <a:pt x="12636" y="15691"/>
                </a:lnTo>
                <a:cubicBezTo>
                  <a:pt x="12886" y="15720"/>
                  <a:pt x="13256" y="15748"/>
                  <a:pt x="13778" y="15748"/>
                </a:cubicBezTo>
                <a:cubicBezTo>
                  <a:pt x="14649" y="15748"/>
                  <a:pt x="15362" y="15587"/>
                  <a:pt x="15830" y="15246"/>
                </a:cubicBezTo>
                <a:cubicBezTo>
                  <a:pt x="16260" y="14929"/>
                  <a:pt x="16570" y="14415"/>
                  <a:pt x="16570" y="13670"/>
                </a:cubicBezTo>
                <a:cubicBezTo>
                  <a:pt x="16570" y="12982"/>
                  <a:pt x="16279" y="12503"/>
                  <a:pt x="15817" y="12203"/>
                </a:cubicBezTo>
                <a:cubicBezTo>
                  <a:pt x="15388" y="11919"/>
                  <a:pt x="14840" y="11787"/>
                  <a:pt x="13996" y="11787"/>
                </a:cubicBezTo>
                <a:cubicBezTo>
                  <a:pt x="13487" y="11787"/>
                  <a:pt x="13005" y="11815"/>
                  <a:pt x="12636" y="11868"/>
                </a:cubicBezTo>
                <a:moveTo>
                  <a:pt x="14400" y="5891"/>
                </a:moveTo>
                <a:lnTo>
                  <a:pt x="14400" y="982"/>
                </a:lnTo>
                <a:lnTo>
                  <a:pt x="15000" y="982"/>
                </a:lnTo>
                <a:lnTo>
                  <a:pt x="20400" y="5891"/>
                </a:lnTo>
                <a:cubicBezTo>
                  <a:pt x="20400" y="5891"/>
                  <a:pt x="14400" y="5891"/>
                  <a:pt x="14400" y="5891"/>
                </a:cubicBezTo>
                <a:close/>
                <a:moveTo>
                  <a:pt x="20400" y="19635"/>
                </a:moveTo>
                <a:cubicBezTo>
                  <a:pt x="20400" y="20178"/>
                  <a:pt x="19863" y="20617"/>
                  <a:pt x="19200" y="20617"/>
                </a:cubicBezTo>
                <a:lnTo>
                  <a:pt x="2400" y="20617"/>
                </a:lnTo>
                <a:cubicBezTo>
                  <a:pt x="1738" y="20617"/>
                  <a:pt x="1200" y="20178"/>
                  <a:pt x="1200" y="19635"/>
                </a:cubicBezTo>
                <a:lnTo>
                  <a:pt x="1200" y="1964"/>
                </a:lnTo>
                <a:cubicBezTo>
                  <a:pt x="1200" y="1421"/>
                  <a:pt x="1738" y="982"/>
                  <a:pt x="2400" y="982"/>
                </a:cubicBezTo>
                <a:lnTo>
                  <a:pt x="13200" y="982"/>
                </a:lnTo>
                <a:lnTo>
                  <a:pt x="13200" y="5891"/>
                </a:lnTo>
                <a:cubicBezTo>
                  <a:pt x="13200" y="6433"/>
                  <a:pt x="13738" y="6872"/>
                  <a:pt x="14400" y="6872"/>
                </a:cubicBezTo>
                <a:lnTo>
                  <a:pt x="20400" y="6872"/>
                </a:lnTo>
                <a:cubicBezTo>
                  <a:pt x="20400" y="6872"/>
                  <a:pt x="20400" y="19635"/>
                  <a:pt x="20400" y="19635"/>
                </a:cubicBezTo>
                <a:close/>
                <a:moveTo>
                  <a:pt x="15600" y="0"/>
                </a:moveTo>
                <a:lnTo>
                  <a:pt x="2400" y="0"/>
                </a:lnTo>
                <a:cubicBezTo>
                  <a:pt x="1075" y="0"/>
                  <a:pt x="0" y="878"/>
                  <a:pt x="0" y="1964"/>
                </a:cubicBezTo>
                <a:lnTo>
                  <a:pt x="0" y="19635"/>
                </a:lnTo>
                <a:cubicBezTo>
                  <a:pt x="0" y="20721"/>
                  <a:pt x="1075" y="21600"/>
                  <a:pt x="2400" y="21600"/>
                </a:cubicBezTo>
                <a:lnTo>
                  <a:pt x="19200" y="21600"/>
                </a:lnTo>
                <a:cubicBezTo>
                  <a:pt x="20525" y="21600"/>
                  <a:pt x="21600" y="20721"/>
                  <a:pt x="21600" y="19635"/>
                </a:cubicBezTo>
                <a:lnTo>
                  <a:pt x="21600" y="5400"/>
                </a:lnTo>
                <a:cubicBezTo>
                  <a:pt x="21600" y="5400"/>
                  <a:pt x="15600" y="0"/>
                  <a:pt x="15600" y="0"/>
                </a:cubicBezTo>
                <a:close/>
                <a:moveTo>
                  <a:pt x="6769" y="13658"/>
                </a:moveTo>
                <a:cubicBezTo>
                  <a:pt x="6624" y="13658"/>
                  <a:pt x="6519" y="13652"/>
                  <a:pt x="6433" y="13635"/>
                </a:cubicBezTo>
                <a:lnTo>
                  <a:pt x="6433" y="12486"/>
                </a:lnTo>
                <a:cubicBezTo>
                  <a:pt x="6505" y="12468"/>
                  <a:pt x="6644" y="12451"/>
                  <a:pt x="6848" y="12451"/>
                </a:cubicBezTo>
                <a:cubicBezTo>
                  <a:pt x="7350" y="12451"/>
                  <a:pt x="7634" y="12665"/>
                  <a:pt x="7634" y="13023"/>
                </a:cubicBezTo>
                <a:cubicBezTo>
                  <a:pt x="7634" y="13421"/>
                  <a:pt x="7304" y="13658"/>
                  <a:pt x="6769" y="13658"/>
                </a:cubicBezTo>
                <a:moveTo>
                  <a:pt x="6796" y="11787"/>
                </a:moveTo>
                <a:cubicBezTo>
                  <a:pt x="6182" y="11787"/>
                  <a:pt x="5746" y="11821"/>
                  <a:pt x="5436" y="11868"/>
                </a:cubicBezTo>
                <a:lnTo>
                  <a:pt x="5436" y="15708"/>
                </a:lnTo>
                <a:lnTo>
                  <a:pt x="6433" y="15708"/>
                </a:lnTo>
                <a:lnTo>
                  <a:pt x="6433" y="14316"/>
                </a:lnTo>
                <a:cubicBezTo>
                  <a:pt x="6524" y="14328"/>
                  <a:pt x="6644" y="14334"/>
                  <a:pt x="6776" y="14334"/>
                </a:cubicBezTo>
                <a:cubicBezTo>
                  <a:pt x="7370" y="14334"/>
                  <a:pt x="7878" y="14207"/>
                  <a:pt x="8221" y="13924"/>
                </a:cubicBezTo>
                <a:cubicBezTo>
                  <a:pt x="8485" y="13704"/>
                  <a:pt x="8630" y="13381"/>
                  <a:pt x="8630" y="13000"/>
                </a:cubicBezTo>
                <a:cubicBezTo>
                  <a:pt x="8630" y="12618"/>
                  <a:pt x="8439" y="12296"/>
                  <a:pt x="8155" y="12099"/>
                </a:cubicBezTo>
                <a:cubicBezTo>
                  <a:pt x="7858" y="11891"/>
                  <a:pt x="7416" y="11787"/>
                  <a:pt x="6796" y="11787"/>
                </a:cubicBezTo>
                <a:moveTo>
                  <a:pt x="10765" y="13398"/>
                </a:moveTo>
                <a:cubicBezTo>
                  <a:pt x="10191" y="13208"/>
                  <a:pt x="9940" y="13098"/>
                  <a:pt x="9940" y="12850"/>
                </a:cubicBezTo>
                <a:cubicBezTo>
                  <a:pt x="9940" y="12648"/>
                  <a:pt x="10151" y="12474"/>
                  <a:pt x="10587" y="12474"/>
                </a:cubicBezTo>
                <a:cubicBezTo>
                  <a:pt x="11023" y="12474"/>
                  <a:pt x="11339" y="12583"/>
                  <a:pt x="11517" y="12659"/>
                </a:cubicBezTo>
                <a:lnTo>
                  <a:pt x="11742" y="11949"/>
                </a:lnTo>
                <a:cubicBezTo>
                  <a:pt x="11478" y="11845"/>
                  <a:pt x="11108" y="11752"/>
                  <a:pt x="10607" y="11752"/>
                </a:cubicBezTo>
                <a:cubicBezTo>
                  <a:pt x="9558" y="11752"/>
                  <a:pt x="8924" y="12260"/>
                  <a:pt x="8924" y="12924"/>
                </a:cubicBezTo>
                <a:cubicBezTo>
                  <a:pt x="8924" y="13490"/>
                  <a:pt x="9405" y="13849"/>
                  <a:pt x="10145" y="14074"/>
                </a:cubicBezTo>
                <a:cubicBezTo>
                  <a:pt x="10679" y="14241"/>
                  <a:pt x="10891" y="14380"/>
                  <a:pt x="10891" y="14623"/>
                </a:cubicBezTo>
                <a:cubicBezTo>
                  <a:pt x="10891" y="14877"/>
                  <a:pt x="10646" y="15044"/>
                  <a:pt x="10184" y="15044"/>
                </a:cubicBezTo>
                <a:cubicBezTo>
                  <a:pt x="9755" y="15044"/>
                  <a:pt x="9339" y="14923"/>
                  <a:pt x="9069" y="14802"/>
                </a:cubicBezTo>
                <a:lnTo>
                  <a:pt x="8864" y="15529"/>
                </a:lnTo>
                <a:cubicBezTo>
                  <a:pt x="9115" y="15651"/>
                  <a:pt x="9616" y="15766"/>
                  <a:pt x="10124" y="15766"/>
                </a:cubicBezTo>
                <a:cubicBezTo>
                  <a:pt x="11346" y="15766"/>
                  <a:pt x="11920" y="15211"/>
                  <a:pt x="11920" y="14559"/>
                </a:cubicBezTo>
                <a:cubicBezTo>
                  <a:pt x="11920" y="14010"/>
                  <a:pt x="11551" y="13652"/>
                  <a:pt x="10765" y="1339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8" name="Shape 2886">
            <a:extLst>
              <a:ext uri="{FF2B5EF4-FFF2-40B4-BE49-F238E27FC236}">
                <a16:creationId xmlns:a16="http://schemas.microsoft.com/office/drawing/2014/main" id="{02D1632A-A223-97F3-1C8C-CD8B1A6F19AF}"/>
              </a:ext>
            </a:extLst>
          </p:cNvPr>
          <p:cNvSpPr/>
          <p:nvPr/>
        </p:nvSpPr>
        <p:spPr>
          <a:xfrm>
            <a:off x="8966821" y="44723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2636" y="15709"/>
                </a:moveTo>
                <a:lnTo>
                  <a:pt x="13646" y="15709"/>
                </a:lnTo>
                <a:lnTo>
                  <a:pt x="13646" y="11816"/>
                </a:lnTo>
                <a:lnTo>
                  <a:pt x="12636" y="11816"/>
                </a:lnTo>
                <a:cubicBezTo>
                  <a:pt x="12636" y="11816"/>
                  <a:pt x="12636" y="15709"/>
                  <a:pt x="12636" y="15709"/>
                </a:cubicBezTo>
                <a:close/>
                <a:moveTo>
                  <a:pt x="14400" y="5891"/>
                </a:moveTo>
                <a:lnTo>
                  <a:pt x="14400" y="982"/>
                </a:lnTo>
                <a:lnTo>
                  <a:pt x="15000" y="982"/>
                </a:lnTo>
                <a:lnTo>
                  <a:pt x="20400" y="5891"/>
                </a:lnTo>
                <a:cubicBezTo>
                  <a:pt x="20400" y="5891"/>
                  <a:pt x="14400" y="5891"/>
                  <a:pt x="14400" y="5891"/>
                </a:cubicBezTo>
                <a:close/>
                <a:moveTo>
                  <a:pt x="20400" y="19636"/>
                </a:moveTo>
                <a:cubicBezTo>
                  <a:pt x="20400" y="20179"/>
                  <a:pt x="19862" y="20618"/>
                  <a:pt x="19200" y="20618"/>
                </a:cubicBezTo>
                <a:lnTo>
                  <a:pt x="2400" y="20618"/>
                </a:lnTo>
                <a:cubicBezTo>
                  <a:pt x="1738" y="20618"/>
                  <a:pt x="1200" y="20179"/>
                  <a:pt x="1200" y="19636"/>
                </a:cubicBezTo>
                <a:lnTo>
                  <a:pt x="1200" y="1964"/>
                </a:lnTo>
                <a:cubicBezTo>
                  <a:pt x="1200" y="1421"/>
                  <a:pt x="1738" y="982"/>
                  <a:pt x="2400" y="982"/>
                </a:cubicBezTo>
                <a:lnTo>
                  <a:pt x="13200" y="982"/>
                </a:lnTo>
                <a:lnTo>
                  <a:pt x="13200" y="5891"/>
                </a:lnTo>
                <a:cubicBezTo>
                  <a:pt x="13200" y="6433"/>
                  <a:pt x="13738"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9618" y="14051"/>
                </a:moveTo>
                <a:lnTo>
                  <a:pt x="9881" y="13225"/>
                </a:lnTo>
                <a:cubicBezTo>
                  <a:pt x="9954" y="13000"/>
                  <a:pt x="10020" y="12706"/>
                  <a:pt x="10086" y="12475"/>
                </a:cubicBezTo>
                <a:lnTo>
                  <a:pt x="10099" y="12475"/>
                </a:lnTo>
                <a:cubicBezTo>
                  <a:pt x="10165" y="12706"/>
                  <a:pt x="10245" y="12994"/>
                  <a:pt x="10324" y="13225"/>
                </a:cubicBezTo>
                <a:lnTo>
                  <a:pt x="10601" y="14051"/>
                </a:lnTo>
                <a:cubicBezTo>
                  <a:pt x="10601" y="14051"/>
                  <a:pt x="9618" y="14051"/>
                  <a:pt x="9618" y="14051"/>
                </a:cubicBezTo>
                <a:close/>
                <a:moveTo>
                  <a:pt x="9472" y="11816"/>
                </a:moveTo>
                <a:lnTo>
                  <a:pt x="8113" y="15709"/>
                </a:lnTo>
                <a:lnTo>
                  <a:pt x="9155" y="15709"/>
                </a:lnTo>
                <a:lnTo>
                  <a:pt x="9472" y="14710"/>
                </a:lnTo>
                <a:lnTo>
                  <a:pt x="10746" y="14710"/>
                </a:lnTo>
                <a:lnTo>
                  <a:pt x="11089" y="15709"/>
                </a:lnTo>
                <a:lnTo>
                  <a:pt x="12172" y="15709"/>
                </a:lnTo>
                <a:lnTo>
                  <a:pt x="10792" y="11816"/>
                </a:lnTo>
                <a:cubicBezTo>
                  <a:pt x="10792" y="11816"/>
                  <a:pt x="9472" y="11816"/>
                  <a:pt x="9472" y="11816"/>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9" name="Shape 2887">
            <a:extLst>
              <a:ext uri="{FF2B5EF4-FFF2-40B4-BE49-F238E27FC236}">
                <a16:creationId xmlns:a16="http://schemas.microsoft.com/office/drawing/2014/main" id="{6884097C-35D7-6F50-E182-3AEB00D1311A}"/>
              </a:ext>
            </a:extLst>
          </p:cNvPr>
          <p:cNvSpPr/>
          <p:nvPr/>
        </p:nvSpPr>
        <p:spPr>
          <a:xfrm>
            <a:off x="9500082" y="44723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3836" y="15709"/>
                </a:moveTo>
                <a:lnTo>
                  <a:pt x="14845" y="15709"/>
                </a:lnTo>
                <a:lnTo>
                  <a:pt x="14845" y="14144"/>
                </a:lnTo>
                <a:lnTo>
                  <a:pt x="16443" y="14144"/>
                </a:lnTo>
                <a:lnTo>
                  <a:pt x="16443" y="13428"/>
                </a:lnTo>
                <a:lnTo>
                  <a:pt x="14845" y="13428"/>
                </a:lnTo>
                <a:lnTo>
                  <a:pt x="14845" y="12538"/>
                </a:lnTo>
                <a:lnTo>
                  <a:pt x="16555" y="12538"/>
                </a:lnTo>
                <a:lnTo>
                  <a:pt x="16555" y="11816"/>
                </a:lnTo>
                <a:lnTo>
                  <a:pt x="13836" y="11816"/>
                </a:lnTo>
                <a:cubicBezTo>
                  <a:pt x="13836" y="11816"/>
                  <a:pt x="13836" y="15709"/>
                  <a:pt x="13836" y="15709"/>
                </a:cubicBezTo>
                <a:close/>
                <a:moveTo>
                  <a:pt x="14400" y="5891"/>
                </a:moveTo>
                <a:lnTo>
                  <a:pt x="14400" y="982"/>
                </a:lnTo>
                <a:lnTo>
                  <a:pt x="15000" y="982"/>
                </a:lnTo>
                <a:lnTo>
                  <a:pt x="20400" y="5891"/>
                </a:lnTo>
                <a:cubicBezTo>
                  <a:pt x="20400" y="5891"/>
                  <a:pt x="14400" y="5891"/>
                  <a:pt x="14400" y="5891"/>
                </a:cubicBezTo>
                <a:close/>
                <a:moveTo>
                  <a:pt x="20400" y="19636"/>
                </a:moveTo>
                <a:cubicBezTo>
                  <a:pt x="20400" y="20179"/>
                  <a:pt x="19863" y="20618"/>
                  <a:pt x="19200" y="20618"/>
                </a:cubicBezTo>
                <a:lnTo>
                  <a:pt x="2400" y="20618"/>
                </a:lnTo>
                <a:cubicBezTo>
                  <a:pt x="1737" y="20618"/>
                  <a:pt x="1200" y="20179"/>
                  <a:pt x="1200" y="19636"/>
                </a:cubicBezTo>
                <a:lnTo>
                  <a:pt x="1200" y="1964"/>
                </a:lnTo>
                <a:cubicBezTo>
                  <a:pt x="1200" y="1421"/>
                  <a:pt x="1737" y="982"/>
                  <a:pt x="2400" y="982"/>
                </a:cubicBezTo>
                <a:lnTo>
                  <a:pt x="13200" y="982"/>
                </a:lnTo>
                <a:lnTo>
                  <a:pt x="13200" y="5891"/>
                </a:lnTo>
                <a:cubicBezTo>
                  <a:pt x="13200" y="6433"/>
                  <a:pt x="13737"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10396" y="15062"/>
                </a:moveTo>
                <a:cubicBezTo>
                  <a:pt x="10270" y="15062"/>
                  <a:pt x="10131" y="15062"/>
                  <a:pt x="10045" y="15045"/>
                </a:cubicBezTo>
                <a:lnTo>
                  <a:pt x="10045" y="12498"/>
                </a:lnTo>
                <a:cubicBezTo>
                  <a:pt x="10131" y="12480"/>
                  <a:pt x="10277" y="12463"/>
                  <a:pt x="10501" y="12463"/>
                </a:cubicBezTo>
                <a:cubicBezTo>
                  <a:pt x="11366" y="12463"/>
                  <a:pt x="11907" y="12891"/>
                  <a:pt x="11900" y="13699"/>
                </a:cubicBezTo>
                <a:cubicBezTo>
                  <a:pt x="11900" y="14629"/>
                  <a:pt x="11306" y="15068"/>
                  <a:pt x="10396" y="15062"/>
                </a:cubicBezTo>
                <a:moveTo>
                  <a:pt x="10396" y="11787"/>
                </a:moveTo>
                <a:cubicBezTo>
                  <a:pt x="9887" y="11787"/>
                  <a:pt x="9405" y="11816"/>
                  <a:pt x="9036" y="11868"/>
                </a:cubicBezTo>
                <a:lnTo>
                  <a:pt x="9036" y="15691"/>
                </a:lnTo>
                <a:cubicBezTo>
                  <a:pt x="9287" y="15720"/>
                  <a:pt x="9656" y="15749"/>
                  <a:pt x="10178" y="15749"/>
                </a:cubicBezTo>
                <a:cubicBezTo>
                  <a:pt x="11048" y="15749"/>
                  <a:pt x="11762" y="15587"/>
                  <a:pt x="12231" y="15246"/>
                </a:cubicBezTo>
                <a:cubicBezTo>
                  <a:pt x="12660" y="14929"/>
                  <a:pt x="12970" y="14415"/>
                  <a:pt x="12970" y="13670"/>
                </a:cubicBezTo>
                <a:cubicBezTo>
                  <a:pt x="12970" y="12983"/>
                  <a:pt x="12680" y="12503"/>
                  <a:pt x="12217" y="12203"/>
                </a:cubicBezTo>
                <a:cubicBezTo>
                  <a:pt x="11788" y="11920"/>
                  <a:pt x="11241" y="11787"/>
                  <a:pt x="10396" y="11787"/>
                </a:cubicBezTo>
                <a:moveTo>
                  <a:pt x="6769" y="13659"/>
                </a:moveTo>
                <a:cubicBezTo>
                  <a:pt x="6623" y="13659"/>
                  <a:pt x="6518" y="13653"/>
                  <a:pt x="6432" y="13636"/>
                </a:cubicBezTo>
                <a:lnTo>
                  <a:pt x="6432" y="12486"/>
                </a:lnTo>
                <a:cubicBezTo>
                  <a:pt x="6505" y="12469"/>
                  <a:pt x="6643" y="12452"/>
                  <a:pt x="6848" y="12452"/>
                </a:cubicBezTo>
                <a:cubicBezTo>
                  <a:pt x="7350" y="12452"/>
                  <a:pt x="7634" y="12665"/>
                  <a:pt x="7634" y="13023"/>
                </a:cubicBezTo>
                <a:cubicBezTo>
                  <a:pt x="7634" y="13422"/>
                  <a:pt x="7304" y="13659"/>
                  <a:pt x="6769" y="13659"/>
                </a:cubicBezTo>
                <a:moveTo>
                  <a:pt x="6796" y="11787"/>
                </a:moveTo>
                <a:cubicBezTo>
                  <a:pt x="6182" y="11787"/>
                  <a:pt x="5746" y="11822"/>
                  <a:pt x="5436" y="11868"/>
                </a:cubicBezTo>
                <a:lnTo>
                  <a:pt x="5436" y="15709"/>
                </a:lnTo>
                <a:lnTo>
                  <a:pt x="6432" y="15709"/>
                </a:lnTo>
                <a:lnTo>
                  <a:pt x="6432" y="14317"/>
                </a:lnTo>
                <a:cubicBezTo>
                  <a:pt x="6525" y="14328"/>
                  <a:pt x="6643" y="14334"/>
                  <a:pt x="6776" y="14334"/>
                </a:cubicBezTo>
                <a:cubicBezTo>
                  <a:pt x="7370" y="14334"/>
                  <a:pt x="7878" y="14207"/>
                  <a:pt x="8221" y="13924"/>
                </a:cubicBezTo>
                <a:cubicBezTo>
                  <a:pt x="8486" y="13705"/>
                  <a:pt x="8631" y="13381"/>
                  <a:pt x="8631" y="13000"/>
                </a:cubicBezTo>
                <a:cubicBezTo>
                  <a:pt x="8631" y="12619"/>
                  <a:pt x="8439" y="12296"/>
                  <a:pt x="8155" y="12099"/>
                </a:cubicBezTo>
                <a:cubicBezTo>
                  <a:pt x="7859" y="11892"/>
                  <a:pt x="7416" y="11787"/>
                  <a:pt x="6796" y="1178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0" name="Shape 2888">
            <a:extLst>
              <a:ext uri="{FF2B5EF4-FFF2-40B4-BE49-F238E27FC236}">
                <a16:creationId xmlns:a16="http://schemas.microsoft.com/office/drawing/2014/main" id="{AE4F1BC3-4C7E-F9BA-0632-E5DDF1AAA6D4}"/>
              </a:ext>
            </a:extLst>
          </p:cNvPr>
          <p:cNvSpPr/>
          <p:nvPr/>
        </p:nvSpPr>
        <p:spPr>
          <a:xfrm>
            <a:off x="10033344" y="44723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2936" y="15709"/>
                </a:moveTo>
                <a:lnTo>
                  <a:pt x="13945" y="15709"/>
                </a:lnTo>
                <a:lnTo>
                  <a:pt x="13945" y="14144"/>
                </a:lnTo>
                <a:lnTo>
                  <a:pt x="15543" y="14144"/>
                </a:lnTo>
                <a:lnTo>
                  <a:pt x="15543" y="13428"/>
                </a:lnTo>
                <a:lnTo>
                  <a:pt x="13945" y="13428"/>
                </a:lnTo>
                <a:lnTo>
                  <a:pt x="13945" y="12538"/>
                </a:lnTo>
                <a:lnTo>
                  <a:pt x="15655" y="12538"/>
                </a:lnTo>
                <a:lnTo>
                  <a:pt x="15655" y="11816"/>
                </a:lnTo>
                <a:lnTo>
                  <a:pt x="12936" y="11816"/>
                </a:lnTo>
                <a:cubicBezTo>
                  <a:pt x="12936" y="11816"/>
                  <a:pt x="12936" y="15709"/>
                  <a:pt x="12936" y="15709"/>
                </a:cubicBezTo>
                <a:close/>
                <a:moveTo>
                  <a:pt x="14400" y="5891"/>
                </a:moveTo>
                <a:lnTo>
                  <a:pt x="14400" y="982"/>
                </a:lnTo>
                <a:lnTo>
                  <a:pt x="15000" y="982"/>
                </a:lnTo>
                <a:lnTo>
                  <a:pt x="20400" y="5891"/>
                </a:lnTo>
                <a:cubicBezTo>
                  <a:pt x="20400" y="5891"/>
                  <a:pt x="14400" y="5891"/>
                  <a:pt x="14400" y="5891"/>
                </a:cubicBezTo>
                <a:close/>
                <a:moveTo>
                  <a:pt x="20400" y="19636"/>
                </a:moveTo>
                <a:cubicBezTo>
                  <a:pt x="20400" y="20179"/>
                  <a:pt x="19863" y="20618"/>
                  <a:pt x="19200" y="20618"/>
                </a:cubicBezTo>
                <a:lnTo>
                  <a:pt x="2400" y="20618"/>
                </a:lnTo>
                <a:cubicBezTo>
                  <a:pt x="1737" y="20618"/>
                  <a:pt x="1200" y="20179"/>
                  <a:pt x="1200" y="19636"/>
                </a:cubicBezTo>
                <a:lnTo>
                  <a:pt x="1200" y="1964"/>
                </a:lnTo>
                <a:cubicBezTo>
                  <a:pt x="1200" y="1421"/>
                  <a:pt x="1737" y="982"/>
                  <a:pt x="2400" y="982"/>
                </a:cubicBezTo>
                <a:lnTo>
                  <a:pt x="13200" y="982"/>
                </a:lnTo>
                <a:lnTo>
                  <a:pt x="13200" y="5891"/>
                </a:lnTo>
                <a:cubicBezTo>
                  <a:pt x="13200" y="6433"/>
                  <a:pt x="13737"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11136" y="15709"/>
                </a:moveTo>
                <a:lnTo>
                  <a:pt x="12145" y="15709"/>
                </a:lnTo>
                <a:lnTo>
                  <a:pt x="12145" y="11816"/>
                </a:lnTo>
                <a:lnTo>
                  <a:pt x="11136" y="11816"/>
                </a:lnTo>
                <a:cubicBezTo>
                  <a:pt x="11136" y="11816"/>
                  <a:pt x="11136" y="15709"/>
                  <a:pt x="11136" y="15709"/>
                </a:cubicBezTo>
                <a:close/>
                <a:moveTo>
                  <a:pt x="8395" y="14167"/>
                </a:moveTo>
                <a:lnTo>
                  <a:pt x="9082" y="14167"/>
                </a:lnTo>
                <a:lnTo>
                  <a:pt x="9082" y="14981"/>
                </a:lnTo>
                <a:cubicBezTo>
                  <a:pt x="9002" y="15015"/>
                  <a:pt x="8818" y="15039"/>
                  <a:pt x="8586" y="15039"/>
                </a:cubicBezTo>
                <a:cubicBezTo>
                  <a:pt x="7761" y="15039"/>
                  <a:pt x="7187" y="14565"/>
                  <a:pt x="7187" y="13762"/>
                </a:cubicBezTo>
                <a:cubicBezTo>
                  <a:pt x="7187" y="12919"/>
                  <a:pt x="7821" y="12503"/>
                  <a:pt x="8659" y="12503"/>
                </a:cubicBezTo>
                <a:cubicBezTo>
                  <a:pt x="9148" y="12503"/>
                  <a:pt x="9451" y="12579"/>
                  <a:pt x="9696" y="12672"/>
                </a:cubicBezTo>
                <a:lnTo>
                  <a:pt x="9907" y="11966"/>
                </a:lnTo>
                <a:cubicBezTo>
                  <a:pt x="9689" y="11874"/>
                  <a:pt x="9247" y="11776"/>
                  <a:pt x="8672" y="11776"/>
                </a:cubicBezTo>
                <a:cubicBezTo>
                  <a:pt x="7213" y="11776"/>
                  <a:pt x="6138" y="12515"/>
                  <a:pt x="6131" y="13809"/>
                </a:cubicBezTo>
                <a:cubicBezTo>
                  <a:pt x="6124" y="14381"/>
                  <a:pt x="6349" y="14888"/>
                  <a:pt x="6758" y="15223"/>
                </a:cubicBezTo>
                <a:cubicBezTo>
                  <a:pt x="7167" y="15570"/>
                  <a:pt x="7755" y="15749"/>
                  <a:pt x="8566" y="15749"/>
                </a:cubicBezTo>
                <a:cubicBezTo>
                  <a:pt x="9155" y="15749"/>
                  <a:pt x="9742" y="15622"/>
                  <a:pt x="10052" y="15530"/>
                </a:cubicBezTo>
                <a:lnTo>
                  <a:pt x="10052" y="13479"/>
                </a:lnTo>
                <a:lnTo>
                  <a:pt x="8395" y="13479"/>
                </a:lnTo>
                <a:cubicBezTo>
                  <a:pt x="8395" y="13479"/>
                  <a:pt x="8395" y="14167"/>
                  <a:pt x="8395" y="14167"/>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1" name="Shape 2889">
            <a:extLst>
              <a:ext uri="{FF2B5EF4-FFF2-40B4-BE49-F238E27FC236}">
                <a16:creationId xmlns:a16="http://schemas.microsoft.com/office/drawing/2014/main" id="{AA337D2E-5AD1-F3B9-298C-071FB1E193B8}"/>
              </a:ext>
            </a:extLst>
          </p:cNvPr>
          <p:cNvSpPr/>
          <p:nvPr/>
        </p:nvSpPr>
        <p:spPr>
          <a:xfrm>
            <a:off x="10566605" y="44723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0069" y="13659"/>
                </a:moveTo>
                <a:cubicBezTo>
                  <a:pt x="9923" y="13659"/>
                  <a:pt x="9818" y="13653"/>
                  <a:pt x="9732" y="13636"/>
                </a:cubicBezTo>
                <a:lnTo>
                  <a:pt x="9732" y="12486"/>
                </a:lnTo>
                <a:cubicBezTo>
                  <a:pt x="9805" y="12469"/>
                  <a:pt x="9943" y="12452"/>
                  <a:pt x="10148" y="12452"/>
                </a:cubicBezTo>
                <a:cubicBezTo>
                  <a:pt x="10650" y="12452"/>
                  <a:pt x="10934" y="12665"/>
                  <a:pt x="10934" y="13023"/>
                </a:cubicBezTo>
                <a:cubicBezTo>
                  <a:pt x="10934" y="13422"/>
                  <a:pt x="10604" y="13659"/>
                  <a:pt x="10069" y="13659"/>
                </a:cubicBezTo>
                <a:moveTo>
                  <a:pt x="10096" y="11787"/>
                </a:moveTo>
                <a:cubicBezTo>
                  <a:pt x="9481" y="11787"/>
                  <a:pt x="9046" y="11822"/>
                  <a:pt x="8736" y="11869"/>
                </a:cubicBezTo>
                <a:lnTo>
                  <a:pt x="8736" y="15709"/>
                </a:lnTo>
                <a:lnTo>
                  <a:pt x="9732" y="15709"/>
                </a:lnTo>
                <a:lnTo>
                  <a:pt x="9732" y="14317"/>
                </a:lnTo>
                <a:cubicBezTo>
                  <a:pt x="9825" y="14328"/>
                  <a:pt x="9943" y="14334"/>
                  <a:pt x="10076" y="14334"/>
                </a:cubicBezTo>
                <a:cubicBezTo>
                  <a:pt x="10670" y="14334"/>
                  <a:pt x="11178" y="14207"/>
                  <a:pt x="11521" y="13924"/>
                </a:cubicBezTo>
                <a:cubicBezTo>
                  <a:pt x="11786" y="13705"/>
                  <a:pt x="11931" y="13382"/>
                  <a:pt x="11931" y="13000"/>
                </a:cubicBezTo>
                <a:cubicBezTo>
                  <a:pt x="11931" y="12619"/>
                  <a:pt x="11739" y="12296"/>
                  <a:pt x="11455" y="12099"/>
                </a:cubicBezTo>
                <a:cubicBezTo>
                  <a:pt x="11159" y="11891"/>
                  <a:pt x="10716" y="11787"/>
                  <a:pt x="10096" y="11787"/>
                </a:cubicBezTo>
                <a:moveTo>
                  <a:pt x="12131" y="13809"/>
                </a:moveTo>
                <a:cubicBezTo>
                  <a:pt x="12124" y="14381"/>
                  <a:pt x="12349" y="14888"/>
                  <a:pt x="12758" y="15224"/>
                </a:cubicBezTo>
                <a:cubicBezTo>
                  <a:pt x="13167" y="15571"/>
                  <a:pt x="13755" y="15749"/>
                  <a:pt x="14566" y="15749"/>
                </a:cubicBezTo>
                <a:cubicBezTo>
                  <a:pt x="15155" y="15749"/>
                  <a:pt x="15742" y="15622"/>
                  <a:pt x="16052" y="15530"/>
                </a:cubicBezTo>
                <a:lnTo>
                  <a:pt x="16052" y="13479"/>
                </a:lnTo>
                <a:lnTo>
                  <a:pt x="14395" y="13479"/>
                </a:lnTo>
                <a:lnTo>
                  <a:pt x="14395" y="14167"/>
                </a:lnTo>
                <a:lnTo>
                  <a:pt x="15081" y="14167"/>
                </a:lnTo>
                <a:lnTo>
                  <a:pt x="15081" y="14981"/>
                </a:lnTo>
                <a:cubicBezTo>
                  <a:pt x="15002" y="15015"/>
                  <a:pt x="14818" y="15039"/>
                  <a:pt x="14586" y="15039"/>
                </a:cubicBezTo>
                <a:cubicBezTo>
                  <a:pt x="13761" y="15039"/>
                  <a:pt x="13187" y="14566"/>
                  <a:pt x="13187" y="13762"/>
                </a:cubicBezTo>
                <a:cubicBezTo>
                  <a:pt x="13187" y="12919"/>
                  <a:pt x="13821" y="12503"/>
                  <a:pt x="14659" y="12503"/>
                </a:cubicBezTo>
                <a:cubicBezTo>
                  <a:pt x="15148" y="12503"/>
                  <a:pt x="15451" y="12579"/>
                  <a:pt x="15696" y="12671"/>
                </a:cubicBezTo>
                <a:lnTo>
                  <a:pt x="15906" y="11966"/>
                </a:lnTo>
                <a:cubicBezTo>
                  <a:pt x="15689" y="11874"/>
                  <a:pt x="15247" y="11776"/>
                  <a:pt x="14672" y="11776"/>
                </a:cubicBezTo>
                <a:cubicBezTo>
                  <a:pt x="13213" y="11776"/>
                  <a:pt x="12138" y="12515"/>
                  <a:pt x="12131" y="13809"/>
                </a:cubicBezTo>
                <a:moveTo>
                  <a:pt x="14400" y="5891"/>
                </a:moveTo>
                <a:lnTo>
                  <a:pt x="14400" y="982"/>
                </a:lnTo>
                <a:lnTo>
                  <a:pt x="15000" y="982"/>
                </a:lnTo>
                <a:lnTo>
                  <a:pt x="20400" y="5891"/>
                </a:lnTo>
                <a:cubicBezTo>
                  <a:pt x="20400" y="5891"/>
                  <a:pt x="14400" y="5891"/>
                  <a:pt x="14400" y="5891"/>
                </a:cubicBezTo>
                <a:close/>
                <a:moveTo>
                  <a:pt x="20400" y="19636"/>
                </a:moveTo>
                <a:cubicBezTo>
                  <a:pt x="20400" y="20179"/>
                  <a:pt x="19863" y="20618"/>
                  <a:pt x="19200" y="20618"/>
                </a:cubicBezTo>
                <a:lnTo>
                  <a:pt x="2400" y="20618"/>
                </a:lnTo>
                <a:cubicBezTo>
                  <a:pt x="1737" y="20618"/>
                  <a:pt x="1200" y="20179"/>
                  <a:pt x="1200" y="19636"/>
                </a:cubicBezTo>
                <a:lnTo>
                  <a:pt x="1200" y="1964"/>
                </a:lnTo>
                <a:cubicBezTo>
                  <a:pt x="1200" y="1421"/>
                  <a:pt x="1737" y="982"/>
                  <a:pt x="2400" y="982"/>
                </a:cubicBezTo>
                <a:lnTo>
                  <a:pt x="13200" y="982"/>
                </a:lnTo>
                <a:lnTo>
                  <a:pt x="13200" y="5891"/>
                </a:lnTo>
                <a:cubicBezTo>
                  <a:pt x="13200" y="6433"/>
                  <a:pt x="13737"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6606" y="14265"/>
                </a:moveTo>
                <a:cubicBezTo>
                  <a:pt x="6606" y="14872"/>
                  <a:pt x="6343" y="15039"/>
                  <a:pt x="5920" y="15039"/>
                </a:cubicBezTo>
                <a:cubicBezTo>
                  <a:pt x="5722" y="15039"/>
                  <a:pt x="5544" y="15010"/>
                  <a:pt x="5406" y="14969"/>
                </a:cubicBezTo>
                <a:lnTo>
                  <a:pt x="5293" y="15680"/>
                </a:lnTo>
                <a:cubicBezTo>
                  <a:pt x="5491" y="15738"/>
                  <a:pt x="5795" y="15773"/>
                  <a:pt x="6026" y="15773"/>
                </a:cubicBezTo>
                <a:cubicBezTo>
                  <a:pt x="7003" y="15773"/>
                  <a:pt x="7610" y="15385"/>
                  <a:pt x="7610" y="14276"/>
                </a:cubicBezTo>
                <a:lnTo>
                  <a:pt x="7610" y="11816"/>
                </a:lnTo>
                <a:lnTo>
                  <a:pt x="6606" y="11816"/>
                </a:lnTo>
                <a:cubicBezTo>
                  <a:pt x="6606" y="11816"/>
                  <a:pt x="6606" y="14265"/>
                  <a:pt x="6606" y="14265"/>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2" name="Shape 2890">
            <a:extLst>
              <a:ext uri="{FF2B5EF4-FFF2-40B4-BE49-F238E27FC236}">
                <a16:creationId xmlns:a16="http://schemas.microsoft.com/office/drawing/2014/main" id="{C157A4B2-A96C-1B52-F3B3-5460D7499034}"/>
              </a:ext>
            </a:extLst>
          </p:cNvPr>
          <p:cNvSpPr/>
          <p:nvPr/>
        </p:nvSpPr>
        <p:spPr>
          <a:xfrm>
            <a:off x="11099866" y="44723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4400" y="5891"/>
                </a:moveTo>
                <a:lnTo>
                  <a:pt x="14400" y="982"/>
                </a:lnTo>
                <a:lnTo>
                  <a:pt x="15000" y="982"/>
                </a:lnTo>
                <a:lnTo>
                  <a:pt x="20400" y="5891"/>
                </a:lnTo>
                <a:cubicBezTo>
                  <a:pt x="20400" y="5891"/>
                  <a:pt x="14400" y="5891"/>
                  <a:pt x="14400" y="5891"/>
                </a:cubicBezTo>
                <a:close/>
                <a:moveTo>
                  <a:pt x="20400" y="19636"/>
                </a:moveTo>
                <a:cubicBezTo>
                  <a:pt x="20400" y="20179"/>
                  <a:pt x="19862" y="20618"/>
                  <a:pt x="19200" y="20618"/>
                </a:cubicBezTo>
                <a:lnTo>
                  <a:pt x="2400" y="20618"/>
                </a:lnTo>
                <a:cubicBezTo>
                  <a:pt x="1738" y="20618"/>
                  <a:pt x="1200" y="20179"/>
                  <a:pt x="1200" y="19636"/>
                </a:cubicBezTo>
                <a:lnTo>
                  <a:pt x="1200" y="1964"/>
                </a:lnTo>
                <a:cubicBezTo>
                  <a:pt x="1200" y="1422"/>
                  <a:pt x="1738" y="982"/>
                  <a:pt x="2400" y="982"/>
                </a:cubicBezTo>
                <a:lnTo>
                  <a:pt x="13200" y="982"/>
                </a:lnTo>
                <a:lnTo>
                  <a:pt x="13200" y="5891"/>
                </a:lnTo>
                <a:cubicBezTo>
                  <a:pt x="13200" y="6433"/>
                  <a:pt x="13738"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13031" y="13809"/>
                </a:moveTo>
                <a:cubicBezTo>
                  <a:pt x="13024" y="14381"/>
                  <a:pt x="13249" y="14888"/>
                  <a:pt x="13658" y="15223"/>
                </a:cubicBezTo>
                <a:cubicBezTo>
                  <a:pt x="14067" y="15570"/>
                  <a:pt x="14655" y="15749"/>
                  <a:pt x="15467" y="15749"/>
                </a:cubicBezTo>
                <a:cubicBezTo>
                  <a:pt x="16054" y="15749"/>
                  <a:pt x="16642" y="15622"/>
                  <a:pt x="16952" y="15530"/>
                </a:cubicBezTo>
                <a:lnTo>
                  <a:pt x="16952" y="13479"/>
                </a:lnTo>
                <a:lnTo>
                  <a:pt x="15295" y="13479"/>
                </a:lnTo>
                <a:lnTo>
                  <a:pt x="15295" y="14167"/>
                </a:lnTo>
                <a:lnTo>
                  <a:pt x="15981" y="14167"/>
                </a:lnTo>
                <a:lnTo>
                  <a:pt x="15981" y="14981"/>
                </a:lnTo>
                <a:cubicBezTo>
                  <a:pt x="15902" y="15015"/>
                  <a:pt x="15718" y="15039"/>
                  <a:pt x="15486" y="15039"/>
                </a:cubicBezTo>
                <a:cubicBezTo>
                  <a:pt x="14661" y="15039"/>
                  <a:pt x="14087" y="14565"/>
                  <a:pt x="14087" y="13762"/>
                </a:cubicBezTo>
                <a:cubicBezTo>
                  <a:pt x="14087" y="12919"/>
                  <a:pt x="14721" y="12503"/>
                  <a:pt x="15559" y="12503"/>
                </a:cubicBezTo>
                <a:cubicBezTo>
                  <a:pt x="16048" y="12503"/>
                  <a:pt x="16351" y="12579"/>
                  <a:pt x="16596" y="12671"/>
                </a:cubicBezTo>
                <a:lnTo>
                  <a:pt x="16807" y="11966"/>
                </a:lnTo>
                <a:cubicBezTo>
                  <a:pt x="16589" y="11874"/>
                  <a:pt x="16147" y="11776"/>
                  <a:pt x="15572" y="11776"/>
                </a:cubicBezTo>
                <a:cubicBezTo>
                  <a:pt x="14113" y="11776"/>
                  <a:pt x="13037" y="12515"/>
                  <a:pt x="13031" y="13809"/>
                </a:cubicBezTo>
                <a:moveTo>
                  <a:pt x="6169" y="13659"/>
                </a:moveTo>
                <a:cubicBezTo>
                  <a:pt x="6023" y="13659"/>
                  <a:pt x="5918" y="13653"/>
                  <a:pt x="5832" y="13636"/>
                </a:cubicBezTo>
                <a:lnTo>
                  <a:pt x="5832" y="12486"/>
                </a:lnTo>
                <a:cubicBezTo>
                  <a:pt x="5905" y="12469"/>
                  <a:pt x="6043" y="12452"/>
                  <a:pt x="6248" y="12452"/>
                </a:cubicBezTo>
                <a:cubicBezTo>
                  <a:pt x="6750" y="12452"/>
                  <a:pt x="7034" y="12665"/>
                  <a:pt x="7034" y="13023"/>
                </a:cubicBezTo>
                <a:cubicBezTo>
                  <a:pt x="7034" y="13422"/>
                  <a:pt x="6704" y="13659"/>
                  <a:pt x="6169" y="13659"/>
                </a:cubicBezTo>
                <a:moveTo>
                  <a:pt x="6196" y="11787"/>
                </a:moveTo>
                <a:cubicBezTo>
                  <a:pt x="5582" y="11787"/>
                  <a:pt x="5146" y="11822"/>
                  <a:pt x="4836" y="11868"/>
                </a:cubicBezTo>
                <a:lnTo>
                  <a:pt x="4836" y="15709"/>
                </a:lnTo>
                <a:lnTo>
                  <a:pt x="5832" y="15709"/>
                </a:lnTo>
                <a:lnTo>
                  <a:pt x="5832" y="14317"/>
                </a:lnTo>
                <a:cubicBezTo>
                  <a:pt x="5925" y="14328"/>
                  <a:pt x="6043" y="14334"/>
                  <a:pt x="6176" y="14334"/>
                </a:cubicBezTo>
                <a:cubicBezTo>
                  <a:pt x="6770" y="14334"/>
                  <a:pt x="7278" y="14207"/>
                  <a:pt x="7621" y="13924"/>
                </a:cubicBezTo>
                <a:cubicBezTo>
                  <a:pt x="7886" y="13705"/>
                  <a:pt x="8031" y="13381"/>
                  <a:pt x="8031" y="13000"/>
                </a:cubicBezTo>
                <a:cubicBezTo>
                  <a:pt x="8031" y="12619"/>
                  <a:pt x="7839" y="12296"/>
                  <a:pt x="7555" y="12099"/>
                </a:cubicBezTo>
                <a:cubicBezTo>
                  <a:pt x="7259" y="11892"/>
                  <a:pt x="6816" y="11787"/>
                  <a:pt x="6196" y="11787"/>
                </a:cubicBezTo>
                <a:moveTo>
                  <a:pt x="11195" y="12954"/>
                </a:moveTo>
                <a:cubicBezTo>
                  <a:pt x="11195" y="13537"/>
                  <a:pt x="11215" y="14063"/>
                  <a:pt x="11280" y="14577"/>
                </a:cubicBezTo>
                <a:lnTo>
                  <a:pt x="11261" y="14577"/>
                </a:lnTo>
                <a:cubicBezTo>
                  <a:pt x="11062" y="14138"/>
                  <a:pt x="10799" y="13653"/>
                  <a:pt x="10535" y="13243"/>
                </a:cubicBezTo>
                <a:lnTo>
                  <a:pt x="9611" y="11816"/>
                </a:lnTo>
                <a:lnTo>
                  <a:pt x="8436" y="11816"/>
                </a:lnTo>
                <a:lnTo>
                  <a:pt x="8436" y="15709"/>
                </a:lnTo>
                <a:lnTo>
                  <a:pt x="9360" y="15709"/>
                </a:lnTo>
                <a:lnTo>
                  <a:pt x="9360" y="14536"/>
                </a:lnTo>
                <a:cubicBezTo>
                  <a:pt x="9360" y="13901"/>
                  <a:pt x="9347" y="13352"/>
                  <a:pt x="9320" y="12838"/>
                </a:cubicBezTo>
                <a:lnTo>
                  <a:pt x="9340" y="12833"/>
                </a:lnTo>
                <a:cubicBezTo>
                  <a:pt x="9558" y="13289"/>
                  <a:pt x="9848" y="13791"/>
                  <a:pt x="10112" y="14207"/>
                </a:cubicBezTo>
                <a:lnTo>
                  <a:pt x="11062" y="15709"/>
                </a:lnTo>
                <a:lnTo>
                  <a:pt x="12119" y="15709"/>
                </a:lnTo>
                <a:lnTo>
                  <a:pt x="12119" y="11816"/>
                </a:lnTo>
                <a:lnTo>
                  <a:pt x="11195" y="11816"/>
                </a:lnTo>
                <a:cubicBezTo>
                  <a:pt x="11195" y="11816"/>
                  <a:pt x="11195" y="12954"/>
                  <a:pt x="11195" y="12954"/>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 name="Slide Number Placeholder 1">
            <a:extLst>
              <a:ext uri="{FF2B5EF4-FFF2-40B4-BE49-F238E27FC236}">
                <a16:creationId xmlns:a16="http://schemas.microsoft.com/office/drawing/2014/main" id="{8C9E561E-174B-5C05-5822-30CD8CCD1AC0}"/>
              </a:ext>
            </a:extLst>
          </p:cNvPr>
          <p:cNvSpPr>
            <a:spLocks noGrp="1"/>
          </p:cNvSpPr>
          <p:nvPr>
            <p:ph type="sldNum" sz="quarter" idx="12"/>
          </p:nvPr>
        </p:nvSpPr>
        <p:spPr/>
        <p:txBody>
          <a:bodyPr/>
          <a:lstStyle/>
          <a:p>
            <a:fld id="{7737D3DD-0AB3-4F16-99FA-6262B2B4036D}" type="slidenum">
              <a:rPr lang="en-MY" smtClean="0"/>
              <a:t>25</a:t>
            </a:fld>
            <a:endParaRPr lang="en-MY"/>
          </a:p>
        </p:txBody>
      </p:sp>
    </p:spTree>
    <p:extLst>
      <p:ext uri="{BB962C8B-B14F-4D97-AF65-F5344CB8AC3E}">
        <p14:creationId xmlns:p14="http://schemas.microsoft.com/office/powerpoint/2010/main" val="5299016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10256;p67">
            <a:extLst>
              <a:ext uri="{FF2B5EF4-FFF2-40B4-BE49-F238E27FC236}">
                <a16:creationId xmlns:a16="http://schemas.microsoft.com/office/drawing/2014/main" id="{97DE1947-4E55-6046-5ACE-F1608B6DDDF7}"/>
              </a:ext>
            </a:extLst>
          </p:cNvPr>
          <p:cNvGrpSpPr/>
          <p:nvPr/>
        </p:nvGrpSpPr>
        <p:grpSpPr>
          <a:xfrm>
            <a:off x="1361727" y="4896858"/>
            <a:ext cx="460756" cy="438260"/>
            <a:chOff x="-6690625" y="3631325"/>
            <a:chExt cx="307225" cy="292225"/>
          </a:xfrm>
          <a:solidFill>
            <a:srgbClr val="6C1D35"/>
          </a:solidFill>
        </p:grpSpPr>
        <p:sp>
          <p:nvSpPr>
            <p:cNvPr id="3" name="Google Shape;10257;p67">
              <a:extLst>
                <a:ext uri="{FF2B5EF4-FFF2-40B4-BE49-F238E27FC236}">
                  <a16:creationId xmlns:a16="http://schemas.microsoft.com/office/drawing/2014/main" id="{FEF0BB9C-8DD1-60C2-90F5-87654CE5ADCB}"/>
                </a:ext>
              </a:extLst>
            </p:cNvPr>
            <p:cNvSpPr/>
            <p:nvPr/>
          </p:nvSpPr>
          <p:spPr>
            <a:xfrm>
              <a:off x="-6690625" y="3631325"/>
              <a:ext cx="222925" cy="292225"/>
            </a:xfrm>
            <a:custGeom>
              <a:avLst/>
              <a:gdLst/>
              <a:ahLst/>
              <a:cxnLst/>
              <a:rect l="l" t="t" r="r" b="b"/>
              <a:pathLst>
                <a:path w="8917" h="11689" extrusionOk="0">
                  <a:moveTo>
                    <a:pt x="5861" y="2773"/>
                  </a:moveTo>
                  <a:cubicBezTo>
                    <a:pt x="6270" y="2773"/>
                    <a:pt x="6333" y="3435"/>
                    <a:pt x="5861" y="3435"/>
                  </a:cubicBezTo>
                  <a:lnTo>
                    <a:pt x="3813" y="3435"/>
                  </a:lnTo>
                  <a:cubicBezTo>
                    <a:pt x="3372" y="3435"/>
                    <a:pt x="3340" y="2773"/>
                    <a:pt x="3813" y="2773"/>
                  </a:cubicBezTo>
                  <a:close/>
                  <a:moveTo>
                    <a:pt x="2742" y="0"/>
                  </a:moveTo>
                  <a:lnTo>
                    <a:pt x="2742" y="2395"/>
                  </a:lnTo>
                  <a:cubicBezTo>
                    <a:pt x="2742" y="2584"/>
                    <a:pt x="2584" y="2741"/>
                    <a:pt x="2395" y="2741"/>
                  </a:cubicBezTo>
                  <a:lnTo>
                    <a:pt x="1" y="2741"/>
                  </a:lnTo>
                  <a:lnTo>
                    <a:pt x="1" y="10649"/>
                  </a:lnTo>
                  <a:cubicBezTo>
                    <a:pt x="1" y="11216"/>
                    <a:pt x="473" y="11689"/>
                    <a:pt x="1009" y="11689"/>
                  </a:cubicBezTo>
                  <a:lnTo>
                    <a:pt x="7909" y="11689"/>
                  </a:lnTo>
                  <a:cubicBezTo>
                    <a:pt x="8444" y="11689"/>
                    <a:pt x="8917" y="11248"/>
                    <a:pt x="8917" y="10649"/>
                  </a:cubicBezTo>
                  <a:lnTo>
                    <a:pt x="8917" y="7751"/>
                  </a:lnTo>
                  <a:lnTo>
                    <a:pt x="6491" y="10177"/>
                  </a:lnTo>
                  <a:cubicBezTo>
                    <a:pt x="6491" y="10271"/>
                    <a:pt x="6428" y="10303"/>
                    <a:pt x="6365" y="10303"/>
                  </a:cubicBezTo>
                  <a:lnTo>
                    <a:pt x="4317" y="10901"/>
                  </a:lnTo>
                  <a:cubicBezTo>
                    <a:pt x="4198" y="10938"/>
                    <a:pt x="4080" y="10955"/>
                    <a:pt x="3967" y="10955"/>
                  </a:cubicBezTo>
                  <a:cubicBezTo>
                    <a:pt x="3209" y="10955"/>
                    <a:pt x="2625" y="10192"/>
                    <a:pt x="2899" y="9452"/>
                  </a:cubicBezTo>
                  <a:lnTo>
                    <a:pt x="3057" y="8979"/>
                  </a:lnTo>
                  <a:lnTo>
                    <a:pt x="1765" y="8979"/>
                  </a:lnTo>
                  <a:cubicBezTo>
                    <a:pt x="1324" y="8979"/>
                    <a:pt x="1293" y="8255"/>
                    <a:pt x="1765" y="8255"/>
                  </a:cubicBezTo>
                  <a:lnTo>
                    <a:pt x="3277" y="8255"/>
                  </a:lnTo>
                  <a:lnTo>
                    <a:pt x="3529" y="7593"/>
                  </a:lnTo>
                  <a:lnTo>
                    <a:pt x="1797" y="7593"/>
                  </a:lnTo>
                  <a:cubicBezTo>
                    <a:pt x="1356" y="7593"/>
                    <a:pt x="1324" y="6869"/>
                    <a:pt x="1797" y="6869"/>
                  </a:cubicBezTo>
                  <a:lnTo>
                    <a:pt x="4034" y="6869"/>
                  </a:lnTo>
                  <a:lnTo>
                    <a:pt x="4695" y="6207"/>
                  </a:lnTo>
                  <a:lnTo>
                    <a:pt x="1765" y="6207"/>
                  </a:lnTo>
                  <a:cubicBezTo>
                    <a:pt x="1324" y="6207"/>
                    <a:pt x="1293" y="5514"/>
                    <a:pt x="1765" y="5514"/>
                  </a:cubicBezTo>
                  <a:lnTo>
                    <a:pt x="5388" y="5514"/>
                  </a:lnTo>
                  <a:lnTo>
                    <a:pt x="6050" y="4821"/>
                  </a:lnTo>
                  <a:lnTo>
                    <a:pt x="1734" y="4821"/>
                  </a:lnTo>
                  <a:cubicBezTo>
                    <a:pt x="1293" y="4821"/>
                    <a:pt x="1261" y="4128"/>
                    <a:pt x="1734" y="4128"/>
                  </a:cubicBezTo>
                  <a:lnTo>
                    <a:pt x="6711" y="4128"/>
                  </a:lnTo>
                  <a:cubicBezTo>
                    <a:pt x="6963" y="3876"/>
                    <a:pt x="8696" y="2080"/>
                    <a:pt x="8917" y="1891"/>
                  </a:cubicBezTo>
                  <a:lnTo>
                    <a:pt x="8917" y="1009"/>
                  </a:lnTo>
                  <a:cubicBezTo>
                    <a:pt x="8917" y="473"/>
                    <a:pt x="8507" y="0"/>
                    <a:pt x="7909" y="0"/>
                  </a:cubicBezTo>
                  <a:close/>
                </a:path>
              </a:pathLst>
            </a:custGeom>
            <a:grpFill/>
            <a:ln>
              <a:noFill/>
            </a:ln>
          </p:spPr>
          <p:txBody>
            <a:bodyPr spcFirstLastPara="1" wrap="square" lIns="121900" tIns="121900" rIns="121900" bIns="121900" anchor="ctr" anchorCtr="0">
              <a:noAutofit/>
            </a:bodyPr>
            <a:lstStyle/>
            <a:p>
              <a:endParaRPr sz="2400"/>
            </a:p>
          </p:txBody>
        </p:sp>
        <p:sp>
          <p:nvSpPr>
            <p:cNvPr id="4" name="Google Shape;10258;p67">
              <a:extLst>
                <a:ext uri="{FF2B5EF4-FFF2-40B4-BE49-F238E27FC236}">
                  <a16:creationId xmlns:a16="http://schemas.microsoft.com/office/drawing/2014/main" id="{D24544E1-EF5B-CC41-DC56-7B052F8856BC}"/>
                </a:ext>
              </a:extLst>
            </p:cNvPr>
            <p:cNvSpPr/>
            <p:nvPr/>
          </p:nvSpPr>
          <p:spPr>
            <a:xfrm>
              <a:off x="-6604350" y="3832175"/>
              <a:ext cx="58675" cy="56550"/>
            </a:xfrm>
            <a:custGeom>
              <a:avLst/>
              <a:gdLst/>
              <a:ahLst/>
              <a:cxnLst/>
              <a:rect l="l" t="t" r="r" b="b"/>
              <a:pathLst>
                <a:path w="2347" h="2262" extrusionOk="0">
                  <a:moveTo>
                    <a:pt x="614" y="0"/>
                  </a:moveTo>
                  <a:lnTo>
                    <a:pt x="110" y="1607"/>
                  </a:lnTo>
                  <a:cubicBezTo>
                    <a:pt x="1" y="1934"/>
                    <a:pt x="222" y="2262"/>
                    <a:pt x="550" y="2262"/>
                  </a:cubicBezTo>
                  <a:cubicBezTo>
                    <a:pt x="600" y="2262"/>
                    <a:pt x="654" y="2254"/>
                    <a:pt x="709" y="2237"/>
                  </a:cubicBezTo>
                  <a:lnTo>
                    <a:pt x="2347" y="1701"/>
                  </a:lnTo>
                  <a:lnTo>
                    <a:pt x="614" y="0"/>
                  </a:lnTo>
                  <a:close/>
                </a:path>
              </a:pathLst>
            </a:custGeom>
            <a:grpFill/>
            <a:ln>
              <a:noFill/>
            </a:ln>
          </p:spPr>
          <p:txBody>
            <a:bodyPr spcFirstLastPara="1" wrap="square" lIns="121900" tIns="121900" rIns="121900" bIns="121900" anchor="ctr" anchorCtr="0">
              <a:noAutofit/>
            </a:bodyPr>
            <a:lstStyle/>
            <a:p>
              <a:endParaRPr sz="2400"/>
            </a:p>
          </p:txBody>
        </p:sp>
        <p:sp>
          <p:nvSpPr>
            <p:cNvPr id="5" name="Google Shape;10259;p67">
              <a:extLst>
                <a:ext uri="{FF2B5EF4-FFF2-40B4-BE49-F238E27FC236}">
                  <a16:creationId xmlns:a16="http://schemas.microsoft.com/office/drawing/2014/main" id="{6AA2C8D2-EDD4-C623-B9CD-28AAD4EA0295}"/>
                </a:ext>
              </a:extLst>
            </p:cNvPr>
            <p:cNvSpPr/>
            <p:nvPr/>
          </p:nvSpPr>
          <p:spPr>
            <a:xfrm>
              <a:off x="-6470875" y="3684775"/>
              <a:ext cx="87475" cy="71800"/>
            </a:xfrm>
            <a:custGeom>
              <a:avLst/>
              <a:gdLst/>
              <a:ahLst/>
              <a:cxnLst/>
              <a:rect l="l" t="t" r="r" b="b"/>
              <a:pathLst>
                <a:path w="3499" h="2872" extrusionOk="0">
                  <a:moveTo>
                    <a:pt x="1479" y="1"/>
                  </a:moveTo>
                  <a:cubicBezTo>
                    <a:pt x="1176" y="1"/>
                    <a:pt x="868" y="114"/>
                    <a:pt x="599" y="383"/>
                  </a:cubicBezTo>
                  <a:lnTo>
                    <a:pt x="1" y="950"/>
                  </a:lnTo>
                  <a:lnTo>
                    <a:pt x="1954" y="2872"/>
                  </a:lnTo>
                  <a:lnTo>
                    <a:pt x="2521" y="2305"/>
                  </a:lnTo>
                  <a:cubicBezTo>
                    <a:pt x="3498" y="1352"/>
                    <a:pt x="2524" y="1"/>
                    <a:pt x="1479" y="1"/>
                  </a:cubicBezTo>
                  <a:close/>
                </a:path>
              </a:pathLst>
            </a:custGeom>
            <a:grpFill/>
            <a:ln>
              <a:noFill/>
            </a:ln>
          </p:spPr>
          <p:txBody>
            <a:bodyPr spcFirstLastPara="1" wrap="square" lIns="121900" tIns="121900" rIns="121900" bIns="121900" anchor="ctr" anchorCtr="0">
              <a:noAutofit/>
            </a:bodyPr>
            <a:lstStyle/>
            <a:p>
              <a:endParaRPr sz="2400"/>
            </a:p>
          </p:txBody>
        </p:sp>
        <p:sp>
          <p:nvSpPr>
            <p:cNvPr id="6" name="Google Shape;10260;p67">
              <a:extLst>
                <a:ext uri="{FF2B5EF4-FFF2-40B4-BE49-F238E27FC236}">
                  <a16:creationId xmlns:a16="http://schemas.microsoft.com/office/drawing/2014/main" id="{2C5C5D64-580A-3473-8254-7E06DB064AF3}"/>
                </a:ext>
              </a:extLst>
            </p:cNvPr>
            <p:cNvSpPr/>
            <p:nvPr/>
          </p:nvSpPr>
          <p:spPr>
            <a:xfrm>
              <a:off x="-6578775" y="3721900"/>
              <a:ext cx="143375" cy="143375"/>
            </a:xfrm>
            <a:custGeom>
              <a:avLst/>
              <a:gdLst/>
              <a:ahLst/>
              <a:cxnLst/>
              <a:rect l="l" t="t" r="r" b="b"/>
              <a:pathLst>
                <a:path w="5735" h="5735" extrusionOk="0">
                  <a:moveTo>
                    <a:pt x="3813" y="1"/>
                  </a:moveTo>
                  <a:lnTo>
                    <a:pt x="1" y="3813"/>
                  </a:lnTo>
                  <a:lnTo>
                    <a:pt x="1922" y="5734"/>
                  </a:lnTo>
                  <a:lnTo>
                    <a:pt x="4474" y="3183"/>
                  </a:lnTo>
                  <a:lnTo>
                    <a:pt x="5734" y="1922"/>
                  </a:lnTo>
                  <a:lnTo>
                    <a:pt x="3813" y="1"/>
                  </a:lnTo>
                  <a:close/>
                </a:path>
              </a:pathLst>
            </a:custGeom>
            <a:grpFill/>
            <a:ln>
              <a:noFill/>
            </a:ln>
          </p:spPr>
          <p:txBody>
            <a:bodyPr spcFirstLastPara="1" wrap="square" lIns="121900" tIns="121900" rIns="121900" bIns="121900" anchor="ctr" anchorCtr="0">
              <a:noAutofit/>
            </a:bodyPr>
            <a:lstStyle/>
            <a:p>
              <a:endParaRPr sz="2400"/>
            </a:p>
          </p:txBody>
        </p:sp>
        <p:sp>
          <p:nvSpPr>
            <p:cNvPr id="7" name="Google Shape;10261;p67">
              <a:extLst>
                <a:ext uri="{FF2B5EF4-FFF2-40B4-BE49-F238E27FC236}">
                  <a16:creationId xmlns:a16="http://schemas.microsoft.com/office/drawing/2014/main" id="{1C5F8CEF-75FC-B4D3-1B0F-6B14EFA4761B}"/>
                </a:ext>
              </a:extLst>
            </p:cNvPr>
            <p:cNvSpPr/>
            <p:nvPr/>
          </p:nvSpPr>
          <p:spPr>
            <a:xfrm>
              <a:off x="-6685100" y="3636850"/>
              <a:ext cx="47275" cy="46475"/>
            </a:xfrm>
            <a:custGeom>
              <a:avLst/>
              <a:gdLst/>
              <a:ahLst/>
              <a:cxnLst/>
              <a:rect l="l" t="t" r="r" b="b"/>
              <a:pathLst>
                <a:path w="1891" h="1859" extrusionOk="0">
                  <a:moveTo>
                    <a:pt x="1891" y="0"/>
                  </a:moveTo>
                  <a:lnTo>
                    <a:pt x="0" y="1859"/>
                  </a:lnTo>
                  <a:lnTo>
                    <a:pt x="1891" y="1859"/>
                  </a:lnTo>
                  <a:lnTo>
                    <a:pt x="1891" y="0"/>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8" name="Google Shape;10262;p67">
            <a:extLst>
              <a:ext uri="{FF2B5EF4-FFF2-40B4-BE49-F238E27FC236}">
                <a16:creationId xmlns:a16="http://schemas.microsoft.com/office/drawing/2014/main" id="{F943C82C-3684-B7F0-7342-C74387D2158B}"/>
              </a:ext>
            </a:extLst>
          </p:cNvPr>
          <p:cNvGrpSpPr/>
          <p:nvPr/>
        </p:nvGrpSpPr>
        <p:grpSpPr>
          <a:xfrm>
            <a:off x="1372375" y="5446286"/>
            <a:ext cx="439460" cy="436797"/>
            <a:chOff x="-6689825" y="3992050"/>
            <a:chExt cx="293025" cy="291250"/>
          </a:xfrm>
          <a:solidFill>
            <a:srgbClr val="6C1D35"/>
          </a:solidFill>
        </p:grpSpPr>
        <p:sp>
          <p:nvSpPr>
            <p:cNvPr id="9" name="Google Shape;10263;p67">
              <a:extLst>
                <a:ext uri="{FF2B5EF4-FFF2-40B4-BE49-F238E27FC236}">
                  <a16:creationId xmlns:a16="http://schemas.microsoft.com/office/drawing/2014/main" id="{0705DD3E-3CD5-438F-3C28-A81FF1E48D82}"/>
                </a:ext>
              </a:extLst>
            </p:cNvPr>
            <p:cNvSpPr/>
            <p:nvPr/>
          </p:nvSpPr>
          <p:spPr>
            <a:xfrm>
              <a:off x="-6547275" y="3992050"/>
              <a:ext cx="30750" cy="65400"/>
            </a:xfrm>
            <a:custGeom>
              <a:avLst/>
              <a:gdLst/>
              <a:ahLst/>
              <a:cxnLst/>
              <a:rect l="l" t="t" r="r" b="b"/>
              <a:pathLst>
                <a:path w="1230" h="2616" extrusionOk="0">
                  <a:moveTo>
                    <a:pt x="1229" y="1"/>
                  </a:moveTo>
                  <a:cubicBezTo>
                    <a:pt x="757" y="379"/>
                    <a:pt x="284" y="1355"/>
                    <a:pt x="1" y="2616"/>
                  </a:cubicBezTo>
                  <a:lnTo>
                    <a:pt x="1229" y="2616"/>
                  </a:lnTo>
                  <a:lnTo>
                    <a:pt x="1229" y="1"/>
                  </a:lnTo>
                  <a:close/>
                </a:path>
              </a:pathLst>
            </a:custGeom>
            <a:grpFill/>
            <a:ln>
              <a:noFill/>
            </a:ln>
          </p:spPr>
          <p:txBody>
            <a:bodyPr spcFirstLastPara="1" wrap="square" lIns="121900" tIns="121900" rIns="121900" bIns="121900" anchor="ctr" anchorCtr="0">
              <a:noAutofit/>
            </a:bodyPr>
            <a:lstStyle/>
            <a:p>
              <a:endParaRPr sz="2400"/>
            </a:p>
          </p:txBody>
        </p:sp>
        <p:sp>
          <p:nvSpPr>
            <p:cNvPr id="10" name="Google Shape;10264;p67">
              <a:extLst>
                <a:ext uri="{FF2B5EF4-FFF2-40B4-BE49-F238E27FC236}">
                  <a16:creationId xmlns:a16="http://schemas.microsoft.com/office/drawing/2014/main" id="{870A2A84-C114-1C9C-4DD9-D7A881320FBE}"/>
                </a:ext>
              </a:extLst>
            </p:cNvPr>
            <p:cNvSpPr/>
            <p:nvPr/>
          </p:nvSpPr>
          <p:spPr>
            <a:xfrm>
              <a:off x="-6547275" y="4143275"/>
              <a:ext cx="30750" cy="64600"/>
            </a:xfrm>
            <a:custGeom>
              <a:avLst/>
              <a:gdLst/>
              <a:ahLst/>
              <a:cxnLst/>
              <a:rect l="l" t="t" r="r" b="b"/>
              <a:pathLst>
                <a:path w="1230" h="2584" extrusionOk="0">
                  <a:moveTo>
                    <a:pt x="1" y="1"/>
                  </a:moveTo>
                  <a:cubicBezTo>
                    <a:pt x="284" y="1261"/>
                    <a:pt x="757" y="2237"/>
                    <a:pt x="1229" y="2584"/>
                  </a:cubicBezTo>
                  <a:lnTo>
                    <a:pt x="1229" y="1"/>
                  </a:lnTo>
                  <a:close/>
                </a:path>
              </a:pathLst>
            </a:custGeom>
            <a:grpFill/>
            <a:ln>
              <a:noFill/>
            </a:ln>
          </p:spPr>
          <p:txBody>
            <a:bodyPr spcFirstLastPara="1" wrap="square" lIns="121900" tIns="121900" rIns="121900" bIns="121900" anchor="ctr" anchorCtr="0">
              <a:noAutofit/>
            </a:bodyPr>
            <a:lstStyle/>
            <a:p>
              <a:endParaRPr sz="2400"/>
            </a:p>
          </p:txBody>
        </p:sp>
        <p:sp>
          <p:nvSpPr>
            <p:cNvPr id="11" name="Google Shape;10265;p67">
              <a:extLst>
                <a:ext uri="{FF2B5EF4-FFF2-40B4-BE49-F238E27FC236}">
                  <a16:creationId xmlns:a16="http://schemas.microsoft.com/office/drawing/2014/main" id="{39607F3B-3C57-5B3E-5ECC-826F986C92CD}"/>
                </a:ext>
              </a:extLst>
            </p:cNvPr>
            <p:cNvSpPr/>
            <p:nvPr/>
          </p:nvSpPr>
          <p:spPr>
            <a:xfrm>
              <a:off x="-6551200" y="4073975"/>
              <a:ext cx="34675" cy="51200"/>
            </a:xfrm>
            <a:custGeom>
              <a:avLst/>
              <a:gdLst/>
              <a:ahLst/>
              <a:cxnLst/>
              <a:rect l="l" t="t" r="r" b="b"/>
              <a:pathLst>
                <a:path w="1387" h="2048" extrusionOk="0">
                  <a:moveTo>
                    <a:pt x="63" y="0"/>
                  </a:moveTo>
                  <a:cubicBezTo>
                    <a:pt x="0" y="725"/>
                    <a:pt x="0" y="1355"/>
                    <a:pt x="63" y="2048"/>
                  </a:cubicBezTo>
                  <a:lnTo>
                    <a:pt x="1386" y="2048"/>
                  </a:lnTo>
                  <a:lnTo>
                    <a:pt x="1386" y="0"/>
                  </a:lnTo>
                  <a:close/>
                </a:path>
              </a:pathLst>
            </a:custGeom>
            <a:grpFill/>
            <a:ln>
              <a:noFill/>
            </a:ln>
          </p:spPr>
          <p:txBody>
            <a:bodyPr spcFirstLastPara="1" wrap="square" lIns="121900" tIns="121900" rIns="121900" bIns="121900" anchor="ctr" anchorCtr="0">
              <a:noAutofit/>
            </a:bodyPr>
            <a:lstStyle/>
            <a:p>
              <a:endParaRPr sz="2400"/>
            </a:p>
          </p:txBody>
        </p:sp>
        <p:sp>
          <p:nvSpPr>
            <p:cNvPr id="12" name="Google Shape;10266;p67">
              <a:extLst>
                <a:ext uri="{FF2B5EF4-FFF2-40B4-BE49-F238E27FC236}">
                  <a16:creationId xmlns:a16="http://schemas.microsoft.com/office/drawing/2014/main" id="{9AAD6DC0-DCAB-C5A1-CC6B-5CCA4763C348}"/>
                </a:ext>
              </a:extLst>
            </p:cNvPr>
            <p:cNvSpPr/>
            <p:nvPr/>
          </p:nvSpPr>
          <p:spPr>
            <a:xfrm>
              <a:off x="-6475600" y="3994425"/>
              <a:ext cx="70125" cy="63025"/>
            </a:xfrm>
            <a:custGeom>
              <a:avLst/>
              <a:gdLst/>
              <a:ahLst/>
              <a:cxnLst/>
              <a:rect l="l" t="t" r="r" b="b"/>
              <a:pathLst>
                <a:path w="2805" h="2521" extrusionOk="0">
                  <a:moveTo>
                    <a:pt x="1" y="0"/>
                  </a:moveTo>
                  <a:cubicBezTo>
                    <a:pt x="442" y="630"/>
                    <a:pt x="757" y="1512"/>
                    <a:pt x="946" y="2521"/>
                  </a:cubicBezTo>
                  <a:lnTo>
                    <a:pt x="2805" y="2521"/>
                  </a:lnTo>
                  <a:cubicBezTo>
                    <a:pt x="2301" y="1292"/>
                    <a:pt x="1261" y="347"/>
                    <a:pt x="1" y="0"/>
                  </a:cubicBezTo>
                  <a:close/>
                </a:path>
              </a:pathLst>
            </a:custGeom>
            <a:grpFill/>
            <a:ln>
              <a:noFill/>
            </a:ln>
          </p:spPr>
          <p:txBody>
            <a:bodyPr spcFirstLastPara="1" wrap="square" lIns="121900" tIns="121900" rIns="121900" bIns="121900" anchor="ctr" anchorCtr="0">
              <a:noAutofit/>
            </a:bodyPr>
            <a:lstStyle/>
            <a:p>
              <a:endParaRPr sz="2400"/>
            </a:p>
          </p:txBody>
        </p:sp>
        <p:sp>
          <p:nvSpPr>
            <p:cNvPr id="13" name="Google Shape;10267;p67">
              <a:extLst>
                <a:ext uri="{FF2B5EF4-FFF2-40B4-BE49-F238E27FC236}">
                  <a16:creationId xmlns:a16="http://schemas.microsoft.com/office/drawing/2014/main" id="{A8422BC6-890C-252B-AC13-3570CCB1A93D}"/>
                </a:ext>
              </a:extLst>
            </p:cNvPr>
            <p:cNvSpPr/>
            <p:nvPr/>
          </p:nvSpPr>
          <p:spPr>
            <a:xfrm>
              <a:off x="-6449600" y="4073975"/>
              <a:ext cx="52800" cy="51200"/>
            </a:xfrm>
            <a:custGeom>
              <a:avLst/>
              <a:gdLst/>
              <a:ahLst/>
              <a:cxnLst/>
              <a:rect l="l" t="t" r="r" b="b"/>
              <a:pathLst>
                <a:path w="2112" h="2048" extrusionOk="0">
                  <a:moveTo>
                    <a:pt x="0" y="0"/>
                  </a:moveTo>
                  <a:cubicBezTo>
                    <a:pt x="63" y="725"/>
                    <a:pt x="63" y="1355"/>
                    <a:pt x="0" y="2048"/>
                  </a:cubicBezTo>
                  <a:lnTo>
                    <a:pt x="1954" y="2048"/>
                  </a:lnTo>
                  <a:cubicBezTo>
                    <a:pt x="2048" y="1733"/>
                    <a:pt x="2080" y="1386"/>
                    <a:pt x="2080" y="1040"/>
                  </a:cubicBezTo>
                  <a:cubicBezTo>
                    <a:pt x="2111" y="662"/>
                    <a:pt x="2048" y="347"/>
                    <a:pt x="1954" y="0"/>
                  </a:cubicBezTo>
                  <a:close/>
                </a:path>
              </a:pathLst>
            </a:custGeom>
            <a:grpFill/>
            <a:ln>
              <a:noFill/>
            </a:ln>
          </p:spPr>
          <p:txBody>
            <a:bodyPr spcFirstLastPara="1" wrap="square" lIns="121900" tIns="121900" rIns="121900" bIns="121900" anchor="ctr" anchorCtr="0">
              <a:noAutofit/>
            </a:bodyPr>
            <a:lstStyle/>
            <a:p>
              <a:endParaRPr sz="2400"/>
            </a:p>
          </p:txBody>
        </p:sp>
        <p:sp>
          <p:nvSpPr>
            <p:cNvPr id="14" name="Google Shape;10268;p67">
              <a:extLst>
                <a:ext uri="{FF2B5EF4-FFF2-40B4-BE49-F238E27FC236}">
                  <a16:creationId xmlns:a16="http://schemas.microsoft.com/office/drawing/2014/main" id="{3090471A-6F0F-C0ED-9836-C446D65D35A8}"/>
                </a:ext>
              </a:extLst>
            </p:cNvPr>
            <p:cNvSpPr/>
            <p:nvPr/>
          </p:nvSpPr>
          <p:spPr>
            <a:xfrm>
              <a:off x="-6500000" y="3992050"/>
              <a:ext cx="30725" cy="65400"/>
            </a:xfrm>
            <a:custGeom>
              <a:avLst/>
              <a:gdLst/>
              <a:ahLst/>
              <a:cxnLst/>
              <a:rect l="l" t="t" r="r" b="b"/>
              <a:pathLst>
                <a:path w="1229" h="2616" extrusionOk="0">
                  <a:moveTo>
                    <a:pt x="0" y="1"/>
                  </a:moveTo>
                  <a:lnTo>
                    <a:pt x="0" y="2616"/>
                  </a:lnTo>
                  <a:lnTo>
                    <a:pt x="1229" y="2616"/>
                  </a:lnTo>
                  <a:cubicBezTo>
                    <a:pt x="977" y="1355"/>
                    <a:pt x="473" y="379"/>
                    <a:pt x="0" y="1"/>
                  </a:cubicBezTo>
                  <a:close/>
                </a:path>
              </a:pathLst>
            </a:custGeom>
            <a:grpFill/>
            <a:ln>
              <a:noFill/>
            </a:ln>
          </p:spPr>
          <p:txBody>
            <a:bodyPr spcFirstLastPara="1" wrap="square" lIns="121900" tIns="121900" rIns="121900" bIns="121900" anchor="ctr" anchorCtr="0">
              <a:noAutofit/>
            </a:bodyPr>
            <a:lstStyle/>
            <a:p>
              <a:endParaRPr sz="2400"/>
            </a:p>
          </p:txBody>
        </p:sp>
        <p:sp>
          <p:nvSpPr>
            <p:cNvPr id="15" name="Google Shape;10269;p67">
              <a:extLst>
                <a:ext uri="{FF2B5EF4-FFF2-40B4-BE49-F238E27FC236}">
                  <a16:creationId xmlns:a16="http://schemas.microsoft.com/office/drawing/2014/main" id="{5F65BB4E-8666-6792-E6C5-CA6D8FDC0B6B}"/>
                </a:ext>
              </a:extLst>
            </p:cNvPr>
            <p:cNvSpPr/>
            <p:nvPr/>
          </p:nvSpPr>
          <p:spPr>
            <a:xfrm>
              <a:off x="-6500000" y="4143275"/>
              <a:ext cx="30725" cy="64600"/>
            </a:xfrm>
            <a:custGeom>
              <a:avLst/>
              <a:gdLst/>
              <a:ahLst/>
              <a:cxnLst/>
              <a:rect l="l" t="t" r="r" b="b"/>
              <a:pathLst>
                <a:path w="1229" h="2584" extrusionOk="0">
                  <a:moveTo>
                    <a:pt x="0" y="1"/>
                  </a:moveTo>
                  <a:lnTo>
                    <a:pt x="0" y="2584"/>
                  </a:lnTo>
                  <a:cubicBezTo>
                    <a:pt x="473" y="2237"/>
                    <a:pt x="945" y="1261"/>
                    <a:pt x="1229" y="1"/>
                  </a:cubicBezTo>
                  <a:close/>
                </a:path>
              </a:pathLst>
            </a:custGeom>
            <a:grpFill/>
            <a:ln>
              <a:noFill/>
            </a:ln>
          </p:spPr>
          <p:txBody>
            <a:bodyPr spcFirstLastPara="1" wrap="square" lIns="121900" tIns="121900" rIns="121900" bIns="121900" anchor="ctr" anchorCtr="0">
              <a:noAutofit/>
            </a:bodyPr>
            <a:lstStyle/>
            <a:p>
              <a:endParaRPr sz="2400"/>
            </a:p>
          </p:txBody>
        </p:sp>
        <p:sp>
          <p:nvSpPr>
            <p:cNvPr id="16" name="Google Shape;10270;p67">
              <a:extLst>
                <a:ext uri="{FF2B5EF4-FFF2-40B4-BE49-F238E27FC236}">
                  <a16:creationId xmlns:a16="http://schemas.microsoft.com/office/drawing/2014/main" id="{9A5FEF47-B157-ADE8-93D5-F8FCD06A96E1}"/>
                </a:ext>
              </a:extLst>
            </p:cNvPr>
            <p:cNvSpPr/>
            <p:nvPr/>
          </p:nvSpPr>
          <p:spPr>
            <a:xfrm>
              <a:off x="-6689825" y="4141700"/>
              <a:ext cx="149675" cy="141600"/>
            </a:xfrm>
            <a:custGeom>
              <a:avLst/>
              <a:gdLst/>
              <a:ahLst/>
              <a:cxnLst/>
              <a:rect l="l" t="t" r="r" b="b"/>
              <a:pathLst>
                <a:path w="5987" h="5664" extrusionOk="0">
                  <a:moveTo>
                    <a:pt x="3182" y="1"/>
                  </a:moveTo>
                  <a:cubicBezTo>
                    <a:pt x="3371" y="442"/>
                    <a:pt x="3623" y="851"/>
                    <a:pt x="3938" y="1198"/>
                  </a:cubicBezTo>
                  <a:lnTo>
                    <a:pt x="3088" y="2017"/>
                  </a:lnTo>
                  <a:cubicBezTo>
                    <a:pt x="2946" y="1946"/>
                    <a:pt x="2791" y="1911"/>
                    <a:pt x="2638" y="1911"/>
                  </a:cubicBezTo>
                  <a:cubicBezTo>
                    <a:pt x="2382" y="1911"/>
                    <a:pt x="2131" y="2009"/>
                    <a:pt x="1954" y="2206"/>
                  </a:cubicBezTo>
                  <a:lnTo>
                    <a:pt x="378" y="3907"/>
                  </a:lnTo>
                  <a:cubicBezTo>
                    <a:pt x="0" y="4317"/>
                    <a:pt x="0" y="4978"/>
                    <a:pt x="378" y="5356"/>
                  </a:cubicBezTo>
                  <a:cubicBezTo>
                    <a:pt x="583" y="5561"/>
                    <a:pt x="851" y="5664"/>
                    <a:pt x="1115" y="5664"/>
                  </a:cubicBezTo>
                  <a:cubicBezTo>
                    <a:pt x="1379" y="5664"/>
                    <a:pt x="1639" y="5561"/>
                    <a:pt x="1828" y="5356"/>
                  </a:cubicBezTo>
                  <a:lnTo>
                    <a:pt x="3403" y="3687"/>
                  </a:lnTo>
                  <a:cubicBezTo>
                    <a:pt x="3718" y="3372"/>
                    <a:pt x="3781" y="2899"/>
                    <a:pt x="3623" y="2521"/>
                  </a:cubicBezTo>
                  <a:lnTo>
                    <a:pt x="4443" y="1702"/>
                  </a:lnTo>
                  <a:cubicBezTo>
                    <a:pt x="4821" y="2111"/>
                    <a:pt x="5388" y="2426"/>
                    <a:pt x="5986" y="2584"/>
                  </a:cubicBezTo>
                  <a:cubicBezTo>
                    <a:pt x="5545" y="1954"/>
                    <a:pt x="5230" y="1040"/>
                    <a:pt x="5041" y="1"/>
                  </a:cubicBezTo>
                  <a:close/>
                </a:path>
              </a:pathLst>
            </a:custGeom>
            <a:grpFill/>
            <a:ln>
              <a:noFill/>
            </a:ln>
          </p:spPr>
          <p:txBody>
            <a:bodyPr spcFirstLastPara="1" wrap="square" lIns="121900" tIns="121900" rIns="121900" bIns="121900" anchor="ctr" anchorCtr="0">
              <a:noAutofit/>
            </a:bodyPr>
            <a:lstStyle/>
            <a:p>
              <a:endParaRPr sz="2400"/>
            </a:p>
          </p:txBody>
        </p:sp>
        <p:sp>
          <p:nvSpPr>
            <p:cNvPr id="17" name="Google Shape;10271;p67">
              <a:extLst>
                <a:ext uri="{FF2B5EF4-FFF2-40B4-BE49-F238E27FC236}">
                  <a16:creationId xmlns:a16="http://schemas.microsoft.com/office/drawing/2014/main" id="{17C84BD2-24EB-B165-EEBA-F5312E003848}"/>
                </a:ext>
              </a:extLst>
            </p:cNvPr>
            <p:cNvSpPr/>
            <p:nvPr/>
          </p:nvSpPr>
          <p:spPr>
            <a:xfrm>
              <a:off x="-6475600" y="4141700"/>
              <a:ext cx="70125" cy="64600"/>
            </a:xfrm>
            <a:custGeom>
              <a:avLst/>
              <a:gdLst/>
              <a:ahLst/>
              <a:cxnLst/>
              <a:rect l="l" t="t" r="r" b="b"/>
              <a:pathLst>
                <a:path w="2805" h="2584" extrusionOk="0">
                  <a:moveTo>
                    <a:pt x="946" y="1"/>
                  </a:moveTo>
                  <a:cubicBezTo>
                    <a:pt x="757" y="1040"/>
                    <a:pt x="442" y="1954"/>
                    <a:pt x="1" y="2584"/>
                  </a:cubicBezTo>
                  <a:cubicBezTo>
                    <a:pt x="1261" y="2174"/>
                    <a:pt x="2301" y="1229"/>
                    <a:pt x="2805" y="1"/>
                  </a:cubicBezTo>
                  <a:close/>
                </a:path>
              </a:pathLst>
            </a:custGeom>
            <a:grpFill/>
            <a:ln>
              <a:noFill/>
            </a:ln>
          </p:spPr>
          <p:txBody>
            <a:bodyPr spcFirstLastPara="1" wrap="square" lIns="121900" tIns="121900" rIns="121900" bIns="121900" anchor="ctr" anchorCtr="0">
              <a:noAutofit/>
            </a:bodyPr>
            <a:lstStyle/>
            <a:p>
              <a:endParaRPr sz="2400"/>
            </a:p>
          </p:txBody>
        </p:sp>
        <p:sp>
          <p:nvSpPr>
            <p:cNvPr id="18" name="Google Shape;10272;p67">
              <a:extLst>
                <a:ext uri="{FF2B5EF4-FFF2-40B4-BE49-F238E27FC236}">
                  <a16:creationId xmlns:a16="http://schemas.microsoft.com/office/drawing/2014/main" id="{EC1D2AB3-E1EA-32CF-3DBC-84FA56E67C87}"/>
                </a:ext>
              </a:extLst>
            </p:cNvPr>
            <p:cNvSpPr/>
            <p:nvPr/>
          </p:nvSpPr>
          <p:spPr>
            <a:xfrm>
              <a:off x="-6618950" y="4073975"/>
              <a:ext cx="52025" cy="51200"/>
            </a:xfrm>
            <a:custGeom>
              <a:avLst/>
              <a:gdLst/>
              <a:ahLst/>
              <a:cxnLst/>
              <a:rect l="l" t="t" r="r" b="b"/>
              <a:pathLst>
                <a:path w="2081" h="2048" extrusionOk="0">
                  <a:moveTo>
                    <a:pt x="95" y="0"/>
                  </a:moveTo>
                  <a:cubicBezTo>
                    <a:pt x="32" y="315"/>
                    <a:pt x="1" y="662"/>
                    <a:pt x="1" y="1040"/>
                  </a:cubicBezTo>
                  <a:cubicBezTo>
                    <a:pt x="1" y="1386"/>
                    <a:pt x="32" y="1733"/>
                    <a:pt x="95" y="2048"/>
                  </a:cubicBezTo>
                  <a:lnTo>
                    <a:pt x="2080" y="2048"/>
                  </a:lnTo>
                  <a:cubicBezTo>
                    <a:pt x="1986" y="1355"/>
                    <a:pt x="1986" y="725"/>
                    <a:pt x="2080" y="0"/>
                  </a:cubicBezTo>
                  <a:close/>
                </a:path>
              </a:pathLst>
            </a:custGeom>
            <a:grpFill/>
            <a:ln>
              <a:noFill/>
            </a:ln>
          </p:spPr>
          <p:txBody>
            <a:bodyPr spcFirstLastPara="1" wrap="square" lIns="121900" tIns="121900" rIns="121900" bIns="121900" anchor="ctr" anchorCtr="0">
              <a:noAutofit/>
            </a:bodyPr>
            <a:lstStyle/>
            <a:p>
              <a:endParaRPr sz="2400"/>
            </a:p>
          </p:txBody>
        </p:sp>
        <p:sp>
          <p:nvSpPr>
            <p:cNvPr id="19" name="Google Shape;10273;p67">
              <a:extLst>
                <a:ext uri="{FF2B5EF4-FFF2-40B4-BE49-F238E27FC236}">
                  <a16:creationId xmlns:a16="http://schemas.microsoft.com/office/drawing/2014/main" id="{0613FBA3-7B56-085E-828F-15985F856996}"/>
                </a:ext>
              </a:extLst>
            </p:cNvPr>
            <p:cNvSpPr/>
            <p:nvPr/>
          </p:nvSpPr>
          <p:spPr>
            <a:xfrm>
              <a:off x="-6610275" y="3992850"/>
              <a:ext cx="70125" cy="63025"/>
            </a:xfrm>
            <a:custGeom>
              <a:avLst/>
              <a:gdLst/>
              <a:ahLst/>
              <a:cxnLst/>
              <a:rect l="l" t="t" r="r" b="b"/>
              <a:pathLst>
                <a:path w="2805" h="2521" extrusionOk="0">
                  <a:moveTo>
                    <a:pt x="2804" y="0"/>
                  </a:moveTo>
                  <a:lnTo>
                    <a:pt x="2804" y="0"/>
                  </a:lnTo>
                  <a:cubicBezTo>
                    <a:pt x="1544" y="410"/>
                    <a:pt x="504" y="1355"/>
                    <a:pt x="0" y="2521"/>
                  </a:cubicBezTo>
                  <a:lnTo>
                    <a:pt x="1859" y="2521"/>
                  </a:lnTo>
                  <a:cubicBezTo>
                    <a:pt x="2017" y="1575"/>
                    <a:pt x="2363" y="693"/>
                    <a:pt x="2804" y="0"/>
                  </a:cubicBezTo>
                  <a:close/>
                </a:path>
              </a:pathLst>
            </a:custGeom>
            <a:grpFill/>
            <a:ln>
              <a:noFill/>
            </a:ln>
          </p:spPr>
          <p:txBody>
            <a:bodyPr spcFirstLastPara="1" wrap="square" lIns="121900" tIns="121900" rIns="121900" bIns="121900" anchor="ctr" anchorCtr="0">
              <a:noAutofit/>
            </a:bodyPr>
            <a:lstStyle/>
            <a:p>
              <a:endParaRPr sz="2400"/>
            </a:p>
          </p:txBody>
        </p:sp>
        <p:sp>
          <p:nvSpPr>
            <p:cNvPr id="20" name="Google Shape;10274;p67">
              <a:extLst>
                <a:ext uri="{FF2B5EF4-FFF2-40B4-BE49-F238E27FC236}">
                  <a16:creationId xmlns:a16="http://schemas.microsoft.com/office/drawing/2014/main" id="{682A6CE0-D9D9-4958-7BA0-5630F09CB4F0}"/>
                </a:ext>
              </a:extLst>
            </p:cNvPr>
            <p:cNvSpPr/>
            <p:nvPr/>
          </p:nvSpPr>
          <p:spPr>
            <a:xfrm>
              <a:off x="-6500000" y="4073975"/>
              <a:ext cx="35450" cy="51200"/>
            </a:xfrm>
            <a:custGeom>
              <a:avLst/>
              <a:gdLst/>
              <a:ahLst/>
              <a:cxnLst/>
              <a:rect l="l" t="t" r="r" b="b"/>
              <a:pathLst>
                <a:path w="1418" h="2048" extrusionOk="0">
                  <a:moveTo>
                    <a:pt x="0" y="0"/>
                  </a:moveTo>
                  <a:lnTo>
                    <a:pt x="0" y="2048"/>
                  </a:lnTo>
                  <a:lnTo>
                    <a:pt x="1292" y="2048"/>
                  </a:lnTo>
                  <a:cubicBezTo>
                    <a:pt x="1418" y="1355"/>
                    <a:pt x="1418" y="725"/>
                    <a:pt x="1292"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21" name="Google Shape;10276;p67">
            <a:extLst>
              <a:ext uri="{FF2B5EF4-FFF2-40B4-BE49-F238E27FC236}">
                <a16:creationId xmlns:a16="http://schemas.microsoft.com/office/drawing/2014/main" id="{9CED435F-6550-CE35-85D5-0BAC36DA36DB}"/>
              </a:ext>
            </a:extLst>
          </p:cNvPr>
          <p:cNvGrpSpPr/>
          <p:nvPr/>
        </p:nvGrpSpPr>
        <p:grpSpPr>
          <a:xfrm>
            <a:off x="4179582" y="4897440"/>
            <a:ext cx="440621" cy="437097"/>
            <a:chOff x="-4837325" y="3612425"/>
            <a:chExt cx="293800" cy="291450"/>
          </a:xfrm>
          <a:solidFill>
            <a:srgbClr val="6C1D35"/>
          </a:solidFill>
        </p:grpSpPr>
        <p:sp>
          <p:nvSpPr>
            <p:cNvPr id="22" name="Google Shape;10277;p67">
              <a:extLst>
                <a:ext uri="{FF2B5EF4-FFF2-40B4-BE49-F238E27FC236}">
                  <a16:creationId xmlns:a16="http://schemas.microsoft.com/office/drawing/2014/main" id="{53AED876-FA24-7259-15DE-C182CAA8C1D8}"/>
                </a:ext>
              </a:extLst>
            </p:cNvPr>
            <p:cNvSpPr/>
            <p:nvPr/>
          </p:nvSpPr>
          <p:spPr>
            <a:xfrm>
              <a:off x="-4836550" y="3612425"/>
              <a:ext cx="293025" cy="170925"/>
            </a:xfrm>
            <a:custGeom>
              <a:avLst/>
              <a:gdLst/>
              <a:ahLst/>
              <a:cxnLst/>
              <a:rect l="l" t="t" r="r" b="b"/>
              <a:pathLst>
                <a:path w="11721" h="6837" extrusionOk="0">
                  <a:moveTo>
                    <a:pt x="6837" y="2017"/>
                  </a:moveTo>
                  <a:lnTo>
                    <a:pt x="6837" y="2741"/>
                  </a:lnTo>
                  <a:lnTo>
                    <a:pt x="4789" y="2741"/>
                  </a:lnTo>
                  <a:lnTo>
                    <a:pt x="4789" y="2017"/>
                  </a:lnTo>
                  <a:close/>
                  <a:moveTo>
                    <a:pt x="4411" y="0"/>
                  </a:moveTo>
                  <a:cubicBezTo>
                    <a:pt x="3466" y="0"/>
                    <a:pt x="2741" y="725"/>
                    <a:pt x="2741" y="1702"/>
                  </a:cubicBezTo>
                  <a:lnTo>
                    <a:pt x="2741" y="2741"/>
                  </a:lnTo>
                  <a:lnTo>
                    <a:pt x="1166" y="2741"/>
                  </a:lnTo>
                  <a:cubicBezTo>
                    <a:pt x="536" y="2741"/>
                    <a:pt x="1" y="3277"/>
                    <a:pt x="1" y="3875"/>
                  </a:cubicBezTo>
                  <a:lnTo>
                    <a:pt x="1" y="4254"/>
                  </a:lnTo>
                  <a:cubicBezTo>
                    <a:pt x="1513" y="5860"/>
                    <a:pt x="3592" y="6837"/>
                    <a:pt x="5829" y="6837"/>
                  </a:cubicBezTo>
                  <a:cubicBezTo>
                    <a:pt x="8097" y="6837"/>
                    <a:pt x="10208" y="5892"/>
                    <a:pt x="11720" y="4254"/>
                  </a:cubicBezTo>
                  <a:lnTo>
                    <a:pt x="11720" y="3718"/>
                  </a:lnTo>
                  <a:cubicBezTo>
                    <a:pt x="11657" y="3214"/>
                    <a:pt x="11185" y="2741"/>
                    <a:pt x="10649" y="2741"/>
                  </a:cubicBezTo>
                  <a:lnTo>
                    <a:pt x="8885" y="2741"/>
                  </a:lnTo>
                  <a:lnTo>
                    <a:pt x="8885" y="1702"/>
                  </a:lnTo>
                  <a:cubicBezTo>
                    <a:pt x="8885" y="756"/>
                    <a:pt x="8129" y="0"/>
                    <a:pt x="7184" y="0"/>
                  </a:cubicBezTo>
                  <a:close/>
                </a:path>
              </a:pathLst>
            </a:custGeom>
            <a:grpFill/>
            <a:ln>
              <a:noFill/>
            </a:ln>
          </p:spPr>
          <p:txBody>
            <a:bodyPr spcFirstLastPara="1" wrap="square" lIns="121900" tIns="121900" rIns="121900" bIns="121900" anchor="ctr" anchorCtr="0">
              <a:noAutofit/>
            </a:bodyPr>
            <a:lstStyle/>
            <a:p>
              <a:endParaRPr sz="2400"/>
            </a:p>
          </p:txBody>
        </p:sp>
        <p:sp>
          <p:nvSpPr>
            <p:cNvPr id="23" name="Google Shape;10278;p67">
              <a:extLst>
                <a:ext uri="{FF2B5EF4-FFF2-40B4-BE49-F238E27FC236}">
                  <a16:creationId xmlns:a16="http://schemas.microsoft.com/office/drawing/2014/main" id="{51D2E149-FBBD-FD19-C7B2-1FDD957426F5}"/>
                </a:ext>
              </a:extLst>
            </p:cNvPr>
            <p:cNvSpPr/>
            <p:nvPr/>
          </p:nvSpPr>
          <p:spPr>
            <a:xfrm>
              <a:off x="-4837325" y="3743950"/>
              <a:ext cx="291425" cy="159925"/>
            </a:xfrm>
            <a:custGeom>
              <a:avLst/>
              <a:gdLst/>
              <a:ahLst/>
              <a:cxnLst/>
              <a:rect l="l" t="t" r="r" b="b"/>
              <a:pathLst>
                <a:path w="11657" h="6397" extrusionOk="0">
                  <a:moveTo>
                    <a:pt x="11657" y="1"/>
                  </a:moveTo>
                  <a:cubicBezTo>
                    <a:pt x="10523" y="1072"/>
                    <a:pt x="9073" y="1828"/>
                    <a:pt x="7530" y="2143"/>
                  </a:cubicBezTo>
                  <a:lnTo>
                    <a:pt x="7530" y="2647"/>
                  </a:lnTo>
                  <a:cubicBezTo>
                    <a:pt x="7530" y="3214"/>
                    <a:pt x="7057" y="3687"/>
                    <a:pt x="6490" y="3687"/>
                  </a:cubicBezTo>
                  <a:lnTo>
                    <a:pt x="5135" y="3687"/>
                  </a:lnTo>
                  <a:cubicBezTo>
                    <a:pt x="4568" y="3687"/>
                    <a:pt x="4096" y="3214"/>
                    <a:pt x="4096" y="2647"/>
                  </a:cubicBezTo>
                  <a:lnTo>
                    <a:pt x="4096" y="2143"/>
                  </a:lnTo>
                  <a:cubicBezTo>
                    <a:pt x="2552" y="1828"/>
                    <a:pt x="1134" y="1103"/>
                    <a:pt x="0" y="64"/>
                  </a:cubicBezTo>
                  <a:lnTo>
                    <a:pt x="0" y="4695"/>
                  </a:lnTo>
                  <a:cubicBezTo>
                    <a:pt x="0" y="5640"/>
                    <a:pt x="756" y="6396"/>
                    <a:pt x="1701" y="6396"/>
                  </a:cubicBezTo>
                  <a:lnTo>
                    <a:pt x="9956" y="6396"/>
                  </a:lnTo>
                  <a:cubicBezTo>
                    <a:pt x="10901" y="6396"/>
                    <a:pt x="11657" y="5640"/>
                    <a:pt x="11657" y="4695"/>
                  </a:cubicBezTo>
                  <a:lnTo>
                    <a:pt x="11657" y="1"/>
                  </a:lnTo>
                  <a:close/>
                </a:path>
              </a:pathLst>
            </a:custGeom>
            <a:grpFill/>
            <a:ln>
              <a:noFill/>
            </a:ln>
          </p:spPr>
          <p:txBody>
            <a:bodyPr spcFirstLastPara="1" wrap="square" lIns="121900" tIns="121900" rIns="121900" bIns="121900" anchor="ctr" anchorCtr="0">
              <a:noAutofit/>
            </a:bodyPr>
            <a:lstStyle/>
            <a:p>
              <a:endParaRPr sz="2400"/>
            </a:p>
          </p:txBody>
        </p:sp>
        <p:sp>
          <p:nvSpPr>
            <p:cNvPr id="24" name="Google Shape;10279;p67">
              <a:extLst>
                <a:ext uri="{FF2B5EF4-FFF2-40B4-BE49-F238E27FC236}">
                  <a16:creationId xmlns:a16="http://schemas.microsoft.com/office/drawing/2014/main" id="{6BCF13FE-EAF1-AE80-6447-FF535AD86F95}"/>
                </a:ext>
              </a:extLst>
            </p:cNvPr>
            <p:cNvSpPr/>
            <p:nvPr/>
          </p:nvSpPr>
          <p:spPr>
            <a:xfrm>
              <a:off x="-4716825" y="3799075"/>
              <a:ext cx="51225" cy="18950"/>
            </a:xfrm>
            <a:custGeom>
              <a:avLst/>
              <a:gdLst/>
              <a:ahLst/>
              <a:cxnLst/>
              <a:rect l="l" t="t" r="r" b="b"/>
              <a:pathLst>
                <a:path w="2049" h="758" extrusionOk="0">
                  <a:moveTo>
                    <a:pt x="0" y="1"/>
                  </a:moveTo>
                  <a:lnTo>
                    <a:pt x="0" y="411"/>
                  </a:lnTo>
                  <a:cubicBezTo>
                    <a:pt x="0" y="600"/>
                    <a:pt x="158" y="757"/>
                    <a:pt x="347" y="757"/>
                  </a:cubicBezTo>
                  <a:lnTo>
                    <a:pt x="1670" y="757"/>
                  </a:lnTo>
                  <a:cubicBezTo>
                    <a:pt x="1891" y="757"/>
                    <a:pt x="2048" y="600"/>
                    <a:pt x="2048" y="411"/>
                  </a:cubicBezTo>
                  <a:lnTo>
                    <a:pt x="2048" y="1"/>
                  </a:lnTo>
                  <a:cubicBezTo>
                    <a:pt x="1686" y="48"/>
                    <a:pt x="1347" y="72"/>
                    <a:pt x="1012" y="72"/>
                  </a:cubicBezTo>
                  <a:cubicBezTo>
                    <a:pt x="678" y="72"/>
                    <a:pt x="347" y="48"/>
                    <a:pt x="0"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25" name="Google Shape;10280;p67">
            <a:extLst>
              <a:ext uri="{FF2B5EF4-FFF2-40B4-BE49-F238E27FC236}">
                <a16:creationId xmlns:a16="http://schemas.microsoft.com/office/drawing/2014/main" id="{F57B5B5F-3F15-CCDD-5285-4904C1FC6554}"/>
              </a:ext>
            </a:extLst>
          </p:cNvPr>
          <p:cNvGrpSpPr/>
          <p:nvPr/>
        </p:nvGrpSpPr>
        <p:grpSpPr>
          <a:xfrm>
            <a:off x="4180763" y="5446136"/>
            <a:ext cx="438260" cy="437097"/>
            <a:chOff x="-4837325" y="3971575"/>
            <a:chExt cx="292225" cy="291450"/>
          </a:xfrm>
          <a:solidFill>
            <a:srgbClr val="6C1D35"/>
          </a:solidFill>
        </p:grpSpPr>
        <p:sp>
          <p:nvSpPr>
            <p:cNvPr id="26" name="Google Shape;10281;p67">
              <a:extLst>
                <a:ext uri="{FF2B5EF4-FFF2-40B4-BE49-F238E27FC236}">
                  <a16:creationId xmlns:a16="http://schemas.microsoft.com/office/drawing/2014/main" id="{7256D318-79BB-AA3C-3F19-CD60E5F1571B}"/>
                </a:ext>
              </a:extLst>
            </p:cNvPr>
            <p:cNvSpPr/>
            <p:nvPr/>
          </p:nvSpPr>
          <p:spPr>
            <a:xfrm>
              <a:off x="-4734150" y="4073975"/>
              <a:ext cx="86650" cy="86650"/>
            </a:xfrm>
            <a:custGeom>
              <a:avLst/>
              <a:gdLst/>
              <a:ahLst/>
              <a:cxnLst/>
              <a:rect l="l" t="t" r="r" b="b"/>
              <a:pathLst>
                <a:path w="3466" h="3466" extrusionOk="0">
                  <a:moveTo>
                    <a:pt x="1701" y="725"/>
                  </a:moveTo>
                  <a:cubicBezTo>
                    <a:pt x="2269" y="725"/>
                    <a:pt x="2773" y="1197"/>
                    <a:pt x="2773" y="1733"/>
                  </a:cubicBezTo>
                  <a:cubicBezTo>
                    <a:pt x="2773" y="2300"/>
                    <a:pt x="2300" y="2804"/>
                    <a:pt x="1733" y="2804"/>
                  </a:cubicBezTo>
                  <a:cubicBezTo>
                    <a:pt x="1197" y="2804"/>
                    <a:pt x="693" y="2300"/>
                    <a:pt x="693" y="1733"/>
                  </a:cubicBezTo>
                  <a:cubicBezTo>
                    <a:pt x="693" y="1197"/>
                    <a:pt x="1166" y="725"/>
                    <a:pt x="1701" y="725"/>
                  </a:cubicBezTo>
                  <a:close/>
                  <a:moveTo>
                    <a:pt x="1701" y="0"/>
                  </a:moveTo>
                  <a:cubicBezTo>
                    <a:pt x="756" y="0"/>
                    <a:pt x="0" y="756"/>
                    <a:pt x="0" y="1701"/>
                  </a:cubicBezTo>
                  <a:cubicBezTo>
                    <a:pt x="0" y="2647"/>
                    <a:pt x="851" y="3466"/>
                    <a:pt x="1796" y="3466"/>
                  </a:cubicBezTo>
                  <a:cubicBezTo>
                    <a:pt x="2741" y="3466"/>
                    <a:pt x="3466" y="2647"/>
                    <a:pt x="3466" y="1701"/>
                  </a:cubicBezTo>
                  <a:cubicBezTo>
                    <a:pt x="3434" y="756"/>
                    <a:pt x="2647" y="0"/>
                    <a:pt x="1701" y="0"/>
                  </a:cubicBezTo>
                  <a:close/>
                </a:path>
              </a:pathLst>
            </a:custGeom>
            <a:grpFill/>
            <a:ln>
              <a:noFill/>
            </a:ln>
          </p:spPr>
          <p:txBody>
            <a:bodyPr spcFirstLastPara="1" wrap="square" lIns="121900" tIns="121900" rIns="121900" bIns="121900" anchor="ctr" anchorCtr="0">
              <a:noAutofit/>
            </a:bodyPr>
            <a:lstStyle/>
            <a:p>
              <a:endParaRPr sz="2400"/>
            </a:p>
          </p:txBody>
        </p:sp>
        <p:sp>
          <p:nvSpPr>
            <p:cNvPr id="27" name="Google Shape;10282;p67">
              <a:extLst>
                <a:ext uri="{FF2B5EF4-FFF2-40B4-BE49-F238E27FC236}">
                  <a16:creationId xmlns:a16="http://schemas.microsoft.com/office/drawing/2014/main" id="{475BB37A-DF34-C17D-3F3E-6EC422A24E14}"/>
                </a:ext>
              </a:extLst>
            </p:cNvPr>
            <p:cNvSpPr/>
            <p:nvPr/>
          </p:nvSpPr>
          <p:spPr>
            <a:xfrm>
              <a:off x="-4700300" y="4108625"/>
              <a:ext cx="18950" cy="17350"/>
            </a:xfrm>
            <a:custGeom>
              <a:avLst/>
              <a:gdLst/>
              <a:ahLst/>
              <a:cxnLst/>
              <a:rect l="l" t="t" r="r" b="b"/>
              <a:pathLst>
                <a:path w="758" h="694" extrusionOk="0">
                  <a:moveTo>
                    <a:pt x="347" y="0"/>
                  </a:moveTo>
                  <a:cubicBezTo>
                    <a:pt x="158" y="0"/>
                    <a:pt x="1" y="158"/>
                    <a:pt x="1" y="347"/>
                  </a:cubicBezTo>
                  <a:cubicBezTo>
                    <a:pt x="1" y="536"/>
                    <a:pt x="158" y="693"/>
                    <a:pt x="347" y="693"/>
                  </a:cubicBezTo>
                  <a:cubicBezTo>
                    <a:pt x="536" y="693"/>
                    <a:pt x="757" y="536"/>
                    <a:pt x="757" y="347"/>
                  </a:cubicBezTo>
                  <a:cubicBezTo>
                    <a:pt x="757" y="158"/>
                    <a:pt x="536" y="0"/>
                    <a:pt x="347" y="0"/>
                  </a:cubicBezTo>
                  <a:close/>
                </a:path>
              </a:pathLst>
            </a:custGeom>
            <a:grpFill/>
            <a:ln>
              <a:noFill/>
            </a:ln>
          </p:spPr>
          <p:txBody>
            <a:bodyPr spcFirstLastPara="1" wrap="square" lIns="121900" tIns="121900" rIns="121900" bIns="121900" anchor="ctr" anchorCtr="0">
              <a:noAutofit/>
            </a:bodyPr>
            <a:lstStyle/>
            <a:p>
              <a:endParaRPr sz="2400"/>
            </a:p>
          </p:txBody>
        </p:sp>
        <p:sp>
          <p:nvSpPr>
            <p:cNvPr id="28" name="Google Shape;10283;p67">
              <a:extLst>
                <a:ext uri="{FF2B5EF4-FFF2-40B4-BE49-F238E27FC236}">
                  <a16:creationId xmlns:a16="http://schemas.microsoft.com/office/drawing/2014/main" id="{96D5B2B7-0AB7-264C-6014-0410B3A3F6A2}"/>
                </a:ext>
              </a:extLst>
            </p:cNvPr>
            <p:cNvSpPr/>
            <p:nvPr/>
          </p:nvSpPr>
          <p:spPr>
            <a:xfrm>
              <a:off x="-4748325" y="3971575"/>
              <a:ext cx="203225" cy="204025"/>
            </a:xfrm>
            <a:custGeom>
              <a:avLst/>
              <a:gdLst/>
              <a:ahLst/>
              <a:cxnLst/>
              <a:rect l="l" t="t" r="r" b="b"/>
              <a:pathLst>
                <a:path w="8129" h="8161" extrusionOk="0">
                  <a:moveTo>
                    <a:pt x="2268" y="1"/>
                  </a:moveTo>
                  <a:cubicBezTo>
                    <a:pt x="1449" y="1"/>
                    <a:pt x="693" y="158"/>
                    <a:pt x="0" y="473"/>
                  </a:cubicBezTo>
                  <a:lnTo>
                    <a:pt x="1512" y="3561"/>
                  </a:lnTo>
                  <a:cubicBezTo>
                    <a:pt x="1764" y="3466"/>
                    <a:pt x="1985" y="3435"/>
                    <a:pt x="2268" y="3435"/>
                  </a:cubicBezTo>
                  <a:cubicBezTo>
                    <a:pt x="3623" y="3435"/>
                    <a:pt x="4726" y="4506"/>
                    <a:pt x="4726" y="5829"/>
                  </a:cubicBezTo>
                  <a:cubicBezTo>
                    <a:pt x="4726" y="6112"/>
                    <a:pt x="4663" y="6396"/>
                    <a:pt x="4600" y="6617"/>
                  </a:cubicBezTo>
                  <a:lnTo>
                    <a:pt x="7656" y="8160"/>
                  </a:lnTo>
                  <a:cubicBezTo>
                    <a:pt x="7971" y="7436"/>
                    <a:pt x="8128" y="6617"/>
                    <a:pt x="8128" y="5829"/>
                  </a:cubicBezTo>
                  <a:cubicBezTo>
                    <a:pt x="8128" y="2647"/>
                    <a:pt x="5513" y="1"/>
                    <a:pt x="2268" y="1"/>
                  </a:cubicBezTo>
                  <a:close/>
                </a:path>
              </a:pathLst>
            </a:custGeom>
            <a:grpFill/>
            <a:ln>
              <a:noFill/>
            </a:ln>
          </p:spPr>
          <p:txBody>
            <a:bodyPr spcFirstLastPara="1" wrap="square" lIns="121900" tIns="121900" rIns="121900" bIns="121900" anchor="ctr" anchorCtr="0">
              <a:noAutofit/>
            </a:bodyPr>
            <a:lstStyle/>
            <a:p>
              <a:endParaRPr sz="2400"/>
            </a:p>
          </p:txBody>
        </p:sp>
        <p:sp>
          <p:nvSpPr>
            <p:cNvPr id="29" name="Google Shape;10284;p67">
              <a:extLst>
                <a:ext uri="{FF2B5EF4-FFF2-40B4-BE49-F238E27FC236}">
                  <a16:creationId xmlns:a16="http://schemas.microsoft.com/office/drawing/2014/main" id="{59888371-95F6-5D13-9673-5B20D3324FF3}"/>
                </a:ext>
              </a:extLst>
            </p:cNvPr>
            <p:cNvSpPr/>
            <p:nvPr/>
          </p:nvSpPr>
          <p:spPr>
            <a:xfrm>
              <a:off x="-4656175" y="4151950"/>
              <a:ext cx="91375" cy="91375"/>
            </a:xfrm>
            <a:custGeom>
              <a:avLst/>
              <a:gdLst/>
              <a:ahLst/>
              <a:cxnLst/>
              <a:rect l="l" t="t" r="r" b="b"/>
              <a:pathLst>
                <a:path w="3655" h="3655" extrusionOk="0">
                  <a:moveTo>
                    <a:pt x="599" y="0"/>
                  </a:moveTo>
                  <a:cubicBezTo>
                    <a:pt x="441" y="221"/>
                    <a:pt x="252" y="441"/>
                    <a:pt x="0" y="599"/>
                  </a:cubicBezTo>
                  <a:lnTo>
                    <a:pt x="1544" y="3655"/>
                  </a:lnTo>
                  <a:cubicBezTo>
                    <a:pt x="2395" y="3151"/>
                    <a:pt x="3151" y="2395"/>
                    <a:pt x="3655" y="1544"/>
                  </a:cubicBezTo>
                  <a:lnTo>
                    <a:pt x="599" y="0"/>
                  </a:lnTo>
                  <a:close/>
                </a:path>
              </a:pathLst>
            </a:custGeom>
            <a:grpFill/>
            <a:ln>
              <a:noFill/>
            </a:ln>
          </p:spPr>
          <p:txBody>
            <a:bodyPr spcFirstLastPara="1" wrap="square" lIns="121900" tIns="121900" rIns="121900" bIns="121900" anchor="ctr" anchorCtr="0">
              <a:noAutofit/>
            </a:bodyPr>
            <a:lstStyle/>
            <a:p>
              <a:endParaRPr sz="2400"/>
            </a:p>
          </p:txBody>
        </p:sp>
        <p:sp>
          <p:nvSpPr>
            <p:cNvPr id="30" name="Google Shape;10285;p67">
              <a:extLst>
                <a:ext uri="{FF2B5EF4-FFF2-40B4-BE49-F238E27FC236}">
                  <a16:creationId xmlns:a16="http://schemas.microsoft.com/office/drawing/2014/main" id="{A9FC99ED-8763-51F2-4F14-FD7FC080BF30}"/>
                </a:ext>
              </a:extLst>
            </p:cNvPr>
            <p:cNvSpPr/>
            <p:nvPr/>
          </p:nvSpPr>
          <p:spPr>
            <a:xfrm>
              <a:off x="-4817650" y="3991275"/>
              <a:ext cx="91400" cy="91375"/>
            </a:xfrm>
            <a:custGeom>
              <a:avLst/>
              <a:gdLst/>
              <a:ahLst/>
              <a:cxnLst/>
              <a:rect l="l" t="t" r="r" b="b"/>
              <a:pathLst>
                <a:path w="3656" h="3655" extrusionOk="0">
                  <a:moveTo>
                    <a:pt x="2143" y="0"/>
                  </a:moveTo>
                  <a:cubicBezTo>
                    <a:pt x="1261" y="504"/>
                    <a:pt x="536" y="1260"/>
                    <a:pt x="1" y="2111"/>
                  </a:cubicBezTo>
                  <a:lnTo>
                    <a:pt x="3088" y="3655"/>
                  </a:lnTo>
                  <a:cubicBezTo>
                    <a:pt x="3246" y="3434"/>
                    <a:pt x="3435" y="3214"/>
                    <a:pt x="3655" y="3088"/>
                  </a:cubicBezTo>
                  <a:lnTo>
                    <a:pt x="2143" y="0"/>
                  </a:lnTo>
                  <a:close/>
                </a:path>
              </a:pathLst>
            </a:custGeom>
            <a:grpFill/>
            <a:ln>
              <a:noFill/>
            </a:ln>
          </p:spPr>
          <p:txBody>
            <a:bodyPr spcFirstLastPara="1" wrap="square" lIns="121900" tIns="121900" rIns="121900" bIns="121900" anchor="ctr" anchorCtr="0">
              <a:noAutofit/>
            </a:bodyPr>
            <a:lstStyle/>
            <a:p>
              <a:endParaRPr sz="2400"/>
            </a:p>
          </p:txBody>
        </p:sp>
        <p:sp>
          <p:nvSpPr>
            <p:cNvPr id="31" name="Google Shape;10286;p67">
              <a:extLst>
                <a:ext uri="{FF2B5EF4-FFF2-40B4-BE49-F238E27FC236}">
                  <a16:creationId xmlns:a16="http://schemas.microsoft.com/office/drawing/2014/main" id="{D4FA3F50-9454-5AB9-95F2-2BB399592BDB}"/>
                </a:ext>
              </a:extLst>
            </p:cNvPr>
            <p:cNvSpPr/>
            <p:nvPr/>
          </p:nvSpPr>
          <p:spPr>
            <a:xfrm>
              <a:off x="-4837325" y="4059000"/>
              <a:ext cx="204000" cy="204025"/>
            </a:xfrm>
            <a:custGeom>
              <a:avLst/>
              <a:gdLst/>
              <a:ahLst/>
              <a:cxnLst/>
              <a:rect l="l" t="t" r="r" b="b"/>
              <a:pathLst>
                <a:path w="8160" h="8161" extrusionOk="0">
                  <a:moveTo>
                    <a:pt x="473" y="1"/>
                  </a:moveTo>
                  <a:cubicBezTo>
                    <a:pt x="158" y="725"/>
                    <a:pt x="0" y="1513"/>
                    <a:pt x="0" y="2300"/>
                  </a:cubicBezTo>
                  <a:cubicBezTo>
                    <a:pt x="0" y="5482"/>
                    <a:pt x="2615" y="8160"/>
                    <a:pt x="5828" y="8160"/>
                  </a:cubicBezTo>
                  <a:cubicBezTo>
                    <a:pt x="6648" y="8160"/>
                    <a:pt x="7435" y="8003"/>
                    <a:pt x="8160" y="7688"/>
                  </a:cubicBezTo>
                  <a:lnTo>
                    <a:pt x="6616" y="4632"/>
                  </a:lnTo>
                  <a:cubicBezTo>
                    <a:pt x="6396" y="4695"/>
                    <a:pt x="6144" y="4726"/>
                    <a:pt x="5860" y="4726"/>
                  </a:cubicBezTo>
                  <a:cubicBezTo>
                    <a:pt x="4537" y="4726"/>
                    <a:pt x="3434" y="3624"/>
                    <a:pt x="3434" y="2300"/>
                  </a:cubicBezTo>
                  <a:cubicBezTo>
                    <a:pt x="3434" y="2017"/>
                    <a:pt x="3466" y="1796"/>
                    <a:pt x="3560" y="1544"/>
                  </a:cubicBezTo>
                  <a:lnTo>
                    <a:pt x="473" y="1"/>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32" name="Google Shape;10292;p67">
            <a:extLst>
              <a:ext uri="{FF2B5EF4-FFF2-40B4-BE49-F238E27FC236}">
                <a16:creationId xmlns:a16="http://schemas.microsoft.com/office/drawing/2014/main" id="{808C0FA9-1EEC-EC82-D497-FCE4947F463A}"/>
              </a:ext>
            </a:extLst>
          </p:cNvPr>
          <p:cNvGrpSpPr/>
          <p:nvPr/>
        </p:nvGrpSpPr>
        <p:grpSpPr>
          <a:xfrm>
            <a:off x="7001161" y="4896840"/>
            <a:ext cx="440659" cy="438297"/>
            <a:chOff x="-3031325" y="3597450"/>
            <a:chExt cx="293825" cy="292250"/>
          </a:xfrm>
          <a:solidFill>
            <a:srgbClr val="6C1D35"/>
          </a:solidFill>
        </p:grpSpPr>
        <p:sp>
          <p:nvSpPr>
            <p:cNvPr id="33" name="Google Shape;10293;p67">
              <a:extLst>
                <a:ext uri="{FF2B5EF4-FFF2-40B4-BE49-F238E27FC236}">
                  <a16:creationId xmlns:a16="http://schemas.microsoft.com/office/drawing/2014/main" id="{B007FF71-306A-20DD-BB74-C65277230027}"/>
                </a:ext>
              </a:extLst>
            </p:cNvPr>
            <p:cNvSpPr/>
            <p:nvPr/>
          </p:nvSpPr>
          <p:spPr>
            <a:xfrm>
              <a:off x="-3029750" y="3597450"/>
              <a:ext cx="292250" cy="67775"/>
            </a:xfrm>
            <a:custGeom>
              <a:avLst/>
              <a:gdLst/>
              <a:ahLst/>
              <a:cxnLst/>
              <a:rect l="l" t="t" r="r" b="b"/>
              <a:pathLst>
                <a:path w="11690" h="2711" extrusionOk="0">
                  <a:moveTo>
                    <a:pt x="1702" y="1387"/>
                  </a:moveTo>
                  <a:cubicBezTo>
                    <a:pt x="1891" y="1387"/>
                    <a:pt x="2049" y="1545"/>
                    <a:pt x="2049" y="1734"/>
                  </a:cubicBezTo>
                  <a:cubicBezTo>
                    <a:pt x="2049" y="1923"/>
                    <a:pt x="1891" y="2080"/>
                    <a:pt x="1702" y="2080"/>
                  </a:cubicBezTo>
                  <a:cubicBezTo>
                    <a:pt x="1513" y="2080"/>
                    <a:pt x="1356" y="1923"/>
                    <a:pt x="1356" y="1734"/>
                  </a:cubicBezTo>
                  <a:cubicBezTo>
                    <a:pt x="1356" y="1545"/>
                    <a:pt x="1513" y="1387"/>
                    <a:pt x="1702" y="1387"/>
                  </a:cubicBezTo>
                  <a:close/>
                  <a:moveTo>
                    <a:pt x="3120" y="1387"/>
                  </a:moveTo>
                  <a:cubicBezTo>
                    <a:pt x="3309" y="1387"/>
                    <a:pt x="3466" y="1545"/>
                    <a:pt x="3466" y="1734"/>
                  </a:cubicBezTo>
                  <a:cubicBezTo>
                    <a:pt x="3466" y="1923"/>
                    <a:pt x="3309" y="2080"/>
                    <a:pt x="3120" y="2080"/>
                  </a:cubicBezTo>
                  <a:cubicBezTo>
                    <a:pt x="2931" y="2080"/>
                    <a:pt x="2773" y="1923"/>
                    <a:pt x="2773" y="1734"/>
                  </a:cubicBezTo>
                  <a:cubicBezTo>
                    <a:pt x="2773" y="1545"/>
                    <a:pt x="2931" y="1387"/>
                    <a:pt x="3120" y="1387"/>
                  </a:cubicBezTo>
                  <a:close/>
                  <a:moveTo>
                    <a:pt x="9985" y="1417"/>
                  </a:moveTo>
                  <a:cubicBezTo>
                    <a:pt x="10400" y="1417"/>
                    <a:pt x="10449" y="2080"/>
                    <a:pt x="9956" y="2080"/>
                  </a:cubicBezTo>
                  <a:lnTo>
                    <a:pt x="5861" y="2080"/>
                  </a:lnTo>
                  <a:cubicBezTo>
                    <a:pt x="5451" y="2080"/>
                    <a:pt x="5388" y="1418"/>
                    <a:pt x="5861" y="1418"/>
                  </a:cubicBezTo>
                  <a:lnTo>
                    <a:pt x="9956" y="1418"/>
                  </a:lnTo>
                  <a:cubicBezTo>
                    <a:pt x="9966" y="1418"/>
                    <a:pt x="9976" y="1417"/>
                    <a:pt x="9985" y="1417"/>
                  </a:cubicBezTo>
                  <a:close/>
                  <a:moveTo>
                    <a:pt x="1041" y="1"/>
                  </a:moveTo>
                  <a:cubicBezTo>
                    <a:pt x="473" y="1"/>
                    <a:pt x="1" y="473"/>
                    <a:pt x="1" y="1040"/>
                  </a:cubicBezTo>
                  <a:lnTo>
                    <a:pt x="1" y="2710"/>
                  </a:lnTo>
                  <a:lnTo>
                    <a:pt x="11689" y="2710"/>
                  </a:lnTo>
                  <a:lnTo>
                    <a:pt x="11689" y="1040"/>
                  </a:lnTo>
                  <a:cubicBezTo>
                    <a:pt x="11658" y="473"/>
                    <a:pt x="11248" y="1"/>
                    <a:pt x="10650" y="1"/>
                  </a:cubicBezTo>
                  <a:close/>
                </a:path>
              </a:pathLst>
            </a:custGeom>
            <a:grpFill/>
            <a:ln>
              <a:noFill/>
            </a:ln>
          </p:spPr>
          <p:txBody>
            <a:bodyPr spcFirstLastPara="1" wrap="square" lIns="121900" tIns="121900" rIns="121900" bIns="121900" anchor="ctr" anchorCtr="0">
              <a:noAutofit/>
            </a:bodyPr>
            <a:lstStyle/>
            <a:p>
              <a:endParaRPr sz="2400"/>
            </a:p>
          </p:txBody>
        </p:sp>
        <p:sp>
          <p:nvSpPr>
            <p:cNvPr id="34" name="Google Shape;10294;p67">
              <a:extLst>
                <a:ext uri="{FF2B5EF4-FFF2-40B4-BE49-F238E27FC236}">
                  <a16:creationId xmlns:a16="http://schemas.microsoft.com/office/drawing/2014/main" id="{AE323ABF-FDB2-575E-BBFF-BE920A5AE167}"/>
                </a:ext>
              </a:extLst>
            </p:cNvPr>
            <p:cNvSpPr/>
            <p:nvPr/>
          </p:nvSpPr>
          <p:spPr>
            <a:xfrm>
              <a:off x="-3031325" y="3687250"/>
              <a:ext cx="292250" cy="153600"/>
            </a:xfrm>
            <a:custGeom>
              <a:avLst/>
              <a:gdLst/>
              <a:ahLst/>
              <a:cxnLst/>
              <a:rect l="l" t="t" r="r" b="b"/>
              <a:pathLst>
                <a:path w="11690" h="6144" extrusionOk="0">
                  <a:moveTo>
                    <a:pt x="1" y="0"/>
                  </a:moveTo>
                  <a:lnTo>
                    <a:pt x="1" y="5104"/>
                  </a:lnTo>
                  <a:lnTo>
                    <a:pt x="64" y="5104"/>
                  </a:lnTo>
                  <a:cubicBezTo>
                    <a:pt x="64" y="5671"/>
                    <a:pt x="536" y="6144"/>
                    <a:pt x="1104" y="6144"/>
                  </a:cubicBezTo>
                  <a:lnTo>
                    <a:pt x="4475" y="6144"/>
                  </a:lnTo>
                  <a:cubicBezTo>
                    <a:pt x="4317" y="5671"/>
                    <a:pt x="4223" y="5199"/>
                    <a:pt x="4223" y="4695"/>
                  </a:cubicBezTo>
                  <a:lnTo>
                    <a:pt x="4223" y="2395"/>
                  </a:lnTo>
                  <a:cubicBezTo>
                    <a:pt x="4223" y="1790"/>
                    <a:pt x="4686" y="1366"/>
                    <a:pt x="5227" y="1366"/>
                  </a:cubicBezTo>
                  <a:cubicBezTo>
                    <a:pt x="5362" y="1366"/>
                    <a:pt x="5502" y="1393"/>
                    <a:pt x="5640" y="1450"/>
                  </a:cubicBezTo>
                  <a:cubicBezTo>
                    <a:pt x="5735" y="1481"/>
                    <a:pt x="5861" y="1544"/>
                    <a:pt x="5987" y="1544"/>
                  </a:cubicBezTo>
                  <a:cubicBezTo>
                    <a:pt x="6144" y="1544"/>
                    <a:pt x="6365" y="1450"/>
                    <a:pt x="6900" y="977"/>
                  </a:cubicBezTo>
                  <a:cubicBezTo>
                    <a:pt x="7090" y="788"/>
                    <a:pt x="7349" y="693"/>
                    <a:pt x="7613" y="693"/>
                  </a:cubicBezTo>
                  <a:cubicBezTo>
                    <a:pt x="7877" y="693"/>
                    <a:pt x="8145" y="788"/>
                    <a:pt x="8350" y="977"/>
                  </a:cubicBezTo>
                  <a:cubicBezTo>
                    <a:pt x="8822" y="1450"/>
                    <a:pt x="9106" y="1544"/>
                    <a:pt x="9263" y="1544"/>
                  </a:cubicBezTo>
                  <a:cubicBezTo>
                    <a:pt x="9358" y="1544"/>
                    <a:pt x="9484" y="1481"/>
                    <a:pt x="9610" y="1450"/>
                  </a:cubicBezTo>
                  <a:cubicBezTo>
                    <a:pt x="9742" y="1393"/>
                    <a:pt x="9878" y="1366"/>
                    <a:pt x="10011" y="1366"/>
                  </a:cubicBezTo>
                  <a:cubicBezTo>
                    <a:pt x="10544" y="1366"/>
                    <a:pt x="11028" y="1790"/>
                    <a:pt x="11028" y="2395"/>
                  </a:cubicBezTo>
                  <a:lnTo>
                    <a:pt x="11028" y="4695"/>
                  </a:lnTo>
                  <a:cubicBezTo>
                    <a:pt x="11028" y="5199"/>
                    <a:pt x="10933" y="5671"/>
                    <a:pt x="10744" y="6144"/>
                  </a:cubicBezTo>
                  <a:cubicBezTo>
                    <a:pt x="11248" y="6112"/>
                    <a:pt x="11689" y="5671"/>
                    <a:pt x="11689" y="5104"/>
                  </a:cubicBezTo>
                  <a:lnTo>
                    <a:pt x="11689" y="0"/>
                  </a:lnTo>
                  <a:close/>
                </a:path>
              </a:pathLst>
            </a:custGeom>
            <a:grpFill/>
            <a:ln>
              <a:noFill/>
            </a:ln>
          </p:spPr>
          <p:txBody>
            <a:bodyPr spcFirstLastPara="1" wrap="square" lIns="121900" tIns="121900" rIns="121900" bIns="121900" anchor="ctr" anchorCtr="0">
              <a:noAutofit/>
            </a:bodyPr>
            <a:lstStyle/>
            <a:p>
              <a:endParaRPr sz="2400"/>
            </a:p>
          </p:txBody>
        </p:sp>
        <p:sp>
          <p:nvSpPr>
            <p:cNvPr id="35" name="Google Shape;10295;p67">
              <a:extLst>
                <a:ext uri="{FF2B5EF4-FFF2-40B4-BE49-F238E27FC236}">
                  <a16:creationId xmlns:a16="http://schemas.microsoft.com/office/drawing/2014/main" id="{D5D7687F-3D20-E995-9EE9-084A29ABEDA6}"/>
                </a:ext>
              </a:extLst>
            </p:cNvPr>
            <p:cNvSpPr/>
            <p:nvPr/>
          </p:nvSpPr>
          <p:spPr>
            <a:xfrm>
              <a:off x="-2908450" y="3724275"/>
              <a:ext cx="59900" cy="164625"/>
            </a:xfrm>
            <a:custGeom>
              <a:avLst/>
              <a:gdLst/>
              <a:ahLst/>
              <a:cxnLst/>
              <a:rect l="l" t="t" r="r" b="b"/>
              <a:pathLst>
                <a:path w="2396" h="6585" extrusionOk="0">
                  <a:moveTo>
                    <a:pt x="2395" y="0"/>
                  </a:moveTo>
                  <a:cubicBezTo>
                    <a:pt x="1904" y="491"/>
                    <a:pt x="1500" y="721"/>
                    <a:pt x="1085" y="721"/>
                  </a:cubicBezTo>
                  <a:cubicBezTo>
                    <a:pt x="887" y="721"/>
                    <a:pt x="687" y="669"/>
                    <a:pt x="473" y="567"/>
                  </a:cubicBezTo>
                  <a:cubicBezTo>
                    <a:pt x="423" y="548"/>
                    <a:pt x="374" y="539"/>
                    <a:pt x="327" y="539"/>
                  </a:cubicBezTo>
                  <a:cubicBezTo>
                    <a:pt x="142" y="539"/>
                    <a:pt x="1" y="681"/>
                    <a:pt x="1" y="882"/>
                  </a:cubicBezTo>
                  <a:lnTo>
                    <a:pt x="1" y="3214"/>
                  </a:lnTo>
                  <a:cubicBezTo>
                    <a:pt x="1" y="3718"/>
                    <a:pt x="127" y="4222"/>
                    <a:pt x="316" y="4663"/>
                  </a:cubicBezTo>
                  <a:cubicBezTo>
                    <a:pt x="725" y="5513"/>
                    <a:pt x="1387" y="6238"/>
                    <a:pt x="2395" y="6585"/>
                  </a:cubicBezTo>
                  <a:lnTo>
                    <a:pt x="2395" y="0"/>
                  </a:lnTo>
                  <a:close/>
                </a:path>
              </a:pathLst>
            </a:custGeom>
            <a:grpFill/>
            <a:ln>
              <a:noFill/>
            </a:ln>
          </p:spPr>
          <p:txBody>
            <a:bodyPr spcFirstLastPara="1" wrap="square" lIns="121900" tIns="121900" rIns="121900" bIns="121900" anchor="ctr" anchorCtr="0">
              <a:noAutofit/>
            </a:bodyPr>
            <a:lstStyle/>
            <a:p>
              <a:endParaRPr sz="2400"/>
            </a:p>
          </p:txBody>
        </p:sp>
        <p:sp>
          <p:nvSpPr>
            <p:cNvPr id="36" name="Google Shape;10296;p67">
              <a:extLst>
                <a:ext uri="{FF2B5EF4-FFF2-40B4-BE49-F238E27FC236}">
                  <a16:creationId xmlns:a16="http://schemas.microsoft.com/office/drawing/2014/main" id="{F1B030A6-48DA-122E-9269-013985168FD0}"/>
                </a:ext>
              </a:extLst>
            </p:cNvPr>
            <p:cNvSpPr/>
            <p:nvPr/>
          </p:nvSpPr>
          <p:spPr>
            <a:xfrm>
              <a:off x="-2831250" y="3725850"/>
              <a:ext cx="59875" cy="163850"/>
            </a:xfrm>
            <a:custGeom>
              <a:avLst/>
              <a:gdLst/>
              <a:ahLst/>
              <a:cxnLst/>
              <a:rect l="l" t="t" r="r" b="b"/>
              <a:pathLst>
                <a:path w="2395" h="6554" extrusionOk="0">
                  <a:moveTo>
                    <a:pt x="0" y="0"/>
                  </a:moveTo>
                  <a:lnTo>
                    <a:pt x="0" y="6553"/>
                  </a:lnTo>
                  <a:cubicBezTo>
                    <a:pt x="1008" y="6175"/>
                    <a:pt x="1670" y="5450"/>
                    <a:pt x="2079" y="4631"/>
                  </a:cubicBezTo>
                  <a:cubicBezTo>
                    <a:pt x="2269" y="4159"/>
                    <a:pt x="2395" y="3686"/>
                    <a:pt x="2395" y="3182"/>
                  </a:cubicBezTo>
                  <a:lnTo>
                    <a:pt x="2395" y="851"/>
                  </a:lnTo>
                  <a:cubicBezTo>
                    <a:pt x="2395" y="623"/>
                    <a:pt x="2212" y="477"/>
                    <a:pt x="2042" y="477"/>
                  </a:cubicBezTo>
                  <a:cubicBezTo>
                    <a:pt x="2000" y="477"/>
                    <a:pt x="1959" y="485"/>
                    <a:pt x="1922" y="504"/>
                  </a:cubicBezTo>
                  <a:cubicBezTo>
                    <a:pt x="1704" y="598"/>
                    <a:pt x="1496" y="647"/>
                    <a:pt x="1291" y="647"/>
                  </a:cubicBezTo>
                  <a:cubicBezTo>
                    <a:pt x="873" y="647"/>
                    <a:pt x="465" y="444"/>
                    <a:pt x="0"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7" name="Google Shape;10297;p67">
            <a:extLst>
              <a:ext uri="{FF2B5EF4-FFF2-40B4-BE49-F238E27FC236}">
                <a16:creationId xmlns:a16="http://schemas.microsoft.com/office/drawing/2014/main" id="{339D9C30-F4F6-820C-5CCA-487863824ADE}"/>
              </a:ext>
            </a:extLst>
          </p:cNvPr>
          <p:cNvGrpSpPr/>
          <p:nvPr/>
        </p:nvGrpSpPr>
        <p:grpSpPr>
          <a:xfrm>
            <a:off x="7001762" y="5471536"/>
            <a:ext cx="439460" cy="386293"/>
            <a:chOff x="-3030525" y="3973150"/>
            <a:chExt cx="293025" cy="257575"/>
          </a:xfrm>
          <a:solidFill>
            <a:srgbClr val="6C1D35"/>
          </a:solidFill>
        </p:grpSpPr>
        <p:sp>
          <p:nvSpPr>
            <p:cNvPr id="38" name="Google Shape;10298;p67">
              <a:extLst>
                <a:ext uri="{FF2B5EF4-FFF2-40B4-BE49-F238E27FC236}">
                  <a16:creationId xmlns:a16="http://schemas.microsoft.com/office/drawing/2014/main" id="{6F630931-D866-1E4D-AC95-2C36A7F702D6}"/>
                </a:ext>
              </a:extLst>
            </p:cNvPr>
            <p:cNvSpPr/>
            <p:nvPr/>
          </p:nvSpPr>
          <p:spPr>
            <a:xfrm>
              <a:off x="-3029750" y="3973150"/>
              <a:ext cx="292250" cy="68550"/>
            </a:xfrm>
            <a:custGeom>
              <a:avLst/>
              <a:gdLst/>
              <a:ahLst/>
              <a:cxnLst/>
              <a:rect l="l" t="t" r="r" b="b"/>
              <a:pathLst>
                <a:path w="11690" h="2742" extrusionOk="0">
                  <a:moveTo>
                    <a:pt x="1702" y="1355"/>
                  </a:moveTo>
                  <a:cubicBezTo>
                    <a:pt x="1891" y="1355"/>
                    <a:pt x="2049" y="1513"/>
                    <a:pt x="2049" y="1702"/>
                  </a:cubicBezTo>
                  <a:cubicBezTo>
                    <a:pt x="2049" y="1922"/>
                    <a:pt x="1891" y="2080"/>
                    <a:pt x="1702" y="2080"/>
                  </a:cubicBezTo>
                  <a:cubicBezTo>
                    <a:pt x="1513" y="2080"/>
                    <a:pt x="1356" y="1922"/>
                    <a:pt x="1356" y="1702"/>
                  </a:cubicBezTo>
                  <a:cubicBezTo>
                    <a:pt x="1356" y="1513"/>
                    <a:pt x="1513" y="1355"/>
                    <a:pt x="1702" y="1355"/>
                  </a:cubicBezTo>
                  <a:close/>
                  <a:moveTo>
                    <a:pt x="3088" y="1355"/>
                  </a:moveTo>
                  <a:cubicBezTo>
                    <a:pt x="3277" y="1355"/>
                    <a:pt x="3435" y="1513"/>
                    <a:pt x="3435" y="1702"/>
                  </a:cubicBezTo>
                  <a:cubicBezTo>
                    <a:pt x="3435" y="1922"/>
                    <a:pt x="3277" y="2080"/>
                    <a:pt x="3088" y="2080"/>
                  </a:cubicBezTo>
                  <a:cubicBezTo>
                    <a:pt x="2868" y="2080"/>
                    <a:pt x="2710" y="1922"/>
                    <a:pt x="2710" y="1702"/>
                  </a:cubicBezTo>
                  <a:cubicBezTo>
                    <a:pt x="2710" y="1513"/>
                    <a:pt x="2868" y="1355"/>
                    <a:pt x="3088" y="1355"/>
                  </a:cubicBezTo>
                  <a:close/>
                  <a:moveTo>
                    <a:pt x="9925" y="1387"/>
                  </a:moveTo>
                  <a:cubicBezTo>
                    <a:pt x="10366" y="1387"/>
                    <a:pt x="10366" y="2080"/>
                    <a:pt x="9925" y="2080"/>
                  </a:cubicBezTo>
                  <a:lnTo>
                    <a:pt x="5829" y="2080"/>
                  </a:lnTo>
                  <a:cubicBezTo>
                    <a:pt x="5388" y="2080"/>
                    <a:pt x="5357" y="1387"/>
                    <a:pt x="5829" y="1387"/>
                  </a:cubicBezTo>
                  <a:close/>
                  <a:moveTo>
                    <a:pt x="1041" y="1"/>
                  </a:moveTo>
                  <a:cubicBezTo>
                    <a:pt x="473" y="1"/>
                    <a:pt x="1" y="473"/>
                    <a:pt x="1" y="1040"/>
                  </a:cubicBezTo>
                  <a:lnTo>
                    <a:pt x="1" y="2741"/>
                  </a:lnTo>
                  <a:lnTo>
                    <a:pt x="11689" y="2741"/>
                  </a:lnTo>
                  <a:lnTo>
                    <a:pt x="11689" y="1040"/>
                  </a:lnTo>
                  <a:cubicBezTo>
                    <a:pt x="11658" y="505"/>
                    <a:pt x="11248" y="1"/>
                    <a:pt x="10650" y="1"/>
                  </a:cubicBezTo>
                  <a:close/>
                </a:path>
              </a:pathLst>
            </a:custGeom>
            <a:grpFill/>
            <a:ln>
              <a:noFill/>
            </a:ln>
          </p:spPr>
          <p:txBody>
            <a:bodyPr spcFirstLastPara="1" wrap="square" lIns="121900" tIns="121900" rIns="121900" bIns="121900" anchor="ctr" anchorCtr="0">
              <a:noAutofit/>
            </a:bodyPr>
            <a:lstStyle/>
            <a:p>
              <a:endParaRPr sz="2400"/>
            </a:p>
          </p:txBody>
        </p:sp>
        <p:sp>
          <p:nvSpPr>
            <p:cNvPr id="39" name="Google Shape;10299;p67">
              <a:extLst>
                <a:ext uri="{FF2B5EF4-FFF2-40B4-BE49-F238E27FC236}">
                  <a16:creationId xmlns:a16="http://schemas.microsoft.com/office/drawing/2014/main" id="{8E1B1E4B-0C22-4CC4-A39D-63EB33765BF8}"/>
                </a:ext>
              </a:extLst>
            </p:cNvPr>
            <p:cNvSpPr/>
            <p:nvPr/>
          </p:nvSpPr>
          <p:spPr>
            <a:xfrm>
              <a:off x="-3030525" y="4059000"/>
              <a:ext cx="292225" cy="171725"/>
            </a:xfrm>
            <a:custGeom>
              <a:avLst/>
              <a:gdLst/>
              <a:ahLst/>
              <a:cxnLst/>
              <a:rect l="l" t="t" r="r" b="b"/>
              <a:pathLst>
                <a:path w="11689" h="6869" extrusionOk="0">
                  <a:moveTo>
                    <a:pt x="3773" y="1366"/>
                  </a:moveTo>
                  <a:cubicBezTo>
                    <a:pt x="4065" y="1366"/>
                    <a:pt x="4260" y="1775"/>
                    <a:pt x="3970" y="1985"/>
                  </a:cubicBezTo>
                  <a:lnTo>
                    <a:pt x="2363" y="3088"/>
                  </a:lnTo>
                  <a:lnTo>
                    <a:pt x="3970" y="4191"/>
                  </a:lnTo>
                  <a:cubicBezTo>
                    <a:pt x="4252" y="4370"/>
                    <a:pt x="4075" y="4801"/>
                    <a:pt x="3795" y="4801"/>
                  </a:cubicBezTo>
                  <a:cubicBezTo>
                    <a:pt x="3731" y="4801"/>
                    <a:pt x="3662" y="4779"/>
                    <a:pt x="3592" y="4726"/>
                  </a:cubicBezTo>
                  <a:lnTo>
                    <a:pt x="1544" y="3372"/>
                  </a:lnTo>
                  <a:cubicBezTo>
                    <a:pt x="1324" y="3246"/>
                    <a:pt x="1324" y="2962"/>
                    <a:pt x="1544" y="2805"/>
                  </a:cubicBezTo>
                  <a:lnTo>
                    <a:pt x="3592" y="1418"/>
                  </a:lnTo>
                  <a:cubicBezTo>
                    <a:pt x="3654" y="1382"/>
                    <a:pt x="3715" y="1366"/>
                    <a:pt x="3773" y="1366"/>
                  </a:cubicBezTo>
                  <a:close/>
                  <a:moveTo>
                    <a:pt x="7912" y="1407"/>
                  </a:moveTo>
                  <a:cubicBezTo>
                    <a:pt x="7979" y="1407"/>
                    <a:pt x="8053" y="1429"/>
                    <a:pt x="8129" y="1481"/>
                  </a:cubicBezTo>
                  <a:lnTo>
                    <a:pt x="10145" y="2836"/>
                  </a:lnTo>
                  <a:cubicBezTo>
                    <a:pt x="10366" y="2962"/>
                    <a:pt x="10366" y="3277"/>
                    <a:pt x="10145" y="3403"/>
                  </a:cubicBezTo>
                  <a:lnTo>
                    <a:pt x="8129" y="4789"/>
                  </a:lnTo>
                  <a:cubicBezTo>
                    <a:pt x="8061" y="4826"/>
                    <a:pt x="7996" y="4841"/>
                    <a:pt x="7935" y="4841"/>
                  </a:cubicBezTo>
                  <a:cubicBezTo>
                    <a:pt x="7624" y="4841"/>
                    <a:pt x="7430" y="4433"/>
                    <a:pt x="7719" y="4222"/>
                  </a:cubicBezTo>
                  <a:lnTo>
                    <a:pt x="9326" y="3120"/>
                  </a:lnTo>
                  <a:lnTo>
                    <a:pt x="7719" y="2017"/>
                  </a:lnTo>
                  <a:cubicBezTo>
                    <a:pt x="7437" y="1837"/>
                    <a:pt x="7615" y="1407"/>
                    <a:pt x="7912" y="1407"/>
                  </a:cubicBezTo>
                  <a:close/>
                  <a:moveTo>
                    <a:pt x="6515" y="714"/>
                  </a:moveTo>
                  <a:cubicBezTo>
                    <a:pt x="6728" y="714"/>
                    <a:pt x="6948" y="909"/>
                    <a:pt x="6868" y="1166"/>
                  </a:cubicBezTo>
                  <a:lnTo>
                    <a:pt x="5482" y="5262"/>
                  </a:lnTo>
                  <a:cubicBezTo>
                    <a:pt x="5434" y="5420"/>
                    <a:pt x="5306" y="5489"/>
                    <a:pt x="5176" y="5489"/>
                  </a:cubicBezTo>
                  <a:cubicBezTo>
                    <a:pt x="4968" y="5489"/>
                    <a:pt x="4755" y="5313"/>
                    <a:pt x="4852" y="5041"/>
                  </a:cubicBezTo>
                  <a:lnTo>
                    <a:pt x="6207" y="946"/>
                  </a:lnTo>
                  <a:cubicBezTo>
                    <a:pt x="6265" y="782"/>
                    <a:pt x="6389" y="714"/>
                    <a:pt x="6515" y="714"/>
                  </a:cubicBezTo>
                  <a:close/>
                  <a:moveTo>
                    <a:pt x="0" y="1"/>
                  </a:moveTo>
                  <a:lnTo>
                    <a:pt x="0" y="5829"/>
                  </a:lnTo>
                  <a:lnTo>
                    <a:pt x="32" y="5829"/>
                  </a:lnTo>
                  <a:cubicBezTo>
                    <a:pt x="32" y="6396"/>
                    <a:pt x="504" y="6869"/>
                    <a:pt x="1072" y="6869"/>
                  </a:cubicBezTo>
                  <a:lnTo>
                    <a:pt x="10681" y="6869"/>
                  </a:lnTo>
                  <a:cubicBezTo>
                    <a:pt x="11216" y="6869"/>
                    <a:pt x="11689" y="6396"/>
                    <a:pt x="11689" y="5829"/>
                  </a:cubicBezTo>
                  <a:lnTo>
                    <a:pt x="11689" y="1"/>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40" name="Google Shape;10309;p67">
            <a:extLst>
              <a:ext uri="{FF2B5EF4-FFF2-40B4-BE49-F238E27FC236}">
                <a16:creationId xmlns:a16="http://schemas.microsoft.com/office/drawing/2014/main" id="{43C6CD8D-5346-FCAB-3B80-B83364884726}"/>
              </a:ext>
            </a:extLst>
          </p:cNvPr>
          <p:cNvGrpSpPr/>
          <p:nvPr/>
        </p:nvGrpSpPr>
        <p:grpSpPr>
          <a:xfrm>
            <a:off x="1931387" y="4897440"/>
            <a:ext cx="439460" cy="437097"/>
            <a:chOff x="-6329100" y="3632100"/>
            <a:chExt cx="293025" cy="291450"/>
          </a:xfrm>
          <a:solidFill>
            <a:srgbClr val="6C1D35"/>
          </a:solidFill>
        </p:grpSpPr>
        <p:sp>
          <p:nvSpPr>
            <p:cNvPr id="41" name="Google Shape;10310;p67">
              <a:extLst>
                <a:ext uri="{FF2B5EF4-FFF2-40B4-BE49-F238E27FC236}">
                  <a16:creationId xmlns:a16="http://schemas.microsoft.com/office/drawing/2014/main" id="{171FC97B-8D63-FB3C-D998-D9909C59B7B8}"/>
                </a:ext>
              </a:extLst>
            </p:cNvPr>
            <p:cNvSpPr/>
            <p:nvPr/>
          </p:nvSpPr>
          <p:spPr>
            <a:xfrm>
              <a:off x="-6210700" y="3751600"/>
              <a:ext cx="174625" cy="171950"/>
            </a:xfrm>
            <a:custGeom>
              <a:avLst/>
              <a:gdLst/>
              <a:ahLst/>
              <a:cxnLst/>
              <a:rect l="l" t="t" r="r" b="b"/>
              <a:pathLst>
                <a:path w="6985" h="6878" extrusionOk="0">
                  <a:moveTo>
                    <a:pt x="492" y="0"/>
                  </a:moveTo>
                  <a:cubicBezTo>
                    <a:pt x="219" y="0"/>
                    <a:pt x="0" y="235"/>
                    <a:pt x="85" y="545"/>
                  </a:cubicBezTo>
                  <a:lnTo>
                    <a:pt x="1503" y="5712"/>
                  </a:lnTo>
                  <a:cubicBezTo>
                    <a:pt x="1559" y="5882"/>
                    <a:pt x="1707" y="5984"/>
                    <a:pt x="1856" y="5984"/>
                  </a:cubicBezTo>
                  <a:cubicBezTo>
                    <a:pt x="1956" y="5984"/>
                    <a:pt x="2057" y="5939"/>
                    <a:pt x="2133" y="5838"/>
                  </a:cubicBezTo>
                  <a:lnTo>
                    <a:pt x="2889" y="4735"/>
                  </a:lnTo>
                  <a:lnTo>
                    <a:pt x="3739" y="5712"/>
                  </a:lnTo>
                  <a:lnTo>
                    <a:pt x="4622" y="6594"/>
                  </a:lnTo>
                  <a:cubicBezTo>
                    <a:pt x="4811" y="6783"/>
                    <a:pt x="5086" y="6878"/>
                    <a:pt x="5362" y="6878"/>
                  </a:cubicBezTo>
                  <a:cubicBezTo>
                    <a:pt x="5638" y="6878"/>
                    <a:pt x="5913" y="6783"/>
                    <a:pt x="6102" y="6594"/>
                  </a:cubicBezTo>
                  <a:lnTo>
                    <a:pt x="6575" y="6122"/>
                  </a:lnTo>
                  <a:cubicBezTo>
                    <a:pt x="6984" y="5712"/>
                    <a:pt x="6984" y="5113"/>
                    <a:pt x="6575" y="4672"/>
                  </a:cubicBezTo>
                  <a:lnTo>
                    <a:pt x="4811" y="2814"/>
                  </a:lnTo>
                  <a:lnTo>
                    <a:pt x="5913" y="2058"/>
                  </a:lnTo>
                  <a:cubicBezTo>
                    <a:pt x="6134" y="1900"/>
                    <a:pt x="6102" y="1522"/>
                    <a:pt x="5787" y="1427"/>
                  </a:cubicBezTo>
                  <a:lnTo>
                    <a:pt x="589" y="10"/>
                  </a:lnTo>
                  <a:cubicBezTo>
                    <a:pt x="556" y="3"/>
                    <a:pt x="524" y="0"/>
                    <a:pt x="492" y="0"/>
                  </a:cubicBezTo>
                  <a:close/>
                </a:path>
              </a:pathLst>
            </a:custGeom>
            <a:grpFill/>
            <a:ln>
              <a:noFill/>
            </a:ln>
          </p:spPr>
          <p:txBody>
            <a:bodyPr spcFirstLastPara="1" wrap="square" lIns="121900" tIns="121900" rIns="121900" bIns="121900" anchor="ctr" anchorCtr="0">
              <a:noAutofit/>
            </a:bodyPr>
            <a:lstStyle/>
            <a:p>
              <a:endParaRPr sz="2400"/>
            </a:p>
          </p:txBody>
        </p:sp>
        <p:sp>
          <p:nvSpPr>
            <p:cNvPr id="42" name="Google Shape;10311;p67">
              <a:extLst>
                <a:ext uri="{FF2B5EF4-FFF2-40B4-BE49-F238E27FC236}">
                  <a16:creationId xmlns:a16="http://schemas.microsoft.com/office/drawing/2014/main" id="{6C79F158-EB8A-92B1-A577-E7CD231E5D49}"/>
                </a:ext>
              </a:extLst>
            </p:cNvPr>
            <p:cNvSpPr/>
            <p:nvPr/>
          </p:nvSpPr>
          <p:spPr>
            <a:xfrm>
              <a:off x="-6272400" y="3691975"/>
              <a:ext cx="136300" cy="135500"/>
            </a:xfrm>
            <a:custGeom>
              <a:avLst/>
              <a:gdLst/>
              <a:ahLst/>
              <a:cxnLst/>
              <a:rect l="l" t="t" r="r" b="b"/>
              <a:pathLst>
                <a:path w="5452" h="5420" extrusionOk="0">
                  <a:moveTo>
                    <a:pt x="2742" y="0"/>
                  </a:moveTo>
                  <a:cubicBezTo>
                    <a:pt x="1261" y="0"/>
                    <a:pt x="1" y="1229"/>
                    <a:pt x="1" y="2710"/>
                  </a:cubicBezTo>
                  <a:cubicBezTo>
                    <a:pt x="1" y="4127"/>
                    <a:pt x="1041" y="5293"/>
                    <a:pt x="2427" y="5419"/>
                  </a:cubicBezTo>
                  <a:lnTo>
                    <a:pt x="2112" y="4317"/>
                  </a:lnTo>
                  <a:cubicBezTo>
                    <a:pt x="1482" y="4096"/>
                    <a:pt x="1009" y="3466"/>
                    <a:pt x="1009" y="2741"/>
                  </a:cubicBezTo>
                  <a:cubicBezTo>
                    <a:pt x="1041" y="1765"/>
                    <a:pt x="1828" y="1009"/>
                    <a:pt x="2773" y="1009"/>
                  </a:cubicBezTo>
                  <a:cubicBezTo>
                    <a:pt x="3530" y="1009"/>
                    <a:pt x="4128" y="1481"/>
                    <a:pt x="4349" y="2143"/>
                  </a:cubicBezTo>
                  <a:lnTo>
                    <a:pt x="5451" y="2458"/>
                  </a:lnTo>
                  <a:cubicBezTo>
                    <a:pt x="5294" y="1072"/>
                    <a:pt x="4160" y="0"/>
                    <a:pt x="2742" y="0"/>
                  </a:cubicBezTo>
                  <a:close/>
                </a:path>
              </a:pathLst>
            </a:custGeom>
            <a:grpFill/>
            <a:ln>
              <a:noFill/>
            </a:ln>
          </p:spPr>
          <p:txBody>
            <a:bodyPr spcFirstLastPara="1" wrap="square" lIns="121900" tIns="121900" rIns="121900" bIns="121900" anchor="ctr" anchorCtr="0">
              <a:noAutofit/>
            </a:bodyPr>
            <a:lstStyle/>
            <a:p>
              <a:endParaRPr sz="2400"/>
            </a:p>
          </p:txBody>
        </p:sp>
        <p:sp>
          <p:nvSpPr>
            <p:cNvPr id="43" name="Google Shape;10312;p67">
              <a:extLst>
                <a:ext uri="{FF2B5EF4-FFF2-40B4-BE49-F238E27FC236}">
                  <a16:creationId xmlns:a16="http://schemas.microsoft.com/office/drawing/2014/main" id="{03DF772C-FD7D-86F9-B556-A4451AA2F183}"/>
                </a:ext>
              </a:extLst>
            </p:cNvPr>
            <p:cNvSpPr/>
            <p:nvPr/>
          </p:nvSpPr>
          <p:spPr>
            <a:xfrm>
              <a:off x="-6329100" y="3632100"/>
              <a:ext cx="257575" cy="256025"/>
            </a:xfrm>
            <a:custGeom>
              <a:avLst/>
              <a:gdLst/>
              <a:ahLst/>
              <a:cxnLst/>
              <a:rect l="l" t="t" r="r" b="b"/>
              <a:pathLst>
                <a:path w="10303" h="10241" extrusionOk="0">
                  <a:moveTo>
                    <a:pt x="5136" y="1"/>
                  </a:moveTo>
                  <a:cubicBezTo>
                    <a:pt x="2301" y="1"/>
                    <a:pt x="1" y="2269"/>
                    <a:pt x="1" y="5105"/>
                  </a:cubicBezTo>
                  <a:cubicBezTo>
                    <a:pt x="1" y="7972"/>
                    <a:pt x="2332" y="10240"/>
                    <a:pt x="5136" y="10240"/>
                  </a:cubicBezTo>
                  <a:cubicBezTo>
                    <a:pt x="5262" y="10240"/>
                    <a:pt x="5356" y="10240"/>
                    <a:pt x="5451" y="10177"/>
                  </a:cubicBezTo>
                  <a:lnTo>
                    <a:pt x="4978" y="8444"/>
                  </a:lnTo>
                  <a:cubicBezTo>
                    <a:pt x="4959" y="8445"/>
                    <a:pt x="4940" y="8445"/>
                    <a:pt x="4921" y="8445"/>
                  </a:cubicBezTo>
                  <a:cubicBezTo>
                    <a:pt x="3089" y="8445"/>
                    <a:pt x="1639" y="6945"/>
                    <a:pt x="1639" y="5105"/>
                  </a:cubicBezTo>
                  <a:cubicBezTo>
                    <a:pt x="1639" y="3214"/>
                    <a:pt x="3151" y="1702"/>
                    <a:pt x="5073" y="1702"/>
                  </a:cubicBezTo>
                  <a:cubicBezTo>
                    <a:pt x="6900" y="1702"/>
                    <a:pt x="8412" y="3151"/>
                    <a:pt x="8475" y="4979"/>
                  </a:cubicBezTo>
                  <a:lnTo>
                    <a:pt x="10208" y="5451"/>
                  </a:lnTo>
                  <a:cubicBezTo>
                    <a:pt x="10303" y="4002"/>
                    <a:pt x="9799" y="2553"/>
                    <a:pt x="8759" y="1482"/>
                  </a:cubicBezTo>
                  <a:cubicBezTo>
                    <a:pt x="7782" y="505"/>
                    <a:pt x="6522" y="1"/>
                    <a:pt x="5136"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44" name="Google Shape;10313;p67">
            <a:extLst>
              <a:ext uri="{FF2B5EF4-FFF2-40B4-BE49-F238E27FC236}">
                <a16:creationId xmlns:a16="http://schemas.microsoft.com/office/drawing/2014/main" id="{2B7BDDDC-C204-DC0D-C05C-D1E745102963}"/>
              </a:ext>
            </a:extLst>
          </p:cNvPr>
          <p:cNvGrpSpPr/>
          <p:nvPr/>
        </p:nvGrpSpPr>
        <p:grpSpPr>
          <a:xfrm>
            <a:off x="1932587" y="5446136"/>
            <a:ext cx="437060" cy="437097"/>
            <a:chOff x="-6329875" y="3992050"/>
            <a:chExt cx="291425" cy="291450"/>
          </a:xfrm>
          <a:solidFill>
            <a:srgbClr val="6C1D35"/>
          </a:solidFill>
        </p:grpSpPr>
        <p:sp>
          <p:nvSpPr>
            <p:cNvPr id="45" name="Google Shape;10314;p67">
              <a:extLst>
                <a:ext uri="{FF2B5EF4-FFF2-40B4-BE49-F238E27FC236}">
                  <a16:creationId xmlns:a16="http://schemas.microsoft.com/office/drawing/2014/main" id="{A8FF271A-5DAB-9017-97C2-B1DAC2C542DA}"/>
                </a:ext>
              </a:extLst>
            </p:cNvPr>
            <p:cNvSpPr/>
            <p:nvPr/>
          </p:nvSpPr>
          <p:spPr>
            <a:xfrm>
              <a:off x="-6090450" y="4077900"/>
              <a:ext cx="52000" cy="34675"/>
            </a:xfrm>
            <a:custGeom>
              <a:avLst/>
              <a:gdLst/>
              <a:ahLst/>
              <a:cxnLst/>
              <a:rect l="l" t="t" r="r" b="b"/>
              <a:pathLst>
                <a:path w="2080" h="1387" extrusionOk="0">
                  <a:moveTo>
                    <a:pt x="1" y="1"/>
                  </a:moveTo>
                  <a:lnTo>
                    <a:pt x="1" y="1387"/>
                  </a:lnTo>
                  <a:lnTo>
                    <a:pt x="2080" y="1387"/>
                  </a:lnTo>
                  <a:lnTo>
                    <a:pt x="2080" y="1040"/>
                  </a:lnTo>
                  <a:cubicBezTo>
                    <a:pt x="2080" y="473"/>
                    <a:pt x="1607" y="1"/>
                    <a:pt x="1072" y="1"/>
                  </a:cubicBezTo>
                  <a:close/>
                </a:path>
              </a:pathLst>
            </a:custGeom>
            <a:grpFill/>
            <a:ln>
              <a:noFill/>
            </a:ln>
          </p:spPr>
          <p:txBody>
            <a:bodyPr spcFirstLastPara="1" wrap="square" lIns="121900" tIns="121900" rIns="121900" bIns="121900" anchor="ctr" anchorCtr="0">
              <a:noAutofit/>
            </a:bodyPr>
            <a:lstStyle/>
            <a:p>
              <a:endParaRPr sz="2400"/>
            </a:p>
          </p:txBody>
        </p:sp>
        <p:sp>
          <p:nvSpPr>
            <p:cNvPr id="46" name="Google Shape;10315;p67">
              <a:extLst>
                <a:ext uri="{FF2B5EF4-FFF2-40B4-BE49-F238E27FC236}">
                  <a16:creationId xmlns:a16="http://schemas.microsoft.com/office/drawing/2014/main" id="{FD28DA36-330E-E180-F321-4473C5BFEC41}"/>
                </a:ext>
              </a:extLst>
            </p:cNvPr>
            <p:cNvSpPr/>
            <p:nvPr/>
          </p:nvSpPr>
          <p:spPr>
            <a:xfrm>
              <a:off x="-6262925" y="3992050"/>
              <a:ext cx="154400" cy="155200"/>
            </a:xfrm>
            <a:custGeom>
              <a:avLst/>
              <a:gdLst/>
              <a:ahLst/>
              <a:cxnLst/>
              <a:rect l="l" t="t" r="r" b="b"/>
              <a:pathLst>
                <a:path w="6176" h="6208" extrusionOk="0">
                  <a:moveTo>
                    <a:pt x="5167" y="1387"/>
                  </a:moveTo>
                  <a:cubicBezTo>
                    <a:pt x="5608" y="1387"/>
                    <a:pt x="5639" y="2048"/>
                    <a:pt x="5167" y="2048"/>
                  </a:cubicBezTo>
                  <a:lnTo>
                    <a:pt x="1071" y="2048"/>
                  </a:lnTo>
                  <a:cubicBezTo>
                    <a:pt x="1053" y="2051"/>
                    <a:pt x="1035" y="2052"/>
                    <a:pt x="1018" y="2052"/>
                  </a:cubicBezTo>
                  <a:cubicBezTo>
                    <a:pt x="628" y="2052"/>
                    <a:pt x="618" y="1387"/>
                    <a:pt x="1071" y="1387"/>
                  </a:cubicBezTo>
                  <a:close/>
                  <a:moveTo>
                    <a:pt x="5167" y="2773"/>
                  </a:moveTo>
                  <a:cubicBezTo>
                    <a:pt x="5608" y="2773"/>
                    <a:pt x="5639" y="3435"/>
                    <a:pt x="5167" y="3435"/>
                  </a:cubicBezTo>
                  <a:lnTo>
                    <a:pt x="1071" y="3435"/>
                  </a:lnTo>
                  <a:cubicBezTo>
                    <a:pt x="630" y="3435"/>
                    <a:pt x="599" y="2773"/>
                    <a:pt x="1071" y="2773"/>
                  </a:cubicBezTo>
                  <a:close/>
                  <a:moveTo>
                    <a:pt x="5167" y="4159"/>
                  </a:moveTo>
                  <a:cubicBezTo>
                    <a:pt x="5608" y="4159"/>
                    <a:pt x="5639" y="4821"/>
                    <a:pt x="5167" y="4821"/>
                  </a:cubicBezTo>
                  <a:lnTo>
                    <a:pt x="1071" y="4821"/>
                  </a:lnTo>
                  <a:cubicBezTo>
                    <a:pt x="630" y="4821"/>
                    <a:pt x="599" y="4159"/>
                    <a:pt x="1071" y="4159"/>
                  </a:cubicBezTo>
                  <a:close/>
                  <a:moveTo>
                    <a:pt x="347" y="1"/>
                  </a:moveTo>
                  <a:cubicBezTo>
                    <a:pt x="158" y="1"/>
                    <a:pt x="0" y="158"/>
                    <a:pt x="0" y="379"/>
                  </a:cubicBezTo>
                  <a:lnTo>
                    <a:pt x="0" y="6207"/>
                  </a:lnTo>
                  <a:lnTo>
                    <a:pt x="4726" y="6207"/>
                  </a:lnTo>
                  <a:cubicBezTo>
                    <a:pt x="5041" y="6207"/>
                    <a:pt x="5198" y="5672"/>
                    <a:pt x="5356" y="5420"/>
                  </a:cubicBezTo>
                  <a:cubicBezTo>
                    <a:pt x="5513" y="5104"/>
                    <a:pt x="5828" y="4884"/>
                    <a:pt x="6175" y="4852"/>
                  </a:cubicBezTo>
                  <a:lnTo>
                    <a:pt x="6175" y="379"/>
                  </a:lnTo>
                  <a:cubicBezTo>
                    <a:pt x="6175" y="158"/>
                    <a:pt x="6018" y="1"/>
                    <a:pt x="5828" y="1"/>
                  </a:cubicBezTo>
                  <a:close/>
                </a:path>
              </a:pathLst>
            </a:custGeom>
            <a:grpFill/>
            <a:ln>
              <a:noFill/>
            </a:ln>
          </p:spPr>
          <p:txBody>
            <a:bodyPr spcFirstLastPara="1" wrap="square" lIns="121900" tIns="121900" rIns="121900" bIns="121900" anchor="ctr" anchorCtr="0">
              <a:noAutofit/>
            </a:bodyPr>
            <a:lstStyle/>
            <a:p>
              <a:endParaRPr sz="2400"/>
            </a:p>
          </p:txBody>
        </p:sp>
        <p:sp>
          <p:nvSpPr>
            <p:cNvPr id="47" name="Google Shape;10316;p67">
              <a:extLst>
                <a:ext uri="{FF2B5EF4-FFF2-40B4-BE49-F238E27FC236}">
                  <a16:creationId xmlns:a16="http://schemas.microsoft.com/office/drawing/2014/main" id="{B987806E-BAE1-5D03-D0C9-A704FE11405A}"/>
                </a:ext>
              </a:extLst>
            </p:cNvPr>
            <p:cNvSpPr/>
            <p:nvPr/>
          </p:nvSpPr>
          <p:spPr>
            <a:xfrm>
              <a:off x="-6329875" y="4044825"/>
              <a:ext cx="51200" cy="102425"/>
            </a:xfrm>
            <a:custGeom>
              <a:avLst/>
              <a:gdLst/>
              <a:ahLst/>
              <a:cxnLst/>
              <a:rect l="l" t="t" r="r" b="b"/>
              <a:pathLst>
                <a:path w="2048" h="4097" extrusionOk="0">
                  <a:moveTo>
                    <a:pt x="1040" y="0"/>
                  </a:moveTo>
                  <a:cubicBezTo>
                    <a:pt x="473" y="0"/>
                    <a:pt x="0" y="473"/>
                    <a:pt x="0" y="1009"/>
                  </a:cubicBezTo>
                  <a:lnTo>
                    <a:pt x="0" y="4096"/>
                  </a:lnTo>
                  <a:lnTo>
                    <a:pt x="2048" y="4096"/>
                  </a:lnTo>
                  <a:lnTo>
                    <a:pt x="2048" y="0"/>
                  </a:lnTo>
                  <a:close/>
                </a:path>
              </a:pathLst>
            </a:custGeom>
            <a:grpFill/>
            <a:ln>
              <a:noFill/>
            </a:ln>
          </p:spPr>
          <p:txBody>
            <a:bodyPr spcFirstLastPara="1" wrap="square" lIns="121900" tIns="121900" rIns="121900" bIns="121900" anchor="ctr" anchorCtr="0">
              <a:noAutofit/>
            </a:bodyPr>
            <a:lstStyle/>
            <a:p>
              <a:endParaRPr sz="2400"/>
            </a:p>
          </p:txBody>
        </p:sp>
        <p:sp>
          <p:nvSpPr>
            <p:cNvPr id="48" name="Google Shape;10317;p67">
              <a:extLst>
                <a:ext uri="{FF2B5EF4-FFF2-40B4-BE49-F238E27FC236}">
                  <a16:creationId xmlns:a16="http://schemas.microsoft.com/office/drawing/2014/main" id="{950831C1-2A59-4F32-CB77-425628F48176}"/>
                </a:ext>
              </a:extLst>
            </p:cNvPr>
            <p:cNvSpPr/>
            <p:nvPr/>
          </p:nvSpPr>
          <p:spPr>
            <a:xfrm>
              <a:off x="-6329875" y="4129900"/>
              <a:ext cx="291425" cy="153600"/>
            </a:xfrm>
            <a:custGeom>
              <a:avLst/>
              <a:gdLst/>
              <a:ahLst/>
              <a:cxnLst/>
              <a:rect l="l" t="t" r="r" b="b"/>
              <a:pathLst>
                <a:path w="11657" h="6144" extrusionOk="0">
                  <a:moveTo>
                    <a:pt x="8948" y="0"/>
                  </a:moveTo>
                  <a:cubicBezTo>
                    <a:pt x="8664" y="0"/>
                    <a:pt x="8506" y="473"/>
                    <a:pt x="8349" y="788"/>
                  </a:cubicBezTo>
                  <a:cubicBezTo>
                    <a:pt x="8191" y="1166"/>
                    <a:pt x="7845" y="1355"/>
                    <a:pt x="7467" y="1355"/>
                  </a:cubicBezTo>
                  <a:lnTo>
                    <a:pt x="0" y="1355"/>
                  </a:lnTo>
                  <a:lnTo>
                    <a:pt x="0" y="5135"/>
                  </a:lnTo>
                  <a:cubicBezTo>
                    <a:pt x="0" y="5671"/>
                    <a:pt x="473" y="6143"/>
                    <a:pt x="1040" y="6143"/>
                  </a:cubicBezTo>
                  <a:lnTo>
                    <a:pt x="10649" y="6143"/>
                  </a:lnTo>
                  <a:cubicBezTo>
                    <a:pt x="11184" y="6143"/>
                    <a:pt x="11657" y="5671"/>
                    <a:pt x="11657" y="5135"/>
                  </a:cubicBezTo>
                  <a:lnTo>
                    <a:pt x="11657" y="0"/>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49" name="Google Shape;10322;p67">
            <a:extLst>
              <a:ext uri="{FF2B5EF4-FFF2-40B4-BE49-F238E27FC236}">
                <a16:creationId xmlns:a16="http://schemas.microsoft.com/office/drawing/2014/main" id="{0F315F21-2F2A-43F0-B8EA-14DE31D4BC67}"/>
              </a:ext>
            </a:extLst>
          </p:cNvPr>
          <p:cNvGrpSpPr/>
          <p:nvPr/>
        </p:nvGrpSpPr>
        <p:grpSpPr>
          <a:xfrm>
            <a:off x="4742737" y="4897440"/>
            <a:ext cx="440659" cy="437097"/>
            <a:chOff x="-4475825" y="3612425"/>
            <a:chExt cx="293825" cy="291450"/>
          </a:xfrm>
          <a:solidFill>
            <a:srgbClr val="6C1D35"/>
          </a:solidFill>
        </p:grpSpPr>
        <p:sp>
          <p:nvSpPr>
            <p:cNvPr id="50" name="Google Shape;10323;p67">
              <a:extLst>
                <a:ext uri="{FF2B5EF4-FFF2-40B4-BE49-F238E27FC236}">
                  <a16:creationId xmlns:a16="http://schemas.microsoft.com/office/drawing/2014/main" id="{D5F929EA-F2B4-BE85-B3A3-806E60FF120F}"/>
                </a:ext>
              </a:extLst>
            </p:cNvPr>
            <p:cNvSpPr/>
            <p:nvPr/>
          </p:nvSpPr>
          <p:spPr>
            <a:xfrm>
              <a:off x="-4349800" y="3664400"/>
              <a:ext cx="34675" cy="33100"/>
            </a:xfrm>
            <a:custGeom>
              <a:avLst/>
              <a:gdLst/>
              <a:ahLst/>
              <a:cxnLst/>
              <a:rect l="l" t="t" r="r" b="b"/>
              <a:pathLst>
                <a:path w="1387" h="1324" extrusionOk="0">
                  <a:moveTo>
                    <a:pt x="694" y="1"/>
                  </a:moveTo>
                  <a:cubicBezTo>
                    <a:pt x="347" y="1"/>
                    <a:pt x="32" y="316"/>
                    <a:pt x="32" y="662"/>
                  </a:cubicBezTo>
                  <a:cubicBezTo>
                    <a:pt x="1" y="1040"/>
                    <a:pt x="316" y="1324"/>
                    <a:pt x="694" y="1324"/>
                  </a:cubicBezTo>
                  <a:cubicBezTo>
                    <a:pt x="1103" y="1324"/>
                    <a:pt x="1387" y="1009"/>
                    <a:pt x="1387" y="662"/>
                  </a:cubicBezTo>
                  <a:cubicBezTo>
                    <a:pt x="1387" y="284"/>
                    <a:pt x="1072" y="1"/>
                    <a:pt x="694" y="1"/>
                  </a:cubicBezTo>
                  <a:close/>
                </a:path>
              </a:pathLst>
            </a:custGeom>
            <a:grpFill/>
            <a:ln>
              <a:noFill/>
            </a:ln>
          </p:spPr>
          <p:txBody>
            <a:bodyPr spcFirstLastPara="1" wrap="square" lIns="121900" tIns="121900" rIns="121900" bIns="121900" anchor="ctr" anchorCtr="0">
              <a:noAutofit/>
            </a:bodyPr>
            <a:lstStyle/>
            <a:p>
              <a:endParaRPr sz="2400"/>
            </a:p>
          </p:txBody>
        </p:sp>
        <p:sp>
          <p:nvSpPr>
            <p:cNvPr id="51" name="Google Shape;10324;p67">
              <a:extLst>
                <a:ext uri="{FF2B5EF4-FFF2-40B4-BE49-F238E27FC236}">
                  <a16:creationId xmlns:a16="http://schemas.microsoft.com/office/drawing/2014/main" id="{4F0EA293-B849-A5B9-8009-62588770D350}"/>
                </a:ext>
              </a:extLst>
            </p:cNvPr>
            <p:cNvSpPr/>
            <p:nvPr/>
          </p:nvSpPr>
          <p:spPr>
            <a:xfrm>
              <a:off x="-4366325" y="3714800"/>
              <a:ext cx="68525" cy="34700"/>
            </a:xfrm>
            <a:custGeom>
              <a:avLst/>
              <a:gdLst/>
              <a:ahLst/>
              <a:cxnLst/>
              <a:rect l="l" t="t" r="r" b="b"/>
              <a:pathLst>
                <a:path w="2741" h="1388" extrusionOk="0">
                  <a:moveTo>
                    <a:pt x="1008" y="1"/>
                  </a:moveTo>
                  <a:cubicBezTo>
                    <a:pt x="473" y="1"/>
                    <a:pt x="0" y="474"/>
                    <a:pt x="0" y="1009"/>
                  </a:cubicBezTo>
                  <a:lnTo>
                    <a:pt x="0" y="1387"/>
                  </a:lnTo>
                  <a:lnTo>
                    <a:pt x="2741" y="1387"/>
                  </a:lnTo>
                  <a:lnTo>
                    <a:pt x="2741" y="1009"/>
                  </a:lnTo>
                  <a:cubicBezTo>
                    <a:pt x="2741" y="474"/>
                    <a:pt x="2268" y="1"/>
                    <a:pt x="1670" y="1"/>
                  </a:cubicBezTo>
                  <a:close/>
                </a:path>
              </a:pathLst>
            </a:custGeom>
            <a:grpFill/>
            <a:ln>
              <a:noFill/>
            </a:ln>
          </p:spPr>
          <p:txBody>
            <a:bodyPr spcFirstLastPara="1" wrap="square" lIns="121900" tIns="121900" rIns="121900" bIns="121900" anchor="ctr" anchorCtr="0">
              <a:noAutofit/>
            </a:bodyPr>
            <a:lstStyle/>
            <a:p>
              <a:endParaRPr sz="2400"/>
            </a:p>
          </p:txBody>
        </p:sp>
        <p:sp>
          <p:nvSpPr>
            <p:cNvPr id="52" name="Google Shape;10325;p67">
              <a:extLst>
                <a:ext uri="{FF2B5EF4-FFF2-40B4-BE49-F238E27FC236}">
                  <a16:creationId xmlns:a16="http://schemas.microsoft.com/office/drawing/2014/main" id="{A2B01E38-5AD3-A563-C04D-C0E07F73FAD1}"/>
                </a:ext>
              </a:extLst>
            </p:cNvPr>
            <p:cNvSpPr/>
            <p:nvPr/>
          </p:nvSpPr>
          <p:spPr>
            <a:xfrm>
              <a:off x="-4475825" y="3612425"/>
              <a:ext cx="293825" cy="291450"/>
            </a:xfrm>
            <a:custGeom>
              <a:avLst/>
              <a:gdLst/>
              <a:ahLst/>
              <a:cxnLst/>
              <a:rect l="l" t="t" r="r" b="b"/>
              <a:pathLst>
                <a:path w="11753" h="11658" extrusionOk="0">
                  <a:moveTo>
                    <a:pt x="5703" y="1324"/>
                  </a:moveTo>
                  <a:cubicBezTo>
                    <a:pt x="6459" y="1324"/>
                    <a:pt x="7089" y="1954"/>
                    <a:pt x="7089" y="2710"/>
                  </a:cubicBezTo>
                  <a:cubicBezTo>
                    <a:pt x="7089" y="3025"/>
                    <a:pt x="6963" y="3340"/>
                    <a:pt x="6774" y="3592"/>
                  </a:cubicBezTo>
                  <a:cubicBezTo>
                    <a:pt x="7373" y="3844"/>
                    <a:pt x="7751" y="4443"/>
                    <a:pt x="7751" y="5104"/>
                  </a:cubicBezTo>
                  <a:lnTo>
                    <a:pt x="7751" y="5766"/>
                  </a:lnTo>
                  <a:lnTo>
                    <a:pt x="7783" y="5766"/>
                  </a:lnTo>
                  <a:cubicBezTo>
                    <a:pt x="7783" y="5986"/>
                    <a:pt x="7625" y="6144"/>
                    <a:pt x="7436" y="6144"/>
                  </a:cubicBezTo>
                  <a:lnTo>
                    <a:pt x="4002" y="6144"/>
                  </a:lnTo>
                  <a:cubicBezTo>
                    <a:pt x="3813" y="6144"/>
                    <a:pt x="3655" y="5986"/>
                    <a:pt x="3655" y="5766"/>
                  </a:cubicBezTo>
                  <a:lnTo>
                    <a:pt x="3655" y="5104"/>
                  </a:lnTo>
                  <a:cubicBezTo>
                    <a:pt x="3655" y="4443"/>
                    <a:pt x="4065" y="3844"/>
                    <a:pt x="4664" y="3592"/>
                  </a:cubicBezTo>
                  <a:cubicBezTo>
                    <a:pt x="4443" y="3340"/>
                    <a:pt x="4348" y="3056"/>
                    <a:pt x="4348" y="2710"/>
                  </a:cubicBezTo>
                  <a:cubicBezTo>
                    <a:pt x="4348" y="1954"/>
                    <a:pt x="4979" y="1324"/>
                    <a:pt x="5703" y="1324"/>
                  </a:cubicBezTo>
                  <a:close/>
                  <a:moveTo>
                    <a:pt x="5798" y="0"/>
                  </a:moveTo>
                  <a:cubicBezTo>
                    <a:pt x="3561" y="0"/>
                    <a:pt x="1702" y="1859"/>
                    <a:pt x="1702" y="4096"/>
                  </a:cubicBezTo>
                  <a:cubicBezTo>
                    <a:pt x="1702" y="5041"/>
                    <a:pt x="2017" y="5955"/>
                    <a:pt x="2553" y="6616"/>
                  </a:cubicBezTo>
                  <a:lnTo>
                    <a:pt x="1702" y="7120"/>
                  </a:lnTo>
                  <a:cubicBezTo>
                    <a:pt x="1513" y="6963"/>
                    <a:pt x="1293" y="6900"/>
                    <a:pt x="1040" y="6900"/>
                  </a:cubicBezTo>
                  <a:cubicBezTo>
                    <a:pt x="473" y="6900"/>
                    <a:pt x="1" y="7341"/>
                    <a:pt x="1" y="7908"/>
                  </a:cubicBezTo>
                  <a:cubicBezTo>
                    <a:pt x="1" y="8475"/>
                    <a:pt x="473" y="8948"/>
                    <a:pt x="1040" y="8948"/>
                  </a:cubicBezTo>
                  <a:cubicBezTo>
                    <a:pt x="1576" y="8948"/>
                    <a:pt x="2049" y="8475"/>
                    <a:pt x="2049" y="7908"/>
                  </a:cubicBezTo>
                  <a:lnTo>
                    <a:pt x="2049" y="7719"/>
                  </a:lnTo>
                  <a:lnTo>
                    <a:pt x="3025" y="7120"/>
                  </a:lnTo>
                  <a:cubicBezTo>
                    <a:pt x="3309" y="7372"/>
                    <a:pt x="3592" y="7593"/>
                    <a:pt x="3939" y="7751"/>
                  </a:cubicBezTo>
                  <a:lnTo>
                    <a:pt x="3277" y="8948"/>
                  </a:lnTo>
                  <a:lnTo>
                    <a:pt x="3088" y="8948"/>
                  </a:lnTo>
                  <a:cubicBezTo>
                    <a:pt x="2521" y="8948"/>
                    <a:pt x="2049" y="9420"/>
                    <a:pt x="2049" y="9956"/>
                  </a:cubicBezTo>
                  <a:cubicBezTo>
                    <a:pt x="2049" y="10523"/>
                    <a:pt x="2521" y="10996"/>
                    <a:pt x="3088" y="10996"/>
                  </a:cubicBezTo>
                  <a:cubicBezTo>
                    <a:pt x="3624" y="10996"/>
                    <a:pt x="4096" y="10523"/>
                    <a:pt x="4096" y="9956"/>
                  </a:cubicBezTo>
                  <a:cubicBezTo>
                    <a:pt x="4096" y="9735"/>
                    <a:pt x="4033" y="9483"/>
                    <a:pt x="3876" y="9294"/>
                  </a:cubicBezTo>
                  <a:lnTo>
                    <a:pt x="4569" y="8034"/>
                  </a:lnTo>
                  <a:cubicBezTo>
                    <a:pt x="4853" y="8097"/>
                    <a:pt x="5168" y="8192"/>
                    <a:pt x="5483" y="8223"/>
                  </a:cubicBezTo>
                  <a:lnTo>
                    <a:pt x="5483" y="9672"/>
                  </a:lnTo>
                  <a:cubicBezTo>
                    <a:pt x="5073" y="9830"/>
                    <a:pt x="4821" y="10208"/>
                    <a:pt x="4821" y="10617"/>
                  </a:cubicBezTo>
                  <a:cubicBezTo>
                    <a:pt x="4821" y="11185"/>
                    <a:pt x="5294" y="11657"/>
                    <a:pt x="5829" y="11657"/>
                  </a:cubicBezTo>
                  <a:cubicBezTo>
                    <a:pt x="6396" y="11657"/>
                    <a:pt x="6869" y="11185"/>
                    <a:pt x="6869" y="10617"/>
                  </a:cubicBezTo>
                  <a:cubicBezTo>
                    <a:pt x="6869" y="10208"/>
                    <a:pt x="6585" y="9798"/>
                    <a:pt x="6176" y="9672"/>
                  </a:cubicBezTo>
                  <a:lnTo>
                    <a:pt x="6176" y="8223"/>
                  </a:lnTo>
                  <a:cubicBezTo>
                    <a:pt x="6491" y="8192"/>
                    <a:pt x="6806" y="8160"/>
                    <a:pt x="7089" y="8034"/>
                  </a:cubicBezTo>
                  <a:lnTo>
                    <a:pt x="7814" y="9294"/>
                  </a:lnTo>
                  <a:cubicBezTo>
                    <a:pt x="7657" y="9483"/>
                    <a:pt x="7562" y="9672"/>
                    <a:pt x="7562" y="9956"/>
                  </a:cubicBezTo>
                  <a:cubicBezTo>
                    <a:pt x="7562" y="10523"/>
                    <a:pt x="8035" y="10996"/>
                    <a:pt x="8602" y="10996"/>
                  </a:cubicBezTo>
                  <a:cubicBezTo>
                    <a:pt x="9137" y="10996"/>
                    <a:pt x="9610" y="10523"/>
                    <a:pt x="9610" y="9956"/>
                  </a:cubicBezTo>
                  <a:cubicBezTo>
                    <a:pt x="9610" y="9420"/>
                    <a:pt x="9137" y="8948"/>
                    <a:pt x="8602" y="8948"/>
                  </a:cubicBezTo>
                  <a:lnTo>
                    <a:pt x="8381" y="8948"/>
                  </a:lnTo>
                  <a:lnTo>
                    <a:pt x="7720" y="7751"/>
                  </a:lnTo>
                  <a:cubicBezTo>
                    <a:pt x="8035" y="7593"/>
                    <a:pt x="8350" y="7372"/>
                    <a:pt x="8633" y="7120"/>
                  </a:cubicBezTo>
                  <a:lnTo>
                    <a:pt x="9704" y="7719"/>
                  </a:lnTo>
                  <a:lnTo>
                    <a:pt x="9704" y="7908"/>
                  </a:lnTo>
                  <a:cubicBezTo>
                    <a:pt x="9704" y="8475"/>
                    <a:pt x="10177" y="8948"/>
                    <a:pt x="10713" y="8948"/>
                  </a:cubicBezTo>
                  <a:cubicBezTo>
                    <a:pt x="11280" y="8948"/>
                    <a:pt x="11752" y="8475"/>
                    <a:pt x="11752" y="7908"/>
                  </a:cubicBezTo>
                  <a:cubicBezTo>
                    <a:pt x="11626" y="7309"/>
                    <a:pt x="11154" y="6900"/>
                    <a:pt x="10586" y="6900"/>
                  </a:cubicBezTo>
                  <a:cubicBezTo>
                    <a:pt x="10366" y="6900"/>
                    <a:pt x="10114" y="6963"/>
                    <a:pt x="9925" y="7120"/>
                  </a:cubicBezTo>
                  <a:lnTo>
                    <a:pt x="9011" y="6616"/>
                  </a:lnTo>
                  <a:cubicBezTo>
                    <a:pt x="9515" y="5892"/>
                    <a:pt x="9893" y="4978"/>
                    <a:pt x="9893" y="4096"/>
                  </a:cubicBezTo>
                  <a:cubicBezTo>
                    <a:pt x="9893" y="1796"/>
                    <a:pt x="8035" y="0"/>
                    <a:pt x="5798"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53" name="Google Shape;10326;p67">
            <a:extLst>
              <a:ext uri="{FF2B5EF4-FFF2-40B4-BE49-F238E27FC236}">
                <a16:creationId xmlns:a16="http://schemas.microsoft.com/office/drawing/2014/main" id="{F5F2456C-A6DB-7CC1-E2A4-62E33C3F0AF8}"/>
              </a:ext>
            </a:extLst>
          </p:cNvPr>
          <p:cNvGrpSpPr/>
          <p:nvPr/>
        </p:nvGrpSpPr>
        <p:grpSpPr>
          <a:xfrm>
            <a:off x="4739794" y="5446154"/>
            <a:ext cx="446545" cy="437060"/>
            <a:chOff x="-4480550" y="3970800"/>
            <a:chExt cx="297750" cy="291425"/>
          </a:xfrm>
          <a:solidFill>
            <a:srgbClr val="6C1D35"/>
          </a:solidFill>
        </p:grpSpPr>
        <p:sp>
          <p:nvSpPr>
            <p:cNvPr id="54" name="Google Shape;10327;p67">
              <a:extLst>
                <a:ext uri="{FF2B5EF4-FFF2-40B4-BE49-F238E27FC236}">
                  <a16:creationId xmlns:a16="http://schemas.microsoft.com/office/drawing/2014/main" id="{2C604CA7-AE18-2A2E-C7F9-D19D2E0DE9F6}"/>
                </a:ext>
              </a:extLst>
            </p:cNvPr>
            <p:cNvSpPr/>
            <p:nvPr/>
          </p:nvSpPr>
          <p:spPr>
            <a:xfrm>
              <a:off x="-4426200" y="4058225"/>
              <a:ext cx="51225" cy="69325"/>
            </a:xfrm>
            <a:custGeom>
              <a:avLst/>
              <a:gdLst/>
              <a:ahLst/>
              <a:cxnLst/>
              <a:rect l="l" t="t" r="r" b="b"/>
              <a:pathLst>
                <a:path w="2049" h="2773" extrusionOk="0">
                  <a:moveTo>
                    <a:pt x="1" y="0"/>
                  </a:moveTo>
                  <a:lnTo>
                    <a:pt x="1" y="2773"/>
                  </a:lnTo>
                  <a:lnTo>
                    <a:pt x="2048" y="2773"/>
                  </a:lnTo>
                  <a:lnTo>
                    <a:pt x="2048" y="0"/>
                  </a:lnTo>
                  <a:close/>
                </a:path>
              </a:pathLst>
            </a:custGeom>
            <a:grpFill/>
            <a:ln>
              <a:noFill/>
            </a:ln>
          </p:spPr>
          <p:txBody>
            <a:bodyPr spcFirstLastPara="1" wrap="square" lIns="121900" tIns="121900" rIns="121900" bIns="121900" anchor="ctr" anchorCtr="0">
              <a:noAutofit/>
            </a:bodyPr>
            <a:lstStyle/>
            <a:p>
              <a:endParaRPr sz="2400"/>
            </a:p>
          </p:txBody>
        </p:sp>
        <p:sp>
          <p:nvSpPr>
            <p:cNvPr id="55" name="Google Shape;10328;p67">
              <a:extLst>
                <a:ext uri="{FF2B5EF4-FFF2-40B4-BE49-F238E27FC236}">
                  <a16:creationId xmlns:a16="http://schemas.microsoft.com/office/drawing/2014/main" id="{59F327EF-3712-AC25-37A0-DE9F323DDA4E}"/>
                </a:ext>
              </a:extLst>
            </p:cNvPr>
            <p:cNvSpPr/>
            <p:nvPr/>
          </p:nvSpPr>
          <p:spPr>
            <a:xfrm>
              <a:off x="-4480550" y="3970800"/>
              <a:ext cx="297750" cy="291425"/>
            </a:xfrm>
            <a:custGeom>
              <a:avLst/>
              <a:gdLst/>
              <a:ahLst/>
              <a:cxnLst/>
              <a:rect l="l" t="t" r="r" b="b"/>
              <a:pathLst>
                <a:path w="11910" h="11657" extrusionOk="0">
                  <a:moveTo>
                    <a:pt x="10082" y="2804"/>
                  </a:moveTo>
                  <a:cubicBezTo>
                    <a:pt x="10492" y="2804"/>
                    <a:pt x="10555" y="3466"/>
                    <a:pt x="10082" y="3466"/>
                  </a:cubicBezTo>
                  <a:lnTo>
                    <a:pt x="5924" y="3466"/>
                  </a:lnTo>
                  <a:cubicBezTo>
                    <a:pt x="5913" y="3466"/>
                    <a:pt x="5903" y="3467"/>
                    <a:pt x="5893" y="3467"/>
                  </a:cubicBezTo>
                  <a:cubicBezTo>
                    <a:pt x="5451" y="3467"/>
                    <a:pt x="5462" y="2804"/>
                    <a:pt x="5924" y="2804"/>
                  </a:cubicBezTo>
                  <a:close/>
                  <a:moveTo>
                    <a:pt x="10082" y="4159"/>
                  </a:moveTo>
                  <a:cubicBezTo>
                    <a:pt x="10492" y="4159"/>
                    <a:pt x="10555" y="4852"/>
                    <a:pt x="10082" y="4852"/>
                  </a:cubicBezTo>
                  <a:lnTo>
                    <a:pt x="5924" y="4852"/>
                  </a:lnTo>
                  <a:cubicBezTo>
                    <a:pt x="5451" y="4852"/>
                    <a:pt x="5451" y="4159"/>
                    <a:pt x="5924" y="4159"/>
                  </a:cubicBezTo>
                  <a:close/>
                  <a:moveTo>
                    <a:pt x="6807" y="5481"/>
                  </a:moveTo>
                  <a:cubicBezTo>
                    <a:pt x="7492" y="5481"/>
                    <a:pt x="8531" y="5513"/>
                    <a:pt x="10082" y="5513"/>
                  </a:cubicBezTo>
                  <a:cubicBezTo>
                    <a:pt x="10492" y="5513"/>
                    <a:pt x="10555" y="6175"/>
                    <a:pt x="10082" y="6175"/>
                  </a:cubicBezTo>
                  <a:lnTo>
                    <a:pt x="5924" y="6175"/>
                  </a:lnTo>
                  <a:lnTo>
                    <a:pt x="5924" y="6206"/>
                  </a:lnTo>
                  <a:cubicBezTo>
                    <a:pt x="5735" y="6206"/>
                    <a:pt x="5577" y="6049"/>
                    <a:pt x="5577" y="5860"/>
                  </a:cubicBezTo>
                  <a:cubicBezTo>
                    <a:pt x="5577" y="5546"/>
                    <a:pt x="5837" y="5481"/>
                    <a:pt x="6807" y="5481"/>
                  </a:cubicBezTo>
                  <a:close/>
                  <a:moveTo>
                    <a:pt x="4569" y="2804"/>
                  </a:moveTo>
                  <a:cubicBezTo>
                    <a:pt x="4758" y="2804"/>
                    <a:pt x="4916" y="2961"/>
                    <a:pt x="4916" y="3151"/>
                  </a:cubicBezTo>
                  <a:lnTo>
                    <a:pt x="4916" y="6585"/>
                  </a:lnTo>
                  <a:cubicBezTo>
                    <a:pt x="4916" y="6774"/>
                    <a:pt x="4758" y="6931"/>
                    <a:pt x="4569" y="6931"/>
                  </a:cubicBezTo>
                  <a:lnTo>
                    <a:pt x="1797" y="6931"/>
                  </a:lnTo>
                  <a:cubicBezTo>
                    <a:pt x="1608" y="6931"/>
                    <a:pt x="1450" y="6774"/>
                    <a:pt x="1450" y="6585"/>
                  </a:cubicBezTo>
                  <a:lnTo>
                    <a:pt x="1450" y="3151"/>
                  </a:lnTo>
                  <a:cubicBezTo>
                    <a:pt x="1450" y="2961"/>
                    <a:pt x="1608" y="2804"/>
                    <a:pt x="1797" y="2804"/>
                  </a:cubicBezTo>
                  <a:close/>
                  <a:moveTo>
                    <a:pt x="4916" y="8317"/>
                  </a:moveTo>
                  <a:lnTo>
                    <a:pt x="4916" y="8979"/>
                  </a:lnTo>
                  <a:lnTo>
                    <a:pt x="3529" y="8979"/>
                  </a:lnTo>
                  <a:lnTo>
                    <a:pt x="3529" y="8317"/>
                  </a:lnTo>
                  <a:close/>
                  <a:moveTo>
                    <a:pt x="8381" y="8317"/>
                  </a:moveTo>
                  <a:lnTo>
                    <a:pt x="8381" y="8979"/>
                  </a:lnTo>
                  <a:lnTo>
                    <a:pt x="6963" y="8979"/>
                  </a:lnTo>
                  <a:lnTo>
                    <a:pt x="6963" y="8317"/>
                  </a:lnTo>
                  <a:close/>
                  <a:moveTo>
                    <a:pt x="1828" y="0"/>
                  </a:moveTo>
                  <a:cubicBezTo>
                    <a:pt x="1419" y="0"/>
                    <a:pt x="1355" y="662"/>
                    <a:pt x="1828" y="662"/>
                  </a:cubicBezTo>
                  <a:lnTo>
                    <a:pt x="2206" y="662"/>
                  </a:lnTo>
                  <a:lnTo>
                    <a:pt x="2206" y="1418"/>
                  </a:lnTo>
                  <a:lnTo>
                    <a:pt x="1166" y="1418"/>
                  </a:lnTo>
                  <a:cubicBezTo>
                    <a:pt x="631" y="1418"/>
                    <a:pt x="158" y="1890"/>
                    <a:pt x="158" y="2426"/>
                  </a:cubicBezTo>
                  <a:lnTo>
                    <a:pt x="158" y="7246"/>
                  </a:lnTo>
                  <a:cubicBezTo>
                    <a:pt x="158" y="7782"/>
                    <a:pt x="631" y="8254"/>
                    <a:pt x="1166" y="8254"/>
                  </a:cubicBezTo>
                  <a:lnTo>
                    <a:pt x="2868" y="8254"/>
                  </a:lnTo>
                  <a:lnTo>
                    <a:pt x="2868" y="8947"/>
                  </a:lnTo>
                  <a:lnTo>
                    <a:pt x="1828" y="8947"/>
                  </a:lnTo>
                  <a:cubicBezTo>
                    <a:pt x="1419" y="8947"/>
                    <a:pt x="1355" y="9609"/>
                    <a:pt x="1828" y="9609"/>
                  </a:cubicBezTo>
                  <a:lnTo>
                    <a:pt x="4916" y="9609"/>
                  </a:lnTo>
                  <a:lnTo>
                    <a:pt x="4916" y="10995"/>
                  </a:lnTo>
                  <a:lnTo>
                    <a:pt x="473" y="10995"/>
                  </a:lnTo>
                  <a:cubicBezTo>
                    <a:pt x="32" y="10995"/>
                    <a:pt x="1" y="11657"/>
                    <a:pt x="473" y="11657"/>
                  </a:cubicBezTo>
                  <a:lnTo>
                    <a:pt x="11437" y="11657"/>
                  </a:lnTo>
                  <a:cubicBezTo>
                    <a:pt x="11878" y="11657"/>
                    <a:pt x="11910" y="10995"/>
                    <a:pt x="11437" y="10995"/>
                  </a:cubicBezTo>
                  <a:lnTo>
                    <a:pt x="6963" y="10995"/>
                  </a:lnTo>
                  <a:lnTo>
                    <a:pt x="6963" y="9609"/>
                  </a:lnTo>
                  <a:lnTo>
                    <a:pt x="10082" y="9609"/>
                  </a:lnTo>
                  <a:cubicBezTo>
                    <a:pt x="10492" y="9609"/>
                    <a:pt x="10555" y="8947"/>
                    <a:pt x="10082" y="8947"/>
                  </a:cubicBezTo>
                  <a:lnTo>
                    <a:pt x="9043" y="8947"/>
                  </a:lnTo>
                  <a:lnTo>
                    <a:pt x="9043" y="8254"/>
                  </a:lnTo>
                  <a:lnTo>
                    <a:pt x="10775" y="8254"/>
                  </a:lnTo>
                  <a:cubicBezTo>
                    <a:pt x="11343" y="8254"/>
                    <a:pt x="11815" y="7782"/>
                    <a:pt x="11815" y="7246"/>
                  </a:cubicBezTo>
                  <a:lnTo>
                    <a:pt x="11815" y="2426"/>
                  </a:lnTo>
                  <a:cubicBezTo>
                    <a:pt x="11815" y="1890"/>
                    <a:pt x="11343" y="1418"/>
                    <a:pt x="10775" y="1418"/>
                  </a:cubicBezTo>
                  <a:lnTo>
                    <a:pt x="9767" y="1418"/>
                  </a:lnTo>
                  <a:lnTo>
                    <a:pt x="9767" y="662"/>
                  </a:lnTo>
                  <a:lnTo>
                    <a:pt x="10114" y="662"/>
                  </a:lnTo>
                  <a:cubicBezTo>
                    <a:pt x="10555" y="662"/>
                    <a:pt x="10586" y="0"/>
                    <a:pt x="10114" y="0"/>
                  </a:cubicBezTo>
                  <a:lnTo>
                    <a:pt x="8728" y="0"/>
                  </a:lnTo>
                  <a:cubicBezTo>
                    <a:pt x="8287" y="0"/>
                    <a:pt x="8255" y="662"/>
                    <a:pt x="8728" y="662"/>
                  </a:cubicBezTo>
                  <a:lnTo>
                    <a:pt x="9074" y="662"/>
                  </a:lnTo>
                  <a:lnTo>
                    <a:pt x="9074" y="1418"/>
                  </a:lnTo>
                  <a:lnTo>
                    <a:pt x="6302" y="1418"/>
                  </a:lnTo>
                  <a:lnTo>
                    <a:pt x="6302" y="662"/>
                  </a:lnTo>
                  <a:lnTo>
                    <a:pt x="6648" y="662"/>
                  </a:lnTo>
                  <a:cubicBezTo>
                    <a:pt x="7089" y="662"/>
                    <a:pt x="7121" y="0"/>
                    <a:pt x="6648" y="0"/>
                  </a:cubicBezTo>
                  <a:lnTo>
                    <a:pt x="5262" y="0"/>
                  </a:lnTo>
                  <a:cubicBezTo>
                    <a:pt x="4821" y="0"/>
                    <a:pt x="4790" y="662"/>
                    <a:pt x="5262" y="662"/>
                  </a:cubicBezTo>
                  <a:lnTo>
                    <a:pt x="5609" y="662"/>
                  </a:lnTo>
                  <a:lnTo>
                    <a:pt x="5609" y="1418"/>
                  </a:lnTo>
                  <a:lnTo>
                    <a:pt x="2868" y="1418"/>
                  </a:lnTo>
                  <a:lnTo>
                    <a:pt x="2868" y="662"/>
                  </a:lnTo>
                  <a:lnTo>
                    <a:pt x="3214" y="662"/>
                  </a:lnTo>
                  <a:cubicBezTo>
                    <a:pt x="3655" y="662"/>
                    <a:pt x="3687" y="0"/>
                    <a:pt x="3214"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56" name="Google Shape;10335;p67">
            <a:extLst>
              <a:ext uri="{FF2B5EF4-FFF2-40B4-BE49-F238E27FC236}">
                <a16:creationId xmlns:a16="http://schemas.microsoft.com/office/drawing/2014/main" id="{B587E208-98A7-DD23-1840-CBA2F6E4417D}"/>
              </a:ext>
            </a:extLst>
          </p:cNvPr>
          <p:cNvGrpSpPr/>
          <p:nvPr/>
        </p:nvGrpSpPr>
        <p:grpSpPr>
          <a:xfrm>
            <a:off x="7565417" y="4897440"/>
            <a:ext cx="438297" cy="437097"/>
            <a:chOff x="-2671375" y="3597450"/>
            <a:chExt cx="292250" cy="291450"/>
          </a:xfrm>
          <a:solidFill>
            <a:srgbClr val="6C1D35"/>
          </a:solidFill>
        </p:grpSpPr>
        <p:sp>
          <p:nvSpPr>
            <p:cNvPr id="57" name="Google Shape;10336;p67">
              <a:extLst>
                <a:ext uri="{FF2B5EF4-FFF2-40B4-BE49-F238E27FC236}">
                  <a16:creationId xmlns:a16="http://schemas.microsoft.com/office/drawing/2014/main" id="{E185EC2F-C5CB-CCCB-617B-FE64C2D1C4C3}"/>
                </a:ext>
              </a:extLst>
            </p:cNvPr>
            <p:cNvSpPr/>
            <p:nvPr/>
          </p:nvSpPr>
          <p:spPr>
            <a:xfrm>
              <a:off x="-2654050" y="3597450"/>
              <a:ext cx="260725" cy="51225"/>
            </a:xfrm>
            <a:custGeom>
              <a:avLst/>
              <a:gdLst/>
              <a:ahLst/>
              <a:cxnLst/>
              <a:rect l="l" t="t" r="r" b="b"/>
              <a:pathLst>
                <a:path w="10429" h="2049" extrusionOk="0">
                  <a:moveTo>
                    <a:pt x="1513" y="1"/>
                  </a:moveTo>
                  <a:cubicBezTo>
                    <a:pt x="1072" y="1"/>
                    <a:pt x="725" y="253"/>
                    <a:pt x="568" y="631"/>
                  </a:cubicBezTo>
                  <a:lnTo>
                    <a:pt x="1" y="2049"/>
                  </a:lnTo>
                  <a:lnTo>
                    <a:pt x="10429" y="2049"/>
                  </a:lnTo>
                  <a:lnTo>
                    <a:pt x="9830" y="631"/>
                  </a:lnTo>
                  <a:cubicBezTo>
                    <a:pt x="9673" y="253"/>
                    <a:pt x="9263" y="1"/>
                    <a:pt x="8885" y="1"/>
                  </a:cubicBezTo>
                  <a:close/>
                </a:path>
              </a:pathLst>
            </a:custGeom>
            <a:grpFill/>
            <a:ln>
              <a:noFill/>
            </a:ln>
          </p:spPr>
          <p:txBody>
            <a:bodyPr spcFirstLastPara="1" wrap="square" lIns="121900" tIns="121900" rIns="121900" bIns="121900" anchor="ctr" anchorCtr="0">
              <a:noAutofit/>
            </a:bodyPr>
            <a:lstStyle/>
            <a:p>
              <a:endParaRPr sz="2400"/>
            </a:p>
          </p:txBody>
        </p:sp>
        <p:sp>
          <p:nvSpPr>
            <p:cNvPr id="58" name="Google Shape;10337;p67">
              <a:extLst>
                <a:ext uri="{FF2B5EF4-FFF2-40B4-BE49-F238E27FC236}">
                  <a16:creationId xmlns:a16="http://schemas.microsoft.com/office/drawing/2014/main" id="{82271080-5F88-E7BA-0AC7-8178CDFD9435}"/>
                </a:ext>
              </a:extLst>
            </p:cNvPr>
            <p:cNvSpPr/>
            <p:nvPr/>
          </p:nvSpPr>
          <p:spPr>
            <a:xfrm>
              <a:off x="-2671375" y="3667550"/>
              <a:ext cx="292250" cy="221350"/>
            </a:xfrm>
            <a:custGeom>
              <a:avLst/>
              <a:gdLst/>
              <a:ahLst/>
              <a:cxnLst/>
              <a:rect l="l" t="t" r="r" b="b"/>
              <a:pathLst>
                <a:path w="11690" h="8854" extrusionOk="0">
                  <a:moveTo>
                    <a:pt x="1733" y="1324"/>
                  </a:moveTo>
                  <a:cubicBezTo>
                    <a:pt x="1922" y="1324"/>
                    <a:pt x="2080" y="1481"/>
                    <a:pt x="2080" y="1702"/>
                  </a:cubicBezTo>
                  <a:cubicBezTo>
                    <a:pt x="2080" y="1891"/>
                    <a:pt x="1922" y="2049"/>
                    <a:pt x="1733" y="2049"/>
                  </a:cubicBezTo>
                  <a:cubicBezTo>
                    <a:pt x="1544" y="2049"/>
                    <a:pt x="1387" y="1891"/>
                    <a:pt x="1387" y="1702"/>
                  </a:cubicBezTo>
                  <a:cubicBezTo>
                    <a:pt x="1387" y="1481"/>
                    <a:pt x="1544" y="1324"/>
                    <a:pt x="1733" y="1324"/>
                  </a:cubicBezTo>
                  <a:close/>
                  <a:moveTo>
                    <a:pt x="10019" y="1387"/>
                  </a:moveTo>
                  <a:cubicBezTo>
                    <a:pt x="10492" y="1387"/>
                    <a:pt x="10492" y="2049"/>
                    <a:pt x="10019" y="2049"/>
                  </a:cubicBezTo>
                  <a:lnTo>
                    <a:pt x="3781" y="2049"/>
                  </a:lnTo>
                  <a:cubicBezTo>
                    <a:pt x="3340" y="2049"/>
                    <a:pt x="3309" y="1387"/>
                    <a:pt x="3781" y="1387"/>
                  </a:cubicBezTo>
                  <a:close/>
                  <a:moveTo>
                    <a:pt x="1733" y="4096"/>
                  </a:moveTo>
                  <a:cubicBezTo>
                    <a:pt x="1922" y="4096"/>
                    <a:pt x="2080" y="4254"/>
                    <a:pt x="2080" y="4443"/>
                  </a:cubicBezTo>
                  <a:cubicBezTo>
                    <a:pt x="2080" y="4632"/>
                    <a:pt x="1922" y="4789"/>
                    <a:pt x="1733" y="4789"/>
                  </a:cubicBezTo>
                  <a:cubicBezTo>
                    <a:pt x="1544" y="4789"/>
                    <a:pt x="1387" y="4632"/>
                    <a:pt x="1387" y="4443"/>
                  </a:cubicBezTo>
                  <a:cubicBezTo>
                    <a:pt x="1387" y="4254"/>
                    <a:pt x="1544" y="4096"/>
                    <a:pt x="1733" y="4096"/>
                  </a:cubicBezTo>
                  <a:close/>
                  <a:moveTo>
                    <a:pt x="10050" y="4127"/>
                  </a:moveTo>
                  <a:cubicBezTo>
                    <a:pt x="10492" y="4127"/>
                    <a:pt x="10481" y="4789"/>
                    <a:pt x="10019" y="4789"/>
                  </a:cubicBezTo>
                  <a:lnTo>
                    <a:pt x="3781" y="4789"/>
                  </a:lnTo>
                  <a:cubicBezTo>
                    <a:pt x="3340" y="4789"/>
                    <a:pt x="3309" y="4128"/>
                    <a:pt x="3781" y="4128"/>
                  </a:cubicBezTo>
                  <a:lnTo>
                    <a:pt x="10019" y="4128"/>
                  </a:lnTo>
                  <a:cubicBezTo>
                    <a:pt x="10030" y="4127"/>
                    <a:pt x="10040" y="4127"/>
                    <a:pt x="10050" y="4127"/>
                  </a:cubicBezTo>
                  <a:close/>
                  <a:moveTo>
                    <a:pt x="1733" y="6806"/>
                  </a:moveTo>
                  <a:cubicBezTo>
                    <a:pt x="1922" y="6806"/>
                    <a:pt x="2080" y="6963"/>
                    <a:pt x="2080" y="7152"/>
                  </a:cubicBezTo>
                  <a:cubicBezTo>
                    <a:pt x="2080" y="7373"/>
                    <a:pt x="1922" y="7499"/>
                    <a:pt x="1733" y="7499"/>
                  </a:cubicBezTo>
                  <a:cubicBezTo>
                    <a:pt x="1544" y="7499"/>
                    <a:pt x="1387" y="7373"/>
                    <a:pt x="1387" y="7152"/>
                  </a:cubicBezTo>
                  <a:cubicBezTo>
                    <a:pt x="1387" y="6963"/>
                    <a:pt x="1544" y="6806"/>
                    <a:pt x="1733" y="6806"/>
                  </a:cubicBezTo>
                  <a:close/>
                  <a:moveTo>
                    <a:pt x="10019" y="6837"/>
                  </a:moveTo>
                  <a:cubicBezTo>
                    <a:pt x="10492" y="6837"/>
                    <a:pt x="10492" y="7499"/>
                    <a:pt x="10019" y="7499"/>
                  </a:cubicBezTo>
                  <a:lnTo>
                    <a:pt x="3781" y="7499"/>
                  </a:lnTo>
                  <a:cubicBezTo>
                    <a:pt x="3340" y="7499"/>
                    <a:pt x="3309" y="6837"/>
                    <a:pt x="3781" y="6837"/>
                  </a:cubicBezTo>
                  <a:close/>
                  <a:moveTo>
                    <a:pt x="379" y="1"/>
                  </a:moveTo>
                  <a:lnTo>
                    <a:pt x="95" y="631"/>
                  </a:lnTo>
                  <a:cubicBezTo>
                    <a:pt x="64" y="757"/>
                    <a:pt x="1" y="883"/>
                    <a:pt x="1" y="1009"/>
                  </a:cubicBezTo>
                  <a:lnTo>
                    <a:pt x="1" y="2395"/>
                  </a:lnTo>
                  <a:cubicBezTo>
                    <a:pt x="1" y="2679"/>
                    <a:pt x="127" y="2899"/>
                    <a:pt x="284" y="3057"/>
                  </a:cubicBezTo>
                  <a:cubicBezTo>
                    <a:pt x="127" y="3246"/>
                    <a:pt x="1" y="3498"/>
                    <a:pt x="1" y="3718"/>
                  </a:cubicBezTo>
                  <a:lnTo>
                    <a:pt x="1" y="5104"/>
                  </a:lnTo>
                  <a:cubicBezTo>
                    <a:pt x="1" y="5388"/>
                    <a:pt x="127" y="5609"/>
                    <a:pt x="284" y="5766"/>
                  </a:cubicBezTo>
                  <a:cubicBezTo>
                    <a:pt x="127" y="5987"/>
                    <a:pt x="1" y="6207"/>
                    <a:pt x="1" y="6459"/>
                  </a:cubicBezTo>
                  <a:lnTo>
                    <a:pt x="1" y="7814"/>
                  </a:lnTo>
                  <a:cubicBezTo>
                    <a:pt x="1" y="8381"/>
                    <a:pt x="473" y="8854"/>
                    <a:pt x="1040" y="8854"/>
                  </a:cubicBezTo>
                  <a:lnTo>
                    <a:pt x="10649" y="8854"/>
                  </a:lnTo>
                  <a:cubicBezTo>
                    <a:pt x="11185" y="8854"/>
                    <a:pt x="11658" y="8381"/>
                    <a:pt x="11658" y="7814"/>
                  </a:cubicBezTo>
                  <a:lnTo>
                    <a:pt x="11658" y="6459"/>
                  </a:lnTo>
                  <a:cubicBezTo>
                    <a:pt x="11658" y="6176"/>
                    <a:pt x="11563" y="5924"/>
                    <a:pt x="11405" y="5766"/>
                  </a:cubicBezTo>
                  <a:cubicBezTo>
                    <a:pt x="11563" y="5577"/>
                    <a:pt x="11658" y="5357"/>
                    <a:pt x="11658" y="5104"/>
                  </a:cubicBezTo>
                  <a:lnTo>
                    <a:pt x="11658" y="3718"/>
                  </a:lnTo>
                  <a:cubicBezTo>
                    <a:pt x="11658" y="3466"/>
                    <a:pt x="11563" y="3214"/>
                    <a:pt x="11405" y="3057"/>
                  </a:cubicBezTo>
                  <a:cubicBezTo>
                    <a:pt x="11563" y="2868"/>
                    <a:pt x="11658" y="2616"/>
                    <a:pt x="11658" y="2395"/>
                  </a:cubicBezTo>
                  <a:lnTo>
                    <a:pt x="11658" y="1009"/>
                  </a:lnTo>
                  <a:lnTo>
                    <a:pt x="11689" y="1009"/>
                  </a:lnTo>
                  <a:cubicBezTo>
                    <a:pt x="11689" y="883"/>
                    <a:pt x="11658" y="757"/>
                    <a:pt x="11626" y="631"/>
                  </a:cubicBezTo>
                  <a:lnTo>
                    <a:pt x="11342" y="1"/>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59" name="Google Shape;10338;p67">
            <a:extLst>
              <a:ext uri="{FF2B5EF4-FFF2-40B4-BE49-F238E27FC236}">
                <a16:creationId xmlns:a16="http://schemas.microsoft.com/office/drawing/2014/main" id="{CE0CABE8-BBE9-FAC9-8455-EE665A77AD6E}"/>
              </a:ext>
            </a:extLst>
          </p:cNvPr>
          <p:cNvGrpSpPr/>
          <p:nvPr/>
        </p:nvGrpSpPr>
        <p:grpSpPr>
          <a:xfrm>
            <a:off x="7564255" y="5444954"/>
            <a:ext cx="440621" cy="439460"/>
            <a:chOff x="-2670575" y="3956600"/>
            <a:chExt cx="293800" cy="293025"/>
          </a:xfrm>
          <a:solidFill>
            <a:srgbClr val="6C1D35"/>
          </a:solidFill>
        </p:grpSpPr>
        <p:sp>
          <p:nvSpPr>
            <p:cNvPr id="60" name="Google Shape;10339;p67">
              <a:extLst>
                <a:ext uri="{FF2B5EF4-FFF2-40B4-BE49-F238E27FC236}">
                  <a16:creationId xmlns:a16="http://schemas.microsoft.com/office/drawing/2014/main" id="{A300A23C-50F6-70F0-F10D-BA290033A749}"/>
                </a:ext>
              </a:extLst>
            </p:cNvPr>
            <p:cNvSpPr/>
            <p:nvPr/>
          </p:nvSpPr>
          <p:spPr>
            <a:xfrm>
              <a:off x="-2670575" y="3975525"/>
              <a:ext cx="116575" cy="34675"/>
            </a:xfrm>
            <a:custGeom>
              <a:avLst/>
              <a:gdLst/>
              <a:ahLst/>
              <a:cxnLst/>
              <a:rect l="l" t="t" r="r" b="b"/>
              <a:pathLst>
                <a:path w="4663" h="1387" extrusionOk="0">
                  <a:moveTo>
                    <a:pt x="1040" y="0"/>
                  </a:moveTo>
                  <a:cubicBezTo>
                    <a:pt x="473" y="0"/>
                    <a:pt x="0" y="473"/>
                    <a:pt x="0" y="1040"/>
                  </a:cubicBezTo>
                  <a:lnTo>
                    <a:pt x="0" y="1386"/>
                  </a:lnTo>
                  <a:lnTo>
                    <a:pt x="3781" y="1386"/>
                  </a:lnTo>
                  <a:cubicBezTo>
                    <a:pt x="4001" y="882"/>
                    <a:pt x="4316" y="410"/>
                    <a:pt x="4663" y="0"/>
                  </a:cubicBezTo>
                  <a:close/>
                </a:path>
              </a:pathLst>
            </a:custGeom>
            <a:grpFill/>
            <a:ln>
              <a:noFill/>
            </a:ln>
          </p:spPr>
          <p:txBody>
            <a:bodyPr spcFirstLastPara="1" wrap="square" lIns="121900" tIns="121900" rIns="121900" bIns="121900" anchor="ctr" anchorCtr="0">
              <a:noAutofit/>
            </a:bodyPr>
            <a:lstStyle/>
            <a:p>
              <a:endParaRPr sz="2400"/>
            </a:p>
          </p:txBody>
        </p:sp>
        <p:sp>
          <p:nvSpPr>
            <p:cNvPr id="61" name="Google Shape;10340;p67">
              <a:extLst>
                <a:ext uri="{FF2B5EF4-FFF2-40B4-BE49-F238E27FC236}">
                  <a16:creationId xmlns:a16="http://schemas.microsoft.com/office/drawing/2014/main" id="{2B954013-2071-C338-A9CF-7BDCEDF7A452}"/>
                </a:ext>
              </a:extLst>
            </p:cNvPr>
            <p:cNvSpPr/>
            <p:nvPr/>
          </p:nvSpPr>
          <p:spPr>
            <a:xfrm>
              <a:off x="-2669800" y="4026700"/>
              <a:ext cx="170950" cy="136300"/>
            </a:xfrm>
            <a:custGeom>
              <a:avLst/>
              <a:gdLst/>
              <a:ahLst/>
              <a:cxnLst/>
              <a:rect l="l" t="t" r="r" b="b"/>
              <a:pathLst>
                <a:path w="6838" h="5452" extrusionOk="0">
                  <a:moveTo>
                    <a:pt x="1" y="1"/>
                  </a:moveTo>
                  <a:lnTo>
                    <a:pt x="1" y="5451"/>
                  </a:lnTo>
                  <a:lnTo>
                    <a:pt x="6837" y="5451"/>
                  </a:lnTo>
                  <a:lnTo>
                    <a:pt x="6837" y="5357"/>
                  </a:lnTo>
                  <a:cubicBezTo>
                    <a:pt x="6522" y="5294"/>
                    <a:pt x="6207" y="5168"/>
                    <a:pt x="5924" y="5042"/>
                  </a:cubicBezTo>
                  <a:lnTo>
                    <a:pt x="5104" y="5325"/>
                  </a:lnTo>
                  <a:cubicBezTo>
                    <a:pt x="4975" y="5368"/>
                    <a:pt x="4845" y="5389"/>
                    <a:pt x="4720" y="5389"/>
                  </a:cubicBezTo>
                  <a:cubicBezTo>
                    <a:pt x="3931" y="5389"/>
                    <a:pt x="3289" y="4597"/>
                    <a:pt x="3561" y="3781"/>
                  </a:cubicBezTo>
                  <a:lnTo>
                    <a:pt x="3844" y="2962"/>
                  </a:lnTo>
                  <a:cubicBezTo>
                    <a:pt x="3561" y="2364"/>
                    <a:pt x="3403" y="1702"/>
                    <a:pt x="3403" y="1041"/>
                  </a:cubicBezTo>
                  <a:cubicBezTo>
                    <a:pt x="3403" y="662"/>
                    <a:pt x="3466" y="316"/>
                    <a:pt x="3529" y="1"/>
                  </a:cubicBezTo>
                  <a:close/>
                </a:path>
              </a:pathLst>
            </a:custGeom>
            <a:grpFill/>
            <a:ln>
              <a:noFill/>
            </a:ln>
          </p:spPr>
          <p:txBody>
            <a:bodyPr spcFirstLastPara="1" wrap="square" lIns="121900" tIns="121900" rIns="121900" bIns="121900" anchor="ctr" anchorCtr="0">
              <a:noAutofit/>
            </a:bodyPr>
            <a:lstStyle/>
            <a:p>
              <a:endParaRPr sz="2400"/>
            </a:p>
          </p:txBody>
        </p:sp>
        <p:sp>
          <p:nvSpPr>
            <p:cNvPr id="62" name="Google Shape;10341;p67">
              <a:extLst>
                <a:ext uri="{FF2B5EF4-FFF2-40B4-BE49-F238E27FC236}">
                  <a16:creationId xmlns:a16="http://schemas.microsoft.com/office/drawing/2014/main" id="{FA6A2C49-F302-B9D8-71C4-0AAFA8444ED1}"/>
                </a:ext>
              </a:extLst>
            </p:cNvPr>
            <p:cNvSpPr/>
            <p:nvPr/>
          </p:nvSpPr>
          <p:spPr>
            <a:xfrm>
              <a:off x="-2669800" y="4179500"/>
              <a:ext cx="170950" cy="70125"/>
            </a:xfrm>
            <a:custGeom>
              <a:avLst/>
              <a:gdLst/>
              <a:ahLst/>
              <a:cxnLst/>
              <a:rect l="l" t="t" r="r" b="b"/>
              <a:pathLst>
                <a:path w="6838" h="2805" extrusionOk="0">
                  <a:moveTo>
                    <a:pt x="3403" y="757"/>
                  </a:moveTo>
                  <a:cubicBezTo>
                    <a:pt x="3592" y="757"/>
                    <a:pt x="3750" y="914"/>
                    <a:pt x="3750" y="1103"/>
                  </a:cubicBezTo>
                  <a:cubicBezTo>
                    <a:pt x="3750" y="1293"/>
                    <a:pt x="3592" y="1450"/>
                    <a:pt x="3403" y="1450"/>
                  </a:cubicBezTo>
                  <a:cubicBezTo>
                    <a:pt x="3214" y="1450"/>
                    <a:pt x="3057" y="1293"/>
                    <a:pt x="3057" y="1103"/>
                  </a:cubicBezTo>
                  <a:cubicBezTo>
                    <a:pt x="3057" y="914"/>
                    <a:pt x="3214" y="757"/>
                    <a:pt x="3403" y="757"/>
                  </a:cubicBezTo>
                  <a:close/>
                  <a:moveTo>
                    <a:pt x="1" y="1"/>
                  </a:moveTo>
                  <a:lnTo>
                    <a:pt x="1" y="1765"/>
                  </a:lnTo>
                  <a:cubicBezTo>
                    <a:pt x="1" y="2332"/>
                    <a:pt x="442" y="2805"/>
                    <a:pt x="1009" y="2805"/>
                  </a:cubicBezTo>
                  <a:lnTo>
                    <a:pt x="5829" y="2805"/>
                  </a:lnTo>
                  <a:cubicBezTo>
                    <a:pt x="6365" y="2805"/>
                    <a:pt x="6837" y="2332"/>
                    <a:pt x="6837" y="1765"/>
                  </a:cubicBezTo>
                  <a:lnTo>
                    <a:pt x="6837" y="1"/>
                  </a:lnTo>
                  <a:close/>
                </a:path>
              </a:pathLst>
            </a:custGeom>
            <a:grpFill/>
            <a:ln>
              <a:noFill/>
            </a:ln>
          </p:spPr>
          <p:txBody>
            <a:bodyPr spcFirstLastPara="1" wrap="square" lIns="121900" tIns="121900" rIns="121900" bIns="121900" anchor="ctr" anchorCtr="0">
              <a:noAutofit/>
            </a:bodyPr>
            <a:lstStyle/>
            <a:p>
              <a:endParaRPr sz="2400"/>
            </a:p>
          </p:txBody>
        </p:sp>
        <p:sp>
          <p:nvSpPr>
            <p:cNvPr id="63" name="Google Shape;10342;p67">
              <a:extLst>
                <a:ext uri="{FF2B5EF4-FFF2-40B4-BE49-F238E27FC236}">
                  <a16:creationId xmlns:a16="http://schemas.microsoft.com/office/drawing/2014/main" id="{E9CE478B-9559-FAFE-21A5-334E35DF8490}"/>
                </a:ext>
              </a:extLst>
            </p:cNvPr>
            <p:cNvSpPr/>
            <p:nvPr/>
          </p:nvSpPr>
          <p:spPr>
            <a:xfrm>
              <a:off x="-2566625" y="3956600"/>
              <a:ext cx="189850" cy="190650"/>
            </a:xfrm>
            <a:custGeom>
              <a:avLst/>
              <a:gdLst/>
              <a:ahLst/>
              <a:cxnLst/>
              <a:rect l="l" t="t" r="r" b="b"/>
              <a:pathLst>
                <a:path w="7594" h="7626" extrusionOk="0">
                  <a:moveTo>
                    <a:pt x="3759" y="1391"/>
                  </a:moveTo>
                  <a:cubicBezTo>
                    <a:pt x="3929" y="1391"/>
                    <a:pt x="4096" y="1502"/>
                    <a:pt x="4096" y="1734"/>
                  </a:cubicBezTo>
                  <a:lnTo>
                    <a:pt x="4096" y="2175"/>
                  </a:lnTo>
                  <a:cubicBezTo>
                    <a:pt x="4254" y="2206"/>
                    <a:pt x="4349" y="2301"/>
                    <a:pt x="4475" y="2427"/>
                  </a:cubicBezTo>
                  <a:cubicBezTo>
                    <a:pt x="4716" y="2669"/>
                    <a:pt x="4494" y="3003"/>
                    <a:pt x="4235" y="3003"/>
                  </a:cubicBezTo>
                  <a:cubicBezTo>
                    <a:pt x="4157" y="3003"/>
                    <a:pt x="4075" y="2973"/>
                    <a:pt x="4002" y="2899"/>
                  </a:cubicBezTo>
                  <a:cubicBezTo>
                    <a:pt x="3926" y="2823"/>
                    <a:pt x="3839" y="2791"/>
                    <a:pt x="3756" y="2791"/>
                  </a:cubicBezTo>
                  <a:cubicBezTo>
                    <a:pt x="3493" y="2791"/>
                    <a:pt x="3266" y="3109"/>
                    <a:pt x="3529" y="3372"/>
                  </a:cubicBezTo>
                  <a:cubicBezTo>
                    <a:pt x="3624" y="3435"/>
                    <a:pt x="3687" y="3466"/>
                    <a:pt x="3781" y="3466"/>
                  </a:cubicBezTo>
                  <a:cubicBezTo>
                    <a:pt x="4317" y="3466"/>
                    <a:pt x="4790" y="3939"/>
                    <a:pt x="4790" y="4506"/>
                  </a:cubicBezTo>
                  <a:cubicBezTo>
                    <a:pt x="4790" y="4884"/>
                    <a:pt x="4569" y="5294"/>
                    <a:pt x="4128" y="5451"/>
                  </a:cubicBezTo>
                  <a:lnTo>
                    <a:pt x="4128" y="5829"/>
                  </a:lnTo>
                  <a:cubicBezTo>
                    <a:pt x="4128" y="6054"/>
                    <a:pt x="3957" y="6172"/>
                    <a:pt x="3789" y="6172"/>
                  </a:cubicBezTo>
                  <a:cubicBezTo>
                    <a:pt x="3626" y="6172"/>
                    <a:pt x="3466" y="6062"/>
                    <a:pt x="3466" y="5829"/>
                  </a:cubicBezTo>
                  <a:lnTo>
                    <a:pt x="3466" y="5451"/>
                  </a:lnTo>
                  <a:cubicBezTo>
                    <a:pt x="3309" y="5420"/>
                    <a:pt x="3183" y="5325"/>
                    <a:pt x="3057" y="5199"/>
                  </a:cubicBezTo>
                  <a:cubicBezTo>
                    <a:pt x="2815" y="4957"/>
                    <a:pt x="3037" y="4623"/>
                    <a:pt x="3296" y="4623"/>
                  </a:cubicBezTo>
                  <a:cubicBezTo>
                    <a:pt x="3374" y="4623"/>
                    <a:pt x="3456" y="4653"/>
                    <a:pt x="3529" y="4727"/>
                  </a:cubicBezTo>
                  <a:cubicBezTo>
                    <a:pt x="3603" y="4800"/>
                    <a:pt x="3684" y="4831"/>
                    <a:pt x="3763" y="4831"/>
                  </a:cubicBezTo>
                  <a:cubicBezTo>
                    <a:pt x="4022" y="4831"/>
                    <a:pt x="4244" y="4496"/>
                    <a:pt x="4002" y="4254"/>
                  </a:cubicBezTo>
                  <a:cubicBezTo>
                    <a:pt x="3939" y="4191"/>
                    <a:pt x="3844" y="4160"/>
                    <a:pt x="3781" y="4160"/>
                  </a:cubicBezTo>
                  <a:cubicBezTo>
                    <a:pt x="3214" y="4160"/>
                    <a:pt x="2742" y="3687"/>
                    <a:pt x="2742" y="3120"/>
                  </a:cubicBezTo>
                  <a:cubicBezTo>
                    <a:pt x="2742" y="2710"/>
                    <a:pt x="2994" y="2332"/>
                    <a:pt x="3403" y="2175"/>
                  </a:cubicBezTo>
                  <a:lnTo>
                    <a:pt x="3403" y="1734"/>
                  </a:lnTo>
                  <a:cubicBezTo>
                    <a:pt x="3403" y="1509"/>
                    <a:pt x="3583" y="1391"/>
                    <a:pt x="3759" y="1391"/>
                  </a:cubicBezTo>
                  <a:close/>
                  <a:moveTo>
                    <a:pt x="3781" y="1"/>
                  </a:moveTo>
                  <a:cubicBezTo>
                    <a:pt x="1734" y="1"/>
                    <a:pt x="1" y="1671"/>
                    <a:pt x="1" y="3782"/>
                  </a:cubicBezTo>
                  <a:cubicBezTo>
                    <a:pt x="1" y="4380"/>
                    <a:pt x="158" y="5010"/>
                    <a:pt x="410" y="5514"/>
                  </a:cubicBezTo>
                  <a:cubicBezTo>
                    <a:pt x="473" y="5609"/>
                    <a:pt x="473" y="5735"/>
                    <a:pt x="473" y="5798"/>
                  </a:cubicBezTo>
                  <a:lnTo>
                    <a:pt x="158" y="6774"/>
                  </a:lnTo>
                  <a:cubicBezTo>
                    <a:pt x="46" y="7141"/>
                    <a:pt x="311" y="7482"/>
                    <a:pt x="684" y="7482"/>
                  </a:cubicBezTo>
                  <a:cubicBezTo>
                    <a:pt x="728" y="7482"/>
                    <a:pt x="774" y="7478"/>
                    <a:pt x="820" y="7468"/>
                  </a:cubicBezTo>
                  <a:lnTo>
                    <a:pt x="1797" y="7121"/>
                  </a:lnTo>
                  <a:cubicBezTo>
                    <a:pt x="1831" y="7110"/>
                    <a:pt x="1866" y="7102"/>
                    <a:pt x="1900" y="7102"/>
                  </a:cubicBezTo>
                  <a:cubicBezTo>
                    <a:pt x="1960" y="7102"/>
                    <a:pt x="2020" y="7124"/>
                    <a:pt x="2080" y="7184"/>
                  </a:cubicBezTo>
                  <a:cubicBezTo>
                    <a:pt x="2584" y="7468"/>
                    <a:pt x="3214" y="7625"/>
                    <a:pt x="3813" y="7625"/>
                  </a:cubicBezTo>
                  <a:cubicBezTo>
                    <a:pt x="5892" y="7625"/>
                    <a:pt x="7594" y="5924"/>
                    <a:pt x="7594" y="3813"/>
                  </a:cubicBezTo>
                  <a:cubicBezTo>
                    <a:pt x="7499" y="1702"/>
                    <a:pt x="5861" y="1"/>
                    <a:pt x="378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64" name="Google Shape;10343;p67">
            <a:extLst>
              <a:ext uri="{FF2B5EF4-FFF2-40B4-BE49-F238E27FC236}">
                <a16:creationId xmlns:a16="http://schemas.microsoft.com/office/drawing/2014/main" id="{673EA179-8711-B7D8-8CF9-DECA2447AC10}"/>
              </a:ext>
            </a:extLst>
          </p:cNvPr>
          <p:cNvGrpSpPr/>
          <p:nvPr/>
        </p:nvGrpSpPr>
        <p:grpSpPr>
          <a:xfrm>
            <a:off x="9816731" y="4898114"/>
            <a:ext cx="444184" cy="435748"/>
            <a:chOff x="-1183550" y="3586525"/>
            <a:chExt cx="296175" cy="290550"/>
          </a:xfrm>
          <a:solidFill>
            <a:srgbClr val="6C1D35"/>
          </a:solidFill>
        </p:grpSpPr>
        <p:sp>
          <p:nvSpPr>
            <p:cNvPr id="65" name="Google Shape;10344;p67">
              <a:extLst>
                <a:ext uri="{FF2B5EF4-FFF2-40B4-BE49-F238E27FC236}">
                  <a16:creationId xmlns:a16="http://schemas.microsoft.com/office/drawing/2014/main" id="{77AC07F9-E876-5C6C-2D41-EB7731B175E2}"/>
                </a:ext>
              </a:extLst>
            </p:cNvPr>
            <p:cNvSpPr/>
            <p:nvPr/>
          </p:nvSpPr>
          <p:spPr>
            <a:xfrm>
              <a:off x="-927575" y="3671500"/>
              <a:ext cx="40200" cy="16575"/>
            </a:xfrm>
            <a:custGeom>
              <a:avLst/>
              <a:gdLst/>
              <a:ahLst/>
              <a:cxnLst/>
              <a:rect l="l" t="t" r="r" b="b"/>
              <a:pathLst>
                <a:path w="1608" h="663" extrusionOk="0">
                  <a:moveTo>
                    <a:pt x="473" y="0"/>
                  </a:moveTo>
                  <a:cubicBezTo>
                    <a:pt x="32" y="0"/>
                    <a:pt x="1" y="662"/>
                    <a:pt x="473" y="662"/>
                  </a:cubicBezTo>
                  <a:lnTo>
                    <a:pt x="1135" y="662"/>
                  </a:lnTo>
                  <a:cubicBezTo>
                    <a:pt x="1145" y="663"/>
                    <a:pt x="1156" y="663"/>
                    <a:pt x="1166" y="663"/>
                  </a:cubicBezTo>
                  <a:cubicBezTo>
                    <a:pt x="1607" y="663"/>
                    <a:pt x="1597" y="0"/>
                    <a:pt x="1135" y="0"/>
                  </a:cubicBezTo>
                  <a:close/>
                </a:path>
              </a:pathLst>
            </a:custGeom>
            <a:grpFill/>
            <a:ln>
              <a:noFill/>
            </a:ln>
          </p:spPr>
          <p:txBody>
            <a:bodyPr spcFirstLastPara="1" wrap="square" lIns="121900" tIns="121900" rIns="121900" bIns="121900" anchor="ctr" anchorCtr="0">
              <a:noAutofit/>
            </a:bodyPr>
            <a:lstStyle/>
            <a:p>
              <a:endParaRPr sz="2400"/>
            </a:p>
          </p:txBody>
        </p:sp>
        <p:sp>
          <p:nvSpPr>
            <p:cNvPr id="66" name="Google Shape;10345;p67">
              <a:extLst>
                <a:ext uri="{FF2B5EF4-FFF2-40B4-BE49-F238E27FC236}">
                  <a16:creationId xmlns:a16="http://schemas.microsoft.com/office/drawing/2014/main" id="{F3EFF862-7A8B-1637-86FB-8A5422B029C9}"/>
                </a:ext>
              </a:extLst>
            </p:cNvPr>
            <p:cNvSpPr/>
            <p:nvPr/>
          </p:nvSpPr>
          <p:spPr>
            <a:xfrm>
              <a:off x="-1183550" y="3671500"/>
              <a:ext cx="39400" cy="16575"/>
            </a:xfrm>
            <a:custGeom>
              <a:avLst/>
              <a:gdLst/>
              <a:ahLst/>
              <a:cxnLst/>
              <a:rect l="l" t="t" r="r" b="b"/>
              <a:pathLst>
                <a:path w="1576" h="663" extrusionOk="0">
                  <a:moveTo>
                    <a:pt x="473" y="0"/>
                  </a:moveTo>
                  <a:cubicBezTo>
                    <a:pt x="32" y="0"/>
                    <a:pt x="1" y="662"/>
                    <a:pt x="473" y="662"/>
                  </a:cubicBezTo>
                  <a:lnTo>
                    <a:pt x="1135" y="662"/>
                  </a:lnTo>
                  <a:cubicBezTo>
                    <a:pt x="1145" y="663"/>
                    <a:pt x="1154" y="663"/>
                    <a:pt x="1163" y="663"/>
                  </a:cubicBezTo>
                  <a:cubicBezTo>
                    <a:pt x="1576" y="663"/>
                    <a:pt x="1566" y="0"/>
                    <a:pt x="1135" y="0"/>
                  </a:cubicBezTo>
                  <a:close/>
                </a:path>
              </a:pathLst>
            </a:custGeom>
            <a:grpFill/>
            <a:ln>
              <a:noFill/>
            </a:ln>
          </p:spPr>
          <p:txBody>
            <a:bodyPr spcFirstLastPara="1" wrap="square" lIns="121900" tIns="121900" rIns="121900" bIns="121900" anchor="ctr" anchorCtr="0">
              <a:noAutofit/>
            </a:bodyPr>
            <a:lstStyle/>
            <a:p>
              <a:endParaRPr sz="2400"/>
            </a:p>
          </p:txBody>
        </p:sp>
        <p:sp>
          <p:nvSpPr>
            <p:cNvPr id="67" name="Google Shape;10346;p67">
              <a:extLst>
                <a:ext uri="{FF2B5EF4-FFF2-40B4-BE49-F238E27FC236}">
                  <a16:creationId xmlns:a16="http://schemas.microsoft.com/office/drawing/2014/main" id="{D1AA9395-32EF-9023-7152-27E3EBE3C63F}"/>
                </a:ext>
              </a:extLst>
            </p:cNvPr>
            <p:cNvSpPr/>
            <p:nvPr/>
          </p:nvSpPr>
          <p:spPr>
            <a:xfrm>
              <a:off x="-944250" y="3603025"/>
              <a:ext cx="39525" cy="26375"/>
            </a:xfrm>
            <a:custGeom>
              <a:avLst/>
              <a:gdLst/>
              <a:ahLst/>
              <a:cxnLst/>
              <a:rect l="l" t="t" r="r" b="b"/>
              <a:pathLst>
                <a:path w="1581" h="1055" extrusionOk="0">
                  <a:moveTo>
                    <a:pt x="1086" y="1"/>
                  </a:moveTo>
                  <a:cubicBezTo>
                    <a:pt x="1024" y="1"/>
                    <a:pt x="957" y="19"/>
                    <a:pt x="888" y="61"/>
                  </a:cubicBezTo>
                  <a:lnTo>
                    <a:pt x="321" y="408"/>
                  </a:lnTo>
                  <a:cubicBezTo>
                    <a:pt x="0" y="595"/>
                    <a:pt x="179" y="1054"/>
                    <a:pt x="490" y="1054"/>
                  </a:cubicBezTo>
                  <a:cubicBezTo>
                    <a:pt x="546" y="1054"/>
                    <a:pt x="606" y="1040"/>
                    <a:pt x="668" y="1006"/>
                  </a:cubicBezTo>
                  <a:lnTo>
                    <a:pt x="1266" y="660"/>
                  </a:lnTo>
                  <a:cubicBezTo>
                    <a:pt x="1581" y="450"/>
                    <a:pt x="1394" y="1"/>
                    <a:pt x="1086" y="1"/>
                  </a:cubicBezTo>
                  <a:close/>
                </a:path>
              </a:pathLst>
            </a:custGeom>
            <a:grpFill/>
            <a:ln>
              <a:noFill/>
            </a:ln>
          </p:spPr>
          <p:txBody>
            <a:bodyPr spcFirstLastPara="1" wrap="square" lIns="121900" tIns="121900" rIns="121900" bIns="121900" anchor="ctr" anchorCtr="0">
              <a:noAutofit/>
            </a:bodyPr>
            <a:lstStyle/>
            <a:p>
              <a:endParaRPr sz="2400"/>
            </a:p>
          </p:txBody>
        </p:sp>
        <p:sp>
          <p:nvSpPr>
            <p:cNvPr id="68" name="Google Shape;10347;p67">
              <a:extLst>
                <a:ext uri="{FF2B5EF4-FFF2-40B4-BE49-F238E27FC236}">
                  <a16:creationId xmlns:a16="http://schemas.microsoft.com/office/drawing/2014/main" id="{643A40A1-78FC-C507-4CC3-A35345132BA4}"/>
                </a:ext>
              </a:extLst>
            </p:cNvPr>
            <p:cNvSpPr/>
            <p:nvPr/>
          </p:nvSpPr>
          <p:spPr>
            <a:xfrm>
              <a:off x="-1166200" y="3731225"/>
              <a:ext cx="39700" cy="26075"/>
            </a:xfrm>
            <a:custGeom>
              <a:avLst/>
              <a:gdLst/>
              <a:ahLst/>
              <a:cxnLst/>
              <a:rect l="l" t="t" r="r" b="b"/>
              <a:pathLst>
                <a:path w="1588" h="1043" extrusionOk="0">
                  <a:moveTo>
                    <a:pt x="1071" y="1"/>
                  </a:moveTo>
                  <a:cubicBezTo>
                    <a:pt x="1021" y="1"/>
                    <a:pt x="968" y="12"/>
                    <a:pt x="913" y="37"/>
                  </a:cubicBezTo>
                  <a:lnTo>
                    <a:pt x="315" y="384"/>
                  </a:lnTo>
                  <a:cubicBezTo>
                    <a:pt x="0" y="593"/>
                    <a:pt x="187" y="1043"/>
                    <a:pt x="495" y="1043"/>
                  </a:cubicBezTo>
                  <a:cubicBezTo>
                    <a:pt x="557" y="1043"/>
                    <a:pt x="624" y="1025"/>
                    <a:pt x="693" y="982"/>
                  </a:cubicBezTo>
                  <a:lnTo>
                    <a:pt x="1260" y="636"/>
                  </a:lnTo>
                  <a:cubicBezTo>
                    <a:pt x="1587" y="472"/>
                    <a:pt x="1395" y="1"/>
                    <a:pt x="1071" y="1"/>
                  </a:cubicBezTo>
                  <a:close/>
                </a:path>
              </a:pathLst>
            </a:custGeom>
            <a:grpFill/>
            <a:ln>
              <a:noFill/>
            </a:ln>
          </p:spPr>
          <p:txBody>
            <a:bodyPr spcFirstLastPara="1" wrap="square" lIns="121900" tIns="121900" rIns="121900" bIns="121900" anchor="ctr" anchorCtr="0">
              <a:noAutofit/>
            </a:bodyPr>
            <a:lstStyle/>
            <a:p>
              <a:endParaRPr sz="2400"/>
            </a:p>
          </p:txBody>
        </p:sp>
        <p:sp>
          <p:nvSpPr>
            <p:cNvPr id="69" name="Google Shape;10348;p67">
              <a:extLst>
                <a:ext uri="{FF2B5EF4-FFF2-40B4-BE49-F238E27FC236}">
                  <a16:creationId xmlns:a16="http://schemas.microsoft.com/office/drawing/2014/main" id="{12C0EC17-246F-6D6C-0557-C31F702E0811}"/>
                </a:ext>
              </a:extLst>
            </p:cNvPr>
            <p:cNvSpPr/>
            <p:nvPr/>
          </p:nvSpPr>
          <p:spPr>
            <a:xfrm>
              <a:off x="-944925" y="3730950"/>
              <a:ext cx="40200" cy="26375"/>
            </a:xfrm>
            <a:custGeom>
              <a:avLst/>
              <a:gdLst/>
              <a:ahLst/>
              <a:cxnLst/>
              <a:rect l="l" t="t" r="r" b="b"/>
              <a:pathLst>
                <a:path w="1608" h="1055" extrusionOk="0">
                  <a:moveTo>
                    <a:pt x="515" y="0"/>
                  </a:moveTo>
                  <a:cubicBezTo>
                    <a:pt x="198" y="0"/>
                    <a:pt x="1" y="460"/>
                    <a:pt x="348" y="647"/>
                  </a:cubicBezTo>
                  <a:lnTo>
                    <a:pt x="915" y="993"/>
                  </a:lnTo>
                  <a:cubicBezTo>
                    <a:pt x="984" y="1036"/>
                    <a:pt x="1052" y="1054"/>
                    <a:pt x="1114" y="1054"/>
                  </a:cubicBezTo>
                  <a:cubicBezTo>
                    <a:pt x="1421" y="1054"/>
                    <a:pt x="1608" y="609"/>
                    <a:pt x="1293" y="426"/>
                  </a:cubicBezTo>
                  <a:lnTo>
                    <a:pt x="695" y="48"/>
                  </a:lnTo>
                  <a:cubicBezTo>
                    <a:pt x="633" y="15"/>
                    <a:pt x="572" y="0"/>
                    <a:pt x="515" y="0"/>
                  </a:cubicBezTo>
                  <a:close/>
                </a:path>
              </a:pathLst>
            </a:custGeom>
            <a:grpFill/>
            <a:ln>
              <a:noFill/>
            </a:ln>
          </p:spPr>
          <p:txBody>
            <a:bodyPr spcFirstLastPara="1" wrap="square" lIns="121900" tIns="121900" rIns="121900" bIns="121900" anchor="ctr" anchorCtr="0">
              <a:noAutofit/>
            </a:bodyPr>
            <a:lstStyle/>
            <a:p>
              <a:endParaRPr sz="2400"/>
            </a:p>
          </p:txBody>
        </p:sp>
        <p:sp>
          <p:nvSpPr>
            <p:cNvPr id="70" name="Google Shape;10349;p67">
              <a:extLst>
                <a:ext uri="{FF2B5EF4-FFF2-40B4-BE49-F238E27FC236}">
                  <a16:creationId xmlns:a16="http://schemas.microsoft.com/office/drawing/2014/main" id="{35293307-BECD-F512-0F4E-56435585D5CC}"/>
                </a:ext>
              </a:extLst>
            </p:cNvPr>
            <p:cNvSpPr/>
            <p:nvPr/>
          </p:nvSpPr>
          <p:spPr>
            <a:xfrm>
              <a:off x="-1167000" y="3603025"/>
              <a:ext cx="40200" cy="26375"/>
            </a:xfrm>
            <a:custGeom>
              <a:avLst/>
              <a:gdLst/>
              <a:ahLst/>
              <a:cxnLst/>
              <a:rect l="l" t="t" r="r" b="b"/>
              <a:pathLst>
                <a:path w="1608" h="1055" extrusionOk="0">
                  <a:moveTo>
                    <a:pt x="477" y="1"/>
                  </a:moveTo>
                  <a:cubicBezTo>
                    <a:pt x="188" y="1"/>
                    <a:pt x="1" y="450"/>
                    <a:pt x="315" y="660"/>
                  </a:cubicBezTo>
                  <a:lnTo>
                    <a:pt x="914" y="1006"/>
                  </a:lnTo>
                  <a:cubicBezTo>
                    <a:pt x="981" y="1040"/>
                    <a:pt x="1044" y="1054"/>
                    <a:pt x="1103" y="1054"/>
                  </a:cubicBezTo>
                  <a:cubicBezTo>
                    <a:pt x="1434" y="1054"/>
                    <a:pt x="1608" y="595"/>
                    <a:pt x="1260" y="408"/>
                  </a:cubicBezTo>
                  <a:lnTo>
                    <a:pt x="662" y="61"/>
                  </a:lnTo>
                  <a:cubicBezTo>
                    <a:pt x="598" y="19"/>
                    <a:pt x="536" y="1"/>
                    <a:pt x="477" y="1"/>
                  </a:cubicBezTo>
                  <a:close/>
                </a:path>
              </a:pathLst>
            </a:custGeom>
            <a:grpFill/>
            <a:ln>
              <a:noFill/>
            </a:ln>
          </p:spPr>
          <p:txBody>
            <a:bodyPr spcFirstLastPara="1" wrap="square" lIns="121900" tIns="121900" rIns="121900" bIns="121900" anchor="ctr" anchorCtr="0">
              <a:noAutofit/>
            </a:bodyPr>
            <a:lstStyle/>
            <a:p>
              <a:endParaRPr sz="2400"/>
            </a:p>
          </p:txBody>
        </p:sp>
        <p:sp>
          <p:nvSpPr>
            <p:cNvPr id="71" name="Google Shape;10350;p67">
              <a:extLst>
                <a:ext uri="{FF2B5EF4-FFF2-40B4-BE49-F238E27FC236}">
                  <a16:creationId xmlns:a16="http://schemas.microsoft.com/office/drawing/2014/main" id="{6DB49AB6-9BBD-1F8B-EF96-8BA9BAAF1D08}"/>
                </a:ext>
              </a:extLst>
            </p:cNvPr>
            <p:cNvSpPr/>
            <p:nvPr/>
          </p:nvSpPr>
          <p:spPr>
            <a:xfrm>
              <a:off x="-1065400" y="3658900"/>
              <a:ext cx="59875" cy="77200"/>
            </a:xfrm>
            <a:custGeom>
              <a:avLst/>
              <a:gdLst/>
              <a:ahLst/>
              <a:cxnLst/>
              <a:rect l="l" t="t" r="r" b="b"/>
              <a:pathLst>
                <a:path w="2395" h="3088" extrusionOk="0">
                  <a:moveTo>
                    <a:pt x="882" y="0"/>
                  </a:moveTo>
                  <a:lnTo>
                    <a:pt x="0" y="1355"/>
                  </a:lnTo>
                  <a:lnTo>
                    <a:pt x="1355" y="1922"/>
                  </a:lnTo>
                  <a:cubicBezTo>
                    <a:pt x="1450" y="1953"/>
                    <a:pt x="1544" y="2111"/>
                    <a:pt x="1544" y="2237"/>
                  </a:cubicBezTo>
                  <a:lnTo>
                    <a:pt x="1544" y="3088"/>
                  </a:lnTo>
                  <a:lnTo>
                    <a:pt x="2395" y="1733"/>
                  </a:lnTo>
                  <a:lnTo>
                    <a:pt x="1071" y="1166"/>
                  </a:lnTo>
                  <a:cubicBezTo>
                    <a:pt x="945" y="1134"/>
                    <a:pt x="882" y="1008"/>
                    <a:pt x="882" y="851"/>
                  </a:cubicBezTo>
                  <a:lnTo>
                    <a:pt x="882" y="0"/>
                  </a:lnTo>
                  <a:close/>
                </a:path>
              </a:pathLst>
            </a:custGeom>
            <a:grpFill/>
            <a:ln>
              <a:noFill/>
            </a:ln>
          </p:spPr>
          <p:txBody>
            <a:bodyPr spcFirstLastPara="1" wrap="square" lIns="121900" tIns="121900" rIns="121900" bIns="121900" anchor="ctr" anchorCtr="0">
              <a:noAutofit/>
            </a:bodyPr>
            <a:lstStyle/>
            <a:p>
              <a:endParaRPr sz="2400"/>
            </a:p>
          </p:txBody>
        </p:sp>
        <p:sp>
          <p:nvSpPr>
            <p:cNvPr id="72" name="Google Shape;10351;p67">
              <a:extLst>
                <a:ext uri="{FF2B5EF4-FFF2-40B4-BE49-F238E27FC236}">
                  <a16:creationId xmlns:a16="http://schemas.microsoft.com/office/drawing/2014/main" id="{50FFE855-C321-5F74-5AB4-04D3A1A8A0A5}"/>
                </a:ext>
              </a:extLst>
            </p:cNvPr>
            <p:cNvSpPr/>
            <p:nvPr/>
          </p:nvSpPr>
          <p:spPr>
            <a:xfrm>
              <a:off x="-1078000" y="3809325"/>
              <a:ext cx="85075" cy="67750"/>
            </a:xfrm>
            <a:custGeom>
              <a:avLst/>
              <a:gdLst/>
              <a:ahLst/>
              <a:cxnLst/>
              <a:rect l="l" t="t" r="r" b="b"/>
              <a:pathLst>
                <a:path w="3403" h="2710" extrusionOk="0">
                  <a:moveTo>
                    <a:pt x="0" y="1"/>
                  </a:moveTo>
                  <a:lnTo>
                    <a:pt x="0" y="662"/>
                  </a:lnTo>
                  <a:lnTo>
                    <a:pt x="1008" y="662"/>
                  </a:lnTo>
                  <a:cubicBezTo>
                    <a:pt x="1449" y="662"/>
                    <a:pt x="1481" y="1324"/>
                    <a:pt x="1008" y="1324"/>
                  </a:cubicBezTo>
                  <a:lnTo>
                    <a:pt x="0" y="1324"/>
                  </a:lnTo>
                  <a:lnTo>
                    <a:pt x="0" y="1670"/>
                  </a:lnTo>
                  <a:cubicBezTo>
                    <a:pt x="0" y="2237"/>
                    <a:pt x="473" y="2710"/>
                    <a:pt x="1008" y="2710"/>
                  </a:cubicBezTo>
                  <a:lnTo>
                    <a:pt x="2395" y="2710"/>
                  </a:lnTo>
                  <a:cubicBezTo>
                    <a:pt x="2962" y="2710"/>
                    <a:pt x="3403" y="2237"/>
                    <a:pt x="3403" y="1670"/>
                  </a:cubicBezTo>
                  <a:lnTo>
                    <a:pt x="3403" y="1324"/>
                  </a:lnTo>
                  <a:lnTo>
                    <a:pt x="2395" y="1324"/>
                  </a:lnTo>
                  <a:cubicBezTo>
                    <a:pt x="1954" y="1324"/>
                    <a:pt x="1922" y="662"/>
                    <a:pt x="2395" y="662"/>
                  </a:cubicBezTo>
                  <a:lnTo>
                    <a:pt x="3403" y="662"/>
                  </a:lnTo>
                  <a:lnTo>
                    <a:pt x="3403" y="1"/>
                  </a:lnTo>
                  <a:close/>
                </a:path>
              </a:pathLst>
            </a:custGeom>
            <a:grpFill/>
            <a:ln>
              <a:noFill/>
            </a:ln>
          </p:spPr>
          <p:txBody>
            <a:bodyPr spcFirstLastPara="1" wrap="square" lIns="121900" tIns="121900" rIns="121900" bIns="121900" anchor="ctr" anchorCtr="0">
              <a:noAutofit/>
            </a:bodyPr>
            <a:lstStyle/>
            <a:p>
              <a:endParaRPr sz="2400"/>
            </a:p>
          </p:txBody>
        </p:sp>
        <p:sp>
          <p:nvSpPr>
            <p:cNvPr id="73" name="Google Shape;10352;p67">
              <a:extLst>
                <a:ext uri="{FF2B5EF4-FFF2-40B4-BE49-F238E27FC236}">
                  <a16:creationId xmlns:a16="http://schemas.microsoft.com/office/drawing/2014/main" id="{7E14DB7D-90E0-EC3F-3C98-26B802F0BF4F}"/>
                </a:ext>
              </a:extLst>
            </p:cNvPr>
            <p:cNvSpPr/>
            <p:nvPr/>
          </p:nvSpPr>
          <p:spPr>
            <a:xfrm>
              <a:off x="-1135500" y="3586525"/>
              <a:ext cx="193775" cy="204700"/>
            </a:xfrm>
            <a:custGeom>
              <a:avLst/>
              <a:gdLst/>
              <a:ahLst/>
              <a:cxnLst/>
              <a:rect l="l" t="t" r="r" b="b"/>
              <a:pathLst>
                <a:path w="7751" h="8188" extrusionOk="0">
                  <a:moveTo>
                    <a:pt x="4023" y="1424"/>
                  </a:moveTo>
                  <a:cubicBezTo>
                    <a:pt x="4201" y="1424"/>
                    <a:pt x="4380" y="1561"/>
                    <a:pt x="4380" y="1761"/>
                  </a:cubicBezTo>
                  <a:lnTo>
                    <a:pt x="4380" y="3588"/>
                  </a:lnTo>
                  <a:lnTo>
                    <a:pt x="5892" y="4124"/>
                  </a:lnTo>
                  <a:cubicBezTo>
                    <a:pt x="5955" y="4187"/>
                    <a:pt x="6049" y="4250"/>
                    <a:pt x="6081" y="4344"/>
                  </a:cubicBezTo>
                  <a:cubicBezTo>
                    <a:pt x="6081" y="4407"/>
                    <a:pt x="6081" y="4533"/>
                    <a:pt x="5986" y="4628"/>
                  </a:cubicBezTo>
                  <a:lnTo>
                    <a:pt x="4285" y="7369"/>
                  </a:lnTo>
                  <a:cubicBezTo>
                    <a:pt x="4222" y="7495"/>
                    <a:pt x="4127" y="7526"/>
                    <a:pt x="4033" y="7526"/>
                  </a:cubicBezTo>
                  <a:lnTo>
                    <a:pt x="3938" y="7526"/>
                  </a:lnTo>
                  <a:cubicBezTo>
                    <a:pt x="3781" y="7495"/>
                    <a:pt x="3718" y="7369"/>
                    <a:pt x="3718" y="7211"/>
                  </a:cubicBezTo>
                  <a:lnTo>
                    <a:pt x="3718" y="5384"/>
                  </a:lnTo>
                  <a:lnTo>
                    <a:pt x="2206" y="4817"/>
                  </a:lnTo>
                  <a:cubicBezTo>
                    <a:pt x="2143" y="4754"/>
                    <a:pt x="2048" y="4691"/>
                    <a:pt x="2017" y="4596"/>
                  </a:cubicBezTo>
                  <a:cubicBezTo>
                    <a:pt x="1985" y="4533"/>
                    <a:pt x="2017" y="4407"/>
                    <a:pt x="2048" y="4344"/>
                  </a:cubicBezTo>
                  <a:lnTo>
                    <a:pt x="3749" y="1572"/>
                  </a:lnTo>
                  <a:cubicBezTo>
                    <a:pt x="3818" y="1469"/>
                    <a:pt x="3920" y="1424"/>
                    <a:pt x="4023" y="1424"/>
                  </a:cubicBezTo>
                  <a:close/>
                  <a:moveTo>
                    <a:pt x="4019" y="1"/>
                  </a:moveTo>
                  <a:cubicBezTo>
                    <a:pt x="3743" y="1"/>
                    <a:pt x="3463" y="31"/>
                    <a:pt x="3182" y="91"/>
                  </a:cubicBezTo>
                  <a:cubicBezTo>
                    <a:pt x="1733" y="406"/>
                    <a:pt x="567" y="1572"/>
                    <a:pt x="284" y="3084"/>
                  </a:cubicBezTo>
                  <a:cubicBezTo>
                    <a:pt x="0" y="4533"/>
                    <a:pt x="599" y="5479"/>
                    <a:pt x="1040" y="6140"/>
                  </a:cubicBezTo>
                  <a:cubicBezTo>
                    <a:pt x="1922" y="7526"/>
                    <a:pt x="1387" y="7526"/>
                    <a:pt x="1670" y="8188"/>
                  </a:cubicBezTo>
                  <a:lnTo>
                    <a:pt x="6301" y="8188"/>
                  </a:lnTo>
                  <a:cubicBezTo>
                    <a:pt x="6553" y="7526"/>
                    <a:pt x="6018" y="7526"/>
                    <a:pt x="6931" y="6109"/>
                  </a:cubicBezTo>
                  <a:cubicBezTo>
                    <a:pt x="7373" y="5447"/>
                    <a:pt x="7719" y="4817"/>
                    <a:pt x="7719" y="3746"/>
                  </a:cubicBezTo>
                  <a:cubicBezTo>
                    <a:pt x="7751" y="2612"/>
                    <a:pt x="7246" y="1540"/>
                    <a:pt x="6396" y="847"/>
                  </a:cubicBezTo>
                  <a:cubicBezTo>
                    <a:pt x="5726" y="297"/>
                    <a:pt x="4892" y="1"/>
                    <a:pt x="4019"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74" name="Google Shape;10356;p67">
            <a:extLst>
              <a:ext uri="{FF2B5EF4-FFF2-40B4-BE49-F238E27FC236}">
                <a16:creationId xmlns:a16="http://schemas.microsoft.com/office/drawing/2014/main" id="{FE7263BB-CCA5-CA0B-63E4-C686DD3FB816}"/>
              </a:ext>
            </a:extLst>
          </p:cNvPr>
          <p:cNvGrpSpPr/>
          <p:nvPr/>
        </p:nvGrpSpPr>
        <p:grpSpPr>
          <a:xfrm>
            <a:off x="2489134" y="4896015"/>
            <a:ext cx="450108" cy="439947"/>
            <a:chOff x="-5974675" y="3632100"/>
            <a:chExt cx="300125" cy="293350"/>
          </a:xfrm>
          <a:solidFill>
            <a:srgbClr val="6C1D35"/>
          </a:solidFill>
        </p:grpSpPr>
        <p:sp>
          <p:nvSpPr>
            <p:cNvPr id="75" name="Google Shape;10357;p67">
              <a:extLst>
                <a:ext uri="{FF2B5EF4-FFF2-40B4-BE49-F238E27FC236}">
                  <a16:creationId xmlns:a16="http://schemas.microsoft.com/office/drawing/2014/main" id="{7965BDA9-8F7F-877E-736E-2B1870569321}"/>
                </a:ext>
              </a:extLst>
            </p:cNvPr>
            <p:cNvSpPr/>
            <p:nvPr/>
          </p:nvSpPr>
          <p:spPr>
            <a:xfrm>
              <a:off x="-5974675" y="3701875"/>
              <a:ext cx="141025" cy="221650"/>
            </a:xfrm>
            <a:custGeom>
              <a:avLst/>
              <a:gdLst/>
              <a:ahLst/>
              <a:cxnLst/>
              <a:rect l="l" t="t" r="r" b="b"/>
              <a:pathLst>
                <a:path w="5641" h="8866" extrusionOk="0">
                  <a:moveTo>
                    <a:pt x="540" y="1"/>
                  </a:moveTo>
                  <a:cubicBezTo>
                    <a:pt x="331" y="1"/>
                    <a:pt x="123" y="188"/>
                    <a:pt x="221" y="423"/>
                  </a:cubicBezTo>
                  <a:lnTo>
                    <a:pt x="568" y="1526"/>
                  </a:lnTo>
                  <a:cubicBezTo>
                    <a:pt x="788" y="2251"/>
                    <a:pt x="1419" y="2723"/>
                    <a:pt x="2175" y="2723"/>
                  </a:cubicBezTo>
                  <a:lnTo>
                    <a:pt x="2899" y="2723"/>
                  </a:lnTo>
                  <a:lnTo>
                    <a:pt x="2899" y="4110"/>
                  </a:lnTo>
                  <a:lnTo>
                    <a:pt x="473" y="4110"/>
                  </a:lnTo>
                  <a:cubicBezTo>
                    <a:pt x="64" y="4110"/>
                    <a:pt x="1" y="4771"/>
                    <a:pt x="473" y="4771"/>
                  </a:cubicBezTo>
                  <a:lnTo>
                    <a:pt x="2899" y="4771"/>
                  </a:lnTo>
                  <a:lnTo>
                    <a:pt x="2899" y="5779"/>
                  </a:lnTo>
                  <a:cubicBezTo>
                    <a:pt x="2899" y="5905"/>
                    <a:pt x="2899" y="6031"/>
                    <a:pt x="2931" y="6126"/>
                  </a:cubicBezTo>
                  <a:lnTo>
                    <a:pt x="2175" y="6126"/>
                  </a:lnTo>
                  <a:cubicBezTo>
                    <a:pt x="1419" y="6126"/>
                    <a:pt x="788" y="6598"/>
                    <a:pt x="568" y="7323"/>
                  </a:cubicBezTo>
                  <a:lnTo>
                    <a:pt x="221" y="8426"/>
                  </a:lnTo>
                  <a:cubicBezTo>
                    <a:pt x="126" y="8691"/>
                    <a:pt x="329" y="8866"/>
                    <a:pt x="533" y="8866"/>
                  </a:cubicBezTo>
                  <a:cubicBezTo>
                    <a:pt x="667" y="8866"/>
                    <a:pt x="801" y="8790"/>
                    <a:pt x="852" y="8615"/>
                  </a:cubicBezTo>
                  <a:lnTo>
                    <a:pt x="1198" y="7512"/>
                  </a:lnTo>
                  <a:cubicBezTo>
                    <a:pt x="1356" y="7071"/>
                    <a:pt x="1734" y="6819"/>
                    <a:pt x="2175" y="6819"/>
                  </a:cubicBezTo>
                  <a:lnTo>
                    <a:pt x="3088" y="6819"/>
                  </a:lnTo>
                  <a:cubicBezTo>
                    <a:pt x="3466" y="7922"/>
                    <a:pt x="4475" y="8709"/>
                    <a:pt x="5640" y="8835"/>
                  </a:cubicBezTo>
                  <a:lnTo>
                    <a:pt x="5640" y="613"/>
                  </a:lnTo>
                  <a:lnTo>
                    <a:pt x="3939" y="613"/>
                  </a:lnTo>
                  <a:cubicBezTo>
                    <a:pt x="3372" y="676"/>
                    <a:pt x="2899" y="1148"/>
                    <a:pt x="2899" y="1684"/>
                  </a:cubicBezTo>
                  <a:lnTo>
                    <a:pt x="2899" y="2062"/>
                  </a:lnTo>
                  <a:lnTo>
                    <a:pt x="2175" y="2062"/>
                  </a:lnTo>
                  <a:cubicBezTo>
                    <a:pt x="1734" y="2062"/>
                    <a:pt x="1356" y="1778"/>
                    <a:pt x="1198" y="1337"/>
                  </a:cubicBezTo>
                  <a:lnTo>
                    <a:pt x="852" y="234"/>
                  </a:lnTo>
                  <a:cubicBezTo>
                    <a:pt x="792" y="69"/>
                    <a:pt x="666" y="1"/>
                    <a:pt x="540" y="1"/>
                  </a:cubicBezTo>
                  <a:close/>
                </a:path>
              </a:pathLst>
            </a:custGeom>
            <a:grpFill/>
            <a:ln>
              <a:noFill/>
            </a:ln>
          </p:spPr>
          <p:txBody>
            <a:bodyPr spcFirstLastPara="1" wrap="square" lIns="121900" tIns="121900" rIns="121900" bIns="121900" anchor="ctr" anchorCtr="0">
              <a:noAutofit/>
            </a:bodyPr>
            <a:lstStyle/>
            <a:p>
              <a:endParaRPr sz="2400"/>
            </a:p>
          </p:txBody>
        </p:sp>
        <p:sp>
          <p:nvSpPr>
            <p:cNvPr id="76" name="Google Shape;10358;p67">
              <a:extLst>
                <a:ext uri="{FF2B5EF4-FFF2-40B4-BE49-F238E27FC236}">
                  <a16:creationId xmlns:a16="http://schemas.microsoft.com/office/drawing/2014/main" id="{EF6367E9-3701-3A0A-E7C8-509886727C98}"/>
                </a:ext>
              </a:extLst>
            </p:cNvPr>
            <p:cNvSpPr/>
            <p:nvPr/>
          </p:nvSpPr>
          <p:spPr>
            <a:xfrm>
              <a:off x="-5880150" y="3632100"/>
              <a:ext cx="108725" cy="68550"/>
            </a:xfrm>
            <a:custGeom>
              <a:avLst/>
              <a:gdLst/>
              <a:ahLst/>
              <a:cxnLst/>
              <a:rect l="l" t="t" r="r" b="b"/>
              <a:pathLst>
                <a:path w="4349" h="2742" extrusionOk="0">
                  <a:moveTo>
                    <a:pt x="788" y="1"/>
                  </a:moveTo>
                  <a:cubicBezTo>
                    <a:pt x="599" y="1"/>
                    <a:pt x="442" y="159"/>
                    <a:pt x="442" y="348"/>
                  </a:cubicBezTo>
                  <a:lnTo>
                    <a:pt x="442" y="1009"/>
                  </a:lnTo>
                  <a:cubicBezTo>
                    <a:pt x="442" y="1324"/>
                    <a:pt x="599" y="1608"/>
                    <a:pt x="788" y="1797"/>
                  </a:cubicBezTo>
                  <a:cubicBezTo>
                    <a:pt x="442" y="2049"/>
                    <a:pt x="158" y="2364"/>
                    <a:pt x="0" y="2742"/>
                  </a:cubicBezTo>
                  <a:lnTo>
                    <a:pt x="4348" y="2742"/>
                  </a:lnTo>
                  <a:cubicBezTo>
                    <a:pt x="4159" y="2364"/>
                    <a:pt x="3876" y="2049"/>
                    <a:pt x="3561" y="1797"/>
                  </a:cubicBezTo>
                  <a:cubicBezTo>
                    <a:pt x="3813" y="1608"/>
                    <a:pt x="3907" y="1324"/>
                    <a:pt x="3907" y="1009"/>
                  </a:cubicBezTo>
                  <a:lnTo>
                    <a:pt x="3907" y="348"/>
                  </a:lnTo>
                  <a:cubicBezTo>
                    <a:pt x="3907" y="123"/>
                    <a:pt x="3736" y="5"/>
                    <a:pt x="3568" y="5"/>
                  </a:cubicBezTo>
                  <a:cubicBezTo>
                    <a:pt x="3405" y="5"/>
                    <a:pt x="3245" y="115"/>
                    <a:pt x="3245" y="348"/>
                  </a:cubicBezTo>
                  <a:lnTo>
                    <a:pt x="3245" y="1009"/>
                  </a:lnTo>
                  <a:cubicBezTo>
                    <a:pt x="3245" y="1230"/>
                    <a:pt x="3088" y="1387"/>
                    <a:pt x="2899" y="1387"/>
                  </a:cubicBezTo>
                  <a:lnTo>
                    <a:pt x="1513" y="1387"/>
                  </a:lnTo>
                  <a:cubicBezTo>
                    <a:pt x="1324" y="1387"/>
                    <a:pt x="1166" y="1230"/>
                    <a:pt x="1166" y="1009"/>
                  </a:cubicBezTo>
                  <a:lnTo>
                    <a:pt x="1166" y="348"/>
                  </a:lnTo>
                  <a:cubicBezTo>
                    <a:pt x="1166" y="159"/>
                    <a:pt x="1009" y="1"/>
                    <a:pt x="788" y="1"/>
                  </a:cubicBezTo>
                  <a:close/>
                </a:path>
              </a:pathLst>
            </a:custGeom>
            <a:grpFill/>
            <a:ln>
              <a:noFill/>
            </a:ln>
          </p:spPr>
          <p:txBody>
            <a:bodyPr spcFirstLastPara="1" wrap="square" lIns="121900" tIns="121900" rIns="121900" bIns="121900" anchor="ctr" anchorCtr="0">
              <a:noAutofit/>
            </a:bodyPr>
            <a:lstStyle/>
            <a:p>
              <a:endParaRPr sz="2400"/>
            </a:p>
          </p:txBody>
        </p:sp>
        <p:sp>
          <p:nvSpPr>
            <p:cNvPr id="77" name="Google Shape;10359;p67">
              <a:extLst>
                <a:ext uri="{FF2B5EF4-FFF2-40B4-BE49-F238E27FC236}">
                  <a16:creationId xmlns:a16="http://schemas.microsoft.com/office/drawing/2014/main" id="{F0B6C11A-F897-0725-C1D7-5FF9B5DD84D8}"/>
                </a:ext>
              </a:extLst>
            </p:cNvPr>
            <p:cNvSpPr/>
            <p:nvPr/>
          </p:nvSpPr>
          <p:spPr>
            <a:xfrm>
              <a:off x="-5814775" y="3702500"/>
              <a:ext cx="140225" cy="222950"/>
            </a:xfrm>
            <a:custGeom>
              <a:avLst/>
              <a:gdLst/>
              <a:ahLst/>
              <a:cxnLst/>
              <a:rect l="l" t="t" r="r" b="b"/>
              <a:pathLst>
                <a:path w="5609" h="8918" extrusionOk="0">
                  <a:moveTo>
                    <a:pt x="5092" y="1"/>
                  </a:moveTo>
                  <a:cubicBezTo>
                    <a:pt x="4964" y="1"/>
                    <a:pt x="4837" y="72"/>
                    <a:pt x="4789" y="241"/>
                  </a:cubicBezTo>
                  <a:lnTo>
                    <a:pt x="4443" y="1344"/>
                  </a:lnTo>
                  <a:cubicBezTo>
                    <a:pt x="4285" y="1785"/>
                    <a:pt x="3907" y="2068"/>
                    <a:pt x="3466" y="2068"/>
                  </a:cubicBezTo>
                  <a:lnTo>
                    <a:pt x="2710" y="2068"/>
                  </a:lnTo>
                  <a:lnTo>
                    <a:pt x="2710" y="1722"/>
                  </a:lnTo>
                  <a:cubicBezTo>
                    <a:pt x="2710" y="1155"/>
                    <a:pt x="2237" y="682"/>
                    <a:pt x="1702" y="682"/>
                  </a:cubicBezTo>
                  <a:lnTo>
                    <a:pt x="0" y="682"/>
                  </a:lnTo>
                  <a:lnTo>
                    <a:pt x="0" y="8873"/>
                  </a:lnTo>
                  <a:cubicBezTo>
                    <a:pt x="1198" y="8747"/>
                    <a:pt x="2174" y="7928"/>
                    <a:pt x="2552" y="6857"/>
                  </a:cubicBezTo>
                  <a:lnTo>
                    <a:pt x="3466" y="6857"/>
                  </a:lnTo>
                  <a:cubicBezTo>
                    <a:pt x="3907" y="6857"/>
                    <a:pt x="4285" y="7140"/>
                    <a:pt x="4443" y="7582"/>
                  </a:cubicBezTo>
                  <a:lnTo>
                    <a:pt x="4789" y="8684"/>
                  </a:lnTo>
                  <a:cubicBezTo>
                    <a:pt x="4848" y="8850"/>
                    <a:pt x="4974" y="8918"/>
                    <a:pt x="5100" y="8918"/>
                  </a:cubicBezTo>
                  <a:cubicBezTo>
                    <a:pt x="5309" y="8918"/>
                    <a:pt x="5518" y="8731"/>
                    <a:pt x="5419" y="8495"/>
                  </a:cubicBezTo>
                  <a:lnTo>
                    <a:pt x="5041" y="7298"/>
                  </a:lnTo>
                  <a:cubicBezTo>
                    <a:pt x="4789" y="6573"/>
                    <a:pt x="4159" y="6101"/>
                    <a:pt x="3434" y="6101"/>
                  </a:cubicBezTo>
                  <a:lnTo>
                    <a:pt x="2678" y="6101"/>
                  </a:lnTo>
                  <a:cubicBezTo>
                    <a:pt x="2678" y="6006"/>
                    <a:pt x="2710" y="5880"/>
                    <a:pt x="2710" y="5754"/>
                  </a:cubicBezTo>
                  <a:lnTo>
                    <a:pt x="2710" y="4778"/>
                  </a:lnTo>
                  <a:lnTo>
                    <a:pt x="5136" y="4778"/>
                  </a:lnTo>
                  <a:cubicBezTo>
                    <a:pt x="5545" y="4778"/>
                    <a:pt x="5608" y="4116"/>
                    <a:pt x="5136" y="4116"/>
                  </a:cubicBezTo>
                  <a:lnTo>
                    <a:pt x="2710" y="4116"/>
                  </a:lnTo>
                  <a:lnTo>
                    <a:pt x="2710" y="2730"/>
                  </a:lnTo>
                  <a:lnTo>
                    <a:pt x="3466" y="2730"/>
                  </a:lnTo>
                  <a:cubicBezTo>
                    <a:pt x="4222" y="2730"/>
                    <a:pt x="4852" y="2257"/>
                    <a:pt x="5073" y="1564"/>
                  </a:cubicBezTo>
                  <a:lnTo>
                    <a:pt x="5419" y="461"/>
                  </a:lnTo>
                  <a:cubicBezTo>
                    <a:pt x="5517" y="189"/>
                    <a:pt x="5301" y="1"/>
                    <a:pt x="5092"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78" name="Google Shape;10360;p67">
            <a:extLst>
              <a:ext uri="{FF2B5EF4-FFF2-40B4-BE49-F238E27FC236}">
                <a16:creationId xmlns:a16="http://schemas.microsoft.com/office/drawing/2014/main" id="{EF4F5B5B-84C1-F52D-BF41-E92886B97B95}"/>
              </a:ext>
            </a:extLst>
          </p:cNvPr>
          <p:cNvGrpSpPr/>
          <p:nvPr/>
        </p:nvGrpSpPr>
        <p:grpSpPr>
          <a:xfrm>
            <a:off x="2508029" y="5444955"/>
            <a:ext cx="412315" cy="439460"/>
            <a:chOff x="-5971525" y="3990475"/>
            <a:chExt cx="274925" cy="293025"/>
          </a:xfrm>
          <a:solidFill>
            <a:srgbClr val="6C1D35"/>
          </a:solidFill>
        </p:grpSpPr>
        <p:sp>
          <p:nvSpPr>
            <p:cNvPr id="79" name="Google Shape;10361;p67">
              <a:extLst>
                <a:ext uri="{FF2B5EF4-FFF2-40B4-BE49-F238E27FC236}">
                  <a16:creationId xmlns:a16="http://schemas.microsoft.com/office/drawing/2014/main" id="{A32B8CFD-E81B-856B-07CE-62C8F25AF27E}"/>
                </a:ext>
              </a:extLst>
            </p:cNvPr>
            <p:cNvSpPr/>
            <p:nvPr/>
          </p:nvSpPr>
          <p:spPr>
            <a:xfrm>
              <a:off x="-5851000" y="4061375"/>
              <a:ext cx="102400" cy="33875"/>
            </a:xfrm>
            <a:custGeom>
              <a:avLst/>
              <a:gdLst/>
              <a:ahLst/>
              <a:cxnLst/>
              <a:rect l="l" t="t" r="r" b="b"/>
              <a:pathLst>
                <a:path w="4096" h="1355" extrusionOk="0">
                  <a:moveTo>
                    <a:pt x="0" y="0"/>
                  </a:moveTo>
                  <a:lnTo>
                    <a:pt x="0" y="1355"/>
                  </a:lnTo>
                  <a:lnTo>
                    <a:pt x="4096" y="1355"/>
                  </a:lnTo>
                  <a:lnTo>
                    <a:pt x="4096" y="0"/>
                  </a:lnTo>
                  <a:close/>
                </a:path>
              </a:pathLst>
            </a:custGeom>
            <a:grpFill/>
            <a:ln>
              <a:noFill/>
            </a:ln>
          </p:spPr>
          <p:txBody>
            <a:bodyPr spcFirstLastPara="1" wrap="square" lIns="121900" tIns="121900" rIns="121900" bIns="121900" anchor="ctr" anchorCtr="0">
              <a:noAutofit/>
            </a:bodyPr>
            <a:lstStyle/>
            <a:p>
              <a:endParaRPr sz="2400"/>
            </a:p>
          </p:txBody>
        </p:sp>
        <p:sp>
          <p:nvSpPr>
            <p:cNvPr id="80" name="Google Shape;10362;p67">
              <a:extLst>
                <a:ext uri="{FF2B5EF4-FFF2-40B4-BE49-F238E27FC236}">
                  <a16:creationId xmlns:a16="http://schemas.microsoft.com/office/drawing/2014/main" id="{5067B751-D458-41BB-C1AF-6A631FDC2DFF}"/>
                </a:ext>
              </a:extLst>
            </p:cNvPr>
            <p:cNvSpPr/>
            <p:nvPr/>
          </p:nvSpPr>
          <p:spPr>
            <a:xfrm>
              <a:off x="-5971525" y="3990475"/>
              <a:ext cx="69350" cy="275700"/>
            </a:xfrm>
            <a:custGeom>
              <a:avLst/>
              <a:gdLst/>
              <a:ahLst/>
              <a:cxnLst/>
              <a:rect l="l" t="t" r="r" b="b"/>
              <a:pathLst>
                <a:path w="2774" h="11028" extrusionOk="0">
                  <a:moveTo>
                    <a:pt x="1041" y="1"/>
                  </a:moveTo>
                  <a:lnTo>
                    <a:pt x="1041" y="32"/>
                  </a:lnTo>
                  <a:cubicBezTo>
                    <a:pt x="473" y="32"/>
                    <a:pt x="1" y="505"/>
                    <a:pt x="1" y="1072"/>
                  </a:cubicBezTo>
                  <a:lnTo>
                    <a:pt x="1" y="9988"/>
                  </a:lnTo>
                  <a:cubicBezTo>
                    <a:pt x="1" y="10555"/>
                    <a:pt x="473" y="11027"/>
                    <a:pt x="1041" y="11027"/>
                  </a:cubicBezTo>
                  <a:lnTo>
                    <a:pt x="2395" y="11027"/>
                  </a:lnTo>
                  <a:cubicBezTo>
                    <a:pt x="2521" y="11027"/>
                    <a:pt x="2647" y="10996"/>
                    <a:pt x="2773" y="10933"/>
                  </a:cubicBezTo>
                  <a:lnTo>
                    <a:pt x="2773" y="64"/>
                  </a:lnTo>
                  <a:cubicBezTo>
                    <a:pt x="2647" y="32"/>
                    <a:pt x="2521" y="1"/>
                    <a:pt x="2395" y="1"/>
                  </a:cubicBezTo>
                  <a:close/>
                </a:path>
              </a:pathLst>
            </a:custGeom>
            <a:grpFill/>
            <a:ln>
              <a:noFill/>
            </a:ln>
          </p:spPr>
          <p:txBody>
            <a:bodyPr spcFirstLastPara="1" wrap="square" lIns="121900" tIns="121900" rIns="121900" bIns="121900" anchor="ctr" anchorCtr="0">
              <a:noAutofit/>
            </a:bodyPr>
            <a:lstStyle/>
            <a:p>
              <a:endParaRPr sz="2400"/>
            </a:p>
          </p:txBody>
        </p:sp>
        <p:sp>
          <p:nvSpPr>
            <p:cNvPr id="81" name="Google Shape;10363;p67">
              <a:extLst>
                <a:ext uri="{FF2B5EF4-FFF2-40B4-BE49-F238E27FC236}">
                  <a16:creationId xmlns:a16="http://schemas.microsoft.com/office/drawing/2014/main" id="{024BB06D-A505-40AA-8646-27958427A448}"/>
                </a:ext>
              </a:extLst>
            </p:cNvPr>
            <p:cNvSpPr/>
            <p:nvPr/>
          </p:nvSpPr>
          <p:spPr>
            <a:xfrm>
              <a:off x="-5851000" y="4214950"/>
              <a:ext cx="103200" cy="68550"/>
            </a:xfrm>
            <a:custGeom>
              <a:avLst/>
              <a:gdLst/>
              <a:ahLst/>
              <a:cxnLst/>
              <a:rect l="l" t="t" r="r" b="b"/>
              <a:pathLst>
                <a:path w="4128" h="2742" extrusionOk="0">
                  <a:moveTo>
                    <a:pt x="3056" y="694"/>
                  </a:moveTo>
                  <a:cubicBezTo>
                    <a:pt x="3277" y="694"/>
                    <a:pt x="3434" y="851"/>
                    <a:pt x="3434" y="1072"/>
                  </a:cubicBezTo>
                  <a:cubicBezTo>
                    <a:pt x="3434" y="1261"/>
                    <a:pt x="3277" y="1418"/>
                    <a:pt x="3056" y="1418"/>
                  </a:cubicBezTo>
                  <a:lnTo>
                    <a:pt x="1008" y="1418"/>
                  </a:lnTo>
                  <a:cubicBezTo>
                    <a:pt x="819" y="1418"/>
                    <a:pt x="662" y="1261"/>
                    <a:pt x="662" y="1072"/>
                  </a:cubicBezTo>
                  <a:cubicBezTo>
                    <a:pt x="662" y="851"/>
                    <a:pt x="819" y="694"/>
                    <a:pt x="1008" y="694"/>
                  </a:cubicBezTo>
                  <a:close/>
                  <a:moveTo>
                    <a:pt x="32" y="1"/>
                  </a:moveTo>
                  <a:lnTo>
                    <a:pt x="32" y="2395"/>
                  </a:lnTo>
                  <a:lnTo>
                    <a:pt x="0" y="2395"/>
                  </a:lnTo>
                  <a:cubicBezTo>
                    <a:pt x="0" y="2584"/>
                    <a:pt x="158" y="2741"/>
                    <a:pt x="347" y="2741"/>
                  </a:cubicBezTo>
                  <a:lnTo>
                    <a:pt x="3781" y="2741"/>
                  </a:lnTo>
                  <a:cubicBezTo>
                    <a:pt x="3970" y="2741"/>
                    <a:pt x="4127" y="2584"/>
                    <a:pt x="4127" y="2395"/>
                  </a:cubicBezTo>
                  <a:lnTo>
                    <a:pt x="4127" y="1"/>
                  </a:lnTo>
                  <a:close/>
                </a:path>
              </a:pathLst>
            </a:custGeom>
            <a:grpFill/>
            <a:ln>
              <a:noFill/>
            </a:ln>
          </p:spPr>
          <p:txBody>
            <a:bodyPr spcFirstLastPara="1" wrap="square" lIns="121900" tIns="121900" rIns="121900" bIns="121900" anchor="ctr" anchorCtr="0">
              <a:noAutofit/>
            </a:bodyPr>
            <a:lstStyle/>
            <a:p>
              <a:endParaRPr sz="2400"/>
            </a:p>
          </p:txBody>
        </p:sp>
        <p:sp>
          <p:nvSpPr>
            <p:cNvPr id="82" name="Google Shape;10364;p67">
              <a:extLst>
                <a:ext uri="{FF2B5EF4-FFF2-40B4-BE49-F238E27FC236}">
                  <a16:creationId xmlns:a16="http://schemas.microsoft.com/office/drawing/2014/main" id="{CED2FAAD-2F08-C90A-81AE-856BDE873760}"/>
                </a:ext>
              </a:extLst>
            </p:cNvPr>
            <p:cNvSpPr/>
            <p:nvPr/>
          </p:nvSpPr>
          <p:spPr>
            <a:xfrm>
              <a:off x="-5885675" y="4010175"/>
              <a:ext cx="189075" cy="239450"/>
            </a:xfrm>
            <a:custGeom>
              <a:avLst/>
              <a:gdLst/>
              <a:ahLst/>
              <a:cxnLst/>
              <a:rect l="l" t="t" r="r" b="b"/>
              <a:pathLst>
                <a:path w="7563" h="9578" extrusionOk="0">
                  <a:moveTo>
                    <a:pt x="5829" y="1323"/>
                  </a:moveTo>
                  <a:cubicBezTo>
                    <a:pt x="6018" y="1323"/>
                    <a:pt x="6176" y="1481"/>
                    <a:pt x="6176" y="1702"/>
                  </a:cubicBezTo>
                  <a:lnTo>
                    <a:pt x="6176" y="3749"/>
                  </a:lnTo>
                  <a:cubicBezTo>
                    <a:pt x="6176" y="3938"/>
                    <a:pt x="6018" y="4096"/>
                    <a:pt x="5829" y="4096"/>
                  </a:cubicBezTo>
                  <a:lnTo>
                    <a:pt x="1009" y="4096"/>
                  </a:lnTo>
                  <a:cubicBezTo>
                    <a:pt x="820" y="4096"/>
                    <a:pt x="663" y="3938"/>
                    <a:pt x="663" y="3749"/>
                  </a:cubicBezTo>
                  <a:lnTo>
                    <a:pt x="663" y="1702"/>
                  </a:lnTo>
                  <a:cubicBezTo>
                    <a:pt x="663" y="1481"/>
                    <a:pt x="820" y="1323"/>
                    <a:pt x="1009" y="1323"/>
                  </a:cubicBezTo>
                  <a:close/>
                  <a:moveTo>
                    <a:pt x="1734" y="4789"/>
                  </a:moveTo>
                  <a:cubicBezTo>
                    <a:pt x="2175" y="4789"/>
                    <a:pt x="2175" y="5482"/>
                    <a:pt x="1734" y="5482"/>
                  </a:cubicBezTo>
                  <a:lnTo>
                    <a:pt x="1072" y="5482"/>
                  </a:lnTo>
                  <a:cubicBezTo>
                    <a:pt x="631" y="5482"/>
                    <a:pt x="600" y="4789"/>
                    <a:pt x="1072" y="4789"/>
                  </a:cubicBezTo>
                  <a:close/>
                  <a:moveTo>
                    <a:pt x="3782" y="4758"/>
                  </a:moveTo>
                  <a:cubicBezTo>
                    <a:pt x="4223" y="4789"/>
                    <a:pt x="4223" y="5482"/>
                    <a:pt x="3782" y="5482"/>
                  </a:cubicBezTo>
                  <a:lnTo>
                    <a:pt x="3120" y="5482"/>
                  </a:lnTo>
                  <a:cubicBezTo>
                    <a:pt x="2899" y="5482"/>
                    <a:pt x="2742" y="5325"/>
                    <a:pt x="2742" y="5104"/>
                  </a:cubicBezTo>
                  <a:cubicBezTo>
                    <a:pt x="2742" y="4915"/>
                    <a:pt x="2899" y="4758"/>
                    <a:pt x="3120" y="4758"/>
                  </a:cubicBezTo>
                  <a:close/>
                  <a:moveTo>
                    <a:pt x="5829" y="4789"/>
                  </a:moveTo>
                  <a:cubicBezTo>
                    <a:pt x="6270" y="4789"/>
                    <a:pt x="6302" y="5482"/>
                    <a:pt x="5829" y="5482"/>
                  </a:cubicBezTo>
                  <a:lnTo>
                    <a:pt x="5168" y="5482"/>
                  </a:lnTo>
                  <a:cubicBezTo>
                    <a:pt x="4727" y="5482"/>
                    <a:pt x="4695" y="4789"/>
                    <a:pt x="5168" y="4789"/>
                  </a:cubicBezTo>
                  <a:close/>
                  <a:moveTo>
                    <a:pt x="1762" y="6174"/>
                  </a:moveTo>
                  <a:cubicBezTo>
                    <a:pt x="2175" y="6174"/>
                    <a:pt x="2165" y="6837"/>
                    <a:pt x="1734" y="6837"/>
                  </a:cubicBezTo>
                  <a:lnTo>
                    <a:pt x="1072" y="6837"/>
                  </a:lnTo>
                  <a:cubicBezTo>
                    <a:pt x="631" y="6837"/>
                    <a:pt x="600" y="6175"/>
                    <a:pt x="1072" y="6175"/>
                  </a:cubicBezTo>
                  <a:lnTo>
                    <a:pt x="1734" y="6175"/>
                  </a:lnTo>
                  <a:cubicBezTo>
                    <a:pt x="1744" y="6175"/>
                    <a:pt x="1753" y="6174"/>
                    <a:pt x="1762" y="6174"/>
                  </a:cubicBezTo>
                  <a:close/>
                  <a:moveTo>
                    <a:pt x="3782" y="6144"/>
                  </a:moveTo>
                  <a:cubicBezTo>
                    <a:pt x="4223" y="6144"/>
                    <a:pt x="4223" y="6837"/>
                    <a:pt x="3782" y="6837"/>
                  </a:cubicBezTo>
                  <a:lnTo>
                    <a:pt x="3120" y="6837"/>
                  </a:lnTo>
                  <a:cubicBezTo>
                    <a:pt x="2899" y="6837"/>
                    <a:pt x="2742" y="6679"/>
                    <a:pt x="2742" y="6490"/>
                  </a:cubicBezTo>
                  <a:cubicBezTo>
                    <a:pt x="2742" y="6301"/>
                    <a:pt x="2899" y="6144"/>
                    <a:pt x="3120" y="6144"/>
                  </a:cubicBezTo>
                  <a:close/>
                  <a:moveTo>
                    <a:pt x="5858" y="6174"/>
                  </a:moveTo>
                  <a:cubicBezTo>
                    <a:pt x="6272" y="6174"/>
                    <a:pt x="6291" y="6837"/>
                    <a:pt x="5829" y="6837"/>
                  </a:cubicBezTo>
                  <a:lnTo>
                    <a:pt x="5168" y="6837"/>
                  </a:lnTo>
                  <a:cubicBezTo>
                    <a:pt x="4727" y="6837"/>
                    <a:pt x="4695" y="6175"/>
                    <a:pt x="5168" y="6175"/>
                  </a:cubicBezTo>
                  <a:lnTo>
                    <a:pt x="5829" y="6175"/>
                  </a:lnTo>
                  <a:cubicBezTo>
                    <a:pt x="5839" y="6175"/>
                    <a:pt x="5849" y="6174"/>
                    <a:pt x="5858" y="6174"/>
                  </a:cubicBezTo>
                  <a:close/>
                  <a:moveTo>
                    <a:pt x="1" y="0"/>
                  </a:moveTo>
                  <a:lnTo>
                    <a:pt x="1" y="9578"/>
                  </a:lnTo>
                  <a:lnTo>
                    <a:pt x="663" y="9578"/>
                  </a:lnTo>
                  <a:lnTo>
                    <a:pt x="663" y="7876"/>
                  </a:lnTo>
                  <a:cubicBezTo>
                    <a:pt x="663" y="7687"/>
                    <a:pt x="820" y="7530"/>
                    <a:pt x="1009" y="7530"/>
                  </a:cubicBezTo>
                  <a:lnTo>
                    <a:pt x="5829" y="7530"/>
                  </a:lnTo>
                  <a:cubicBezTo>
                    <a:pt x="6018" y="7530"/>
                    <a:pt x="6176" y="7687"/>
                    <a:pt x="6176" y="7876"/>
                  </a:cubicBezTo>
                  <a:lnTo>
                    <a:pt x="6176" y="9578"/>
                  </a:lnTo>
                  <a:lnTo>
                    <a:pt x="6522" y="9578"/>
                  </a:lnTo>
                  <a:cubicBezTo>
                    <a:pt x="7090" y="9578"/>
                    <a:pt x="7562" y="9105"/>
                    <a:pt x="7562" y="8538"/>
                  </a:cubicBezTo>
                  <a:lnTo>
                    <a:pt x="7562" y="1008"/>
                  </a:lnTo>
                  <a:cubicBezTo>
                    <a:pt x="7531" y="473"/>
                    <a:pt x="7090" y="0"/>
                    <a:pt x="6491"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83" name="Google Shape;10368;p67">
            <a:extLst>
              <a:ext uri="{FF2B5EF4-FFF2-40B4-BE49-F238E27FC236}">
                <a16:creationId xmlns:a16="http://schemas.microsoft.com/office/drawing/2014/main" id="{55148328-5FA1-96F9-22C1-5F3EA7C14C68}"/>
              </a:ext>
            </a:extLst>
          </p:cNvPr>
          <p:cNvGrpSpPr/>
          <p:nvPr/>
        </p:nvGrpSpPr>
        <p:grpSpPr>
          <a:xfrm>
            <a:off x="5357259" y="4897158"/>
            <a:ext cx="333165" cy="437660"/>
            <a:chOff x="-4082800" y="3612425"/>
            <a:chExt cx="222150" cy="291825"/>
          </a:xfrm>
          <a:solidFill>
            <a:srgbClr val="6C1D35"/>
          </a:solidFill>
        </p:grpSpPr>
        <p:sp>
          <p:nvSpPr>
            <p:cNvPr id="84" name="Google Shape;10369;p67">
              <a:extLst>
                <a:ext uri="{FF2B5EF4-FFF2-40B4-BE49-F238E27FC236}">
                  <a16:creationId xmlns:a16="http://schemas.microsoft.com/office/drawing/2014/main" id="{2DF60E4F-83C1-4E3E-350A-BF689464C6E3}"/>
                </a:ext>
              </a:extLst>
            </p:cNvPr>
            <p:cNvSpPr/>
            <p:nvPr/>
          </p:nvSpPr>
          <p:spPr>
            <a:xfrm>
              <a:off x="-4027650" y="3663625"/>
              <a:ext cx="112650" cy="119725"/>
            </a:xfrm>
            <a:custGeom>
              <a:avLst/>
              <a:gdLst/>
              <a:ahLst/>
              <a:cxnLst/>
              <a:rect l="l" t="t" r="r" b="b"/>
              <a:pathLst>
                <a:path w="4506" h="4789" extrusionOk="0">
                  <a:moveTo>
                    <a:pt x="2237" y="1355"/>
                  </a:moveTo>
                  <a:cubicBezTo>
                    <a:pt x="2773" y="1355"/>
                    <a:pt x="3245" y="1827"/>
                    <a:pt x="3245" y="2395"/>
                  </a:cubicBezTo>
                  <a:cubicBezTo>
                    <a:pt x="3308" y="2930"/>
                    <a:pt x="2836" y="3434"/>
                    <a:pt x="2237" y="3434"/>
                  </a:cubicBezTo>
                  <a:cubicBezTo>
                    <a:pt x="1670" y="3434"/>
                    <a:pt x="1197" y="2962"/>
                    <a:pt x="1197" y="2395"/>
                  </a:cubicBezTo>
                  <a:cubicBezTo>
                    <a:pt x="1197" y="1859"/>
                    <a:pt x="1670" y="1355"/>
                    <a:pt x="2237" y="1355"/>
                  </a:cubicBezTo>
                  <a:close/>
                  <a:moveTo>
                    <a:pt x="1922" y="0"/>
                  </a:moveTo>
                  <a:lnTo>
                    <a:pt x="1922" y="473"/>
                  </a:lnTo>
                  <a:cubicBezTo>
                    <a:pt x="1922" y="630"/>
                    <a:pt x="1827" y="725"/>
                    <a:pt x="1670" y="788"/>
                  </a:cubicBezTo>
                  <a:cubicBezTo>
                    <a:pt x="1481" y="851"/>
                    <a:pt x="1292" y="945"/>
                    <a:pt x="1134" y="1103"/>
                  </a:cubicBezTo>
                  <a:cubicBezTo>
                    <a:pt x="1055" y="1143"/>
                    <a:pt x="962" y="1183"/>
                    <a:pt x="873" y="1183"/>
                  </a:cubicBezTo>
                  <a:cubicBezTo>
                    <a:pt x="822" y="1183"/>
                    <a:pt x="771" y="1169"/>
                    <a:pt x="725" y="1134"/>
                  </a:cubicBezTo>
                  <a:lnTo>
                    <a:pt x="347" y="914"/>
                  </a:lnTo>
                  <a:lnTo>
                    <a:pt x="0" y="1481"/>
                  </a:lnTo>
                  <a:lnTo>
                    <a:pt x="378" y="1733"/>
                  </a:lnTo>
                  <a:cubicBezTo>
                    <a:pt x="504" y="1796"/>
                    <a:pt x="599" y="1922"/>
                    <a:pt x="536" y="2079"/>
                  </a:cubicBezTo>
                  <a:cubicBezTo>
                    <a:pt x="504" y="2332"/>
                    <a:pt x="504" y="2489"/>
                    <a:pt x="536" y="2710"/>
                  </a:cubicBezTo>
                  <a:cubicBezTo>
                    <a:pt x="599" y="2867"/>
                    <a:pt x="504" y="2993"/>
                    <a:pt x="378" y="3056"/>
                  </a:cubicBezTo>
                  <a:lnTo>
                    <a:pt x="0" y="3308"/>
                  </a:lnTo>
                  <a:lnTo>
                    <a:pt x="347" y="3907"/>
                  </a:lnTo>
                  <a:lnTo>
                    <a:pt x="725" y="3655"/>
                  </a:lnTo>
                  <a:cubicBezTo>
                    <a:pt x="773" y="3631"/>
                    <a:pt x="826" y="3620"/>
                    <a:pt x="879" y="3620"/>
                  </a:cubicBezTo>
                  <a:cubicBezTo>
                    <a:pt x="967" y="3620"/>
                    <a:pt x="1056" y="3647"/>
                    <a:pt x="1134" y="3686"/>
                  </a:cubicBezTo>
                  <a:cubicBezTo>
                    <a:pt x="1292" y="3812"/>
                    <a:pt x="1481" y="3938"/>
                    <a:pt x="1670" y="4001"/>
                  </a:cubicBezTo>
                  <a:cubicBezTo>
                    <a:pt x="1796" y="4064"/>
                    <a:pt x="1922" y="4222"/>
                    <a:pt x="1922" y="4316"/>
                  </a:cubicBezTo>
                  <a:lnTo>
                    <a:pt x="1922" y="4789"/>
                  </a:lnTo>
                  <a:lnTo>
                    <a:pt x="2584" y="4789"/>
                  </a:lnTo>
                  <a:lnTo>
                    <a:pt x="2584" y="4316"/>
                  </a:lnTo>
                  <a:cubicBezTo>
                    <a:pt x="2584" y="4159"/>
                    <a:pt x="2678" y="4064"/>
                    <a:pt x="2836" y="4001"/>
                  </a:cubicBezTo>
                  <a:cubicBezTo>
                    <a:pt x="3025" y="3938"/>
                    <a:pt x="3182" y="3844"/>
                    <a:pt x="3371" y="3686"/>
                  </a:cubicBezTo>
                  <a:cubicBezTo>
                    <a:pt x="3449" y="3647"/>
                    <a:pt x="3539" y="3620"/>
                    <a:pt x="3626" y="3620"/>
                  </a:cubicBezTo>
                  <a:cubicBezTo>
                    <a:pt x="3680" y="3620"/>
                    <a:pt x="3733" y="3631"/>
                    <a:pt x="3781" y="3655"/>
                  </a:cubicBezTo>
                  <a:lnTo>
                    <a:pt x="4159" y="3907"/>
                  </a:lnTo>
                  <a:lnTo>
                    <a:pt x="4505" y="3308"/>
                  </a:lnTo>
                  <a:lnTo>
                    <a:pt x="4127" y="3056"/>
                  </a:lnTo>
                  <a:cubicBezTo>
                    <a:pt x="4001" y="2993"/>
                    <a:pt x="3938" y="2867"/>
                    <a:pt x="3970" y="2710"/>
                  </a:cubicBezTo>
                  <a:cubicBezTo>
                    <a:pt x="4001" y="2489"/>
                    <a:pt x="4001" y="2332"/>
                    <a:pt x="3970" y="2079"/>
                  </a:cubicBezTo>
                  <a:cubicBezTo>
                    <a:pt x="3938" y="1922"/>
                    <a:pt x="4001" y="1796"/>
                    <a:pt x="4127" y="1733"/>
                  </a:cubicBezTo>
                  <a:lnTo>
                    <a:pt x="4505" y="1481"/>
                  </a:lnTo>
                  <a:lnTo>
                    <a:pt x="4159" y="914"/>
                  </a:lnTo>
                  <a:lnTo>
                    <a:pt x="3781" y="1134"/>
                  </a:lnTo>
                  <a:cubicBezTo>
                    <a:pt x="3734" y="1169"/>
                    <a:pt x="3684" y="1183"/>
                    <a:pt x="3632" y="1183"/>
                  </a:cubicBezTo>
                  <a:cubicBezTo>
                    <a:pt x="3543" y="1183"/>
                    <a:pt x="3451" y="1143"/>
                    <a:pt x="3371" y="1103"/>
                  </a:cubicBezTo>
                  <a:cubicBezTo>
                    <a:pt x="3214" y="977"/>
                    <a:pt x="3025" y="851"/>
                    <a:pt x="2836" y="788"/>
                  </a:cubicBezTo>
                  <a:cubicBezTo>
                    <a:pt x="2710" y="725"/>
                    <a:pt x="2584" y="567"/>
                    <a:pt x="2584" y="473"/>
                  </a:cubicBezTo>
                  <a:lnTo>
                    <a:pt x="2584" y="0"/>
                  </a:lnTo>
                  <a:close/>
                </a:path>
              </a:pathLst>
            </a:custGeom>
            <a:grpFill/>
            <a:ln>
              <a:noFill/>
            </a:ln>
          </p:spPr>
          <p:txBody>
            <a:bodyPr spcFirstLastPara="1" wrap="square" lIns="121900" tIns="121900" rIns="121900" bIns="121900" anchor="ctr" anchorCtr="0">
              <a:noAutofit/>
            </a:bodyPr>
            <a:lstStyle/>
            <a:p>
              <a:endParaRPr sz="2400"/>
            </a:p>
          </p:txBody>
        </p:sp>
        <p:sp>
          <p:nvSpPr>
            <p:cNvPr id="85" name="Google Shape;10370;p67">
              <a:extLst>
                <a:ext uri="{FF2B5EF4-FFF2-40B4-BE49-F238E27FC236}">
                  <a16:creationId xmlns:a16="http://schemas.microsoft.com/office/drawing/2014/main" id="{B7508A67-DEF3-79DA-DC62-A79F74553E73}"/>
                </a:ext>
              </a:extLst>
            </p:cNvPr>
            <p:cNvSpPr/>
            <p:nvPr/>
          </p:nvSpPr>
          <p:spPr>
            <a:xfrm>
              <a:off x="-4082800" y="3612425"/>
              <a:ext cx="222150" cy="291825"/>
            </a:xfrm>
            <a:custGeom>
              <a:avLst/>
              <a:gdLst/>
              <a:ahLst/>
              <a:cxnLst/>
              <a:rect l="l" t="t" r="r" b="b"/>
              <a:pathLst>
                <a:path w="8886" h="11673" extrusionOk="0">
                  <a:moveTo>
                    <a:pt x="5168" y="1324"/>
                  </a:moveTo>
                  <a:cubicBezTo>
                    <a:pt x="5357" y="1324"/>
                    <a:pt x="5514" y="1481"/>
                    <a:pt x="5514" y="1702"/>
                  </a:cubicBezTo>
                  <a:lnTo>
                    <a:pt x="5514" y="2269"/>
                  </a:lnTo>
                  <a:cubicBezTo>
                    <a:pt x="5609" y="2332"/>
                    <a:pt x="5735" y="2395"/>
                    <a:pt x="5829" y="2489"/>
                  </a:cubicBezTo>
                  <a:lnTo>
                    <a:pt x="6333" y="2206"/>
                  </a:lnTo>
                  <a:cubicBezTo>
                    <a:pt x="6396" y="2174"/>
                    <a:pt x="6491" y="2174"/>
                    <a:pt x="6617" y="2174"/>
                  </a:cubicBezTo>
                  <a:cubicBezTo>
                    <a:pt x="6680" y="2206"/>
                    <a:pt x="6774" y="2237"/>
                    <a:pt x="6806" y="2300"/>
                  </a:cubicBezTo>
                  <a:lnTo>
                    <a:pt x="7467" y="3497"/>
                  </a:lnTo>
                  <a:cubicBezTo>
                    <a:pt x="7562" y="3655"/>
                    <a:pt x="7530" y="3844"/>
                    <a:pt x="7341" y="3970"/>
                  </a:cubicBezTo>
                  <a:lnTo>
                    <a:pt x="6837" y="4254"/>
                  </a:lnTo>
                  <a:cubicBezTo>
                    <a:pt x="6869" y="4380"/>
                    <a:pt x="6869" y="4474"/>
                    <a:pt x="6837" y="4632"/>
                  </a:cubicBezTo>
                  <a:lnTo>
                    <a:pt x="7341" y="4915"/>
                  </a:lnTo>
                  <a:cubicBezTo>
                    <a:pt x="7499" y="4978"/>
                    <a:pt x="7593" y="5230"/>
                    <a:pt x="7467" y="5388"/>
                  </a:cubicBezTo>
                  <a:lnTo>
                    <a:pt x="6806" y="6553"/>
                  </a:lnTo>
                  <a:cubicBezTo>
                    <a:pt x="6774" y="6648"/>
                    <a:pt x="6680" y="6679"/>
                    <a:pt x="6617" y="6711"/>
                  </a:cubicBezTo>
                  <a:cubicBezTo>
                    <a:pt x="6588" y="6730"/>
                    <a:pt x="6555" y="6738"/>
                    <a:pt x="6523" y="6738"/>
                  </a:cubicBezTo>
                  <a:cubicBezTo>
                    <a:pt x="6450" y="6738"/>
                    <a:pt x="6377" y="6701"/>
                    <a:pt x="6333" y="6679"/>
                  </a:cubicBezTo>
                  <a:lnTo>
                    <a:pt x="5829" y="6396"/>
                  </a:lnTo>
                  <a:cubicBezTo>
                    <a:pt x="5703" y="6490"/>
                    <a:pt x="5609" y="6522"/>
                    <a:pt x="5514" y="6616"/>
                  </a:cubicBezTo>
                  <a:lnTo>
                    <a:pt x="5514" y="7183"/>
                  </a:lnTo>
                  <a:cubicBezTo>
                    <a:pt x="5514" y="7404"/>
                    <a:pt x="5357" y="7562"/>
                    <a:pt x="5168" y="7562"/>
                  </a:cubicBezTo>
                  <a:lnTo>
                    <a:pt x="3781" y="7562"/>
                  </a:lnTo>
                  <a:cubicBezTo>
                    <a:pt x="3592" y="7562"/>
                    <a:pt x="3435" y="7404"/>
                    <a:pt x="3435" y="7183"/>
                  </a:cubicBezTo>
                  <a:lnTo>
                    <a:pt x="3435" y="6616"/>
                  </a:lnTo>
                  <a:cubicBezTo>
                    <a:pt x="3309" y="6553"/>
                    <a:pt x="3183" y="6490"/>
                    <a:pt x="3120" y="6396"/>
                  </a:cubicBezTo>
                  <a:lnTo>
                    <a:pt x="2584" y="6679"/>
                  </a:lnTo>
                  <a:cubicBezTo>
                    <a:pt x="2521" y="6711"/>
                    <a:pt x="2427" y="6711"/>
                    <a:pt x="2332" y="6711"/>
                  </a:cubicBezTo>
                  <a:cubicBezTo>
                    <a:pt x="2238" y="6679"/>
                    <a:pt x="2175" y="6648"/>
                    <a:pt x="2112" y="6553"/>
                  </a:cubicBezTo>
                  <a:lnTo>
                    <a:pt x="1450" y="5388"/>
                  </a:lnTo>
                  <a:cubicBezTo>
                    <a:pt x="1387" y="5230"/>
                    <a:pt x="1419" y="5041"/>
                    <a:pt x="1576" y="4915"/>
                  </a:cubicBezTo>
                  <a:lnTo>
                    <a:pt x="2080" y="4632"/>
                  </a:lnTo>
                  <a:lnTo>
                    <a:pt x="2080" y="4443"/>
                  </a:lnTo>
                  <a:lnTo>
                    <a:pt x="2080" y="4254"/>
                  </a:lnTo>
                  <a:lnTo>
                    <a:pt x="1576" y="3970"/>
                  </a:lnTo>
                  <a:cubicBezTo>
                    <a:pt x="1419" y="3907"/>
                    <a:pt x="1324" y="3655"/>
                    <a:pt x="1450" y="3497"/>
                  </a:cubicBezTo>
                  <a:lnTo>
                    <a:pt x="2112" y="2332"/>
                  </a:lnTo>
                  <a:cubicBezTo>
                    <a:pt x="2175" y="2237"/>
                    <a:pt x="2238" y="2206"/>
                    <a:pt x="2332" y="2174"/>
                  </a:cubicBezTo>
                  <a:cubicBezTo>
                    <a:pt x="2352" y="2155"/>
                    <a:pt x="2377" y="2147"/>
                    <a:pt x="2405" y="2147"/>
                  </a:cubicBezTo>
                  <a:cubicBezTo>
                    <a:pt x="2467" y="2147"/>
                    <a:pt x="2541" y="2184"/>
                    <a:pt x="2584" y="2206"/>
                  </a:cubicBezTo>
                  <a:lnTo>
                    <a:pt x="3120" y="2489"/>
                  </a:lnTo>
                  <a:cubicBezTo>
                    <a:pt x="3214" y="2395"/>
                    <a:pt x="3309" y="2363"/>
                    <a:pt x="3435" y="2269"/>
                  </a:cubicBezTo>
                  <a:lnTo>
                    <a:pt x="3435" y="1702"/>
                  </a:lnTo>
                  <a:cubicBezTo>
                    <a:pt x="3435" y="1481"/>
                    <a:pt x="3592" y="1324"/>
                    <a:pt x="3781" y="1324"/>
                  </a:cubicBezTo>
                  <a:close/>
                  <a:moveTo>
                    <a:pt x="4443" y="0"/>
                  </a:moveTo>
                  <a:cubicBezTo>
                    <a:pt x="1986" y="0"/>
                    <a:pt x="1" y="2017"/>
                    <a:pt x="1" y="4443"/>
                  </a:cubicBezTo>
                  <a:cubicBezTo>
                    <a:pt x="1" y="5419"/>
                    <a:pt x="316" y="6333"/>
                    <a:pt x="851" y="7120"/>
                  </a:cubicBezTo>
                  <a:lnTo>
                    <a:pt x="4159" y="11531"/>
                  </a:lnTo>
                  <a:cubicBezTo>
                    <a:pt x="4222" y="11626"/>
                    <a:pt x="4325" y="11673"/>
                    <a:pt x="4431" y="11673"/>
                  </a:cubicBezTo>
                  <a:cubicBezTo>
                    <a:pt x="4538" y="11673"/>
                    <a:pt x="4648" y="11626"/>
                    <a:pt x="4727" y="11531"/>
                  </a:cubicBezTo>
                  <a:lnTo>
                    <a:pt x="8066" y="6994"/>
                  </a:lnTo>
                  <a:cubicBezTo>
                    <a:pt x="8602" y="6270"/>
                    <a:pt x="8885" y="5356"/>
                    <a:pt x="8885" y="4443"/>
                  </a:cubicBezTo>
                  <a:cubicBezTo>
                    <a:pt x="8885" y="2017"/>
                    <a:pt x="6932" y="0"/>
                    <a:pt x="4443" y="0"/>
                  </a:cubicBezTo>
                  <a:close/>
                </a:path>
              </a:pathLst>
            </a:custGeom>
            <a:grpFill/>
            <a:ln>
              <a:noFill/>
            </a:ln>
          </p:spPr>
          <p:txBody>
            <a:bodyPr spcFirstLastPara="1" wrap="square" lIns="121900" tIns="121900" rIns="121900" bIns="121900" anchor="ctr" anchorCtr="0">
              <a:noAutofit/>
            </a:bodyPr>
            <a:lstStyle/>
            <a:p>
              <a:endParaRPr sz="2400"/>
            </a:p>
          </p:txBody>
        </p:sp>
        <p:sp>
          <p:nvSpPr>
            <p:cNvPr id="86" name="Google Shape;10371;p67">
              <a:extLst>
                <a:ext uri="{FF2B5EF4-FFF2-40B4-BE49-F238E27FC236}">
                  <a16:creationId xmlns:a16="http://schemas.microsoft.com/office/drawing/2014/main" id="{5254A7BE-B794-DB1B-973A-3255A79300B2}"/>
                </a:ext>
              </a:extLst>
            </p:cNvPr>
            <p:cNvSpPr/>
            <p:nvPr/>
          </p:nvSpPr>
          <p:spPr>
            <a:xfrm>
              <a:off x="-3980400" y="3714800"/>
              <a:ext cx="17350" cy="17375"/>
            </a:xfrm>
            <a:custGeom>
              <a:avLst/>
              <a:gdLst/>
              <a:ahLst/>
              <a:cxnLst/>
              <a:rect l="l" t="t" r="r" b="b"/>
              <a:pathLst>
                <a:path w="694" h="695" extrusionOk="0">
                  <a:moveTo>
                    <a:pt x="347" y="1"/>
                  </a:moveTo>
                  <a:cubicBezTo>
                    <a:pt x="158" y="1"/>
                    <a:pt x="0" y="159"/>
                    <a:pt x="0" y="348"/>
                  </a:cubicBezTo>
                  <a:cubicBezTo>
                    <a:pt x="0" y="537"/>
                    <a:pt x="158" y="694"/>
                    <a:pt x="347" y="694"/>
                  </a:cubicBezTo>
                  <a:cubicBezTo>
                    <a:pt x="536" y="694"/>
                    <a:pt x="694" y="537"/>
                    <a:pt x="694" y="348"/>
                  </a:cubicBezTo>
                  <a:cubicBezTo>
                    <a:pt x="694" y="159"/>
                    <a:pt x="536" y="1"/>
                    <a:pt x="347"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87" name="Google Shape;10372;p67">
            <a:extLst>
              <a:ext uri="{FF2B5EF4-FFF2-40B4-BE49-F238E27FC236}">
                <a16:creationId xmlns:a16="http://schemas.microsoft.com/office/drawing/2014/main" id="{2AE6996D-B6CF-3EBF-5541-1ACC44A2530F}"/>
              </a:ext>
            </a:extLst>
          </p:cNvPr>
          <p:cNvGrpSpPr/>
          <p:nvPr/>
        </p:nvGrpSpPr>
        <p:grpSpPr>
          <a:xfrm>
            <a:off x="5304713" y="5459727"/>
            <a:ext cx="438260" cy="409915"/>
            <a:chOff x="-4118225" y="3990475"/>
            <a:chExt cx="292225" cy="273325"/>
          </a:xfrm>
          <a:solidFill>
            <a:srgbClr val="6C1D35"/>
          </a:solidFill>
        </p:grpSpPr>
        <p:sp>
          <p:nvSpPr>
            <p:cNvPr id="88" name="Google Shape;10373;p67">
              <a:extLst>
                <a:ext uri="{FF2B5EF4-FFF2-40B4-BE49-F238E27FC236}">
                  <a16:creationId xmlns:a16="http://schemas.microsoft.com/office/drawing/2014/main" id="{5C5BDC9B-CF7B-C898-939E-6633E29E81E3}"/>
                </a:ext>
              </a:extLst>
            </p:cNvPr>
            <p:cNvSpPr/>
            <p:nvPr/>
          </p:nvSpPr>
          <p:spPr>
            <a:xfrm>
              <a:off x="-3963850" y="4040100"/>
              <a:ext cx="51200" cy="51225"/>
            </a:xfrm>
            <a:custGeom>
              <a:avLst/>
              <a:gdLst/>
              <a:ahLst/>
              <a:cxnLst/>
              <a:rect l="l" t="t" r="r" b="b"/>
              <a:pathLst>
                <a:path w="2048" h="2049" extrusionOk="0">
                  <a:moveTo>
                    <a:pt x="1008" y="0"/>
                  </a:moveTo>
                  <a:cubicBezTo>
                    <a:pt x="473" y="0"/>
                    <a:pt x="0" y="473"/>
                    <a:pt x="0" y="1040"/>
                  </a:cubicBezTo>
                  <a:cubicBezTo>
                    <a:pt x="0" y="1607"/>
                    <a:pt x="473" y="2048"/>
                    <a:pt x="1008" y="2048"/>
                  </a:cubicBezTo>
                  <a:cubicBezTo>
                    <a:pt x="1575" y="2048"/>
                    <a:pt x="2048" y="1607"/>
                    <a:pt x="2048" y="1040"/>
                  </a:cubicBezTo>
                  <a:cubicBezTo>
                    <a:pt x="2048" y="473"/>
                    <a:pt x="1575" y="0"/>
                    <a:pt x="1008" y="0"/>
                  </a:cubicBezTo>
                  <a:close/>
                </a:path>
              </a:pathLst>
            </a:custGeom>
            <a:grpFill/>
            <a:ln>
              <a:noFill/>
            </a:ln>
          </p:spPr>
          <p:txBody>
            <a:bodyPr spcFirstLastPara="1" wrap="square" lIns="121900" tIns="121900" rIns="121900" bIns="121900" anchor="ctr" anchorCtr="0">
              <a:noAutofit/>
            </a:bodyPr>
            <a:lstStyle/>
            <a:p>
              <a:endParaRPr sz="2400"/>
            </a:p>
          </p:txBody>
        </p:sp>
        <p:sp>
          <p:nvSpPr>
            <p:cNvPr id="89" name="Google Shape;10374;p67">
              <a:extLst>
                <a:ext uri="{FF2B5EF4-FFF2-40B4-BE49-F238E27FC236}">
                  <a16:creationId xmlns:a16="http://schemas.microsoft.com/office/drawing/2014/main" id="{5C27A013-C2F2-BDD3-8CA6-8CDCB7C0E6B2}"/>
                </a:ext>
              </a:extLst>
            </p:cNvPr>
            <p:cNvSpPr/>
            <p:nvPr/>
          </p:nvSpPr>
          <p:spPr>
            <a:xfrm>
              <a:off x="-4015050" y="3990475"/>
              <a:ext cx="153600" cy="153625"/>
            </a:xfrm>
            <a:custGeom>
              <a:avLst/>
              <a:gdLst/>
              <a:ahLst/>
              <a:cxnLst/>
              <a:rect l="l" t="t" r="r" b="b"/>
              <a:pathLst>
                <a:path w="6144" h="6145" extrusionOk="0">
                  <a:moveTo>
                    <a:pt x="3056" y="1324"/>
                  </a:moveTo>
                  <a:cubicBezTo>
                    <a:pt x="4001" y="1324"/>
                    <a:pt x="4757" y="2080"/>
                    <a:pt x="4757" y="3025"/>
                  </a:cubicBezTo>
                  <a:cubicBezTo>
                    <a:pt x="4757" y="3970"/>
                    <a:pt x="4033" y="4726"/>
                    <a:pt x="3056" y="4726"/>
                  </a:cubicBezTo>
                  <a:cubicBezTo>
                    <a:pt x="2111" y="4726"/>
                    <a:pt x="1386" y="3970"/>
                    <a:pt x="1386" y="3025"/>
                  </a:cubicBezTo>
                  <a:cubicBezTo>
                    <a:pt x="1386" y="2080"/>
                    <a:pt x="2111" y="1324"/>
                    <a:pt x="3056" y="1324"/>
                  </a:cubicBezTo>
                  <a:close/>
                  <a:moveTo>
                    <a:pt x="3056" y="1"/>
                  </a:moveTo>
                  <a:cubicBezTo>
                    <a:pt x="1386" y="1"/>
                    <a:pt x="0" y="1355"/>
                    <a:pt x="0" y="3057"/>
                  </a:cubicBezTo>
                  <a:cubicBezTo>
                    <a:pt x="0" y="4758"/>
                    <a:pt x="1323" y="6144"/>
                    <a:pt x="3056" y="6144"/>
                  </a:cubicBezTo>
                  <a:cubicBezTo>
                    <a:pt x="4757" y="6144"/>
                    <a:pt x="6144" y="4758"/>
                    <a:pt x="6144" y="3057"/>
                  </a:cubicBezTo>
                  <a:cubicBezTo>
                    <a:pt x="6144" y="1355"/>
                    <a:pt x="4757" y="1"/>
                    <a:pt x="3056" y="1"/>
                  </a:cubicBezTo>
                  <a:close/>
                </a:path>
              </a:pathLst>
            </a:custGeom>
            <a:grpFill/>
            <a:ln>
              <a:noFill/>
            </a:ln>
          </p:spPr>
          <p:txBody>
            <a:bodyPr spcFirstLastPara="1" wrap="square" lIns="121900" tIns="121900" rIns="121900" bIns="121900" anchor="ctr" anchorCtr="0">
              <a:noAutofit/>
            </a:bodyPr>
            <a:lstStyle/>
            <a:p>
              <a:endParaRPr sz="2400"/>
            </a:p>
          </p:txBody>
        </p:sp>
        <p:sp>
          <p:nvSpPr>
            <p:cNvPr id="90" name="Google Shape;10375;p67">
              <a:extLst>
                <a:ext uri="{FF2B5EF4-FFF2-40B4-BE49-F238E27FC236}">
                  <a16:creationId xmlns:a16="http://schemas.microsoft.com/office/drawing/2014/main" id="{3D6456C6-F469-91A9-BBB4-B931F16BF597}"/>
                </a:ext>
              </a:extLst>
            </p:cNvPr>
            <p:cNvSpPr/>
            <p:nvPr/>
          </p:nvSpPr>
          <p:spPr>
            <a:xfrm>
              <a:off x="-4118225" y="4144075"/>
              <a:ext cx="33875" cy="119725"/>
            </a:xfrm>
            <a:custGeom>
              <a:avLst/>
              <a:gdLst/>
              <a:ahLst/>
              <a:cxnLst/>
              <a:rect l="l" t="t" r="r" b="b"/>
              <a:pathLst>
                <a:path w="1355" h="4789" extrusionOk="0">
                  <a:moveTo>
                    <a:pt x="347" y="0"/>
                  </a:moveTo>
                  <a:cubicBezTo>
                    <a:pt x="158" y="0"/>
                    <a:pt x="0" y="158"/>
                    <a:pt x="0" y="347"/>
                  </a:cubicBezTo>
                  <a:lnTo>
                    <a:pt x="0" y="4442"/>
                  </a:lnTo>
                  <a:cubicBezTo>
                    <a:pt x="0" y="4631"/>
                    <a:pt x="158" y="4789"/>
                    <a:pt x="347" y="4789"/>
                  </a:cubicBezTo>
                  <a:lnTo>
                    <a:pt x="1008" y="4789"/>
                  </a:lnTo>
                  <a:cubicBezTo>
                    <a:pt x="1134" y="4789"/>
                    <a:pt x="1260" y="4757"/>
                    <a:pt x="1355" y="4726"/>
                  </a:cubicBezTo>
                  <a:lnTo>
                    <a:pt x="1355" y="63"/>
                  </a:lnTo>
                  <a:cubicBezTo>
                    <a:pt x="1260" y="32"/>
                    <a:pt x="1134" y="0"/>
                    <a:pt x="1008" y="0"/>
                  </a:cubicBezTo>
                  <a:close/>
                </a:path>
              </a:pathLst>
            </a:custGeom>
            <a:grpFill/>
            <a:ln>
              <a:noFill/>
            </a:ln>
          </p:spPr>
          <p:txBody>
            <a:bodyPr spcFirstLastPara="1" wrap="square" lIns="121900" tIns="121900" rIns="121900" bIns="121900" anchor="ctr" anchorCtr="0">
              <a:noAutofit/>
            </a:bodyPr>
            <a:lstStyle/>
            <a:p>
              <a:endParaRPr sz="2400"/>
            </a:p>
          </p:txBody>
        </p:sp>
        <p:sp>
          <p:nvSpPr>
            <p:cNvPr id="91" name="Google Shape;10376;p67">
              <a:extLst>
                <a:ext uri="{FF2B5EF4-FFF2-40B4-BE49-F238E27FC236}">
                  <a16:creationId xmlns:a16="http://schemas.microsoft.com/office/drawing/2014/main" id="{FBBDEAB8-7FF6-F21F-E72A-C93DA71E99DD}"/>
                </a:ext>
              </a:extLst>
            </p:cNvPr>
            <p:cNvSpPr/>
            <p:nvPr/>
          </p:nvSpPr>
          <p:spPr>
            <a:xfrm>
              <a:off x="-4067050" y="4143750"/>
              <a:ext cx="241050" cy="120050"/>
            </a:xfrm>
            <a:custGeom>
              <a:avLst/>
              <a:gdLst/>
              <a:ahLst/>
              <a:cxnLst/>
              <a:rect l="l" t="t" r="r" b="b"/>
              <a:pathLst>
                <a:path w="9642" h="4802" extrusionOk="0">
                  <a:moveTo>
                    <a:pt x="1750" y="1"/>
                  </a:moveTo>
                  <a:cubicBezTo>
                    <a:pt x="1124" y="1"/>
                    <a:pt x="537" y="197"/>
                    <a:pt x="1" y="549"/>
                  </a:cubicBezTo>
                  <a:lnTo>
                    <a:pt x="1" y="4550"/>
                  </a:lnTo>
                  <a:cubicBezTo>
                    <a:pt x="410" y="4707"/>
                    <a:pt x="883" y="4802"/>
                    <a:pt x="1356" y="4802"/>
                  </a:cubicBezTo>
                  <a:lnTo>
                    <a:pt x="5294" y="4802"/>
                  </a:lnTo>
                  <a:cubicBezTo>
                    <a:pt x="5735" y="4802"/>
                    <a:pt x="6144" y="4644"/>
                    <a:pt x="6459" y="4392"/>
                  </a:cubicBezTo>
                  <a:cubicBezTo>
                    <a:pt x="6459" y="4392"/>
                    <a:pt x="8507" y="2502"/>
                    <a:pt x="9169" y="1872"/>
                  </a:cubicBezTo>
                  <a:cubicBezTo>
                    <a:pt x="9169" y="1872"/>
                    <a:pt x="9547" y="1399"/>
                    <a:pt x="9547" y="1021"/>
                  </a:cubicBezTo>
                  <a:cubicBezTo>
                    <a:pt x="9641" y="454"/>
                    <a:pt x="9169" y="13"/>
                    <a:pt x="8602" y="13"/>
                  </a:cubicBezTo>
                  <a:cubicBezTo>
                    <a:pt x="8413" y="13"/>
                    <a:pt x="7751" y="202"/>
                    <a:pt x="6711" y="1777"/>
                  </a:cubicBezTo>
                  <a:cubicBezTo>
                    <a:pt x="6333" y="2376"/>
                    <a:pt x="5766" y="2754"/>
                    <a:pt x="5199" y="2754"/>
                  </a:cubicBezTo>
                  <a:lnTo>
                    <a:pt x="2710" y="2754"/>
                  </a:lnTo>
                  <a:cubicBezTo>
                    <a:pt x="2584" y="2754"/>
                    <a:pt x="2458" y="2849"/>
                    <a:pt x="2395" y="2975"/>
                  </a:cubicBezTo>
                  <a:cubicBezTo>
                    <a:pt x="2333" y="3099"/>
                    <a:pt x="2223" y="3152"/>
                    <a:pt x="2110" y="3152"/>
                  </a:cubicBezTo>
                  <a:cubicBezTo>
                    <a:pt x="1880" y="3152"/>
                    <a:pt x="1638" y="2934"/>
                    <a:pt x="1765" y="2660"/>
                  </a:cubicBezTo>
                  <a:cubicBezTo>
                    <a:pt x="1923" y="2344"/>
                    <a:pt x="2238" y="2092"/>
                    <a:pt x="2616" y="2092"/>
                  </a:cubicBezTo>
                  <a:lnTo>
                    <a:pt x="5231" y="2092"/>
                  </a:lnTo>
                  <a:cubicBezTo>
                    <a:pt x="6081" y="2061"/>
                    <a:pt x="6081" y="706"/>
                    <a:pt x="5136" y="706"/>
                  </a:cubicBezTo>
                  <a:lnTo>
                    <a:pt x="3844" y="706"/>
                  </a:lnTo>
                  <a:cubicBezTo>
                    <a:pt x="3116" y="220"/>
                    <a:pt x="2412" y="1"/>
                    <a:pt x="1750"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92" name="Google Shape;10380;p67">
            <a:extLst>
              <a:ext uri="{FF2B5EF4-FFF2-40B4-BE49-F238E27FC236}">
                <a16:creationId xmlns:a16="http://schemas.microsoft.com/office/drawing/2014/main" id="{9211999F-73EA-EC57-AFC8-A38313E5545F}"/>
              </a:ext>
            </a:extLst>
          </p:cNvPr>
          <p:cNvGrpSpPr/>
          <p:nvPr/>
        </p:nvGrpSpPr>
        <p:grpSpPr>
          <a:xfrm>
            <a:off x="8126812" y="4843691"/>
            <a:ext cx="438297" cy="544591"/>
            <a:chOff x="-2310650" y="3525775"/>
            <a:chExt cx="292250" cy="363125"/>
          </a:xfrm>
          <a:solidFill>
            <a:srgbClr val="6C1D35"/>
          </a:solidFill>
        </p:grpSpPr>
        <p:sp>
          <p:nvSpPr>
            <p:cNvPr id="93" name="Google Shape;10381;p67">
              <a:extLst>
                <a:ext uri="{FF2B5EF4-FFF2-40B4-BE49-F238E27FC236}">
                  <a16:creationId xmlns:a16="http://schemas.microsoft.com/office/drawing/2014/main" id="{967538D1-9198-6519-3AD6-C2684D1A4E06}"/>
                </a:ext>
              </a:extLst>
            </p:cNvPr>
            <p:cNvSpPr/>
            <p:nvPr/>
          </p:nvSpPr>
          <p:spPr>
            <a:xfrm>
              <a:off x="-2053075" y="3648650"/>
              <a:ext cx="34675" cy="233950"/>
            </a:xfrm>
            <a:custGeom>
              <a:avLst/>
              <a:gdLst/>
              <a:ahLst/>
              <a:cxnLst/>
              <a:rect l="l" t="t" r="r" b="b"/>
              <a:pathLst>
                <a:path w="1387" h="9358" extrusionOk="0">
                  <a:moveTo>
                    <a:pt x="0" y="1"/>
                  </a:moveTo>
                  <a:lnTo>
                    <a:pt x="0" y="8286"/>
                  </a:lnTo>
                  <a:cubicBezTo>
                    <a:pt x="0" y="8664"/>
                    <a:pt x="158" y="9011"/>
                    <a:pt x="441" y="9263"/>
                  </a:cubicBezTo>
                  <a:cubicBezTo>
                    <a:pt x="504" y="9326"/>
                    <a:pt x="591" y="9358"/>
                    <a:pt x="677" y="9358"/>
                  </a:cubicBezTo>
                  <a:cubicBezTo>
                    <a:pt x="764" y="9358"/>
                    <a:pt x="851" y="9326"/>
                    <a:pt x="914" y="9263"/>
                  </a:cubicBezTo>
                  <a:cubicBezTo>
                    <a:pt x="1197" y="9011"/>
                    <a:pt x="1355" y="8664"/>
                    <a:pt x="1355" y="8286"/>
                  </a:cubicBezTo>
                  <a:lnTo>
                    <a:pt x="1355" y="347"/>
                  </a:lnTo>
                  <a:lnTo>
                    <a:pt x="1386" y="347"/>
                  </a:lnTo>
                  <a:cubicBezTo>
                    <a:pt x="1386" y="158"/>
                    <a:pt x="1229" y="1"/>
                    <a:pt x="1040" y="1"/>
                  </a:cubicBezTo>
                  <a:close/>
                </a:path>
              </a:pathLst>
            </a:custGeom>
            <a:grpFill/>
            <a:ln>
              <a:noFill/>
            </a:ln>
          </p:spPr>
          <p:txBody>
            <a:bodyPr spcFirstLastPara="1" wrap="square" lIns="121900" tIns="121900" rIns="121900" bIns="121900" anchor="ctr" anchorCtr="0">
              <a:noAutofit/>
            </a:bodyPr>
            <a:lstStyle/>
            <a:p>
              <a:endParaRPr sz="2400"/>
            </a:p>
          </p:txBody>
        </p:sp>
        <p:sp>
          <p:nvSpPr>
            <p:cNvPr id="94" name="Google Shape;10382;p67">
              <a:extLst>
                <a:ext uri="{FF2B5EF4-FFF2-40B4-BE49-F238E27FC236}">
                  <a16:creationId xmlns:a16="http://schemas.microsoft.com/office/drawing/2014/main" id="{85DEA0F8-EEDE-B837-A804-8F5F3673A0CE}"/>
                </a:ext>
              </a:extLst>
            </p:cNvPr>
            <p:cNvSpPr/>
            <p:nvPr/>
          </p:nvSpPr>
          <p:spPr>
            <a:xfrm>
              <a:off x="-2259450" y="3751825"/>
              <a:ext cx="51225" cy="51225"/>
            </a:xfrm>
            <a:custGeom>
              <a:avLst/>
              <a:gdLst/>
              <a:ahLst/>
              <a:cxnLst/>
              <a:rect l="l" t="t" r="r" b="b"/>
              <a:pathLst>
                <a:path w="2049" h="2049" extrusionOk="0">
                  <a:moveTo>
                    <a:pt x="1" y="1"/>
                  </a:moveTo>
                  <a:lnTo>
                    <a:pt x="1" y="2049"/>
                  </a:lnTo>
                  <a:lnTo>
                    <a:pt x="2049" y="2049"/>
                  </a:lnTo>
                  <a:lnTo>
                    <a:pt x="2049" y="1"/>
                  </a:lnTo>
                  <a:close/>
                </a:path>
              </a:pathLst>
            </a:custGeom>
            <a:grpFill/>
            <a:ln>
              <a:noFill/>
            </a:ln>
          </p:spPr>
          <p:txBody>
            <a:bodyPr spcFirstLastPara="1" wrap="square" lIns="121900" tIns="121900" rIns="121900" bIns="121900" anchor="ctr" anchorCtr="0">
              <a:noAutofit/>
            </a:bodyPr>
            <a:lstStyle/>
            <a:p>
              <a:endParaRPr sz="2400"/>
            </a:p>
          </p:txBody>
        </p:sp>
        <p:sp>
          <p:nvSpPr>
            <p:cNvPr id="95" name="Google Shape;10383;p67">
              <a:extLst>
                <a:ext uri="{FF2B5EF4-FFF2-40B4-BE49-F238E27FC236}">
                  <a16:creationId xmlns:a16="http://schemas.microsoft.com/office/drawing/2014/main" id="{3B4208BA-70F1-5B8F-991E-92CF62B0F574}"/>
                </a:ext>
              </a:extLst>
            </p:cNvPr>
            <p:cNvSpPr/>
            <p:nvPr/>
          </p:nvSpPr>
          <p:spPr>
            <a:xfrm>
              <a:off x="-2259450" y="3649450"/>
              <a:ext cx="137075" cy="51200"/>
            </a:xfrm>
            <a:custGeom>
              <a:avLst/>
              <a:gdLst/>
              <a:ahLst/>
              <a:cxnLst/>
              <a:rect l="l" t="t" r="r" b="b"/>
              <a:pathLst>
                <a:path w="5483" h="2048" extrusionOk="0">
                  <a:moveTo>
                    <a:pt x="1" y="0"/>
                  </a:moveTo>
                  <a:lnTo>
                    <a:pt x="1" y="2048"/>
                  </a:lnTo>
                  <a:lnTo>
                    <a:pt x="5483" y="2048"/>
                  </a:lnTo>
                  <a:lnTo>
                    <a:pt x="5483" y="0"/>
                  </a:lnTo>
                  <a:close/>
                </a:path>
              </a:pathLst>
            </a:custGeom>
            <a:grpFill/>
            <a:ln>
              <a:noFill/>
            </a:ln>
          </p:spPr>
          <p:txBody>
            <a:bodyPr spcFirstLastPara="1" wrap="square" lIns="121900" tIns="121900" rIns="121900" bIns="121900" anchor="ctr" anchorCtr="0">
              <a:noAutofit/>
            </a:bodyPr>
            <a:lstStyle/>
            <a:p>
              <a:endParaRPr sz="2400"/>
            </a:p>
          </p:txBody>
        </p:sp>
        <p:sp>
          <p:nvSpPr>
            <p:cNvPr id="96" name="Google Shape;10384;p67">
              <a:extLst>
                <a:ext uri="{FF2B5EF4-FFF2-40B4-BE49-F238E27FC236}">
                  <a16:creationId xmlns:a16="http://schemas.microsoft.com/office/drawing/2014/main" id="{CC77123D-1CD5-D353-7407-5373BF16B889}"/>
                </a:ext>
              </a:extLst>
            </p:cNvPr>
            <p:cNvSpPr/>
            <p:nvPr/>
          </p:nvSpPr>
          <p:spPr>
            <a:xfrm>
              <a:off x="-2310650" y="3525775"/>
              <a:ext cx="252075" cy="363125"/>
            </a:xfrm>
            <a:custGeom>
              <a:avLst/>
              <a:gdLst/>
              <a:ahLst/>
              <a:cxnLst/>
              <a:rect l="l" t="t" r="r" b="b"/>
              <a:pathLst>
                <a:path w="10083" h="14525" extrusionOk="0">
                  <a:moveTo>
                    <a:pt x="7814" y="4222"/>
                  </a:moveTo>
                  <a:cubicBezTo>
                    <a:pt x="8035" y="4222"/>
                    <a:pt x="8192" y="4380"/>
                    <a:pt x="8192" y="4569"/>
                  </a:cubicBezTo>
                  <a:lnTo>
                    <a:pt x="8192" y="7310"/>
                  </a:lnTo>
                  <a:cubicBezTo>
                    <a:pt x="8192" y="7530"/>
                    <a:pt x="8035" y="7657"/>
                    <a:pt x="7814" y="7657"/>
                  </a:cubicBezTo>
                  <a:lnTo>
                    <a:pt x="1671" y="7657"/>
                  </a:lnTo>
                  <a:cubicBezTo>
                    <a:pt x="1482" y="7657"/>
                    <a:pt x="1324" y="7530"/>
                    <a:pt x="1324" y="7310"/>
                  </a:cubicBezTo>
                  <a:lnTo>
                    <a:pt x="1324" y="4569"/>
                  </a:lnTo>
                  <a:cubicBezTo>
                    <a:pt x="1324" y="4380"/>
                    <a:pt x="1482" y="4222"/>
                    <a:pt x="1671" y="4222"/>
                  </a:cubicBezTo>
                  <a:close/>
                  <a:moveTo>
                    <a:pt x="7904" y="8380"/>
                  </a:moveTo>
                  <a:cubicBezTo>
                    <a:pt x="8287" y="8380"/>
                    <a:pt x="8278" y="9043"/>
                    <a:pt x="7877" y="9043"/>
                  </a:cubicBezTo>
                  <a:lnTo>
                    <a:pt x="5829" y="9043"/>
                  </a:lnTo>
                  <a:cubicBezTo>
                    <a:pt x="5388" y="9043"/>
                    <a:pt x="5357" y="8381"/>
                    <a:pt x="5829" y="8381"/>
                  </a:cubicBezTo>
                  <a:lnTo>
                    <a:pt x="7877" y="8381"/>
                  </a:lnTo>
                  <a:cubicBezTo>
                    <a:pt x="7886" y="8380"/>
                    <a:pt x="7895" y="8380"/>
                    <a:pt x="7904" y="8380"/>
                  </a:cubicBezTo>
                  <a:close/>
                  <a:moveTo>
                    <a:pt x="7904" y="9766"/>
                  </a:moveTo>
                  <a:cubicBezTo>
                    <a:pt x="8287" y="9766"/>
                    <a:pt x="8278" y="10429"/>
                    <a:pt x="7877" y="10429"/>
                  </a:cubicBezTo>
                  <a:lnTo>
                    <a:pt x="5829" y="10429"/>
                  </a:lnTo>
                  <a:cubicBezTo>
                    <a:pt x="5388" y="10429"/>
                    <a:pt x="5357" y="9767"/>
                    <a:pt x="5829" y="9767"/>
                  </a:cubicBezTo>
                  <a:lnTo>
                    <a:pt x="7877" y="9767"/>
                  </a:lnTo>
                  <a:cubicBezTo>
                    <a:pt x="7886" y="9767"/>
                    <a:pt x="7895" y="9766"/>
                    <a:pt x="7904" y="9766"/>
                  </a:cubicBezTo>
                  <a:close/>
                  <a:moveTo>
                    <a:pt x="7877" y="11091"/>
                  </a:moveTo>
                  <a:cubicBezTo>
                    <a:pt x="8287" y="11091"/>
                    <a:pt x="8287" y="11784"/>
                    <a:pt x="7877" y="11784"/>
                  </a:cubicBezTo>
                  <a:lnTo>
                    <a:pt x="5829" y="11784"/>
                  </a:lnTo>
                  <a:cubicBezTo>
                    <a:pt x="5388" y="11784"/>
                    <a:pt x="5357" y="11091"/>
                    <a:pt x="5829" y="11091"/>
                  </a:cubicBezTo>
                  <a:close/>
                  <a:moveTo>
                    <a:pt x="4475" y="8350"/>
                  </a:moveTo>
                  <a:cubicBezTo>
                    <a:pt x="4664" y="8350"/>
                    <a:pt x="4821" y="8507"/>
                    <a:pt x="4821" y="8696"/>
                  </a:cubicBezTo>
                  <a:lnTo>
                    <a:pt x="4821" y="11469"/>
                  </a:lnTo>
                  <a:cubicBezTo>
                    <a:pt x="4821" y="11658"/>
                    <a:pt x="4664" y="11815"/>
                    <a:pt x="4475" y="11815"/>
                  </a:cubicBezTo>
                  <a:lnTo>
                    <a:pt x="1734" y="11815"/>
                  </a:lnTo>
                  <a:cubicBezTo>
                    <a:pt x="1513" y="11815"/>
                    <a:pt x="1356" y="11658"/>
                    <a:pt x="1356" y="11469"/>
                  </a:cubicBezTo>
                  <a:lnTo>
                    <a:pt x="1356" y="8696"/>
                  </a:lnTo>
                  <a:cubicBezTo>
                    <a:pt x="1356" y="8507"/>
                    <a:pt x="1513" y="8350"/>
                    <a:pt x="1734" y="8350"/>
                  </a:cubicBezTo>
                  <a:close/>
                  <a:moveTo>
                    <a:pt x="7877" y="12508"/>
                  </a:moveTo>
                  <a:cubicBezTo>
                    <a:pt x="8287" y="12508"/>
                    <a:pt x="8287" y="13170"/>
                    <a:pt x="7877" y="13170"/>
                  </a:cubicBezTo>
                  <a:lnTo>
                    <a:pt x="1734" y="13170"/>
                  </a:lnTo>
                  <a:cubicBezTo>
                    <a:pt x="1293" y="13170"/>
                    <a:pt x="1261" y="12508"/>
                    <a:pt x="1734" y="12508"/>
                  </a:cubicBezTo>
                  <a:close/>
                  <a:moveTo>
                    <a:pt x="348" y="2868"/>
                  </a:moveTo>
                  <a:cubicBezTo>
                    <a:pt x="158" y="2868"/>
                    <a:pt x="1" y="3025"/>
                    <a:pt x="1" y="3214"/>
                  </a:cubicBezTo>
                  <a:lnTo>
                    <a:pt x="1" y="12823"/>
                  </a:lnTo>
                  <a:cubicBezTo>
                    <a:pt x="1" y="13768"/>
                    <a:pt x="726" y="14525"/>
                    <a:pt x="1702" y="14525"/>
                  </a:cubicBezTo>
                  <a:lnTo>
                    <a:pt x="10083" y="14525"/>
                  </a:lnTo>
                  <a:cubicBezTo>
                    <a:pt x="9767" y="14178"/>
                    <a:pt x="9515" y="13705"/>
                    <a:pt x="9515" y="13138"/>
                  </a:cubicBezTo>
                  <a:cubicBezTo>
                    <a:pt x="9547" y="1"/>
                    <a:pt x="9547" y="6333"/>
                    <a:pt x="9547" y="3214"/>
                  </a:cubicBezTo>
                  <a:cubicBezTo>
                    <a:pt x="9547" y="3025"/>
                    <a:pt x="9389" y="2868"/>
                    <a:pt x="9200" y="2868"/>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97" name="Google Shape;10385;p67">
            <a:extLst>
              <a:ext uri="{FF2B5EF4-FFF2-40B4-BE49-F238E27FC236}">
                <a16:creationId xmlns:a16="http://schemas.microsoft.com/office/drawing/2014/main" id="{D465DA85-8D4D-BE59-D3E4-5DEC43D7C6E0}"/>
              </a:ext>
            </a:extLst>
          </p:cNvPr>
          <p:cNvGrpSpPr/>
          <p:nvPr/>
        </p:nvGrpSpPr>
        <p:grpSpPr>
          <a:xfrm>
            <a:off x="8125629" y="5446136"/>
            <a:ext cx="440659" cy="437097"/>
            <a:chOff x="-2310650" y="3958175"/>
            <a:chExt cx="293825" cy="291450"/>
          </a:xfrm>
          <a:solidFill>
            <a:srgbClr val="6C1D35"/>
          </a:solidFill>
        </p:grpSpPr>
        <p:sp>
          <p:nvSpPr>
            <p:cNvPr id="98" name="Google Shape;10386;p67">
              <a:extLst>
                <a:ext uri="{FF2B5EF4-FFF2-40B4-BE49-F238E27FC236}">
                  <a16:creationId xmlns:a16="http://schemas.microsoft.com/office/drawing/2014/main" id="{E6F3FCC8-9C79-100D-8E26-4FFB24DEB015}"/>
                </a:ext>
              </a:extLst>
            </p:cNvPr>
            <p:cNvSpPr/>
            <p:nvPr/>
          </p:nvSpPr>
          <p:spPr>
            <a:xfrm>
              <a:off x="-2310650" y="3958175"/>
              <a:ext cx="185925" cy="118950"/>
            </a:xfrm>
            <a:custGeom>
              <a:avLst/>
              <a:gdLst/>
              <a:ahLst/>
              <a:cxnLst/>
              <a:rect l="l" t="t" r="r" b="b"/>
              <a:pathLst>
                <a:path w="7437" h="4758" extrusionOk="0">
                  <a:moveTo>
                    <a:pt x="1009" y="1"/>
                  </a:moveTo>
                  <a:cubicBezTo>
                    <a:pt x="474" y="1"/>
                    <a:pt x="1" y="474"/>
                    <a:pt x="1" y="1009"/>
                  </a:cubicBezTo>
                  <a:lnTo>
                    <a:pt x="1" y="2395"/>
                  </a:lnTo>
                  <a:cubicBezTo>
                    <a:pt x="1" y="2931"/>
                    <a:pt x="474" y="3372"/>
                    <a:pt x="1009" y="3372"/>
                  </a:cubicBezTo>
                  <a:lnTo>
                    <a:pt x="1356" y="3372"/>
                  </a:lnTo>
                  <a:lnTo>
                    <a:pt x="1356" y="4412"/>
                  </a:lnTo>
                  <a:cubicBezTo>
                    <a:pt x="1356" y="4618"/>
                    <a:pt x="1518" y="4757"/>
                    <a:pt x="1692" y="4757"/>
                  </a:cubicBezTo>
                  <a:cubicBezTo>
                    <a:pt x="1784" y="4757"/>
                    <a:pt x="1878" y="4719"/>
                    <a:pt x="1954" y="4632"/>
                  </a:cubicBezTo>
                  <a:lnTo>
                    <a:pt x="3214" y="3372"/>
                  </a:lnTo>
                  <a:lnTo>
                    <a:pt x="3403" y="3372"/>
                  </a:lnTo>
                  <a:lnTo>
                    <a:pt x="3403" y="2364"/>
                  </a:lnTo>
                  <a:cubicBezTo>
                    <a:pt x="3403" y="1419"/>
                    <a:pt x="4160" y="663"/>
                    <a:pt x="5105" y="663"/>
                  </a:cubicBezTo>
                  <a:lnTo>
                    <a:pt x="7436" y="663"/>
                  </a:lnTo>
                  <a:cubicBezTo>
                    <a:pt x="7279" y="253"/>
                    <a:pt x="6932" y="1"/>
                    <a:pt x="6491" y="1"/>
                  </a:cubicBezTo>
                  <a:close/>
                </a:path>
              </a:pathLst>
            </a:custGeom>
            <a:grpFill/>
            <a:ln>
              <a:noFill/>
            </a:ln>
          </p:spPr>
          <p:txBody>
            <a:bodyPr spcFirstLastPara="1" wrap="square" lIns="121900" tIns="121900" rIns="121900" bIns="121900" anchor="ctr" anchorCtr="0">
              <a:noAutofit/>
            </a:bodyPr>
            <a:lstStyle/>
            <a:p>
              <a:endParaRPr sz="2400"/>
            </a:p>
          </p:txBody>
        </p:sp>
        <p:sp>
          <p:nvSpPr>
            <p:cNvPr id="99" name="Google Shape;10387;p67">
              <a:extLst>
                <a:ext uri="{FF2B5EF4-FFF2-40B4-BE49-F238E27FC236}">
                  <a16:creationId xmlns:a16="http://schemas.microsoft.com/office/drawing/2014/main" id="{291C4B28-45BB-3B80-9D8F-02B727131813}"/>
                </a:ext>
              </a:extLst>
            </p:cNvPr>
            <p:cNvSpPr/>
            <p:nvPr/>
          </p:nvSpPr>
          <p:spPr>
            <a:xfrm>
              <a:off x="-2309075" y="3992050"/>
              <a:ext cx="292250" cy="257575"/>
            </a:xfrm>
            <a:custGeom>
              <a:avLst/>
              <a:gdLst/>
              <a:ahLst/>
              <a:cxnLst/>
              <a:rect l="l" t="t" r="r" b="b"/>
              <a:pathLst>
                <a:path w="11690" h="10303" extrusionOk="0">
                  <a:moveTo>
                    <a:pt x="5042" y="1"/>
                  </a:moveTo>
                  <a:cubicBezTo>
                    <a:pt x="4506" y="1"/>
                    <a:pt x="4034" y="473"/>
                    <a:pt x="4034" y="1040"/>
                  </a:cubicBezTo>
                  <a:lnTo>
                    <a:pt x="4034" y="2395"/>
                  </a:lnTo>
                  <a:cubicBezTo>
                    <a:pt x="4034" y="2962"/>
                    <a:pt x="4506" y="3435"/>
                    <a:pt x="5042" y="3435"/>
                  </a:cubicBezTo>
                  <a:lnTo>
                    <a:pt x="6964" y="3435"/>
                  </a:lnTo>
                  <a:lnTo>
                    <a:pt x="7814" y="4254"/>
                  </a:lnTo>
                  <a:cubicBezTo>
                    <a:pt x="7216" y="4537"/>
                    <a:pt x="6775" y="5136"/>
                    <a:pt x="6775" y="5829"/>
                  </a:cubicBezTo>
                  <a:cubicBezTo>
                    <a:pt x="6775" y="6270"/>
                    <a:pt x="6932" y="6680"/>
                    <a:pt x="7216" y="6932"/>
                  </a:cubicBezTo>
                  <a:cubicBezTo>
                    <a:pt x="6585" y="7089"/>
                    <a:pt x="6081" y="7499"/>
                    <a:pt x="5766" y="8034"/>
                  </a:cubicBezTo>
                  <a:cubicBezTo>
                    <a:pt x="5451" y="7499"/>
                    <a:pt x="4916" y="7089"/>
                    <a:pt x="4286" y="6932"/>
                  </a:cubicBezTo>
                  <a:cubicBezTo>
                    <a:pt x="4569" y="6617"/>
                    <a:pt x="4727" y="6270"/>
                    <a:pt x="4727" y="5829"/>
                  </a:cubicBezTo>
                  <a:cubicBezTo>
                    <a:pt x="4727" y="4884"/>
                    <a:pt x="3971" y="4159"/>
                    <a:pt x="3025" y="4159"/>
                  </a:cubicBezTo>
                  <a:cubicBezTo>
                    <a:pt x="2080" y="4159"/>
                    <a:pt x="1356" y="4884"/>
                    <a:pt x="1356" y="5829"/>
                  </a:cubicBezTo>
                  <a:cubicBezTo>
                    <a:pt x="1356" y="6270"/>
                    <a:pt x="1513" y="6680"/>
                    <a:pt x="1765" y="6932"/>
                  </a:cubicBezTo>
                  <a:cubicBezTo>
                    <a:pt x="757" y="7215"/>
                    <a:pt x="1" y="8129"/>
                    <a:pt x="1" y="9263"/>
                  </a:cubicBezTo>
                  <a:lnTo>
                    <a:pt x="1" y="9925"/>
                  </a:lnTo>
                  <a:cubicBezTo>
                    <a:pt x="1" y="10145"/>
                    <a:pt x="158" y="10303"/>
                    <a:pt x="348" y="10303"/>
                  </a:cubicBezTo>
                  <a:lnTo>
                    <a:pt x="11343" y="10303"/>
                  </a:lnTo>
                  <a:cubicBezTo>
                    <a:pt x="11532" y="10303"/>
                    <a:pt x="11689" y="10145"/>
                    <a:pt x="11689" y="9925"/>
                  </a:cubicBezTo>
                  <a:lnTo>
                    <a:pt x="11689" y="9263"/>
                  </a:lnTo>
                  <a:cubicBezTo>
                    <a:pt x="11689" y="8160"/>
                    <a:pt x="10965" y="7215"/>
                    <a:pt x="9925" y="6932"/>
                  </a:cubicBezTo>
                  <a:cubicBezTo>
                    <a:pt x="10209" y="6617"/>
                    <a:pt x="10366" y="6270"/>
                    <a:pt x="10366" y="5829"/>
                  </a:cubicBezTo>
                  <a:cubicBezTo>
                    <a:pt x="10366" y="5010"/>
                    <a:pt x="9767" y="4317"/>
                    <a:pt x="8980" y="4159"/>
                  </a:cubicBezTo>
                  <a:lnTo>
                    <a:pt x="8980" y="3435"/>
                  </a:lnTo>
                  <a:lnTo>
                    <a:pt x="10555" y="3435"/>
                  </a:lnTo>
                  <a:cubicBezTo>
                    <a:pt x="11122" y="3435"/>
                    <a:pt x="11595" y="2962"/>
                    <a:pt x="11595" y="2395"/>
                  </a:cubicBezTo>
                  <a:lnTo>
                    <a:pt x="11595" y="1040"/>
                  </a:lnTo>
                  <a:cubicBezTo>
                    <a:pt x="11595" y="473"/>
                    <a:pt x="11122" y="1"/>
                    <a:pt x="10555"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00" name="Google Shape;10388;p67">
            <a:extLst>
              <a:ext uri="{FF2B5EF4-FFF2-40B4-BE49-F238E27FC236}">
                <a16:creationId xmlns:a16="http://schemas.microsoft.com/office/drawing/2014/main" id="{D5C4E8DE-A4F2-598F-A94E-A7BD050996DD}"/>
              </a:ext>
            </a:extLst>
          </p:cNvPr>
          <p:cNvGrpSpPr/>
          <p:nvPr/>
        </p:nvGrpSpPr>
        <p:grpSpPr>
          <a:xfrm>
            <a:off x="9817929" y="5446136"/>
            <a:ext cx="441784" cy="437097"/>
            <a:chOff x="-1182750" y="3962900"/>
            <a:chExt cx="294575" cy="291450"/>
          </a:xfrm>
          <a:solidFill>
            <a:srgbClr val="6C1D35"/>
          </a:solidFill>
        </p:grpSpPr>
        <p:sp>
          <p:nvSpPr>
            <p:cNvPr id="101" name="Google Shape;10389;p67">
              <a:extLst>
                <a:ext uri="{FF2B5EF4-FFF2-40B4-BE49-F238E27FC236}">
                  <a16:creationId xmlns:a16="http://schemas.microsoft.com/office/drawing/2014/main" id="{9744AFC3-CBD1-A5AB-FCA9-C1A596CEBEE8}"/>
                </a:ext>
              </a:extLst>
            </p:cNvPr>
            <p:cNvSpPr/>
            <p:nvPr/>
          </p:nvSpPr>
          <p:spPr>
            <a:xfrm>
              <a:off x="-1078000" y="4030650"/>
              <a:ext cx="17350" cy="17350"/>
            </a:xfrm>
            <a:custGeom>
              <a:avLst/>
              <a:gdLst/>
              <a:ahLst/>
              <a:cxnLst/>
              <a:rect l="l" t="t" r="r" b="b"/>
              <a:pathLst>
                <a:path w="694" h="694" extrusionOk="0">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grpFill/>
            <a:ln>
              <a:noFill/>
            </a:ln>
          </p:spPr>
          <p:txBody>
            <a:bodyPr spcFirstLastPara="1" wrap="square" lIns="121900" tIns="121900" rIns="121900" bIns="121900" anchor="ctr" anchorCtr="0">
              <a:noAutofit/>
            </a:bodyPr>
            <a:lstStyle/>
            <a:p>
              <a:endParaRPr sz="2400"/>
            </a:p>
          </p:txBody>
        </p:sp>
        <p:sp>
          <p:nvSpPr>
            <p:cNvPr id="102" name="Google Shape;10390;p67">
              <a:extLst>
                <a:ext uri="{FF2B5EF4-FFF2-40B4-BE49-F238E27FC236}">
                  <a16:creationId xmlns:a16="http://schemas.microsoft.com/office/drawing/2014/main" id="{7D8F821B-116D-6883-F2F4-D2B17A69FA0B}"/>
                </a:ext>
              </a:extLst>
            </p:cNvPr>
            <p:cNvSpPr/>
            <p:nvPr/>
          </p:nvSpPr>
          <p:spPr>
            <a:xfrm>
              <a:off x="-1129200" y="409995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121900" tIns="121900" rIns="121900" bIns="121900" anchor="ctr" anchorCtr="0">
              <a:noAutofit/>
            </a:bodyPr>
            <a:lstStyle/>
            <a:p>
              <a:endParaRPr sz="2400"/>
            </a:p>
          </p:txBody>
        </p:sp>
        <p:sp>
          <p:nvSpPr>
            <p:cNvPr id="103" name="Google Shape;10391;p67">
              <a:extLst>
                <a:ext uri="{FF2B5EF4-FFF2-40B4-BE49-F238E27FC236}">
                  <a16:creationId xmlns:a16="http://schemas.microsoft.com/office/drawing/2014/main" id="{3132044F-9F9D-FB1C-809F-34D458C95DA1}"/>
                </a:ext>
              </a:extLst>
            </p:cNvPr>
            <p:cNvSpPr/>
            <p:nvPr/>
          </p:nvSpPr>
          <p:spPr>
            <a:xfrm>
              <a:off x="-1009475" y="4081850"/>
              <a:ext cx="18125" cy="17350"/>
            </a:xfrm>
            <a:custGeom>
              <a:avLst/>
              <a:gdLst/>
              <a:ahLst/>
              <a:cxnLst/>
              <a:rect l="l" t="t" r="r" b="b"/>
              <a:pathLst>
                <a:path w="725" h="694" extrusionOk="0">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grpFill/>
            <a:ln>
              <a:noFill/>
            </a:ln>
          </p:spPr>
          <p:txBody>
            <a:bodyPr spcFirstLastPara="1" wrap="square" lIns="121900" tIns="121900" rIns="121900" bIns="121900" anchor="ctr" anchorCtr="0">
              <a:noAutofit/>
            </a:bodyPr>
            <a:lstStyle/>
            <a:p>
              <a:endParaRPr sz="2400"/>
            </a:p>
          </p:txBody>
        </p:sp>
        <p:sp>
          <p:nvSpPr>
            <p:cNvPr id="104" name="Google Shape;10392;p67">
              <a:extLst>
                <a:ext uri="{FF2B5EF4-FFF2-40B4-BE49-F238E27FC236}">
                  <a16:creationId xmlns:a16="http://schemas.microsoft.com/office/drawing/2014/main" id="{90FA5BB4-E8A8-E6A3-1C3C-5B1877B43ED5}"/>
                </a:ext>
              </a:extLst>
            </p:cNvPr>
            <p:cNvSpPr/>
            <p:nvPr/>
          </p:nvSpPr>
          <p:spPr>
            <a:xfrm>
              <a:off x="-1182750" y="4168475"/>
              <a:ext cx="292225" cy="34675"/>
            </a:xfrm>
            <a:custGeom>
              <a:avLst/>
              <a:gdLst/>
              <a:ahLst/>
              <a:cxnLst/>
              <a:rect l="l" t="t" r="r" b="b"/>
              <a:pathLst>
                <a:path w="11689" h="1387" extrusionOk="0">
                  <a:moveTo>
                    <a:pt x="0" y="1"/>
                  </a:moveTo>
                  <a:lnTo>
                    <a:pt x="0" y="347"/>
                  </a:lnTo>
                  <a:lnTo>
                    <a:pt x="63" y="347"/>
                  </a:lnTo>
                  <a:cubicBezTo>
                    <a:pt x="63" y="914"/>
                    <a:pt x="504" y="1387"/>
                    <a:pt x="1071" y="1387"/>
                  </a:cubicBezTo>
                  <a:lnTo>
                    <a:pt x="10680" y="1387"/>
                  </a:lnTo>
                  <a:cubicBezTo>
                    <a:pt x="11247" y="1387"/>
                    <a:pt x="11688" y="914"/>
                    <a:pt x="11688" y="347"/>
                  </a:cubicBezTo>
                  <a:lnTo>
                    <a:pt x="11688" y="1"/>
                  </a:lnTo>
                  <a:close/>
                </a:path>
              </a:pathLst>
            </a:custGeom>
            <a:grpFill/>
            <a:ln>
              <a:noFill/>
            </a:ln>
          </p:spPr>
          <p:txBody>
            <a:bodyPr spcFirstLastPara="1" wrap="square" lIns="121900" tIns="121900" rIns="121900" bIns="121900" anchor="ctr" anchorCtr="0">
              <a:noAutofit/>
            </a:bodyPr>
            <a:lstStyle/>
            <a:p>
              <a:endParaRPr sz="2400"/>
            </a:p>
          </p:txBody>
        </p:sp>
        <p:sp>
          <p:nvSpPr>
            <p:cNvPr id="105" name="Google Shape;10393;p67">
              <a:extLst>
                <a:ext uri="{FF2B5EF4-FFF2-40B4-BE49-F238E27FC236}">
                  <a16:creationId xmlns:a16="http://schemas.microsoft.com/office/drawing/2014/main" id="{A2ED5A83-AA71-2CEE-3D02-31610B7F7671}"/>
                </a:ext>
              </a:extLst>
            </p:cNvPr>
            <p:cNvSpPr/>
            <p:nvPr/>
          </p:nvSpPr>
          <p:spPr>
            <a:xfrm>
              <a:off x="-1117400" y="4220475"/>
              <a:ext cx="161500" cy="33875"/>
            </a:xfrm>
            <a:custGeom>
              <a:avLst/>
              <a:gdLst/>
              <a:ahLst/>
              <a:cxnLst/>
              <a:rect l="l" t="t" r="r" b="b"/>
              <a:pathLst>
                <a:path w="6460" h="1355" extrusionOk="0">
                  <a:moveTo>
                    <a:pt x="1513" y="0"/>
                  </a:moveTo>
                  <a:lnTo>
                    <a:pt x="1356" y="693"/>
                  </a:lnTo>
                  <a:lnTo>
                    <a:pt x="474" y="693"/>
                  </a:lnTo>
                  <a:cubicBezTo>
                    <a:pt x="32" y="693"/>
                    <a:pt x="1" y="1355"/>
                    <a:pt x="474" y="1355"/>
                  </a:cubicBezTo>
                  <a:lnTo>
                    <a:pt x="5924" y="1355"/>
                  </a:lnTo>
                  <a:cubicBezTo>
                    <a:pt x="6459" y="1355"/>
                    <a:pt x="6459" y="693"/>
                    <a:pt x="5987" y="693"/>
                  </a:cubicBezTo>
                  <a:lnTo>
                    <a:pt x="5073" y="693"/>
                  </a:lnTo>
                  <a:lnTo>
                    <a:pt x="4916" y="0"/>
                  </a:lnTo>
                  <a:close/>
                </a:path>
              </a:pathLst>
            </a:custGeom>
            <a:grpFill/>
            <a:ln>
              <a:noFill/>
            </a:ln>
          </p:spPr>
          <p:txBody>
            <a:bodyPr spcFirstLastPara="1" wrap="square" lIns="121900" tIns="121900" rIns="121900" bIns="121900" anchor="ctr" anchorCtr="0">
              <a:noAutofit/>
            </a:bodyPr>
            <a:lstStyle/>
            <a:p>
              <a:endParaRPr sz="2400"/>
            </a:p>
          </p:txBody>
        </p:sp>
        <p:sp>
          <p:nvSpPr>
            <p:cNvPr id="106" name="Google Shape;10394;p67">
              <a:extLst>
                <a:ext uri="{FF2B5EF4-FFF2-40B4-BE49-F238E27FC236}">
                  <a16:creationId xmlns:a16="http://schemas.microsoft.com/office/drawing/2014/main" id="{EF25193C-3211-370E-8017-0F017514EEDB}"/>
                </a:ext>
              </a:extLst>
            </p:cNvPr>
            <p:cNvSpPr/>
            <p:nvPr/>
          </p:nvSpPr>
          <p:spPr>
            <a:xfrm>
              <a:off x="-958300" y="40141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grpFill/>
            <a:ln>
              <a:noFill/>
            </a:ln>
          </p:spPr>
          <p:txBody>
            <a:bodyPr spcFirstLastPara="1" wrap="square" lIns="121900" tIns="121900" rIns="121900" bIns="121900" anchor="ctr" anchorCtr="0">
              <a:noAutofit/>
            </a:bodyPr>
            <a:lstStyle/>
            <a:p>
              <a:endParaRPr sz="2400"/>
            </a:p>
          </p:txBody>
        </p:sp>
        <p:sp>
          <p:nvSpPr>
            <p:cNvPr id="107" name="Google Shape;10395;p67">
              <a:extLst>
                <a:ext uri="{FF2B5EF4-FFF2-40B4-BE49-F238E27FC236}">
                  <a16:creationId xmlns:a16="http://schemas.microsoft.com/office/drawing/2014/main" id="{B2EF0B50-BEDE-7350-A8A0-F4E010519A44}"/>
                </a:ext>
              </a:extLst>
            </p:cNvPr>
            <p:cNvSpPr/>
            <p:nvPr/>
          </p:nvSpPr>
          <p:spPr>
            <a:xfrm>
              <a:off x="-1180400" y="3962900"/>
              <a:ext cx="292225" cy="188275"/>
            </a:xfrm>
            <a:custGeom>
              <a:avLst/>
              <a:gdLst/>
              <a:ahLst/>
              <a:cxnLst/>
              <a:rect l="l" t="t" r="r" b="b"/>
              <a:pathLst>
                <a:path w="11689" h="7531" extrusionOk="0">
                  <a:moveTo>
                    <a:pt x="9232" y="1324"/>
                  </a:moveTo>
                  <a:cubicBezTo>
                    <a:pt x="9799" y="1324"/>
                    <a:pt x="10271" y="1797"/>
                    <a:pt x="10271" y="2364"/>
                  </a:cubicBezTo>
                  <a:cubicBezTo>
                    <a:pt x="10271" y="2922"/>
                    <a:pt x="9822" y="3391"/>
                    <a:pt x="9247" y="3391"/>
                  </a:cubicBezTo>
                  <a:cubicBezTo>
                    <a:pt x="9140" y="3391"/>
                    <a:pt x="9029" y="3375"/>
                    <a:pt x="8916" y="3341"/>
                  </a:cubicBezTo>
                  <a:lnTo>
                    <a:pt x="8034" y="4538"/>
                  </a:lnTo>
                  <a:cubicBezTo>
                    <a:pt x="8507" y="5199"/>
                    <a:pt x="7971" y="6144"/>
                    <a:pt x="7152" y="6144"/>
                  </a:cubicBezTo>
                  <a:cubicBezTo>
                    <a:pt x="6491" y="6144"/>
                    <a:pt x="5987" y="5514"/>
                    <a:pt x="6176" y="4790"/>
                  </a:cubicBezTo>
                  <a:lnTo>
                    <a:pt x="4978" y="3908"/>
                  </a:lnTo>
                  <a:cubicBezTo>
                    <a:pt x="4839" y="4007"/>
                    <a:pt x="4661" y="4069"/>
                    <a:pt x="4470" y="4069"/>
                  </a:cubicBezTo>
                  <a:cubicBezTo>
                    <a:pt x="4359" y="4069"/>
                    <a:pt x="4243" y="4048"/>
                    <a:pt x="4128" y="4002"/>
                  </a:cubicBezTo>
                  <a:lnTo>
                    <a:pt x="3214" y="5199"/>
                  </a:lnTo>
                  <a:cubicBezTo>
                    <a:pt x="3340" y="5357"/>
                    <a:pt x="3372" y="5546"/>
                    <a:pt x="3372" y="5735"/>
                  </a:cubicBezTo>
                  <a:cubicBezTo>
                    <a:pt x="3372" y="6302"/>
                    <a:pt x="2899" y="6775"/>
                    <a:pt x="2363" y="6775"/>
                  </a:cubicBezTo>
                  <a:cubicBezTo>
                    <a:pt x="1796" y="6775"/>
                    <a:pt x="1324" y="6302"/>
                    <a:pt x="1324" y="5735"/>
                  </a:cubicBezTo>
                  <a:cubicBezTo>
                    <a:pt x="1324" y="5199"/>
                    <a:pt x="1796" y="4727"/>
                    <a:pt x="2363" y="4727"/>
                  </a:cubicBezTo>
                  <a:cubicBezTo>
                    <a:pt x="2489" y="4727"/>
                    <a:pt x="2552" y="4758"/>
                    <a:pt x="2678" y="4758"/>
                  </a:cubicBezTo>
                  <a:lnTo>
                    <a:pt x="3592" y="3593"/>
                  </a:lnTo>
                  <a:cubicBezTo>
                    <a:pt x="3120" y="2899"/>
                    <a:pt x="3624" y="1954"/>
                    <a:pt x="4443" y="1954"/>
                  </a:cubicBezTo>
                  <a:cubicBezTo>
                    <a:pt x="5104" y="1954"/>
                    <a:pt x="5640" y="2584"/>
                    <a:pt x="5419" y="3309"/>
                  </a:cubicBezTo>
                  <a:lnTo>
                    <a:pt x="6617" y="4223"/>
                  </a:lnTo>
                  <a:cubicBezTo>
                    <a:pt x="6766" y="4116"/>
                    <a:pt x="6959" y="4038"/>
                    <a:pt x="7165" y="4038"/>
                  </a:cubicBezTo>
                  <a:cubicBezTo>
                    <a:pt x="7264" y="4038"/>
                    <a:pt x="7365" y="4056"/>
                    <a:pt x="7467" y="4097"/>
                  </a:cubicBezTo>
                  <a:lnTo>
                    <a:pt x="8381" y="2899"/>
                  </a:lnTo>
                  <a:cubicBezTo>
                    <a:pt x="8255" y="2742"/>
                    <a:pt x="8223" y="2553"/>
                    <a:pt x="8223" y="2364"/>
                  </a:cubicBezTo>
                  <a:cubicBezTo>
                    <a:pt x="8223" y="1797"/>
                    <a:pt x="8696" y="1324"/>
                    <a:pt x="9232" y="1324"/>
                  </a:cubicBezTo>
                  <a:close/>
                  <a:moveTo>
                    <a:pt x="1009" y="1"/>
                  </a:moveTo>
                  <a:cubicBezTo>
                    <a:pt x="473" y="1"/>
                    <a:pt x="1" y="474"/>
                    <a:pt x="1" y="1009"/>
                  </a:cubicBezTo>
                  <a:lnTo>
                    <a:pt x="1" y="7531"/>
                  </a:lnTo>
                  <a:lnTo>
                    <a:pt x="11689" y="7531"/>
                  </a:lnTo>
                  <a:lnTo>
                    <a:pt x="11689" y="1009"/>
                  </a:lnTo>
                  <a:cubicBezTo>
                    <a:pt x="11657" y="411"/>
                    <a:pt x="11185" y="1"/>
                    <a:pt x="10618"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08" name="Google Shape;10402;p67">
            <a:extLst>
              <a:ext uri="{FF2B5EF4-FFF2-40B4-BE49-F238E27FC236}">
                <a16:creationId xmlns:a16="http://schemas.microsoft.com/office/drawing/2014/main" id="{CC422B38-4460-71B9-516C-685319257063}"/>
              </a:ext>
            </a:extLst>
          </p:cNvPr>
          <p:cNvGrpSpPr/>
          <p:nvPr/>
        </p:nvGrpSpPr>
        <p:grpSpPr>
          <a:xfrm>
            <a:off x="3055232" y="4898040"/>
            <a:ext cx="441821" cy="435897"/>
            <a:chOff x="-5613150" y="3632900"/>
            <a:chExt cx="294600" cy="290650"/>
          </a:xfrm>
          <a:solidFill>
            <a:srgbClr val="6C1D35"/>
          </a:solidFill>
        </p:grpSpPr>
        <p:sp>
          <p:nvSpPr>
            <p:cNvPr id="109" name="Google Shape;10403;p67">
              <a:extLst>
                <a:ext uri="{FF2B5EF4-FFF2-40B4-BE49-F238E27FC236}">
                  <a16:creationId xmlns:a16="http://schemas.microsoft.com/office/drawing/2014/main" id="{571E05ED-1568-E936-6B25-8CA3CB4C897F}"/>
                </a:ext>
              </a:extLst>
            </p:cNvPr>
            <p:cNvSpPr/>
            <p:nvPr/>
          </p:nvSpPr>
          <p:spPr>
            <a:xfrm>
              <a:off x="-5440825" y="3708275"/>
              <a:ext cx="49550" cy="41450"/>
            </a:xfrm>
            <a:custGeom>
              <a:avLst/>
              <a:gdLst/>
              <a:ahLst/>
              <a:cxnLst/>
              <a:rect l="l" t="t" r="r" b="b"/>
              <a:pathLst>
                <a:path w="1982" h="1658" extrusionOk="0">
                  <a:moveTo>
                    <a:pt x="522" y="1"/>
                  </a:moveTo>
                  <a:cubicBezTo>
                    <a:pt x="249" y="1"/>
                    <a:pt x="1" y="335"/>
                    <a:pt x="291" y="577"/>
                  </a:cubicBezTo>
                  <a:lnTo>
                    <a:pt x="1267" y="1554"/>
                  </a:lnTo>
                  <a:cubicBezTo>
                    <a:pt x="1341" y="1627"/>
                    <a:pt x="1422" y="1658"/>
                    <a:pt x="1501" y="1658"/>
                  </a:cubicBezTo>
                  <a:cubicBezTo>
                    <a:pt x="1760" y="1658"/>
                    <a:pt x="1982" y="1323"/>
                    <a:pt x="1740" y="1081"/>
                  </a:cubicBezTo>
                  <a:lnTo>
                    <a:pt x="763" y="104"/>
                  </a:lnTo>
                  <a:cubicBezTo>
                    <a:pt x="690" y="31"/>
                    <a:pt x="605" y="1"/>
                    <a:pt x="522" y="1"/>
                  </a:cubicBezTo>
                  <a:close/>
                </a:path>
              </a:pathLst>
            </a:custGeom>
            <a:grpFill/>
            <a:ln>
              <a:noFill/>
            </a:ln>
          </p:spPr>
          <p:txBody>
            <a:bodyPr spcFirstLastPara="1" wrap="square" lIns="121900" tIns="121900" rIns="121900" bIns="121900" anchor="ctr" anchorCtr="0">
              <a:noAutofit/>
            </a:bodyPr>
            <a:lstStyle/>
            <a:p>
              <a:endParaRPr sz="2400"/>
            </a:p>
          </p:txBody>
        </p:sp>
        <p:sp>
          <p:nvSpPr>
            <p:cNvPr id="110" name="Google Shape;10404;p67">
              <a:extLst>
                <a:ext uri="{FF2B5EF4-FFF2-40B4-BE49-F238E27FC236}">
                  <a16:creationId xmlns:a16="http://schemas.microsoft.com/office/drawing/2014/main" id="{E93E688A-EDB9-19C6-F4F0-AD3AEE347761}"/>
                </a:ext>
              </a:extLst>
            </p:cNvPr>
            <p:cNvSpPr/>
            <p:nvPr/>
          </p:nvSpPr>
          <p:spPr>
            <a:xfrm>
              <a:off x="-5613150" y="3632900"/>
              <a:ext cx="294600" cy="290650"/>
            </a:xfrm>
            <a:custGeom>
              <a:avLst/>
              <a:gdLst/>
              <a:ahLst/>
              <a:cxnLst/>
              <a:rect l="l" t="t" r="r" b="b"/>
              <a:pathLst>
                <a:path w="11784" h="11626" extrusionOk="0">
                  <a:moveTo>
                    <a:pt x="7444" y="2281"/>
                  </a:moveTo>
                  <a:cubicBezTo>
                    <a:pt x="7676" y="2281"/>
                    <a:pt x="7915" y="2370"/>
                    <a:pt x="8129" y="2584"/>
                  </a:cubicBezTo>
                  <a:lnTo>
                    <a:pt x="9106" y="3592"/>
                  </a:lnTo>
                  <a:cubicBezTo>
                    <a:pt x="9736" y="4254"/>
                    <a:pt x="9263" y="5356"/>
                    <a:pt x="8349" y="5356"/>
                  </a:cubicBezTo>
                  <a:cubicBezTo>
                    <a:pt x="8066" y="5356"/>
                    <a:pt x="7814" y="5230"/>
                    <a:pt x="7656" y="5041"/>
                  </a:cubicBezTo>
                  <a:lnTo>
                    <a:pt x="6648" y="4065"/>
                  </a:lnTo>
                  <a:cubicBezTo>
                    <a:pt x="5941" y="3333"/>
                    <a:pt x="6649" y="2281"/>
                    <a:pt x="7444" y="2281"/>
                  </a:cubicBezTo>
                  <a:close/>
                  <a:moveTo>
                    <a:pt x="5495" y="3992"/>
                  </a:moveTo>
                  <a:cubicBezTo>
                    <a:pt x="5754" y="3992"/>
                    <a:pt x="5976" y="4327"/>
                    <a:pt x="5735" y="4569"/>
                  </a:cubicBezTo>
                  <a:lnTo>
                    <a:pt x="5262" y="5041"/>
                  </a:lnTo>
                  <a:cubicBezTo>
                    <a:pt x="4978" y="5325"/>
                    <a:pt x="5262" y="5514"/>
                    <a:pt x="5483" y="5734"/>
                  </a:cubicBezTo>
                  <a:lnTo>
                    <a:pt x="6207" y="5041"/>
                  </a:lnTo>
                  <a:cubicBezTo>
                    <a:pt x="6280" y="4968"/>
                    <a:pt x="6362" y="4937"/>
                    <a:pt x="6440" y="4937"/>
                  </a:cubicBezTo>
                  <a:cubicBezTo>
                    <a:pt x="6699" y="4937"/>
                    <a:pt x="6922" y="5272"/>
                    <a:pt x="6680" y="5514"/>
                  </a:cubicBezTo>
                  <a:lnTo>
                    <a:pt x="5955" y="6207"/>
                  </a:lnTo>
                  <a:cubicBezTo>
                    <a:pt x="6132" y="6384"/>
                    <a:pt x="6294" y="6577"/>
                    <a:pt x="6462" y="6577"/>
                  </a:cubicBezTo>
                  <a:cubicBezTo>
                    <a:pt x="6533" y="6577"/>
                    <a:pt x="6605" y="6543"/>
                    <a:pt x="6680" y="6459"/>
                  </a:cubicBezTo>
                  <a:lnTo>
                    <a:pt x="7152" y="5986"/>
                  </a:lnTo>
                  <a:cubicBezTo>
                    <a:pt x="7213" y="5926"/>
                    <a:pt x="7285" y="5900"/>
                    <a:pt x="7358" y="5900"/>
                  </a:cubicBezTo>
                  <a:cubicBezTo>
                    <a:pt x="7626" y="5900"/>
                    <a:pt x="7904" y="6250"/>
                    <a:pt x="7656" y="6522"/>
                  </a:cubicBezTo>
                  <a:lnTo>
                    <a:pt x="7184" y="6995"/>
                  </a:lnTo>
                  <a:cubicBezTo>
                    <a:pt x="6963" y="7215"/>
                    <a:pt x="6743" y="7310"/>
                    <a:pt x="6459" y="7310"/>
                  </a:cubicBezTo>
                  <a:cubicBezTo>
                    <a:pt x="6176" y="7310"/>
                    <a:pt x="5924" y="7215"/>
                    <a:pt x="5766" y="6995"/>
                  </a:cubicBezTo>
                  <a:lnTo>
                    <a:pt x="4789" y="6018"/>
                  </a:lnTo>
                  <a:cubicBezTo>
                    <a:pt x="4380" y="5640"/>
                    <a:pt x="4380" y="4947"/>
                    <a:pt x="4789" y="4569"/>
                  </a:cubicBezTo>
                  <a:lnTo>
                    <a:pt x="5262" y="4096"/>
                  </a:lnTo>
                  <a:cubicBezTo>
                    <a:pt x="5335" y="4023"/>
                    <a:pt x="5417" y="3992"/>
                    <a:pt x="5495" y="3992"/>
                  </a:cubicBezTo>
                  <a:close/>
                  <a:moveTo>
                    <a:pt x="3510" y="5977"/>
                  </a:moveTo>
                  <a:cubicBezTo>
                    <a:pt x="3769" y="5977"/>
                    <a:pt x="3992" y="6312"/>
                    <a:pt x="3750" y="6553"/>
                  </a:cubicBezTo>
                  <a:lnTo>
                    <a:pt x="3277" y="7026"/>
                  </a:lnTo>
                  <a:cubicBezTo>
                    <a:pt x="3035" y="7268"/>
                    <a:pt x="3258" y="7603"/>
                    <a:pt x="3516" y="7603"/>
                  </a:cubicBezTo>
                  <a:cubicBezTo>
                    <a:pt x="3595" y="7603"/>
                    <a:pt x="3677" y="7572"/>
                    <a:pt x="3750" y="7499"/>
                  </a:cubicBezTo>
                  <a:cubicBezTo>
                    <a:pt x="3976" y="7273"/>
                    <a:pt x="4227" y="7178"/>
                    <a:pt x="4467" y="7178"/>
                  </a:cubicBezTo>
                  <a:cubicBezTo>
                    <a:pt x="5267" y="7178"/>
                    <a:pt x="5950" y="8221"/>
                    <a:pt x="5199" y="8948"/>
                  </a:cubicBezTo>
                  <a:lnTo>
                    <a:pt x="4726" y="9420"/>
                  </a:lnTo>
                  <a:cubicBezTo>
                    <a:pt x="4653" y="9494"/>
                    <a:pt x="4571" y="9524"/>
                    <a:pt x="4493" y="9524"/>
                  </a:cubicBezTo>
                  <a:cubicBezTo>
                    <a:pt x="4234" y="9524"/>
                    <a:pt x="4012" y="9190"/>
                    <a:pt x="4254" y="8948"/>
                  </a:cubicBezTo>
                  <a:lnTo>
                    <a:pt x="4726" y="8475"/>
                  </a:lnTo>
                  <a:cubicBezTo>
                    <a:pt x="4968" y="8233"/>
                    <a:pt x="4746" y="7899"/>
                    <a:pt x="4487" y="7899"/>
                  </a:cubicBezTo>
                  <a:cubicBezTo>
                    <a:pt x="4409" y="7899"/>
                    <a:pt x="4327" y="7929"/>
                    <a:pt x="4254" y="8003"/>
                  </a:cubicBezTo>
                  <a:cubicBezTo>
                    <a:pt x="4035" y="8222"/>
                    <a:pt x="3787" y="8314"/>
                    <a:pt x="3547" y="8314"/>
                  </a:cubicBezTo>
                  <a:cubicBezTo>
                    <a:pt x="2754" y="8314"/>
                    <a:pt x="2054" y="7304"/>
                    <a:pt x="2805" y="6553"/>
                  </a:cubicBezTo>
                  <a:lnTo>
                    <a:pt x="3277" y="6081"/>
                  </a:lnTo>
                  <a:cubicBezTo>
                    <a:pt x="3350" y="6008"/>
                    <a:pt x="3432" y="5977"/>
                    <a:pt x="3510" y="5977"/>
                  </a:cubicBezTo>
                  <a:close/>
                  <a:moveTo>
                    <a:pt x="11390" y="0"/>
                  </a:moveTo>
                  <a:cubicBezTo>
                    <a:pt x="11303" y="0"/>
                    <a:pt x="11216" y="32"/>
                    <a:pt x="11153" y="95"/>
                  </a:cubicBezTo>
                  <a:lnTo>
                    <a:pt x="10208" y="1009"/>
                  </a:lnTo>
                  <a:cubicBezTo>
                    <a:pt x="9893" y="820"/>
                    <a:pt x="9547" y="757"/>
                    <a:pt x="9169" y="757"/>
                  </a:cubicBezTo>
                  <a:lnTo>
                    <a:pt x="6396" y="914"/>
                  </a:lnTo>
                  <a:cubicBezTo>
                    <a:pt x="5798" y="946"/>
                    <a:pt x="5230" y="1166"/>
                    <a:pt x="4821" y="1607"/>
                  </a:cubicBezTo>
                  <a:lnTo>
                    <a:pt x="410" y="6018"/>
                  </a:lnTo>
                  <a:cubicBezTo>
                    <a:pt x="1" y="6427"/>
                    <a:pt x="1" y="7089"/>
                    <a:pt x="410" y="7467"/>
                  </a:cubicBezTo>
                  <a:lnTo>
                    <a:pt x="4254" y="11342"/>
                  </a:lnTo>
                  <a:cubicBezTo>
                    <a:pt x="4459" y="11531"/>
                    <a:pt x="4726" y="11626"/>
                    <a:pt x="4990" y="11626"/>
                  </a:cubicBezTo>
                  <a:cubicBezTo>
                    <a:pt x="5254" y="11626"/>
                    <a:pt x="5514" y="11531"/>
                    <a:pt x="5703" y="11342"/>
                  </a:cubicBezTo>
                  <a:cubicBezTo>
                    <a:pt x="9704" y="7373"/>
                    <a:pt x="8854" y="8192"/>
                    <a:pt x="9956" y="7058"/>
                  </a:cubicBezTo>
                  <a:cubicBezTo>
                    <a:pt x="10492" y="6616"/>
                    <a:pt x="10807" y="5986"/>
                    <a:pt x="10838" y="5325"/>
                  </a:cubicBezTo>
                  <a:lnTo>
                    <a:pt x="10996" y="2521"/>
                  </a:lnTo>
                  <a:cubicBezTo>
                    <a:pt x="10996" y="2174"/>
                    <a:pt x="10901" y="1765"/>
                    <a:pt x="10712" y="1481"/>
                  </a:cubicBezTo>
                  <a:lnTo>
                    <a:pt x="11689" y="568"/>
                  </a:lnTo>
                  <a:cubicBezTo>
                    <a:pt x="11784" y="442"/>
                    <a:pt x="11784" y="190"/>
                    <a:pt x="11626" y="95"/>
                  </a:cubicBezTo>
                  <a:cubicBezTo>
                    <a:pt x="11563" y="32"/>
                    <a:pt x="11476" y="0"/>
                    <a:pt x="11390"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11" name="Google Shape;10405;p67">
            <a:extLst>
              <a:ext uri="{FF2B5EF4-FFF2-40B4-BE49-F238E27FC236}">
                <a16:creationId xmlns:a16="http://schemas.microsoft.com/office/drawing/2014/main" id="{61FBB90B-23E0-13F0-3491-41948B051A52}"/>
              </a:ext>
            </a:extLst>
          </p:cNvPr>
          <p:cNvGrpSpPr/>
          <p:nvPr/>
        </p:nvGrpSpPr>
        <p:grpSpPr>
          <a:xfrm>
            <a:off x="3055232" y="5445555"/>
            <a:ext cx="441821" cy="438260"/>
            <a:chOff x="-5613150" y="3991275"/>
            <a:chExt cx="294600" cy="292225"/>
          </a:xfrm>
          <a:solidFill>
            <a:srgbClr val="6C1D35"/>
          </a:solidFill>
        </p:grpSpPr>
        <p:sp>
          <p:nvSpPr>
            <p:cNvPr id="112" name="Google Shape;10406;p67">
              <a:extLst>
                <a:ext uri="{FF2B5EF4-FFF2-40B4-BE49-F238E27FC236}">
                  <a16:creationId xmlns:a16="http://schemas.microsoft.com/office/drawing/2014/main" id="{650CAC3F-8CFC-22A5-29FD-5FCF89A2C19C}"/>
                </a:ext>
              </a:extLst>
            </p:cNvPr>
            <p:cNvSpPr/>
            <p:nvPr/>
          </p:nvSpPr>
          <p:spPr>
            <a:xfrm>
              <a:off x="-5480050" y="4046400"/>
              <a:ext cx="27600" cy="14200"/>
            </a:xfrm>
            <a:custGeom>
              <a:avLst/>
              <a:gdLst/>
              <a:ahLst/>
              <a:cxnLst/>
              <a:rect l="l" t="t" r="r" b="b"/>
              <a:pathLst>
                <a:path w="1104" h="568" extrusionOk="0">
                  <a:moveTo>
                    <a:pt x="537" y="1"/>
                  </a:moveTo>
                  <a:lnTo>
                    <a:pt x="1" y="568"/>
                  </a:lnTo>
                  <a:lnTo>
                    <a:pt x="1104" y="568"/>
                  </a:lnTo>
                  <a:lnTo>
                    <a:pt x="537" y="1"/>
                  </a:lnTo>
                  <a:close/>
                </a:path>
              </a:pathLst>
            </a:custGeom>
            <a:grpFill/>
            <a:ln>
              <a:noFill/>
            </a:ln>
          </p:spPr>
          <p:txBody>
            <a:bodyPr spcFirstLastPara="1" wrap="square" lIns="121900" tIns="121900" rIns="121900" bIns="121900" anchor="ctr" anchorCtr="0">
              <a:noAutofit/>
            </a:bodyPr>
            <a:lstStyle/>
            <a:p>
              <a:endParaRPr sz="2400"/>
            </a:p>
          </p:txBody>
        </p:sp>
        <p:sp>
          <p:nvSpPr>
            <p:cNvPr id="113" name="Google Shape;10407;p67">
              <a:extLst>
                <a:ext uri="{FF2B5EF4-FFF2-40B4-BE49-F238E27FC236}">
                  <a16:creationId xmlns:a16="http://schemas.microsoft.com/office/drawing/2014/main" id="{79B1768B-8D79-DD96-E8AD-D8F90A755151}"/>
                </a:ext>
              </a:extLst>
            </p:cNvPr>
            <p:cNvSpPr/>
            <p:nvPr/>
          </p:nvSpPr>
          <p:spPr>
            <a:xfrm>
              <a:off x="-5531225" y="4042450"/>
              <a:ext cx="44125" cy="18150"/>
            </a:xfrm>
            <a:custGeom>
              <a:avLst/>
              <a:gdLst/>
              <a:ahLst/>
              <a:cxnLst/>
              <a:rect l="l" t="t" r="r" b="b"/>
              <a:pathLst>
                <a:path w="1765" h="726" extrusionOk="0">
                  <a:moveTo>
                    <a:pt x="693" y="1"/>
                  </a:moveTo>
                  <a:lnTo>
                    <a:pt x="0" y="726"/>
                  </a:lnTo>
                  <a:lnTo>
                    <a:pt x="1103" y="726"/>
                  </a:lnTo>
                  <a:lnTo>
                    <a:pt x="1764" y="1"/>
                  </a:lnTo>
                  <a:close/>
                </a:path>
              </a:pathLst>
            </a:custGeom>
            <a:grpFill/>
            <a:ln>
              <a:noFill/>
            </a:ln>
          </p:spPr>
          <p:txBody>
            <a:bodyPr spcFirstLastPara="1" wrap="square" lIns="121900" tIns="121900" rIns="121900" bIns="121900" anchor="ctr" anchorCtr="0">
              <a:noAutofit/>
            </a:bodyPr>
            <a:lstStyle/>
            <a:p>
              <a:endParaRPr sz="2400"/>
            </a:p>
          </p:txBody>
        </p:sp>
        <p:sp>
          <p:nvSpPr>
            <p:cNvPr id="114" name="Google Shape;10408;p67">
              <a:extLst>
                <a:ext uri="{FF2B5EF4-FFF2-40B4-BE49-F238E27FC236}">
                  <a16:creationId xmlns:a16="http://schemas.microsoft.com/office/drawing/2014/main" id="{4CEC3833-2320-221F-B6D8-43190ABDC281}"/>
                </a:ext>
              </a:extLst>
            </p:cNvPr>
            <p:cNvSpPr/>
            <p:nvPr/>
          </p:nvSpPr>
          <p:spPr>
            <a:xfrm>
              <a:off x="-5443025" y="4077125"/>
              <a:ext cx="41775" cy="40975"/>
            </a:xfrm>
            <a:custGeom>
              <a:avLst/>
              <a:gdLst/>
              <a:ahLst/>
              <a:cxnLst/>
              <a:rect l="l" t="t" r="r" b="b"/>
              <a:pathLst>
                <a:path w="1671" h="1639" extrusionOk="0">
                  <a:moveTo>
                    <a:pt x="694" y="0"/>
                  </a:moveTo>
                  <a:lnTo>
                    <a:pt x="1" y="1638"/>
                  </a:lnTo>
                  <a:lnTo>
                    <a:pt x="1" y="1638"/>
                  </a:lnTo>
                  <a:lnTo>
                    <a:pt x="1670" y="0"/>
                  </a:lnTo>
                  <a:close/>
                </a:path>
              </a:pathLst>
            </a:custGeom>
            <a:grpFill/>
            <a:ln>
              <a:noFill/>
            </a:ln>
          </p:spPr>
          <p:txBody>
            <a:bodyPr spcFirstLastPara="1" wrap="square" lIns="121900" tIns="121900" rIns="121900" bIns="121900" anchor="ctr" anchorCtr="0">
              <a:noAutofit/>
            </a:bodyPr>
            <a:lstStyle/>
            <a:p>
              <a:endParaRPr sz="2400"/>
            </a:p>
          </p:txBody>
        </p:sp>
        <p:sp>
          <p:nvSpPr>
            <p:cNvPr id="115" name="Google Shape;10409;p67">
              <a:extLst>
                <a:ext uri="{FF2B5EF4-FFF2-40B4-BE49-F238E27FC236}">
                  <a16:creationId xmlns:a16="http://schemas.microsoft.com/office/drawing/2014/main" id="{450BD6B7-8032-2231-C83E-C53CDCB3A26B}"/>
                </a:ext>
              </a:extLst>
            </p:cNvPr>
            <p:cNvSpPr/>
            <p:nvPr/>
          </p:nvSpPr>
          <p:spPr>
            <a:xfrm>
              <a:off x="-5487925" y="4077125"/>
              <a:ext cx="43350" cy="54375"/>
            </a:xfrm>
            <a:custGeom>
              <a:avLst/>
              <a:gdLst/>
              <a:ahLst/>
              <a:cxnLst/>
              <a:rect l="l" t="t" r="r" b="b"/>
              <a:pathLst>
                <a:path w="1734" h="2175" extrusionOk="0">
                  <a:moveTo>
                    <a:pt x="1" y="0"/>
                  </a:moveTo>
                  <a:lnTo>
                    <a:pt x="852" y="2174"/>
                  </a:lnTo>
                  <a:lnTo>
                    <a:pt x="1734" y="0"/>
                  </a:lnTo>
                  <a:close/>
                </a:path>
              </a:pathLst>
            </a:custGeom>
            <a:grpFill/>
            <a:ln>
              <a:noFill/>
            </a:ln>
          </p:spPr>
          <p:txBody>
            <a:bodyPr spcFirstLastPara="1" wrap="square" lIns="121900" tIns="121900" rIns="121900" bIns="121900" anchor="ctr" anchorCtr="0">
              <a:noAutofit/>
            </a:bodyPr>
            <a:lstStyle/>
            <a:p>
              <a:endParaRPr sz="2400"/>
            </a:p>
          </p:txBody>
        </p:sp>
        <p:sp>
          <p:nvSpPr>
            <p:cNvPr id="116" name="Google Shape;10410;p67">
              <a:extLst>
                <a:ext uri="{FF2B5EF4-FFF2-40B4-BE49-F238E27FC236}">
                  <a16:creationId xmlns:a16="http://schemas.microsoft.com/office/drawing/2014/main" id="{CDEDC916-A04F-9D71-B095-F08D2AC66EEA}"/>
                </a:ext>
              </a:extLst>
            </p:cNvPr>
            <p:cNvSpPr/>
            <p:nvPr/>
          </p:nvSpPr>
          <p:spPr>
            <a:xfrm>
              <a:off x="-5445375" y="4042450"/>
              <a:ext cx="44125" cy="18150"/>
            </a:xfrm>
            <a:custGeom>
              <a:avLst/>
              <a:gdLst/>
              <a:ahLst/>
              <a:cxnLst/>
              <a:rect l="l" t="t" r="r" b="b"/>
              <a:pathLst>
                <a:path w="1765" h="726" extrusionOk="0">
                  <a:moveTo>
                    <a:pt x="0" y="1"/>
                  </a:moveTo>
                  <a:lnTo>
                    <a:pt x="693" y="726"/>
                  </a:lnTo>
                  <a:lnTo>
                    <a:pt x="1764" y="726"/>
                  </a:lnTo>
                  <a:lnTo>
                    <a:pt x="1103" y="1"/>
                  </a:lnTo>
                  <a:close/>
                </a:path>
              </a:pathLst>
            </a:custGeom>
            <a:grpFill/>
            <a:ln>
              <a:noFill/>
            </a:ln>
          </p:spPr>
          <p:txBody>
            <a:bodyPr spcFirstLastPara="1" wrap="square" lIns="121900" tIns="121900" rIns="121900" bIns="121900" anchor="ctr" anchorCtr="0">
              <a:noAutofit/>
            </a:bodyPr>
            <a:lstStyle/>
            <a:p>
              <a:endParaRPr sz="2400"/>
            </a:p>
          </p:txBody>
        </p:sp>
        <p:sp>
          <p:nvSpPr>
            <p:cNvPr id="117" name="Google Shape;10411;p67">
              <a:extLst>
                <a:ext uri="{FF2B5EF4-FFF2-40B4-BE49-F238E27FC236}">
                  <a16:creationId xmlns:a16="http://schemas.microsoft.com/office/drawing/2014/main" id="{320D1F4B-A1AC-7AA4-B5B6-DB9BDA7C97F4}"/>
                </a:ext>
              </a:extLst>
            </p:cNvPr>
            <p:cNvSpPr/>
            <p:nvPr/>
          </p:nvSpPr>
          <p:spPr>
            <a:xfrm>
              <a:off x="-5531225" y="4077125"/>
              <a:ext cx="41750" cy="40975"/>
            </a:xfrm>
            <a:custGeom>
              <a:avLst/>
              <a:gdLst/>
              <a:ahLst/>
              <a:cxnLst/>
              <a:rect l="l" t="t" r="r" b="b"/>
              <a:pathLst>
                <a:path w="1670" h="1639" extrusionOk="0">
                  <a:moveTo>
                    <a:pt x="0" y="0"/>
                  </a:moveTo>
                  <a:lnTo>
                    <a:pt x="1670" y="1638"/>
                  </a:lnTo>
                  <a:lnTo>
                    <a:pt x="977" y="0"/>
                  </a:lnTo>
                  <a:close/>
                </a:path>
              </a:pathLst>
            </a:custGeom>
            <a:grpFill/>
            <a:ln>
              <a:noFill/>
            </a:ln>
          </p:spPr>
          <p:txBody>
            <a:bodyPr spcFirstLastPara="1" wrap="square" lIns="121900" tIns="121900" rIns="121900" bIns="121900" anchor="ctr" anchorCtr="0">
              <a:noAutofit/>
            </a:bodyPr>
            <a:lstStyle/>
            <a:p>
              <a:endParaRPr sz="2400"/>
            </a:p>
          </p:txBody>
        </p:sp>
        <p:sp>
          <p:nvSpPr>
            <p:cNvPr id="118" name="Google Shape;10412;p67">
              <a:extLst>
                <a:ext uri="{FF2B5EF4-FFF2-40B4-BE49-F238E27FC236}">
                  <a16:creationId xmlns:a16="http://schemas.microsoft.com/office/drawing/2014/main" id="{05639A8F-B9E1-AB46-6D92-BF871780213B}"/>
                </a:ext>
              </a:extLst>
            </p:cNvPr>
            <p:cNvSpPr/>
            <p:nvPr/>
          </p:nvSpPr>
          <p:spPr>
            <a:xfrm>
              <a:off x="-5613150" y="4198400"/>
              <a:ext cx="292225" cy="33900"/>
            </a:xfrm>
            <a:custGeom>
              <a:avLst/>
              <a:gdLst/>
              <a:ahLst/>
              <a:cxnLst/>
              <a:rect l="l" t="t" r="r" b="b"/>
              <a:pathLst>
                <a:path w="11689" h="1356" extrusionOk="0">
                  <a:moveTo>
                    <a:pt x="1" y="1"/>
                  </a:moveTo>
                  <a:lnTo>
                    <a:pt x="1" y="347"/>
                  </a:lnTo>
                  <a:lnTo>
                    <a:pt x="32" y="347"/>
                  </a:lnTo>
                  <a:cubicBezTo>
                    <a:pt x="32" y="883"/>
                    <a:pt x="505" y="1356"/>
                    <a:pt x="1072" y="1356"/>
                  </a:cubicBezTo>
                  <a:lnTo>
                    <a:pt x="10681" y="1356"/>
                  </a:lnTo>
                  <a:cubicBezTo>
                    <a:pt x="11216" y="1356"/>
                    <a:pt x="11689" y="883"/>
                    <a:pt x="11689" y="347"/>
                  </a:cubicBezTo>
                  <a:lnTo>
                    <a:pt x="11689" y="1"/>
                  </a:lnTo>
                  <a:close/>
                </a:path>
              </a:pathLst>
            </a:custGeom>
            <a:grpFill/>
            <a:ln>
              <a:noFill/>
            </a:ln>
          </p:spPr>
          <p:txBody>
            <a:bodyPr spcFirstLastPara="1" wrap="square" lIns="121900" tIns="121900" rIns="121900" bIns="121900" anchor="ctr" anchorCtr="0">
              <a:noAutofit/>
            </a:bodyPr>
            <a:lstStyle/>
            <a:p>
              <a:endParaRPr sz="2400"/>
            </a:p>
          </p:txBody>
        </p:sp>
        <p:sp>
          <p:nvSpPr>
            <p:cNvPr id="119" name="Google Shape;10413;p67">
              <a:extLst>
                <a:ext uri="{FF2B5EF4-FFF2-40B4-BE49-F238E27FC236}">
                  <a16:creationId xmlns:a16="http://schemas.microsoft.com/office/drawing/2014/main" id="{17DEDDA3-65BC-EECA-C420-AADA9BF2EB6D}"/>
                </a:ext>
              </a:extLst>
            </p:cNvPr>
            <p:cNvSpPr/>
            <p:nvPr/>
          </p:nvSpPr>
          <p:spPr>
            <a:xfrm>
              <a:off x="-5610775" y="3991275"/>
              <a:ext cx="292225" cy="189050"/>
            </a:xfrm>
            <a:custGeom>
              <a:avLst/>
              <a:gdLst/>
              <a:ahLst/>
              <a:cxnLst/>
              <a:rect l="l" t="t" r="r" b="b"/>
              <a:pathLst>
                <a:path w="11689" h="7562" extrusionOk="0">
                  <a:moveTo>
                    <a:pt x="7813" y="1386"/>
                  </a:moveTo>
                  <a:cubicBezTo>
                    <a:pt x="7908" y="1386"/>
                    <a:pt x="8034" y="1418"/>
                    <a:pt x="8065" y="1512"/>
                  </a:cubicBezTo>
                  <a:cubicBezTo>
                    <a:pt x="8128" y="1575"/>
                    <a:pt x="9483" y="2867"/>
                    <a:pt x="9515" y="2993"/>
                  </a:cubicBezTo>
                  <a:cubicBezTo>
                    <a:pt x="9578" y="3088"/>
                    <a:pt x="9578" y="3214"/>
                    <a:pt x="9452" y="3340"/>
                  </a:cubicBezTo>
                  <a:lnTo>
                    <a:pt x="6018" y="6774"/>
                  </a:lnTo>
                  <a:cubicBezTo>
                    <a:pt x="5943" y="6848"/>
                    <a:pt x="5862" y="6880"/>
                    <a:pt x="5783" y="6880"/>
                  </a:cubicBezTo>
                  <a:cubicBezTo>
                    <a:pt x="5696" y="6880"/>
                    <a:pt x="5612" y="6840"/>
                    <a:pt x="5545" y="6774"/>
                  </a:cubicBezTo>
                  <a:lnTo>
                    <a:pt x="2111" y="3340"/>
                  </a:lnTo>
                  <a:cubicBezTo>
                    <a:pt x="2001" y="3230"/>
                    <a:pt x="1987" y="2976"/>
                    <a:pt x="2027" y="2976"/>
                  </a:cubicBezTo>
                  <a:cubicBezTo>
                    <a:pt x="2033" y="2976"/>
                    <a:pt x="2040" y="2981"/>
                    <a:pt x="2048" y="2993"/>
                  </a:cubicBezTo>
                  <a:cubicBezTo>
                    <a:pt x="2048" y="2962"/>
                    <a:pt x="2079" y="2930"/>
                    <a:pt x="2111" y="2867"/>
                  </a:cubicBezTo>
                  <a:lnTo>
                    <a:pt x="3497" y="1512"/>
                  </a:lnTo>
                  <a:cubicBezTo>
                    <a:pt x="3560" y="1418"/>
                    <a:pt x="3655" y="1386"/>
                    <a:pt x="3718" y="1386"/>
                  </a:cubicBezTo>
                  <a:close/>
                  <a:moveTo>
                    <a:pt x="1008" y="0"/>
                  </a:moveTo>
                  <a:cubicBezTo>
                    <a:pt x="473" y="0"/>
                    <a:pt x="0" y="473"/>
                    <a:pt x="0" y="1040"/>
                  </a:cubicBezTo>
                  <a:lnTo>
                    <a:pt x="0" y="7561"/>
                  </a:lnTo>
                  <a:lnTo>
                    <a:pt x="11689" y="7561"/>
                  </a:lnTo>
                  <a:lnTo>
                    <a:pt x="11689" y="1040"/>
                  </a:lnTo>
                  <a:cubicBezTo>
                    <a:pt x="11657" y="473"/>
                    <a:pt x="11184" y="0"/>
                    <a:pt x="10617" y="0"/>
                  </a:cubicBezTo>
                  <a:close/>
                </a:path>
              </a:pathLst>
            </a:custGeom>
            <a:grpFill/>
            <a:ln>
              <a:noFill/>
            </a:ln>
          </p:spPr>
          <p:txBody>
            <a:bodyPr spcFirstLastPara="1" wrap="square" lIns="121900" tIns="121900" rIns="121900" bIns="121900" anchor="ctr" anchorCtr="0">
              <a:noAutofit/>
            </a:bodyPr>
            <a:lstStyle/>
            <a:p>
              <a:endParaRPr sz="2400"/>
            </a:p>
          </p:txBody>
        </p:sp>
        <p:sp>
          <p:nvSpPr>
            <p:cNvPr id="120" name="Google Shape;10414;p67">
              <a:extLst>
                <a:ext uri="{FF2B5EF4-FFF2-40B4-BE49-F238E27FC236}">
                  <a16:creationId xmlns:a16="http://schemas.microsoft.com/office/drawing/2014/main" id="{1EE9ABAC-6689-4868-8D70-C91FEF2A8352}"/>
                </a:ext>
              </a:extLst>
            </p:cNvPr>
            <p:cNvSpPr/>
            <p:nvPr/>
          </p:nvSpPr>
          <p:spPr>
            <a:xfrm>
              <a:off x="-5546975" y="4250400"/>
              <a:ext cx="160700" cy="33100"/>
            </a:xfrm>
            <a:custGeom>
              <a:avLst/>
              <a:gdLst/>
              <a:ahLst/>
              <a:cxnLst/>
              <a:rect l="l" t="t" r="r" b="b"/>
              <a:pathLst>
                <a:path w="6428" h="1324" extrusionOk="0">
                  <a:moveTo>
                    <a:pt x="1544" y="0"/>
                  </a:moveTo>
                  <a:lnTo>
                    <a:pt x="1386" y="662"/>
                  </a:lnTo>
                  <a:lnTo>
                    <a:pt x="473" y="662"/>
                  </a:lnTo>
                  <a:cubicBezTo>
                    <a:pt x="32" y="662"/>
                    <a:pt x="0" y="1323"/>
                    <a:pt x="473" y="1323"/>
                  </a:cubicBezTo>
                  <a:lnTo>
                    <a:pt x="5955" y="1323"/>
                  </a:lnTo>
                  <a:cubicBezTo>
                    <a:pt x="6427" y="1323"/>
                    <a:pt x="6427" y="662"/>
                    <a:pt x="5986" y="662"/>
                  </a:cubicBezTo>
                  <a:lnTo>
                    <a:pt x="5072" y="662"/>
                  </a:lnTo>
                  <a:lnTo>
                    <a:pt x="4915" y="0"/>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121" name="Google Shape;10419;p67">
            <a:extLst>
              <a:ext uri="{FF2B5EF4-FFF2-40B4-BE49-F238E27FC236}">
                <a16:creationId xmlns:a16="http://schemas.microsoft.com/office/drawing/2014/main" id="{05B6639D-51E5-5E61-B353-93BDB9243B2E}"/>
              </a:ext>
            </a:extLst>
          </p:cNvPr>
          <p:cNvGrpSpPr/>
          <p:nvPr/>
        </p:nvGrpSpPr>
        <p:grpSpPr>
          <a:xfrm>
            <a:off x="5854380" y="4909831"/>
            <a:ext cx="444184" cy="412315"/>
            <a:chOff x="-3808700" y="3628950"/>
            <a:chExt cx="296175" cy="274925"/>
          </a:xfrm>
          <a:solidFill>
            <a:srgbClr val="6C1D35"/>
          </a:solidFill>
        </p:grpSpPr>
        <p:sp>
          <p:nvSpPr>
            <p:cNvPr id="122" name="Google Shape;10420;p67">
              <a:extLst>
                <a:ext uri="{FF2B5EF4-FFF2-40B4-BE49-F238E27FC236}">
                  <a16:creationId xmlns:a16="http://schemas.microsoft.com/office/drawing/2014/main" id="{69572186-EA81-D02F-1058-411285B61E77}"/>
                </a:ext>
              </a:extLst>
            </p:cNvPr>
            <p:cNvSpPr/>
            <p:nvPr/>
          </p:nvSpPr>
          <p:spPr>
            <a:xfrm>
              <a:off x="-3665972" y="3680950"/>
              <a:ext cx="51200" cy="51225"/>
            </a:xfrm>
            <a:custGeom>
              <a:avLst/>
              <a:gdLst/>
              <a:ahLst/>
              <a:cxnLst/>
              <a:rect l="l" t="t" r="r" b="b"/>
              <a:pathLst>
                <a:path w="2048" h="2049" extrusionOk="0">
                  <a:moveTo>
                    <a:pt x="1008" y="0"/>
                  </a:moveTo>
                  <a:cubicBezTo>
                    <a:pt x="441" y="0"/>
                    <a:pt x="0" y="473"/>
                    <a:pt x="0" y="1040"/>
                  </a:cubicBezTo>
                  <a:cubicBezTo>
                    <a:pt x="0" y="1607"/>
                    <a:pt x="441" y="2048"/>
                    <a:pt x="1008" y="2048"/>
                  </a:cubicBezTo>
                  <a:cubicBezTo>
                    <a:pt x="1575" y="2048"/>
                    <a:pt x="2048" y="1607"/>
                    <a:pt x="2048" y="1040"/>
                  </a:cubicBezTo>
                  <a:cubicBezTo>
                    <a:pt x="2048" y="473"/>
                    <a:pt x="1575" y="0"/>
                    <a:pt x="1008" y="0"/>
                  </a:cubicBezTo>
                  <a:close/>
                </a:path>
              </a:pathLst>
            </a:custGeom>
            <a:grpFill/>
            <a:ln>
              <a:noFill/>
            </a:ln>
          </p:spPr>
          <p:txBody>
            <a:bodyPr spcFirstLastPara="1" wrap="square" lIns="121900" tIns="121900" rIns="121900" bIns="121900" anchor="ctr" anchorCtr="0">
              <a:noAutofit/>
            </a:bodyPr>
            <a:lstStyle/>
            <a:p>
              <a:endParaRPr sz="2400"/>
            </a:p>
          </p:txBody>
        </p:sp>
        <p:sp>
          <p:nvSpPr>
            <p:cNvPr id="123" name="Google Shape;10421;p67">
              <a:extLst>
                <a:ext uri="{FF2B5EF4-FFF2-40B4-BE49-F238E27FC236}">
                  <a16:creationId xmlns:a16="http://schemas.microsoft.com/office/drawing/2014/main" id="{115A28C3-5970-A5C7-62A6-ABC5F41E0725}"/>
                </a:ext>
              </a:extLst>
            </p:cNvPr>
            <p:cNvSpPr/>
            <p:nvPr/>
          </p:nvSpPr>
          <p:spPr>
            <a:xfrm>
              <a:off x="-3808700" y="3664400"/>
              <a:ext cx="296175" cy="239475"/>
            </a:xfrm>
            <a:custGeom>
              <a:avLst/>
              <a:gdLst/>
              <a:ahLst/>
              <a:cxnLst/>
              <a:rect l="l" t="t" r="r" b="b"/>
              <a:pathLst>
                <a:path w="11847" h="9579" extrusionOk="0">
                  <a:moveTo>
                    <a:pt x="3970" y="8223"/>
                  </a:moveTo>
                  <a:cubicBezTo>
                    <a:pt x="4159" y="8223"/>
                    <a:pt x="4316" y="8381"/>
                    <a:pt x="4316" y="8570"/>
                  </a:cubicBezTo>
                  <a:cubicBezTo>
                    <a:pt x="4316" y="8791"/>
                    <a:pt x="4159" y="8948"/>
                    <a:pt x="3970" y="8948"/>
                  </a:cubicBezTo>
                  <a:cubicBezTo>
                    <a:pt x="3781" y="8948"/>
                    <a:pt x="3623" y="8791"/>
                    <a:pt x="3623" y="8570"/>
                  </a:cubicBezTo>
                  <a:cubicBezTo>
                    <a:pt x="3623" y="8349"/>
                    <a:pt x="3781" y="8223"/>
                    <a:pt x="3970" y="8223"/>
                  </a:cubicBezTo>
                  <a:close/>
                  <a:moveTo>
                    <a:pt x="8727" y="8223"/>
                  </a:moveTo>
                  <a:cubicBezTo>
                    <a:pt x="8916" y="8223"/>
                    <a:pt x="9074" y="8381"/>
                    <a:pt x="9074" y="8570"/>
                  </a:cubicBezTo>
                  <a:cubicBezTo>
                    <a:pt x="9074" y="8791"/>
                    <a:pt x="8916" y="8948"/>
                    <a:pt x="8727" y="8948"/>
                  </a:cubicBezTo>
                  <a:cubicBezTo>
                    <a:pt x="8538" y="8948"/>
                    <a:pt x="8381" y="8791"/>
                    <a:pt x="8381" y="8570"/>
                  </a:cubicBezTo>
                  <a:cubicBezTo>
                    <a:pt x="8412" y="8349"/>
                    <a:pt x="8538" y="8223"/>
                    <a:pt x="8727" y="8223"/>
                  </a:cubicBezTo>
                  <a:close/>
                  <a:moveTo>
                    <a:pt x="473" y="1"/>
                  </a:moveTo>
                  <a:cubicBezTo>
                    <a:pt x="32" y="1"/>
                    <a:pt x="0" y="662"/>
                    <a:pt x="473" y="662"/>
                  </a:cubicBezTo>
                  <a:lnTo>
                    <a:pt x="819" y="662"/>
                  </a:lnTo>
                  <a:cubicBezTo>
                    <a:pt x="977" y="662"/>
                    <a:pt x="1134" y="788"/>
                    <a:pt x="1166" y="946"/>
                  </a:cubicBezTo>
                  <a:lnTo>
                    <a:pt x="2143" y="6428"/>
                  </a:lnTo>
                  <a:cubicBezTo>
                    <a:pt x="1481" y="7058"/>
                    <a:pt x="1922" y="8192"/>
                    <a:pt x="2867" y="8192"/>
                  </a:cubicBezTo>
                  <a:lnTo>
                    <a:pt x="2930" y="8192"/>
                  </a:lnTo>
                  <a:cubicBezTo>
                    <a:pt x="2899" y="8318"/>
                    <a:pt x="2867" y="8412"/>
                    <a:pt x="2867" y="8538"/>
                  </a:cubicBezTo>
                  <a:cubicBezTo>
                    <a:pt x="2867" y="9106"/>
                    <a:pt x="3340" y="9578"/>
                    <a:pt x="3875" y="9578"/>
                  </a:cubicBezTo>
                  <a:cubicBezTo>
                    <a:pt x="4442" y="9578"/>
                    <a:pt x="4915" y="9106"/>
                    <a:pt x="4915" y="8538"/>
                  </a:cubicBezTo>
                  <a:cubicBezTo>
                    <a:pt x="4915" y="8412"/>
                    <a:pt x="4884" y="8318"/>
                    <a:pt x="4821" y="8192"/>
                  </a:cubicBezTo>
                  <a:lnTo>
                    <a:pt x="7719" y="8192"/>
                  </a:lnTo>
                  <a:cubicBezTo>
                    <a:pt x="7656" y="8318"/>
                    <a:pt x="7624" y="8412"/>
                    <a:pt x="7624" y="8538"/>
                  </a:cubicBezTo>
                  <a:cubicBezTo>
                    <a:pt x="7624" y="9106"/>
                    <a:pt x="8097" y="9578"/>
                    <a:pt x="8664" y="9578"/>
                  </a:cubicBezTo>
                  <a:cubicBezTo>
                    <a:pt x="9200" y="9578"/>
                    <a:pt x="9672" y="9106"/>
                    <a:pt x="9672" y="8538"/>
                  </a:cubicBezTo>
                  <a:cubicBezTo>
                    <a:pt x="9672" y="8412"/>
                    <a:pt x="9641" y="8318"/>
                    <a:pt x="9609" y="8192"/>
                  </a:cubicBezTo>
                  <a:lnTo>
                    <a:pt x="9987" y="8192"/>
                  </a:lnTo>
                  <a:cubicBezTo>
                    <a:pt x="10176" y="8192"/>
                    <a:pt x="10334" y="8034"/>
                    <a:pt x="10334" y="7845"/>
                  </a:cubicBezTo>
                  <a:cubicBezTo>
                    <a:pt x="10334" y="7625"/>
                    <a:pt x="10176" y="7467"/>
                    <a:pt x="9987" y="7467"/>
                  </a:cubicBezTo>
                  <a:lnTo>
                    <a:pt x="2773" y="7467"/>
                  </a:lnTo>
                  <a:cubicBezTo>
                    <a:pt x="2759" y="7470"/>
                    <a:pt x="2746" y="7471"/>
                    <a:pt x="2733" y="7471"/>
                  </a:cubicBezTo>
                  <a:cubicBezTo>
                    <a:pt x="2459" y="7471"/>
                    <a:pt x="2477" y="6837"/>
                    <a:pt x="2899" y="6837"/>
                  </a:cubicBezTo>
                  <a:lnTo>
                    <a:pt x="10145" y="6837"/>
                  </a:lnTo>
                  <a:cubicBezTo>
                    <a:pt x="10302" y="6837"/>
                    <a:pt x="10428" y="6774"/>
                    <a:pt x="10460" y="6617"/>
                  </a:cubicBezTo>
                  <a:lnTo>
                    <a:pt x="11815" y="2553"/>
                  </a:lnTo>
                  <a:cubicBezTo>
                    <a:pt x="11846" y="2427"/>
                    <a:pt x="11815" y="2332"/>
                    <a:pt x="11752" y="2238"/>
                  </a:cubicBezTo>
                  <a:cubicBezTo>
                    <a:pt x="11657" y="2080"/>
                    <a:pt x="11500" y="2048"/>
                    <a:pt x="10775" y="2048"/>
                  </a:cubicBezTo>
                  <a:lnTo>
                    <a:pt x="10491" y="2048"/>
                  </a:lnTo>
                  <a:lnTo>
                    <a:pt x="10491" y="2395"/>
                  </a:lnTo>
                  <a:cubicBezTo>
                    <a:pt x="10491" y="2584"/>
                    <a:pt x="10334" y="2742"/>
                    <a:pt x="10145" y="2742"/>
                  </a:cubicBezTo>
                  <a:lnTo>
                    <a:pt x="9641" y="2742"/>
                  </a:lnTo>
                  <a:cubicBezTo>
                    <a:pt x="9609" y="2868"/>
                    <a:pt x="9546" y="2962"/>
                    <a:pt x="9515" y="3057"/>
                  </a:cubicBezTo>
                  <a:lnTo>
                    <a:pt x="9861" y="3435"/>
                  </a:lnTo>
                  <a:cubicBezTo>
                    <a:pt x="9987" y="3529"/>
                    <a:pt x="9987" y="3781"/>
                    <a:pt x="9861" y="3907"/>
                  </a:cubicBezTo>
                  <a:lnTo>
                    <a:pt x="8885" y="4884"/>
                  </a:lnTo>
                  <a:cubicBezTo>
                    <a:pt x="8822" y="4947"/>
                    <a:pt x="8735" y="4978"/>
                    <a:pt x="8648" y="4978"/>
                  </a:cubicBezTo>
                  <a:cubicBezTo>
                    <a:pt x="8562" y="4978"/>
                    <a:pt x="8475" y="4947"/>
                    <a:pt x="8412" y="4884"/>
                  </a:cubicBezTo>
                  <a:lnTo>
                    <a:pt x="8066" y="4537"/>
                  </a:lnTo>
                  <a:cubicBezTo>
                    <a:pt x="7971" y="4569"/>
                    <a:pt x="7877" y="4600"/>
                    <a:pt x="7751" y="4632"/>
                  </a:cubicBezTo>
                  <a:lnTo>
                    <a:pt x="7751" y="5167"/>
                  </a:lnTo>
                  <a:cubicBezTo>
                    <a:pt x="7751" y="5356"/>
                    <a:pt x="7593" y="5514"/>
                    <a:pt x="7404" y="5514"/>
                  </a:cubicBezTo>
                  <a:lnTo>
                    <a:pt x="5986" y="5514"/>
                  </a:lnTo>
                  <a:cubicBezTo>
                    <a:pt x="5766" y="5514"/>
                    <a:pt x="5608" y="5356"/>
                    <a:pt x="5608" y="5167"/>
                  </a:cubicBezTo>
                  <a:lnTo>
                    <a:pt x="5608" y="4632"/>
                  </a:lnTo>
                  <a:cubicBezTo>
                    <a:pt x="5514" y="4600"/>
                    <a:pt x="5419" y="4569"/>
                    <a:pt x="5293" y="4537"/>
                  </a:cubicBezTo>
                  <a:lnTo>
                    <a:pt x="4947" y="4884"/>
                  </a:lnTo>
                  <a:cubicBezTo>
                    <a:pt x="4884" y="4947"/>
                    <a:pt x="4797" y="4978"/>
                    <a:pt x="4710" y="4978"/>
                  </a:cubicBezTo>
                  <a:cubicBezTo>
                    <a:pt x="4624" y="4978"/>
                    <a:pt x="4537" y="4947"/>
                    <a:pt x="4474" y="4884"/>
                  </a:cubicBezTo>
                  <a:lnTo>
                    <a:pt x="3497" y="3907"/>
                  </a:lnTo>
                  <a:cubicBezTo>
                    <a:pt x="3371" y="3781"/>
                    <a:pt x="3371" y="3529"/>
                    <a:pt x="3497" y="3435"/>
                  </a:cubicBezTo>
                  <a:lnTo>
                    <a:pt x="3844" y="3057"/>
                  </a:lnTo>
                  <a:cubicBezTo>
                    <a:pt x="3812" y="2994"/>
                    <a:pt x="3781" y="2868"/>
                    <a:pt x="3718" y="2742"/>
                  </a:cubicBezTo>
                  <a:lnTo>
                    <a:pt x="3214" y="2742"/>
                  </a:lnTo>
                  <a:cubicBezTo>
                    <a:pt x="3025" y="2742"/>
                    <a:pt x="2867" y="2584"/>
                    <a:pt x="2867" y="2395"/>
                  </a:cubicBezTo>
                  <a:lnTo>
                    <a:pt x="2867" y="2048"/>
                  </a:lnTo>
                  <a:lnTo>
                    <a:pt x="2080" y="2048"/>
                  </a:lnTo>
                  <a:lnTo>
                    <a:pt x="1828" y="820"/>
                  </a:lnTo>
                  <a:cubicBezTo>
                    <a:pt x="1765" y="347"/>
                    <a:pt x="1324" y="1"/>
                    <a:pt x="819" y="1"/>
                  </a:cubicBezTo>
                  <a:close/>
                </a:path>
              </a:pathLst>
            </a:custGeom>
            <a:grpFill/>
            <a:ln>
              <a:noFill/>
            </a:ln>
          </p:spPr>
          <p:txBody>
            <a:bodyPr spcFirstLastPara="1" wrap="square" lIns="121900" tIns="121900" rIns="121900" bIns="121900" anchor="ctr" anchorCtr="0">
              <a:noAutofit/>
            </a:bodyPr>
            <a:lstStyle/>
            <a:p>
              <a:endParaRPr sz="2400"/>
            </a:p>
          </p:txBody>
        </p:sp>
        <p:sp>
          <p:nvSpPr>
            <p:cNvPr id="124" name="Google Shape;10422;p67">
              <a:extLst>
                <a:ext uri="{FF2B5EF4-FFF2-40B4-BE49-F238E27FC236}">
                  <a16:creationId xmlns:a16="http://schemas.microsoft.com/office/drawing/2014/main" id="{83FC0115-BE0D-B029-8255-88F9CC8E6A00}"/>
                </a:ext>
              </a:extLst>
            </p:cNvPr>
            <p:cNvSpPr/>
            <p:nvPr/>
          </p:nvSpPr>
          <p:spPr>
            <a:xfrm>
              <a:off x="-3718359" y="3628950"/>
              <a:ext cx="155975" cy="156775"/>
            </a:xfrm>
            <a:custGeom>
              <a:avLst/>
              <a:gdLst/>
              <a:ahLst/>
              <a:cxnLst/>
              <a:rect l="l" t="t" r="r" b="b"/>
              <a:pathLst>
                <a:path w="6239" h="6271" extrusionOk="0">
                  <a:moveTo>
                    <a:pt x="3056" y="1419"/>
                  </a:moveTo>
                  <a:cubicBezTo>
                    <a:pt x="4001" y="1419"/>
                    <a:pt x="4758" y="2175"/>
                    <a:pt x="4758" y="3120"/>
                  </a:cubicBezTo>
                  <a:cubicBezTo>
                    <a:pt x="4758" y="4065"/>
                    <a:pt x="4001" y="4821"/>
                    <a:pt x="3056" y="4821"/>
                  </a:cubicBezTo>
                  <a:cubicBezTo>
                    <a:pt x="2111" y="4821"/>
                    <a:pt x="1355" y="4065"/>
                    <a:pt x="1355" y="3120"/>
                  </a:cubicBezTo>
                  <a:cubicBezTo>
                    <a:pt x="1355" y="2175"/>
                    <a:pt x="2111" y="1419"/>
                    <a:pt x="3056" y="1419"/>
                  </a:cubicBezTo>
                  <a:close/>
                  <a:moveTo>
                    <a:pt x="2773" y="1"/>
                  </a:moveTo>
                  <a:lnTo>
                    <a:pt x="2773" y="442"/>
                  </a:lnTo>
                  <a:cubicBezTo>
                    <a:pt x="2773" y="600"/>
                    <a:pt x="2678" y="726"/>
                    <a:pt x="2521" y="757"/>
                  </a:cubicBezTo>
                  <a:cubicBezTo>
                    <a:pt x="2300" y="789"/>
                    <a:pt x="2080" y="915"/>
                    <a:pt x="1891" y="1041"/>
                  </a:cubicBezTo>
                  <a:cubicBezTo>
                    <a:pt x="1846" y="1063"/>
                    <a:pt x="1793" y="1073"/>
                    <a:pt x="1739" y="1073"/>
                  </a:cubicBezTo>
                  <a:cubicBezTo>
                    <a:pt x="1639" y="1073"/>
                    <a:pt x="1531" y="1039"/>
                    <a:pt x="1450" y="978"/>
                  </a:cubicBezTo>
                  <a:lnTo>
                    <a:pt x="1135" y="663"/>
                  </a:lnTo>
                  <a:lnTo>
                    <a:pt x="662" y="1135"/>
                  </a:lnTo>
                  <a:lnTo>
                    <a:pt x="977" y="1450"/>
                  </a:lnTo>
                  <a:cubicBezTo>
                    <a:pt x="1103" y="1576"/>
                    <a:pt x="1103" y="1734"/>
                    <a:pt x="1009" y="1891"/>
                  </a:cubicBezTo>
                  <a:cubicBezTo>
                    <a:pt x="883" y="2080"/>
                    <a:pt x="819" y="2301"/>
                    <a:pt x="725" y="2521"/>
                  </a:cubicBezTo>
                  <a:cubicBezTo>
                    <a:pt x="693" y="2679"/>
                    <a:pt x="599" y="2805"/>
                    <a:pt x="410" y="2805"/>
                  </a:cubicBezTo>
                  <a:lnTo>
                    <a:pt x="0" y="2805"/>
                  </a:lnTo>
                  <a:lnTo>
                    <a:pt x="0" y="3466"/>
                  </a:lnTo>
                  <a:lnTo>
                    <a:pt x="410" y="3466"/>
                  </a:lnTo>
                  <a:cubicBezTo>
                    <a:pt x="567" y="3466"/>
                    <a:pt x="693" y="3593"/>
                    <a:pt x="725" y="3750"/>
                  </a:cubicBezTo>
                  <a:cubicBezTo>
                    <a:pt x="788" y="3939"/>
                    <a:pt x="883" y="4191"/>
                    <a:pt x="1009" y="4380"/>
                  </a:cubicBezTo>
                  <a:cubicBezTo>
                    <a:pt x="1103" y="4506"/>
                    <a:pt x="1040" y="4695"/>
                    <a:pt x="977" y="4821"/>
                  </a:cubicBezTo>
                  <a:lnTo>
                    <a:pt x="662" y="5136"/>
                  </a:lnTo>
                  <a:lnTo>
                    <a:pt x="1135" y="5609"/>
                  </a:lnTo>
                  <a:lnTo>
                    <a:pt x="1450" y="5294"/>
                  </a:lnTo>
                  <a:cubicBezTo>
                    <a:pt x="1523" y="5220"/>
                    <a:pt x="1608" y="5189"/>
                    <a:pt x="1697" y="5189"/>
                  </a:cubicBezTo>
                  <a:cubicBezTo>
                    <a:pt x="1760" y="5189"/>
                    <a:pt x="1825" y="5205"/>
                    <a:pt x="1891" y="5231"/>
                  </a:cubicBezTo>
                  <a:cubicBezTo>
                    <a:pt x="2080" y="5357"/>
                    <a:pt x="2269" y="5451"/>
                    <a:pt x="2521" y="5514"/>
                  </a:cubicBezTo>
                  <a:cubicBezTo>
                    <a:pt x="2678" y="5546"/>
                    <a:pt x="2773" y="5672"/>
                    <a:pt x="2773" y="5829"/>
                  </a:cubicBezTo>
                  <a:lnTo>
                    <a:pt x="2773" y="6270"/>
                  </a:lnTo>
                  <a:lnTo>
                    <a:pt x="3466" y="6270"/>
                  </a:lnTo>
                  <a:lnTo>
                    <a:pt x="3466" y="5829"/>
                  </a:lnTo>
                  <a:cubicBezTo>
                    <a:pt x="3466" y="5672"/>
                    <a:pt x="3560" y="5546"/>
                    <a:pt x="3718" y="5514"/>
                  </a:cubicBezTo>
                  <a:cubicBezTo>
                    <a:pt x="3938" y="5483"/>
                    <a:pt x="4159" y="5357"/>
                    <a:pt x="4348" y="5231"/>
                  </a:cubicBezTo>
                  <a:cubicBezTo>
                    <a:pt x="4393" y="5208"/>
                    <a:pt x="4445" y="5198"/>
                    <a:pt x="4500" y="5198"/>
                  </a:cubicBezTo>
                  <a:cubicBezTo>
                    <a:pt x="4600" y="5198"/>
                    <a:pt x="4708" y="5233"/>
                    <a:pt x="4789" y="5294"/>
                  </a:cubicBezTo>
                  <a:lnTo>
                    <a:pt x="5104" y="5609"/>
                  </a:lnTo>
                  <a:lnTo>
                    <a:pt x="5577" y="5136"/>
                  </a:lnTo>
                  <a:lnTo>
                    <a:pt x="5262" y="4821"/>
                  </a:lnTo>
                  <a:cubicBezTo>
                    <a:pt x="5136" y="4695"/>
                    <a:pt x="5136" y="4538"/>
                    <a:pt x="5230" y="4380"/>
                  </a:cubicBezTo>
                  <a:cubicBezTo>
                    <a:pt x="5356" y="4191"/>
                    <a:pt x="5419" y="3971"/>
                    <a:pt x="5514" y="3750"/>
                  </a:cubicBezTo>
                  <a:cubicBezTo>
                    <a:pt x="5545" y="3593"/>
                    <a:pt x="5671" y="3466"/>
                    <a:pt x="5829" y="3466"/>
                  </a:cubicBezTo>
                  <a:lnTo>
                    <a:pt x="6238" y="3466"/>
                  </a:lnTo>
                  <a:lnTo>
                    <a:pt x="6238" y="2805"/>
                  </a:lnTo>
                  <a:lnTo>
                    <a:pt x="5829" y="2805"/>
                  </a:lnTo>
                  <a:cubicBezTo>
                    <a:pt x="5671" y="2805"/>
                    <a:pt x="5545" y="2679"/>
                    <a:pt x="5514" y="2521"/>
                  </a:cubicBezTo>
                  <a:cubicBezTo>
                    <a:pt x="5451" y="2332"/>
                    <a:pt x="5356" y="2080"/>
                    <a:pt x="5230" y="1891"/>
                  </a:cubicBezTo>
                  <a:cubicBezTo>
                    <a:pt x="5136" y="1765"/>
                    <a:pt x="5199" y="1576"/>
                    <a:pt x="5262" y="1450"/>
                  </a:cubicBezTo>
                  <a:lnTo>
                    <a:pt x="5577" y="1135"/>
                  </a:lnTo>
                  <a:lnTo>
                    <a:pt x="5104" y="663"/>
                  </a:lnTo>
                  <a:lnTo>
                    <a:pt x="4789" y="978"/>
                  </a:lnTo>
                  <a:cubicBezTo>
                    <a:pt x="4715" y="1051"/>
                    <a:pt x="4641" y="1082"/>
                    <a:pt x="4555" y="1082"/>
                  </a:cubicBezTo>
                  <a:cubicBezTo>
                    <a:pt x="4494" y="1082"/>
                    <a:pt x="4426" y="1067"/>
                    <a:pt x="4348" y="1041"/>
                  </a:cubicBezTo>
                  <a:cubicBezTo>
                    <a:pt x="4159" y="915"/>
                    <a:pt x="3970" y="820"/>
                    <a:pt x="3718" y="757"/>
                  </a:cubicBezTo>
                  <a:cubicBezTo>
                    <a:pt x="3560" y="726"/>
                    <a:pt x="3466" y="600"/>
                    <a:pt x="3466" y="442"/>
                  </a:cubicBezTo>
                  <a:lnTo>
                    <a:pt x="3466" y="1"/>
                  </a:lnTo>
                  <a:close/>
                </a:path>
              </a:pathLst>
            </a:custGeom>
            <a:grpFill/>
            <a:ln>
              <a:noFill/>
            </a:ln>
          </p:spPr>
          <p:txBody>
            <a:bodyPr spcFirstLastPara="1" wrap="square" lIns="121900" tIns="121900" rIns="121900" bIns="121900" anchor="ctr" anchorCtr="0">
              <a:noAutofit/>
            </a:bodyPr>
            <a:lstStyle/>
            <a:p>
              <a:endParaRPr sz="1867"/>
            </a:p>
          </p:txBody>
        </p:sp>
      </p:grpSp>
      <p:grpSp>
        <p:nvGrpSpPr>
          <p:cNvPr id="125" name="Google Shape;10423;p67">
            <a:extLst>
              <a:ext uri="{FF2B5EF4-FFF2-40B4-BE49-F238E27FC236}">
                <a16:creationId xmlns:a16="http://schemas.microsoft.com/office/drawing/2014/main" id="{58D15FB5-C4AB-9306-20C1-2DCAA67CCDF6}"/>
              </a:ext>
            </a:extLst>
          </p:cNvPr>
          <p:cNvGrpSpPr/>
          <p:nvPr/>
        </p:nvGrpSpPr>
        <p:grpSpPr>
          <a:xfrm>
            <a:off x="5909907" y="5445704"/>
            <a:ext cx="436872" cy="437960"/>
            <a:chOff x="-3771675" y="3971775"/>
            <a:chExt cx="291300" cy="292025"/>
          </a:xfrm>
          <a:solidFill>
            <a:srgbClr val="6C1D35"/>
          </a:solidFill>
        </p:grpSpPr>
        <p:sp>
          <p:nvSpPr>
            <p:cNvPr id="126" name="Google Shape;10424;p67">
              <a:extLst>
                <a:ext uri="{FF2B5EF4-FFF2-40B4-BE49-F238E27FC236}">
                  <a16:creationId xmlns:a16="http://schemas.microsoft.com/office/drawing/2014/main" id="{447C8D8B-0AF4-C8BC-5391-67734EBBDD94}"/>
                </a:ext>
              </a:extLst>
            </p:cNvPr>
            <p:cNvSpPr/>
            <p:nvPr/>
          </p:nvSpPr>
          <p:spPr>
            <a:xfrm>
              <a:off x="-3770100" y="3971775"/>
              <a:ext cx="218975" cy="66775"/>
            </a:xfrm>
            <a:custGeom>
              <a:avLst/>
              <a:gdLst/>
              <a:ahLst/>
              <a:cxnLst/>
              <a:rect l="l" t="t" r="r" b="b"/>
              <a:pathLst>
                <a:path w="8759" h="2671" extrusionOk="0">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grpFill/>
            <a:ln>
              <a:noFill/>
            </a:ln>
          </p:spPr>
          <p:txBody>
            <a:bodyPr spcFirstLastPara="1" wrap="square" lIns="121900" tIns="121900" rIns="121900" bIns="121900" anchor="ctr" anchorCtr="0">
              <a:noAutofit/>
            </a:bodyPr>
            <a:lstStyle/>
            <a:p>
              <a:endParaRPr sz="2400"/>
            </a:p>
          </p:txBody>
        </p:sp>
        <p:sp>
          <p:nvSpPr>
            <p:cNvPr id="127" name="Google Shape;10425;p67">
              <a:extLst>
                <a:ext uri="{FF2B5EF4-FFF2-40B4-BE49-F238E27FC236}">
                  <a16:creationId xmlns:a16="http://schemas.microsoft.com/office/drawing/2014/main" id="{B107F3D1-C120-C6BD-CC60-4E50F6335738}"/>
                </a:ext>
              </a:extLst>
            </p:cNvPr>
            <p:cNvSpPr/>
            <p:nvPr/>
          </p:nvSpPr>
          <p:spPr>
            <a:xfrm>
              <a:off x="-3771675" y="4030650"/>
              <a:ext cx="222125" cy="78000"/>
            </a:xfrm>
            <a:custGeom>
              <a:avLst/>
              <a:gdLst/>
              <a:ahLst/>
              <a:cxnLst/>
              <a:rect l="l" t="t" r="r" b="b"/>
              <a:pathLst>
                <a:path w="8885" h="3120" extrusionOk="0">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grpFill/>
            <a:ln>
              <a:noFill/>
            </a:ln>
          </p:spPr>
          <p:txBody>
            <a:bodyPr spcFirstLastPara="1" wrap="square" lIns="121900" tIns="121900" rIns="121900" bIns="121900" anchor="ctr" anchorCtr="0">
              <a:noAutofit/>
            </a:bodyPr>
            <a:lstStyle/>
            <a:p>
              <a:endParaRPr sz="2400"/>
            </a:p>
          </p:txBody>
        </p:sp>
        <p:sp>
          <p:nvSpPr>
            <p:cNvPr id="128" name="Google Shape;10426;p67">
              <a:extLst>
                <a:ext uri="{FF2B5EF4-FFF2-40B4-BE49-F238E27FC236}">
                  <a16:creationId xmlns:a16="http://schemas.microsoft.com/office/drawing/2014/main" id="{434E4A57-628D-31A2-9EC2-2179F5F17AC3}"/>
                </a:ext>
              </a:extLst>
            </p:cNvPr>
            <p:cNvSpPr/>
            <p:nvPr/>
          </p:nvSpPr>
          <p:spPr>
            <a:xfrm>
              <a:off x="-3669425" y="4074750"/>
              <a:ext cx="189050" cy="189050"/>
            </a:xfrm>
            <a:custGeom>
              <a:avLst/>
              <a:gdLst/>
              <a:ahLst/>
              <a:cxnLst/>
              <a:rect l="l" t="t" r="r" b="b"/>
              <a:pathLst>
                <a:path w="7562" h="7562" extrusionOk="0">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grpFill/>
            <a:ln>
              <a:noFill/>
            </a:ln>
          </p:spPr>
          <p:txBody>
            <a:bodyPr spcFirstLastPara="1" wrap="square" lIns="121900" tIns="121900" rIns="121900" bIns="121900" anchor="ctr" anchorCtr="0">
              <a:noAutofit/>
            </a:bodyPr>
            <a:lstStyle/>
            <a:p>
              <a:endParaRPr sz="2400"/>
            </a:p>
          </p:txBody>
        </p:sp>
        <p:sp>
          <p:nvSpPr>
            <p:cNvPr id="129" name="Google Shape;10427;p67">
              <a:extLst>
                <a:ext uri="{FF2B5EF4-FFF2-40B4-BE49-F238E27FC236}">
                  <a16:creationId xmlns:a16="http://schemas.microsoft.com/office/drawing/2014/main" id="{1654BA7C-A7D2-A6A3-9FDB-D39AC279C0E1}"/>
                </a:ext>
              </a:extLst>
            </p:cNvPr>
            <p:cNvSpPr/>
            <p:nvPr/>
          </p:nvSpPr>
          <p:spPr>
            <a:xfrm>
              <a:off x="-3771675" y="4099950"/>
              <a:ext cx="94525" cy="76425"/>
            </a:xfrm>
            <a:custGeom>
              <a:avLst/>
              <a:gdLst/>
              <a:ahLst/>
              <a:cxnLst/>
              <a:rect l="l" t="t" r="r" b="b"/>
              <a:pathLst>
                <a:path w="3781" h="3057" extrusionOk="0">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grpFill/>
            <a:ln>
              <a:noFill/>
            </a:ln>
          </p:spPr>
          <p:txBody>
            <a:bodyPr spcFirstLastPara="1" wrap="square" lIns="121900" tIns="121900" rIns="121900" bIns="121900" anchor="ctr" anchorCtr="0">
              <a:noAutofit/>
            </a:bodyPr>
            <a:lstStyle/>
            <a:p>
              <a:endParaRPr sz="2400"/>
            </a:p>
          </p:txBody>
        </p:sp>
        <p:sp>
          <p:nvSpPr>
            <p:cNvPr id="130" name="Google Shape;10428;p67">
              <a:extLst>
                <a:ext uri="{FF2B5EF4-FFF2-40B4-BE49-F238E27FC236}">
                  <a16:creationId xmlns:a16="http://schemas.microsoft.com/office/drawing/2014/main" id="{BE271165-E26D-B7E3-1F2D-27F64586BE47}"/>
                </a:ext>
              </a:extLst>
            </p:cNvPr>
            <p:cNvSpPr/>
            <p:nvPr/>
          </p:nvSpPr>
          <p:spPr>
            <a:xfrm>
              <a:off x="-3771675" y="4167700"/>
              <a:ext cx="135500" cy="95325"/>
            </a:xfrm>
            <a:custGeom>
              <a:avLst/>
              <a:gdLst/>
              <a:ahLst/>
              <a:cxnLst/>
              <a:rect l="l" t="t" r="r" b="b"/>
              <a:pathLst>
                <a:path w="5420" h="3813" extrusionOk="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31" name="Google Shape;10433;p67">
            <a:extLst>
              <a:ext uri="{FF2B5EF4-FFF2-40B4-BE49-F238E27FC236}">
                <a16:creationId xmlns:a16="http://schemas.microsoft.com/office/drawing/2014/main" id="{31319977-BF3C-1E80-9953-B618F353A6E4}"/>
              </a:ext>
            </a:extLst>
          </p:cNvPr>
          <p:cNvGrpSpPr/>
          <p:nvPr/>
        </p:nvGrpSpPr>
        <p:grpSpPr>
          <a:xfrm>
            <a:off x="8691715" y="4897440"/>
            <a:ext cx="442984" cy="437097"/>
            <a:chOff x="-1951475" y="3597450"/>
            <a:chExt cx="295375" cy="291450"/>
          </a:xfrm>
          <a:solidFill>
            <a:srgbClr val="6C1D35"/>
          </a:solidFill>
        </p:grpSpPr>
        <p:sp>
          <p:nvSpPr>
            <p:cNvPr id="132" name="Google Shape;10434;p67">
              <a:extLst>
                <a:ext uri="{FF2B5EF4-FFF2-40B4-BE49-F238E27FC236}">
                  <a16:creationId xmlns:a16="http://schemas.microsoft.com/office/drawing/2014/main" id="{2DBC7FE4-6C5E-DD52-0C41-613205AB0464}"/>
                </a:ext>
              </a:extLst>
            </p:cNvPr>
            <p:cNvSpPr/>
            <p:nvPr/>
          </p:nvSpPr>
          <p:spPr>
            <a:xfrm>
              <a:off x="-1951475" y="3597450"/>
              <a:ext cx="170925" cy="34675"/>
            </a:xfrm>
            <a:custGeom>
              <a:avLst/>
              <a:gdLst/>
              <a:ahLst/>
              <a:cxnLst/>
              <a:rect l="l" t="t" r="r" b="b"/>
              <a:pathLst>
                <a:path w="6837" h="1387" extrusionOk="0">
                  <a:moveTo>
                    <a:pt x="1008" y="1"/>
                  </a:moveTo>
                  <a:cubicBezTo>
                    <a:pt x="473" y="1"/>
                    <a:pt x="0" y="473"/>
                    <a:pt x="0" y="1040"/>
                  </a:cubicBezTo>
                  <a:lnTo>
                    <a:pt x="0" y="1387"/>
                  </a:lnTo>
                  <a:lnTo>
                    <a:pt x="6837" y="1387"/>
                  </a:lnTo>
                  <a:lnTo>
                    <a:pt x="6837" y="1040"/>
                  </a:lnTo>
                  <a:cubicBezTo>
                    <a:pt x="6837" y="473"/>
                    <a:pt x="6364" y="1"/>
                    <a:pt x="5829" y="1"/>
                  </a:cubicBezTo>
                  <a:close/>
                </a:path>
              </a:pathLst>
            </a:custGeom>
            <a:grpFill/>
            <a:ln>
              <a:noFill/>
            </a:ln>
          </p:spPr>
          <p:txBody>
            <a:bodyPr spcFirstLastPara="1" wrap="square" lIns="121900" tIns="121900" rIns="121900" bIns="121900" anchor="ctr" anchorCtr="0">
              <a:noAutofit/>
            </a:bodyPr>
            <a:lstStyle/>
            <a:p>
              <a:endParaRPr sz="2400"/>
            </a:p>
          </p:txBody>
        </p:sp>
        <p:sp>
          <p:nvSpPr>
            <p:cNvPr id="133" name="Google Shape;10435;p67">
              <a:extLst>
                <a:ext uri="{FF2B5EF4-FFF2-40B4-BE49-F238E27FC236}">
                  <a16:creationId xmlns:a16="http://schemas.microsoft.com/office/drawing/2014/main" id="{63D990A7-BF09-5909-79C7-BA5B9450413C}"/>
                </a:ext>
              </a:extLst>
            </p:cNvPr>
            <p:cNvSpPr/>
            <p:nvPr/>
          </p:nvSpPr>
          <p:spPr>
            <a:xfrm>
              <a:off x="-1949900" y="3648650"/>
              <a:ext cx="171725" cy="173300"/>
            </a:xfrm>
            <a:custGeom>
              <a:avLst/>
              <a:gdLst/>
              <a:ahLst/>
              <a:cxnLst/>
              <a:rect l="l" t="t" r="r" b="b"/>
              <a:pathLst>
                <a:path w="6869" h="6932" extrusionOk="0">
                  <a:moveTo>
                    <a:pt x="0" y="1"/>
                  </a:moveTo>
                  <a:lnTo>
                    <a:pt x="0" y="6932"/>
                  </a:lnTo>
                  <a:lnTo>
                    <a:pt x="2426" y="6932"/>
                  </a:lnTo>
                  <a:cubicBezTo>
                    <a:pt x="2521" y="6585"/>
                    <a:pt x="2836" y="6333"/>
                    <a:pt x="3245" y="6270"/>
                  </a:cubicBezTo>
                  <a:lnTo>
                    <a:pt x="1166" y="4191"/>
                  </a:lnTo>
                  <a:cubicBezTo>
                    <a:pt x="693" y="3718"/>
                    <a:pt x="693" y="2962"/>
                    <a:pt x="1166" y="2489"/>
                  </a:cubicBezTo>
                  <a:cubicBezTo>
                    <a:pt x="1386" y="2237"/>
                    <a:pt x="1670" y="2143"/>
                    <a:pt x="2017" y="2143"/>
                  </a:cubicBezTo>
                  <a:cubicBezTo>
                    <a:pt x="2363" y="2143"/>
                    <a:pt x="2647" y="2237"/>
                    <a:pt x="2899" y="2489"/>
                  </a:cubicBezTo>
                  <a:lnTo>
                    <a:pt x="3560" y="3151"/>
                  </a:lnTo>
                  <a:cubicBezTo>
                    <a:pt x="3592" y="2994"/>
                    <a:pt x="3718" y="2836"/>
                    <a:pt x="3844" y="2710"/>
                  </a:cubicBezTo>
                  <a:cubicBezTo>
                    <a:pt x="4064" y="2489"/>
                    <a:pt x="4348" y="2363"/>
                    <a:pt x="4694" y="2363"/>
                  </a:cubicBezTo>
                  <a:cubicBezTo>
                    <a:pt x="4694" y="2048"/>
                    <a:pt x="4820" y="1733"/>
                    <a:pt x="5041" y="1513"/>
                  </a:cubicBezTo>
                  <a:cubicBezTo>
                    <a:pt x="5293" y="1261"/>
                    <a:pt x="5577" y="1135"/>
                    <a:pt x="5923" y="1135"/>
                  </a:cubicBezTo>
                  <a:cubicBezTo>
                    <a:pt x="6112" y="1135"/>
                    <a:pt x="6301" y="1198"/>
                    <a:pt x="6459" y="1261"/>
                  </a:cubicBezTo>
                  <a:cubicBezTo>
                    <a:pt x="6522" y="1072"/>
                    <a:pt x="6616" y="914"/>
                    <a:pt x="6774" y="757"/>
                  </a:cubicBezTo>
                  <a:lnTo>
                    <a:pt x="6868" y="662"/>
                  </a:lnTo>
                  <a:lnTo>
                    <a:pt x="6868" y="1"/>
                  </a:lnTo>
                  <a:close/>
                </a:path>
              </a:pathLst>
            </a:custGeom>
            <a:grpFill/>
            <a:ln>
              <a:noFill/>
            </a:ln>
          </p:spPr>
          <p:txBody>
            <a:bodyPr spcFirstLastPara="1" wrap="square" lIns="121900" tIns="121900" rIns="121900" bIns="121900" anchor="ctr" anchorCtr="0">
              <a:noAutofit/>
            </a:bodyPr>
            <a:lstStyle/>
            <a:p>
              <a:endParaRPr sz="2400"/>
            </a:p>
          </p:txBody>
        </p:sp>
        <p:sp>
          <p:nvSpPr>
            <p:cNvPr id="134" name="Google Shape;10436;p67">
              <a:extLst>
                <a:ext uri="{FF2B5EF4-FFF2-40B4-BE49-F238E27FC236}">
                  <a16:creationId xmlns:a16="http://schemas.microsoft.com/office/drawing/2014/main" id="{A167B4D6-B750-482F-C4B6-5C8363537557}"/>
                </a:ext>
              </a:extLst>
            </p:cNvPr>
            <p:cNvSpPr/>
            <p:nvPr/>
          </p:nvSpPr>
          <p:spPr>
            <a:xfrm>
              <a:off x="-1951475" y="3838475"/>
              <a:ext cx="170925" cy="50425"/>
            </a:xfrm>
            <a:custGeom>
              <a:avLst/>
              <a:gdLst/>
              <a:ahLst/>
              <a:cxnLst/>
              <a:rect l="l" t="t" r="r" b="b"/>
              <a:pathLst>
                <a:path w="6837" h="2017" extrusionOk="0">
                  <a:moveTo>
                    <a:pt x="0" y="0"/>
                  </a:moveTo>
                  <a:lnTo>
                    <a:pt x="0" y="1008"/>
                  </a:lnTo>
                  <a:cubicBezTo>
                    <a:pt x="0" y="1544"/>
                    <a:pt x="473" y="2017"/>
                    <a:pt x="1008" y="2017"/>
                  </a:cubicBezTo>
                  <a:lnTo>
                    <a:pt x="5829" y="2017"/>
                  </a:lnTo>
                  <a:cubicBezTo>
                    <a:pt x="6333" y="2017"/>
                    <a:pt x="6774" y="1670"/>
                    <a:pt x="6837" y="1166"/>
                  </a:cubicBezTo>
                  <a:lnTo>
                    <a:pt x="6679" y="1071"/>
                  </a:lnTo>
                  <a:lnTo>
                    <a:pt x="3466" y="1071"/>
                  </a:lnTo>
                  <a:cubicBezTo>
                    <a:pt x="2867" y="1071"/>
                    <a:pt x="2363" y="599"/>
                    <a:pt x="2269" y="0"/>
                  </a:cubicBezTo>
                  <a:close/>
                </a:path>
              </a:pathLst>
            </a:custGeom>
            <a:grpFill/>
            <a:ln>
              <a:noFill/>
            </a:ln>
          </p:spPr>
          <p:txBody>
            <a:bodyPr spcFirstLastPara="1" wrap="square" lIns="121900" tIns="121900" rIns="121900" bIns="121900" anchor="ctr" anchorCtr="0">
              <a:noAutofit/>
            </a:bodyPr>
            <a:lstStyle/>
            <a:p>
              <a:endParaRPr sz="2400"/>
            </a:p>
          </p:txBody>
        </p:sp>
        <p:sp>
          <p:nvSpPr>
            <p:cNvPr id="135" name="Google Shape;10437;p67">
              <a:extLst>
                <a:ext uri="{FF2B5EF4-FFF2-40B4-BE49-F238E27FC236}">
                  <a16:creationId xmlns:a16="http://schemas.microsoft.com/office/drawing/2014/main" id="{CBFDF700-E0CB-7622-97FD-98B4A7CAE819}"/>
                </a:ext>
              </a:extLst>
            </p:cNvPr>
            <p:cNvSpPr/>
            <p:nvPr/>
          </p:nvSpPr>
          <p:spPr>
            <a:xfrm>
              <a:off x="-1912900" y="3675825"/>
              <a:ext cx="256800" cy="202825"/>
            </a:xfrm>
            <a:custGeom>
              <a:avLst/>
              <a:gdLst/>
              <a:ahLst/>
              <a:cxnLst/>
              <a:rect l="l" t="t" r="r" b="b"/>
              <a:pathLst>
                <a:path w="10272" h="8113" extrusionOk="0">
                  <a:moveTo>
                    <a:pt x="6085" y="0"/>
                  </a:moveTo>
                  <a:cubicBezTo>
                    <a:pt x="5955" y="0"/>
                    <a:pt x="5829" y="48"/>
                    <a:pt x="5735" y="142"/>
                  </a:cubicBezTo>
                  <a:cubicBezTo>
                    <a:pt x="5546" y="331"/>
                    <a:pt x="5546" y="646"/>
                    <a:pt x="5735" y="835"/>
                  </a:cubicBezTo>
                  <a:lnTo>
                    <a:pt x="6081" y="1213"/>
                  </a:lnTo>
                  <a:cubicBezTo>
                    <a:pt x="6207" y="1308"/>
                    <a:pt x="6207" y="1560"/>
                    <a:pt x="6081" y="1655"/>
                  </a:cubicBezTo>
                  <a:cubicBezTo>
                    <a:pt x="6034" y="1718"/>
                    <a:pt x="5948" y="1749"/>
                    <a:pt x="5857" y="1749"/>
                  </a:cubicBezTo>
                  <a:cubicBezTo>
                    <a:pt x="5766" y="1749"/>
                    <a:pt x="5672" y="1718"/>
                    <a:pt x="5609" y="1655"/>
                  </a:cubicBezTo>
                  <a:lnTo>
                    <a:pt x="4758" y="804"/>
                  </a:lnTo>
                  <a:cubicBezTo>
                    <a:pt x="4664" y="709"/>
                    <a:pt x="4538" y="662"/>
                    <a:pt x="4408" y="662"/>
                  </a:cubicBezTo>
                  <a:cubicBezTo>
                    <a:pt x="4278" y="662"/>
                    <a:pt x="4144" y="709"/>
                    <a:pt x="4034" y="804"/>
                  </a:cubicBezTo>
                  <a:cubicBezTo>
                    <a:pt x="3845" y="993"/>
                    <a:pt x="3845" y="1308"/>
                    <a:pt x="4034" y="1528"/>
                  </a:cubicBezTo>
                  <a:cubicBezTo>
                    <a:pt x="4034" y="1655"/>
                    <a:pt x="4884" y="2505"/>
                    <a:pt x="4821" y="2505"/>
                  </a:cubicBezTo>
                  <a:cubicBezTo>
                    <a:pt x="4947" y="2631"/>
                    <a:pt x="4947" y="2852"/>
                    <a:pt x="4821" y="2978"/>
                  </a:cubicBezTo>
                  <a:cubicBezTo>
                    <a:pt x="4774" y="3041"/>
                    <a:pt x="4687" y="3072"/>
                    <a:pt x="4601" y="3072"/>
                  </a:cubicBezTo>
                  <a:cubicBezTo>
                    <a:pt x="4514" y="3072"/>
                    <a:pt x="4427" y="3041"/>
                    <a:pt x="4380" y="2978"/>
                  </a:cubicBezTo>
                  <a:lnTo>
                    <a:pt x="3498" y="2096"/>
                  </a:lnTo>
                  <a:cubicBezTo>
                    <a:pt x="3403" y="2001"/>
                    <a:pt x="3277" y="1954"/>
                    <a:pt x="3151" y="1954"/>
                  </a:cubicBezTo>
                  <a:cubicBezTo>
                    <a:pt x="3025" y="1954"/>
                    <a:pt x="2899" y="2001"/>
                    <a:pt x="2805" y="2096"/>
                  </a:cubicBezTo>
                  <a:cubicBezTo>
                    <a:pt x="2584" y="2316"/>
                    <a:pt x="2584" y="2631"/>
                    <a:pt x="2805" y="2820"/>
                  </a:cubicBezTo>
                  <a:lnTo>
                    <a:pt x="3656" y="3671"/>
                  </a:lnTo>
                  <a:cubicBezTo>
                    <a:pt x="3782" y="3797"/>
                    <a:pt x="3782" y="4017"/>
                    <a:pt x="3656" y="4143"/>
                  </a:cubicBezTo>
                  <a:cubicBezTo>
                    <a:pt x="3593" y="4206"/>
                    <a:pt x="3506" y="4238"/>
                    <a:pt x="3419" y="4238"/>
                  </a:cubicBezTo>
                  <a:cubicBezTo>
                    <a:pt x="3333" y="4238"/>
                    <a:pt x="3246" y="4206"/>
                    <a:pt x="3183" y="4143"/>
                  </a:cubicBezTo>
                  <a:lnTo>
                    <a:pt x="883" y="1875"/>
                  </a:lnTo>
                  <a:cubicBezTo>
                    <a:pt x="789" y="1765"/>
                    <a:pt x="663" y="1710"/>
                    <a:pt x="537" y="1710"/>
                  </a:cubicBezTo>
                  <a:cubicBezTo>
                    <a:pt x="411" y="1710"/>
                    <a:pt x="284" y="1765"/>
                    <a:pt x="190" y="1875"/>
                  </a:cubicBezTo>
                  <a:cubicBezTo>
                    <a:pt x="1" y="2064"/>
                    <a:pt x="1" y="2379"/>
                    <a:pt x="190" y="2568"/>
                  </a:cubicBezTo>
                  <a:lnTo>
                    <a:pt x="1797" y="4206"/>
                  </a:lnTo>
                  <a:lnTo>
                    <a:pt x="3403" y="5845"/>
                  </a:lnTo>
                  <a:lnTo>
                    <a:pt x="1954" y="5845"/>
                  </a:lnTo>
                  <a:cubicBezTo>
                    <a:pt x="1671" y="5845"/>
                    <a:pt x="1450" y="6097"/>
                    <a:pt x="1450" y="6349"/>
                  </a:cubicBezTo>
                  <a:cubicBezTo>
                    <a:pt x="1450" y="6632"/>
                    <a:pt x="1671" y="6884"/>
                    <a:pt x="1954" y="6884"/>
                  </a:cubicBezTo>
                  <a:lnTo>
                    <a:pt x="5451" y="6884"/>
                  </a:lnTo>
                  <a:cubicBezTo>
                    <a:pt x="5514" y="6916"/>
                    <a:pt x="6491" y="7829"/>
                    <a:pt x="6491" y="7829"/>
                  </a:cubicBezTo>
                  <a:cubicBezTo>
                    <a:pt x="6680" y="8018"/>
                    <a:pt x="6948" y="8113"/>
                    <a:pt x="7216" y="8113"/>
                  </a:cubicBezTo>
                  <a:cubicBezTo>
                    <a:pt x="7483" y="8113"/>
                    <a:pt x="7751" y="8018"/>
                    <a:pt x="7940" y="7829"/>
                  </a:cubicBezTo>
                  <a:lnTo>
                    <a:pt x="9862" y="5876"/>
                  </a:lnTo>
                  <a:cubicBezTo>
                    <a:pt x="10272" y="5498"/>
                    <a:pt x="10272" y="4836"/>
                    <a:pt x="9862" y="4427"/>
                  </a:cubicBezTo>
                  <a:lnTo>
                    <a:pt x="9452" y="3986"/>
                  </a:lnTo>
                  <a:cubicBezTo>
                    <a:pt x="9326" y="3608"/>
                    <a:pt x="9043" y="3198"/>
                    <a:pt x="8822" y="2820"/>
                  </a:cubicBezTo>
                  <a:cubicBezTo>
                    <a:pt x="8570" y="2411"/>
                    <a:pt x="8350" y="2064"/>
                    <a:pt x="8035" y="1718"/>
                  </a:cubicBezTo>
                  <a:lnTo>
                    <a:pt x="6459" y="142"/>
                  </a:lnTo>
                  <a:cubicBezTo>
                    <a:pt x="6349" y="48"/>
                    <a:pt x="6215" y="0"/>
                    <a:pt x="6085"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36" name="Google Shape;10438;p67">
            <a:extLst>
              <a:ext uri="{FF2B5EF4-FFF2-40B4-BE49-F238E27FC236}">
                <a16:creationId xmlns:a16="http://schemas.microsoft.com/office/drawing/2014/main" id="{335225EA-217E-B753-A95A-4C5222E08C88}"/>
              </a:ext>
            </a:extLst>
          </p:cNvPr>
          <p:cNvGrpSpPr/>
          <p:nvPr/>
        </p:nvGrpSpPr>
        <p:grpSpPr>
          <a:xfrm>
            <a:off x="8681667" y="5446136"/>
            <a:ext cx="463080" cy="437097"/>
            <a:chOff x="-1960150" y="3956600"/>
            <a:chExt cx="308775" cy="291450"/>
          </a:xfrm>
          <a:solidFill>
            <a:srgbClr val="6C1D35"/>
          </a:solidFill>
        </p:grpSpPr>
        <p:sp>
          <p:nvSpPr>
            <p:cNvPr id="137" name="Google Shape;10439;p67">
              <a:extLst>
                <a:ext uri="{FF2B5EF4-FFF2-40B4-BE49-F238E27FC236}">
                  <a16:creationId xmlns:a16="http://schemas.microsoft.com/office/drawing/2014/main" id="{62BC34C5-E8C8-3C4F-6C14-E75A16B253A6}"/>
                </a:ext>
              </a:extLst>
            </p:cNvPr>
            <p:cNvSpPr/>
            <p:nvPr/>
          </p:nvSpPr>
          <p:spPr>
            <a:xfrm>
              <a:off x="-1960150" y="3956600"/>
              <a:ext cx="308775" cy="51275"/>
            </a:xfrm>
            <a:custGeom>
              <a:avLst/>
              <a:gdLst/>
              <a:ahLst/>
              <a:cxnLst/>
              <a:rect l="l" t="t" r="r" b="b"/>
              <a:pathLst>
                <a:path w="12351" h="2051" extrusionOk="0">
                  <a:moveTo>
                    <a:pt x="1355" y="1"/>
                  </a:moveTo>
                  <a:cubicBezTo>
                    <a:pt x="1" y="1"/>
                    <a:pt x="32" y="2049"/>
                    <a:pt x="1355" y="2049"/>
                  </a:cubicBezTo>
                  <a:lnTo>
                    <a:pt x="11027" y="2049"/>
                  </a:lnTo>
                  <a:cubicBezTo>
                    <a:pt x="11047" y="2050"/>
                    <a:pt x="11066" y="2050"/>
                    <a:pt x="11085" y="2050"/>
                  </a:cubicBezTo>
                  <a:cubicBezTo>
                    <a:pt x="12350" y="2050"/>
                    <a:pt x="12331" y="1"/>
                    <a:pt x="11027" y="1"/>
                  </a:cubicBezTo>
                  <a:close/>
                </a:path>
              </a:pathLst>
            </a:custGeom>
            <a:grpFill/>
            <a:ln>
              <a:noFill/>
            </a:ln>
          </p:spPr>
          <p:txBody>
            <a:bodyPr spcFirstLastPara="1" wrap="square" lIns="121900" tIns="121900" rIns="121900" bIns="121900" anchor="ctr" anchorCtr="0">
              <a:noAutofit/>
            </a:bodyPr>
            <a:lstStyle/>
            <a:p>
              <a:endParaRPr sz="2400"/>
            </a:p>
          </p:txBody>
        </p:sp>
        <p:sp>
          <p:nvSpPr>
            <p:cNvPr id="138" name="Google Shape;10440;p67">
              <a:extLst>
                <a:ext uri="{FF2B5EF4-FFF2-40B4-BE49-F238E27FC236}">
                  <a16:creationId xmlns:a16="http://schemas.microsoft.com/office/drawing/2014/main" id="{96EF67AD-F7E4-8973-FF81-ED6816DFDBC7}"/>
                </a:ext>
              </a:extLst>
            </p:cNvPr>
            <p:cNvSpPr/>
            <p:nvPr/>
          </p:nvSpPr>
          <p:spPr>
            <a:xfrm>
              <a:off x="-1934950" y="4025925"/>
              <a:ext cx="256000" cy="222125"/>
            </a:xfrm>
            <a:custGeom>
              <a:avLst/>
              <a:gdLst/>
              <a:ahLst/>
              <a:cxnLst/>
              <a:rect l="l" t="t" r="r" b="b"/>
              <a:pathLst>
                <a:path w="10240" h="8885" extrusionOk="0">
                  <a:moveTo>
                    <a:pt x="8570" y="756"/>
                  </a:moveTo>
                  <a:cubicBezTo>
                    <a:pt x="8759" y="756"/>
                    <a:pt x="8917" y="914"/>
                    <a:pt x="8917" y="1103"/>
                  </a:cubicBezTo>
                  <a:lnTo>
                    <a:pt x="8917" y="1765"/>
                  </a:lnTo>
                  <a:cubicBezTo>
                    <a:pt x="8917" y="1995"/>
                    <a:pt x="8737" y="2116"/>
                    <a:pt x="8558" y="2116"/>
                  </a:cubicBezTo>
                  <a:cubicBezTo>
                    <a:pt x="8419" y="2116"/>
                    <a:pt x="8279" y="2042"/>
                    <a:pt x="8224" y="1891"/>
                  </a:cubicBezTo>
                  <a:lnTo>
                    <a:pt x="6081" y="4065"/>
                  </a:lnTo>
                  <a:cubicBezTo>
                    <a:pt x="6018" y="4112"/>
                    <a:pt x="5924" y="4135"/>
                    <a:pt x="5833" y="4135"/>
                  </a:cubicBezTo>
                  <a:cubicBezTo>
                    <a:pt x="5743" y="4135"/>
                    <a:pt x="5656" y="4112"/>
                    <a:pt x="5609" y="4065"/>
                  </a:cubicBezTo>
                  <a:lnTo>
                    <a:pt x="3781" y="2237"/>
                  </a:lnTo>
                  <a:lnTo>
                    <a:pt x="1986" y="4065"/>
                  </a:lnTo>
                  <a:cubicBezTo>
                    <a:pt x="1912" y="4138"/>
                    <a:pt x="1831" y="4168"/>
                    <a:pt x="1752" y="4168"/>
                  </a:cubicBezTo>
                  <a:cubicBezTo>
                    <a:pt x="1493" y="4168"/>
                    <a:pt x="1271" y="3834"/>
                    <a:pt x="1513" y="3592"/>
                  </a:cubicBezTo>
                  <a:lnTo>
                    <a:pt x="3561" y="1544"/>
                  </a:lnTo>
                  <a:cubicBezTo>
                    <a:pt x="3624" y="1481"/>
                    <a:pt x="3711" y="1450"/>
                    <a:pt x="3797" y="1450"/>
                  </a:cubicBezTo>
                  <a:cubicBezTo>
                    <a:pt x="3884" y="1450"/>
                    <a:pt x="3970" y="1481"/>
                    <a:pt x="4033" y="1544"/>
                  </a:cubicBezTo>
                  <a:lnTo>
                    <a:pt x="5829" y="3340"/>
                  </a:lnTo>
                  <a:lnTo>
                    <a:pt x="7783" y="1418"/>
                  </a:lnTo>
                  <a:cubicBezTo>
                    <a:pt x="7404" y="1292"/>
                    <a:pt x="7499" y="756"/>
                    <a:pt x="7877" y="756"/>
                  </a:cubicBezTo>
                  <a:close/>
                  <a:moveTo>
                    <a:pt x="5136" y="7562"/>
                  </a:moveTo>
                  <a:cubicBezTo>
                    <a:pt x="5325" y="7562"/>
                    <a:pt x="5483" y="7719"/>
                    <a:pt x="5483" y="7908"/>
                  </a:cubicBezTo>
                  <a:cubicBezTo>
                    <a:pt x="5483" y="8097"/>
                    <a:pt x="5325" y="8255"/>
                    <a:pt x="5136" y="8255"/>
                  </a:cubicBezTo>
                  <a:cubicBezTo>
                    <a:pt x="4916" y="8255"/>
                    <a:pt x="4758" y="8097"/>
                    <a:pt x="4758" y="7908"/>
                  </a:cubicBezTo>
                  <a:cubicBezTo>
                    <a:pt x="4758" y="7719"/>
                    <a:pt x="4916" y="7562"/>
                    <a:pt x="5136" y="7562"/>
                  </a:cubicBezTo>
                  <a:close/>
                  <a:moveTo>
                    <a:pt x="1" y="0"/>
                  </a:moveTo>
                  <a:lnTo>
                    <a:pt x="1" y="5167"/>
                  </a:lnTo>
                  <a:cubicBezTo>
                    <a:pt x="1" y="5703"/>
                    <a:pt x="442" y="6175"/>
                    <a:pt x="1040" y="6175"/>
                  </a:cubicBezTo>
                  <a:lnTo>
                    <a:pt x="4758" y="6175"/>
                  </a:lnTo>
                  <a:lnTo>
                    <a:pt x="4758" y="6931"/>
                  </a:lnTo>
                  <a:cubicBezTo>
                    <a:pt x="4380" y="7089"/>
                    <a:pt x="4096" y="7436"/>
                    <a:pt x="4096" y="7877"/>
                  </a:cubicBezTo>
                  <a:cubicBezTo>
                    <a:pt x="4096" y="8412"/>
                    <a:pt x="4569" y="8885"/>
                    <a:pt x="5136" y="8885"/>
                  </a:cubicBezTo>
                  <a:cubicBezTo>
                    <a:pt x="5672" y="8885"/>
                    <a:pt x="6144" y="8412"/>
                    <a:pt x="6144" y="7877"/>
                  </a:cubicBezTo>
                  <a:cubicBezTo>
                    <a:pt x="6144" y="7436"/>
                    <a:pt x="5861" y="7057"/>
                    <a:pt x="5483" y="6931"/>
                  </a:cubicBezTo>
                  <a:lnTo>
                    <a:pt x="5483" y="6175"/>
                  </a:lnTo>
                  <a:lnTo>
                    <a:pt x="9232" y="6175"/>
                  </a:lnTo>
                  <a:cubicBezTo>
                    <a:pt x="9767" y="6175"/>
                    <a:pt x="10240" y="5703"/>
                    <a:pt x="10240" y="5167"/>
                  </a:cubicBezTo>
                  <a:lnTo>
                    <a:pt x="10240" y="0"/>
                  </a:lnTo>
                  <a:cubicBezTo>
                    <a:pt x="10114" y="32"/>
                    <a:pt x="10019" y="32"/>
                    <a:pt x="9893" y="32"/>
                  </a:cubicBezTo>
                  <a:lnTo>
                    <a:pt x="347" y="32"/>
                  </a:lnTo>
                  <a:cubicBezTo>
                    <a:pt x="253" y="32"/>
                    <a:pt x="127" y="32"/>
                    <a:pt x="1"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39" name="Google Shape;10453;p67">
            <a:extLst>
              <a:ext uri="{FF2B5EF4-FFF2-40B4-BE49-F238E27FC236}">
                <a16:creationId xmlns:a16="http://schemas.microsoft.com/office/drawing/2014/main" id="{74813B5D-407B-6AE0-7F80-87607821C4DF}"/>
              </a:ext>
            </a:extLst>
          </p:cNvPr>
          <p:cNvGrpSpPr/>
          <p:nvPr/>
        </p:nvGrpSpPr>
        <p:grpSpPr>
          <a:xfrm>
            <a:off x="3622446" y="4896559"/>
            <a:ext cx="445345" cy="438860"/>
            <a:chOff x="-5254775" y="3631325"/>
            <a:chExt cx="296950" cy="292625"/>
          </a:xfrm>
          <a:solidFill>
            <a:srgbClr val="6C1D35"/>
          </a:solidFill>
        </p:grpSpPr>
        <p:sp>
          <p:nvSpPr>
            <p:cNvPr id="140" name="Google Shape;10454;p67">
              <a:extLst>
                <a:ext uri="{FF2B5EF4-FFF2-40B4-BE49-F238E27FC236}">
                  <a16:creationId xmlns:a16="http://schemas.microsoft.com/office/drawing/2014/main" id="{914FB95B-73E0-9FD9-B44E-ACCE15FA9B90}"/>
                </a:ext>
              </a:extLst>
            </p:cNvPr>
            <p:cNvSpPr/>
            <p:nvPr/>
          </p:nvSpPr>
          <p:spPr>
            <a:xfrm>
              <a:off x="-5246900" y="3766400"/>
              <a:ext cx="58300" cy="55150"/>
            </a:xfrm>
            <a:custGeom>
              <a:avLst/>
              <a:gdLst/>
              <a:ahLst/>
              <a:cxnLst/>
              <a:rect l="l" t="t" r="r" b="b"/>
              <a:pathLst>
                <a:path w="2332" h="2206" extrusionOk="0">
                  <a:moveTo>
                    <a:pt x="1769" y="1"/>
                  </a:moveTo>
                  <a:cubicBezTo>
                    <a:pt x="1639" y="1"/>
                    <a:pt x="1513" y="48"/>
                    <a:pt x="1418" y="142"/>
                  </a:cubicBezTo>
                  <a:lnTo>
                    <a:pt x="189" y="1371"/>
                  </a:lnTo>
                  <a:cubicBezTo>
                    <a:pt x="0" y="1560"/>
                    <a:pt x="0" y="1875"/>
                    <a:pt x="189" y="2064"/>
                  </a:cubicBezTo>
                  <a:cubicBezTo>
                    <a:pt x="300" y="2159"/>
                    <a:pt x="434" y="2206"/>
                    <a:pt x="564" y="2206"/>
                  </a:cubicBezTo>
                  <a:cubicBezTo>
                    <a:pt x="694" y="2206"/>
                    <a:pt x="820" y="2159"/>
                    <a:pt x="914" y="2064"/>
                  </a:cubicBezTo>
                  <a:lnTo>
                    <a:pt x="2143" y="835"/>
                  </a:lnTo>
                  <a:cubicBezTo>
                    <a:pt x="2332" y="646"/>
                    <a:pt x="2332" y="331"/>
                    <a:pt x="2143" y="142"/>
                  </a:cubicBezTo>
                  <a:cubicBezTo>
                    <a:pt x="2033" y="48"/>
                    <a:pt x="1899" y="1"/>
                    <a:pt x="1769" y="1"/>
                  </a:cubicBezTo>
                  <a:close/>
                </a:path>
              </a:pathLst>
            </a:custGeom>
            <a:grpFill/>
            <a:ln>
              <a:noFill/>
            </a:ln>
          </p:spPr>
          <p:txBody>
            <a:bodyPr spcFirstLastPara="1" wrap="square" lIns="121900" tIns="121900" rIns="121900" bIns="121900" anchor="ctr" anchorCtr="0">
              <a:noAutofit/>
            </a:bodyPr>
            <a:lstStyle/>
            <a:p>
              <a:endParaRPr sz="2400"/>
            </a:p>
          </p:txBody>
        </p:sp>
        <p:sp>
          <p:nvSpPr>
            <p:cNvPr id="141" name="Google Shape;10455;p67">
              <a:extLst>
                <a:ext uri="{FF2B5EF4-FFF2-40B4-BE49-F238E27FC236}">
                  <a16:creationId xmlns:a16="http://schemas.microsoft.com/office/drawing/2014/main" id="{3A8BC8DE-D4C8-10F1-DC3D-87D7679A3D75}"/>
                </a:ext>
              </a:extLst>
            </p:cNvPr>
            <p:cNvSpPr/>
            <p:nvPr/>
          </p:nvSpPr>
          <p:spPr>
            <a:xfrm>
              <a:off x="-5216175" y="3795550"/>
              <a:ext cx="58300" cy="55950"/>
            </a:xfrm>
            <a:custGeom>
              <a:avLst/>
              <a:gdLst/>
              <a:ahLst/>
              <a:cxnLst/>
              <a:rect l="l" t="t" r="r" b="b"/>
              <a:pathLst>
                <a:path w="2332" h="2238" extrusionOk="0">
                  <a:moveTo>
                    <a:pt x="1764" y="0"/>
                  </a:moveTo>
                  <a:cubicBezTo>
                    <a:pt x="1638" y="0"/>
                    <a:pt x="1512" y="47"/>
                    <a:pt x="1418" y="142"/>
                  </a:cubicBezTo>
                  <a:lnTo>
                    <a:pt x="189" y="1371"/>
                  </a:lnTo>
                  <a:cubicBezTo>
                    <a:pt x="0" y="1560"/>
                    <a:pt x="0" y="1875"/>
                    <a:pt x="189" y="2095"/>
                  </a:cubicBezTo>
                  <a:cubicBezTo>
                    <a:pt x="284" y="2190"/>
                    <a:pt x="410" y="2237"/>
                    <a:pt x="540" y="2237"/>
                  </a:cubicBezTo>
                  <a:cubicBezTo>
                    <a:pt x="670" y="2237"/>
                    <a:pt x="804" y="2190"/>
                    <a:pt x="914" y="2095"/>
                  </a:cubicBezTo>
                  <a:lnTo>
                    <a:pt x="2111" y="867"/>
                  </a:lnTo>
                  <a:cubicBezTo>
                    <a:pt x="2332" y="678"/>
                    <a:pt x="2332" y="363"/>
                    <a:pt x="2111" y="142"/>
                  </a:cubicBezTo>
                  <a:cubicBezTo>
                    <a:pt x="2016" y="47"/>
                    <a:pt x="1890" y="0"/>
                    <a:pt x="1764" y="0"/>
                  </a:cubicBezTo>
                  <a:close/>
                </a:path>
              </a:pathLst>
            </a:custGeom>
            <a:grpFill/>
            <a:ln>
              <a:noFill/>
            </a:ln>
          </p:spPr>
          <p:txBody>
            <a:bodyPr spcFirstLastPara="1" wrap="square" lIns="121900" tIns="121900" rIns="121900" bIns="121900" anchor="ctr" anchorCtr="0">
              <a:noAutofit/>
            </a:bodyPr>
            <a:lstStyle/>
            <a:p>
              <a:endParaRPr sz="2400"/>
            </a:p>
          </p:txBody>
        </p:sp>
        <p:sp>
          <p:nvSpPr>
            <p:cNvPr id="142" name="Google Shape;10456;p67">
              <a:extLst>
                <a:ext uri="{FF2B5EF4-FFF2-40B4-BE49-F238E27FC236}">
                  <a16:creationId xmlns:a16="http://schemas.microsoft.com/office/drawing/2014/main" id="{B8454E5D-AEE7-6C10-B6BB-2C5F006FC844}"/>
                </a:ext>
              </a:extLst>
            </p:cNvPr>
            <p:cNvSpPr/>
            <p:nvPr/>
          </p:nvSpPr>
          <p:spPr>
            <a:xfrm>
              <a:off x="-5185475" y="3826250"/>
              <a:ext cx="57525" cy="55750"/>
            </a:xfrm>
            <a:custGeom>
              <a:avLst/>
              <a:gdLst/>
              <a:ahLst/>
              <a:cxnLst/>
              <a:rect l="l" t="t" r="r" b="b"/>
              <a:pathLst>
                <a:path w="2301" h="2230" extrusionOk="0">
                  <a:moveTo>
                    <a:pt x="1765" y="1"/>
                  </a:moveTo>
                  <a:cubicBezTo>
                    <a:pt x="1639" y="1"/>
                    <a:pt x="1513" y="48"/>
                    <a:pt x="1419" y="143"/>
                  </a:cubicBezTo>
                  <a:lnTo>
                    <a:pt x="190" y="1371"/>
                  </a:lnTo>
                  <a:cubicBezTo>
                    <a:pt x="1" y="1560"/>
                    <a:pt x="1" y="1875"/>
                    <a:pt x="190" y="2064"/>
                  </a:cubicBezTo>
                  <a:cubicBezTo>
                    <a:pt x="284" y="2175"/>
                    <a:pt x="410" y="2230"/>
                    <a:pt x="536" y="2230"/>
                  </a:cubicBezTo>
                  <a:cubicBezTo>
                    <a:pt x="662" y="2230"/>
                    <a:pt x="788" y="2175"/>
                    <a:pt x="883" y="2064"/>
                  </a:cubicBezTo>
                  <a:lnTo>
                    <a:pt x="2112" y="836"/>
                  </a:lnTo>
                  <a:cubicBezTo>
                    <a:pt x="2301" y="647"/>
                    <a:pt x="2301" y="332"/>
                    <a:pt x="2112" y="143"/>
                  </a:cubicBezTo>
                  <a:cubicBezTo>
                    <a:pt x="2017" y="48"/>
                    <a:pt x="1891" y="1"/>
                    <a:pt x="1765" y="1"/>
                  </a:cubicBezTo>
                  <a:close/>
                </a:path>
              </a:pathLst>
            </a:custGeom>
            <a:grpFill/>
            <a:ln>
              <a:noFill/>
            </a:ln>
          </p:spPr>
          <p:txBody>
            <a:bodyPr spcFirstLastPara="1" wrap="square" lIns="121900" tIns="121900" rIns="121900" bIns="121900" anchor="ctr" anchorCtr="0">
              <a:noAutofit/>
            </a:bodyPr>
            <a:lstStyle/>
            <a:p>
              <a:endParaRPr sz="2400"/>
            </a:p>
          </p:txBody>
        </p:sp>
        <p:sp>
          <p:nvSpPr>
            <p:cNvPr id="143" name="Google Shape;10457;p67">
              <a:extLst>
                <a:ext uri="{FF2B5EF4-FFF2-40B4-BE49-F238E27FC236}">
                  <a16:creationId xmlns:a16="http://schemas.microsoft.com/office/drawing/2014/main" id="{C80F30E9-DC8F-640B-A156-7784F44F0452}"/>
                </a:ext>
              </a:extLst>
            </p:cNvPr>
            <p:cNvSpPr/>
            <p:nvPr/>
          </p:nvSpPr>
          <p:spPr>
            <a:xfrm>
              <a:off x="-5156325" y="3856375"/>
              <a:ext cx="58300" cy="55750"/>
            </a:xfrm>
            <a:custGeom>
              <a:avLst/>
              <a:gdLst/>
              <a:ahLst/>
              <a:cxnLst/>
              <a:rect l="l" t="t" r="r" b="b"/>
              <a:pathLst>
                <a:path w="2332" h="2230" extrusionOk="0">
                  <a:moveTo>
                    <a:pt x="1781" y="1"/>
                  </a:moveTo>
                  <a:cubicBezTo>
                    <a:pt x="1655" y="1"/>
                    <a:pt x="1529" y="56"/>
                    <a:pt x="1418" y="166"/>
                  </a:cubicBezTo>
                  <a:lnTo>
                    <a:pt x="190" y="1395"/>
                  </a:lnTo>
                  <a:cubicBezTo>
                    <a:pt x="1" y="1584"/>
                    <a:pt x="1" y="1899"/>
                    <a:pt x="190" y="2088"/>
                  </a:cubicBezTo>
                  <a:cubicBezTo>
                    <a:pt x="300" y="2183"/>
                    <a:pt x="442" y="2230"/>
                    <a:pt x="575" y="2230"/>
                  </a:cubicBezTo>
                  <a:cubicBezTo>
                    <a:pt x="709" y="2230"/>
                    <a:pt x="835" y="2183"/>
                    <a:pt x="914" y="2088"/>
                  </a:cubicBezTo>
                  <a:lnTo>
                    <a:pt x="2143" y="859"/>
                  </a:lnTo>
                  <a:cubicBezTo>
                    <a:pt x="2332" y="670"/>
                    <a:pt x="2332" y="355"/>
                    <a:pt x="2143" y="166"/>
                  </a:cubicBezTo>
                  <a:cubicBezTo>
                    <a:pt x="2033" y="56"/>
                    <a:pt x="1907" y="1"/>
                    <a:pt x="1781" y="1"/>
                  </a:cubicBezTo>
                  <a:close/>
                </a:path>
              </a:pathLst>
            </a:custGeom>
            <a:grpFill/>
            <a:ln>
              <a:noFill/>
            </a:ln>
          </p:spPr>
          <p:txBody>
            <a:bodyPr spcFirstLastPara="1" wrap="square" lIns="121900" tIns="121900" rIns="121900" bIns="121900" anchor="ctr" anchorCtr="0">
              <a:noAutofit/>
            </a:bodyPr>
            <a:lstStyle/>
            <a:p>
              <a:endParaRPr sz="2400"/>
            </a:p>
          </p:txBody>
        </p:sp>
        <p:sp>
          <p:nvSpPr>
            <p:cNvPr id="144" name="Google Shape;10458;p67">
              <a:extLst>
                <a:ext uri="{FF2B5EF4-FFF2-40B4-BE49-F238E27FC236}">
                  <a16:creationId xmlns:a16="http://schemas.microsoft.com/office/drawing/2014/main" id="{067D54B1-1B6C-5594-2A3C-050E42934128}"/>
                </a:ext>
              </a:extLst>
            </p:cNvPr>
            <p:cNvSpPr/>
            <p:nvPr/>
          </p:nvSpPr>
          <p:spPr>
            <a:xfrm>
              <a:off x="-5105925" y="3886525"/>
              <a:ext cx="37050" cy="37425"/>
            </a:xfrm>
            <a:custGeom>
              <a:avLst/>
              <a:gdLst/>
              <a:ahLst/>
              <a:cxnLst/>
              <a:rect l="l" t="t" r="r" b="b"/>
              <a:pathLst>
                <a:path w="1482" h="1497" extrusionOk="0">
                  <a:moveTo>
                    <a:pt x="662" y="0"/>
                  </a:moveTo>
                  <a:lnTo>
                    <a:pt x="536" y="126"/>
                  </a:lnTo>
                  <a:lnTo>
                    <a:pt x="1" y="756"/>
                  </a:lnTo>
                  <a:lnTo>
                    <a:pt x="599" y="1355"/>
                  </a:lnTo>
                  <a:cubicBezTo>
                    <a:pt x="694" y="1449"/>
                    <a:pt x="820" y="1497"/>
                    <a:pt x="946" y="1497"/>
                  </a:cubicBezTo>
                  <a:cubicBezTo>
                    <a:pt x="1072" y="1497"/>
                    <a:pt x="1198" y="1449"/>
                    <a:pt x="1293" y="1355"/>
                  </a:cubicBezTo>
                  <a:cubicBezTo>
                    <a:pt x="1482" y="1166"/>
                    <a:pt x="1482" y="851"/>
                    <a:pt x="1293" y="662"/>
                  </a:cubicBezTo>
                  <a:lnTo>
                    <a:pt x="662" y="0"/>
                  </a:lnTo>
                  <a:close/>
                </a:path>
              </a:pathLst>
            </a:custGeom>
            <a:grpFill/>
            <a:ln>
              <a:noFill/>
            </a:ln>
          </p:spPr>
          <p:txBody>
            <a:bodyPr spcFirstLastPara="1" wrap="square" lIns="121900" tIns="121900" rIns="121900" bIns="121900" anchor="ctr" anchorCtr="0">
              <a:noAutofit/>
            </a:bodyPr>
            <a:lstStyle/>
            <a:p>
              <a:endParaRPr sz="2400"/>
            </a:p>
          </p:txBody>
        </p:sp>
        <p:sp>
          <p:nvSpPr>
            <p:cNvPr id="145" name="Google Shape;10459;p67">
              <a:extLst>
                <a:ext uri="{FF2B5EF4-FFF2-40B4-BE49-F238E27FC236}">
                  <a16:creationId xmlns:a16="http://schemas.microsoft.com/office/drawing/2014/main" id="{CFB11DDA-AE4D-B80E-2C00-FFD79178A29A}"/>
                </a:ext>
              </a:extLst>
            </p:cNvPr>
            <p:cNvSpPr/>
            <p:nvPr/>
          </p:nvSpPr>
          <p:spPr>
            <a:xfrm>
              <a:off x="-5254775" y="3648050"/>
              <a:ext cx="278050" cy="248325"/>
            </a:xfrm>
            <a:custGeom>
              <a:avLst/>
              <a:gdLst/>
              <a:ahLst/>
              <a:cxnLst/>
              <a:rect l="l" t="t" r="r" b="b"/>
              <a:pathLst>
                <a:path w="11122" h="9933" extrusionOk="0">
                  <a:moveTo>
                    <a:pt x="4049" y="1"/>
                  </a:moveTo>
                  <a:cubicBezTo>
                    <a:pt x="3781" y="1"/>
                    <a:pt x="3513" y="103"/>
                    <a:pt x="3308" y="308"/>
                  </a:cubicBezTo>
                  <a:lnTo>
                    <a:pt x="410" y="3364"/>
                  </a:lnTo>
                  <a:cubicBezTo>
                    <a:pt x="0" y="3774"/>
                    <a:pt x="0" y="4435"/>
                    <a:pt x="410" y="4813"/>
                  </a:cubicBezTo>
                  <a:lnTo>
                    <a:pt x="631" y="5065"/>
                  </a:lnTo>
                  <a:lnTo>
                    <a:pt x="1198" y="4498"/>
                  </a:lnTo>
                  <a:cubicBezTo>
                    <a:pt x="1454" y="4242"/>
                    <a:pt x="1794" y="4106"/>
                    <a:pt x="2122" y="4106"/>
                  </a:cubicBezTo>
                  <a:cubicBezTo>
                    <a:pt x="2398" y="4106"/>
                    <a:pt x="2666" y="4202"/>
                    <a:pt x="2867" y="4404"/>
                  </a:cubicBezTo>
                  <a:cubicBezTo>
                    <a:pt x="3151" y="4624"/>
                    <a:pt x="3308" y="4971"/>
                    <a:pt x="3277" y="5286"/>
                  </a:cubicBezTo>
                  <a:cubicBezTo>
                    <a:pt x="3592" y="5286"/>
                    <a:pt x="3907" y="5412"/>
                    <a:pt x="4128" y="5664"/>
                  </a:cubicBezTo>
                  <a:cubicBezTo>
                    <a:pt x="4380" y="5884"/>
                    <a:pt x="4506" y="6200"/>
                    <a:pt x="4506" y="6515"/>
                  </a:cubicBezTo>
                  <a:cubicBezTo>
                    <a:pt x="4821" y="6515"/>
                    <a:pt x="5136" y="6641"/>
                    <a:pt x="5356" y="6861"/>
                  </a:cubicBezTo>
                  <a:cubicBezTo>
                    <a:pt x="5608" y="7113"/>
                    <a:pt x="5703" y="7428"/>
                    <a:pt x="5703" y="7743"/>
                  </a:cubicBezTo>
                  <a:cubicBezTo>
                    <a:pt x="6018" y="7743"/>
                    <a:pt x="6364" y="7869"/>
                    <a:pt x="6585" y="8090"/>
                  </a:cubicBezTo>
                  <a:cubicBezTo>
                    <a:pt x="6837" y="8342"/>
                    <a:pt x="6931" y="8657"/>
                    <a:pt x="6931" y="8909"/>
                  </a:cubicBezTo>
                  <a:lnTo>
                    <a:pt x="7814" y="9791"/>
                  </a:lnTo>
                  <a:cubicBezTo>
                    <a:pt x="7908" y="9886"/>
                    <a:pt x="8034" y="9933"/>
                    <a:pt x="8160" y="9933"/>
                  </a:cubicBezTo>
                  <a:cubicBezTo>
                    <a:pt x="8286" y="9933"/>
                    <a:pt x="8412" y="9886"/>
                    <a:pt x="8507" y="9791"/>
                  </a:cubicBezTo>
                  <a:cubicBezTo>
                    <a:pt x="8727" y="9602"/>
                    <a:pt x="8727" y="9287"/>
                    <a:pt x="8507" y="9066"/>
                  </a:cubicBezTo>
                  <a:lnTo>
                    <a:pt x="7656" y="8216"/>
                  </a:lnTo>
                  <a:cubicBezTo>
                    <a:pt x="7530" y="8090"/>
                    <a:pt x="7530" y="7869"/>
                    <a:pt x="7656" y="7743"/>
                  </a:cubicBezTo>
                  <a:cubicBezTo>
                    <a:pt x="7748" y="7596"/>
                    <a:pt x="7851" y="7534"/>
                    <a:pt x="7953" y="7534"/>
                  </a:cubicBezTo>
                  <a:cubicBezTo>
                    <a:pt x="8024" y="7534"/>
                    <a:pt x="8095" y="7565"/>
                    <a:pt x="8160" y="7617"/>
                  </a:cubicBezTo>
                  <a:lnTo>
                    <a:pt x="9011" y="8499"/>
                  </a:lnTo>
                  <a:cubicBezTo>
                    <a:pt x="9121" y="8594"/>
                    <a:pt x="9255" y="8641"/>
                    <a:pt x="9385" y="8641"/>
                  </a:cubicBezTo>
                  <a:cubicBezTo>
                    <a:pt x="9515" y="8641"/>
                    <a:pt x="9641" y="8594"/>
                    <a:pt x="9735" y="8499"/>
                  </a:cubicBezTo>
                  <a:cubicBezTo>
                    <a:pt x="9924" y="8279"/>
                    <a:pt x="9924" y="7964"/>
                    <a:pt x="9735" y="7775"/>
                  </a:cubicBezTo>
                  <a:lnTo>
                    <a:pt x="8853" y="6924"/>
                  </a:lnTo>
                  <a:cubicBezTo>
                    <a:pt x="8759" y="6798"/>
                    <a:pt x="8759" y="6578"/>
                    <a:pt x="8853" y="6452"/>
                  </a:cubicBezTo>
                  <a:cubicBezTo>
                    <a:pt x="8916" y="6389"/>
                    <a:pt x="9011" y="6357"/>
                    <a:pt x="9101" y="6357"/>
                  </a:cubicBezTo>
                  <a:cubicBezTo>
                    <a:pt x="9192" y="6357"/>
                    <a:pt x="9279" y="6389"/>
                    <a:pt x="9326" y="6452"/>
                  </a:cubicBezTo>
                  <a:lnTo>
                    <a:pt x="10208" y="7302"/>
                  </a:lnTo>
                  <a:cubicBezTo>
                    <a:pt x="10303" y="7397"/>
                    <a:pt x="10429" y="7444"/>
                    <a:pt x="10555" y="7444"/>
                  </a:cubicBezTo>
                  <a:cubicBezTo>
                    <a:pt x="10681" y="7444"/>
                    <a:pt x="10807" y="7397"/>
                    <a:pt x="10901" y="7302"/>
                  </a:cubicBezTo>
                  <a:cubicBezTo>
                    <a:pt x="11122" y="7113"/>
                    <a:pt x="11122" y="6798"/>
                    <a:pt x="10901" y="6609"/>
                  </a:cubicBezTo>
                  <a:lnTo>
                    <a:pt x="10334" y="6010"/>
                  </a:lnTo>
                  <a:lnTo>
                    <a:pt x="10208" y="5884"/>
                  </a:lnTo>
                  <a:lnTo>
                    <a:pt x="6931" y="2608"/>
                  </a:lnTo>
                  <a:cubicBezTo>
                    <a:pt x="6884" y="2561"/>
                    <a:pt x="6798" y="2537"/>
                    <a:pt x="6707" y="2537"/>
                  </a:cubicBezTo>
                  <a:cubicBezTo>
                    <a:pt x="6616" y="2537"/>
                    <a:pt x="6522" y="2561"/>
                    <a:pt x="6459" y="2608"/>
                  </a:cubicBezTo>
                  <a:lnTo>
                    <a:pt x="5167" y="3931"/>
                  </a:lnTo>
                  <a:cubicBezTo>
                    <a:pt x="4904" y="4176"/>
                    <a:pt x="4562" y="4308"/>
                    <a:pt x="4229" y="4308"/>
                  </a:cubicBezTo>
                  <a:cubicBezTo>
                    <a:pt x="4004" y="4308"/>
                    <a:pt x="3783" y="4247"/>
                    <a:pt x="3592" y="4120"/>
                  </a:cubicBezTo>
                  <a:cubicBezTo>
                    <a:pt x="2962" y="3679"/>
                    <a:pt x="2930" y="2829"/>
                    <a:pt x="3434" y="2293"/>
                  </a:cubicBezTo>
                  <a:lnTo>
                    <a:pt x="5010" y="529"/>
                  </a:lnTo>
                  <a:lnTo>
                    <a:pt x="4789" y="308"/>
                  </a:lnTo>
                  <a:cubicBezTo>
                    <a:pt x="4584" y="103"/>
                    <a:pt x="4317" y="1"/>
                    <a:pt x="4049" y="1"/>
                  </a:cubicBezTo>
                  <a:close/>
                </a:path>
              </a:pathLst>
            </a:custGeom>
            <a:grpFill/>
            <a:ln>
              <a:noFill/>
            </a:ln>
          </p:spPr>
          <p:txBody>
            <a:bodyPr spcFirstLastPara="1" wrap="square" lIns="121900" tIns="121900" rIns="121900" bIns="121900" anchor="ctr" anchorCtr="0">
              <a:noAutofit/>
            </a:bodyPr>
            <a:lstStyle/>
            <a:p>
              <a:endParaRPr sz="2400"/>
            </a:p>
          </p:txBody>
        </p:sp>
        <p:sp>
          <p:nvSpPr>
            <p:cNvPr id="146" name="Google Shape;10460;p67">
              <a:extLst>
                <a:ext uri="{FF2B5EF4-FFF2-40B4-BE49-F238E27FC236}">
                  <a16:creationId xmlns:a16="http://schemas.microsoft.com/office/drawing/2014/main" id="{D9B04BB3-5BB1-1FA5-8903-0580D1E3C764}"/>
                </a:ext>
              </a:extLst>
            </p:cNvPr>
            <p:cNvSpPr/>
            <p:nvPr/>
          </p:nvSpPr>
          <p:spPr>
            <a:xfrm>
              <a:off x="-5163425" y="3631325"/>
              <a:ext cx="205600" cy="150450"/>
            </a:xfrm>
            <a:custGeom>
              <a:avLst/>
              <a:gdLst/>
              <a:ahLst/>
              <a:cxnLst/>
              <a:rect l="l" t="t" r="r" b="b"/>
              <a:pathLst>
                <a:path w="8224" h="6018" extrusionOk="0">
                  <a:moveTo>
                    <a:pt x="3699" y="0"/>
                  </a:moveTo>
                  <a:cubicBezTo>
                    <a:pt x="3435" y="0"/>
                    <a:pt x="3167" y="95"/>
                    <a:pt x="2962" y="284"/>
                  </a:cubicBezTo>
                  <a:lnTo>
                    <a:pt x="2364" y="883"/>
                  </a:lnTo>
                  <a:lnTo>
                    <a:pt x="2269" y="1009"/>
                  </a:lnTo>
                  <a:lnTo>
                    <a:pt x="222" y="3245"/>
                  </a:lnTo>
                  <a:cubicBezTo>
                    <a:pt x="1" y="3435"/>
                    <a:pt x="1" y="3781"/>
                    <a:pt x="222" y="3970"/>
                  </a:cubicBezTo>
                  <a:cubicBezTo>
                    <a:pt x="316" y="4065"/>
                    <a:pt x="442" y="4112"/>
                    <a:pt x="568" y="4112"/>
                  </a:cubicBezTo>
                  <a:cubicBezTo>
                    <a:pt x="694" y="4112"/>
                    <a:pt x="820" y="4065"/>
                    <a:pt x="915" y="3970"/>
                  </a:cubicBezTo>
                  <a:lnTo>
                    <a:pt x="2269" y="2615"/>
                  </a:lnTo>
                  <a:cubicBezTo>
                    <a:pt x="2458" y="2426"/>
                    <a:pt x="2718" y="2332"/>
                    <a:pt x="2982" y="2332"/>
                  </a:cubicBezTo>
                  <a:cubicBezTo>
                    <a:pt x="3246" y="2332"/>
                    <a:pt x="3514" y="2426"/>
                    <a:pt x="3719" y="2615"/>
                  </a:cubicBezTo>
                  <a:lnTo>
                    <a:pt x="7090" y="6018"/>
                  </a:lnTo>
                  <a:lnTo>
                    <a:pt x="7814" y="5356"/>
                  </a:lnTo>
                  <a:cubicBezTo>
                    <a:pt x="8224" y="4947"/>
                    <a:pt x="8224" y="4285"/>
                    <a:pt x="7814" y="3876"/>
                  </a:cubicBezTo>
                  <a:lnTo>
                    <a:pt x="4412" y="284"/>
                  </a:lnTo>
                  <a:cubicBezTo>
                    <a:pt x="4223" y="95"/>
                    <a:pt x="3963" y="0"/>
                    <a:pt x="3699"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47" name="Google Shape;10461;p67">
            <a:extLst>
              <a:ext uri="{FF2B5EF4-FFF2-40B4-BE49-F238E27FC236}">
                <a16:creationId xmlns:a16="http://schemas.microsoft.com/office/drawing/2014/main" id="{4EABE555-EC4B-A193-A3C8-2E0B033B2205}"/>
              </a:ext>
            </a:extLst>
          </p:cNvPr>
          <p:cNvGrpSpPr/>
          <p:nvPr/>
        </p:nvGrpSpPr>
        <p:grpSpPr>
          <a:xfrm>
            <a:off x="3626572" y="5445555"/>
            <a:ext cx="437097" cy="438260"/>
            <a:chOff x="-5251625" y="3991275"/>
            <a:chExt cx="291450" cy="292225"/>
          </a:xfrm>
          <a:solidFill>
            <a:srgbClr val="6C1D35"/>
          </a:solidFill>
        </p:grpSpPr>
        <p:sp>
          <p:nvSpPr>
            <p:cNvPr id="148" name="Google Shape;10462;p67">
              <a:extLst>
                <a:ext uri="{FF2B5EF4-FFF2-40B4-BE49-F238E27FC236}">
                  <a16:creationId xmlns:a16="http://schemas.microsoft.com/office/drawing/2014/main" id="{50B31B9B-5173-87E4-CEAD-93319B504367}"/>
                </a:ext>
              </a:extLst>
            </p:cNvPr>
            <p:cNvSpPr/>
            <p:nvPr/>
          </p:nvSpPr>
          <p:spPr>
            <a:xfrm>
              <a:off x="-5179950" y="4198400"/>
              <a:ext cx="145725" cy="85100"/>
            </a:xfrm>
            <a:custGeom>
              <a:avLst/>
              <a:gdLst/>
              <a:ahLst/>
              <a:cxnLst/>
              <a:rect l="l" t="t" r="r" b="b"/>
              <a:pathLst>
                <a:path w="5829" h="3404" extrusionOk="0">
                  <a:moveTo>
                    <a:pt x="0" y="1"/>
                  </a:moveTo>
                  <a:lnTo>
                    <a:pt x="504" y="3151"/>
                  </a:lnTo>
                  <a:cubicBezTo>
                    <a:pt x="567" y="3309"/>
                    <a:pt x="662" y="3403"/>
                    <a:pt x="883" y="3403"/>
                  </a:cubicBezTo>
                  <a:lnTo>
                    <a:pt x="4978" y="3403"/>
                  </a:lnTo>
                  <a:cubicBezTo>
                    <a:pt x="5136" y="3403"/>
                    <a:pt x="5293" y="3309"/>
                    <a:pt x="5325" y="3151"/>
                  </a:cubicBezTo>
                  <a:lnTo>
                    <a:pt x="5829" y="1"/>
                  </a:lnTo>
                  <a:close/>
                </a:path>
              </a:pathLst>
            </a:custGeom>
            <a:grpFill/>
            <a:ln>
              <a:noFill/>
            </a:ln>
          </p:spPr>
          <p:txBody>
            <a:bodyPr spcFirstLastPara="1" wrap="square" lIns="121900" tIns="121900" rIns="121900" bIns="121900" anchor="ctr" anchorCtr="0">
              <a:noAutofit/>
            </a:bodyPr>
            <a:lstStyle/>
            <a:p>
              <a:endParaRPr sz="2400"/>
            </a:p>
          </p:txBody>
        </p:sp>
        <p:sp>
          <p:nvSpPr>
            <p:cNvPr id="149" name="Google Shape;10463;p67">
              <a:extLst>
                <a:ext uri="{FF2B5EF4-FFF2-40B4-BE49-F238E27FC236}">
                  <a16:creationId xmlns:a16="http://schemas.microsoft.com/office/drawing/2014/main" id="{6203A1AA-16C7-A391-32A1-32EF67B0F38F}"/>
                </a:ext>
              </a:extLst>
            </p:cNvPr>
            <p:cNvSpPr/>
            <p:nvPr/>
          </p:nvSpPr>
          <p:spPr>
            <a:xfrm>
              <a:off x="-5203575" y="4129100"/>
              <a:ext cx="196925" cy="51225"/>
            </a:xfrm>
            <a:custGeom>
              <a:avLst/>
              <a:gdLst/>
              <a:ahLst/>
              <a:cxnLst/>
              <a:rect l="l" t="t" r="r" b="b"/>
              <a:pathLst>
                <a:path w="7877" h="2049" extrusionOk="0">
                  <a:moveTo>
                    <a:pt x="1229" y="1"/>
                  </a:moveTo>
                  <a:cubicBezTo>
                    <a:pt x="504" y="1"/>
                    <a:pt x="0" y="662"/>
                    <a:pt x="284" y="1387"/>
                  </a:cubicBezTo>
                  <a:cubicBezTo>
                    <a:pt x="284" y="1702"/>
                    <a:pt x="567" y="1922"/>
                    <a:pt x="882" y="2017"/>
                  </a:cubicBezTo>
                  <a:cubicBezTo>
                    <a:pt x="945" y="2048"/>
                    <a:pt x="1071" y="2048"/>
                    <a:pt x="1197" y="2048"/>
                  </a:cubicBezTo>
                  <a:lnTo>
                    <a:pt x="6648" y="2048"/>
                  </a:lnTo>
                  <a:cubicBezTo>
                    <a:pt x="6774" y="2048"/>
                    <a:pt x="6868" y="2017"/>
                    <a:pt x="6963" y="2017"/>
                  </a:cubicBezTo>
                  <a:cubicBezTo>
                    <a:pt x="7278" y="1922"/>
                    <a:pt x="7530" y="1702"/>
                    <a:pt x="7656" y="1387"/>
                  </a:cubicBezTo>
                  <a:cubicBezTo>
                    <a:pt x="7876" y="662"/>
                    <a:pt x="7372" y="1"/>
                    <a:pt x="6711" y="1"/>
                  </a:cubicBezTo>
                  <a:close/>
                </a:path>
              </a:pathLst>
            </a:custGeom>
            <a:grpFill/>
            <a:ln>
              <a:noFill/>
            </a:ln>
          </p:spPr>
          <p:txBody>
            <a:bodyPr spcFirstLastPara="1" wrap="square" lIns="121900" tIns="121900" rIns="121900" bIns="121900" anchor="ctr" anchorCtr="0">
              <a:noAutofit/>
            </a:bodyPr>
            <a:lstStyle/>
            <a:p>
              <a:endParaRPr sz="2400"/>
            </a:p>
          </p:txBody>
        </p:sp>
        <p:sp>
          <p:nvSpPr>
            <p:cNvPr id="150" name="Google Shape;10464;p67">
              <a:extLst>
                <a:ext uri="{FF2B5EF4-FFF2-40B4-BE49-F238E27FC236}">
                  <a16:creationId xmlns:a16="http://schemas.microsoft.com/office/drawing/2014/main" id="{8DFCFCF8-FAE0-0BCB-93CF-7565D70D2A4B}"/>
                </a:ext>
              </a:extLst>
            </p:cNvPr>
            <p:cNvSpPr/>
            <p:nvPr/>
          </p:nvSpPr>
          <p:spPr>
            <a:xfrm>
              <a:off x="-5251625" y="3991275"/>
              <a:ext cx="291450" cy="172500"/>
            </a:xfrm>
            <a:custGeom>
              <a:avLst/>
              <a:gdLst/>
              <a:ahLst/>
              <a:cxnLst/>
              <a:rect l="l" t="t" r="r" b="b"/>
              <a:pathLst>
                <a:path w="11658" h="6900" extrusionOk="0">
                  <a:moveTo>
                    <a:pt x="1009" y="0"/>
                  </a:moveTo>
                  <a:cubicBezTo>
                    <a:pt x="473" y="0"/>
                    <a:pt x="0" y="473"/>
                    <a:pt x="0" y="1040"/>
                  </a:cubicBezTo>
                  <a:lnTo>
                    <a:pt x="0" y="5829"/>
                  </a:lnTo>
                  <a:cubicBezTo>
                    <a:pt x="0" y="6396"/>
                    <a:pt x="473" y="6900"/>
                    <a:pt x="1009" y="6900"/>
                  </a:cubicBezTo>
                  <a:lnTo>
                    <a:pt x="1418" y="6900"/>
                  </a:lnTo>
                  <a:cubicBezTo>
                    <a:pt x="1387" y="6774"/>
                    <a:pt x="1387" y="6648"/>
                    <a:pt x="1387" y="6553"/>
                  </a:cubicBezTo>
                  <a:cubicBezTo>
                    <a:pt x="1387" y="5608"/>
                    <a:pt x="2111" y="4852"/>
                    <a:pt x="3056" y="4852"/>
                  </a:cubicBezTo>
                  <a:lnTo>
                    <a:pt x="3781" y="4852"/>
                  </a:lnTo>
                  <a:cubicBezTo>
                    <a:pt x="3907" y="4285"/>
                    <a:pt x="4254" y="3875"/>
                    <a:pt x="4726" y="3623"/>
                  </a:cubicBezTo>
                  <a:cubicBezTo>
                    <a:pt x="4537" y="3371"/>
                    <a:pt x="4411" y="3119"/>
                    <a:pt x="4411" y="2773"/>
                  </a:cubicBezTo>
                  <a:cubicBezTo>
                    <a:pt x="4411" y="2016"/>
                    <a:pt x="5041" y="1386"/>
                    <a:pt x="5797" y="1386"/>
                  </a:cubicBezTo>
                  <a:cubicBezTo>
                    <a:pt x="6522" y="1386"/>
                    <a:pt x="7152" y="2016"/>
                    <a:pt x="7152" y="2773"/>
                  </a:cubicBezTo>
                  <a:cubicBezTo>
                    <a:pt x="7152" y="3088"/>
                    <a:pt x="7058" y="3403"/>
                    <a:pt x="6837" y="3623"/>
                  </a:cubicBezTo>
                  <a:cubicBezTo>
                    <a:pt x="7310" y="3875"/>
                    <a:pt x="7688" y="4285"/>
                    <a:pt x="7782" y="4852"/>
                  </a:cubicBezTo>
                  <a:lnTo>
                    <a:pt x="8507" y="4852"/>
                  </a:lnTo>
                  <a:cubicBezTo>
                    <a:pt x="9452" y="4852"/>
                    <a:pt x="10208" y="5608"/>
                    <a:pt x="10208" y="6553"/>
                  </a:cubicBezTo>
                  <a:cubicBezTo>
                    <a:pt x="10208" y="6648"/>
                    <a:pt x="10208" y="6774"/>
                    <a:pt x="10145" y="6900"/>
                  </a:cubicBezTo>
                  <a:lnTo>
                    <a:pt x="10586" y="6900"/>
                  </a:lnTo>
                  <a:cubicBezTo>
                    <a:pt x="11153" y="6900"/>
                    <a:pt x="11626" y="6427"/>
                    <a:pt x="11626" y="5829"/>
                  </a:cubicBezTo>
                  <a:lnTo>
                    <a:pt x="11626" y="1040"/>
                  </a:lnTo>
                  <a:cubicBezTo>
                    <a:pt x="11657" y="473"/>
                    <a:pt x="11185" y="0"/>
                    <a:pt x="10618" y="0"/>
                  </a:cubicBezTo>
                  <a:close/>
                </a:path>
              </a:pathLst>
            </a:custGeom>
            <a:grpFill/>
            <a:ln>
              <a:noFill/>
            </a:ln>
          </p:spPr>
          <p:txBody>
            <a:bodyPr spcFirstLastPara="1" wrap="square" lIns="121900" tIns="121900" rIns="121900" bIns="121900" anchor="ctr" anchorCtr="0">
              <a:noAutofit/>
            </a:bodyPr>
            <a:lstStyle/>
            <a:p>
              <a:endParaRPr sz="2400"/>
            </a:p>
          </p:txBody>
        </p:sp>
        <p:sp>
          <p:nvSpPr>
            <p:cNvPr id="151" name="Google Shape;10465;p67">
              <a:extLst>
                <a:ext uri="{FF2B5EF4-FFF2-40B4-BE49-F238E27FC236}">
                  <a16:creationId xmlns:a16="http://schemas.microsoft.com/office/drawing/2014/main" id="{1CE0066A-9B10-AFD7-6223-86C064D4972F}"/>
                </a:ext>
              </a:extLst>
            </p:cNvPr>
            <p:cNvSpPr/>
            <p:nvPr/>
          </p:nvSpPr>
          <p:spPr>
            <a:xfrm>
              <a:off x="-5139775" y="4096025"/>
              <a:ext cx="65400" cy="17350"/>
            </a:xfrm>
            <a:custGeom>
              <a:avLst/>
              <a:gdLst/>
              <a:ahLst/>
              <a:cxnLst/>
              <a:rect l="l" t="t" r="r" b="b"/>
              <a:pathLst>
                <a:path w="2616" h="694" extrusionOk="0">
                  <a:moveTo>
                    <a:pt x="1008" y="0"/>
                  </a:moveTo>
                  <a:cubicBezTo>
                    <a:pt x="567" y="0"/>
                    <a:pt x="158" y="315"/>
                    <a:pt x="0" y="693"/>
                  </a:cubicBezTo>
                  <a:lnTo>
                    <a:pt x="2615" y="693"/>
                  </a:lnTo>
                  <a:cubicBezTo>
                    <a:pt x="2489" y="252"/>
                    <a:pt x="2111" y="0"/>
                    <a:pt x="1670" y="0"/>
                  </a:cubicBezTo>
                  <a:close/>
                </a:path>
              </a:pathLst>
            </a:custGeom>
            <a:grpFill/>
            <a:ln>
              <a:noFill/>
            </a:ln>
          </p:spPr>
          <p:txBody>
            <a:bodyPr spcFirstLastPara="1" wrap="square" lIns="121900" tIns="121900" rIns="121900" bIns="121900" anchor="ctr" anchorCtr="0">
              <a:noAutofit/>
            </a:bodyPr>
            <a:lstStyle/>
            <a:p>
              <a:endParaRPr sz="2400"/>
            </a:p>
          </p:txBody>
        </p:sp>
        <p:sp>
          <p:nvSpPr>
            <p:cNvPr id="152" name="Google Shape;10466;p67">
              <a:extLst>
                <a:ext uri="{FF2B5EF4-FFF2-40B4-BE49-F238E27FC236}">
                  <a16:creationId xmlns:a16="http://schemas.microsoft.com/office/drawing/2014/main" id="{F96BE48A-F10D-EF59-DECC-8C7730154939}"/>
                </a:ext>
              </a:extLst>
            </p:cNvPr>
            <p:cNvSpPr/>
            <p:nvPr/>
          </p:nvSpPr>
          <p:spPr>
            <a:xfrm>
              <a:off x="-5122450" y="4044825"/>
              <a:ext cx="33100" cy="33100"/>
            </a:xfrm>
            <a:custGeom>
              <a:avLst/>
              <a:gdLst/>
              <a:ahLst/>
              <a:cxnLst/>
              <a:rect l="l" t="t" r="r" b="b"/>
              <a:pathLst>
                <a:path w="1324" h="1324" extrusionOk="0">
                  <a:moveTo>
                    <a:pt x="662" y="0"/>
                  </a:moveTo>
                  <a:cubicBezTo>
                    <a:pt x="252" y="0"/>
                    <a:pt x="0" y="316"/>
                    <a:pt x="0" y="662"/>
                  </a:cubicBezTo>
                  <a:cubicBezTo>
                    <a:pt x="0" y="1009"/>
                    <a:pt x="315" y="1324"/>
                    <a:pt x="662" y="1324"/>
                  </a:cubicBezTo>
                  <a:cubicBezTo>
                    <a:pt x="1008" y="1324"/>
                    <a:pt x="1323" y="1009"/>
                    <a:pt x="1323" y="662"/>
                  </a:cubicBezTo>
                  <a:cubicBezTo>
                    <a:pt x="1323" y="253"/>
                    <a:pt x="1008" y="0"/>
                    <a:pt x="662"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53" name="Google Shape;10470;p67">
            <a:extLst>
              <a:ext uri="{FF2B5EF4-FFF2-40B4-BE49-F238E27FC236}">
                <a16:creationId xmlns:a16="http://schemas.microsoft.com/office/drawing/2014/main" id="{51A6B099-3732-8EEB-A7A9-86732BE5F861}"/>
              </a:ext>
            </a:extLst>
          </p:cNvPr>
          <p:cNvGrpSpPr/>
          <p:nvPr/>
        </p:nvGrpSpPr>
        <p:grpSpPr>
          <a:xfrm>
            <a:off x="6466284" y="4896258"/>
            <a:ext cx="387456" cy="439460"/>
            <a:chOff x="-3383375" y="3611625"/>
            <a:chExt cx="258350" cy="293025"/>
          </a:xfrm>
          <a:solidFill>
            <a:srgbClr val="6C1D35"/>
          </a:solidFill>
        </p:grpSpPr>
        <p:sp>
          <p:nvSpPr>
            <p:cNvPr id="154" name="Google Shape;10471;p67">
              <a:extLst>
                <a:ext uri="{FF2B5EF4-FFF2-40B4-BE49-F238E27FC236}">
                  <a16:creationId xmlns:a16="http://schemas.microsoft.com/office/drawing/2014/main" id="{EA2F8749-685D-E62D-5C53-63EADFC3FBAD}"/>
                </a:ext>
              </a:extLst>
            </p:cNvPr>
            <p:cNvSpPr/>
            <p:nvPr/>
          </p:nvSpPr>
          <p:spPr>
            <a:xfrm>
              <a:off x="-3383375" y="3611625"/>
              <a:ext cx="258350" cy="85175"/>
            </a:xfrm>
            <a:custGeom>
              <a:avLst/>
              <a:gdLst/>
              <a:ahLst/>
              <a:cxnLst/>
              <a:rect l="l" t="t" r="r" b="b"/>
              <a:pathLst>
                <a:path w="10334" h="3407" extrusionOk="0">
                  <a:moveTo>
                    <a:pt x="6049" y="694"/>
                  </a:moveTo>
                  <a:cubicBezTo>
                    <a:pt x="6207" y="694"/>
                    <a:pt x="6301" y="757"/>
                    <a:pt x="6364" y="946"/>
                  </a:cubicBezTo>
                  <a:lnTo>
                    <a:pt x="6522" y="1356"/>
                  </a:lnTo>
                  <a:lnTo>
                    <a:pt x="3781" y="1356"/>
                  </a:lnTo>
                  <a:lnTo>
                    <a:pt x="4001" y="946"/>
                  </a:lnTo>
                  <a:cubicBezTo>
                    <a:pt x="4033" y="788"/>
                    <a:pt x="4190" y="694"/>
                    <a:pt x="4316" y="694"/>
                  </a:cubicBezTo>
                  <a:close/>
                  <a:moveTo>
                    <a:pt x="4316" y="1"/>
                  </a:moveTo>
                  <a:cubicBezTo>
                    <a:pt x="3875" y="1"/>
                    <a:pt x="3466" y="253"/>
                    <a:pt x="3308" y="694"/>
                  </a:cubicBezTo>
                  <a:lnTo>
                    <a:pt x="3088" y="1356"/>
                  </a:lnTo>
                  <a:lnTo>
                    <a:pt x="1040" y="1356"/>
                  </a:lnTo>
                  <a:cubicBezTo>
                    <a:pt x="473" y="1356"/>
                    <a:pt x="0" y="1828"/>
                    <a:pt x="0" y="2395"/>
                  </a:cubicBezTo>
                  <a:lnTo>
                    <a:pt x="0" y="3057"/>
                  </a:lnTo>
                  <a:cubicBezTo>
                    <a:pt x="0" y="3370"/>
                    <a:pt x="221" y="3407"/>
                    <a:pt x="480" y="3407"/>
                  </a:cubicBezTo>
                  <a:cubicBezTo>
                    <a:pt x="560" y="3407"/>
                    <a:pt x="643" y="3403"/>
                    <a:pt x="725" y="3403"/>
                  </a:cubicBezTo>
                  <a:lnTo>
                    <a:pt x="9924" y="3403"/>
                  </a:lnTo>
                  <a:cubicBezTo>
                    <a:pt x="10145" y="3403"/>
                    <a:pt x="10302" y="3246"/>
                    <a:pt x="10302" y="3057"/>
                  </a:cubicBezTo>
                  <a:lnTo>
                    <a:pt x="10302" y="2395"/>
                  </a:lnTo>
                  <a:cubicBezTo>
                    <a:pt x="10334" y="1828"/>
                    <a:pt x="9861" y="1356"/>
                    <a:pt x="9294" y="1356"/>
                  </a:cubicBezTo>
                  <a:lnTo>
                    <a:pt x="7246" y="1356"/>
                  </a:lnTo>
                  <a:lnTo>
                    <a:pt x="7026" y="694"/>
                  </a:lnTo>
                  <a:cubicBezTo>
                    <a:pt x="6868" y="253"/>
                    <a:pt x="6522" y="1"/>
                    <a:pt x="6049" y="1"/>
                  </a:cubicBezTo>
                  <a:close/>
                </a:path>
              </a:pathLst>
            </a:custGeom>
            <a:grpFill/>
            <a:ln>
              <a:noFill/>
            </a:ln>
          </p:spPr>
          <p:txBody>
            <a:bodyPr spcFirstLastPara="1" wrap="square" lIns="121900" tIns="121900" rIns="121900" bIns="121900" anchor="ctr" anchorCtr="0">
              <a:noAutofit/>
            </a:bodyPr>
            <a:lstStyle/>
            <a:p>
              <a:endParaRPr sz="2400"/>
            </a:p>
          </p:txBody>
        </p:sp>
        <p:sp>
          <p:nvSpPr>
            <p:cNvPr id="155" name="Google Shape;10472;p67">
              <a:extLst>
                <a:ext uri="{FF2B5EF4-FFF2-40B4-BE49-F238E27FC236}">
                  <a16:creationId xmlns:a16="http://schemas.microsoft.com/office/drawing/2014/main" id="{6739B16B-D086-EB51-9D52-D98630638608}"/>
                </a:ext>
              </a:extLst>
            </p:cNvPr>
            <p:cNvSpPr/>
            <p:nvPr/>
          </p:nvSpPr>
          <p:spPr>
            <a:xfrm>
              <a:off x="-3362900" y="3716375"/>
              <a:ext cx="218200" cy="188275"/>
            </a:xfrm>
            <a:custGeom>
              <a:avLst/>
              <a:gdLst/>
              <a:ahLst/>
              <a:cxnLst/>
              <a:rect l="l" t="t" r="r" b="b"/>
              <a:pathLst>
                <a:path w="8728" h="7531" extrusionOk="0">
                  <a:moveTo>
                    <a:pt x="2324" y="666"/>
                  </a:moveTo>
                  <a:cubicBezTo>
                    <a:pt x="2487" y="666"/>
                    <a:pt x="2647" y="777"/>
                    <a:pt x="2647" y="1009"/>
                  </a:cubicBezTo>
                  <a:lnTo>
                    <a:pt x="2647" y="5798"/>
                  </a:lnTo>
                  <a:cubicBezTo>
                    <a:pt x="2647" y="6022"/>
                    <a:pt x="2476" y="6141"/>
                    <a:pt x="2307" y="6141"/>
                  </a:cubicBezTo>
                  <a:cubicBezTo>
                    <a:pt x="2145" y="6141"/>
                    <a:pt x="1985" y="6030"/>
                    <a:pt x="1985" y="5798"/>
                  </a:cubicBezTo>
                  <a:lnTo>
                    <a:pt x="1985" y="1009"/>
                  </a:lnTo>
                  <a:cubicBezTo>
                    <a:pt x="1985" y="785"/>
                    <a:pt x="2156" y="666"/>
                    <a:pt x="2324" y="666"/>
                  </a:cubicBezTo>
                  <a:close/>
                  <a:moveTo>
                    <a:pt x="4372" y="666"/>
                  </a:moveTo>
                  <a:cubicBezTo>
                    <a:pt x="4535" y="666"/>
                    <a:pt x="4695" y="777"/>
                    <a:pt x="4695" y="1009"/>
                  </a:cubicBezTo>
                  <a:lnTo>
                    <a:pt x="4695" y="5798"/>
                  </a:lnTo>
                  <a:cubicBezTo>
                    <a:pt x="4695" y="6022"/>
                    <a:pt x="4523" y="6141"/>
                    <a:pt x="4355" y="6141"/>
                  </a:cubicBezTo>
                  <a:cubicBezTo>
                    <a:pt x="4193" y="6141"/>
                    <a:pt x="4033" y="6030"/>
                    <a:pt x="4033" y="5798"/>
                  </a:cubicBezTo>
                  <a:lnTo>
                    <a:pt x="4033" y="1009"/>
                  </a:lnTo>
                  <a:cubicBezTo>
                    <a:pt x="4033" y="785"/>
                    <a:pt x="4204" y="666"/>
                    <a:pt x="4372" y="666"/>
                  </a:cubicBezTo>
                  <a:close/>
                  <a:moveTo>
                    <a:pt x="6427" y="631"/>
                  </a:moveTo>
                  <a:cubicBezTo>
                    <a:pt x="6648" y="631"/>
                    <a:pt x="6805" y="789"/>
                    <a:pt x="6805" y="1009"/>
                  </a:cubicBezTo>
                  <a:lnTo>
                    <a:pt x="6805" y="5798"/>
                  </a:lnTo>
                  <a:cubicBezTo>
                    <a:pt x="6805" y="6022"/>
                    <a:pt x="6626" y="6141"/>
                    <a:pt x="6450" y="6141"/>
                  </a:cubicBezTo>
                  <a:cubicBezTo>
                    <a:pt x="6280" y="6141"/>
                    <a:pt x="6112" y="6030"/>
                    <a:pt x="6112" y="5798"/>
                  </a:cubicBezTo>
                  <a:lnTo>
                    <a:pt x="6112" y="1009"/>
                  </a:lnTo>
                  <a:lnTo>
                    <a:pt x="6081" y="1009"/>
                  </a:lnTo>
                  <a:cubicBezTo>
                    <a:pt x="6081" y="789"/>
                    <a:pt x="6238" y="631"/>
                    <a:pt x="6427" y="631"/>
                  </a:cubicBezTo>
                  <a:close/>
                  <a:moveTo>
                    <a:pt x="0" y="1"/>
                  </a:moveTo>
                  <a:lnTo>
                    <a:pt x="536" y="6585"/>
                  </a:lnTo>
                  <a:cubicBezTo>
                    <a:pt x="567" y="7121"/>
                    <a:pt x="1008" y="7531"/>
                    <a:pt x="1576" y="7531"/>
                  </a:cubicBezTo>
                  <a:lnTo>
                    <a:pt x="7152" y="7531"/>
                  </a:lnTo>
                  <a:cubicBezTo>
                    <a:pt x="7688" y="7531"/>
                    <a:pt x="8129" y="7121"/>
                    <a:pt x="8192" y="6585"/>
                  </a:cubicBezTo>
                  <a:lnTo>
                    <a:pt x="8727" y="1"/>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156" name="Google Shape;10473;p67">
            <a:extLst>
              <a:ext uri="{FF2B5EF4-FFF2-40B4-BE49-F238E27FC236}">
                <a16:creationId xmlns:a16="http://schemas.microsoft.com/office/drawing/2014/main" id="{3201FF59-10D7-A3E0-DE4B-3AF94163A61B}"/>
              </a:ext>
            </a:extLst>
          </p:cNvPr>
          <p:cNvGrpSpPr/>
          <p:nvPr/>
        </p:nvGrpSpPr>
        <p:grpSpPr>
          <a:xfrm>
            <a:off x="6518831" y="5446136"/>
            <a:ext cx="282363" cy="437097"/>
            <a:chOff x="-3347950" y="3971575"/>
            <a:chExt cx="188275" cy="291450"/>
          </a:xfrm>
          <a:solidFill>
            <a:srgbClr val="6C1D35"/>
          </a:solidFill>
        </p:grpSpPr>
        <p:sp>
          <p:nvSpPr>
            <p:cNvPr id="157" name="Google Shape;10474;p67">
              <a:extLst>
                <a:ext uri="{FF2B5EF4-FFF2-40B4-BE49-F238E27FC236}">
                  <a16:creationId xmlns:a16="http://schemas.microsoft.com/office/drawing/2014/main" id="{620CC47D-39AE-CDB2-D84D-A12A058EF360}"/>
                </a:ext>
              </a:extLst>
            </p:cNvPr>
            <p:cNvSpPr/>
            <p:nvPr/>
          </p:nvSpPr>
          <p:spPr>
            <a:xfrm>
              <a:off x="-3246325" y="4032225"/>
              <a:ext cx="29950" cy="42550"/>
            </a:xfrm>
            <a:custGeom>
              <a:avLst/>
              <a:gdLst/>
              <a:ahLst/>
              <a:cxnLst/>
              <a:rect l="l" t="t" r="r" b="b"/>
              <a:pathLst>
                <a:path w="1198" h="1702" extrusionOk="0">
                  <a:moveTo>
                    <a:pt x="347" y="0"/>
                  </a:moveTo>
                  <a:lnTo>
                    <a:pt x="0" y="536"/>
                  </a:lnTo>
                  <a:lnTo>
                    <a:pt x="599" y="1702"/>
                  </a:lnTo>
                  <a:lnTo>
                    <a:pt x="1197" y="1702"/>
                  </a:lnTo>
                  <a:lnTo>
                    <a:pt x="347" y="0"/>
                  </a:lnTo>
                  <a:close/>
                </a:path>
              </a:pathLst>
            </a:custGeom>
            <a:grpFill/>
            <a:ln>
              <a:noFill/>
            </a:ln>
          </p:spPr>
          <p:txBody>
            <a:bodyPr spcFirstLastPara="1" wrap="square" lIns="121900" tIns="121900" rIns="121900" bIns="121900" anchor="ctr" anchorCtr="0">
              <a:noAutofit/>
            </a:bodyPr>
            <a:lstStyle/>
            <a:p>
              <a:endParaRPr sz="2400"/>
            </a:p>
          </p:txBody>
        </p:sp>
        <p:sp>
          <p:nvSpPr>
            <p:cNvPr id="158" name="Google Shape;10475;p67">
              <a:extLst>
                <a:ext uri="{FF2B5EF4-FFF2-40B4-BE49-F238E27FC236}">
                  <a16:creationId xmlns:a16="http://schemas.microsoft.com/office/drawing/2014/main" id="{429675D9-4908-534A-8C54-BCC79EC53568}"/>
                </a:ext>
              </a:extLst>
            </p:cNvPr>
            <p:cNvSpPr/>
            <p:nvPr/>
          </p:nvSpPr>
          <p:spPr>
            <a:xfrm>
              <a:off x="-3291225" y="4034575"/>
              <a:ext cx="40975" cy="40200"/>
            </a:xfrm>
            <a:custGeom>
              <a:avLst/>
              <a:gdLst/>
              <a:ahLst/>
              <a:cxnLst/>
              <a:rect l="l" t="t" r="r" b="b"/>
              <a:pathLst>
                <a:path w="1639" h="1608" extrusionOk="0">
                  <a:moveTo>
                    <a:pt x="819" y="1"/>
                  </a:moveTo>
                  <a:lnTo>
                    <a:pt x="0" y="1608"/>
                  </a:lnTo>
                  <a:lnTo>
                    <a:pt x="1639" y="1608"/>
                  </a:lnTo>
                  <a:lnTo>
                    <a:pt x="819" y="1"/>
                  </a:lnTo>
                  <a:close/>
                </a:path>
              </a:pathLst>
            </a:custGeom>
            <a:grpFill/>
            <a:ln>
              <a:noFill/>
            </a:ln>
          </p:spPr>
          <p:txBody>
            <a:bodyPr spcFirstLastPara="1" wrap="square" lIns="121900" tIns="121900" rIns="121900" bIns="121900" anchor="ctr" anchorCtr="0">
              <a:noAutofit/>
            </a:bodyPr>
            <a:lstStyle/>
            <a:p>
              <a:endParaRPr sz="2400"/>
            </a:p>
          </p:txBody>
        </p:sp>
        <p:sp>
          <p:nvSpPr>
            <p:cNvPr id="159" name="Google Shape;10476;p67">
              <a:extLst>
                <a:ext uri="{FF2B5EF4-FFF2-40B4-BE49-F238E27FC236}">
                  <a16:creationId xmlns:a16="http://schemas.microsoft.com/office/drawing/2014/main" id="{3F499BDE-7CCE-263A-5726-37D1568930B3}"/>
                </a:ext>
              </a:extLst>
            </p:cNvPr>
            <p:cNvSpPr/>
            <p:nvPr/>
          </p:nvSpPr>
          <p:spPr>
            <a:xfrm>
              <a:off x="-3347950" y="3971575"/>
              <a:ext cx="188275" cy="291450"/>
            </a:xfrm>
            <a:custGeom>
              <a:avLst/>
              <a:gdLst/>
              <a:ahLst/>
              <a:cxnLst/>
              <a:rect l="l" t="t" r="r" b="b"/>
              <a:pathLst>
                <a:path w="7531" h="11658" extrusionOk="0">
                  <a:moveTo>
                    <a:pt x="4491" y="1351"/>
                  </a:moveTo>
                  <a:cubicBezTo>
                    <a:pt x="4609" y="1351"/>
                    <a:pt x="4725" y="1414"/>
                    <a:pt x="4790" y="1544"/>
                  </a:cubicBezTo>
                  <a:lnTo>
                    <a:pt x="6144" y="4285"/>
                  </a:lnTo>
                  <a:cubicBezTo>
                    <a:pt x="6239" y="4569"/>
                    <a:pt x="6081" y="4821"/>
                    <a:pt x="5829" y="4821"/>
                  </a:cubicBezTo>
                  <a:lnTo>
                    <a:pt x="1702" y="4821"/>
                  </a:lnTo>
                  <a:cubicBezTo>
                    <a:pt x="1482" y="4821"/>
                    <a:pt x="1261" y="4537"/>
                    <a:pt x="1387" y="4285"/>
                  </a:cubicBezTo>
                  <a:lnTo>
                    <a:pt x="2773" y="1544"/>
                  </a:lnTo>
                  <a:cubicBezTo>
                    <a:pt x="2836" y="1418"/>
                    <a:pt x="2962" y="1355"/>
                    <a:pt x="3088" y="1355"/>
                  </a:cubicBezTo>
                  <a:cubicBezTo>
                    <a:pt x="3214" y="1355"/>
                    <a:pt x="3340" y="1418"/>
                    <a:pt x="3403" y="1544"/>
                  </a:cubicBezTo>
                  <a:lnTo>
                    <a:pt x="3719" y="2174"/>
                  </a:lnTo>
                  <a:lnTo>
                    <a:pt x="4191" y="1513"/>
                  </a:lnTo>
                  <a:cubicBezTo>
                    <a:pt x="4267" y="1406"/>
                    <a:pt x="4380" y="1351"/>
                    <a:pt x="4491" y="1351"/>
                  </a:cubicBezTo>
                  <a:close/>
                  <a:moveTo>
                    <a:pt x="5136" y="5514"/>
                  </a:moveTo>
                  <a:cubicBezTo>
                    <a:pt x="5609" y="5514"/>
                    <a:pt x="5609" y="6175"/>
                    <a:pt x="5136" y="6175"/>
                  </a:cubicBezTo>
                  <a:lnTo>
                    <a:pt x="2364" y="6175"/>
                  </a:lnTo>
                  <a:cubicBezTo>
                    <a:pt x="1954" y="6175"/>
                    <a:pt x="1891" y="5514"/>
                    <a:pt x="2364" y="5514"/>
                  </a:cubicBezTo>
                  <a:close/>
                  <a:moveTo>
                    <a:pt x="5136" y="6869"/>
                  </a:moveTo>
                  <a:cubicBezTo>
                    <a:pt x="5609" y="6900"/>
                    <a:pt x="5609" y="7562"/>
                    <a:pt x="5136" y="7562"/>
                  </a:cubicBezTo>
                  <a:lnTo>
                    <a:pt x="2364" y="7562"/>
                  </a:lnTo>
                  <a:cubicBezTo>
                    <a:pt x="2175" y="7562"/>
                    <a:pt x="2017" y="7404"/>
                    <a:pt x="2017" y="7215"/>
                  </a:cubicBezTo>
                  <a:cubicBezTo>
                    <a:pt x="2017" y="7026"/>
                    <a:pt x="2175" y="6869"/>
                    <a:pt x="2364" y="6869"/>
                  </a:cubicBezTo>
                  <a:close/>
                  <a:moveTo>
                    <a:pt x="4790" y="8948"/>
                  </a:moveTo>
                  <a:lnTo>
                    <a:pt x="4790" y="10996"/>
                  </a:lnTo>
                  <a:lnTo>
                    <a:pt x="2742" y="10996"/>
                  </a:lnTo>
                  <a:lnTo>
                    <a:pt x="2742" y="8948"/>
                  </a:lnTo>
                  <a:close/>
                  <a:moveTo>
                    <a:pt x="1041" y="1"/>
                  </a:moveTo>
                  <a:cubicBezTo>
                    <a:pt x="505" y="1"/>
                    <a:pt x="1" y="473"/>
                    <a:pt x="1" y="1040"/>
                  </a:cubicBezTo>
                  <a:lnTo>
                    <a:pt x="1" y="7908"/>
                  </a:lnTo>
                  <a:cubicBezTo>
                    <a:pt x="1" y="8475"/>
                    <a:pt x="473" y="8948"/>
                    <a:pt x="1041" y="8948"/>
                  </a:cubicBezTo>
                  <a:lnTo>
                    <a:pt x="2080" y="8948"/>
                  </a:lnTo>
                  <a:lnTo>
                    <a:pt x="2080" y="10996"/>
                  </a:lnTo>
                  <a:lnTo>
                    <a:pt x="1041" y="10996"/>
                  </a:lnTo>
                  <a:cubicBezTo>
                    <a:pt x="600" y="10996"/>
                    <a:pt x="568" y="11657"/>
                    <a:pt x="1041" y="11657"/>
                  </a:cubicBezTo>
                  <a:lnTo>
                    <a:pt x="6522" y="11657"/>
                  </a:lnTo>
                  <a:cubicBezTo>
                    <a:pt x="6711" y="11657"/>
                    <a:pt x="6869" y="11500"/>
                    <a:pt x="6869" y="11311"/>
                  </a:cubicBezTo>
                  <a:cubicBezTo>
                    <a:pt x="6869" y="11122"/>
                    <a:pt x="6711" y="10964"/>
                    <a:pt x="6522" y="10964"/>
                  </a:cubicBezTo>
                  <a:lnTo>
                    <a:pt x="5483" y="10964"/>
                  </a:lnTo>
                  <a:lnTo>
                    <a:pt x="5483" y="8916"/>
                  </a:lnTo>
                  <a:lnTo>
                    <a:pt x="6522" y="8916"/>
                  </a:lnTo>
                  <a:cubicBezTo>
                    <a:pt x="7058" y="8916"/>
                    <a:pt x="7531" y="8444"/>
                    <a:pt x="7531" y="7877"/>
                  </a:cubicBezTo>
                  <a:lnTo>
                    <a:pt x="7531" y="977"/>
                  </a:lnTo>
                  <a:cubicBezTo>
                    <a:pt x="7531" y="442"/>
                    <a:pt x="7058" y="1"/>
                    <a:pt x="6522"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60" name="Google Shape;10483;p67">
            <a:extLst>
              <a:ext uri="{FF2B5EF4-FFF2-40B4-BE49-F238E27FC236}">
                <a16:creationId xmlns:a16="http://schemas.microsoft.com/office/drawing/2014/main" id="{40B20402-D41D-9904-2397-2D40784A585F}"/>
              </a:ext>
            </a:extLst>
          </p:cNvPr>
          <p:cNvGrpSpPr/>
          <p:nvPr/>
        </p:nvGrpSpPr>
        <p:grpSpPr>
          <a:xfrm>
            <a:off x="9258205" y="4895095"/>
            <a:ext cx="440659" cy="441784"/>
            <a:chOff x="-1591550" y="3597475"/>
            <a:chExt cx="293825" cy="294575"/>
          </a:xfrm>
          <a:solidFill>
            <a:srgbClr val="6C1D35"/>
          </a:solidFill>
        </p:grpSpPr>
        <p:sp>
          <p:nvSpPr>
            <p:cNvPr id="161" name="Google Shape;10484;p67">
              <a:extLst>
                <a:ext uri="{FF2B5EF4-FFF2-40B4-BE49-F238E27FC236}">
                  <a16:creationId xmlns:a16="http://schemas.microsoft.com/office/drawing/2014/main" id="{93B6BF13-3354-2661-E3C2-49BFB7160D21}"/>
                </a:ext>
              </a:extLst>
            </p:cNvPr>
            <p:cNvSpPr/>
            <p:nvPr/>
          </p:nvSpPr>
          <p:spPr>
            <a:xfrm>
              <a:off x="-1509625" y="3597475"/>
              <a:ext cx="211900" cy="207150"/>
            </a:xfrm>
            <a:custGeom>
              <a:avLst/>
              <a:gdLst/>
              <a:ahLst/>
              <a:cxnLst/>
              <a:rect l="l" t="t" r="r" b="b"/>
              <a:pathLst>
                <a:path w="8476" h="8286" extrusionOk="0">
                  <a:moveTo>
                    <a:pt x="6105" y="1"/>
                  </a:moveTo>
                  <a:cubicBezTo>
                    <a:pt x="6014" y="1"/>
                    <a:pt x="5916" y="39"/>
                    <a:pt x="5829" y="126"/>
                  </a:cubicBezTo>
                  <a:lnTo>
                    <a:pt x="3781" y="2205"/>
                  </a:lnTo>
                  <a:cubicBezTo>
                    <a:pt x="3718" y="2268"/>
                    <a:pt x="3655" y="2363"/>
                    <a:pt x="3655" y="2426"/>
                  </a:cubicBezTo>
                  <a:lnTo>
                    <a:pt x="3655" y="4253"/>
                  </a:lnTo>
                  <a:lnTo>
                    <a:pt x="1544" y="6332"/>
                  </a:lnTo>
                  <a:cubicBezTo>
                    <a:pt x="1400" y="6270"/>
                    <a:pt x="1256" y="6242"/>
                    <a:pt x="1119" y="6242"/>
                  </a:cubicBezTo>
                  <a:cubicBezTo>
                    <a:pt x="835" y="6242"/>
                    <a:pt x="580" y="6362"/>
                    <a:pt x="410" y="6553"/>
                  </a:cubicBezTo>
                  <a:cubicBezTo>
                    <a:pt x="0" y="6931"/>
                    <a:pt x="0" y="7592"/>
                    <a:pt x="410" y="8002"/>
                  </a:cubicBezTo>
                  <a:cubicBezTo>
                    <a:pt x="599" y="8191"/>
                    <a:pt x="859" y="8286"/>
                    <a:pt x="1123" y="8286"/>
                  </a:cubicBezTo>
                  <a:cubicBezTo>
                    <a:pt x="1387" y="8286"/>
                    <a:pt x="1655" y="8191"/>
                    <a:pt x="1859" y="8002"/>
                  </a:cubicBezTo>
                  <a:cubicBezTo>
                    <a:pt x="2174" y="7687"/>
                    <a:pt x="2206" y="7214"/>
                    <a:pt x="2048" y="6868"/>
                  </a:cubicBezTo>
                  <a:lnTo>
                    <a:pt x="4128" y="4757"/>
                  </a:lnTo>
                  <a:lnTo>
                    <a:pt x="5955" y="4757"/>
                  </a:lnTo>
                  <a:cubicBezTo>
                    <a:pt x="6018" y="4757"/>
                    <a:pt x="6144" y="4725"/>
                    <a:pt x="6175" y="4662"/>
                  </a:cubicBezTo>
                  <a:lnTo>
                    <a:pt x="8286" y="2552"/>
                  </a:lnTo>
                  <a:cubicBezTo>
                    <a:pt x="8475" y="2331"/>
                    <a:pt x="8349" y="1985"/>
                    <a:pt x="8034" y="1985"/>
                  </a:cubicBezTo>
                  <a:lnTo>
                    <a:pt x="6428" y="1985"/>
                  </a:lnTo>
                  <a:lnTo>
                    <a:pt x="6428" y="346"/>
                  </a:lnTo>
                  <a:cubicBezTo>
                    <a:pt x="6428" y="140"/>
                    <a:pt x="6278" y="1"/>
                    <a:pt x="6105" y="1"/>
                  </a:cubicBezTo>
                  <a:close/>
                </a:path>
              </a:pathLst>
            </a:custGeom>
            <a:grpFill/>
            <a:ln>
              <a:noFill/>
            </a:ln>
          </p:spPr>
          <p:txBody>
            <a:bodyPr spcFirstLastPara="1" wrap="square" lIns="121900" tIns="121900" rIns="121900" bIns="121900" anchor="ctr" anchorCtr="0">
              <a:noAutofit/>
            </a:bodyPr>
            <a:lstStyle/>
            <a:p>
              <a:endParaRPr sz="2400"/>
            </a:p>
          </p:txBody>
        </p:sp>
        <p:sp>
          <p:nvSpPr>
            <p:cNvPr id="162" name="Google Shape;10485;p67">
              <a:extLst>
                <a:ext uri="{FF2B5EF4-FFF2-40B4-BE49-F238E27FC236}">
                  <a16:creationId xmlns:a16="http://schemas.microsoft.com/office/drawing/2014/main" id="{BD032CC0-6A38-9A8E-2176-BD200671987F}"/>
                </a:ext>
              </a:extLst>
            </p:cNvPr>
            <p:cNvSpPr/>
            <p:nvPr/>
          </p:nvSpPr>
          <p:spPr>
            <a:xfrm>
              <a:off x="-1541125" y="3719125"/>
              <a:ext cx="120525" cy="118275"/>
            </a:xfrm>
            <a:custGeom>
              <a:avLst/>
              <a:gdLst/>
              <a:ahLst/>
              <a:cxnLst/>
              <a:rect l="l" t="t" r="r" b="b"/>
              <a:pathLst>
                <a:path w="4821" h="4731" extrusionOk="0">
                  <a:moveTo>
                    <a:pt x="2340" y="1"/>
                  </a:moveTo>
                  <a:cubicBezTo>
                    <a:pt x="1722" y="1"/>
                    <a:pt x="1163" y="241"/>
                    <a:pt x="725" y="679"/>
                  </a:cubicBezTo>
                  <a:cubicBezTo>
                    <a:pt x="284" y="1120"/>
                    <a:pt x="0" y="1750"/>
                    <a:pt x="0" y="2380"/>
                  </a:cubicBezTo>
                  <a:cubicBezTo>
                    <a:pt x="0" y="3943"/>
                    <a:pt x="1211" y="4731"/>
                    <a:pt x="2420" y="4731"/>
                  </a:cubicBezTo>
                  <a:cubicBezTo>
                    <a:pt x="3622" y="4731"/>
                    <a:pt x="4821" y="3951"/>
                    <a:pt x="4821" y="2380"/>
                  </a:cubicBezTo>
                  <a:cubicBezTo>
                    <a:pt x="4821" y="2096"/>
                    <a:pt x="4758" y="1844"/>
                    <a:pt x="4663" y="1592"/>
                  </a:cubicBezTo>
                  <a:lnTo>
                    <a:pt x="4096" y="2159"/>
                  </a:lnTo>
                  <a:cubicBezTo>
                    <a:pt x="4253" y="3199"/>
                    <a:pt x="3434" y="4081"/>
                    <a:pt x="2395" y="4081"/>
                  </a:cubicBezTo>
                  <a:cubicBezTo>
                    <a:pt x="882" y="4081"/>
                    <a:pt x="126" y="2222"/>
                    <a:pt x="1197" y="1151"/>
                  </a:cubicBezTo>
                  <a:cubicBezTo>
                    <a:pt x="1522" y="827"/>
                    <a:pt x="1984" y="665"/>
                    <a:pt x="2428" y="665"/>
                  </a:cubicBezTo>
                  <a:cubicBezTo>
                    <a:pt x="2501" y="665"/>
                    <a:pt x="2575" y="670"/>
                    <a:pt x="2647" y="679"/>
                  </a:cubicBezTo>
                  <a:lnTo>
                    <a:pt x="3182" y="143"/>
                  </a:lnTo>
                  <a:cubicBezTo>
                    <a:pt x="2894" y="47"/>
                    <a:pt x="2611" y="1"/>
                    <a:pt x="2340" y="1"/>
                  </a:cubicBezTo>
                  <a:close/>
                </a:path>
              </a:pathLst>
            </a:custGeom>
            <a:grpFill/>
            <a:ln>
              <a:noFill/>
            </a:ln>
          </p:spPr>
          <p:txBody>
            <a:bodyPr spcFirstLastPara="1" wrap="square" lIns="121900" tIns="121900" rIns="121900" bIns="121900" anchor="ctr" anchorCtr="0">
              <a:noAutofit/>
            </a:bodyPr>
            <a:lstStyle/>
            <a:p>
              <a:endParaRPr sz="2400"/>
            </a:p>
          </p:txBody>
        </p:sp>
        <p:sp>
          <p:nvSpPr>
            <p:cNvPr id="163" name="Google Shape;10486;p67">
              <a:extLst>
                <a:ext uri="{FF2B5EF4-FFF2-40B4-BE49-F238E27FC236}">
                  <a16:creationId xmlns:a16="http://schemas.microsoft.com/office/drawing/2014/main" id="{8032897E-E6D6-7B93-B341-4B53096B77A3}"/>
                </a:ext>
              </a:extLst>
            </p:cNvPr>
            <p:cNvSpPr/>
            <p:nvPr/>
          </p:nvSpPr>
          <p:spPr>
            <a:xfrm>
              <a:off x="-1591550" y="3668825"/>
              <a:ext cx="222925" cy="223225"/>
            </a:xfrm>
            <a:custGeom>
              <a:avLst/>
              <a:gdLst/>
              <a:ahLst/>
              <a:cxnLst/>
              <a:rect l="l" t="t" r="r" b="b"/>
              <a:pathLst>
                <a:path w="8917" h="8929" extrusionOk="0">
                  <a:moveTo>
                    <a:pt x="4475" y="1"/>
                  </a:moveTo>
                  <a:cubicBezTo>
                    <a:pt x="3329" y="1"/>
                    <a:pt x="2187" y="454"/>
                    <a:pt x="1324" y="1336"/>
                  </a:cubicBezTo>
                  <a:cubicBezTo>
                    <a:pt x="474" y="2155"/>
                    <a:pt x="1" y="3289"/>
                    <a:pt x="1" y="4486"/>
                  </a:cubicBezTo>
                  <a:cubicBezTo>
                    <a:pt x="1" y="6912"/>
                    <a:pt x="2017" y="8929"/>
                    <a:pt x="4475" y="8929"/>
                  </a:cubicBezTo>
                  <a:cubicBezTo>
                    <a:pt x="6901" y="8929"/>
                    <a:pt x="8917" y="6912"/>
                    <a:pt x="8917" y="4486"/>
                  </a:cubicBezTo>
                  <a:cubicBezTo>
                    <a:pt x="8917" y="3604"/>
                    <a:pt x="8696" y="2817"/>
                    <a:pt x="8255" y="2124"/>
                  </a:cubicBezTo>
                  <a:cubicBezTo>
                    <a:pt x="8098" y="2218"/>
                    <a:pt x="7342" y="2943"/>
                    <a:pt x="7184" y="3100"/>
                  </a:cubicBezTo>
                  <a:cubicBezTo>
                    <a:pt x="8161" y="5148"/>
                    <a:pt x="6680" y="7511"/>
                    <a:pt x="4412" y="7511"/>
                  </a:cubicBezTo>
                  <a:cubicBezTo>
                    <a:pt x="1702" y="7511"/>
                    <a:pt x="316" y="4203"/>
                    <a:pt x="2269" y="2281"/>
                  </a:cubicBezTo>
                  <a:cubicBezTo>
                    <a:pt x="2869" y="1681"/>
                    <a:pt x="3659" y="1373"/>
                    <a:pt x="4447" y="1373"/>
                  </a:cubicBezTo>
                  <a:cubicBezTo>
                    <a:pt x="4900" y="1373"/>
                    <a:pt x="5352" y="1475"/>
                    <a:pt x="5766" y="1682"/>
                  </a:cubicBezTo>
                  <a:cubicBezTo>
                    <a:pt x="5924" y="1525"/>
                    <a:pt x="6617" y="800"/>
                    <a:pt x="6838" y="706"/>
                  </a:cubicBezTo>
                  <a:cubicBezTo>
                    <a:pt x="6115" y="233"/>
                    <a:pt x="5294" y="1"/>
                    <a:pt x="4475"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64" name="Google Shape;10487;p67">
            <a:extLst>
              <a:ext uri="{FF2B5EF4-FFF2-40B4-BE49-F238E27FC236}">
                <a16:creationId xmlns:a16="http://schemas.microsoft.com/office/drawing/2014/main" id="{5AC40940-A8B0-DEE4-7D4D-F391B2CA3DD0}"/>
              </a:ext>
            </a:extLst>
          </p:cNvPr>
          <p:cNvGrpSpPr/>
          <p:nvPr/>
        </p:nvGrpSpPr>
        <p:grpSpPr>
          <a:xfrm>
            <a:off x="9258806" y="5456765"/>
            <a:ext cx="439460" cy="415839"/>
            <a:chOff x="-1592325" y="3957400"/>
            <a:chExt cx="293025" cy="277275"/>
          </a:xfrm>
          <a:solidFill>
            <a:srgbClr val="6C1D35"/>
          </a:solidFill>
        </p:grpSpPr>
        <p:sp>
          <p:nvSpPr>
            <p:cNvPr id="165" name="Google Shape;10488;p67">
              <a:extLst>
                <a:ext uri="{FF2B5EF4-FFF2-40B4-BE49-F238E27FC236}">
                  <a16:creationId xmlns:a16="http://schemas.microsoft.com/office/drawing/2014/main" id="{AB7C847C-DC97-E3A0-8C39-29D5E1211B1E}"/>
                </a:ext>
              </a:extLst>
            </p:cNvPr>
            <p:cNvSpPr/>
            <p:nvPr/>
          </p:nvSpPr>
          <p:spPr>
            <a:xfrm>
              <a:off x="-1591550" y="3957400"/>
              <a:ext cx="292250" cy="68550"/>
            </a:xfrm>
            <a:custGeom>
              <a:avLst/>
              <a:gdLst/>
              <a:ahLst/>
              <a:cxnLst/>
              <a:rect l="l" t="t" r="r" b="b"/>
              <a:pathLst>
                <a:path w="11690" h="2742" extrusionOk="0">
                  <a:moveTo>
                    <a:pt x="9894" y="1355"/>
                  </a:moveTo>
                  <a:cubicBezTo>
                    <a:pt x="10335" y="1355"/>
                    <a:pt x="10366" y="2017"/>
                    <a:pt x="9894" y="2017"/>
                  </a:cubicBezTo>
                  <a:lnTo>
                    <a:pt x="5798" y="2017"/>
                  </a:lnTo>
                  <a:cubicBezTo>
                    <a:pt x="5778" y="2019"/>
                    <a:pt x="5759" y="2021"/>
                    <a:pt x="5741" y="2021"/>
                  </a:cubicBezTo>
                  <a:cubicBezTo>
                    <a:pt x="5326" y="2021"/>
                    <a:pt x="5345" y="1355"/>
                    <a:pt x="5798" y="1355"/>
                  </a:cubicBezTo>
                  <a:close/>
                  <a:moveTo>
                    <a:pt x="1671" y="1355"/>
                  </a:moveTo>
                  <a:cubicBezTo>
                    <a:pt x="1860" y="1355"/>
                    <a:pt x="2017" y="1513"/>
                    <a:pt x="2017" y="1702"/>
                  </a:cubicBezTo>
                  <a:cubicBezTo>
                    <a:pt x="2017" y="1891"/>
                    <a:pt x="1860" y="2048"/>
                    <a:pt x="1671" y="2048"/>
                  </a:cubicBezTo>
                  <a:cubicBezTo>
                    <a:pt x="1482" y="2048"/>
                    <a:pt x="1324" y="1891"/>
                    <a:pt x="1324" y="1702"/>
                  </a:cubicBezTo>
                  <a:cubicBezTo>
                    <a:pt x="1356" y="1513"/>
                    <a:pt x="1513" y="1355"/>
                    <a:pt x="1671" y="1355"/>
                  </a:cubicBezTo>
                  <a:close/>
                  <a:moveTo>
                    <a:pt x="3057" y="1355"/>
                  </a:moveTo>
                  <a:cubicBezTo>
                    <a:pt x="3246" y="1355"/>
                    <a:pt x="3404" y="1513"/>
                    <a:pt x="3404" y="1702"/>
                  </a:cubicBezTo>
                  <a:cubicBezTo>
                    <a:pt x="3404" y="1891"/>
                    <a:pt x="3246" y="2048"/>
                    <a:pt x="3057" y="2048"/>
                  </a:cubicBezTo>
                  <a:cubicBezTo>
                    <a:pt x="2836" y="2048"/>
                    <a:pt x="2679" y="1891"/>
                    <a:pt x="2679" y="1702"/>
                  </a:cubicBezTo>
                  <a:cubicBezTo>
                    <a:pt x="2679" y="1513"/>
                    <a:pt x="2836" y="1355"/>
                    <a:pt x="3057" y="1355"/>
                  </a:cubicBezTo>
                  <a:close/>
                  <a:moveTo>
                    <a:pt x="4412" y="1355"/>
                  </a:moveTo>
                  <a:cubicBezTo>
                    <a:pt x="4632" y="1355"/>
                    <a:pt x="4790" y="1513"/>
                    <a:pt x="4790" y="1702"/>
                  </a:cubicBezTo>
                  <a:cubicBezTo>
                    <a:pt x="4790" y="1891"/>
                    <a:pt x="4632" y="2048"/>
                    <a:pt x="4412" y="2048"/>
                  </a:cubicBezTo>
                  <a:cubicBezTo>
                    <a:pt x="4223" y="2048"/>
                    <a:pt x="4065" y="1891"/>
                    <a:pt x="4065" y="1702"/>
                  </a:cubicBezTo>
                  <a:cubicBezTo>
                    <a:pt x="4065" y="1513"/>
                    <a:pt x="4223" y="1355"/>
                    <a:pt x="4412" y="1355"/>
                  </a:cubicBezTo>
                  <a:close/>
                  <a:moveTo>
                    <a:pt x="1041" y="0"/>
                  </a:moveTo>
                  <a:cubicBezTo>
                    <a:pt x="474" y="0"/>
                    <a:pt x="1" y="473"/>
                    <a:pt x="1" y="1040"/>
                  </a:cubicBezTo>
                  <a:lnTo>
                    <a:pt x="1" y="2741"/>
                  </a:lnTo>
                  <a:lnTo>
                    <a:pt x="11689" y="2741"/>
                  </a:lnTo>
                  <a:lnTo>
                    <a:pt x="11689" y="1040"/>
                  </a:lnTo>
                  <a:cubicBezTo>
                    <a:pt x="11689" y="505"/>
                    <a:pt x="11154" y="0"/>
                    <a:pt x="10618" y="0"/>
                  </a:cubicBezTo>
                  <a:close/>
                </a:path>
              </a:pathLst>
            </a:custGeom>
            <a:grpFill/>
            <a:ln>
              <a:noFill/>
            </a:ln>
          </p:spPr>
          <p:txBody>
            <a:bodyPr spcFirstLastPara="1" wrap="square" lIns="121900" tIns="121900" rIns="121900" bIns="121900" anchor="ctr" anchorCtr="0">
              <a:noAutofit/>
            </a:bodyPr>
            <a:lstStyle/>
            <a:p>
              <a:endParaRPr sz="2400"/>
            </a:p>
          </p:txBody>
        </p:sp>
        <p:sp>
          <p:nvSpPr>
            <p:cNvPr id="166" name="Google Shape;10489;p67">
              <a:extLst>
                <a:ext uri="{FF2B5EF4-FFF2-40B4-BE49-F238E27FC236}">
                  <a16:creationId xmlns:a16="http://schemas.microsoft.com/office/drawing/2014/main" id="{CD8444E9-49B2-531B-DC6D-CF17A03645F7}"/>
                </a:ext>
              </a:extLst>
            </p:cNvPr>
            <p:cNvSpPr/>
            <p:nvPr/>
          </p:nvSpPr>
          <p:spPr>
            <a:xfrm>
              <a:off x="-1592325" y="4043250"/>
              <a:ext cx="291450" cy="171725"/>
            </a:xfrm>
            <a:custGeom>
              <a:avLst/>
              <a:gdLst/>
              <a:ahLst/>
              <a:cxnLst/>
              <a:rect l="l" t="t" r="r" b="b"/>
              <a:pathLst>
                <a:path w="11658" h="6869" extrusionOk="0">
                  <a:moveTo>
                    <a:pt x="0" y="0"/>
                  </a:moveTo>
                  <a:lnTo>
                    <a:pt x="0" y="5829"/>
                  </a:lnTo>
                  <a:cubicBezTo>
                    <a:pt x="0" y="6396"/>
                    <a:pt x="473" y="6869"/>
                    <a:pt x="1040" y="6869"/>
                  </a:cubicBezTo>
                  <a:lnTo>
                    <a:pt x="2867" y="6869"/>
                  </a:lnTo>
                  <a:lnTo>
                    <a:pt x="2647" y="6616"/>
                  </a:lnTo>
                  <a:cubicBezTo>
                    <a:pt x="2521" y="6522"/>
                    <a:pt x="2521" y="6270"/>
                    <a:pt x="2647" y="6144"/>
                  </a:cubicBezTo>
                  <a:lnTo>
                    <a:pt x="2993" y="5797"/>
                  </a:lnTo>
                  <a:cubicBezTo>
                    <a:pt x="2962" y="5734"/>
                    <a:pt x="2930" y="5608"/>
                    <a:pt x="2867" y="5482"/>
                  </a:cubicBezTo>
                  <a:lnTo>
                    <a:pt x="2363" y="5482"/>
                  </a:lnTo>
                  <a:cubicBezTo>
                    <a:pt x="2174" y="5482"/>
                    <a:pt x="2017" y="5325"/>
                    <a:pt x="2017" y="5136"/>
                  </a:cubicBezTo>
                  <a:lnTo>
                    <a:pt x="2017" y="3750"/>
                  </a:lnTo>
                  <a:cubicBezTo>
                    <a:pt x="2017" y="3561"/>
                    <a:pt x="2174" y="3403"/>
                    <a:pt x="2363" y="3403"/>
                  </a:cubicBezTo>
                  <a:lnTo>
                    <a:pt x="2867" y="3403"/>
                  </a:lnTo>
                  <a:cubicBezTo>
                    <a:pt x="2930" y="3277"/>
                    <a:pt x="2962" y="3214"/>
                    <a:pt x="2993" y="3088"/>
                  </a:cubicBezTo>
                  <a:lnTo>
                    <a:pt x="2647" y="2741"/>
                  </a:lnTo>
                  <a:cubicBezTo>
                    <a:pt x="2521" y="2615"/>
                    <a:pt x="2521" y="2363"/>
                    <a:pt x="2647" y="2269"/>
                  </a:cubicBezTo>
                  <a:lnTo>
                    <a:pt x="3624" y="1261"/>
                  </a:lnTo>
                  <a:cubicBezTo>
                    <a:pt x="3687" y="1213"/>
                    <a:pt x="3773" y="1190"/>
                    <a:pt x="3860" y="1190"/>
                  </a:cubicBezTo>
                  <a:cubicBezTo>
                    <a:pt x="3946" y="1190"/>
                    <a:pt x="4033" y="1213"/>
                    <a:pt x="4096" y="1261"/>
                  </a:cubicBezTo>
                  <a:lnTo>
                    <a:pt x="4443" y="1639"/>
                  </a:lnTo>
                  <a:cubicBezTo>
                    <a:pt x="4537" y="1576"/>
                    <a:pt x="4663" y="1544"/>
                    <a:pt x="4758" y="1513"/>
                  </a:cubicBezTo>
                  <a:lnTo>
                    <a:pt x="4758" y="1009"/>
                  </a:lnTo>
                  <a:cubicBezTo>
                    <a:pt x="4758" y="788"/>
                    <a:pt x="4915" y="631"/>
                    <a:pt x="5136" y="631"/>
                  </a:cubicBezTo>
                  <a:lnTo>
                    <a:pt x="6490" y="631"/>
                  </a:lnTo>
                  <a:cubicBezTo>
                    <a:pt x="6711" y="631"/>
                    <a:pt x="6869" y="788"/>
                    <a:pt x="6869" y="1009"/>
                  </a:cubicBezTo>
                  <a:lnTo>
                    <a:pt x="6869" y="1513"/>
                  </a:lnTo>
                  <a:cubicBezTo>
                    <a:pt x="6963" y="1544"/>
                    <a:pt x="7058" y="1576"/>
                    <a:pt x="7184" y="1639"/>
                  </a:cubicBezTo>
                  <a:lnTo>
                    <a:pt x="7530" y="1261"/>
                  </a:lnTo>
                  <a:cubicBezTo>
                    <a:pt x="7593" y="1213"/>
                    <a:pt x="7680" y="1190"/>
                    <a:pt x="7766" y="1190"/>
                  </a:cubicBezTo>
                  <a:cubicBezTo>
                    <a:pt x="7853" y="1190"/>
                    <a:pt x="7940" y="1213"/>
                    <a:pt x="8003" y="1261"/>
                  </a:cubicBezTo>
                  <a:lnTo>
                    <a:pt x="8979" y="2269"/>
                  </a:lnTo>
                  <a:cubicBezTo>
                    <a:pt x="9105" y="2363"/>
                    <a:pt x="9105" y="2615"/>
                    <a:pt x="8979" y="2741"/>
                  </a:cubicBezTo>
                  <a:lnTo>
                    <a:pt x="8633" y="3088"/>
                  </a:lnTo>
                  <a:cubicBezTo>
                    <a:pt x="8664" y="3151"/>
                    <a:pt x="8696" y="3277"/>
                    <a:pt x="8759" y="3403"/>
                  </a:cubicBezTo>
                  <a:lnTo>
                    <a:pt x="9263" y="3403"/>
                  </a:lnTo>
                  <a:cubicBezTo>
                    <a:pt x="9452" y="3403"/>
                    <a:pt x="9609" y="3561"/>
                    <a:pt x="9609" y="3750"/>
                  </a:cubicBezTo>
                  <a:lnTo>
                    <a:pt x="9609" y="5136"/>
                  </a:lnTo>
                  <a:cubicBezTo>
                    <a:pt x="9609" y="5325"/>
                    <a:pt x="9452" y="5482"/>
                    <a:pt x="9263" y="5482"/>
                  </a:cubicBezTo>
                  <a:lnTo>
                    <a:pt x="8759" y="5482"/>
                  </a:lnTo>
                  <a:cubicBezTo>
                    <a:pt x="8727" y="5608"/>
                    <a:pt x="8664" y="5671"/>
                    <a:pt x="8633" y="5797"/>
                  </a:cubicBezTo>
                  <a:lnTo>
                    <a:pt x="8979" y="6144"/>
                  </a:lnTo>
                  <a:cubicBezTo>
                    <a:pt x="9105" y="6270"/>
                    <a:pt x="9105" y="6522"/>
                    <a:pt x="8979" y="6616"/>
                  </a:cubicBezTo>
                  <a:lnTo>
                    <a:pt x="8759" y="6869"/>
                  </a:lnTo>
                  <a:lnTo>
                    <a:pt x="10586" y="6869"/>
                  </a:lnTo>
                  <a:cubicBezTo>
                    <a:pt x="11153" y="6869"/>
                    <a:pt x="11657" y="6396"/>
                    <a:pt x="11657" y="5829"/>
                  </a:cubicBezTo>
                  <a:lnTo>
                    <a:pt x="11657" y="0"/>
                  </a:lnTo>
                  <a:close/>
                </a:path>
              </a:pathLst>
            </a:custGeom>
            <a:grpFill/>
            <a:ln>
              <a:noFill/>
            </a:ln>
          </p:spPr>
          <p:txBody>
            <a:bodyPr spcFirstLastPara="1" wrap="square" lIns="121900" tIns="121900" rIns="121900" bIns="121900" anchor="ctr" anchorCtr="0">
              <a:noAutofit/>
            </a:bodyPr>
            <a:lstStyle/>
            <a:p>
              <a:endParaRPr sz="2400"/>
            </a:p>
          </p:txBody>
        </p:sp>
        <p:sp>
          <p:nvSpPr>
            <p:cNvPr id="167" name="Google Shape;10490;p67">
              <a:extLst>
                <a:ext uri="{FF2B5EF4-FFF2-40B4-BE49-F238E27FC236}">
                  <a16:creationId xmlns:a16="http://schemas.microsoft.com/office/drawing/2014/main" id="{8F2F0230-535B-8D4F-B08B-BEB3E5CF2477}"/>
                </a:ext>
              </a:extLst>
            </p:cNvPr>
            <p:cNvSpPr/>
            <p:nvPr/>
          </p:nvSpPr>
          <p:spPr>
            <a:xfrm>
              <a:off x="-1471825" y="4129100"/>
              <a:ext cx="51225" cy="51225"/>
            </a:xfrm>
            <a:custGeom>
              <a:avLst/>
              <a:gdLst/>
              <a:ahLst/>
              <a:cxnLst/>
              <a:rect l="l" t="t" r="r" b="b"/>
              <a:pathLst>
                <a:path w="2049" h="2049" extrusionOk="0">
                  <a:moveTo>
                    <a:pt x="1009" y="1"/>
                  </a:moveTo>
                  <a:cubicBezTo>
                    <a:pt x="442" y="1"/>
                    <a:pt x="1" y="473"/>
                    <a:pt x="1" y="1009"/>
                  </a:cubicBezTo>
                  <a:cubicBezTo>
                    <a:pt x="1" y="1576"/>
                    <a:pt x="442" y="2048"/>
                    <a:pt x="1009" y="2048"/>
                  </a:cubicBezTo>
                  <a:cubicBezTo>
                    <a:pt x="1576" y="2048"/>
                    <a:pt x="2049" y="1576"/>
                    <a:pt x="2049" y="1009"/>
                  </a:cubicBezTo>
                  <a:cubicBezTo>
                    <a:pt x="2049" y="473"/>
                    <a:pt x="1576" y="1"/>
                    <a:pt x="1009" y="1"/>
                  </a:cubicBezTo>
                  <a:close/>
                </a:path>
              </a:pathLst>
            </a:custGeom>
            <a:grpFill/>
            <a:ln>
              <a:noFill/>
            </a:ln>
          </p:spPr>
          <p:txBody>
            <a:bodyPr spcFirstLastPara="1" wrap="square" lIns="121900" tIns="121900" rIns="121900" bIns="121900" anchor="ctr" anchorCtr="0">
              <a:noAutofit/>
            </a:bodyPr>
            <a:lstStyle/>
            <a:p>
              <a:endParaRPr sz="2400"/>
            </a:p>
          </p:txBody>
        </p:sp>
        <p:sp>
          <p:nvSpPr>
            <p:cNvPr id="168" name="Google Shape;10491;p67">
              <a:extLst>
                <a:ext uri="{FF2B5EF4-FFF2-40B4-BE49-F238E27FC236}">
                  <a16:creationId xmlns:a16="http://schemas.microsoft.com/office/drawing/2014/main" id="{6815F015-E5FB-0D3D-DFA1-6986A80F8FFB}"/>
                </a:ext>
              </a:extLst>
            </p:cNvPr>
            <p:cNvSpPr/>
            <p:nvPr/>
          </p:nvSpPr>
          <p:spPr>
            <a:xfrm>
              <a:off x="-1526175" y="4077900"/>
              <a:ext cx="156775" cy="156775"/>
            </a:xfrm>
            <a:custGeom>
              <a:avLst/>
              <a:gdLst/>
              <a:ahLst/>
              <a:cxnLst/>
              <a:rect l="l" t="t" r="r" b="b"/>
              <a:pathLst>
                <a:path w="6271" h="6271" extrusionOk="0">
                  <a:moveTo>
                    <a:pt x="3183" y="1418"/>
                  </a:moveTo>
                  <a:cubicBezTo>
                    <a:pt x="4128" y="1418"/>
                    <a:pt x="4884" y="2175"/>
                    <a:pt x="4884" y="3120"/>
                  </a:cubicBezTo>
                  <a:cubicBezTo>
                    <a:pt x="4884" y="4033"/>
                    <a:pt x="4128" y="4821"/>
                    <a:pt x="3183" y="4821"/>
                  </a:cubicBezTo>
                  <a:cubicBezTo>
                    <a:pt x="2238" y="4821"/>
                    <a:pt x="1482" y="4065"/>
                    <a:pt x="1482" y="3120"/>
                  </a:cubicBezTo>
                  <a:cubicBezTo>
                    <a:pt x="1482" y="2175"/>
                    <a:pt x="2238" y="1418"/>
                    <a:pt x="3183" y="1418"/>
                  </a:cubicBezTo>
                  <a:close/>
                  <a:moveTo>
                    <a:pt x="2805" y="1"/>
                  </a:moveTo>
                  <a:lnTo>
                    <a:pt x="2805" y="442"/>
                  </a:lnTo>
                  <a:cubicBezTo>
                    <a:pt x="2805" y="599"/>
                    <a:pt x="2679" y="725"/>
                    <a:pt x="2521" y="757"/>
                  </a:cubicBezTo>
                  <a:cubicBezTo>
                    <a:pt x="2332" y="788"/>
                    <a:pt x="2080" y="914"/>
                    <a:pt x="1891" y="1040"/>
                  </a:cubicBezTo>
                  <a:cubicBezTo>
                    <a:pt x="1847" y="1063"/>
                    <a:pt x="1794" y="1073"/>
                    <a:pt x="1739" y="1073"/>
                  </a:cubicBezTo>
                  <a:cubicBezTo>
                    <a:pt x="1639" y="1073"/>
                    <a:pt x="1531" y="1038"/>
                    <a:pt x="1450" y="977"/>
                  </a:cubicBezTo>
                  <a:lnTo>
                    <a:pt x="1135" y="662"/>
                  </a:lnTo>
                  <a:lnTo>
                    <a:pt x="662" y="1135"/>
                  </a:lnTo>
                  <a:lnTo>
                    <a:pt x="978" y="1450"/>
                  </a:lnTo>
                  <a:cubicBezTo>
                    <a:pt x="1104" y="1576"/>
                    <a:pt x="1104" y="1733"/>
                    <a:pt x="1041" y="1891"/>
                  </a:cubicBezTo>
                  <a:cubicBezTo>
                    <a:pt x="915" y="2080"/>
                    <a:pt x="820" y="2301"/>
                    <a:pt x="757" y="2521"/>
                  </a:cubicBezTo>
                  <a:cubicBezTo>
                    <a:pt x="726" y="2679"/>
                    <a:pt x="599" y="2805"/>
                    <a:pt x="442" y="2805"/>
                  </a:cubicBezTo>
                  <a:lnTo>
                    <a:pt x="1" y="2805"/>
                  </a:lnTo>
                  <a:lnTo>
                    <a:pt x="1" y="3466"/>
                  </a:lnTo>
                  <a:lnTo>
                    <a:pt x="442" y="3466"/>
                  </a:lnTo>
                  <a:cubicBezTo>
                    <a:pt x="599" y="3466"/>
                    <a:pt x="726" y="3592"/>
                    <a:pt x="757" y="3750"/>
                  </a:cubicBezTo>
                  <a:cubicBezTo>
                    <a:pt x="789" y="3939"/>
                    <a:pt x="915" y="4191"/>
                    <a:pt x="1041" y="4380"/>
                  </a:cubicBezTo>
                  <a:cubicBezTo>
                    <a:pt x="1104" y="4506"/>
                    <a:pt x="1072" y="4695"/>
                    <a:pt x="978" y="4821"/>
                  </a:cubicBezTo>
                  <a:lnTo>
                    <a:pt x="662" y="5136"/>
                  </a:lnTo>
                  <a:lnTo>
                    <a:pt x="1135" y="5609"/>
                  </a:lnTo>
                  <a:lnTo>
                    <a:pt x="1450" y="5294"/>
                  </a:lnTo>
                  <a:cubicBezTo>
                    <a:pt x="1524" y="5220"/>
                    <a:pt x="1609" y="5189"/>
                    <a:pt x="1698" y="5189"/>
                  </a:cubicBezTo>
                  <a:cubicBezTo>
                    <a:pt x="1761" y="5189"/>
                    <a:pt x="1826" y="5204"/>
                    <a:pt x="1891" y="5230"/>
                  </a:cubicBezTo>
                  <a:cubicBezTo>
                    <a:pt x="2080" y="5357"/>
                    <a:pt x="2301" y="5451"/>
                    <a:pt x="2521" y="5514"/>
                  </a:cubicBezTo>
                  <a:cubicBezTo>
                    <a:pt x="2679" y="5546"/>
                    <a:pt x="2805" y="5672"/>
                    <a:pt x="2805" y="5829"/>
                  </a:cubicBezTo>
                  <a:lnTo>
                    <a:pt x="2805" y="6270"/>
                  </a:lnTo>
                  <a:lnTo>
                    <a:pt x="3466" y="6270"/>
                  </a:lnTo>
                  <a:lnTo>
                    <a:pt x="3466" y="5829"/>
                  </a:lnTo>
                  <a:cubicBezTo>
                    <a:pt x="3466" y="5672"/>
                    <a:pt x="3592" y="5546"/>
                    <a:pt x="3750" y="5514"/>
                  </a:cubicBezTo>
                  <a:cubicBezTo>
                    <a:pt x="3939" y="5483"/>
                    <a:pt x="4160" y="5357"/>
                    <a:pt x="4380" y="5230"/>
                  </a:cubicBezTo>
                  <a:cubicBezTo>
                    <a:pt x="4414" y="5208"/>
                    <a:pt x="4463" y="5198"/>
                    <a:pt x="4517" y="5198"/>
                  </a:cubicBezTo>
                  <a:cubicBezTo>
                    <a:pt x="4615" y="5198"/>
                    <a:pt x="4729" y="5232"/>
                    <a:pt x="4790" y="5294"/>
                  </a:cubicBezTo>
                  <a:lnTo>
                    <a:pt x="5105" y="5609"/>
                  </a:lnTo>
                  <a:lnTo>
                    <a:pt x="5577" y="5136"/>
                  </a:lnTo>
                  <a:lnTo>
                    <a:pt x="5262" y="4821"/>
                  </a:lnTo>
                  <a:cubicBezTo>
                    <a:pt x="5168" y="4695"/>
                    <a:pt x="5168" y="4537"/>
                    <a:pt x="5231" y="4380"/>
                  </a:cubicBezTo>
                  <a:cubicBezTo>
                    <a:pt x="5357" y="4191"/>
                    <a:pt x="5420" y="3970"/>
                    <a:pt x="5514" y="3750"/>
                  </a:cubicBezTo>
                  <a:cubicBezTo>
                    <a:pt x="5546" y="3592"/>
                    <a:pt x="5672" y="3466"/>
                    <a:pt x="5829" y="3466"/>
                  </a:cubicBezTo>
                  <a:lnTo>
                    <a:pt x="6270" y="3466"/>
                  </a:lnTo>
                  <a:lnTo>
                    <a:pt x="6270" y="2773"/>
                  </a:lnTo>
                  <a:lnTo>
                    <a:pt x="5829" y="2773"/>
                  </a:lnTo>
                  <a:cubicBezTo>
                    <a:pt x="5672" y="2773"/>
                    <a:pt x="5546" y="2647"/>
                    <a:pt x="5514" y="2490"/>
                  </a:cubicBezTo>
                  <a:cubicBezTo>
                    <a:pt x="5483" y="2301"/>
                    <a:pt x="5357" y="2049"/>
                    <a:pt x="5231" y="1859"/>
                  </a:cubicBezTo>
                  <a:cubicBezTo>
                    <a:pt x="5168" y="1733"/>
                    <a:pt x="5199" y="1544"/>
                    <a:pt x="5262" y="1418"/>
                  </a:cubicBezTo>
                  <a:lnTo>
                    <a:pt x="5577" y="1103"/>
                  </a:lnTo>
                  <a:lnTo>
                    <a:pt x="5105" y="631"/>
                  </a:lnTo>
                  <a:lnTo>
                    <a:pt x="4790" y="946"/>
                  </a:lnTo>
                  <a:cubicBezTo>
                    <a:pt x="4739" y="1013"/>
                    <a:pt x="4670" y="1045"/>
                    <a:pt x="4593" y="1045"/>
                  </a:cubicBezTo>
                  <a:cubicBezTo>
                    <a:pt x="4526" y="1045"/>
                    <a:pt x="4453" y="1021"/>
                    <a:pt x="4380" y="977"/>
                  </a:cubicBezTo>
                  <a:cubicBezTo>
                    <a:pt x="4160" y="883"/>
                    <a:pt x="3971" y="788"/>
                    <a:pt x="3750" y="725"/>
                  </a:cubicBezTo>
                  <a:cubicBezTo>
                    <a:pt x="3592" y="662"/>
                    <a:pt x="3466" y="568"/>
                    <a:pt x="3466" y="410"/>
                  </a:cubicBezTo>
                  <a:lnTo>
                    <a:pt x="3466" y="1"/>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169" name="Google Shape;10492;p67">
            <a:extLst>
              <a:ext uri="{FF2B5EF4-FFF2-40B4-BE49-F238E27FC236}">
                <a16:creationId xmlns:a16="http://schemas.microsoft.com/office/drawing/2014/main" id="{9CF29F9D-7E3A-1CFC-28CB-37FCB479204B}"/>
              </a:ext>
            </a:extLst>
          </p:cNvPr>
          <p:cNvGrpSpPr/>
          <p:nvPr/>
        </p:nvGrpSpPr>
        <p:grpSpPr>
          <a:xfrm>
            <a:off x="10424511" y="4896858"/>
            <a:ext cx="385095" cy="438260"/>
            <a:chOff x="-778700" y="3612425"/>
            <a:chExt cx="256775" cy="292225"/>
          </a:xfrm>
          <a:solidFill>
            <a:srgbClr val="6C1D35"/>
          </a:solidFill>
        </p:grpSpPr>
        <p:sp>
          <p:nvSpPr>
            <p:cNvPr id="170" name="Google Shape;10493;p67">
              <a:extLst>
                <a:ext uri="{FF2B5EF4-FFF2-40B4-BE49-F238E27FC236}">
                  <a16:creationId xmlns:a16="http://schemas.microsoft.com/office/drawing/2014/main" id="{B565C278-2AAD-A2FC-B15E-173A23E8EF5B}"/>
                </a:ext>
              </a:extLst>
            </p:cNvPr>
            <p:cNvSpPr/>
            <p:nvPr/>
          </p:nvSpPr>
          <p:spPr>
            <a:xfrm>
              <a:off x="-692850" y="369905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121900" tIns="121900" rIns="121900" bIns="121900" anchor="ctr" anchorCtr="0">
              <a:noAutofit/>
            </a:bodyPr>
            <a:lstStyle/>
            <a:p>
              <a:endParaRPr sz="2400"/>
            </a:p>
          </p:txBody>
        </p:sp>
        <p:sp>
          <p:nvSpPr>
            <p:cNvPr id="171" name="Google Shape;10494;p67">
              <a:extLst>
                <a:ext uri="{FF2B5EF4-FFF2-40B4-BE49-F238E27FC236}">
                  <a16:creationId xmlns:a16="http://schemas.microsoft.com/office/drawing/2014/main" id="{B4C8A9BC-B264-FF2D-8B52-491525E988DD}"/>
                </a:ext>
              </a:extLst>
            </p:cNvPr>
            <p:cNvSpPr/>
            <p:nvPr/>
          </p:nvSpPr>
          <p:spPr>
            <a:xfrm>
              <a:off x="-777925" y="3612425"/>
              <a:ext cx="204800" cy="34675"/>
            </a:xfrm>
            <a:custGeom>
              <a:avLst/>
              <a:gdLst/>
              <a:ahLst/>
              <a:cxnLst/>
              <a:rect l="l" t="t" r="r" b="b"/>
              <a:pathLst>
                <a:path w="8192" h="1387" extrusionOk="0">
                  <a:moveTo>
                    <a:pt x="1009" y="0"/>
                  </a:moveTo>
                  <a:cubicBezTo>
                    <a:pt x="473" y="0"/>
                    <a:pt x="1" y="473"/>
                    <a:pt x="1" y="1009"/>
                  </a:cubicBezTo>
                  <a:lnTo>
                    <a:pt x="1" y="1387"/>
                  </a:lnTo>
                  <a:lnTo>
                    <a:pt x="8192" y="1387"/>
                  </a:lnTo>
                  <a:lnTo>
                    <a:pt x="8192" y="1009"/>
                  </a:lnTo>
                  <a:cubicBezTo>
                    <a:pt x="8192" y="473"/>
                    <a:pt x="7719" y="0"/>
                    <a:pt x="7152" y="0"/>
                  </a:cubicBezTo>
                  <a:close/>
                </a:path>
              </a:pathLst>
            </a:custGeom>
            <a:grpFill/>
            <a:ln>
              <a:noFill/>
            </a:ln>
          </p:spPr>
          <p:txBody>
            <a:bodyPr spcFirstLastPara="1" wrap="square" lIns="121900" tIns="121900" rIns="121900" bIns="121900" anchor="ctr" anchorCtr="0">
              <a:noAutofit/>
            </a:bodyPr>
            <a:lstStyle/>
            <a:p>
              <a:endParaRPr sz="2400"/>
            </a:p>
          </p:txBody>
        </p:sp>
        <p:sp>
          <p:nvSpPr>
            <p:cNvPr id="172" name="Google Shape;10495;p67">
              <a:extLst>
                <a:ext uri="{FF2B5EF4-FFF2-40B4-BE49-F238E27FC236}">
                  <a16:creationId xmlns:a16="http://schemas.microsoft.com/office/drawing/2014/main" id="{63B4EE9A-C434-255C-5729-A1FD5BFD3F8A}"/>
                </a:ext>
              </a:extLst>
            </p:cNvPr>
            <p:cNvSpPr/>
            <p:nvPr/>
          </p:nvSpPr>
          <p:spPr>
            <a:xfrm>
              <a:off x="-727525" y="3699050"/>
              <a:ext cx="17375" cy="17350"/>
            </a:xfrm>
            <a:custGeom>
              <a:avLst/>
              <a:gdLst/>
              <a:ahLst/>
              <a:cxnLst/>
              <a:rect l="l" t="t" r="r" b="b"/>
              <a:pathLst>
                <a:path w="695" h="694" extrusionOk="0">
                  <a:moveTo>
                    <a:pt x="347" y="1"/>
                  </a:moveTo>
                  <a:cubicBezTo>
                    <a:pt x="158" y="1"/>
                    <a:pt x="1" y="158"/>
                    <a:pt x="1" y="347"/>
                  </a:cubicBezTo>
                  <a:cubicBezTo>
                    <a:pt x="1" y="536"/>
                    <a:pt x="158" y="694"/>
                    <a:pt x="347" y="694"/>
                  </a:cubicBezTo>
                  <a:cubicBezTo>
                    <a:pt x="537" y="694"/>
                    <a:pt x="694" y="536"/>
                    <a:pt x="694" y="347"/>
                  </a:cubicBezTo>
                  <a:cubicBezTo>
                    <a:pt x="694" y="158"/>
                    <a:pt x="537" y="1"/>
                    <a:pt x="347" y="1"/>
                  </a:cubicBezTo>
                  <a:close/>
                </a:path>
              </a:pathLst>
            </a:custGeom>
            <a:grpFill/>
            <a:ln>
              <a:noFill/>
            </a:ln>
          </p:spPr>
          <p:txBody>
            <a:bodyPr spcFirstLastPara="1" wrap="square" lIns="121900" tIns="121900" rIns="121900" bIns="121900" anchor="ctr" anchorCtr="0">
              <a:noAutofit/>
            </a:bodyPr>
            <a:lstStyle/>
            <a:p>
              <a:endParaRPr sz="2400"/>
            </a:p>
          </p:txBody>
        </p:sp>
        <p:sp>
          <p:nvSpPr>
            <p:cNvPr id="173" name="Google Shape;10496;p67">
              <a:extLst>
                <a:ext uri="{FF2B5EF4-FFF2-40B4-BE49-F238E27FC236}">
                  <a16:creationId xmlns:a16="http://schemas.microsoft.com/office/drawing/2014/main" id="{B01AAFEE-F035-BB70-AB3E-0E13BAD5ECB9}"/>
                </a:ext>
              </a:extLst>
            </p:cNvPr>
            <p:cNvSpPr/>
            <p:nvPr/>
          </p:nvSpPr>
          <p:spPr>
            <a:xfrm>
              <a:off x="-778700" y="3664400"/>
              <a:ext cx="205575" cy="102425"/>
            </a:xfrm>
            <a:custGeom>
              <a:avLst/>
              <a:gdLst/>
              <a:ahLst/>
              <a:cxnLst/>
              <a:rect l="l" t="t" r="r" b="b"/>
              <a:pathLst>
                <a:path w="8223" h="4097" extrusionOk="0">
                  <a:moveTo>
                    <a:pt x="3781" y="694"/>
                  </a:moveTo>
                  <a:cubicBezTo>
                    <a:pt x="4316" y="694"/>
                    <a:pt x="4789" y="1166"/>
                    <a:pt x="4789" y="1733"/>
                  </a:cubicBezTo>
                  <a:cubicBezTo>
                    <a:pt x="4789" y="2301"/>
                    <a:pt x="4316" y="2773"/>
                    <a:pt x="3781" y="2773"/>
                  </a:cubicBezTo>
                  <a:cubicBezTo>
                    <a:pt x="3497" y="2773"/>
                    <a:pt x="3245" y="2647"/>
                    <a:pt x="3088" y="2490"/>
                  </a:cubicBezTo>
                  <a:cubicBezTo>
                    <a:pt x="2899" y="2647"/>
                    <a:pt x="2678" y="2773"/>
                    <a:pt x="2426" y="2773"/>
                  </a:cubicBezTo>
                  <a:cubicBezTo>
                    <a:pt x="1890" y="2773"/>
                    <a:pt x="1418" y="2301"/>
                    <a:pt x="1418" y="1733"/>
                  </a:cubicBezTo>
                  <a:cubicBezTo>
                    <a:pt x="1418" y="1198"/>
                    <a:pt x="1890" y="694"/>
                    <a:pt x="2426" y="694"/>
                  </a:cubicBezTo>
                  <a:cubicBezTo>
                    <a:pt x="2710" y="694"/>
                    <a:pt x="2930" y="820"/>
                    <a:pt x="3088" y="977"/>
                  </a:cubicBezTo>
                  <a:cubicBezTo>
                    <a:pt x="3308" y="820"/>
                    <a:pt x="3529" y="694"/>
                    <a:pt x="3781" y="694"/>
                  </a:cubicBezTo>
                  <a:close/>
                  <a:moveTo>
                    <a:pt x="0" y="1"/>
                  </a:moveTo>
                  <a:lnTo>
                    <a:pt x="0" y="3088"/>
                  </a:lnTo>
                  <a:cubicBezTo>
                    <a:pt x="0" y="3624"/>
                    <a:pt x="473" y="4096"/>
                    <a:pt x="1008" y="4096"/>
                  </a:cubicBezTo>
                  <a:lnTo>
                    <a:pt x="6837" y="4096"/>
                  </a:lnTo>
                  <a:lnTo>
                    <a:pt x="6837" y="3498"/>
                  </a:lnTo>
                  <a:lnTo>
                    <a:pt x="5766" y="2458"/>
                  </a:lnTo>
                  <a:cubicBezTo>
                    <a:pt x="5034" y="1726"/>
                    <a:pt x="5756" y="674"/>
                    <a:pt x="6558" y="674"/>
                  </a:cubicBezTo>
                  <a:cubicBezTo>
                    <a:pt x="6792" y="674"/>
                    <a:pt x="7033" y="764"/>
                    <a:pt x="7246" y="977"/>
                  </a:cubicBezTo>
                  <a:lnTo>
                    <a:pt x="8223" y="1985"/>
                  </a:lnTo>
                  <a:lnTo>
                    <a:pt x="8223" y="1"/>
                  </a:lnTo>
                  <a:close/>
                </a:path>
              </a:pathLst>
            </a:custGeom>
            <a:grpFill/>
            <a:ln>
              <a:noFill/>
            </a:ln>
          </p:spPr>
          <p:txBody>
            <a:bodyPr spcFirstLastPara="1" wrap="square" lIns="121900" tIns="121900" rIns="121900" bIns="121900" anchor="ctr" anchorCtr="0">
              <a:noAutofit/>
            </a:bodyPr>
            <a:lstStyle/>
            <a:p>
              <a:endParaRPr sz="2400"/>
            </a:p>
          </p:txBody>
        </p:sp>
        <p:sp>
          <p:nvSpPr>
            <p:cNvPr id="174" name="Google Shape;10497;p67">
              <a:extLst>
                <a:ext uri="{FF2B5EF4-FFF2-40B4-BE49-F238E27FC236}">
                  <a16:creationId xmlns:a16="http://schemas.microsoft.com/office/drawing/2014/main" id="{85AD6C57-4A03-CED7-6064-62181E6DBE0E}"/>
                </a:ext>
              </a:extLst>
            </p:cNvPr>
            <p:cNvSpPr/>
            <p:nvPr/>
          </p:nvSpPr>
          <p:spPr>
            <a:xfrm>
              <a:off x="-659775" y="3835325"/>
              <a:ext cx="137850" cy="69325"/>
            </a:xfrm>
            <a:custGeom>
              <a:avLst/>
              <a:gdLst/>
              <a:ahLst/>
              <a:cxnLst/>
              <a:rect l="l" t="t" r="r" b="b"/>
              <a:pathLst>
                <a:path w="5514" h="2773" extrusionOk="0">
                  <a:moveTo>
                    <a:pt x="1733" y="693"/>
                  </a:moveTo>
                  <a:cubicBezTo>
                    <a:pt x="1922" y="693"/>
                    <a:pt x="2080" y="851"/>
                    <a:pt x="2080" y="1040"/>
                  </a:cubicBezTo>
                  <a:cubicBezTo>
                    <a:pt x="2080" y="1229"/>
                    <a:pt x="1922" y="1386"/>
                    <a:pt x="1733" y="1386"/>
                  </a:cubicBezTo>
                  <a:cubicBezTo>
                    <a:pt x="1544" y="1386"/>
                    <a:pt x="1387" y="1229"/>
                    <a:pt x="1387" y="1040"/>
                  </a:cubicBezTo>
                  <a:cubicBezTo>
                    <a:pt x="1387" y="851"/>
                    <a:pt x="1544" y="693"/>
                    <a:pt x="1733" y="693"/>
                  </a:cubicBezTo>
                  <a:close/>
                  <a:moveTo>
                    <a:pt x="63" y="0"/>
                  </a:moveTo>
                  <a:cubicBezTo>
                    <a:pt x="32" y="126"/>
                    <a:pt x="0" y="252"/>
                    <a:pt x="0" y="378"/>
                  </a:cubicBezTo>
                  <a:lnTo>
                    <a:pt x="0" y="2426"/>
                  </a:lnTo>
                  <a:cubicBezTo>
                    <a:pt x="0" y="2615"/>
                    <a:pt x="158" y="2773"/>
                    <a:pt x="347" y="2773"/>
                  </a:cubicBezTo>
                  <a:lnTo>
                    <a:pt x="5167" y="2773"/>
                  </a:lnTo>
                  <a:cubicBezTo>
                    <a:pt x="5356" y="2773"/>
                    <a:pt x="5514" y="2615"/>
                    <a:pt x="5514" y="2426"/>
                  </a:cubicBezTo>
                  <a:lnTo>
                    <a:pt x="5514" y="378"/>
                  </a:lnTo>
                  <a:cubicBezTo>
                    <a:pt x="5514" y="252"/>
                    <a:pt x="5482" y="126"/>
                    <a:pt x="5451" y="0"/>
                  </a:cubicBezTo>
                  <a:close/>
                </a:path>
              </a:pathLst>
            </a:custGeom>
            <a:grpFill/>
            <a:ln>
              <a:noFill/>
            </a:ln>
          </p:spPr>
          <p:txBody>
            <a:bodyPr spcFirstLastPara="1" wrap="square" lIns="121900" tIns="121900" rIns="121900" bIns="121900" anchor="ctr" anchorCtr="0">
              <a:noAutofit/>
            </a:bodyPr>
            <a:lstStyle/>
            <a:p>
              <a:endParaRPr sz="2400"/>
            </a:p>
          </p:txBody>
        </p:sp>
        <p:sp>
          <p:nvSpPr>
            <p:cNvPr id="175" name="Google Shape;10498;p67">
              <a:extLst>
                <a:ext uri="{FF2B5EF4-FFF2-40B4-BE49-F238E27FC236}">
                  <a16:creationId xmlns:a16="http://schemas.microsoft.com/office/drawing/2014/main" id="{907C8E10-1547-63F5-B659-11C122965E72}"/>
                </a:ext>
              </a:extLst>
            </p:cNvPr>
            <p:cNvSpPr/>
            <p:nvPr/>
          </p:nvSpPr>
          <p:spPr>
            <a:xfrm>
              <a:off x="-658200" y="3669925"/>
              <a:ext cx="136275" cy="148875"/>
            </a:xfrm>
            <a:custGeom>
              <a:avLst/>
              <a:gdLst/>
              <a:ahLst/>
              <a:cxnLst/>
              <a:rect l="l" t="t" r="r" b="b"/>
              <a:pathLst>
                <a:path w="5451" h="5955" extrusionOk="0">
                  <a:moveTo>
                    <a:pt x="4064" y="0"/>
                  </a:moveTo>
                  <a:lnTo>
                    <a:pt x="4064" y="2615"/>
                  </a:lnTo>
                  <a:cubicBezTo>
                    <a:pt x="4064" y="2829"/>
                    <a:pt x="3905" y="2970"/>
                    <a:pt x="3734" y="2970"/>
                  </a:cubicBezTo>
                  <a:cubicBezTo>
                    <a:pt x="3652" y="2970"/>
                    <a:pt x="3568" y="2938"/>
                    <a:pt x="3497" y="2867"/>
                  </a:cubicBezTo>
                  <a:lnTo>
                    <a:pt x="1922" y="1292"/>
                  </a:lnTo>
                  <a:cubicBezTo>
                    <a:pt x="1858" y="1228"/>
                    <a:pt x="1780" y="1201"/>
                    <a:pt x="1701" y="1201"/>
                  </a:cubicBezTo>
                  <a:cubicBezTo>
                    <a:pt x="1429" y="1201"/>
                    <a:pt x="1150" y="1520"/>
                    <a:pt x="1418" y="1764"/>
                  </a:cubicBezTo>
                  <a:lnTo>
                    <a:pt x="2615" y="2930"/>
                  </a:lnTo>
                  <a:cubicBezTo>
                    <a:pt x="2710" y="3025"/>
                    <a:pt x="2741" y="3088"/>
                    <a:pt x="2741" y="3182"/>
                  </a:cubicBezTo>
                  <a:lnTo>
                    <a:pt x="2741" y="3970"/>
                  </a:lnTo>
                  <a:cubicBezTo>
                    <a:pt x="2741" y="4222"/>
                    <a:pt x="2804" y="4505"/>
                    <a:pt x="2930" y="4789"/>
                  </a:cubicBezTo>
                  <a:cubicBezTo>
                    <a:pt x="3052" y="5074"/>
                    <a:pt x="2833" y="5280"/>
                    <a:pt x="2611" y="5280"/>
                  </a:cubicBezTo>
                  <a:cubicBezTo>
                    <a:pt x="2490" y="5280"/>
                    <a:pt x="2367" y="5218"/>
                    <a:pt x="2300" y="5072"/>
                  </a:cubicBezTo>
                  <a:cubicBezTo>
                    <a:pt x="2206" y="4915"/>
                    <a:pt x="2174" y="4757"/>
                    <a:pt x="2143" y="4600"/>
                  </a:cubicBezTo>
                  <a:lnTo>
                    <a:pt x="0" y="4600"/>
                  </a:lnTo>
                  <a:lnTo>
                    <a:pt x="0" y="4631"/>
                  </a:lnTo>
                  <a:cubicBezTo>
                    <a:pt x="0" y="5104"/>
                    <a:pt x="126" y="5545"/>
                    <a:pt x="378" y="5923"/>
                  </a:cubicBezTo>
                  <a:lnTo>
                    <a:pt x="5104" y="5923"/>
                  </a:lnTo>
                  <a:lnTo>
                    <a:pt x="5104" y="5955"/>
                  </a:lnTo>
                  <a:cubicBezTo>
                    <a:pt x="5325" y="5577"/>
                    <a:pt x="5451" y="5104"/>
                    <a:pt x="5451" y="4663"/>
                  </a:cubicBezTo>
                  <a:lnTo>
                    <a:pt x="5451" y="2111"/>
                  </a:lnTo>
                  <a:cubicBezTo>
                    <a:pt x="5451" y="1638"/>
                    <a:pt x="5262" y="1197"/>
                    <a:pt x="4947" y="882"/>
                  </a:cubicBezTo>
                  <a:lnTo>
                    <a:pt x="4064" y="0"/>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176" name="Google Shape;10253;p67">
            <a:extLst>
              <a:ext uri="{FF2B5EF4-FFF2-40B4-BE49-F238E27FC236}">
                <a16:creationId xmlns:a16="http://schemas.microsoft.com/office/drawing/2014/main" id="{1B315C97-8081-CD6F-2BC5-E44830B6B570}"/>
              </a:ext>
            </a:extLst>
          </p:cNvPr>
          <p:cNvGrpSpPr/>
          <p:nvPr/>
        </p:nvGrpSpPr>
        <p:grpSpPr>
          <a:xfrm>
            <a:off x="1361745" y="4299087"/>
            <a:ext cx="460719" cy="437060"/>
            <a:chOff x="-6696925" y="3272575"/>
            <a:chExt cx="307200" cy="291425"/>
          </a:xfrm>
          <a:solidFill>
            <a:srgbClr val="6C1D35"/>
          </a:solidFill>
        </p:grpSpPr>
        <p:sp>
          <p:nvSpPr>
            <p:cNvPr id="177" name="Google Shape;10254;p67">
              <a:extLst>
                <a:ext uri="{FF2B5EF4-FFF2-40B4-BE49-F238E27FC236}">
                  <a16:creationId xmlns:a16="http://schemas.microsoft.com/office/drawing/2014/main" id="{6420B909-3ED2-6393-3CFE-EE144B8EA134}"/>
                </a:ext>
              </a:extLst>
            </p:cNvPr>
            <p:cNvSpPr/>
            <p:nvPr/>
          </p:nvSpPr>
          <p:spPr>
            <a:xfrm>
              <a:off x="-6696925" y="3371400"/>
              <a:ext cx="220575" cy="192600"/>
            </a:xfrm>
            <a:custGeom>
              <a:avLst/>
              <a:gdLst/>
              <a:ahLst/>
              <a:cxnLst/>
              <a:rect l="l" t="t" r="r" b="b"/>
              <a:pathLst>
                <a:path w="8823" h="7704" extrusionOk="0">
                  <a:moveTo>
                    <a:pt x="7531" y="1"/>
                  </a:moveTo>
                  <a:lnTo>
                    <a:pt x="6333" y="1167"/>
                  </a:lnTo>
                  <a:cubicBezTo>
                    <a:pt x="6207" y="1293"/>
                    <a:pt x="6207" y="1513"/>
                    <a:pt x="6333" y="1639"/>
                  </a:cubicBezTo>
                  <a:cubicBezTo>
                    <a:pt x="6743" y="2017"/>
                    <a:pt x="6743" y="2710"/>
                    <a:pt x="6333" y="3088"/>
                  </a:cubicBezTo>
                  <a:lnTo>
                    <a:pt x="4096" y="5325"/>
                  </a:lnTo>
                  <a:cubicBezTo>
                    <a:pt x="3892" y="5530"/>
                    <a:pt x="3624" y="5632"/>
                    <a:pt x="3360" y="5632"/>
                  </a:cubicBezTo>
                  <a:cubicBezTo>
                    <a:pt x="3096" y="5632"/>
                    <a:pt x="2836" y="5530"/>
                    <a:pt x="2647" y="5325"/>
                  </a:cubicBezTo>
                  <a:cubicBezTo>
                    <a:pt x="2238" y="4947"/>
                    <a:pt x="2238" y="4286"/>
                    <a:pt x="2647" y="3876"/>
                  </a:cubicBezTo>
                  <a:lnTo>
                    <a:pt x="3309" y="3214"/>
                  </a:lnTo>
                  <a:cubicBezTo>
                    <a:pt x="2994" y="2679"/>
                    <a:pt x="2836" y="2017"/>
                    <a:pt x="2836" y="1387"/>
                  </a:cubicBezTo>
                  <a:cubicBezTo>
                    <a:pt x="2836" y="1167"/>
                    <a:pt x="2868" y="978"/>
                    <a:pt x="2899" y="726"/>
                  </a:cubicBezTo>
                  <a:lnTo>
                    <a:pt x="2899" y="726"/>
                  </a:lnTo>
                  <a:lnTo>
                    <a:pt x="1230" y="2427"/>
                  </a:lnTo>
                  <a:cubicBezTo>
                    <a:pt x="1" y="3592"/>
                    <a:pt x="1" y="5577"/>
                    <a:pt x="1230" y="6806"/>
                  </a:cubicBezTo>
                  <a:cubicBezTo>
                    <a:pt x="1820" y="7396"/>
                    <a:pt x="2621" y="7704"/>
                    <a:pt x="3423" y="7704"/>
                  </a:cubicBezTo>
                  <a:cubicBezTo>
                    <a:pt x="4204" y="7704"/>
                    <a:pt x="4986" y="7412"/>
                    <a:pt x="5577" y="6806"/>
                  </a:cubicBezTo>
                  <a:cubicBezTo>
                    <a:pt x="7531" y="4884"/>
                    <a:pt x="8003" y="4506"/>
                    <a:pt x="8350" y="3813"/>
                  </a:cubicBezTo>
                  <a:cubicBezTo>
                    <a:pt x="8822" y="2994"/>
                    <a:pt x="8822" y="1986"/>
                    <a:pt x="8381" y="1104"/>
                  </a:cubicBezTo>
                  <a:cubicBezTo>
                    <a:pt x="8161" y="568"/>
                    <a:pt x="7877" y="253"/>
                    <a:pt x="7531" y="1"/>
                  </a:cubicBezTo>
                  <a:close/>
                </a:path>
              </a:pathLst>
            </a:custGeom>
            <a:grpFill/>
            <a:ln>
              <a:noFill/>
            </a:ln>
          </p:spPr>
          <p:txBody>
            <a:bodyPr spcFirstLastPara="1" wrap="square" lIns="121900" tIns="121900" rIns="121900" bIns="121900" anchor="ctr" anchorCtr="0">
              <a:noAutofit/>
            </a:bodyPr>
            <a:lstStyle/>
            <a:p>
              <a:endParaRPr sz="2400"/>
            </a:p>
          </p:txBody>
        </p:sp>
        <p:sp>
          <p:nvSpPr>
            <p:cNvPr id="178" name="Google Shape;10255;p67">
              <a:extLst>
                <a:ext uri="{FF2B5EF4-FFF2-40B4-BE49-F238E27FC236}">
                  <a16:creationId xmlns:a16="http://schemas.microsoft.com/office/drawing/2014/main" id="{323EC50F-0549-3DB1-C092-6434A72AA5A0}"/>
                </a:ext>
              </a:extLst>
            </p:cNvPr>
            <p:cNvSpPr/>
            <p:nvPr/>
          </p:nvSpPr>
          <p:spPr>
            <a:xfrm>
              <a:off x="-6621300" y="3272575"/>
              <a:ext cx="231575" cy="194950"/>
            </a:xfrm>
            <a:custGeom>
              <a:avLst/>
              <a:gdLst/>
              <a:ahLst/>
              <a:cxnLst/>
              <a:rect l="l" t="t" r="r" b="b"/>
              <a:pathLst>
                <a:path w="9263" h="7798" extrusionOk="0">
                  <a:moveTo>
                    <a:pt x="5868" y="0"/>
                  </a:moveTo>
                  <a:cubicBezTo>
                    <a:pt x="5073" y="0"/>
                    <a:pt x="4269" y="299"/>
                    <a:pt x="3655" y="898"/>
                  </a:cubicBezTo>
                  <a:lnTo>
                    <a:pt x="1387" y="3229"/>
                  </a:lnTo>
                  <a:cubicBezTo>
                    <a:pt x="0" y="4615"/>
                    <a:pt x="315" y="6852"/>
                    <a:pt x="1670" y="7797"/>
                  </a:cubicBezTo>
                  <a:lnTo>
                    <a:pt x="2836" y="6632"/>
                  </a:lnTo>
                  <a:cubicBezTo>
                    <a:pt x="2962" y="6506"/>
                    <a:pt x="2962" y="6317"/>
                    <a:pt x="2836" y="6159"/>
                  </a:cubicBezTo>
                  <a:cubicBezTo>
                    <a:pt x="2552" y="5907"/>
                    <a:pt x="2489" y="5466"/>
                    <a:pt x="2552" y="5372"/>
                  </a:cubicBezTo>
                  <a:cubicBezTo>
                    <a:pt x="2552" y="4742"/>
                    <a:pt x="3214" y="4332"/>
                    <a:pt x="5167" y="2379"/>
                  </a:cubicBezTo>
                  <a:cubicBezTo>
                    <a:pt x="5384" y="2162"/>
                    <a:pt x="5630" y="2071"/>
                    <a:pt x="5869" y="2071"/>
                  </a:cubicBezTo>
                  <a:cubicBezTo>
                    <a:pt x="6673" y="2071"/>
                    <a:pt x="7393" y="3099"/>
                    <a:pt x="6616" y="3828"/>
                  </a:cubicBezTo>
                  <a:lnTo>
                    <a:pt x="5923" y="4521"/>
                  </a:lnTo>
                  <a:cubicBezTo>
                    <a:pt x="6364" y="5372"/>
                    <a:pt x="6522" y="6159"/>
                    <a:pt x="6364" y="7010"/>
                  </a:cubicBezTo>
                  <a:lnTo>
                    <a:pt x="8097" y="5277"/>
                  </a:lnTo>
                  <a:cubicBezTo>
                    <a:pt x="9263" y="4048"/>
                    <a:pt x="9263" y="2127"/>
                    <a:pt x="8034" y="898"/>
                  </a:cubicBezTo>
                  <a:cubicBezTo>
                    <a:pt x="7451" y="299"/>
                    <a:pt x="6664" y="0"/>
                    <a:pt x="5868" y="0"/>
                  </a:cubicBezTo>
                  <a:close/>
                </a:path>
              </a:pathLst>
            </a:custGeom>
            <a:grpFill/>
            <a:ln>
              <a:noFill/>
            </a:ln>
          </p:spPr>
          <p:txBody>
            <a:bodyPr spcFirstLastPara="1" wrap="square" lIns="121900" tIns="121900" rIns="121900" bIns="121900" anchor="ctr" anchorCtr="0">
              <a:noAutofit/>
            </a:bodyPr>
            <a:lstStyle/>
            <a:p>
              <a:endParaRPr sz="2400"/>
            </a:p>
          </p:txBody>
        </p:sp>
      </p:grpSp>
      <p:sp>
        <p:nvSpPr>
          <p:cNvPr id="179" name="Google Shape;10275;p67">
            <a:extLst>
              <a:ext uri="{FF2B5EF4-FFF2-40B4-BE49-F238E27FC236}">
                <a16:creationId xmlns:a16="http://schemas.microsoft.com/office/drawing/2014/main" id="{4509B792-E3C6-2E73-DA02-D5A62487D963}"/>
              </a:ext>
            </a:extLst>
          </p:cNvPr>
          <p:cNvSpPr/>
          <p:nvPr/>
        </p:nvSpPr>
        <p:spPr>
          <a:xfrm>
            <a:off x="4173645" y="4299232"/>
            <a:ext cx="452695" cy="436648"/>
          </a:xfrm>
          <a:custGeom>
            <a:avLst/>
            <a:gdLst/>
            <a:ahLst/>
            <a:cxnLst/>
            <a:rect l="l" t="t" r="r" b="b"/>
            <a:pathLst>
              <a:path w="12074" h="11646" extrusionOk="0">
                <a:moveTo>
                  <a:pt x="10001" y="2714"/>
                </a:moveTo>
                <a:cubicBezTo>
                  <a:pt x="10213" y="2714"/>
                  <a:pt x="10440" y="2904"/>
                  <a:pt x="10341" y="3182"/>
                </a:cubicBezTo>
                <a:lnTo>
                  <a:pt x="9332" y="5923"/>
                </a:lnTo>
                <a:cubicBezTo>
                  <a:pt x="9269" y="6065"/>
                  <a:pt x="9143" y="6136"/>
                  <a:pt x="9017" y="6136"/>
                </a:cubicBezTo>
                <a:cubicBezTo>
                  <a:pt x="8891" y="6136"/>
                  <a:pt x="8765" y="6065"/>
                  <a:pt x="8702" y="5923"/>
                </a:cubicBezTo>
                <a:lnTo>
                  <a:pt x="7978" y="4033"/>
                </a:lnTo>
                <a:lnTo>
                  <a:pt x="7285" y="5923"/>
                </a:lnTo>
                <a:cubicBezTo>
                  <a:pt x="7222" y="6065"/>
                  <a:pt x="7080" y="6136"/>
                  <a:pt x="6946" y="6136"/>
                </a:cubicBezTo>
                <a:cubicBezTo>
                  <a:pt x="6812" y="6136"/>
                  <a:pt x="6686" y="6065"/>
                  <a:pt x="6655" y="5923"/>
                </a:cubicBezTo>
                <a:lnTo>
                  <a:pt x="5615" y="3182"/>
                </a:lnTo>
                <a:cubicBezTo>
                  <a:pt x="5516" y="2904"/>
                  <a:pt x="5729" y="2714"/>
                  <a:pt x="5941" y="2714"/>
                </a:cubicBezTo>
                <a:cubicBezTo>
                  <a:pt x="6064" y="2714"/>
                  <a:pt x="6187" y="2779"/>
                  <a:pt x="6245" y="2930"/>
                </a:cubicBezTo>
                <a:lnTo>
                  <a:pt x="6970" y="4820"/>
                </a:lnTo>
                <a:lnTo>
                  <a:pt x="7663" y="2930"/>
                </a:lnTo>
                <a:cubicBezTo>
                  <a:pt x="7726" y="2804"/>
                  <a:pt x="7867" y="2741"/>
                  <a:pt x="8001" y="2741"/>
                </a:cubicBezTo>
                <a:cubicBezTo>
                  <a:pt x="8135" y="2741"/>
                  <a:pt x="8261" y="2804"/>
                  <a:pt x="8293" y="2930"/>
                </a:cubicBezTo>
                <a:lnTo>
                  <a:pt x="9017" y="4820"/>
                </a:lnTo>
                <a:lnTo>
                  <a:pt x="9711" y="2930"/>
                </a:lnTo>
                <a:cubicBezTo>
                  <a:pt x="9757" y="2779"/>
                  <a:pt x="9877" y="2714"/>
                  <a:pt x="10001" y="2714"/>
                </a:cubicBezTo>
                <a:close/>
                <a:moveTo>
                  <a:pt x="7946" y="0"/>
                </a:moveTo>
                <a:cubicBezTo>
                  <a:pt x="5678" y="0"/>
                  <a:pt x="3851" y="1827"/>
                  <a:pt x="3851" y="4096"/>
                </a:cubicBezTo>
                <a:cubicBezTo>
                  <a:pt x="3851" y="5104"/>
                  <a:pt x="4197" y="6018"/>
                  <a:pt x="4827" y="6711"/>
                </a:cubicBezTo>
                <a:lnTo>
                  <a:pt x="4134" y="7435"/>
                </a:lnTo>
                <a:cubicBezTo>
                  <a:pt x="3981" y="7364"/>
                  <a:pt x="3827" y="7329"/>
                  <a:pt x="3678" y="7329"/>
                </a:cubicBezTo>
                <a:cubicBezTo>
                  <a:pt x="3431" y="7329"/>
                  <a:pt x="3197" y="7427"/>
                  <a:pt x="3000" y="7624"/>
                </a:cubicBezTo>
                <a:lnTo>
                  <a:pt x="732" y="9861"/>
                </a:lnTo>
                <a:cubicBezTo>
                  <a:pt x="0" y="10593"/>
                  <a:pt x="722" y="11645"/>
                  <a:pt x="1524" y="11645"/>
                </a:cubicBezTo>
                <a:cubicBezTo>
                  <a:pt x="1758" y="11645"/>
                  <a:pt x="1999" y="11555"/>
                  <a:pt x="2212" y="11342"/>
                </a:cubicBezTo>
                <a:lnTo>
                  <a:pt x="4449" y="9074"/>
                </a:lnTo>
                <a:cubicBezTo>
                  <a:pt x="4764" y="8759"/>
                  <a:pt x="4796" y="8286"/>
                  <a:pt x="4638" y="7939"/>
                </a:cubicBezTo>
                <a:lnTo>
                  <a:pt x="5363" y="7246"/>
                </a:lnTo>
                <a:cubicBezTo>
                  <a:pt x="6056" y="7813"/>
                  <a:pt x="7001" y="8223"/>
                  <a:pt x="7978" y="8223"/>
                </a:cubicBezTo>
                <a:cubicBezTo>
                  <a:pt x="10278" y="8223"/>
                  <a:pt x="12073" y="6364"/>
                  <a:pt x="12073" y="4127"/>
                </a:cubicBezTo>
                <a:cubicBezTo>
                  <a:pt x="12073" y="1796"/>
                  <a:pt x="10246" y="0"/>
                  <a:pt x="7946" y="0"/>
                </a:cubicBezTo>
                <a:close/>
              </a:path>
            </a:pathLst>
          </a:custGeom>
          <a:solidFill>
            <a:srgbClr val="6C1D35"/>
          </a:solidFill>
          <a:ln>
            <a:noFill/>
          </a:ln>
        </p:spPr>
        <p:txBody>
          <a:bodyPr spcFirstLastPara="1" wrap="square" lIns="121900" tIns="121900" rIns="121900" bIns="121900" anchor="ctr" anchorCtr="0">
            <a:noAutofit/>
          </a:bodyPr>
          <a:lstStyle/>
          <a:p>
            <a:endParaRPr sz="2400"/>
          </a:p>
        </p:txBody>
      </p:sp>
      <p:grpSp>
        <p:nvGrpSpPr>
          <p:cNvPr id="180" name="Google Shape;10287;p67">
            <a:extLst>
              <a:ext uri="{FF2B5EF4-FFF2-40B4-BE49-F238E27FC236}">
                <a16:creationId xmlns:a16="http://schemas.microsoft.com/office/drawing/2014/main" id="{8EF0B544-F3E6-7DFD-B5A7-E04224914EA4}"/>
              </a:ext>
            </a:extLst>
          </p:cNvPr>
          <p:cNvGrpSpPr/>
          <p:nvPr/>
        </p:nvGrpSpPr>
        <p:grpSpPr>
          <a:xfrm>
            <a:off x="6997038" y="4325070"/>
            <a:ext cx="448908" cy="385095"/>
            <a:chOff x="-3037625" y="3254850"/>
            <a:chExt cx="299325" cy="256775"/>
          </a:xfrm>
          <a:solidFill>
            <a:srgbClr val="6C1D35"/>
          </a:solidFill>
        </p:grpSpPr>
        <p:sp>
          <p:nvSpPr>
            <p:cNvPr id="181" name="Google Shape;10288;p67">
              <a:extLst>
                <a:ext uri="{FF2B5EF4-FFF2-40B4-BE49-F238E27FC236}">
                  <a16:creationId xmlns:a16="http://schemas.microsoft.com/office/drawing/2014/main" id="{1D73AA7F-0661-ECD0-9F64-DF92EB4C76CF}"/>
                </a:ext>
              </a:extLst>
            </p:cNvPr>
            <p:cNvSpPr/>
            <p:nvPr/>
          </p:nvSpPr>
          <p:spPr>
            <a:xfrm>
              <a:off x="-3037625" y="3460400"/>
              <a:ext cx="152825" cy="51225"/>
            </a:xfrm>
            <a:custGeom>
              <a:avLst/>
              <a:gdLst/>
              <a:ahLst/>
              <a:cxnLst/>
              <a:rect l="l" t="t" r="r" b="b"/>
              <a:pathLst>
                <a:path w="6113" h="2049" extrusionOk="0">
                  <a:moveTo>
                    <a:pt x="1356" y="1"/>
                  </a:moveTo>
                  <a:cubicBezTo>
                    <a:pt x="1" y="1"/>
                    <a:pt x="1" y="2049"/>
                    <a:pt x="1356" y="2049"/>
                  </a:cubicBezTo>
                  <a:lnTo>
                    <a:pt x="4758" y="2049"/>
                  </a:lnTo>
                  <a:cubicBezTo>
                    <a:pt x="6113" y="2049"/>
                    <a:pt x="6113" y="1"/>
                    <a:pt x="4758" y="1"/>
                  </a:cubicBezTo>
                  <a:close/>
                </a:path>
              </a:pathLst>
            </a:custGeom>
            <a:grpFill/>
            <a:ln>
              <a:noFill/>
            </a:ln>
          </p:spPr>
          <p:txBody>
            <a:bodyPr spcFirstLastPara="1" wrap="square" lIns="121900" tIns="121900" rIns="121900" bIns="121900" anchor="ctr" anchorCtr="0">
              <a:noAutofit/>
            </a:bodyPr>
            <a:lstStyle/>
            <a:p>
              <a:endParaRPr sz="2400"/>
            </a:p>
          </p:txBody>
        </p:sp>
        <p:sp>
          <p:nvSpPr>
            <p:cNvPr id="182" name="Google Shape;10289;p67">
              <a:extLst>
                <a:ext uri="{FF2B5EF4-FFF2-40B4-BE49-F238E27FC236}">
                  <a16:creationId xmlns:a16="http://schemas.microsoft.com/office/drawing/2014/main" id="{87D578A7-3FE2-A214-D1EA-6BB7C276F3F2}"/>
                </a:ext>
              </a:extLst>
            </p:cNvPr>
            <p:cNvSpPr/>
            <p:nvPr/>
          </p:nvSpPr>
          <p:spPr>
            <a:xfrm>
              <a:off x="-2884825" y="3460400"/>
              <a:ext cx="146525" cy="51225"/>
            </a:xfrm>
            <a:custGeom>
              <a:avLst/>
              <a:gdLst/>
              <a:ahLst/>
              <a:cxnLst/>
              <a:rect l="l" t="t" r="r" b="b"/>
              <a:pathLst>
                <a:path w="5861" h="2049" extrusionOk="0">
                  <a:moveTo>
                    <a:pt x="1" y="1"/>
                  </a:moveTo>
                  <a:cubicBezTo>
                    <a:pt x="473" y="631"/>
                    <a:pt x="473" y="1419"/>
                    <a:pt x="1" y="2049"/>
                  </a:cubicBezTo>
                  <a:lnTo>
                    <a:pt x="4853" y="2049"/>
                  </a:lnTo>
                  <a:cubicBezTo>
                    <a:pt x="5388" y="2049"/>
                    <a:pt x="5861" y="1576"/>
                    <a:pt x="5861" y="1041"/>
                  </a:cubicBezTo>
                  <a:cubicBezTo>
                    <a:pt x="5861" y="442"/>
                    <a:pt x="5451" y="1"/>
                    <a:pt x="4853" y="1"/>
                  </a:cubicBezTo>
                  <a:close/>
                </a:path>
              </a:pathLst>
            </a:custGeom>
            <a:grpFill/>
            <a:ln>
              <a:noFill/>
            </a:ln>
          </p:spPr>
          <p:txBody>
            <a:bodyPr spcFirstLastPara="1" wrap="square" lIns="121900" tIns="121900" rIns="121900" bIns="121900" anchor="ctr" anchorCtr="0">
              <a:noAutofit/>
            </a:bodyPr>
            <a:lstStyle/>
            <a:p>
              <a:endParaRPr sz="2400"/>
            </a:p>
          </p:txBody>
        </p:sp>
        <p:sp>
          <p:nvSpPr>
            <p:cNvPr id="183" name="Google Shape;10290;p67">
              <a:extLst>
                <a:ext uri="{FF2B5EF4-FFF2-40B4-BE49-F238E27FC236}">
                  <a16:creationId xmlns:a16="http://schemas.microsoft.com/office/drawing/2014/main" id="{E8CB8D0E-E828-8AA9-0956-0EEA285FDAB2}"/>
                </a:ext>
              </a:extLst>
            </p:cNvPr>
            <p:cNvSpPr/>
            <p:nvPr/>
          </p:nvSpPr>
          <p:spPr>
            <a:xfrm>
              <a:off x="-2909225" y="3313125"/>
              <a:ext cx="59875" cy="72475"/>
            </a:xfrm>
            <a:custGeom>
              <a:avLst/>
              <a:gdLst/>
              <a:ahLst/>
              <a:cxnLst/>
              <a:rect l="l" t="t" r="r" b="b"/>
              <a:pathLst>
                <a:path w="2395" h="2899" extrusionOk="0">
                  <a:moveTo>
                    <a:pt x="0" y="1"/>
                  </a:moveTo>
                  <a:lnTo>
                    <a:pt x="0" y="2899"/>
                  </a:lnTo>
                  <a:lnTo>
                    <a:pt x="2395" y="1450"/>
                  </a:lnTo>
                  <a:lnTo>
                    <a:pt x="0" y="1"/>
                  </a:lnTo>
                  <a:close/>
                </a:path>
              </a:pathLst>
            </a:custGeom>
            <a:grpFill/>
            <a:ln>
              <a:noFill/>
            </a:ln>
          </p:spPr>
          <p:txBody>
            <a:bodyPr spcFirstLastPara="1" wrap="square" lIns="121900" tIns="121900" rIns="121900" bIns="121900" anchor="ctr" anchorCtr="0">
              <a:noAutofit/>
            </a:bodyPr>
            <a:lstStyle/>
            <a:p>
              <a:endParaRPr sz="2400"/>
            </a:p>
          </p:txBody>
        </p:sp>
        <p:sp>
          <p:nvSpPr>
            <p:cNvPr id="184" name="Google Shape;10291;p67">
              <a:extLst>
                <a:ext uri="{FF2B5EF4-FFF2-40B4-BE49-F238E27FC236}">
                  <a16:creationId xmlns:a16="http://schemas.microsoft.com/office/drawing/2014/main" id="{FC5E6CA9-6278-FA16-A0AB-85D615855883}"/>
                </a:ext>
              </a:extLst>
            </p:cNvPr>
            <p:cNvSpPr/>
            <p:nvPr/>
          </p:nvSpPr>
          <p:spPr>
            <a:xfrm>
              <a:off x="-3029750" y="3254850"/>
              <a:ext cx="291450" cy="188250"/>
            </a:xfrm>
            <a:custGeom>
              <a:avLst/>
              <a:gdLst/>
              <a:ahLst/>
              <a:cxnLst/>
              <a:rect l="l" t="t" r="r" b="b"/>
              <a:pathLst>
                <a:path w="11658" h="7530" extrusionOk="0">
                  <a:moveTo>
                    <a:pt x="4414" y="1387"/>
                  </a:moveTo>
                  <a:cubicBezTo>
                    <a:pt x="4476" y="1387"/>
                    <a:pt x="4541" y="1407"/>
                    <a:pt x="4601" y="1449"/>
                  </a:cubicBezTo>
                  <a:lnTo>
                    <a:pt x="8035" y="3497"/>
                  </a:lnTo>
                  <a:cubicBezTo>
                    <a:pt x="8287" y="3623"/>
                    <a:pt x="8287" y="3938"/>
                    <a:pt x="8035" y="4064"/>
                  </a:cubicBezTo>
                  <a:lnTo>
                    <a:pt x="4601" y="6112"/>
                  </a:lnTo>
                  <a:cubicBezTo>
                    <a:pt x="4552" y="6140"/>
                    <a:pt x="4500" y="6153"/>
                    <a:pt x="4448" y="6153"/>
                  </a:cubicBezTo>
                  <a:cubicBezTo>
                    <a:pt x="4268" y="6153"/>
                    <a:pt x="4097" y="6000"/>
                    <a:pt x="4097" y="5829"/>
                  </a:cubicBezTo>
                  <a:lnTo>
                    <a:pt x="4097" y="1733"/>
                  </a:lnTo>
                  <a:cubicBezTo>
                    <a:pt x="4097" y="1527"/>
                    <a:pt x="4247" y="1387"/>
                    <a:pt x="4414" y="1387"/>
                  </a:cubicBezTo>
                  <a:close/>
                  <a:moveTo>
                    <a:pt x="1041" y="0"/>
                  </a:moveTo>
                  <a:cubicBezTo>
                    <a:pt x="473" y="0"/>
                    <a:pt x="1" y="473"/>
                    <a:pt x="1" y="1040"/>
                  </a:cubicBezTo>
                  <a:lnTo>
                    <a:pt x="1" y="6490"/>
                  </a:lnTo>
                  <a:cubicBezTo>
                    <a:pt x="1" y="7057"/>
                    <a:pt x="473" y="7530"/>
                    <a:pt x="1041" y="7530"/>
                  </a:cubicBezTo>
                  <a:lnTo>
                    <a:pt x="10650" y="7530"/>
                  </a:lnTo>
                  <a:cubicBezTo>
                    <a:pt x="11185" y="7530"/>
                    <a:pt x="11658" y="7057"/>
                    <a:pt x="11658" y="6490"/>
                  </a:cubicBezTo>
                  <a:lnTo>
                    <a:pt x="11658" y="1040"/>
                  </a:lnTo>
                  <a:cubicBezTo>
                    <a:pt x="11658" y="473"/>
                    <a:pt x="11248" y="0"/>
                    <a:pt x="10650"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85" name="Google Shape;10305;p67">
            <a:extLst>
              <a:ext uri="{FF2B5EF4-FFF2-40B4-BE49-F238E27FC236}">
                <a16:creationId xmlns:a16="http://schemas.microsoft.com/office/drawing/2014/main" id="{E1FB7455-0D76-F6D0-D575-8F2CC2D5FA5B}"/>
              </a:ext>
            </a:extLst>
          </p:cNvPr>
          <p:cNvGrpSpPr/>
          <p:nvPr/>
        </p:nvGrpSpPr>
        <p:grpSpPr>
          <a:xfrm>
            <a:off x="1919576" y="4298600"/>
            <a:ext cx="463080" cy="438035"/>
            <a:chOff x="-6338550" y="3272950"/>
            <a:chExt cx="308775" cy="292075"/>
          </a:xfrm>
          <a:solidFill>
            <a:srgbClr val="6C1D35"/>
          </a:solidFill>
        </p:grpSpPr>
        <p:sp>
          <p:nvSpPr>
            <p:cNvPr id="186" name="Google Shape;10306;p67">
              <a:extLst>
                <a:ext uri="{FF2B5EF4-FFF2-40B4-BE49-F238E27FC236}">
                  <a16:creationId xmlns:a16="http://schemas.microsoft.com/office/drawing/2014/main" id="{DAE6B0BF-EE43-7A51-BF4F-C11C7758C365}"/>
                </a:ext>
              </a:extLst>
            </p:cNvPr>
            <p:cNvSpPr/>
            <p:nvPr/>
          </p:nvSpPr>
          <p:spPr>
            <a:xfrm>
              <a:off x="-6338550" y="3272950"/>
              <a:ext cx="308775" cy="119750"/>
            </a:xfrm>
            <a:custGeom>
              <a:avLst/>
              <a:gdLst/>
              <a:ahLst/>
              <a:cxnLst/>
              <a:rect l="l" t="t" r="r" b="b"/>
              <a:pathLst>
                <a:path w="12351" h="4790" extrusionOk="0">
                  <a:moveTo>
                    <a:pt x="6144" y="2017"/>
                  </a:moveTo>
                  <a:cubicBezTo>
                    <a:pt x="6333" y="2017"/>
                    <a:pt x="6491" y="2206"/>
                    <a:pt x="6491" y="2395"/>
                  </a:cubicBezTo>
                  <a:cubicBezTo>
                    <a:pt x="6459" y="2584"/>
                    <a:pt x="6333" y="2742"/>
                    <a:pt x="6144" y="2742"/>
                  </a:cubicBezTo>
                  <a:cubicBezTo>
                    <a:pt x="5955" y="2742"/>
                    <a:pt x="5797" y="2584"/>
                    <a:pt x="5797" y="2395"/>
                  </a:cubicBezTo>
                  <a:cubicBezTo>
                    <a:pt x="5797" y="2206"/>
                    <a:pt x="5955" y="2017"/>
                    <a:pt x="6144" y="2017"/>
                  </a:cubicBezTo>
                  <a:close/>
                  <a:moveTo>
                    <a:pt x="6144" y="1"/>
                  </a:moveTo>
                  <a:cubicBezTo>
                    <a:pt x="4789" y="1"/>
                    <a:pt x="3750" y="1040"/>
                    <a:pt x="3750" y="2395"/>
                  </a:cubicBezTo>
                  <a:cubicBezTo>
                    <a:pt x="3750" y="2521"/>
                    <a:pt x="3750" y="2616"/>
                    <a:pt x="3781" y="2742"/>
                  </a:cubicBezTo>
                  <a:lnTo>
                    <a:pt x="1324" y="2742"/>
                  </a:lnTo>
                  <a:cubicBezTo>
                    <a:pt x="1" y="2742"/>
                    <a:pt x="1" y="4790"/>
                    <a:pt x="1324" y="4790"/>
                  </a:cubicBezTo>
                  <a:lnTo>
                    <a:pt x="10996" y="4790"/>
                  </a:lnTo>
                  <a:cubicBezTo>
                    <a:pt x="12351" y="4790"/>
                    <a:pt x="12351" y="2742"/>
                    <a:pt x="10996" y="2742"/>
                  </a:cubicBezTo>
                  <a:lnTo>
                    <a:pt x="8507" y="2742"/>
                  </a:lnTo>
                  <a:cubicBezTo>
                    <a:pt x="8507" y="2616"/>
                    <a:pt x="8538" y="2521"/>
                    <a:pt x="8538" y="2395"/>
                  </a:cubicBezTo>
                  <a:cubicBezTo>
                    <a:pt x="8538" y="1040"/>
                    <a:pt x="7467" y="1"/>
                    <a:pt x="6144" y="1"/>
                  </a:cubicBezTo>
                  <a:close/>
                </a:path>
              </a:pathLst>
            </a:custGeom>
            <a:grpFill/>
            <a:ln>
              <a:noFill/>
            </a:ln>
          </p:spPr>
          <p:txBody>
            <a:bodyPr spcFirstLastPara="1" wrap="square" lIns="121900" tIns="121900" rIns="121900" bIns="121900" anchor="ctr" anchorCtr="0">
              <a:noAutofit/>
            </a:bodyPr>
            <a:lstStyle/>
            <a:p>
              <a:endParaRPr sz="2400"/>
            </a:p>
          </p:txBody>
        </p:sp>
        <p:sp>
          <p:nvSpPr>
            <p:cNvPr id="187" name="Google Shape;10307;p67">
              <a:extLst>
                <a:ext uri="{FF2B5EF4-FFF2-40B4-BE49-F238E27FC236}">
                  <a16:creationId xmlns:a16="http://schemas.microsoft.com/office/drawing/2014/main" id="{7BC44B09-D7CC-BF94-2467-3FB3928AF331}"/>
                </a:ext>
              </a:extLst>
            </p:cNvPr>
            <p:cNvSpPr/>
            <p:nvPr/>
          </p:nvSpPr>
          <p:spPr>
            <a:xfrm>
              <a:off x="-6228275" y="3479325"/>
              <a:ext cx="86650" cy="85700"/>
            </a:xfrm>
            <a:custGeom>
              <a:avLst/>
              <a:gdLst/>
              <a:ahLst/>
              <a:cxnLst/>
              <a:rect l="l" t="t" r="r" b="b"/>
              <a:pathLst>
                <a:path w="3466" h="3428" extrusionOk="0">
                  <a:moveTo>
                    <a:pt x="32" y="0"/>
                  </a:moveTo>
                  <a:lnTo>
                    <a:pt x="32" y="3088"/>
                  </a:lnTo>
                  <a:lnTo>
                    <a:pt x="0" y="3088"/>
                  </a:lnTo>
                  <a:cubicBezTo>
                    <a:pt x="0" y="3268"/>
                    <a:pt x="190" y="3428"/>
                    <a:pt x="380" y="3428"/>
                  </a:cubicBezTo>
                  <a:cubicBezTo>
                    <a:pt x="422" y="3428"/>
                    <a:pt x="464" y="3420"/>
                    <a:pt x="504" y="3403"/>
                  </a:cubicBezTo>
                  <a:lnTo>
                    <a:pt x="3277" y="2016"/>
                  </a:lnTo>
                  <a:cubicBezTo>
                    <a:pt x="3371" y="1985"/>
                    <a:pt x="3466" y="1859"/>
                    <a:pt x="3466" y="1701"/>
                  </a:cubicBezTo>
                  <a:lnTo>
                    <a:pt x="3466" y="0"/>
                  </a:lnTo>
                  <a:close/>
                </a:path>
              </a:pathLst>
            </a:custGeom>
            <a:grpFill/>
            <a:ln>
              <a:noFill/>
            </a:ln>
          </p:spPr>
          <p:txBody>
            <a:bodyPr spcFirstLastPara="1" wrap="square" lIns="121900" tIns="121900" rIns="121900" bIns="121900" anchor="ctr" anchorCtr="0">
              <a:noAutofit/>
            </a:bodyPr>
            <a:lstStyle/>
            <a:p>
              <a:endParaRPr sz="2400"/>
            </a:p>
          </p:txBody>
        </p:sp>
        <p:sp>
          <p:nvSpPr>
            <p:cNvPr id="188" name="Google Shape;10308;p67">
              <a:extLst>
                <a:ext uri="{FF2B5EF4-FFF2-40B4-BE49-F238E27FC236}">
                  <a16:creationId xmlns:a16="http://schemas.microsoft.com/office/drawing/2014/main" id="{2C211939-4CFE-6760-C1CE-3BAB6D749D36}"/>
                </a:ext>
              </a:extLst>
            </p:cNvPr>
            <p:cNvSpPr/>
            <p:nvPr/>
          </p:nvSpPr>
          <p:spPr>
            <a:xfrm>
              <a:off x="-6292075" y="3410800"/>
              <a:ext cx="212675" cy="50425"/>
            </a:xfrm>
            <a:custGeom>
              <a:avLst/>
              <a:gdLst/>
              <a:ahLst/>
              <a:cxnLst/>
              <a:rect l="l" t="t" r="r" b="b"/>
              <a:pathLst>
                <a:path w="8507" h="2017" extrusionOk="0">
                  <a:moveTo>
                    <a:pt x="0" y="0"/>
                  </a:moveTo>
                  <a:lnTo>
                    <a:pt x="2048" y="2016"/>
                  </a:lnTo>
                  <a:lnTo>
                    <a:pt x="6459" y="2016"/>
                  </a:lnTo>
                  <a:lnTo>
                    <a:pt x="8507" y="0"/>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189" name="Google Shape;10318;p67">
            <a:extLst>
              <a:ext uri="{FF2B5EF4-FFF2-40B4-BE49-F238E27FC236}">
                <a16:creationId xmlns:a16="http://schemas.microsoft.com/office/drawing/2014/main" id="{1D346388-E288-F996-0FB6-8307BDDC4BDB}"/>
              </a:ext>
            </a:extLst>
          </p:cNvPr>
          <p:cNvGrpSpPr/>
          <p:nvPr/>
        </p:nvGrpSpPr>
        <p:grpSpPr>
          <a:xfrm>
            <a:off x="4742737" y="4297306"/>
            <a:ext cx="440659" cy="440621"/>
            <a:chOff x="-4478975" y="3251700"/>
            <a:chExt cx="293825" cy="293800"/>
          </a:xfrm>
          <a:solidFill>
            <a:srgbClr val="6C1D35"/>
          </a:solidFill>
        </p:grpSpPr>
        <p:sp>
          <p:nvSpPr>
            <p:cNvPr id="190" name="Google Shape;10319;p67">
              <a:extLst>
                <a:ext uri="{FF2B5EF4-FFF2-40B4-BE49-F238E27FC236}">
                  <a16:creationId xmlns:a16="http://schemas.microsoft.com/office/drawing/2014/main" id="{FBEBC4D7-BB23-C33C-6C25-95A0FFAECC03}"/>
                </a:ext>
              </a:extLst>
            </p:cNvPr>
            <p:cNvSpPr/>
            <p:nvPr/>
          </p:nvSpPr>
          <p:spPr>
            <a:xfrm>
              <a:off x="-4375000" y="3365100"/>
              <a:ext cx="85075" cy="110900"/>
            </a:xfrm>
            <a:custGeom>
              <a:avLst/>
              <a:gdLst/>
              <a:ahLst/>
              <a:cxnLst/>
              <a:rect l="l" t="t" r="r" b="b"/>
              <a:pathLst>
                <a:path w="3403" h="4436" extrusionOk="0">
                  <a:moveTo>
                    <a:pt x="662" y="1"/>
                  </a:moveTo>
                  <a:cubicBezTo>
                    <a:pt x="221" y="316"/>
                    <a:pt x="0" y="820"/>
                    <a:pt x="0" y="1387"/>
                  </a:cubicBezTo>
                  <a:cubicBezTo>
                    <a:pt x="0" y="2080"/>
                    <a:pt x="473" y="2773"/>
                    <a:pt x="1135" y="2994"/>
                  </a:cubicBezTo>
                  <a:cubicBezTo>
                    <a:pt x="1261" y="3025"/>
                    <a:pt x="1355" y="3183"/>
                    <a:pt x="1355" y="3309"/>
                  </a:cubicBezTo>
                  <a:lnTo>
                    <a:pt x="1355" y="4412"/>
                  </a:lnTo>
                  <a:cubicBezTo>
                    <a:pt x="1576" y="4427"/>
                    <a:pt x="1647" y="4435"/>
                    <a:pt x="1714" y="4435"/>
                  </a:cubicBezTo>
                  <a:cubicBezTo>
                    <a:pt x="1780" y="4435"/>
                    <a:pt x="1843" y="4427"/>
                    <a:pt x="2048" y="4412"/>
                  </a:cubicBezTo>
                  <a:lnTo>
                    <a:pt x="2048" y="3309"/>
                  </a:lnTo>
                  <a:cubicBezTo>
                    <a:pt x="2048" y="3151"/>
                    <a:pt x="2111" y="3025"/>
                    <a:pt x="2269" y="2994"/>
                  </a:cubicBezTo>
                  <a:cubicBezTo>
                    <a:pt x="2962" y="2710"/>
                    <a:pt x="3403" y="2080"/>
                    <a:pt x="3403" y="1387"/>
                  </a:cubicBezTo>
                  <a:cubicBezTo>
                    <a:pt x="3403" y="820"/>
                    <a:pt x="3119" y="316"/>
                    <a:pt x="2741" y="1"/>
                  </a:cubicBezTo>
                  <a:lnTo>
                    <a:pt x="2741" y="1387"/>
                  </a:lnTo>
                  <a:cubicBezTo>
                    <a:pt x="2741" y="1576"/>
                    <a:pt x="2584" y="1734"/>
                    <a:pt x="2395" y="1734"/>
                  </a:cubicBezTo>
                  <a:lnTo>
                    <a:pt x="1009" y="1734"/>
                  </a:lnTo>
                  <a:cubicBezTo>
                    <a:pt x="820" y="1734"/>
                    <a:pt x="662" y="1576"/>
                    <a:pt x="662" y="1387"/>
                  </a:cubicBezTo>
                  <a:lnTo>
                    <a:pt x="662" y="1"/>
                  </a:lnTo>
                  <a:close/>
                </a:path>
              </a:pathLst>
            </a:custGeom>
            <a:grpFill/>
            <a:ln>
              <a:noFill/>
            </a:ln>
          </p:spPr>
          <p:txBody>
            <a:bodyPr spcFirstLastPara="1" wrap="square" lIns="121900" tIns="121900" rIns="121900" bIns="121900" anchor="ctr" anchorCtr="0">
              <a:noAutofit/>
            </a:bodyPr>
            <a:lstStyle/>
            <a:p>
              <a:endParaRPr sz="2400"/>
            </a:p>
          </p:txBody>
        </p:sp>
        <p:sp>
          <p:nvSpPr>
            <p:cNvPr id="191" name="Google Shape;10320;p67">
              <a:extLst>
                <a:ext uri="{FF2B5EF4-FFF2-40B4-BE49-F238E27FC236}">
                  <a16:creationId xmlns:a16="http://schemas.microsoft.com/office/drawing/2014/main" id="{0E6B64AD-E879-2168-E75A-D4367BC31F66}"/>
                </a:ext>
              </a:extLst>
            </p:cNvPr>
            <p:cNvSpPr/>
            <p:nvPr/>
          </p:nvSpPr>
          <p:spPr>
            <a:xfrm>
              <a:off x="-4408875" y="3321800"/>
              <a:ext cx="154400" cy="148875"/>
            </a:xfrm>
            <a:custGeom>
              <a:avLst/>
              <a:gdLst/>
              <a:ahLst/>
              <a:cxnLst/>
              <a:rect l="l" t="t" r="r" b="b"/>
              <a:pathLst>
                <a:path w="6176" h="5955" extrusionOk="0">
                  <a:moveTo>
                    <a:pt x="3057" y="0"/>
                  </a:moveTo>
                  <a:cubicBezTo>
                    <a:pt x="1387" y="0"/>
                    <a:pt x="1" y="1386"/>
                    <a:pt x="1" y="3088"/>
                  </a:cubicBezTo>
                  <a:cubicBezTo>
                    <a:pt x="1" y="4411"/>
                    <a:pt x="851" y="5545"/>
                    <a:pt x="2049" y="5954"/>
                  </a:cubicBezTo>
                  <a:lnTo>
                    <a:pt x="2049" y="5230"/>
                  </a:lnTo>
                  <a:cubicBezTo>
                    <a:pt x="1229" y="4852"/>
                    <a:pt x="662" y="4001"/>
                    <a:pt x="662" y="3088"/>
                  </a:cubicBezTo>
                  <a:cubicBezTo>
                    <a:pt x="662" y="2048"/>
                    <a:pt x="1292" y="1134"/>
                    <a:pt x="2269" y="819"/>
                  </a:cubicBezTo>
                  <a:cubicBezTo>
                    <a:pt x="2307" y="810"/>
                    <a:pt x="2344" y="805"/>
                    <a:pt x="2380" y="805"/>
                  </a:cubicBezTo>
                  <a:cubicBezTo>
                    <a:pt x="2583" y="805"/>
                    <a:pt x="2742" y="947"/>
                    <a:pt x="2742" y="1134"/>
                  </a:cubicBezTo>
                  <a:lnTo>
                    <a:pt x="2742" y="2710"/>
                  </a:lnTo>
                  <a:lnTo>
                    <a:pt x="3435" y="2710"/>
                  </a:lnTo>
                  <a:lnTo>
                    <a:pt x="3435" y="1134"/>
                  </a:lnTo>
                  <a:cubicBezTo>
                    <a:pt x="3435" y="947"/>
                    <a:pt x="3594" y="805"/>
                    <a:pt x="3796" y="805"/>
                  </a:cubicBezTo>
                  <a:cubicBezTo>
                    <a:pt x="3832" y="805"/>
                    <a:pt x="3869" y="810"/>
                    <a:pt x="3907" y="819"/>
                  </a:cubicBezTo>
                  <a:cubicBezTo>
                    <a:pt x="4852" y="1197"/>
                    <a:pt x="5514" y="2079"/>
                    <a:pt x="5514" y="3088"/>
                  </a:cubicBezTo>
                  <a:cubicBezTo>
                    <a:pt x="5514" y="4001"/>
                    <a:pt x="4947" y="4852"/>
                    <a:pt x="4128" y="5230"/>
                  </a:cubicBezTo>
                  <a:lnTo>
                    <a:pt x="4128" y="5954"/>
                  </a:lnTo>
                  <a:cubicBezTo>
                    <a:pt x="5325" y="5513"/>
                    <a:pt x="6176" y="4411"/>
                    <a:pt x="6176" y="3088"/>
                  </a:cubicBezTo>
                  <a:cubicBezTo>
                    <a:pt x="6144" y="1386"/>
                    <a:pt x="4758" y="0"/>
                    <a:pt x="3057" y="0"/>
                  </a:cubicBezTo>
                  <a:close/>
                </a:path>
              </a:pathLst>
            </a:custGeom>
            <a:grpFill/>
            <a:ln>
              <a:noFill/>
            </a:ln>
          </p:spPr>
          <p:txBody>
            <a:bodyPr spcFirstLastPara="1" wrap="square" lIns="121900" tIns="121900" rIns="121900" bIns="121900" anchor="ctr" anchorCtr="0">
              <a:noAutofit/>
            </a:bodyPr>
            <a:lstStyle/>
            <a:p>
              <a:endParaRPr sz="2400"/>
            </a:p>
          </p:txBody>
        </p:sp>
        <p:sp>
          <p:nvSpPr>
            <p:cNvPr id="192" name="Google Shape;10321;p67">
              <a:extLst>
                <a:ext uri="{FF2B5EF4-FFF2-40B4-BE49-F238E27FC236}">
                  <a16:creationId xmlns:a16="http://schemas.microsoft.com/office/drawing/2014/main" id="{875096CF-2B35-CAAB-D8BF-42D9559CB953}"/>
                </a:ext>
              </a:extLst>
            </p:cNvPr>
            <p:cNvSpPr/>
            <p:nvPr/>
          </p:nvSpPr>
          <p:spPr>
            <a:xfrm>
              <a:off x="-4478975" y="3251700"/>
              <a:ext cx="293825" cy="293800"/>
            </a:xfrm>
            <a:custGeom>
              <a:avLst/>
              <a:gdLst/>
              <a:ahLst/>
              <a:cxnLst/>
              <a:rect l="l" t="t" r="r" b="b"/>
              <a:pathLst>
                <a:path w="11753" h="11752" extrusionOk="0">
                  <a:moveTo>
                    <a:pt x="5861" y="2111"/>
                  </a:moveTo>
                  <a:cubicBezTo>
                    <a:pt x="7972" y="2111"/>
                    <a:pt x="9641" y="3781"/>
                    <a:pt x="9641" y="5892"/>
                  </a:cubicBezTo>
                  <a:cubicBezTo>
                    <a:pt x="9610" y="7971"/>
                    <a:pt x="7909" y="9672"/>
                    <a:pt x="5861" y="9672"/>
                  </a:cubicBezTo>
                  <a:cubicBezTo>
                    <a:pt x="3781" y="9672"/>
                    <a:pt x="2080" y="7971"/>
                    <a:pt x="2080" y="5892"/>
                  </a:cubicBezTo>
                  <a:cubicBezTo>
                    <a:pt x="2080" y="3781"/>
                    <a:pt x="3781" y="2111"/>
                    <a:pt x="5861" y="2111"/>
                  </a:cubicBezTo>
                  <a:close/>
                  <a:moveTo>
                    <a:pt x="5168" y="0"/>
                  </a:moveTo>
                  <a:cubicBezTo>
                    <a:pt x="5010" y="0"/>
                    <a:pt x="4884" y="126"/>
                    <a:pt x="4853" y="284"/>
                  </a:cubicBezTo>
                  <a:lnTo>
                    <a:pt x="4695" y="882"/>
                  </a:lnTo>
                  <a:cubicBezTo>
                    <a:pt x="4128" y="1008"/>
                    <a:pt x="3624" y="1229"/>
                    <a:pt x="3120" y="1512"/>
                  </a:cubicBezTo>
                  <a:lnTo>
                    <a:pt x="2616" y="1197"/>
                  </a:lnTo>
                  <a:cubicBezTo>
                    <a:pt x="2557" y="1153"/>
                    <a:pt x="2485" y="1130"/>
                    <a:pt x="2412" y="1130"/>
                  </a:cubicBezTo>
                  <a:cubicBezTo>
                    <a:pt x="2328" y="1130"/>
                    <a:pt x="2242" y="1161"/>
                    <a:pt x="2175" y="1229"/>
                  </a:cubicBezTo>
                  <a:lnTo>
                    <a:pt x="1198" y="2205"/>
                  </a:lnTo>
                  <a:cubicBezTo>
                    <a:pt x="1072" y="2332"/>
                    <a:pt x="1072" y="2489"/>
                    <a:pt x="1135" y="2647"/>
                  </a:cubicBezTo>
                  <a:lnTo>
                    <a:pt x="1450" y="3151"/>
                  </a:lnTo>
                  <a:cubicBezTo>
                    <a:pt x="1135" y="3623"/>
                    <a:pt x="946" y="4190"/>
                    <a:pt x="820" y="4726"/>
                  </a:cubicBezTo>
                  <a:lnTo>
                    <a:pt x="284" y="4883"/>
                  </a:lnTo>
                  <a:cubicBezTo>
                    <a:pt x="127" y="4946"/>
                    <a:pt x="1" y="5041"/>
                    <a:pt x="1" y="5198"/>
                  </a:cubicBezTo>
                  <a:lnTo>
                    <a:pt x="1" y="6585"/>
                  </a:lnTo>
                  <a:cubicBezTo>
                    <a:pt x="1" y="6742"/>
                    <a:pt x="127" y="6868"/>
                    <a:pt x="284" y="6900"/>
                  </a:cubicBezTo>
                  <a:lnTo>
                    <a:pt x="820" y="7057"/>
                  </a:lnTo>
                  <a:cubicBezTo>
                    <a:pt x="946" y="7593"/>
                    <a:pt x="1198" y="8128"/>
                    <a:pt x="1450" y="8632"/>
                  </a:cubicBezTo>
                  <a:lnTo>
                    <a:pt x="1135" y="9137"/>
                  </a:lnTo>
                  <a:cubicBezTo>
                    <a:pt x="1072" y="9263"/>
                    <a:pt x="1072" y="9452"/>
                    <a:pt x="1198" y="9578"/>
                  </a:cubicBezTo>
                  <a:lnTo>
                    <a:pt x="2175" y="10554"/>
                  </a:lnTo>
                  <a:cubicBezTo>
                    <a:pt x="2248" y="10628"/>
                    <a:pt x="2333" y="10659"/>
                    <a:pt x="2422" y="10659"/>
                  </a:cubicBezTo>
                  <a:cubicBezTo>
                    <a:pt x="2485" y="10659"/>
                    <a:pt x="2550" y="10643"/>
                    <a:pt x="2616" y="10617"/>
                  </a:cubicBezTo>
                  <a:lnTo>
                    <a:pt x="3120" y="10302"/>
                  </a:lnTo>
                  <a:cubicBezTo>
                    <a:pt x="3592" y="10617"/>
                    <a:pt x="4128" y="10806"/>
                    <a:pt x="4695" y="10932"/>
                  </a:cubicBezTo>
                  <a:lnTo>
                    <a:pt x="4853" y="11468"/>
                  </a:lnTo>
                  <a:cubicBezTo>
                    <a:pt x="4884" y="11625"/>
                    <a:pt x="5010" y="11751"/>
                    <a:pt x="5168" y="11751"/>
                  </a:cubicBezTo>
                  <a:lnTo>
                    <a:pt x="6554" y="11751"/>
                  </a:lnTo>
                  <a:cubicBezTo>
                    <a:pt x="6711" y="11751"/>
                    <a:pt x="6806" y="11625"/>
                    <a:pt x="6869" y="11468"/>
                  </a:cubicBezTo>
                  <a:lnTo>
                    <a:pt x="7026" y="10932"/>
                  </a:lnTo>
                  <a:cubicBezTo>
                    <a:pt x="7562" y="10806"/>
                    <a:pt x="8066" y="10554"/>
                    <a:pt x="8602" y="10302"/>
                  </a:cubicBezTo>
                  <a:lnTo>
                    <a:pt x="9106" y="10617"/>
                  </a:lnTo>
                  <a:cubicBezTo>
                    <a:pt x="9158" y="10643"/>
                    <a:pt x="9221" y="10659"/>
                    <a:pt x="9286" y="10659"/>
                  </a:cubicBezTo>
                  <a:cubicBezTo>
                    <a:pt x="9378" y="10659"/>
                    <a:pt x="9473" y="10628"/>
                    <a:pt x="9547" y="10554"/>
                  </a:cubicBezTo>
                  <a:lnTo>
                    <a:pt x="10523" y="9578"/>
                  </a:lnTo>
                  <a:cubicBezTo>
                    <a:pt x="10649" y="9452"/>
                    <a:pt x="10649" y="9294"/>
                    <a:pt x="10555" y="9137"/>
                  </a:cubicBezTo>
                  <a:lnTo>
                    <a:pt x="10240" y="8632"/>
                  </a:lnTo>
                  <a:cubicBezTo>
                    <a:pt x="10555" y="8160"/>
                    <a:pt x="10744" y="7593"/>
                    <a:pt x="10870" y="7057"/>
                  </a:cubicBezTo>
                  <a:lnTo>
                    <a:pt x="11469" y="6900"/>
                  </a:lnTo>
                  <a:cubicBezTo>
                    <a:pt x="11626" y="6868"/>
                    <a:pt x="11752" y="6742"/>
                    <a:pt x="11752" y="6585"/>
                  </a:cubicBezTo>
                  <a:lnTo>
                    <a:pt x="11752" y="5198"/>
                  </a:lnTo>
                  <a:cubicBezTo>
                    <a:pt x="11752" y="5041"/>
                    <a:pt x="11626" y="4946"/>
                    <a:pt x="11469" y="4883"/>
                  </a:cubicBezTo>
                  <a:lnTo>
                    <a:pt x="10870" y="4726"/>
                  </a:lnTo>
                  <a:cubicBezTo>
                    <a:pt x="10744" y="4190"/>
                    <a:pt x="10523" y="3686"/>
                    <a:pt x="10240" y="3151"/>
                  </a:cubicBezTo>
                  <a:lnTo>
                    <a:pt x="10555" y="2647"/>
                  </a:lnTo>
                  <a:cubicBezTo>
                    <a:pt x="10649" y="2521"/>
                    <a:pt x="10649" y="2332"/>
                    <a:pt x="10523" y="2205"/>
                  </a:cubicBezTo>
                  <a:lnTo>
                    <a:pt x="9547" y="1229"/>
                  </a:lnTo>
                  <a:cubicBezTo>
                    <a:pt x="9479" y="1161"/>
                    <a:pt x="9403" y="1130"/>
                    <a:pt x="9322" y="1130"/>
                  </a:cubicBezTo>
                  <a:cubicBezTo>
                    <a:pt x="9252" y="1130"/>
                    <a:pt x="9179" y="1153"/>
                    <a:pt x="9106" y="1197"/>
                  </a:cubicBezTo>
                  <a:lnTo>
                    <a:pt x="8602" y="1512"/>
                  </a:lnTo>
                  <a:cubicBezTo>
                    <a:pt x="8129" y="1197"/>
                    <a:pt x="7562" y="1008"/>
                    <a:pt x="7026" y="882"/>
                  </a:cubicBezTo>
                  <a:lnTo>
                    <a:pt x="6869" y="284"/>
                  </a:lnTo>
                  <a:cubicBezTo>
                    <a:pt x="6806" y="126"/>
                    <a:pt x="6711" y="0"/>
                    <a:pt x="6554"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93" name="Google Shape;10329;p67">
            <a:extLst>
              <a:ext uri="{FF2B5EF4-FFF2-40B4-BE49-F238E27FC236}">
                <a16:creationId xmlns:a16="http://schemas.microsoft.com/office/drawing/2014/main" id="{6CE8C87C-39C0-1FFC-9F96-DE7E08836D39}"/>
              </a:ext>
            </a:extLst>
          </p:cNvPr>
          <p:cNvGrpSpPr/>
          <p:nvPr/>
        </p:nvGrpSpPr>
        <p:grpSpPr>
          <a:xfrm>
            <a:off x="7568379" y="4299069"/>
            <a:ext cx="432373" cy="437097"/>
            <a:chOff x="-2668225" y="3239075"/>
            <a:chExt cx="288300" cy="291450"/>
          </a:xfrm>
          <a:solidFill>
            <a:srgbClr val="6C1D35"/>
          </a:solidFill>
        </p:grpSpPr>
        <p:sp>
          <p:nvSpPr>
            <p:cNvPr id="194" name="Google Shape;10330;p67">
              <a:extLst>
                <a:ext uri="{FF2B5EF4-FFF2-40B4-BE49-F238E27FC236}">
                  <a16:creationId xmlns:a16="http://schemas.microsoft.com/office/drawing/2014/main" id="{869737B9-8E91-A206-AA71-E4CEC561C4AC}"/>
                </a:ext>
              </a:extLst>
            </p:cNvPr>
            <p:cNvSpPr/>
            <p:nvPr/>
          </p:nvSpPr>
          <p:spPr>
            <a:xfrm>
              <a:off x="-2592600" y="3239075"/>
              <a:ext cx="137850" cy="51225"/>
            </a:xfrm>
            <a:custGeom>
              <a:avLst/>
              <a:gdLst/>
              <a:ahLst/>
              <a:cxnLst/>
              <a:rect l="l" t="t" r="r" b="b"/>
              <a:pathLst>
                <a:path w="5514" h="2049" extrusionOk="0">
                  <a:moveTo>
                    <a:pt x="1355" y="1"/>
                  </a:moveTo>
                  <a:cubicBezTo>
                    <a:pt x="0" y="1"/>
                    <a:pt x="11" y="2049"/>
                    <a:pt x="1386" y="2049"/>
                  </a:cubicBezTo>
                  <a:lnTo>
                    <a:pt x="4127" y="2049"/>
                  </a:lnTo>
                  <a:cubicBezTo>
                    <a:pt x="5482" y="2049"/>
                    <a:pt x="5514" y="1"/>
                    <a:pt x="4127" y="1"/>
                  </a:cubicBezTo>
                  <a:lnTo>
                    <a:pt x="1386" y="1"/>
                  </a:lnTo>
                  <a:cubicBezTo>
                    <a:pt x="1376" y="1"/>
                    <a:pt x="1366" y="1"/>
                    <a:pt x="1355" y="1"/>
                  </a:cubicBezTo>
                  <a:close/>
                </a:path>
              </a:pathLst>
            </a:custGeom>
            <a:grpFill/>
            <a:ln>
              <a:noFill/>
            </a:ln>
          </p:spPr>
          <p:txBody>
            <a:bodyPr spcFirstLastPara="1" wrap="square" lIns="121900" tIns="121900" rIns="121900" bIns="121900" anchor="ctr" anchorCtr="0">
              <a:noAutofit/>
            </a:bodyPr>
            <a:lstStyle/>
            <a:p>
              <a:endParaRPr sz="2400"/>
            </a:p>
          </p:txBody>
        </p:sp>
        <p:sp>
          <p:nvSpPr>
            <p:cNvPr id="195" name="Google Shape;10331;p67">
              <a:extLst>
                <a:ext uri="{FF2B5EF4-FFF2-40B4-BE49-F238E27FC236}">
                  <a16:creationId xmlns:a16="http://schemas.microsoft.com/office/drawing/2014/main" id="{C7F64E98-DF83-E08B-03E7-F554C345B505}"/>
                </a:ext>
              </a:extLst>
            </p:cNvPr>
            <p:cNvSpPr/>
            <p:nvPr/>
          </p:nvSpPr>
          <p:spPr>
            <a:xfrm>
              <a:off x="-2587875" y="3307875"/>
              <a:ext cx="129200" cy="69850"/>
            </a:xfrm>
            <a:custGeom>
              <a:avLst/>
              <a:gdLst/>
              <a:ahLst/>
              <a:cxnLst/>
              <a:rect l="l" t="t" r="r" b="b"/>
              <a:pathLst>
                <a:path w="5168" h="2794" extrusionOk="0">
                  <a:moveTo>
                    <a:pt x="1235" y="1"/>
                  </a:moveTo>
                  <a:cubicBezTo>
                    <a:pt x="1002" y="1"/>
                    <a:pt x="977" y="13"/>
                    <a:pt x="882" y="53"/>
                  </a:cubicBezTo>
                  <a:lnTo>
                    <a:pt x="882" y="1502"/>
                  </a:lnTo>
                  <a:cubicBezTo>
                    <a:pt x="788" y="1628"/>
                    <a:pt x="599" y="1943"/>
                    <a:pt x="0" y="2794"/>
                  </a:cubicBezTo>
                  <a:lnTo>
                    <a:pt x="5167" y="2794"/>
                  </a:lnTo>
                  <a:cubicBezTo>
                    <a:pt x="4568" y="1912"/>
                    <a:pt x="4379" y="1597"/>
                    <a:pt x="4316" y="1471"/>
                  </a:cubicBezTo>
                  <a:lnTo>
                    <a:pt x="4316" y="22"/>
                  </a:lnTo>
                  <a:lnTo>
                    <a:pt x="3938" y="22"/>
                  </a:lnTo>
                  <a:cubicBezTo>
                    <a:pt x="2228" y="22"/>
                    <a:pt x="1547" y="1"/>
                    <a:pt x="1235" y="1"/>
                  </a:cubicBezTo>
                  <a:close/>
                </a:path>
              </a:pathLst>
            </a:custGeom>
            <a:grpFill/>
            <a:ln>
              <a:noFill/>
            </a:ln>
          </p:spPr>
          <p:txBody>
            <a:bodyPr spcFirstLastPara="1" wrap="square" lIns="121900" tIns="121900" rIns="121900" bIns="121900" anchor="ctr" anchorCtr="0">
              <a:noAutofit/>
            </a:bodyPr>
            <a:lstStyle/>
            <a:p>
              <a:endParaRPr sz="2400"/>
            </a:p>
          </p:txBody>
        </p:sp>
        <p:sp>
          <p:nvSpPr>
            <p:cNvPr id="196" name="Google Shape;10332;p67">
              <a:extLst>
                <a:ext uri="{FF2B5EF4-FFF2-40B4-BE49-F238E27FC236}">
                  <a16:creationId xmlns:a16="http://schemas.microsoft.com/office/drawing/2014/main" id="{7651FA7C-6D64-6579-FC75-31D2684449B2}"/>
                </a:ext>
              </a:extLst>
            </p:cNvPr>
            <p:cNvSpPr/>
            <p:nvPr/>
          </p:nvSpPr>
          <p:spPr>
            <a:xfrm>
              <a:off x="-2566625" y="3427325"/>
              <a:ext cx="33125" cy="33100"/>
            </a:xfrm>
            <a:custGeom>
              <a:avLst/>
              <a:gdLst/>
              <a:ahLst/>
              <a:cxnLst/>
              <a:rect l="l" t="t" r="r" b="b"/>
              <a:pathLst>
                <a:path w="1325" h="1324" extrusionOk="0">
                  <a:moveTo>
                    <a:pt x="662" y="1"/>
                  </a:moveTo>
                  <a:cubicBezTo>
                    <a:pt x="253" y="1"/>
                    <a:pt x="1" y="316"/>
                    <a:pt x="1" y="662"/>
                  </a:cubicBezTo>
                  <a:cubicBezTo>
                    <a:pt x="1" y="1009"/>
                    <a:pt x="316" y="1324"/>
                    <a:pt x="662" y="1324"/>
                  </a:cubicBezTo>
                  <a:cubicBezTo>
                    <a:pt x="1041" y="1324"/>
                    <a:pt x="1324" y="1009"/>
                    <a:pt x="1324" y="662"/>
                  </a:cubicBezTo>
                  <a:cubicBezTo>
                    <a:pt x="1324" y="316"/>
                    <a:pt x="1041" y="1"/>
                    <a:pt x="662" y="1"/>
                  </a:cubicBezTo>
                  <a:close/>
                </a:path>
              </a:pathLst>
            </a:custGeom>
            <a:grpFill/>
            <a:ln>
              <a:noFill/>
            </a:ln>
          </p:spPr>
          <p:txBody>
            <a:bodyPr spcFirstLastPara="1" wrap="square" lIns="121900" tIns="121900" rIns="121900" bIns="121900" anchor="ctr" anchorCtr="0">
              <a:noAutofit/>
            </a:bodyPr>
            <a:lstStyle/>
            <a:p>
              <a:endParaRPr sz="2400"/>
            </a:p>
          </p:txBody>
        </p:sp>
        <p:sp>
          <p:nvSpPr>
            <p:cNvPr id="197" name="Google Shape;10333;p67">
              <a:extLst>
                <a:ext uri="{FF2B5EF4-FFF2-40B4-BE49-F238E27FC236}">
                  <a16:creationId xmlns:a16="http://schemas.microsoft.com/office/drawing/2014/main" id="{4C8DEBAF-6413-21B6-16C7-5FBF344AE9D7}"/>
                </a:ext>
              </a:extLst>
            </p:cNvPr>
            <p:cNvSpPr/>
            <p:nvPr/>
          </p:nvSpPr>
          <p:spPr>
            <a:xfrm>
              <a:off x="-2481550" y="3461200"/>
              <a:ext cx="18125" cy="18150"/>
            </a:xfrm>
            <a:custGeom>
              <a:avLst/>
              <a:gdLst/>
              <a:ahLst/>
              <a:cxnLst/>
              <a:rect l="l" t="t" r="r" b="b"/>
              <a:pathLst>
                <a:path w="725" h="726" extrusionOk="0">
                  <a:moveTo>
                    <a:pt x="378" y="0"/>
                  </a:moveTo>
                  <a:cubicBezTo>
                    <a:pt x="158" y="0"/>
                    <a:pt x="0" y="158"/>
                    <a:pt x="0" y="378"/>
                  </a:cubicBezTo>
                  <a:cubicBezTo>
                    <a:pt x="0" y="568"/>
                    <a:pt x="158" y="725"/>
                    <a:pt x="378" y="725"/>
                  </a:cubicBezTo>
                  <a:cubicBezTo>
                    <a:pt x="567" y="725"/>
                    <a:pt x="725" y="568"/>
                    <a:pt x="725" y="378"/>
                  </a:cubicBezTo>
                  <a:cubicBezTo>
                    <a:pt x="725" y="158"/>
                    <a:pt x="536" y="0"/>
                    <a:pt x="378" y="0"/>
                  </a:cubicBezTo>
                  <a:close/>
                </a:path>
              </a:pathLst>
            </a:custGeom>
            <a:grpFill/>
            <a:ln>
              <a:noFill/>
            </a:ln>
          </p:spPr>
          <p:txBody>
            <a:bodyPr spcFirstLastPara="1" wrap="square" lIns="121900" tIns="121900" rIns="121900" bIns="121900" anchor="ctr" anchorCtr="0">
              <a:noAutofit/>
            </a:bodyPr>
            <a:lstStyle/>
            <a:p>
              <a:endParaRPr sz="2400"/>
            </a:p>
          </p:txBody>
        </p:sp>
        <p:sp>
          <p:nvSpPr>
            <p:cNvPr id="198" name="Google Shape;10334;p67">
              <a:extLst>
                <a:ext uri="{FF2B5EF4-FFF2-40B4-BE49-F238E27FC236}">
                  <a16:creationId xmlns:a16="http://schemas.microsoft.com/office/drawing/2014/main" id="{CA4AE4A4-CBB0-3611-9224-73284512AB47}"/>
                </a:ext>
              </a:extLst>
            </p:cNvPr>
            <p:cNvSpPr/>
            <p:nvPr/>
          </p:nvSpPr>
          <p:spPr>
            <a:xfrm>
              <a:off x="-2668225" y="3393475"/>
              <a:ext cx="288300" cy="137050"/>
            </a:xfrm>
            <a:custGeom>
              <a:avLst/>
              <a:gdLst/>
              <a:ahLst/>
              <a:cxnLst/>
              <a:rect l="l" t="t" r="r" b="b"/>
              <a:pathLst>
                <a:path w="11532" h="5482" extrusionOk="0">
                  <a:moveTo>
                    <a:pt x="4726" y="630"/>
                  </a:moveTo>
                  <a:cubicBezTo>
                    <a:pt x="5483" y="630"/>
                    <a:pt x="6113" y="1260"/>
                    <a:pt x="6113" y="2016"/>
                  </a:cubicBezTo>
                  <a:cubicBezTo>
                    <a:pt x="6113" y="2804"/>
                    <a:pt x="5514" y="3403"/>
                    <a:pt x="4726" y="3403"/>
                  </a:cubicBezTo>
                  <a:cubicBezTo>
                    <a:pt x="3970" y="3403"/>
                    <a:pt x="3340" y="2772"/>
                    <a:pt x="3340" y="2016"/>
                  </a:cubicBezTo>
                  <a:cubicBezTo>
                    <a:pt x="3340" y="1260"/>
                    <a:pt x="3970" y="630"/>
                    <a:pt x="4726" y="630"/>
                  </a:cubicBezTo>
                  <a:close/>
                  <a:moveTo>
                    <a:pt x="7845" y="2048"/>
                  </a:moveTo>
                  <a:cubicBezTo>
                    <a:pt x="8381" y="2048"/>
                    <a:pt x="8854" y="2520"/>
                    <a:pt x="8854" y="3087"/>
                  </a:cubicBezTo>
                  <a:cubicBezTo>
                    <a:pt x="8854" y="3623"/>
                    <a:pt x="8381" y="4096"/>
                    <a:pt x="7845" y="4096"/>
                  </a:cubicBezTo>
                  <a:cubicBezTo>
                    <a:pt x="7278" y="4096"/>
                    <a:pt x="6806" y="3623"/>
                    <a:pt x="6806" y="3087"/>
                  </a:cubicBezTo>
                  <a:cubicBezTo>
                    <a:pt x="6806" y="2520"/>
                    <a:pt x="7278" y="2048"/>
                    <a:pt x="7845" y="2048"/>
                  </a:cubicBezTo>
                  <a:close/>
                  <a:moveTo>
                    <a:pt x="2710" y="0"/>
                  </a:moveTo>
                  <a:cubicBezTo>
                    <a:pt x="2238" y="693"/>
                    <a:pt x="1607" y="1575"/>
                    <a:pt x="788" y="2804"/>
                  </a:cubicBezTo>
                  <a:cubicBezTo>
                    <a:pt x="1" y="3938"/>
                    <a:pt x="820" y="5482"/>
                    <a:pt x="2206" y="5482"/>
                  </a:cubicBezTo>
                  <a:lnTo>
                    <a:pt x="9295" y="5482"/>
                  </a:lnTo>
                  <a:cubicBezTo>
                    <a:pt x="10712" y="5482"/>
                    <a:pt x="11532" y="3938"/>
                    <a:pt x="10744" y="2804"/>
                  </a:cubicBezTo>
                  <a:cubicBezTo>
                    <a:pt x="9925" y="1575"/>
                    <a:pt x="9295" y="693"/>
                    <a:pt x="8822"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99" name="Google Shape;10353;p67">
            <a:extLst>
              <a:ext uri="{FF2B5EF4-FFF2-40B4-BE49-F238E27FC236}">
                <a16:creationId xmlns:a16="http://schemas.microsoft.com/office/drawing/2014/main" id="{78A1FEF9-C47B-F32B-3ECD-E991B9FD1F34}"/>
              </a:ext>
            </a:extLst>
          </p:cNvPr>
          <p:cNvGrpSpPr/>
          <p:nvPr/>
        </p:nvGrpSpPr>
        <p:grpSpPr>
          <a:xfrm>
            <a:off x="2495040" y="4299669"/>
            <a:ext cx="438297" cy="435897"/>
            <a:chOff x="-5971525" y="3273750"/>
            <a:chExt cx="292250" cy="290650"/>
          </a:xfrm>
          <a:solidFill>
            <a:srgbClr val="6C1D35"/>
          </a:solidFill>
        </p:grpSpPr>
        <p:sp>
          <p:nvSpPr>
            <p:cNvPr id="200" name="Google Shape;10354;p67">
              <a:extLst>
                <a:ext uri="{FF2B5EF4-FFF2-40B4-BE49-F238E27FC236}">
                  <a16:creationId xmlns:a16="http://schemas.microsoft.com/office/drawing/2014/main" id="{B181C364-639A-D7AA-5562-616FB4668DF0}"/>
                </a:ext>
              </a:extLst>
            </p:cNvPr>
            <p:cNvSpPr/>
            <p:nvPr/>
          </p:nvSpPr>
          <p:spPr>
            <a:xfrm>
              <a:off x="-5868325" y="3273750"/>
              <a:ext cx="85075" cy="84300"/>
            </a:xfrm>
            <a:custGeom>
              <a:avLst/>
              <a:gdLst/>
              <a:ahLst/>
              <a:cxnLst/>
              <a:rect l="l" t="t" r="r" b="b"/>
              <a:pathLst>
                <a:path w="3403" h="3372" extrusionOk="0">
                  <a:moveTo>
                    <a:pt x="1701" y="0"/>
                  </a:moveTo>
                  <a:cubicBezTo>
                    <a:pt x="788" y="0"/>
                    <a:pt x="0" y="756"/>
                    <a:pt x="0" y="1702"/>
                  </a:cubicBezTo>
                  <a:cubicBezTo>
                    <a:pt x="0" y="2615"/>
                    <a:pt x="788" y="3371"/>
                    <a:pt x="1701" y="3371"/>
                  </a:cubicBezTo>
                  <a:cubicBezTo>
                    <a:pt x="2646" y="3371"/>
                    <a:pt x="3403" y="2615"/>
                    <a:pt x="3403" y="1702"/>
                  </a:cubicBezTo>
                  <a:cubicBezTo>
                    <a:pt x="3403" y="756"/>
                    <a:pt x="2646" y="0"/>
                    <a:pt x="1701" y="0"/>
                  </a:cubicBezTo>
                  <a:close/>
                </a:path>
              </a:pathLst>
            </a:custGeom>
            <a:grpFill/>
            <a:ln>
              <a:noFill/>
            </a:ln>
          </p:spPr>
          <p:txBody>
            <a:bodyPr spcFirstLastPara="1" wrap="square" lIns="121900" tIns="121900" rIns="121900" bIns="121900" anchor="ctr" anchorCtr="0">
              <a:noAutofit/>
            </a:bodyPr>
            <a:lstStyle/>
            <a:p>
              <a:endParaRPr sz="2400"/>
            </a:p>
          </p:txBody>
        </p:sp>
        <p:sp>
          <p:nvSpPr>
            <p:cNvPr id="201" name="Google Shape;10355;p67">
              <a:extLst>
                <a:ext uri="{FF2B5EF4-FFF2-40B4-BE49-F238E27FC236}">
                  <a16:creationId xmlns:a16="http://schemas.microsoft.com/office/drawing/2014/main" id="{6BDAAE55-DED7-C77F-9F47-F08C41C4753A}"/>
                </a:ext>
              </a:extLst>
            </p:cNvPr>
            <p:cNvSpPr/>
            <p:nvPr/>
          </p:nvSpPr>
          <p:spPr>
            <a:xfrm>
              <a:off x="-5971525" y="3308400"/>
              <a:ext cx="292250" cy="256000"/>
            </a:xfrm>
            <a:custGeom>
              <a:avLst/>
              <a:gdLst/>
              <a:ahLst/>
              <a:cxnLst/>
              <a:rect l="l" t="t" r="r" b="b"/>
              <a:pathLst>
                <a:path w="11690" h="10240" extrusionOk="0">
                  <a:moveTo>
                    <a:pt x="2049" y="1"/>
                  </a:moveTo>
                  <a:cubicBezTo>
                    <a:pt x="1324" y="1"/>
                    <a:pt x="694" y="599"/>
                    <a:pt x="694" y="1355"/>
                  </a:cubicBezTo>
                  <a:cubicBezTo>
                    <a:pt x="694" y="1733"/>
                    <a:pt x="852" y="2080"/>
                    <a:pt x="1072" y="2300"/>
                  </a:cubicBezTo>
                  <a:cubicBezTo>
                    <a:pt x="442" y="2647"/>
                    <a:pt x="1" y="3340"/>
                    <a:pt x="1" y="4096"/>
                  </a:cubicBezTo>
                  <a:lnTo>
                    <a:pt x="1" y="5766"/>
                  </a:lnTo>
                  <a:cubicBezTo>
                    <a:pt x="1" y="6207"/>
                    <a:pt x="284" y="6617"/>
                    <a:pt x="694" y="6774"/>
                  </a:cubicBezTo>
                  <a:lnTo>
                    <a:pt x="694" y="8538"/>
                  </a:lnTo>
                  <a:cubicBezTo>
                    <a:pt x="694" y="9074"/>
                    <a:pt x="1167" y="9546"/>
                    <a:pt x="1702" y="9546"/>
                  </a:cubicBezTo>
                  <a:lnTo>
                    <a:pt x="2364" y="9546"/>
                  </a:lnTo>
                  <a:cubicBezTo>
                    <a:pt x="2931" y="9546"/>
                    <a:pt x="3403" y="9074"/>
                    <a:pt x="3403" y="8538"/>
                  </a:cubicBezTo>
                  <a:lnTo>
                    <a:pt x="3403" y="6774"/>
                  </a:lnTo>
                  <a:cubicBezTo>
                    <a:pt x="3529" y="6711"/>
                    <a:pt x="3624" y="6648"/>
                    <a:pt x="3750" y="6522"/>
                  </a:cubicBezTo>
                  <a:cubicBezTo>
                    <a:pt x="3876" y="6585"/>
                    <a:pt x="3939" y="6680"/>
                    <a:pt x="4097" y="6774"/>
                  </a:cubicBezTo>
                  <a:lnTo>
                    <a:pt x="4097" y="9200"/>
                  </a:lnTo>
                  <a:cubicBezTo>
                    <a:pt x="4097" y="9735"/>
                    <a:pt x="4569" y="10240"/>
                    <a:pt x="5136" y="10240"/>
                  </a:cubicBezTo>
                  <a:lnTo>
                    <a:pt x="6522" y="10240"/>
                  </a:lnTo>
                  <a:cubicBezTo>
                    <a:pt x="7058" y="10240"/>
                    <a:pt x="7562" y="9767"/>
                    <a:pt x="7562" y="9200"/>
                  </a:cubicBezTo>
                  <a:lnTo>
                    <a:pt x="7562" y="6774"/>
                  </a:lnTo>
                  <a:cubicBezTo>
                    <a:pt x="7688" y="6711"/>
                    <a:pt x="7814" y="6648"/>
                    <a:pt x="7940" y="6522"/>
                  </a:cubicBezTo>
                  <a:cubicBezTo>
                    <a:pt x="8035" y="6585"/>
                    <a:pt x="8129" y="6680"/>
                    <a:pt x="8287" y="6774"/>
                  </a:cubicBezTo>
                  <a:lnTo>
                    <a:pt x="8287" y="8538"/>
                  </a:lnTo>
                  <a:cubicBezTo>
                    <a:pt x="8287" y="9074"/>
                    <a:pt x="8759" y="9546"/>
                    <a:pt x="9295" y="9546"/>
                  </a:cubicBezTo>
                  <a:lnTo>
                    <a:pt x="9988" y="9546"/>
                  </a:lnTo>
                  <a:cubicBezTo>
                    <a:pt x="10524" y="9546"/>
                    <a:pt x="10996" y="9074"/>
                    <a:pt x="10996" y="8538"/>
                  </a:cubicBezTo>
                  <a:lnTo>
                    <a:pt x="10996" y="6774"/>
                  </a:lnTo>
                  <a:cubicBezTo>
                    <a:pt x="11406" y="6617"/>
                    <a:pt x="11658" y="6238"/>
                    <a:pt x="11658" y="5766"/>
                  </a:cubicBezTo>
                  <a:lnTo>
                    <a:pt x="11658" y="4096"/>
                  </a:lnTo>
                  <a:cubicBezTo>
                    <a:pt x="11689" y="3340"/>
                    <a:pt x="11280" y="2678"/>
                    <a:pt x="10650" y="2300"/>
                  </a:cubicBezTo>
                  <a:cubicBezTo>
                    <a:pt x="10870" y="2080"/>
                    <a:pt x="11028" y="1733"/>
                    <a:pt x="11028" y="1355"/>
                  </a:cubicBezTo>
                  <a:cubicBezTo>
                    <a:pt x="11028" y="599"/>
                    <a:pt x="10398" y="1"/>
                    <a:pt x="9641" y="1"/>
                  </a:cubicBezTo>
                  <a:cubicBezTo>
                    <a:pt x="8917" y="1"/>
                    <a:pt x="8287" y="599"/>
                    <a:pt x="8287" y="1355"/>
                  </a:cubicBezTo>
                  <a:cubicBezTo>
                    <a:pt x="8287" y="1733"/>
                    <a:pt x="8444" y="2080"/>
                    <a:pt x="8665" y="2300"/>
                  </a:cubicBezTo>
                  <a:cubicBezTo>
                    <a:pt x="8444" y="2426"/>
                    <a:pt x="8224" y="2584"/>
                    <a:pt x="8066" y="2773"/>
                  </a:cubicBezTo>
                  <a:cubicBezTo>
                    <a:pt x="7972" y="2521"/>
                    <a:pt x="7751" y="2237"/>
                    <a:pt x="7562" y="2017"/>
                  </a:cubicBezTo>
                  <a:cubicBezTo>
                    <a:pt x="7216" y="2395"/>
                    <a:pt x="6743" y="2584"/>
                    <a:pt x="6239" y="2647"/>
                  </a:cubicBezTo>
                  <a:lnTo>
                    <a:pt x="6239" y="4380"/>
                  </a:lnTo>
                  <a:cubicBezTo>
                    <a:pt x="6239" y="4604"/>
                    <a:pt x="6043" y="4722"/>
                    <a:pt x="5851" y="4722"/>
                  </a:cubicBezTo>
                  <a:cubicBezTo>
                    <a:pt x="5665" y="4722"/>
                    <a:pt x="5483" y="4612"/>
                    <a:pt x="5483" y="4380"/>
                  </a:cubicBezTo>
                  <a:lnTo>
                    <a:pt x="5483" y="2647"/>
                  </a:lnTo>
                  <a:cubicBezTo>
                    <a:pt x="4979" y="2584"/>
                    <a:pt x="4506" y="2332"/>
                    <a:pt x="4160" y="2017"/>
                  </a:cubicBezTo>
                  <a:cubicBezTo>
                    <a:pt x="3908" y="2237"/>
                    <a:pt x="3750" y="2521"/>
                    <a:pt x="3624" y="2773"/>
                  </a:cubicBezTo>
                  <a:cubicBezTo>
                    <a:pt x="3466" y="2584"/>
                    <a:pt x="3277" y="2426"/>
                    <a:pt x="3057" y="2300"/>
                  </a:cubicBezTo>
                  <a:cubicBezTo>
                    <a:pt x="3277" y="2080"/>
                    <a:pt x="3435" y="1733"/>
                    <a:pt x="3435" y="1355"/>
                  </a:cubicBezTo>
                  <a:cubicBezTo>
                    <a:pt x="3435" y="599"/>
                    <a:pt x="2805" y="1"/>
                    <a:pt x="2049"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202" name="Google Shape;10365;p67">
            <a:extLst>
              <a:ext uri="{FF2B5EF4-FFF2-40B4-BE49-F238E27FC236}">
                <a16:creationId xmlns:a16="http://schemas.microsoft.com/office/drawing/2014/main" id="{AE95DA81-FE95-2010-B6A2-D496F4282377}"/>
              </a:ext>
            </a:extLst>
          </p:cNvPr>
          <p:cNvGrpSpPr/>
          <p:nvPr/>
        </p:nvGrpSpPr>
        <p:grpSpPr>
          <a:xfrm>
            <a:off x="5304713" y="4299669"/>
            <a:ext cx="438260" cy="435897"/>
            <a:chOff x="-4118225" y="3253275"/>
            <a:chExt cx="292225" cy="290650"/>
          </a:xfrm>
          <a:solidFill>
            <a:srgbClr val="6C1D35"/>
          </a:solidFill>
        </p:grpSpPr>
        <p:sp>
          <p:nvSpPr>
            <p:cNvPr id="203" name="Google Shape;10366;p67">
              <a:extLst>
                <a:ext uri="{FF2B5EF4-FFF2-40B4-BE49-F238E27FC236}">
                  <a16:creationId xmlns:a16="http://schemas.microsoft.com/office/drawing/2014/main" id="{52723316-E302-D855-7003-F0110F8CF75F}"/>
                </a:ext>
              </a:extLst>
            </p:cNvPr>
            <p:cNvSpPr/>
            <p:nvPr/>
          </p:nvSpPr>
          <p:spPr>
            <a:xfrm>
              <a:off x="-4118225" y="3287125"/>
              <a:ext cx="256725" cy="256800"/>
            </a:xfrm>
            <a:custGeom>
              <a:avLst/>
              <a:gdLst/>
              <a:ahLst/>
              <a:cxnLst/>
              <a:rect l="l" t="t" r="r" b="b"/>
              <a:pathLst>
                <a:path w="10269" h="10272" extrusionOk="0">
                  <a:moveTo>
                    <a:pt x="5104" y="1"/>
                  </a:moveTo>
                  <a:cubicBezTo>
                    <a:pt x="2268" y="1"/>
                    <a:pt x="0" y="2301"/>
                    <a:pt x="0" y="5136"/>
                  </a:cubicBezTo>
                  <a:cubicBezTo>
                    <a:pt x="0" y="7972"/>
                    <a:pt x="2268" y="10271"/>
                    <a:pt x="5104" y="10271"/>
                  </a:cubicBezTo>
                  <a:cubicBezTo>
                    <a:pt x="7939" y="10271"/>
                    <a:pt x="10239" y="8003"/>
                    <a:pt x="10239" y="5168"/>
                  </a:cubicBezTo>
                  <a:cubicBezTo>
                    <a:pt x="10268" y="4993"/>
                    <a:pt x="10108" y="4818"/>
                    <a:pt x="9910" y="4818"/>
                  </a:cubicBezTo>
                  <a:cubicBezTo>
                    <a:pt x="9894" y="4818"/>
                    <a:pt x="9877" y="4819"/>
                    <a:pt x="9861" y="4821"/>
                  </a:cubicBezTo>
                  <a:lnTo>
                    <a:pt x="5797" y="4821"/>
                  </a:lnTo>
                  <a:cubicBezTo>
                    <a:pt x="5639" y="4821"/>
                    <a:pt x="5450" y="4695"/>
                    <a:pt x="5450" y="4506"/>
                  </a:cubicBezTo>
                  <a:lnTo>
                    <a:pt x="5450" y="347"/>
                  </a:lnTo>
                  <a:cubicBezTo>
                    <a:pt x="5450" y="158"/>
                    <a:pt x="5324" y="1"/>
                    <a:pt x="5104" y="1"/>
                  </a:cubicBezTo>
                  <a:close/>
                </a:path>
              </a:pathLst>
            </a:custGeom>
            <a:grpFill/>
            <a:ln>
              <a:noFill/>
            </a:ln>
          </p:spPr>
          <p:txBody>
            <a:bodyPr spcFirstLastPara="1" wrap="square" lIns="121900" tIns="121900" rIns="121900" bIns="121900" anchor="ctr" anchorCtr="0">
              <a:noAutofit/>
            </a:bodyPr>
            <a:lstStyle/>
            <a:p>
              <a:endParaRPr sz="2400"/>
            </a:p>
          </p:txBody>
        </p:sp>
        <p:sp>
          <p:nvSpPr>
            <p:cNvPr id="204" name="Google Shape;10367;p67">
              <a:extLst>
                <a:ext uri="{FF2B5EF4-FFF2-40B4-BE49-F238E27FC236}">
                  <a16:creationId xmlns:a16="http://schemas.microsoft.com/office/drawing/2014/main" id="{D67BF724-0C66-542C-DA88-21A32CACB6B7}"/>
                </a:ext>
              </a:extLst>
            </p:cNvPr>
            <p:cNvSpPr/>
            <p:nvPr/>
          </p:nvSpPr>
          <p:spPr>
            <a:xfrm>
              <a:off x="-3963850" y="3253275"/>
              <a:ext cx="137850" cy="137850"/>
            </a:xfrm>
            <a:custGeom>
              <a:avLst/>
              <a:gdLst/>
              <a:ahLst/>
              <a:cxnLst/>
              <a:rect l="l" t="t" r="r" b="b"/>
              <a:pathLst>
                <a:path w="5514" h="5514" extrusionOk="0">
                  <a:moveTo>
                    <a:pt x="347" y="0"/>
                  </a:moveTo>
                  <a:cubicBezTo>
                    <a:pt x="158" y="0"/>
                    <a:pt x="0" y="158"/>
                    <a:pt x="0" y="347"/>
                  </a:cubicBezTo>
                  <a:lnTo>
                    <a:pt x="0" y="5135"/>
                  </a:lnTo>
                  <a:cubicBezTo>
                    <a:pt x="0" y="5356"/>
                    <a:pt x="158" y="5514"/>
                    <a:pt x="347" y="5514"/>
                  </a:cubicBezTo>
                  <a:lnTo>
                    <a:pt x="5167" y="5514"/>
                  </a:lnTo>
                  <a:cubicBezTo>
                    <a:pt x="5356" y="5514"/>
                    <a:pt x="5513" y="5356"/>
                    <a:pt x="5513" y="5135"/>
                  </a:cubicBezTo>
                  <a:cubicBezTo>
                    <a:pt x="5513" y="2269"/>
                    <a:pt x="3182" y="0"/>
                    <a:pt x="347"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205" name="Google Shape;10377;p67">
            <a:extLst>
              <a:ext uri="{FF2B5EF4-FFF2-40B4-BE49-F238E27FC236}">
                <a16:creationId xmlns:a16="http://schemas.microsoft.com/office/drawing/2014/main" id="{FB12DEAE-43D3-028A-3ECC-F6EFE65C6ACC}"/>
              </a:ext>
            </a:extLst>
          </p:cNvPr>
          <p:cNvGrpSpPr/>
          <p:nvPr/>
        </p:nvGrpSpPr>
        <p:grpSpPr>
          <a:xfrm>
            <a:off x="8140401" y="4297887"/>
            <a:ext cx="411115" cy="439460"/>
            <a:chOff x="-2312225" y="3238300"/>
            <a:chExt cx="274125" cy="293025"/>
          </a:xfrm>
          <a:solidFill>
            <a:srgbClr val="6C1D35"/>
          </a:solidFill>
        </p:grpSpPr>
        <p:sp>
          <p:nvSpPr>
            <p:cNvPr id="206" name="Google Shape;10378;p67">
              <a:extLst>
                <a:ext uri="{FF2B5EF4-FFF2-40B4-BE49-F238E27FC236}">
                  <a16:creationId xmlns:a16="http://schemas.microsoft.com/office/drawing/2014/main" id="{93B68CA0-F63A-CC6F-7E05-BBADD0BFD631}"/>
                </a:ext>
              </a:extLst>
            </p:cNvPr>
            <p:cNvSpPr/>
            <p:nvPr/>
          </p:nvSpPr>
          <p:spPr>
            <a:xfrm>
              <a:off x="-2241325" y="3289500"/>
              <a:ext cx="203225" cy="241825"/>
            </a:xfrm>
            <a:custGeom>
              <a:avLst/>
              <a:gdLst/>
              <a:ahLst/>
              <a:cxnLst/>
              <a:rect l="l" t="t" r="r" b="b"/>
              <a:pathLst>
                <a:path w="8129" h="9673" extrusionOk="0">
                  <a:moveTo>
                    <a:pt x="2458" y="0"/>
                  </a:moveTo>
                  <a:cubicBezTo>
                    <a:pt x="2174" y="0"/>
                    <a:pt x="1954" y="221"/>
                    <a:pt x="1954" y="504"/>
                  </a:cubicBezTo>
                  <a:lnTo>
                    <a:pt x="1954" y="2836"/>
                  </a:lnTo>
                  <a:lnTo>
                    <a:pt x="1954" y="5167"/>
                  </a:lnTo>
                  <a:lnTo>
                    <a:pt x="914" y="4128"/>
                  </a:lnTo>
                  <a:cubicBezTo>
                    <a:pt x="820" y="4033"/>
                    <a:pt x="693" y="3986"/>
                    <a:pt x="567" y="3986"/>
                  </a:cubicBezTo>
                  <a:cubicBezTo>
                    <a:pt x="441" y="3986"/>
                    <a:pt x="315" y="4033"/>
                    <a:pt x="221" y="4128"/>
                  </a:cubicBezTo>
                  <a:cubicBezTo>
                    <a:pt x="0" y="4317"/>
                    <a:pt x="0" y="4632"/>
                    <a:pt x="221" y="4852"/>
                  </a:cubicBezTo>
                  <a:lnTo>
                    <a:pt x="2678" y="7310"/>
                  </a:lnTo>
                  <a:lnTo>
                    <a:pt x="2678" y="8664"/>
                  </a:lnTo>
                  <a:cubicBezTo>
                    <a:pt x="2678" y="9200"/>
                    <a:pt x="3151" y="9672"/>
                    <a:pt x="3718" y="9672"/>
                  </a:cubicBezTo>
                  <a:lnTo>
                    <a:pt x="6459" y="9672"/>
                  </a:lnTo>
                  <a:cubicBezTo>
                    <a:pt x="7026" y="9672"/>
                    <a:pt x="7499" y="9200"/>
                    <a:pt x="7499" y="8664"/>
                  </a:cubicBezTo>
                  <a:lnTo>
                    <a:pt x="7499" y="8066"/>
                  </a:lnTo>
                  <a:cubicBezTo>
                    <a:pt x="7688" y="7656"/>
                    <a:pt x="7845" y="7278"/>
                    <a:pt x="7940" y="6837"/>
                  </a:cubicBezTo>
                  <a:cubicBezTo>
                    <a:pt x="8034" y="6396"/>
                    <a:pt x="8129" y="5986"/>
                    <a:pt x="8129" y="5514"/>
                  </a:cubicBezTo>
                  <a:lnTo>
                    <a:pt x="8129" y="3308"/>
                  </a:lnTo>
                  <a:cubicBezTo>
                    <a:pt x="8129" y="3025"/>
                    <a:pt x="7877" y="2773"/>
                    <a:pt x="7625" y="2773"/>
                  </a:cubicBezTo>
                  <a:cubicBezTo>
                    <a:pt x="7341" y="2773"/>
                    <a:pt x="7089" y="3025"/>
                    <a:pt x="7089" y="3308"/>
                  </a:cubicBezTo>
                  <a:lnTo>
                    <a:pt x="7089" y="3812"/>
                  </a:lnTo>
                  <a:cubicBezTo>
                    <a:pt x="7089" y="4002"/>
                    <a:pt x="6931" y="4159"/>
                    <a:pt x="6742" y="4159"/>
                  </a:cubicBezTo>
                  <a:cubicBezTo>
                    <a:pt x="6553" y="4159"/>
                    <a:pt x="6396" y="4002"/>
                    <a:pt x="6396" y="3812"/>
                  </a:cubicBezTo>
                  <a:lnTo>
                    <a:pt x="6396" y="2615"/>
                  </a:lnTo>
                  <a:cubicBezTo>
                    <a:pt x="6396" y="2363"/>
                    <a:pt x="6144" y="2111"/>
                    <a:pt x="5892" y="2111"/>
                  </a:cubicBezTo>
                  <a:cubicBezTo>
                    <a:pt x="5608" y="2111"/>
                    <a:pt x="5356" y="2363"/>
                    <a:pt x="5356" y="2615"/>
                  </a:cubicBezTo>
                  <a:cubicBezTo>
                    <a:pt x="5357" y="2615"/>
                    <a:pt x="5358" y="2615"/>
                    <a:pt x="5359" y="2615"/>
                  </a:cubicBezTo>
                  <a:cubicBezTo>
                    <a:pt x="5418" y="2615"/>
                    <a:pt x="5419" y="3769"/>
                    <a:pt x="5419" y="3781"/>
                  </a:cubicBezTo>
                  <a:lnTo>
                    <a:pt x="5419" y="3781"/>
                  </a:lnTo>
                  <a:cubicBezTo>
                    <a:pt x="5419" y="3970"/>
                    <a:pt x="5262" y="4128"/>
                    <a:pt x="5041" y="4128"/>
                  </a:cubicBezTo>
                  <a:cubicBezTo>
                    <a:pt x="4852" y="4128"/>
                    <a:pt x="4695" y="3970"/>
                    <a:pt x="4695" y="3781"/>
                  </a:cubicBezTo>
                  <a:lnTo>
                    <a:pt x="4695" y="2584"/>
                  </a:lnTo>
                  <a:cubicBezTo>
                    <a:pt x="4695" y="2332"/>
                    <a:pt x="4474" y="2080"/>
                    <a:pt x="4191" y="2080"/>
                  </a:cubicBezTo>
                  <a:cubicBezTo>
                    <a:pt x="3907" y="2080"/>
                    <a:pt x="3686" y="2332"/>
                    <a:pt x="3686" y="2584"/>
                  </a:cubicBezTo>
                  <a:lnTo>
                    <a:pt x="3686" y="3781"/>
                  </a:lnTo>
                  <a:cubicBezTo>
                    <a:pt x="3686" y="3970"/>
                    <a:pt x="3529" y="4128"/>
                    <a:pt x="3308" y="4128"/>
                  </a:cubicBezTo>
                  <a:cubicBezTo>
                    <a:pt x="3119" y="4128"/>
                    <a:pt x="2962" y="3970"/>
                    <a:pt x="2962" y="3781"/>
                  </a:cubicBezTo>
                  <a:lnTo>
                    <a:pt x="2962" y="504"/>
                  </a:lnTo>
                  <a:cubicBezTo>
                    <a:pt x="2962" y="221"/>
                    <a:pt x="2741" y="0"/>
                    <a:pt x="2458" y="0"/>
                  </a:cubicBezTo>
                  <a:close/>
                </a:path>
              </a:pathLst>
            </a:custGeom>
            <a:grpFill/>
            <a:ln>
              <a:noFill/>
            </a:ln>
          </p:spPr>
          <p:txBody>
            <a:bodyPr spcFirstLastPara="1" wrap="square" lIns="121900" tIns="121900" rIns="121900" bIns="121900" anchor="ctr" anchorCtr="0">
              <a:noAutofit/>
            </a:bodyPr>
            <a:lstStyle/>
            <a:p>
              <a:endParaRPr sz="2400"/>
            </a:p>
          </p:txBody>
        </p:sp>
        <p:sp>
          <p:nvSpPr>
            <p:cNvPr id="207" name="Google Shape;10379;p67">
              <a:extLst>
                <a:ext uri="{FF2B5EF4-FFF2-40B4-BE49-F238E27FC236}">
                  <a16:creationId xmlns:a16="http://schemas.microsoft.com/office/drawing/2014/main" id="{5DC19CB6-8A75-541F-A4CD-2FDE3C5339A0}"/>
                </a:ext>
              </a:extLst>
            </p:cNvPr>
            <p:cNvSpPr/>
            <p:nvPr/>
          </p:nvSpPr>
          <p:spPr>
            <a:xfrm>
              <a:off x="-2312225" y="3238300"/>
              <a:ext cx="241825" cy="241050"/>
            </a:xfrm>
            <a:custGeom>
              <a:avLst/>
              <a:gdLst/>
              <a:ahLst/>
              <a:cxnLst/>
              <a:rect l="l" t="t" r="r" b="b"/>
              <a:pathLst>
                <a:path w="9673" h="9642" extrusionOk="0">
                  <a:moveTo>
                    <a:pt x="379" y="1"/>
                  </a:moveTo>
                  <a:cubicBezTo>
                    <a:pt x="158" y="1"/>
                    <a:pt x="1" y="158"/>
                    <a:pt x="1" y="347"/>
                  </a:cubicBezTo>
                  <a:lnTo>
                    <a:pt x="1" y="1733"/>
                  </a:lnTo>
                  <a:cubicBezTo>
                    <a:pt x="1" y="1922"/>
                    <a:pt x="158" y="2080"/>
                    <a:pt x="379" y="2080"/>
                  </a:cubicBezTo>
                  <a:lnTo>
                    <a:pt x="726" y="2080"/>
                  </a:lnTo>
                  <a:lnTo>
                    <a:pt x="726" y="7562"/>
                  </a:lnTo>
                  <a:lnTo>
                    <a:pt x="379" y="7562"/>
                  </a:lnTo>
                  <a:cubicBezTo>
                    <a:pt x="158" y="7562"/>
                    <a:pt x="1" y="7719"/>
                    <a:pt x="1" y="7908"/>
                  </a:cubicBezTo>
                  <a:lnTo>
                    <a:pt x="1" y="9294"/>
                  </a:lnTo>
                  <a:cubicBezTo>
                    <a:pt x="1" y="9484"/>
                    <a:pt x="158" y="9641"/>
                    <a:pt x="379" y="9641"/>
                  </a:cubicBezTo>
                  <a:lnTo>
                    <a:pt x="1734" y="9641"/>
                  </a:lnTo>
                  <a:cubicBezTo>
                    <a:pt x="1954" y="9641"/>
                    <a:pt x="2112" y="9484"/>
                    <a:pt x="2112" y="9294"/>
                  </a:cubicBezTo>
                  <a:lnTo>
                    <a:pt x="2112" y="8916"/>
                  </a:lnTo>
                  <a:lnTo>
                    <a:pt x="4160" y="8916"/>
                  </a:lnTo>
                  <a:lnTo>
                    <a:pt x="3435" y="8223"/>
                  </a:lnTo>
                  <a:lnTo>
                    <a:pt x="2112" y="8223"/>
                  </a:lnTo>
                  <a:lnTo>
                    <a:pt x="2112" y="7877"/>
                  </a:lnTo>
                  <a:cubicBezTo>
                    <a:pt x="2112" y="7688"/>
                    <a:pt x="1954" y="7530"/>
                    <a:pt x="1734" y="7530"/>
                  </a:cubicBezTo>
                  <a:lnTo>
                    <a:pt x="1387" y="7530"/>
                  </a:lnTo>
                  <a:lnTo>
                    <a:pt x="1387" y="2080"/>
                  </a:lnTo>
                  <a:lnTo>
                    <a:pt x="1734" y="2080"/>
                  </a:lnTo>
                  <a:cubicBezTo>
                    <a:pt x="1954" y="2080"/>
                    <a:pt x="2112" y="1922"/>
                    <a:pt x="2112" y="1733"/>
                  </a:cubicBezTo>
                  <a:lnTo>
                    <a:pt x="2112" y="1387"/>
                  </a:lnTo>
                  <a:lnTo>
                    <a:pt x="7562" y="1387"/>
                  </a:lnTo>
                  <a:lnTo>
                    <a:pt x="7562" y="1733"/>
                  </a:lnTo>
                  <a:cubicBezTo>
                    <a:pt x="7562" y="1922"/>
                    <a:pt x="7720" y="2080"/>
                    <a:pt x="7940" y="2080"/>
                  </a:cubicBezTo>
                  <a:lnTo>
                    <a:pt x="8287" y="2080"/>
                  </a:lnTo>
                  <a:lnTo>
                    <a:pt x="8287" y="3592"/>
                  </a:lnTo>
                  <a:cubicBezTo>
                    <a:pt x="8444" y="3498"/>
                    <a:pt x="8602" y="3466"/>
                    <a:pt x="8791" y="3466"/>
                  </a:cubicBezTo>
                  <a:cubicBezTo>
                    <a:pt x="8885" y="3466"/>
                    <a:pt x="8917" y="3466"/>
                    <a:pt x="8948" y="3498"/>
                  </a:cubicBezTo>
                  <a:lnTo>
                    <a:pt x="8948" y="2080"/>
                  </a:lnTo>
                  <a:lnTo>
                    <a:pt x="9326" y="2080"/>
                  </a:lnTo>
                  <a:cubicBezTo>
                    <a:pt x="9515" y="2080"/>
                    <a:pt x="9673" y="1922"/>
                    <a:pt x="9673" y="1733"/>
                  </a:cubicBezTo>
                  <a:lnTo>
                    <a:pt x="9673" y="347"/>
                  </a:lnTo>
                  <a:cubicBezTo>
                    <a:pt x="9673" y="158"/>
                    <a:pt x="9515" y="1"/>
                    <a:pt x="9326" y="1"/>
                  </a:cubicBezTo>
                  <a:lnTo>
                    <a:pt x="7940" y="1"/>
                  </a:lnTo>
                  <a:cubicBezTo>
                    <a:pt x="7751" y="1"/>
                    <a:pt x="7562" y="158"/>
                    <a:pt x="7562" y="347"/>
                  </a:cubicBezTo>
                  <a:lnTo>
                    <a:pt x="7562" y="694"/>
                  </a:lnTo>
                  <a:lnTo>
                    <a:pt x="2112" y="694"/>
                  </a:lnTo>
                  <a:lnTo>
                    <a:pt x="2112" y="347"/>
                  </a:lnTo>
                  <a:cubicBezTo>
                    <a:pt x="2112" y="158"/>
                    <a:pt x="1954" y="1"/>
                    <a:pt x="1734"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208" name="Google Shape;10396;p67">
            <a:extLst>
              <a:ext uri="{FF2B5EF4-FFF2-40B4-BE49-F238E27FC236}">
                <a16:creationId xmlns:a16="http://schemas.microsoft.com/office/drawing/2014/main" id="{AD91D501-0037-9E9F-6964-77F81F4A253D}"/>
              </a:ext>
            </a:extLst>
          </p:cNvPr>
          <p:cNvGrpSpPr/>
          <p:nvPr/>
        </p:nvGrpSpPr>
        <p:grpSpPr>
          <a:xfrm>
            <a:off x="3055232" y="4299069"/>
            <a:ext cx="441821" cy="437097"/>
            <a:chOff x="-5611575" y="3272950"/>
            <a:chExt cx="294600" cy="291450"/>
          </a:xfrm>
          <a:solidFill>
            <a:srgbClr val="6C1D35"/>
          </a:solidFill>
        </p:grpSpPr>
        <p:sp>
          <p:nvSpPr>
            <p:cNvPr id="209" name="Google Shape;10397;p67">
              <a:extLst>
                <a:ext uri="{FF2B5EF4-FFF2-40B4-BE49-F238E27FC236}">
                  <a16:creationId xmlns:a16="http://schemas.microsoft.com/office/drawing/2014/main" id="{2ACAD3B6-D467-07AF-AC89-767A1DB9F21C}"/>
                </a:ext>
              </a:extLst>
            </p:cNvPr>
            <p:cNvSpPr/>
            <p:nvPr/>
          </p:nvSpPr>
          <p:spPr>
            <a:xfrm>
              <a:off x="-5594250" y="3273750"/>
              <a:ext cx="85875" cy="84300"/>
            </a:xfrm>
            <a:custGeom>
              <a:avLst/>
              <a:gdLst/>
              <a:ahLst/>
              <a:cxnLst/>
              <a:rect l="l" t="t" r="r" b="b"/>
              <a:pathLst>
                <a:path w="3435" h="3372" extrusionOk="0">
                  <a:moveTo>
                    <a:pt x="1734" y="0"/>
                  </a:moveTo>
                  <a:cubicBezTo>
                    <a:pt x="788" y="0"/>
                    <a:pt x="32" y="756"/>
                    <a:pt x="32" y="1702"/>
                  </a:cubicBezTo>
                  <a:cubicBezTo>
                    <a:pt x="1" y="2678"/>
                    <a:pt x="820" y="3371"/>
                    <a:pt x="1702" y="3371"/>
                  </a:cubicBezTo>
                  <a:cubicBezTo>
                    <a:pt x="2269" y="3371"/>
                    <a:pt x="2899" y="3025"/>
                    <a:pt x="3214" y="2426"/>
                  </a:cubicBezTo>
                  <a:cubicBezTo>
                    <a:pt x="3340" y="2206"/>
                    <a:pt x="3435" y="1922"/>
                    <a:pt x="3435" y="1702"/>
                  </a:cubicBezTo>
                  <a:cubicBezTo>
                    <a:pt x="3435" y="756"/>
                    <a:pt x="2679" y="0"/>
                    <a:pt x="1734" y="0"/>
                  </a:cubicBezTo>
                  <a:close/>
                </a:path>
              </a:pathLst>
            </a:custGeom>
            <a:grpFill/>
            <a:ln>
              <a:noFill/>
            </a:ln>
          </p:spPr>
          <p:txBody>
            <a:bodyPr spcFirstLastPara="1" wrap="square" lIns="121900" tIns="121900" rIns="121900" bIns="121900" anchor="ctr" anchorCtr="0">
              <a:noAutofit/>
            </a:bodyPr>
            <a:lstStyle/>
            <a:p>
              <a:endParaRPr sz="2400"/>
            </a:p>
          </p:txBody>
        </p:sp>
        <p:sp>
          <p:nvSpPr>
            <p:cNvPr id="210" name="Google Shape;10398;p67">
              <a:extLst>
                <a:ext uri="{FF2B5EF4-FFF2-40B4-BE49-F238E27FC236}">
                  <a16:creationId xmlns:a16="http://schemas.microsoft.com/office/drawing/2014/main" id="{7A1DE6B5-AD0B-BB0E-5B76-FECDCF11BCAC}"/>
                </a:ext>
              </a:extLst>
            </p:cNvPr>
            <p:cNvSpPr/>
            <p:nvPr/>
          </p:nvSpPr>
          <p:spPr>
            <a:xfrm>
              <a:off x="-5457200" y="3324950"/>
              <a:ext cx="67775" cy="67750"/>
            </a:xfrm>
            <a:custGeom>
              <a:avLst/>
              <a:gdLst/>
              <a:ahLst/>
              <a:cxnLst/>
              <a:rect l="l" t="t" r="r" b="b"/>
              <a:pathLst>
                <a:path w="2711" h="2710" extrusionOk="0">
                  <a:moveTo>
                    <a:pt x="1009" y="0"/>
                  </a:moveTo>
                  <a:cubicBezTo>
                    <a:pt x="410" y="158"/>
                    <a:pt x="1" y="662"/>
                    <a:pt x="1" y="1323"/>
                  </a:cubicBezTo>
                  <a:cubicBezTo>
                    <a:pt x="1" y="2079"/>
                    <a:pt x="631" y="2710"/>
                    <a:pt x="1355" y="2710"/>
                  </a:cubicBezTo>
                  <a:cubicBezTo>
                    <a:pt x="1985" y="2710"/>
                    <a:pt x="2553" y="2268"/>
                    <a:pt x="2710" y="1701"/>
                  </a:cubicBezTo>
                  <a:lnTo>
                    <a:pt x="1355" y="1701"/>
                  </a:lnTo>
                  <a:cubicBezTo>
                    <a:pt x="1166" y="1701"/>
                    <a:pt x="1009" y="1544"/>
                    <a:pt x="1009" y="1323"/>
                  </a:cubicBezTo>
                  <a:lnTo>
                    <a:pt x="1009" y="0"/>
                  </a:lnTo>
                  <a:close/>
                </a:path>
              </a:pathLst>
            </a:custGeom>
            <a:grpFill/>
            <a:ln>
              <a:noFill/>
            </a:ln>
          </p:spPr>
          <p:txBody>
            <a:bodyPr spcFirstLastPara="1" wrap="square" lIns="121900" tIns="121900" rIns="121900" bIns="121900" anchor="ctr" anchorCtr="0">
              <a:noAutofit/>
            </a:bodyPr>
            <a:lstStyle/>
            <a:p>
              <a:endParaRPr sz="2400"/>
            </a:p>
          </p:txBody>
        </p:sp>
        <p:sp>
          <p:nvSpPr>
            <p:cNvPr id="211" name="Google Shape;10399;p67">
              <a:extLst>
                <a:ext uri="{FF2B5EF4-FFF2-40B4-BE49-F238E27FC236}">
                  <a16:creationId xmlns:a16="http://schemas.microsoft.com/office/drawing/2014/main" id="{4BF2E46B-C19F-2F48-FE56-1A0215FC2A44}"/>
                </a:ext>
              </a:extLst>
            </p:cNvPr>
            <p:cNvSpPr/>
            <p:nvPr/>
          </p:nvSpPr>
          <p:spPr>
            <a:xfrm>
              <a:off x="-5415450" y="3325725"/>
              <a:ext cx="25225" cy="24450"/>
            </a:xfrm>
            <a:custGeom>
              <a:avLst/>
              <a:gdLst/>
              <a:ahLst/>
              <a:cxnLst/>
              <a:rect l="l" t="t" r="r" b="b"/>
              <a:pathLst>
                <a:path w="1009" h="978" extrusionOk="0">
                  <a:moveTo>
                    <a:pt x="0" y="1"/>
                  </a:moveTo>
                  <a:lnTo>
                    <a:pt x="0" y="977"/>
                  </a:lnTo>
                  <a:lnTo>
                    <a:pt x="1009" y="977"/>
                  </a:lnTo>
                  <a:cubicBezTo>
                    <a:pt x="883" y="473"/>
                    <a:pt x="473" y="127"/>
                    <a:pt x="0" y="1"/>
                  </a:cubicBezTo>
                  <a:close/>
                </a:path>
              </a:pathLst>
            </a:custGeom>
            <a:grpFill/>
            <a:ln>
              <a:noFill/>
            </a:ln>
          </p:spPr>
          <p:txBody>
            <a:bodyPr spcFirstLastPara="1" wrap="square" lIns="121900" tIns="121900" rIns="121900" bIns="121900" anchor="ctr" anchorCtr="0">
              <a:noAutofit/>
            </a:bodyPr>
            <a:lstStyle/>
            <a:p>
              <a:endParaRPr sz="2400"/>
            </a:p>
          </p:txBody>
        </p:sp>
        <p:sp>
          <p:nvSpPr>
            <p:cNvPr id="212" name="Google Shape;10400;p67">
              <a:extLst>
                <a:ext uri="{FF2B5EF4-FFF2-40B4-BE49-F238E27FC236}">
                  <a16:creationId xmlns:a16="http://schemas.microsoft.com/office/drawing/2014/main" id="{64454F2F-320F-3ADF-42CF-344B28A1AE12}"/>
                </a:ext>
              </a:extLst>
            </p:cNvPr>
            <p:cNvSpPr/>
            <p:nvPr/>
          </p:nvSpPr>
          <p:spPr>
            <a:xfrm>
              <a:off x="-5611575" y="3359600"/>
              <a:ext cx="118950" cy="204800"/>
            </a:xfrm>
            <a:custGeom>
              <a:avLst/>
              <a:gdLst/>
              <a:ahLst/>
              <a:cxnLst/>
              <a:rect l="l" t="t" r="r" b="b"/>
              <a:pathLst>
                <a:path w="4758" h="8192" extrusionOk="0">
                  <a:moveTo>
                    <a:pt x="694" y="0"/>
                  </a:moveTo>
                  <a:cubicBezTo>
                    <a:pt x="253" y="410"/>
                    <a:pt x="1" y="1008"/>
                    <a:pt x="1" y="1670"/>
                  </a:cubicBezTo>
                  <a:lnTo>
                    <a:pt x="1" y="3718"/>
                  </a:lnTo>
                  <a:cubicBezTo>
                    <a:pt x="1" y="4159"/>
                    <a:pt x="253" y="4569"/>
                    <a:pt x="662" y="4726"/>
                  </a:cubicBezTo>
                  <a:lnTo>
                    <a:pt x="662" y="7152"/>
                  </a:lnTo>
                  <a:cubicBezTo>
                    <a:pt x="662" y="7687"/>
                    <a:pt x="1135" y="8192"/>
                    <a:pt x="1670" y="8192"/>
                  </a:cubicBezTo>
                  <a:lnTo>
                    <a:pt x="3057" y="8192"/>
                  </a:lnTo>
                  <a:cubicBezTo>
                    <a:pt x="3624" y="8192"/>
                    <a:pt x="4096" y="7719"/>
                    <a:pt x="4096" y="7152"/>
                  </a:cubicBezTo>
                  <a:lnTo>
                    <a:pt x="4096" y="4726"/>
                  </a:lnTo>
                  <a:cubicBezTo>
                    <a:pt x="4474" y="4569"/>
                    <a:pt x="4758" y="4190"/>
                    <a:pt x="4758" y="3718"/>
                  </a:cubicBezTo>
                  <a:lnTo>
                    <a:pt x="4758" y="1670"/>
                  </a:lnTo>
                  <a:cubicBezTo>
                    <a:pt x="4758" y="1008"/>
                    <a:pt x="4474" y="410"/>
                    <a:pt x="4033" y="0"/>
                  </a:cubicBezTo>
                  <a:cubicBezTo>
                    <a:pt x="3718" y="347"/>
                    <a:pt x="3246" y="567"/>
                    <a:pt x="2742" y="662"/>
                  </a:cubicBezTo>
                  <a:lnTo>
                    <a:pt x="2742" y="2395"/>
                  </a:lnTo>
                  <a:cubicBezTo>
                    <a:pt x="2742" y="2584"/>
                    <a:pt x="2584" y="2741"/>
                    <a:pt x="2395" y="2741"/>
                  </a:cubicBezTo>
                  <a:cubicBezTo>
                    <a:pt x="2175" y="2741"/>
                    <a:pt x="2017" y="2584"/>
                    <a:pt x="2017" y="2395"/>
                  </a:cubicBezTo>
                  <a:lnTo>
                    <a:pt x="2017" y="662"/>
                  </a:lnTo>
                  <a:cubicBezTo>
                    <a:pt x="1513" y="567"/>
                    <a:pt x="1040" y="347"/>
                    <a:pt x="694" y="0"/>
                  </a:cubicBezTo>
                  <a:close/>
                </a:path>
              </a:pathLst>
            </a:custGeom>
            <a:grpFill/>
            <a:ln>
              <a:noFill/>
            </a:ln>
          </p:spPr>
          <p:txBody>
            <a:bodyPr spcFirstLastPara="1" wrap="square" lIns="121900" tIns="121900" rIns="121900" bIns="121900" anchor="ctr" anchorCtr="0">
              <a:noAutofit/>
            </a:bodyPr>
            <a:lstStyle/>
            <a:p>
              <a:endParaRPr sz="2400"/>
            </a:p>
          </p:txBody>
        </p:sp>
        <p:sp>
          <p:nvSpPr>
            <p:cNvPr id="213" name="Google Shape;10401;p67">
              <a:extLst>
                <a:ext uri="{FF2B5EF4-FFF2-40B4-BE49-F238E27FC236}">
                  <a16:creationId xmlns:a16="http://schemas.microsoft.com/office/drawing/2014/main" id="{5A2B1EF0-A53E-D47C-D2E5-ECA1CAD02920}"/>
                </a:ext>
              </a:extLst>
            </p:cNvPr>
            <p:cNvSpPr/>
            <p:nvPr/>
          </p:nvSpPr>
          <p:spPr>
            <a:xfrm>
              <a:off x="-5510750" y="3272950"/>
              <a:ext cx="193775" cy="187475"/>
            </a:xfrm>
            <a:custGeom>
              <a:avLst/>
              <a:gdLst/>
              <a:ahLst/>
              <a:cxnLst/>
              <a:rect l="l" t="t" r="r" b="b"/>
              <a:pathLst>
                <a:path w="7751" h="7499" extrusionOk="0">
                  <a:moveTo>
                    <a:pt x="3497" y="1355"/>
                  </a:moveTo>
                  <a:cubicBezTo>
                    <a:pt x="4663" y="1355"/>
                    <a:pt x="5577" y="2269"/>
                    <a:pt x="5577" y="3403"/>
                  </a:cubicBezTo>
                  <a:cubicBezTo>
                    <a:pt x="5577" y="4569"/>
                    <a:pt x="4600" y="5451"/>
                    <a:pt x="3497" y="5451"/>
                  </a:cubicBezTo>
                  <a:cubicBezTo>
                    <a:pt x="2363" y="5451"/>
                    <a:pt x="1450" y="4569"/>
                    <a:pt x="1450" y="3403"/>
                  </a:cubicBezTo>
                  <a:cubicBezTo>
                    <a:pt x="1450" y="2269"/>
                    <a:pt x="2363" y="1355"/>
                    <a:pt x="3497" y="1355"/>
                  </a:cubicBezTo>
                  <a:close/>
                  <a:moveTo>
                    <a:pt x="0" y="1"/>
                  </a:moveTo>
                  <a:cubicBezTo>
                    <a:pt x="441" y="410"/>
                    <a:pt x="725" y="1009"/>
                    <a:pt x="725" y="1671"/>
                  </a:cubicBezTo>
                  <a:cubicBezTo>
                    <a:pt x="725" y="2112"/>
                    <a:pt x="599" y="2521"/>
                    <a:pt x="410" y="2868"/>
                  </a:cubicBezTo>
                  <a:cubicBezTo>
                    <a:pt x="1040" y="3403"/>
                    <a:pt x="1387" y="4191"/>
                    <a:pt x="1387" y="5105"/>
                  </a:cubicBezTo>
                  <a:lnTo>
                    <a:pt x="1387" y="7152"/>
                  </a:lnTo>
                  <a:cubicBezTo>
                    <a:pt x="1387" y="7278"/>
                    <a:pt x="1387" y="7404"/>
                    <a:pt x="1355" y="7499"/>
                  </a:cubicBezTo>
                  <a:lnTo>
                    <a:pt x="5829" y="7499"/>
                  </a:lnTo>
                  <a:cubicBezTo>
                    <a:pt x="6396" y="7499"/>
                    <a:pt x="6900" y="7026"/>
                    <a:pt x="6900" y="6491"/>
                  </a:cubicBezTo>
                  <a:lnTo>
                    <a:pt x="6900" y="694"/>
                  </a:lnTo>
                  <a:lnTo>
                    <a:pt x="7246" y="694"/>
                  </a:lnTo>
                  <a:cubicBezTo>
                    <a:pt x="7751" y="694"/>
                    <a:pt x="7751" y="1"/>
                    <a:pt x="7278"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214" name="Google Shape;10415;p67">
            <a:extLst>
              <a:ext uri="{FF2B5EF4-FFF2-40B4-BE49-F238E27FC236}">
                <a16:creationId xmlns:a16="http://schemas.microsoft.com/office/drawing/2014/main" id="{927726B1-DF7D-8DAE-5426-DB218096A8B5}"/>
              </a:ext>
            </a:extLst>
          </p:cNvPr>
          <p:cNvGrpSpPr/>
          <p:nvPr/>
        </p:nvGrpSpPr>
        <p:grpSpPr>
          <a:xfrm>
            <a:off x="5850126" y="4299293"/>
            <a:ext cx="452695" cy="436648"/>
            <a:chOff x="-3768700" y="3253275"/>
            <a:chExt cx="301850" cy="291150"/>
          </a:xfrm>
          <a:solidFill>
            <a:srgbClr val="6C1D35"/>
          </a:solidFill>
        </p:grpSpPr>
        <p:sp>
          <p:nvSpPr>
            <p:cNvPr id="215" name="Google Shape;10416;p67">
              <a:extLst>
                <a:ext uri="{FF2B5EF4-FFF2-40B4-BE49-F238E27FC236}">
                  <a16:creationId xmlns:a16="http://schemas.microsoft.com/office/drawing/2014/main" id="{B417D911-0EC6-8519-D704-C3508F0E4E3D}"/>
                </a:ext>
              </a:extLst>
            </p:cNvPr>
            <p:cNvSpPr/>
            <p:nvPr/>
          </p:nvSpPr>
          <p:spPr>
            <a:xfrm>
              <a:off x="-3603925" y="3355650"/>
              <a:ext cx="69350" cy="33900"/>
            </a:xfrm>
            <a:custGeom>
              <a:avLst/>
              <a:gdLst/>
              <a:ahLst/>
              <a:cxnLst/>
              <a:rect l="l" t="t" r="r" b="b"/>
              <a:pathLst>
                <a:path w="2774" h="1356" extrusionOk="0">
                  <a:moveTo>
                    <a:pt x="1040" y="1"/>
                  </a:moveTo>
                  <a:cubicBezTo>
                    <a:pt x="505" y="1"/>
                    <a:pt x="1" y="473"/>
                    <a:pt x="1" y="1009"/>
                  </a:cubicBezTo>
                  <a:lnTo>
                    <a:pt x="1" y="1356"/>
                  </a:lnTo>
                  <a:lnTo>
                    <a:pt x="2773" y="1356"/>
                  </a:lnTo>
                  <a:lnTo>
                    <a:pt x="2773" y="1009"/>
                  </a:lnTo>
                  <a:cubicBezTo>
                    <a:pt x="2742" y="473"/>
                    <a:pt x="2269" y="1"/>
                    <a:pt x="1702" y="1"/>
                  </a:cubicBezTo>
                  <a:close/>
                </a:path>
              </a:pathLst>
            </a:custGeom>
            <a:grpFill/>
            <a:ln>
              <a:noFill/>
            </a:ln>
          </p:spPr>
          <p:txBody>
            <a:bodyPr spcFirstLastPara="1" wrap="square" lIns="121900" tIns="121900" rIns="121900" bIns="121900" anchor="ctr" anchorCtr="0">
              <a:noAutofit/>
            </a:bodyPr>
            <a:lstStyle/>
            <a:p>
              <a:endParaRPr sz="2400"/>
            </a:p>
          </p:txBody>
        </p:sp>
        <p:sp>
          <p:nvSpPr>
            <p:cNvPr id="216" name="Google Shape;10417;p67">
              <a:extLst>
                <a:ext uri="{FF2B5EF4-FFF2-40B4-BE49-F238E27FC236}">
                  <a16:creationId xmlns:a16="http://schemas.microsoft.com/office/drawing/2014/main" id="{C07A2C15-49FA-FA37-C3DE-92C765C4BFB8}"/>
                </a:ext>
              </a:extLst>
            </p:cNvPr>
            <p:cNvSpPr/>
            <p:nvPr/>
          </p:nvSpPr>
          <p:spPr>
            <a:xfrm>
              <a:off x="-3586600" y="3305250"/>
              <a:ext cx="33125" cy="33100"/>
            </a:xfrm>
            <a:custGeom>
              <a:avLst/>
              <a:gdLst/>
              <a:ahLst/>
              <a:cxnLst/>
              <a:rect l="l" t="t" r="r" b="b"/>
              <a:pathLst>
                <a:path w="1325" h="1324" extrusionOk="0">
                  <a:moveTo>
                    <a:pt x="663" y="0"/>
                  </a:moveTo>
                  <a:cubicBezTo>
                    <a:pt x="253" y="0"/>
                    <a:pt x="1" y="316"/>
                    <a:pt x="1" y="662"/>
                  </a:cubicBezTo>
                  <a:cubicBezTo>
                    <a:pt x="1" y="1009"/>
                    <a:pt x="316" y="1324"/>
                    <a:pt x="663" y="1324"/>
                  </a:cubicBezTo>
                  <a:cubicBezTo>
                    <a:pt x="1041" y="1324"/>
                    <a:pt x="1324" y="1009"/>
                    <a:pt x="1324" y="662"/>
                  </a:cubicBezTo>
                  <a:cubicBezTo>
                    <a:pt x="1324" y="284"/>
                    <a:pt x="1009" y="0"/>
                    <a:pt x="663" y="0"/>
                  </a:cubicBezTo>
                  <a:close/>
                </a:path>
              </a:pathLst>
            </a:custGeom>
            <a:grpFill/>
            <a:ln>
              <a:noFill/>
            </a:ln>
          </p:spPr>
          <p:txBody>
            <a:bodyPr spcFirstLastPara="1" wrap="square" lIns="121900" tIns="121900" rIns="121900" bIns="121900" anchor="ctr" anchorCtr="0">
              <a:noAutofit/>
            </a:bodyPr>
            <a:lstStyle/>
            <a:p>
              <a:endParaRPr sz="2400"/>
            </a:p>
          </p:txBody>
        </p:sp>
        <p:sp>
          <p:nvSpPr>
            <p:cNvPr id="217" name="Google Shape;10418;p67">
              <a:extLst>
                <a:ext uri="{FF2B5EF4-FFF2-40B4-BE49-F238E27FC236}">
                  <a16:creationId xmlns:a16="http://schemas.microsoft.com/office/drawing/2014/main" id="{C26C3BCD-B6F4-D979-4F2E-CE7CADE2DBB7}"/>
                </a:ext>
              </a:extLst>
            </p:cNvPr>
            <p:cNvSpPr/>
            <p:nvPr/>
          </p:nvSpPr>
          <p:spPr>
            <a:xfrm>
              <a:off x="-3768700" y="3253275"/>
              <a:ext cx="301850" cy="291150"/>
            </a:xfrm>
            <a:custGeom>
              <a:avLst/>
              <a:gdLst/>
              <a:ahLst/>
              <a:cxnLst/>
              <a:rect l="l" t="t" r="r" b="b"/>
              <a:pathLst>
                <a:path w="12074" h="11646" extrusionOk="0">
                  <a:moveTo>
                    <a:pt x="7947" y="1323"/>
                  </a:moveTo>
                  <a:cubicBezTo>
                    <a:pt x="8703" y="1323"/>
                    <a:pt x="9333" y="1953"/>
                    <a:pt x="9333" y="2710"/>
                  </a:cubicBezTo>
                  <a:cubicBezTo>
                    <a:pt x="9333" y="3025"/>
                    <a:pt x="9207" y="3340"/>
                    <a:pt x="9018" y="3560"/>
                  </a:cubicBezTo>
                  <a:cubicBezTo>
                    <a:pt x="9585" y="3844"/>
                    <a:pt x="9994" y="4442"/>
                    <a:pt x="9994" y="5104"/>
                  </a:cubicBezTo>
                  <a:lnTo>
                    <a:pt x="9994" y="5766"/>
                  </a:lnTo>
                  <a:lnTo>
                    <a:pt x="10026" y="5766"/>
                  </a:lnTo>
                  <a:cubicBezTo>
                    <a:pt x="10026" y="5955"/>
                    <a:pt x="9868" y="6112"/>
                    <a:pt x="9679" y="6112"/>
                  </a:cubicBezTo>
                  <a:lnTo>
                    <a:pt x="6245" y="6112"/>
                  </a:lnTo>
                  <a:cubicBezTo>
                    <a:pt x="6056" y="6112"/>
                    <a:pt x="5899" y="5955"/>
                    <a:pt x="5899" y="5766"/>
                  </a:cubicBezTo>
                  <a:lnTo>
                    <a:pt x="5899" y="5104"/>
                  </a:lnTo>
                  <a:cubicBezTo>
                    <a:pt x="5899" y="4442"/>
                    <a:pt x="6308" y="3844"/>
                    <a:pt x="6875" y="3560"/>
                  </a:cubicBezTo>
                  <a:cubicBezTo>
                    <a:pt x="6686" y="3340"/>
                    <a:pt x="6560" y="3056"/>
                    <a:pt x="6560" y="2710"/>
                  </a:cubicBezTo>
                  <a:cubicBezTo>
                    <a:pt x="6560" y="1953"/>
                    <a:pt x="7190" y="1323"/>
                    <a:pt x="7947" y="1323"/>
                  </a:cubicBezTo>
                  <a:close/>
                  <a:moveTo>
                    <a:pt x="7947" y="0"/>
                  </a:moveTo>
                  <a:cubicBezTo>
                    <a:pt x="5647" y="0"/>
                    <a:pt x="3851" y="1827"/>
                    <a:pt x="3851" y="4096"/>
                  </a:cubicBezTo>
                  <a:cubicBezTo>
                    <a:pt x="3851" y="5104"/>
                    <a:pt x="4197" y="6018"/>
                    <a:pt x="4828" y="6711"/>
                  </a:cubicBezTo>
                  <a:lnTo>
                    <a:pt x="4134" y="7435"/>
                  </a:lnTo>
                  <a:cubicBezTo>
                    <a:pt x="3981" y="7364"/>
                    <a:pt x="3823" y="7329"/>
                    <a:pt x="3669" y="7329"/>
                  </a:cubicBezTo>
                  <a:cubicBezTo>
                    <a:pt x="3412" y="7329"/>
                    <a:pt x="3166" y="7427"/>
                    <a:pt x="2969" y="7624"/>
                  </a:cubicBezTo>
                  <a:lnTo>
                    <a:pt x="732" y="9861"/>
                  </a:lnTo>
                  <a:cubicBezTo>
                    <a:pt x="0" y="10593"/>
                    <a:pt x="722" y="11645"/>
                    <a:pt x="1509" y="11645"/>
                  </a:cubicBezTo>
                  <a:cubicBezTo>
                    <a:pt x="1739" y="11645"/>
                    <a:pt x="1975" y="11555"/>
                    <a:pt x="2181" y="11342"/>
                  </a:cubicBezTo>
                  <a:lnTo>
                    <a:pt x="4449" y="9074"/>
                  </a:lnTo>
                  <a:cubicBezTo>
                    <a:pt x="4765" y="8759"/>
                    <a:pt x="4796" y="8286"/>
                    <a:pt x="4638" y="7939"/>
                  </a:cubicBezTo>
                  <a:lnTo>
                    <a:pt x="5332" y="7246"/>
                  </a:lnTo>
                  <a:cubicBezTo>
                    <a:pt x="6056" y="7813"/>
                    <a:pt x="7001" y="8223"/>
                    <a:pt x="7978" y="8223"/>
                  </a:cubicBezTo>
                  <a:cubicBezTo>
                    <a:pt x="10278" y="8223"/>
                    <a:pt x="12074" y="6364"/>
                    <a:pt x="12074" y="4127"/>
                  </a:cubicBezTo>
                  <a:cubicBezTo>
                    <a:pt x="12074" y="1796"/>
                    <a:pt x="10215" y="0"/>
                    <a:pt x="7947"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218" name="Google Shape;10429;p67">
            <a:extLst>
              <a:ext uri="{FF2B5EF4-FFF2-40B4-BE49-F238E27FC236}">
                <a16:creationId xmlns:a16="http://schemas.microsoft.com/office/drawing/2014/main" id="{0CB0246B-6479-BFAC-58D5-2FA42405C73E}"/>
              </a:ext>
            </a:extLst>
          </p:cNvPr>
          <p:cNvGrpSpPr/>
          <p:nvPr/>
        </p:nvGrpSpPr>
        <p:grpSpPr>
          <a:xfrm>
            <a:off x="8694341" y="4350566"/>
            <a:ext cx="437735" cy="334103"/>
            <a:chOff x="-1951475" y="3273100"/>
            <a:chExt cx="291875" cy="222775"/>
          </a:xfrm>
          <a:solidFill>
            <a:srgbClr val="6C1D35"/>
          </a:solidFill>
        </p:grpSpPr>
        <p:sp>
          <p:nvSpPr>
            <p:cNvPr id="219" name="Google Shape;10430;p67">
              <a:extLst>
                <a:ext uri="{FF2B5EF4-FFF2-40B4-BE49-F238E27FC236}">
                  <a16:creationId xmlns:a16="http://schemas.microsoft.com/office/drawing/2014/main" id="{0014BC61-3278-FEA3-F306-B8CDD7264A36}"/>
                </a:ext>
              </a:extLst>
            </p:cNvPr>
            <p:cNvSpPr/>
            <p:nvPr/>
          </p:nvSpPr>
          <p:spPr>
            <a:xfrm>
              <a:off x="-1951475" y="3325050"/>
              <a:ext cx="51225" cy="119250"/>
            </a:xfrm>
            <a:custGeom>
              <a:avLst/>
              <a:gdLst/>
              <a:ahLst/>
              <a:cxnLst/>
              <a:rect l="l" t="t" r="r" b="b"/>
              <a:pathLst>
                <a:path w="2049" h="4770" extrusionOk="0">
                  <a:moveTo>
                    <a:pt x="1033" y="0"/>
                  </a:moveTo>
                  <a:cubicBezTo>
                    <a:pt x="518" y="0"/>
                    <a:pt x="0" y="339"/>
                    <a:pt x="0" y="1004"/>
                  </a:cubicBezTo>
                  <a:lnTo>
                    <a:pt x="0" y="3777"/>
                  </a:lnTo>
                  <a:cubicBezTo>
                    <a:pt x="0" y="4438"/>
                    <a:pt x="512" y="4769"/>
                    <a:pt x="1024" y="4769"/>
                  </a:cubicBezTo>
                  <a:cubicBezTo>
                    <a:pt x="1536" y="4769"/>
                    <a:pt x="2048" y="4438"/>
                    <a:pt x="2048" y="3777"/>
                  </a:cubicBezTo>
                  <a:lnTo>
                    <a:pt x="2048" y="1004"/>
                  </a:lnTo>
                  <a:cubicBezTo>
                    <a:pt x="2048" y="331"/>
                    <a:pt x="1542" y="0"/>
                    <a:pt x="1033" y="0"/>
                  </a:cubicBezTo>
                  <a:close/>
                </a:path>
              </a:pathLst>
            </a:custGeom>
            <a:grpFill/>
            <a:ln>
              <a:noFill/>
            </a:ln>
          </p:spPr>
          <p:txBody>
            <a:bodyPr spcFirstLastPara="1" wrap="square" lIns="121900" tIns="121900" rIns="121900" bIns="121900" anchor="ctr" anchorCtr="0">
              <a:noAutofit/>
            </a:bodyPr>
            <a:lstStyle/>
            <a:p>
              <a:endParaRPr sz="2400"/>
            </a:p>
          </p:txBody>
        </p:sp>
        <p:sp>
          <p:nvSpPr>
            <p:cNvPr id="220" name="Google Shape;10431;p67">
              <a:extLst>
                <a:ext uri="{FF2B5EF4-FFF2-40B4-BE49-F238E27FC236}">
                  <a16:creationId xmlns:a16="http://schemas.microsoft.com/office/drawing/2014/main" id="{E2068DF8-2213-0DE4-11AC-497E2E2A3437}"/>
                </a:ext>
              </a:extLst>
            </p:cNvPr>
            <p:cNvSpPr/>
            <p:nvPr/>
          </p:nvSpPr>
          <p:spPr>
            <a:xfrm>
              <a:off x="-1711250" y="3273100"/>
              <a:ext cx="51650" cy="221725"/>
            </a:xfrm>
            <a:custGeom>
              <a:avLst/>
              <a:gdLst/>
              <a:ahLst/>
              <a:cxnLst/>
              <a:rect l="l" t="t" r="r" b="b"/>
              <a:pathLst>
                <a:path w="2066" h="8869" extrusionOk="0">
                  <a:moveTo>
                    <a:pt x="1027" y="0"/>
                  </a:moveTo>
                  <a:cubicBezTo>
                    <a:pt x="608" y="0"/>
                    <a:pt x="186" y="229"/>
                    <a:pt x="32" y="719"/>
                  </a:cubicBezTo>
                  <a:cubicBezTo>
                    <a:pt x="0" y="814"/>
                    <a:pt x="0" y="940"/>
                    <a:pt x="0" y="1003"/>
                  </a:cubicBezTo>
                  <a:lnTo>
                    <a:pt x="0" y="7871"/>
                  </a:lnTo>
                  <a:cubicBezTo>
                    <a:pt x="0" y="7934"/>
                    <a:pt x="0" y="8060"/>
                    <a:pt x="32" y="8123"/>
                  </a:cubicBezTo>
                  <a:cubicBezTo>
                    <a:pt x="173" y="8632"/>
                    <a:pt x="594" y="8869"/>
                    <a:pt x="1015" y="8869"/>
                  </a:cubicBezTo>
                  <a:cubicBezTo>
                    <a:pt x="1532" y="8869"/>
                    <a:pt x="2048" y="8513"/>
                    <a:pt x="2048" y="7871"/>
                  </a:cubicBezTo>
                  <a:lnTo>
                    <a:pt x="2048" y="1003"/>
                  </a:lnTo>
                  <a:cubicBezTo>
                    <a:pt x="2066" y="356"/>
                    <a:pt x="1549" y="0"/>
                    <a:pt x="1027" y="0"/>
                  </a:cubicBezTo>
                  <a:close/>
                </a:path>
              </a:pathLst>
            </a:custGeom>
            <a:grpFill/>
            <a:ln>
              <a:noFill/>
            </a:ln>
          </p:spPr>
          <p:txBody>
            <a:bodyPr spcFirstLastPara="1" wrap="square" lIns="121900" tIns="121900" rIns="121900" bIns="121900" anchor="ctr" anchorCtr="0">
              <a:noAutofit/>
            </a:bodyPr>
            <a:lstStyle/>
            <a:p>
              <a:endParaRPr sz="2400"/>
            </a:p>
          </p:txBody>
        </p:sp>
        <p:sp>
          <p:nvSpPr>
            <p:cNvPr id="221" name="Google Shape;10432;p67">
              <a:extLst>
                <a:ext uri="{FF2B5EF4-FFF2-40B4-BE49-F238E27FC236}">
                  <a16:creationId xmlns:a16="http://schemas.microsoft.com/office/drawing/2014/main" id="{98A23F72-7D7B-CC56-CA73-0F08EAD69C99}"/>
                </a:ext>
              </a:extLst>
            </p:cNvPr>
            <p:cNvSpPr/>
            <p:nvPr/>
          </p:nvSpPr>
          <p:spPr>
            <a:xfrm>
              <a:off x="-1886900" y="3296575"/>
              <a:ext cx="156775" cy="199300"/>
            </a:xfrm>
            <a:custGeom>
              <a:avLst/>
              <a:gdLst/>
              <a:ahLst/>
              <a:cxnLst/>
              <a:rect l="l" t="t" r="r" b="b"/>
              <a:pathLst>
                <a:path w="6271" h="7972" extrusionOk="0">
                  <a:moveTo>
                    <a:pt x="851" y="5672"/>
                  </a:moveTo>
                  <a:lnTo>
                    <a:pt x="3466" y="6333"/>
                  </a:lnTo>
                  <a:cubicBezTo>
                    <a:pt x="3277" y="6869"/>
                    <a:pt x="2773" y="7279"/>
                    <a:pt x="2174" y="7279"/>
                  </a:cubicBezTo>
                  <a:cubicBezTo>
                    <a:pt x="1418" y="7279"/>
                    <a:pt x="788" y="6648"/>
                    <a:pt x="788" y="5892"/>
                  </a:cubicBezTo>
                  <a:cubicBezTo>
                    <a:pt x="851" y="5798"/>
                    <a:pt x="851" y="5735"/>
                    <a:pt x="851" y="5672"/>
                  </a:cubicBezTo>
                  <a:close/>
                  <a:moveTo>
                    <a:pt x="6270" y="1"/>
                  </a:moveTo>
                  <a:lnTo>
                    <a:pt x="1" y="1576"/>
                  </a:lnTo>
                  <a:cubicBezTo>
                    <a:pt x="95" y="1734"/>
                    <a:pt x="127" y="1923"/>
                    <a:pt x="127" y="2143"/>
                  </a:cubicBezTo>
                  <a:lnTo>
                    <a:pt x="127" y="4916"/>
                  </a:lnTo>
                  <a:cubicBezTo>
                    <a:pt x="127" y="5105"/>
                    <a:pt x="95" y="5294"/>
                    <a:pt x="1" y="5514"/>
                  </a:cubicBezTo>
                  <a:lnTo>
                    <a:pt x="158" y="5546"/>
                  </a:lnTo>
                  <a:cubicBezTo>
                    <a:pt x="127" y="5672"/>
                    <a:pt x="127" y="5829"/>
                    <a:pt x="127" y="5924"/>
                  </a:cubicBezTo>
                  <a:cubicBezTo>
                    <a:pt x="127" y="7090"/>
                    <a:pt x="1040" y="7972"/>
                    <a:pt x="2174" y="7972"/>
                  </a:cubicBezTo>
                  <a:cubicBezTo>
                    <a:pt x="3120" y="7972"/>
                    <a:pt x="3907" y="7405"/>
                    <a:pt x="4159" y="6522"/>
                  </a:cubicBezTo>
                  <a:lnTo>
                    <a:pt x="6270" y="7090"/>
                  </a:lnTo>
                  <a:lnTo>
                    <a:pt x="6270" y="5672"/>
                  </a:lnTo>
                  <a:lnTo>
                    <a:pt x="6270" y="2238"/>
                  </a:lnTo>
                  <a:lnTo>
                    <a:pt x="6270" y="1"/>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222" name="Google Shape;10441;p67">
            <a:extLst>
              <a:ext uri="{FF2B5EF4-FFF2-40B4-BE49-F238E27FC236}">
                <a16:creationId xmlns:a16="http://schemas.microsoft.com/office/drawing/2014/main" id="{96519553-DC8D-816A-9078-6E4C4DF7E6E4}"/>
              </a:ext>
            </a:extLst>
          </p:cNvPr>
          <p:cNvGrpSpPr/>
          <p:nvPr/>
        </p:nvGrpSpPr>
        <p:grpSpPr>
          <a:xfrm>
            <a:off x="10397927" y="4298487"/>
            <a:ext cx="438260" cy="438260"/>
            <a:chOff x="-804700" y="3226500"/>
            <a:chExt cx="292225" cy="292225"/>
          </a:xfrm>
          <a:solidFill>
            <a:srgbClr val="6C1D35"/>
          </a:solidFill>
        </p:grpSpPr>
        <p:sp>
          <p:nvSpPr>
            <p:cNvPr id="223" name="Google Shape;10442;p67">
              <a:extLst>
                <a:ext uri="{FF2B5EF4-FFF2-40B4-BE49-F238E27FC236}">
                  <a16:creationId xmlns:a16="http://schemas.microsoft.com/office/drawing/2014/main" id="{666B3C5E-FB16-27A7-5129-7CE1C176B0BD}"/>
                </a:ext>
              </a:extLst>
            </p:cNvPr>
            <p:cNvSpPr/>
            <p:nvPr/>
          </p:nvSpPr>
          <p:spPr>
            <a:xfrm>
              <a:off x="-804700" y="3467500"/>
              <a:ext cx="85875" cy="51225"/>
            </a:xfrm>
            <a:custGeom>
              <a:avLst/>
              <a:gdLst/>
              <a:ahLst/>
              <a:cxnLst/>
              <a:rect l="l" t="t" r="r" b="b"/>
              <a:pathLst>
                <a:path w="3435" h="2049" extrusionOk="0">
                  <a:moveTo>
                    <a:pt x="1040" y="0"/>
                  </a:moveTo>
                  <a:cubicBezTo>
                    <a:pt x="473" y="0"/>
                    <a:pt x="0" y="473"/>
                    <a:pt x="0" y="1040"/>
                  </a:cubicBezTo>
                  <a:cubicBezTo>
                    <a:pt x="0" y="1576"/>
                    <a:pt x="473" y="2048"/>
                    <a:pt x="1040" y="2048"/>
                  </a:cubicBezTo>
                  <a:lnTo>
                    <a:pt x="2395" y="2048"/>
                  </a:lnTo>
                  <a:cubicBezTo>
                    <a:pt x="2962" y="2048"/>
                    <a:pt x="3434" y="1576"/>
                    <a:pt x="3434" y="1040"/>
                  </a:cubicBezTo>
                  <a:cubicBezTo>
                    <a:pt x="3434" y="473"/>
                    <a:pt x="2962" y="0"/>
                    <a:pt x="2395" y="0"/>
                  </a:cubicBezTo>
                  <a:close/>
                </a:path>
              </a:pathLst>
            </a:custGeom>
            <a:grpFill/>
            <a:ln>
              <a:noFill/>
            </a:ln>
          </p:spPr>
          <p:txBody>
            <a:bodyPr spcFirstLastPara="1" wrap="square" lIns="121900" tIns="121900" rIns="121900" bIns="121900" anchor="ctr" anchorCtr="0">
              <a:noAutofit/>
            </a:bodyPr>
            <a:lstStyle/>
            <a:p>
              <a:endParaRPr sz="2400"/>
            </a:p>
          </p:txBody>
        </p:sp>
        <p:sp>
          <p:nvSpPr>
            <p:cNvPr id="224" name="Google Shape;10443;p67">
              <a:extLst>
                <a:ext uri="{FF2B5EF4-FFF2-40B4-BE49-F238E27FC236}">
                  <a16:creationId xmlns:a16="http://schemas.microsoft.com/office/drawing/2014/main" id="{60205FF9-958B-70A9-5FEE-0E809B25A223}"/>
                </a:ext>
              </a:extLst>
            </p:cNvPr>
            <p:cNvSpPr/>
            <p:nvPr/>
          </p:nvSpPr>
          <p:spPr>
            <a:xfrm>
              <a:off x="-710975" y="3466700"/>
              <a:ext cx="196925" cy="51225"/>
            </a:xfrm>
            <a:custGeom>
              <a:avLst/>
              <a:gdLst/>
              <a:ahLst/>
              <a:cxnLst/>
              <a:rect l="l" t="t" r="r" b="b"/>
              <a:pathLst>
                <a:path w="7877" h="2049" extrusionOk="0">
                  <a:moveTo>
                    <a:pt x="1" y="1"/>
                  </a:moveTo>
                  <a:cubicBezTo>
                    <a:pt x="221" y="253"/>
                    <a:pt x="347" y="663"/>
                    <a:pt x="347" y="1009"/>
                  </a:cubicBezTo>
                  <a:cubicBezTo>
                    <a:pt x="347" y="1419"/>
                    <a:pt x="221" y="1765"/>
                    <a:pt x="1" y="2049"/>
                  </a:cubicBezTo>
                  <a:lnTo>
                    <a:pt x="6837" y="2049"/>
                  </a:lnTo>
                  <a:cubicBezTo>
                    <a:pt x="7404" y="2049"/>
                    <a:pt x="7877" y="1576"/>
                    <a:pt x="7877" y="1009"/>
                  </a:cubicBezTo>
                  <a:cubicBezTo>
                    <a:pt x="7877" y="474"/>
                    <a:pt x="7436" y="1"/>
                    <a:pt x="6837" y="1"/>
                  </a:cubicBezTo>
                  <a:close/>
                </a:path>
              </a:pathLst>
            </a:custGeom>
            <a:grpFill/>
            <a:ln>
              <a:noFill/>
            </a:ln>
          </p:spPr>
          <p:txBody>
            <a:bodyPr spcFirstLastPara="1" wrap="square" lIns="121900" tIns="121900" rIns="121900" bIns="121900" anchor="ctr" anchorCtr="0">
              <a:noAutofit/>
            </a:bodyPr>
            <a:lstStyle/>
            <a:p>
              <a:endParaRPr sz="2400"/>
            </a:p>
          </p:txBody>
        </p:sp>
        <p:sp>
          <p:nvSpPr>
            <p:cNvPr id="225" name="Google Shape;10444;p67">
              <a:extLst>
                <a:ext uri="{FF2B5EF4-FFF2-40B4-BE49-F238E27FC236}">
                  <a16:creationId xmlns:a16="http://schemas.microsoft.com/office/drawing/2014/main" id="{8411D141-8998-552E-F079-602ECB26D111}"/>
                </a:ext>
              </a:extLst>
            </p:cNvPr>
            <p:cNvSpPr/>
            <p:nvPr/>
          </p:nvSpPr>
          <p:spPr>
            <a:xfrm>
              <a:off x="-667650" y="3312350"/>
              <a:ext cx="18125" cy="17350"/>
            </a:xfrm>
            <a:custGeom>
              <a:avLst/>
              <a:gdLst/>
              <a:ahLst/>
              <a:cxnLst/>
              <a:rect l="l" t="t" r="r" b="b"/>
              <a:pathLst>
                <a:path w="725" h="694" extrusionOk="0">
                  <a:moveTo>
                    <a:pt x="347" y="0"/>
                  </a:moveTo>
                  <a:cubicBezTo>
                    <a:pt x="158" y="0"/>
                    <a:pt x="0" y="158"/>
                    <a:pt x="0" y="347"/>
                  </a:cubicBezTo>
                  <a:cubicBezTo>
                    <a:pt x="0" y="567"/>
                    <a:pt x="158" y="693"/>
                    <a:pt x="347" y="693"/>
                  </a:cubicBezTo>
                  <a:cubicBezTo>
                    <a:pt x="536" y="693"/>
                    <a:pt x="725" y="536"/>
                    <a:pt x="725" y="347"/>
                  </a:cubicBezTo>
                  <a:cubicBezTo>
                    <a:pt x="725" y="158"/>
                    <a:pt x="536" y="0"/>
                    <a:pt x="347" y="0"/>
                  </a:cubicBezTo>
                  <a:close/>
                </a:path>
              </a:pathLst>
            </a:custGeom>
            <a:grpFill/>
            <a:ln>
              <a:noFill/>
            </a:ln>
          </p:spPr>
          <p:txBody>
            <a:bodyPr spcFirstLastPara="1" wrap="square" lIns="121900" tIns="121900" rIns="121900" bIns="121900" anchor="ctr" anchorCtr="0">
              <a:noAutofit/>
            </a:bodyPr>
            <a:lstStyle/>
            <a:p>
              <a:endParaRPr sz="2400"/>
            </a:p>
          </p:txBody>
        </p:sp>
        <p:sp>
          <p:nvSpPr>
            <p:cNvPr id="226" name="Google Shape;10445;p67">
              <a:extLst>
                <a:ext uri="{FF2B5EF4-FFF2-40B4-BE49-F238E27FC236}">
                  <a16:creationId xmlns:a16="http://schemas.microsoft.com/office/drawing/2014/main" id="{41E7341E-712C-60F4-DC04-9E715C0E1D98}"/>
                </a:ext>
              </a:extLst>
            </p:cNvPr>
            <p:cNvSpPr/>
            <p:nvPr/>
          </p:nvSpPr>
          <p:spPr>
            <a:xfrm>
              <a:off x="-683400" y="3347775"/>
              <a:ext cx="48050" cy="16575"/>
            </a:xfrm>
            <a:custGeom>
              <a:avLst/>
              <a:gdLst/>
              <a:ahLst/>
              <a:cxnLst/>
              <a:rect l="l" t="t" r="r" b="b"/>
              <a:pathLst>
                <a:path w="1922" h="663" extrusionOk="0">
                  <a:moveTo>
                    <a:pt x="977" y="1"/>
                  </a:moveTo>
                  <a:cubicBezTo>
                    <a:pt x="567" y="1"/>
                    <a:pt x="158" y="253"/>
                    <a:pt x="0" y="662"/>
                  </a:cubicBezTo>
                  <a:lnTo>
                    <a:pt x="1922" y="662"/>
                  </a:lnTo>
                  <a:cubicBezTo>
                    <a:pt x="1796" y="253"/>
                    <a:pt x="1418" y="1"/>
                    <a:pt x="977" y="1"/>
                  </a:cubicBezTo>
                  <a:close/>
                </a:path>
              </a:pathLst>
            </a:custGeom>
            <a:grpFill/>
            <a:ln>
              <a:noFill/>
            </a:ln>
          </p:spPr>
          <p:txBody>
            <a:bodyPr spcFirstLastPara="1" wrap="square" lIns="121900" tIns="121900" rIns="121900" bIns="121900" anchor="ctr" anchorCtr="0">
              <a:noAutofit/>
            </a:bodyPr>
            <a:lstStyle/>
            <a:p>
              <a:endParaRPr sz="2400"/>
            </a:p>
          </p:txBody>
        </p:sp>
        <p:sp>
          <p:nvSpPr>
            <p:cNvPr id="227" name="Google Shape;10446;p67">
              <a:extLst>
                <a:ext uri="{FF2B5EF4-FFF2-40B4-BE49-F238E27FC236}">
                  <a16:creationId xmlns:a16="http://schemas.microsoft.com/office/drawing/2014/main" id="{DBB5B33D-F9EB-31D3-D9DA-04019FD29793}"/>
                </a:ext>
              </a:extLst>
            </p:cNvPr>
            <p:cNvSpPr/>
            <p:nvPr/>
          </p:nvSpPr>
          <p:spPr>
            <a:xfrm>
              <a:off x="-735400" y="3261925"/>
              <a:ext cx="153625" cy="187875"/>
            </a:xfrm>
            <a:custGeom>
              <a:avLst/>
              <a:gdLst/>
              <a:ahLst/>
              <a:cxnLst/>
              <a:rect l="l" t="t" r="r" b="b"/>
              <a:pathLst>
                <a:path w="6145" h="7515" extrusionOk="0">
                  <a:moveTo>
                    <a:pt x="3025" y="1324"/>
                  </a:moveTo>
                  <a:cubicBezTo>
                    <a:pt x="3561" y="1324"/>
                    <a:pt x="4034" y="1796"/>
                    <a:pt x="4034" y="2364"/>
                  </a:cubicBezTo>
                  <a:cubicBezTo>
                    <a:pt x="4034" y="2553"/>
                    <a:pt x="3970" y="2742"/>
                    <a:pt x="3844" y="2962"/>
                  </a:cubicBezTo>
                  <a:cubicBezTo>
                    <a:pt x="4349" y="3277"/>
                    <a:pt x="4727" y="3781"/>
                    <a:pt x="4727" y="4443"/>
                  </a:cubicBezTo>
                  <a:cubicBezTo>
                    <a:pt x="4758" y="4632"/>
                    <a:pt x="4601" y="4789"/>
                    <a:pt x="4443" y="4789"/>
                  </a:cubicBezTo>
                  <a:lnTo>
                    <a:pt x="1671" y="4789"/>
                  </a:lnTo>
                  <a:cubicBezTo>
                    <a:pt x="1482" y="4789"/>
                    <a:pt x="1324" y="4632"/>
                    <a:pt x="1324" y="4443"/>
                  </a:cubicBezTo>
                  <a:cubicBezTo>
                    <a:pt x="1324" y="3813"/>
                    <a:pt x="1671" y="3277"/>
                    <a:pt x="2206" y="2962"/>
                  </a:cubicBezTo>
                  <a:cubicBezTo>
                    <a:pt x="2080" y="2805"/>
                    <a:pt x="1986" y="2584"/>
                    <a:pt x="1986" y="2364"/>
                  </a:cubicBezTo>
                  <a:cubicBezTo>
                    <a:pt x="1986" y="1796"/>
                    <a:pt x="2458" y="1324"/>
                    <a:pt x="3025" y="1324"/>
                  </a:cubicBezTo>
                  <a:close/>
                  <a:moveTo>
                    <a:pt x="1009" y="1"/>
                  </a:moveTo>
                  <a:cubicBezTo>
                    <a:pt x="473" y="1"/>
                    <a:pt x="1" y="473"/>
                    <a:pt x="1" y="1009"/>
                  </a:cubicBezTo>
                  <a:lnTo>
                    <a:pt x="1" y="5105"/>
                  </a:lnTo>
                  <a:cubicBezTo>
                    <a:pt x="1" y="5672"/>
                    <a:pt x="473" y="6144"/>
                    <a:pt x="1009" y="6144"/>
                  </a:cubicBezTo>
                  <a:lnTo>
                    <a:pt x="1954" y="6144"/>
                  </a:lnTo>
                  <a:lnTo>
                    <a:pt x="2773" y="7373"/>
                  </a:lnTo>
                  <a:cubicBezTo>
                    <a:pt x="2836" y="7467"/>
                    <a:pt x="2947" y="7515"/>
                    <a:pt x="3057" y="7515"/>
                  </a:cubicBezTo>
                  <a:cubicBezTo>
                    <a:pt x="3167" y="7515"/>
                    <a:pt x="3277" y="7467"/>
                    <a:pt x="3340" y="7373"/>
                  </a:cubicBezTo>
                  <a:lnTo>
                    <a:pt x="4160" y="6144"/>
                  </a:lnTo>
                  <a:lnTo>
                    <a:pt x="5105" y="6144"/>
                  </a:lnTo>
                  <a:cubicBezTo>
                    <a:pt x="5672" y="6144"/>
                    <a:pt x="6144" y="5672"/>
                    <a:pt x="6144" y="5105"/>
                  </a:cubicBezTo>
                  <a:lnTo>
                    <a:pt x="6144" y="1009"/>
                  </a:lnTo>
                  <a:cubicBezTo>
                    <a:pt x="6144" y="473"/>
                    <a:pt x="5672" y="1"/>
                    <a:pt x="5105" y="1"/>
                  </a:cubicBezTo>
                  <a:close/>
                </a:path>
              </a:pathLst>
            </a:custGeom>
            <a:grpFill/>
            <a:ln>
              <a:noFill/>
            </a:ln>
          </p:spPr>
          <p:txBody>
            <a:bodyPr spcFirstLastPara="1" wrap="square" lIns="121900" tIns="121900" rIns="121900" bIns="121900" anchor="ctr" anchorCtr="0">
              <a:noAutofit/>
            </a:bodyPr>
            <a:lstStyle/>
            <a:p>
              <a:endParaRPr sz="2400"/>
            </a:p>
          </p:txBody>
        </p:sp>
        <p:sp>
          <p:nvSpPr>
            <p:cNvPr id="228" name="Google Shape;10447;p67">
              <a:extLst>
                <a:ext uri="{FF2B5EF4-FFF2-40B4-BE49-F238E27FC236}">
                  <a16:creationId xmlns:a16="http://schemas.microsoft.com/office/drawing/2014/main" id="{FB5C7C9C-EF99-C048-877F-0880FF1A8F9D}"/>
                </a:ext>
              </a:extLst>
            </p:cNvPr>
            <p:cNvSpPr/>
            <p:nvPr/>
          </p:nvSpPr>
          <p:spPr>
            <a:xfrm>
              <a:off x="-804700" y="3226500"/>
              <a:ext cx="118175" cy="170925"/>
            </a:xfrm>
            <a:custGeom>
              <a:avLst/>
              <a:gdLst/>
              <a:ahLst/>
              <a:cxnLst/>
              <a:rect l="l" t="t" r="r" b="b"/>
              <a:pathLst>
                <a:path w="4727" h="6837" extrusionOk="0">
                  <a:moveTo>
                    <a:pt x="1040" y="0"/>
                  </a:moveTo>
                  <a:cubicBezTo>
                    <a:pt x="473" y="0"/>
                    <a:pt x="0" y="473"/>
                    <a:pt x="0" y="1008"/>
                  </a:cubicBezTo>
                  <a:lnTo>
                    <a:pt x="0" y="4442"/>
                  </a:lnTo>
                  <a:cubicBezTo>
                    <a:pt x="0" y="5009"/>
                    <a:pt x="473" y="5450"/>
                    <a:pt x="1040" y="5450"/>
                  </a:cubicBezTo>
                  <a:cubicBezTo>
                    <a:pt x="1040" y="5450"/>
                    <a:pt x="1198" y="5986"/>
                    <a:pt x="1387" y="6490"/>
                  </a:cubicBezTo>
                  <a:cubicBezTo>
                    <a:pt x="1481" y="6679"/>
                    <a:pt x="1544" y="6837"/>
                    <a:pt x="1733" y="6837"/>
                  </a:cubicBezTo>
                  <a:cubicBezTo>
                    <a:pt x="1891" y="6837"/>
                    <a:pt x="1985" y="6774"/>
                    <a:pt x="2111" y="6648"/>
                  </a:cubicBezTo>
                  <a:lnTo>
                    <a:pt x="2111" y="6522"/>
                  </a:lnTo>
                  <a:lnTo>
                    <a:pt x="2111" y="2426"/>
                  </a:lnTo>
                  <a:cubicBezTo>
                    <a:pt x="2111" y="1481"/>
                    <a:pt x="2836" y="725"/>
                    <a:pt x="3781" y="725"/>
                  </a:cubicBezTo>
                  <a:lnTo>
                    <a:pt x="4726" y="725"/>
                  </a:lnTo>
                  <a:cubicBezTo>
                    <a:pt x="4569" y="284"/>
                    <a:pt x="4222" y="0"/>
                    <a:pt x="3781" y="0"/>
                  </a:cubicBezTo>
                  <a:close/>
                </a:path>
              </a:pathLst>
            </a:custGeom>
            <a:grpFill/>
            <a:ln>
              <a:noFill/>
            </a:ln>
          </p:spPr>
          <p:txBody>
            <a:bodyPr spcFirstLastPara="1" wrap="square" lIns="121900" tIns="121900" rIns="121900" bIns="121900" anchor="ctr" anchorCtr="0">
              <a:noAutofit/>
            </a:bodyPr>
            <a:lstStyle/>
            <a:p>
              <a:endParaRPr sz="2400"/>
            </a:p>
          </p:txBody>
        </p:sp>
        <p:sp>
          <p:nvSpPr>
            <p:cNvPr id="229" name="Google Shape;10448;p67">
              <a:extLst>
                <a:ext uri="{FF2B5EF4-FFF2-40B4-BE49-F238E27FC236}">
                  <a16:creationId xmlns:a16="http://schemas.microsoft.com/office/drawing/2014/main" id="{A2B54D5C-F87D-FA1C-3657-18278EABED90}"/>
                </a:ext>
              </a:extLst>
            </p:cNvPr>
            <p:cNvSpPr/>
            <p:nvPr/>
          </p:nvSpPr>
          <p:spPr>
            <a:xfrm>
              <a:off x="-630625" y="3226500"/>
              <a:ext cx="118150" cy="170950"/>
            </a:xfrm>
            <a:custGeom>
              <a:avLst/>
              <a:gdLst/>
              <a:ahLst/>
              <a:cxnLst/>
              <a:rect l="l" t="t" r="r" b="b"/>
              <a:pathLst>
                <a:path w="4726" h="6838" extrusionOk="0">
                  <a:moveTo>
                    <a:pt x="945" y="0"/>
                  </a:moveTo>
                  <a:cubicBezTo>
                    <a:pt x="536" y="0"/>
                    <a:pt x="126" y="284"/>
                    <a:pt x="0" y="662"/>
                  </a:cubicBezTo>
                  <a:lnTo>
                    <a:pt x="945" y="662"/>
                  </a:lnTo>
                  <a:cubicBezTo>
                    <a:pt x="1890" y="662"/>
                    <a:pt x="2646" y="1418"/>
                    <a:pt x="2646" y="2363"/>
                  </a:cubicBezTo>
                  <a:lnTo>
                    <a:pt x="2646" y="6490"/>
                  </a:lnTo>
                  <a:lnTo>
                    <a:pt x="2646" y="6616"/>
                  </a:lnTo>
                  <a:cubicBezTo>
                    <a:pt x="2766" y="6736"/>
                    <a:pt x="2868" y="6838"/>
                    <a:pt x="2993" y="6838"/>
                  </a:cubicBezTo>
                  <a:cubicBezTo>
                    <a:pt x="3032" y="6838"/>
                    <a:pt x="3074" y="6828"/>
                    <a:pt x="3119" y="6805"/>
                  </a:cubicBezTo>
                  <a:cubicBezTo>
                    <a:pt x="3245" y="6774"/>
                    <a:pt x="3277" y="6616"/>
                    <a:pt x="3308" y="6490"/>
                  </a:cubicBezTo>
                  <a:cubicBezTo>
                    <a:pt x="3497" y="6017"/>
                    <a:pt x="3686" y="5482"/>
                    <a:pt x="3686" y="5482"/>
                  </a:cubicBezTo>
                  <a:cubicBezTo>
                    <a:pt x="4222" y="5482"/>
                    <a:pt x="4694" y="5009"/>
                    <a:pt x="4694" y="4442"/>
                  </a:cubicBezTo>
                  <a:lnTo>
                    <a:pt x="4694" y="1008"/>
                  </a:lnTo>
                  <a:cubicBezTo>
                    <a:pt x="4726" y="473"/>
                    <a:pt x="4253" y="0"/>
                    <a:pt x="3718"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230" name="Google Shape;10449;p67">
            <a:extLst>
              <a:ext uri="{FF2B5EF4-FFF2-40B4-BE49-F238E27FC236}">
                <a16:creationId xmlns:a16="http://schemas.microsoft.com/office/drawing/2014/main" id="{19A57912-5E92-476D-168F-22CD502080EA}"/>
              </a:ext>
            </a:extLst>
          </p:cNvPr>
          <p:cNvGrpSpPr/>
          <p:nvPr/>
        </p:nvGrpSpPr>
        <p:grpSpPr>
          <a:xfrm>
            <a:off x="3625990" y="4298469"/>
            <a:ext cx="438260" cy="438297"/>
            <a:chOff x="-5251625" y="3272950"/>
            <a:chExt cx="292225" cy="292250"/>
          </a:xfrm>
          <a:solidFill>
            <a:srgbClr val="6C1D35"/>
          </a:solidFill>
        </p:grpSpPr>
        <p:sp>
          <p:nvSpPr>
            <p:cNvPr id="231" name="Google Shape;10450;p67">
              <a:extLst>
                <a:ext uri="{FF2B5EF4-FFF2-40B4-BE49-F238E27FC236}">
                  <a16:creationId xmlns:a16="http://schemas.microsoft.com/office/drawing/2014/main" id="{0284D425-685A-193E-F091-33748AC6504A}"/>
                </a:ext>
              </a:extLst>
            </p:cNvPr>
            <p:cNvSpPr/>
            <p:nvPr/>
          </p:nvSpPr>
          <p:spPr>
            <a:xfrm>
              <a:off x="-5156325" y="3462775"/>
              <a:ext cx="33900" cy="33100"/>
            </a:xfrm>
            <a:custGeom>
              <a:avLst/>
              <a:gdLst/>
              <a:ahLst/>
              <a:cxnLst/>
              <a:rect l="l" t="t" r="r" b="b"/>
              <a:pathLst>
                <a:path w="1356" h="1324" extrusionOk="0">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grpFill/>
            <a:ln>
              <a:noFill/>
            </a:ln>
          </p:spPr>
          <p:txBody>
            <a:bodyPr spcFirstLastPara="1" wrap="square" lIns="121900" tIns="121900" rIns="121900" bIns="121900" anchor="ctr" anchorCtr="0">
              <a:noAutofit/>
            </a:bodyPr>
            <a:lstStyle/>
            <a:p>
              <a:endParaRPr sz="2400"/>
            </a:p>
          </p:txBody>
        </p:sp>
        <p:sp>
          <p:nvSpPr>
            <p:cNvPr id="232" name="Google Shape;10451;p67">
              <a:extLst>
                <a:ext uri="{FF2B5EF4-FFF2-40B4-BE49-F238E27FC236}">
                  <a16:creationId xmlns:a16="http://schemas.microsoft.com/office/drawing/2014/main" id="{A42F26E9-5505-D2F0-5505-C14E58F8103E}"/>
                </a:ext>
              </a:extLst>
            </p:cNvPr>
            <p:cNvSpPr/>
            <p:nvPr/>
          </p:nvSpPr>
          <p:spPr>
            <a:xfrm>
              <a:off x="-5251625" y="3272950"/>
              <a:ext cx="292225" cy="292250"/>
            </a:xfrm>
            <a:custGeom>
              <a:avLst/>
              <a:gdLst/>
              <a:ahLst/>
              <a:cxnLst/>
              <a:rect l="l" t="t" r="r" b="b"/>
              <a:pathLst>
                <a:path w="11689" h="11690" extrusionOk="0">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grpFill/>
            <a:ln>
              <a:noFill/>
            </a:ln>
          </p:spPr>
          <p:txBody>
            <a:bodyPr spcFirstLastPara="1" wrap="square" lIns="121900" tIns="121900" rIns="121900" bIns="121900" anchor="ctr" anchorCtr="0">
              <a:noAutofit/>
            </a:bodyPr>
            <a:lstStyle/>
            <a:p>
              <a:endParaRPr sz="2400"/>
            </a:p>
          </p:txBody>
        </p:sp>
        <p:sp>
          <p:nvSpPr>
            <p:cNvPr id="233" name="Google Shape;10452;p67">
              <a:extLst>
                <a:ext uri="{FF2B5EF4-FFF2-40B4-BE49-F238E27FC236}">
                  <a16:creationId xmlns:a16="http://schemas.microsoft.com/office/drawing/2014/main" id="{D53B81AB-042E-27B5-7BB6-6ECE3A3DB86B}"/>
                </a:ext>
              </a:extLst>
            </p:cNvPr>
            <p:cNvSpPr/>
            <p:nvPr/>
          </p:nvSpPr>
          <p:spPr>
            <a:xfrm>
              <a:off x="-5011400" y="3350150"/>
              <a:ext cx="33900" cy="33875"/>
            </a:xfrm>
            <a:custGeom>
              <a:avLst/>
              <a:gdLst/>
              <a:ahLst/>
              <a:cxnLst/>
              <a:rect l="l" t="t" r="r" b="b"/>
              <a:pathLst>
                <a:path w="1356" h="1355" extrusionOk="0">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234" name="Google Shape;10477;p67">
            <a:extLst>
              <a:ext uri="{FF2B5EF4-FFF2-40B4-BE49-F238E27FC236}">
                <a16:creationId xmlns:a16="http://schemas.microsoft.com/office/drawing/2014/main" id="{3E052D4B-1C4D-C9C5-8A46-3387EC1BC498}"/>
              </a:ext>
            </a:extLst>
          </p:cNvPr>
          <p:cNvGrpSpPr/>
          <p:nvPr/>
        </p:nvGrpSpPr>
        <p:grpSpPr>
          <a:xfrm>
            <a:off x="9284808" y="4297887"/>
            <a:ext cx="387456" cy="439460"/>
            <a:chOff x="-1575775" y="3238300"/>
            <a:chExt cx="258350" cy="293025"/>
          </a:xfrm>
          <a:solidFill>
            <a:srgbClr val="6C1D35"/>
          </a:solidFill>
        </p:grpSpPr>
        <p:sp>
          <p:nvSpPr>
            <p:cNvPr id="235" name="Google Shape;10478;p67">
              <a:extLst>
                <a:ext uri="{FF2B5EF4-FFF2-40B4-BE49-F238E27FC236}">
                  <a16:creationId xmlns:a16="http://schemas.microsoft.com/office/drawing/2014/main" id="{512868E5-A7EB-5B3D-6B57-4BA3D62C5FCD}"/>
                </a:ext>
              </a:extLst>
            </p:cNvPr>
            <p:cNvSpPr/>
            <p:nvPr/>
          </p:nvSpPr>
          <p:spPr>
            <a:xfrm>
              <a:off x="-1489150" y="3306825"/>
              <a:ext cx="85875" cy="33100"/>
            </a:xfrm>
            <a:custGeom>
              <a:avLst/>
              <a:gdLst/>
              <a:ahLst/>
              <a:cxnLst/>
              <a:rect l="l" t="t" r="r" b="b"/>
              <a:pathLst>
                <a:path w="3435" h="1324" extrusionOk="0">
                  <a:moveTo>
                    <a:pt x="1" y="0"/>
                  </a:moveTo>
                  <a:lnTo>
                    <a:pt x="1702" y="1324"/>
                  </a:lnTo>
                  <a:lnTo>
                    <a:pt x="3435" y="0"/>
                  </a:lnTo>
                  <a:close/>
                </a:path>
              </a:pathLst>
            </a:custGeom>
            <a:grpFill/>
            <a:ln>
              <a:noFill/>
            </a:ln>
          </p:spPr>
          <p:txBody>
            <a:bodyPr spcFirstLastPara="1" wrap="square" lIns="121900" tIns="121900" rIns="121900" bIns="121900" anchor="ctr" anchorCtr="0">
              <a:noAutofit/>
            </a:bodyPr>
            <a:lstStyle/>
            <a:p>
              <a:endParaRPr sz="2400"/>
            </a:p>
          </p:txBody>
        </p:sp>
        <p:sp>
          <p:nvSpPr>
            <p:cNvPr id="236" name="Google Shape;10479;p67">
              <a:extLst>
                <a:ext uri="{FF2B5EF4-FFF2-40B4-BE49-F238E27FC236}">
                  <a16:creationId xmlns:a16="http://schemas.microsoft.com/office/drawing/2014/main" id="{B16CCDBB-1B46-FE10-E276-0ECD226ED970}"/>
                </a:ext>
              </a:extLst>
            </p:cNvPr>
            <p:cNvSpPr/>
            <p:nvPr/>
          </p:nvSpPr>
          <p:spPr>
            <a:xfrm>
              <a:off x="-1506475" y="3316275"/>
              <a:ext cx="46500" cy="67750"/>
            </a:xfrm>
            <a:custGeom>
              <a:avLst/>
              <a:gdLst/>
              <a:ahLst/>
              <a:cxnLst/>
              <a:rect l="l" t="t" r="r" b="b"/>
              <a:pathLst>
                <a:path w="1860" h="2710" extrusionOk="0">
                  <a:moveTo>
                    <a:pt x="1" y="1"/>
                  </a:moveTo>
                  <a:lnTo>
                    <a:pt x="1" y="2710"/>
                  </a:lnTo>
                  <a:lnTo>
                    <a:pt x="1859" y="1324"/>
                  </a:lnTo>
                  <a:lnTo>
                    <a:pt x="1" y="1"/>
                  </a:lnTo>
                  <a:close/>
                </a:path>
              </a:pathLst>
            </a:custGeom>
            <a:grpFill/>
            <a:ln>
              <a:noFill/>
            </a:ln>
          </p:spPr>
          <p:txBody>
            <a:bodyPr spcFirstLastPara="1" wrap="square" lIns="121900" tIns="121900" rIns="121900" bIns="121900" anchor="ctr" anchorCtr="0">
              <a:noAutofit/>
            </a:bodyPr>
            <a:lstStyle/>
            <a:p>
              <a:endParaRPr sz="2400"/>
            </a:p>
          </p:txBody>
        </p:sp>
        <p:sp>
          <p:nvSpPr>
            <p:cNvPr id="237" name="Google Shape;10480;p67">
              <a:extLst>
                <a:ext uri="{FF2B5EF4-FFF2-40B4-BE49-F238E27FC236}">
                  <a16:creationId xmlns:a16="http://schemas.microsoft.com/office/drawing/2014/main" id="{74E124A4-493F-41BB-1183-CDA6A913A248}"/>
                </a:ext>
              </a:extLst>
            </p:cNvPr>
            <p:cNvSpPr/>
            <p:nvPr/>
          </p:nvSpPr>
          <p:spPr>
            <a:xfrm>
              <a:off x="-1575775" y="3238300"/>
              <a:ext cx="258350" cy="293025"/>
            </a:xfrm>
            <a:custGeom>
              <a:avLst/>
              <a:gdLst/>
              <a:ahLst/>
              <a:cxnLst/>
              <a:rect l="l" t="t" r="r" b="b"/>
              <a:pathLst>
                <a:path w="10334" h="11721" extrusionOk="0">
                  <a:moveTo>
                    <a:pt x="1418" y="694"/>
                  </a:moveTo>
                  <a:lnTo>
                    <a:pt x="1418" y="1387"/>
                  </a:lnTo>
                  <a:lnTo>
                    <a:pt x="756" y="1387"/>
                  </a:lnTo>
                  <a:lnTo>
                    <a:pt x="756" y="694"/>
                  </a:lnTo>
                  <a:close/>
                  <a:moveTo>
                    <a:pt x="9609" y="694"/>
                  </a:moveTo>
                  <a:lnTo>
                    <a:pt x="9609" y="1387"/>
                  </a:lnTo>
                  <a:lnTo>
                    <a:pt x="8947" y="1387"/>
                  </a:lnTo>
                  <a:lnTo>
                    <a:pt x="8947" y="694"/>
                  </a:lnTo>
                  <a:close/>
                  <a:moveTo>
                    <a:pt x="8002" y="2080"/>
                  </a:moveTo>
                  <a:cubicBezTo>
                    <a:pt x="8160" y="2080"/>
                    <a:pt x="8286" y="2206"/>
                    <a:pt x="8317" y="2395"/>
                  </a:cubicBezTo>
                  <a:lnTo>
                    <a:pt x="8317" y="2426"/>
                  </a:lnTo>
                  <a:lnTo>
                    <a:pt x="8317" y="6522"/>
                  </a:lnTo>
                  <a:lnTo>
                    <a:pt x="8254" y="6522"/>
                  </a:lnTo>
                  <a:cubicBezTo>
                    <a:pt x="8191" y="6774"/>
                    <a:pt x="8034" y="6900"/>
                    <a:pt x="7876" y="6900"/>
                  </a:cubicBezTo>
                  <a:lnTo>
                    <a:pt x="2457" y="6900"/>
                  </a:lnTo>
                  <a:cubicBezTo>
                    <a:pt x="2300" y="6900"/>
                    <a:pt x="2142" y="6774"/>
                    <a:pt x="2142" y="6554"/>
                  </a:cubicBezTo>
                  <a:lnTo>
                    <a:pt x="2142" y="6522"/>
                  </a:lnTo>
                  <a:lnTo>
                    <a:pt x="2142" y="2426"/>
                  </a:lnTo>
                  <a:cubicBezTo>
                    <a:pt x="2142" y="2269"/>
                    <a:pt x="2300" y="2080"/>
                    <a:pt x="2489" y="2080"/>
                  </a:cubicBezTo>
                  <a:close/>
                  <a:moveTo>
                    <a:pt x="7215" y="7562"/>
                  </a:moveTo>
                  <a:cubicBezTo>
                    <a:pt x="7687" y="7562"/>
                    <a:pt x="7687" y="8223"/>
                    <a:pt x="7215" y="8223"/>
                  </a:cubicBezTo>
                  <a:lnTo>
                    <a:pt x="3119" y="8223"/>
                  </a:lnTo>
                  <a:cubicBezTo>
                    <a:pt x="2678" y="8223"/>
                    <a:pt x="2646" y="7562"/>
                    <a:pt x="3119" y="7562"/>
                  </a:cubicBezTo>
                  <a:close/>
                  <a:moveTo>
                    <a:pt x="7215" y="8979"/>
                  </a:moveTo>
                  <a:cubicBezTo>
                    <a:pt x="7687" y="8979"/>
                    <a:pt x="7687" y="9641"/>
                    <a:pt x="7215" y="9641"/>
                  </a:cubicBezTo>
                  <a:lnTo>
                    <a:pt x="3119" y="9641"/>
                  </a:lnTo>
                  <a:cubicBezTo>
                    <a:pt x="2678" y="9641"/>
                    <a:pt x="2646" y="8979"/>
                    <a:pt x="3119" y="8979"/>
                  </a:cubicBezTo>
                  <a:close/>
                  <a:moveTo>
                    <a:pt x="1418" y="10366"/>
                  </a:moveTo>
                  <a:lnTo>
                    <a:pt x="1418" y="11027"/>
                  </a:lnTo>
                  <a:lnTo>
                    <a:pt x="756" y="11027"/>
                  </a:lnTo>
                  <a:lnTo>
                    <a:pt x="756" y="10366"/>
                  </a:lnTo>
                  <a:close/>
                  <a:moveTo>
                    <a:pt x="9609" y="10366"/>
                  </a:moveTo>
                  <a:lnTo>
                    <a:pt x="9609" y="11027"/>
                  </a:lnTo>
                  <a:lnTo>
                    <a:pt x="8947" y="11027"/>
                  </a:lnTo>
                  <a:lnTo>
                    <a:pt x="8947" y="10366"/>
                  </a:lnTo>
                  <a:close/>
                  <a:moveTo>
                    <a:pt x="378" y="1"/>
                  </a:moveTo>
                  <a:cubicBezTo>
                    <a:pt x="158" y="1"/>
                    <a:pt x="0" y="158"/>
                    <a:pt x="0" y="347"/>
                  </a:cubicBezTo>
                  <a:lnTo>
                    <a:pt x="0" y="1733"/>
                  </a:lnTo>
                  <a:cubicBezTo>
                    <a:pt x="0" y="1922"/>
                    <a:pt x="158" y="2080"/>
                    <a:pt x="378" y="2080"/>
                  </a:cubicBezTo>
                  <a:lnTo>
                    <a:pt x="725" y="2080"/>
                  </a:lnTo>
                  <a:lnTo>
                    <a:pt x="725" y="9641"/>
                  </a:lnTo>
                  <a:lnTo>
                    <a:pt x="378" y="9641"/>
                  </a:lnTo>
                  <a:cubicBezTo>
                    <a:pt x="158" y="9641"/>
                    <a:pt x="0" y="9799"/>
                    <a:pt x="0" y="9988"/>
                  </a:cubicBezTo>
                  <a:lnTo>
                    <a:pt x="0" y="11374"/>
                  </a:lnTo>
                  <a:cubicBezTo>
                    <a:pt x="0" y="11563"/>
                    <a:pt x="158" y="11720"/>
                    <a:pt x="378" y="11720"/>
                  </a:cubicBezTo>
                  <a:lnTo>
                    <a:pt x="1733" y="11720"/>
                  </a:lnTo>
                  <a:cubicBezTo>
                    <a:pt x="1953" y="11720"/>
                    <a:pt x="2111" y="11563"/>
                    <a:pt x="2111" y="11374"/>
                  </a:cubicBezTo>
                  <a:lnTo>
                    <a:pt x="2111" y="11027"/>
                  </a:lnTo>
                  <a:lnTo>
                    <a:pt x="8254" y="11027"/>
                  </a:lnTo>
                  <a:lnTo>
                    <a:pt x="8254" y="11374"/>
                  </a:lnTo>
                  <a:cubicBezTo>
                    <a:pt x="8254" y="11563"/>
                    <a:pt x="8412" y="11720"/>
                    <a:pt x="8601" y="11720"/>
                  </a:cubicBezTo>
                  <a:lnTo>
                    <a:pt x="9987" y="11720"/>
                  </a:lnTo>
                  <a:cubicBezTo>
                    <a:pt x="10176" y="11720"/>
                    <a:pt x="10334" y="11563"/>
                    <a:pt x="10334" y="11374"/>
                  </a:cubicBezTo>
                  <a:lnTo>
                    <a:pt x="10334" y="9988"/>
                  </a:lnTo>
                  <a:cubicBezTo>
                    <a:pt x="10334" y="9799"/>
                    <a:pt x="10176" y="9641"/>
                    <a:pt x="9987" y="9641"/>
                  </a:cubicBezTo>
                  <a:lnTo>
                    <a:pt x="9609" y="9641"/>
                  </a:lnTo>
                  <a:lnTo>
                    <a:pt x="9609" y="2080"/>
                  </a:lnTo>
                  <a:lnTo>
                    <a:pt x="9987" y="2080"/>
                  </a:lnTo>
                  <a:cubicBezTo>
                    <a:pt x="10176" y="2080"/>
                    <a:pt x="10334" y="1922"/>
                    <a:pt x="10334" y="1733"/>
                  </a:cubicBezTo>
                  <a:lnTo>
                    <a:pt x="10334" y="347"/>
                  </a:lnTo>
                  <a:cubicBezTo>
                    <a:pt x="10334" y="158"/>
                    <a:pt x="10176" y="1"/>
                    <a:pt x="9987" y="1"/>
                  </a:cubicBezTo>
                  <a:lnTo>
                    <a:pt x="8601" y="1"/>
                  </a:lnTo>
                  <a:cubicBezTo>
                    <a:pt x="8412" y="1"/>
                    <a:pt x="8254" y="158"/>
                    <a:pt x="8254" y="347"/>
                  </a:cubicBezTo>
                  <a:lnTo>
                    <a:pt x="8254" y="694"/>
                  </a:lnTo>
                  <a:lnTo>
                    <a:pt x="2111" y="694"/>
                  </a:lnTo>
                  <a:lnTo>
                    <a:pt x="2111" y="347"/>
                  </a:lnTo>
                  <a:cubicBezTo>
                    <a:pt x="2111" y="158"/>
                    <a:pt x="1953" y="1"/>
                    <a:pt x="1733" y="1"/>
                  </a:cubicBezTo>
                  <a:close/>
                </a:path>
              </a:pathLst>
            </a:custGeom>
            <a:grpFill/>
            <a:ln>
              <a:noFill/>
            </a:ln>
          </p:spPr>
          <p:txBody>
            <a:bodyPr spcFirstLastPara="1" wrap="square" lIns="121900" tIns="121900" rIns="121900" bIns="121900" anchor="ctr" anchorCtr="0">
              <a:noAutofit/>
            </a:bodyPr>
            <a:lstStyle/>
            <a:p>
              <a:endParaRPr sz="2400"/>
            </a:p>
          </p:txBody>
        </p:sp>
        <p:sp>
          <p:nvSpPr>
            <p:cNvPr id="238" name="Google Shape;10481;p67">
              <a:extLst>
                <a:ext uri="{FF2B5EF4-FFF2-40B4-BE49-F238E27FC236}">
                  <a16:creationId xmlns:a16="http://schemas.microsoft.com/office/drawing/2014/main" id="{AD118CE3-9977-5C2F-8D06-25DA7551DA13}"/>
                </a:ext>
              </a:extLst>
            </p:cNvPr>
            <p:cNvSpPr/>
            <p:nvPr/>
          </p:nvSpPr>
          <p:spPr>
            <a:xfrm>
              <a:off x="-1489150" y="3360375"/>
              <a:ext cx="85875" cy="32325"/>
            </a:xfrm>
            <a:custGeom>
              <a:avLst/>
              <a:gdLst/>
              <a:ahLst/>
              <a:cxnLst/>
              <a:rect l="l" t="t" r="r" b="b"/>
              <a:pathLst>
                <a:path w="3435" h="1293" extrusionOk="0">
                  <a:moveTo>
                    <a:pt x="1702" y="1"/>
                  </a:moveTo>
                  <a:lnTo>
                    <a:pt x="1" y="1293"/>
                  </a:lnTo>
                  <a:lnTo>
                    <a:pt x="3435" y="1293"/>
                  </a:lnTo>
                  <a:lnTo>
                    <a:pt x="1702" y="1"/>
                  </a:lnTo>
                  <a:close/>
                </a:path>
              </a:pathLst>
            </a:custGeom>
            <a:grpFill/>
            <a:ln>
              <a:noFill/>
            </a:ln>
          </p:spPr>
          <p:txBody>
            <a:bodyPr spcFirstLastPara="1" wrap="square" lIns="121900" tIns="121900" rIns="121900" bIns="121900" anchor="ctr" anchorCtr="0">
              <a:noAutofit/>
            </a:bodyPr>
            <a:lstStyle/>
            <a:p>
              <a:endParaRPr sz="2400"/>
            </a:p>
          </p:txBody>
        </p:sp>
        <p:sp>
          <p:nvSpPr>
            <p:cNvPr id="239" name="Google Shape;10482;p67">
              <a:extLst>
                <a:ext uri="{FF2B5EF4-FFF2-40B4-BE49-F238E27FC236}">
                  <a16:creationId xmlns:a16="http://schemas.microsoft.com/office/drawing/2014/main" id="{C5981342-D749-67E1-0144-AA9C830175A4}"/>
                </a:ext>
              </a:extLst>
            </p:cNvPr>
            <p:cNvSpPr/>
            <p:nvPr/>
          </p:nvSpPr>
          <p:spPr>
            <a:xfrm>
              <a:off x="-1431650" y="3316275"/>
              <a:ext cx="44925" cy="67750"/>
            </a:xfrm>
            <a:custGeom>
              <a:avLst/>
              <a:gdLst/>
              <a:ahLst/>
              <a:cxnLst/>
              <a:rect l="l" t="t" r="r" b="b"/>
              <a:pathLst>
                <a:path w="1797" h="2710" extrusionOk="0">
                  <a:moveTo>
                    <a:pt x="1796" y="1"/>
                  </a:moveTo>
                  <a:lnTo>
                    <a:pt x="0" y="1324"/>
                  </a:lnTo>
                  <a:lnTo>
                    <a:pt x="1796" y="2710"/>
                  </a:lnTo>
                  <a:lnTo>
                    <a:pt x="1796" y="1"/>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240" name="Google Shape;10467;p67">
            <a:extLst>
              <a:ext uri="{FF2B5EF4-FFF2-40B4-BE49-F238E27FC236}">
                <a16:creationId xmlns:a16="http://schemas.microsoft.com/office/drawing/2014/main" id="{2B476135-5707-2E5F-62A6-6A01A2351256}"/>
              </a:ext>
            </a:extLst>
          </p:cNvPr>
          <p:cNvGrpSpPr/>
          <p:nvPr/>
        </p:nvGrpSpPr>
        <p:grpSpPr>
          <a:xfrm>
            <a:off x="6478190" y="4268607"/>
            <a:ext cx="333165" cy="437060"/>
            <a:chOff x="-3365275" y="3253275"/>
            <a:chExt cx="222150" cy="291425"/>
          </a:xfrm>
          <a:solidFill>
            <a:srgbClr val="6C1D35"/>
          </a:solidFill>
        </p:grpSpPr>
        <p:sp>
          <p:nvSpPr>
            <p:cNvPr id="241" name="Google Shape;10468;p67">
              <a:extLst>
                <a:ext uri="{FF2B5EF4-FFF2-40B4-BE49-F238E27FC236}">
                  <a16:creationId xmlns:a16="http://schemas.microsoft.com/office/drawing/2014/main" id="{F2E575E0-4276-C067-ED06-2C0425F99134}"/>
                </a:ext>
              </a:extLst>
            </p:cNvPr>
            <p:cNvSpPr/>
            <p:nvPr/>
          </p:nvSpPr>
          <p:spPr>
            <a:xfrm>
              <a:off x="-3365275" y="3253275"/>
              <a:ext cx="222150" cy="291425"/>
            </a:xfrm>
            <a:custGeom>
              <a:avLst/>
              <a:gdLst/>
              <a:ahLst/>
              <a:cxnLst/>
              <a:rect l="l" t="t" r="r" b="b"/>
              <a:pathLst>
                <a:path w="8886" h="11657" extrusionOk="0">
                  <a:moveTo>
                    <a:pt x="5861" y="662"/>
                  </a:moveTo>
                  <a:cubicBezTo>
                    <a:pt x="6302" y="662"/>
                    <a:pt x="6302" y="1323"/>
                    <a:pt x="5861" y="1323"/>
                  </a:cubicBezTo>
                  <a:lnTo>
                    <a:pt x="3120" y="1323"/>
                  </a:lnTo>
                  <a:cubicBezTo>
                    <a:pt x="2647" y="1323"/>
                    <a:pt x="2647" y="662"/>
                    <a:pt x="3120" y="662"/>
                  </a:cubicBezTo>
                  <a:close/>
                  <a:moveTo>
                    <a:pt x="7215" y="3466"/>
                  </a:moveTo>
                  <a:cubicBezTo>
                    <a:pt x="7625" y="3466"/>
                    <a:pt x="7625" y="4127"/>
                    <a:pt x="7215" y="4127"/>
                  </a:cubicBezTo>
                  <a:lnTo>
                    <a:pt x="4443" y="4127"/>
                  </a:lnTo>
                  <a:cubicBezTo>
                    <a:pt x="4002" y="4127"/>
                    <a:pt x="3970" y="3466"/>
                    <a:pt x="4443" y="3466"/>
                  </a:cubicBezTo>
                  <a:close/>
                  <a:moveTo>
                    <a:pt x="3101" y="2795"/>
                  </a:moveTo>
                  <a:cubicBezTo>
                    <a:pt x="3360" y="2795"/>
                    <a:pt x="3582" y="3129"/>
                    <a:pt x="3340" y="3371"/>
                  </a:cubicBezTo>
                  <a:lnTo>
                    <a:pt x="2899" y="3812"/>
                  </a:lnTo>
                  <a:lnTo>
                    <a:pt x="3340" y="4253"/>
                  </a:lnTo>
                  <a:cubicBezTo>
                    <a:pt x="3582" y="4495"/>
                    <a:pt x="3360" y="4830"/>
                    <a:pt x="3101" y="4830"/>
                  </a:cubicBezTo>
                  <a:cubicBezTo>
                    <a:pt x="3023" y="4830"/>
                    <a:pt x="2941" y="4799"/>
                    <a:pt x="2868" y="4726"/>
                  </a:cubicBezTo>
                  <a:lnTo>
                    <a:pt x="2427" y="4285"/>
                  </a:lnTo>
                  <a:lnTo>
                    <a:pt x="2017" y="4726"/>
                  </a:lnTo>
                  <a:cubicBezTo>
                    <a:pt x="1944" y="4799"/>
                    <a:pt x="1862" y="4830"/>
                    <a:pt x="1784" y="4830"/>
                  </a:cubicBezTo>
                  <a:cubicBezTo>
                    <a:pt x="1525" y="4830"/>
                    <a:pt x="1303" y="4495"/>
                    <a:pt x="1545" y="4253"/>
                  </a:cubicBezTo>
                  <a:lnTo>
                    <a:pt x="1954" y="3812"/>
                  </a:lnTo>
                  <a:lnTo>
                    <a:pt x="1545" y="3371"/>
                  </a:lnTo>
                  <a:cubicBezTo>
                    <a:pt x="1303" y="3129"/>
                    <a:pt x="1525" y="2795"/>
                    <a:pt x="1784" y="2795"/>
                  </a:cubicBezTo>
                  <a:cubicBezTo>
                    <a:pt x="1862" y="2795"/>
                    <a:pt x="1944" y="2825"/>
                    <a:pt x="2017" y="2899"/>
                  </a:cubicBezTo>
                  <a:lnTo>
                    <a:pt x="2427" y="3340"/>
                  </a:lnTo>
                  <a:lnTo>
                    <a:pt x="2868" y="2899"/>
                  </a:lnTo>
                  <a:cubicBezTo>
                    <a:pt x="2941" y="2825"/>
                    <a:pt x="3023" y="2795"/>
                    <a:pt x="3101" y="2795"/>
                  </a:cubicBezTo>
                  <a:close/>
                  <a:moveTo>
                    <a:pt x="7242" y="6206"/>
                  </a:moveTo>
                  <a:cubicBezTo>
                    <a:pt x="7625" y="6206"/>
                    <a:pt x="7616" y="6868"/>
                    <a:pt x="7215" y="6868"/>
                  </a:cubicBezTo>
                  <a:lnTo>
                    <a:pt x="4443" y="6868"/>
                  </a:lnTo>
                  <a:cubicBezTo>
                    <a:pt x="4002" y="6868"/>
                    <a:pt x="3970" y="6207"/>
                    <a:pt x="4443" y="6207"/>
                  </a:cubicBezTo>
                  <a:lnTo>
                    <a:pt x="7215" y="6207"/>
                  </a:lnTo>
                  <a:cubicBezTo>
                    <a:pt x="7225" y="6206"/>
                    <a:pt x="7233" y="6206"/>
                    <a:pt x="7242" y="6206"/>
                  </a:cubicBezTo>
                  <a:close/>
                  <a:moveTo>
                    <a:pt x="3101" y="5504"/>
                  </a:moveTo>
                  <a:cubicBezTo>
                    <a:pt x="3360" y="5504"/>
                    <a:pt x="3582" y="5839"/>
                    <a:pt x="3340" y="6081"/>
                  </a:cubicBezTo>
                  <a:lnTo>
                    <a:pt x="2899" y="6522"/>
                  </a:lnTo>
                  <a:lnTo>
                    <a:pt x="3340" y="6963"/>
                  </a:lnTo>
                  <a:cubicBezTo>
                    <a:pt x="3582" y="7205"/>
                    <a:pt x="3360" y="7539"/>
                    <a:pt x="3101" y="7539"/>
                  </a:cubicBezTo>
                  <a:cubicBezTo>
                    <a:pt x="3023" y="7539"/>
                    <a:pt x="2941" y="7509"/>
                    <a:pt x="2868" y="7435"/>
                  </a:cubicBezTo>
                  <a:lnTo>
                    <a:pt x="2427" y="6994"/>
                  </a:lnTo>
                  <a:lnTo>
                    <a:pt x="2017" y="7435"/>
                  </a:lnTo>
                  <a:cubicBezTo>
                    <a:pt x="1944" y="7509"/>
                    <a:pt x="1862" y="7539"/>
                    <a:pt x="1784" y="7539"/>
                  </a:cubicBezTo>
                  <a:cubicBezTo>
                    <a:pt x="1525" y="7539"/>
                    <a:pt x="1303" y="7205"/>
                    <a:pt x="1545" y="6963"/>
                  </a:cubicBezTo>
                  <a:lnTo>
                    <a:pt x="1954" y="6522"/>
                  </a:lnTo>
                  <a:lnTo>
                    <a:pt x="1545" y="6081"/>
                  </a:lnTo>
                  <a:cubicBezTo>
                    <a:pt x="1303" y="5839"/>
                    <a:pt x="1525" y="5504"/>
                    <a:pt x="1784" y="5504"/>
                  </a:cubicBezTo>
                  <a:cubicBezTo>
                    <a:pt x="1862" y="5504"/>
                    <a:pt x="1944" y="5535"/>
                    <a:pt x="2017" y="5608"/>
                  </a:cubicBezTo>
                  <a:lnTo>
                    <a:pt x="2427" y="6049"/>
                  </a:lnTo>
                  <a:lnTo>
                    <a:pt x="2868" y="5608"/>
                  </a:lnTo>
                  <a:cubicBezTo>
                    <a:pt x="2941" y="5535"/>
                    <a:pt x="3023" y="5504"/>
                    <a:pt x="3101" y="5504"/>
                  </a:cubicBezTo>
                  <a:close/>
                  <a:moveTo>
                    <a:pt x="7215" y="8916"/>
                  </a:moveTo>
                  <a:cubicBezTo>
                    <a:pt x="7625" y="8916"/>
                    <a:pt x="7625" y="9609"/>
                    <a:pt x="7215" y="9609"/>
                  </a:cubicBezTo>
                  <a:lnTo>
                    <a:pt x="4443" y="9609"/>
                  </a:lnTo>
                  <a:cubicBezTo>
                    <a:pt x="4002" y="9609"/>
                    <a:pt x="3970" y="8916"/>
                    <a:pt x="4443" y="8916"/>
                  </a:cubicBezTo>
                  <a:close/>
                  <a:moveTo>
                    <a:pt x="2395" y="8254"/>
                  </a:moveTo>
                  <a:cubicBezTo>
                    <a:pt x="2962" y="8254"/>
                    <a:pt x="3435" y="8727"/>
                    <a:pt x="3435" y="9263"/>
                  </a:cubicBezTo>
                  <a:cubicBezTo>
                    <a:pt x="3435" y="9830"/>
                    <a:pt x="2994" y="10302"/>
                    <a:pt x="2395" y="10302"/>
                  </a:cubicBezTo>
                  <a:cubicBezTo>
                    <a:pt x="1860" y="10302"/>
                    <a:pt x="1387" y="9830"/>
                    <a:pt x="1387" y="9263"/>
                  </a:cubicBezTo>
                  <a:cubicBezTo>
                    <a:pt x="1387" y="8727"/>
                    <a:pt x="1860" y="8254"/>
                    <a:pt x="2395" y="8254"/>
                  </a:cubicBezTo>
                  <a:close/>
                  <a:moveTo>
                    <a:pt x="3057" y="0"/>
                  </a:moveTo>
                  <a:cubicBezTo>
                    <a:pt x="2647" y="0"/>
                    <a:pt x="2238" y="252"/>
                    <a:pt x="2112" y="662"/>
                  </a:cubicBezTo>
                  <a:lnTo>
                    <a:pt x="1009" y="662"/>
                  </a:lnTo>
                  <a:cubicBezTo>
                    <a:pt x="473" y="662"/>
                    <a:pt x="1" y="1134"/>
                    <a:pt x="1" y="1670"/>
                  </a:cubicBezTo>
                  <a:lnTo>
                    <a:pt x="1" y="10617"/>
                  </a:lnTo>
                  <a:cubicBezTo>
                    <a:pt x="1" y="11153"/>
                    <a:pt x="473" y="11657"/>
                    <a:pt x="1009" y="11657"/>
                  </a:cubicBezTo>
                  <a:lnTo>
                    <a:pt x="7877" y="11657"/>
                  </a:lnTo>
                  <a:cubicBezTo>
                    <a:pt x="8413" y="11657"/>
                    <a:pt x="8885" y="11184"/>
                    <a:pt x="8885" y="10617"/>
                  </a:cubicBezTo>
                  <a:lnTo>
                    <a:pt x="8885" y="1670"/>
                  </a:lnTo>
                  <a:cubicBezTo>
                    <a:pt x="8885" y="1134"/>
                    <a:pt x="8476" y="662"/>
                    <a:pt x="7877" y="662"/>
                  </a:cubicBezTo>
                  <a:lnTo>
                    <a:pt x="6774" y="662"/>
                  </a:lnTo>
                  <a:cubicBezTo>
                    <a:pt x="6617" y="252"/>
                    <a:pt x="6270" y="0"/>
                    <a:pt x="5829" y="0"/>
                  </a:cubicBezTo>
                  <a:close/>
                </a:path>
              </a:pathLst>
            </a:custGeom>
            <a:grpFill/>
            <a:ln>
              <a:noFill/>
            </a:ln>
          </p:spPr>
          <p:txBody>
            <a:bodyPr spcFirstLastPara="1" wrap="square" lIns="121900" tIns="121900" rIns="121900" bIns="121900" anchor="ctr" anchorCtr="0">
              <a:noAutofit/>
            </a:bodyPr>
            <a:lstStyle/>
            <a:p>
              <a:endParaRPr sz="2400"/>
            </a:p>
          </p:txBody>
        </p:sp>
        <p:sp>
          <p:nvSpPr>
            <p:cNvPr id="242" name="Google Shape;10469;p67">
              <a:extLst>
                <a:ext uri="{FF2B5EF4-FFF2-40B4-BE49-F238E27FC236}">
                  <a16:creationId xmlns:a16="http://schemas.microsoft.com/office/drawing/2014/main" id="{90C7E523-6E5F-FE64-C5E1-A9ED7121CB68}"/>
                </a:ext>
              </a:extLst>
            </p:cNvPr>
            <p:cNvSpPr/>
            <p:nvPr/>
          </p:nvSpPr>
          <p:spPr>
            <a:xfrm>
              <a:off x="-3314075" y="3476175"/>
              <a:ext cx="17350" cy="18125"/>
            </a:xfrm>
            <a:custGeom>
              <a:avLst/>
              <a:gdLst/>
              <a:ahLst/>
              <a:cxnLst/>
              <a:rect l="l" t="t" r="r" b="b"/>
              <a:pathLst>
                <a:path w="694" h="725" extrusionOk="0">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243" name="Google Shape;10300;p67">
            <a:extLst>
              <a:ext uri="{FF2B5EF4-FFF2-40B4-BE49-F238E27FC236}">
                <a16:creationId xmlns:a16="http://schemas.microsoft.com/office/drawing/2014/main" id="{6B661827-2C41-9466-E360-79703AE78110}"/>
              </a:ext>
            </a:extLst>
          </p:cNvPr>
          <p:cNvGrpSpPr/>
          <p:nvPr/>
        </p:nvGrpSpPr>
        <p:grpSpPr>
          <a:xfrm>
            <a:off x="9819093" y="4347605"/>
            <a:ext cx="439460" cy="309545"/>
            <a:chOff x="-1199300" y="3279250"/>
            <a:chExt cx="293025" cy="206400"/>
          </a:xfrm>
          <a:solidFill>
            <a:srgbClr val="6C1D35"/>
          </a:solidFill>
        </p:grpSpPr>
        <p:sp>
          <p:nvSpPr>
            <p:cNvPr id="244" name="Google Shape;10301;p67">
              <a:extLst>
                <a:ext uri="{FF2B5EF4-FFF2-40B4-BE49-F238E27FC236}">
                  <a16:creationId xmlns:a16="http://schemas.microsoft.com/office/drawing/2014/main" id="{9DCE5BE8-38F6-F6BA-A330-D470F8E56C69}"/>
                </a:ext>
              </a:extLst>
            </p:cNvPr>
            <p:cNvSpPr/>
            <p:nvPr/>
          </p:nvSpPr>
          <p:spPr>
            <a:xfrm>
              <a:off x="-1183550" y="3395050"/>
              <a:ext cx="261525" cy="90600"/>
            </a:xfrm>
            <a:custGeom>
              <a:avLst/>
              <a:gdLst/>
              <a:ahLst/>
              <a:cxnLst/>
              <a:rect l="l" t="t" r="r" b="b"/>
              <a:pathLst>
                <a:path w="10461" h="3624" extrusionOk="0">
                  <a:moveTo>
                    <a:pt x="3498" y="0"/>
                  </a:moveTo>
                  <a:lnTo>
                    <a:pt x="1" y="3529"/>
                  </a:lnTo>
                  <a:cubicBezTo>
                    <a:pt x="127" y="3623"/>
                    <a:pt x="284" y="3623"/>
                    <a:pt x="442" y="3623"/>
                  </a:cubicBezTo>
                  <a:lnTo>
                    <a:pt x="10051" y="3623"/>
                  </a:lnTo>
                  <a:cubicBezTo>
                    <a:pt x="10208" y="3623"/>
                    <a:pt x="10366" y="3560"/>
                    <a:pt x="10460" y="3529"/>
                  </a:cubicBezTo>
                  <a:lnTo>
                    <a:pt x="6963" y="0"/>
                  </a:lnTo>
                  <a:lnTo>
                    <a:pt x="5986" y="977"/>
                  </a:lnTo>
                  <a:cubicBezTo>
                    <a:pt x="5797" y="1166"/>
                    <a:pt x="5522" y="1260"/>
                    <a:pt x="5242" y="1260"/>
                  </a:cubicBezTo>
                  <a:cubicBezTo>
                    <a:pt x="4963" y="1260"/>
                    <a:pt x="4679" y="1166"/>
                    <a:pt x="4474" y="977"/>
                  </a:cubicBezTo>
                  <a:lnTo>
                    <a:pt x="3498" y="0"/>
                  </a:lnTo>
                  <a:close/>
                </a:path>
              </a:pathLst>
            </a:custGeom>
            <a:grpFill/>
            <a:ln>
              <a:noFill/>
            </a:ln>
          </p:spPr>
          <p:txBody>
            <a:bodyPr spcFirstLastPara="1" wrap="square" lIns="121900" tIns="121900" rIns="121900" bIns="121900" anchor="ctr" anchorCtr="0">
              <a:noAutofit/>
            </a:bodyPr>
            <a:lstStyle/>
            <a:p>
              <a:endParaRPr sz="2400"/>
            </a:p>
          </p:txBody>
        </p:sp>
        <p:sp>
          <p:nvSpPr>
            <p:cNvPr id="245" name="Google Shape;10302;p67">
              <a:extLst>
                <a:ext uri="{FF2B5EF4-FFF2-40B4-BE49-F238E27FC236}">
                  <a16:creationId xmlns:a16="http://schemas.microsoft.com/office/drawing/2014/main" id="{804DD3F9-01B5-6ADF-D4C3-103F4AE8B962}"/>
                </a:ext>
              </a:extLst>
            </p:cNvPr>
            <p:cNvSpPr/>
            <p:nvPr/>
          </p:nvSpPr>
          <p:spPr>
            <a:xfrm>
              <a:off x="-1184325" y="3279250"/>
              <a:ext cx="261500" cy="129400"/>
            </a:xfrm>
            <a:custGeom>
              <a:avLst/>
              <a:gdLst/>
              <a:ahLst/>
              <a:cxnLst/>
              <a:rect l="l" t="t" r="r" b="b"/>
              <a:pathLst>
                <a:path w="10460" h="5176" extrusionOk="0">
                  <a:moveTo>
                    <a:pt x="410" y="1"/>
                  </a:moveTo>
                  <a:cubicBezTo>
                    <a:pt x="252" y="1"/>
                    <a:pt x="95" y="64"/>
                    <a:pt x="0" y="95"/>
                  </a:cubicBezTo>
                  <a:lnTo>
                    <a:pt x="3781" y="3876"/>
                  </a:lnTo>
                  <a:lnTo>
                    <a:pt x="4978" y="5105"/>
                  </a:lnTo>
                  <a:cubicBezTo>
                    <a:pt x="5041" y="5152"/>
                    <a:pt x="5143" y="5175"/>
                    <a:pt x="5246" y="5175"/>
                  </a:cubicBezTo>
                  <a:cubicBezTo>
                    <a:pt x="5348" y="5175"/>
                    <a:pt x="5450" y="5152"/>
                    <a:pt x="5513" y="5105"/>
                  </a:cubicBezTo>
                  <a:lnTo>
                    <a:pt x="6711" y="3876"/>
                  </a:lnTo>
                  <a:lnTo>
                    <a:pt x="10460" y="95"/>
                  </a:lnTo>
                  <a:cubicBezTo>
                    <a:pt x="10334" y="1"/>
                    <a:pt x="10176" y="1"/>
                    <a:pt x="10019" y="1"/>
                  </a:cubicBezTo>
                  <a:close/>
                </a:path>
              </a:pathLst>
            </a:custGeom>
            <a:grpFill/>
            <a:ln>
              <a:noFill/>
            </a:ln>
          </p:spPr>
          <p:txBody>
            <a:bodyPr spcFirstLastPara="1" wrap="square" lIns="121900" tIns="121900" rIns="121900" bIns="121900" anchor="ctr" anchorCtr="0">
              <a:noAutofit/>
            </a:bodyPr>
            <a:lstStyle/>
            <a:p>
              <a:endParaRPr sz="2400"/>
            </a:p>
          </p:txBody>
        </p:sp>
        <p:sp>
          <p:nvSpPr>
            <p:cNvPr id="246" name="Google Shape;10303;p67">
              <a:extLst>
                <a:ext uri="{FF2B5EF4-FFF2-40B4-BE49-F238E27FC236}">
                  <a16:creationId xmlns:a16="http://schemas.microsoft.com/office/drawing/2014/main" id="{8CF76B13-3B08-08AE-14F8-34EC0B4EDEDA}"/>
                </a:ext>
              </a:extLst>
            </p:cNvPr>
            <p:cNvSpPr/>
            <p:nvPr/>
          </p:nvSpPr>
          <p:spPr>
            <a:xfrm>
              <a:off x="-1199300" y="3294225"/>
              <a:ext cx="90600" cy="175650"/>
            </a:xfrm>
            <a:custGeom>
              <a:avLst/>
              <a:gdLst/>
              <a:ahLst/>
              <a:cxnLst/>
              <a:rect l="l" t="t" r="r" b="b"/>
              <a:pathLst>
                <a:path w="3624" h="7026" extrusionOk="0">
                  <a:moveTo>
                    <a:pt x="126" y="0"/>
                  </a:moveTo>
                  <a:cubicBezTo>
                    <a:pt x="32" y="126"/>
                    <a:pt x="0" y="284"/>
                    <a:pt x="0" y="441"/>
                  </a:cubicBezTo>
                  <a:lnTo>
                    <a:pt x="0" y="6585"/>
                  </a:lnTo>
                  <a:cubicBezTo>
                    <a:pt x="0" y="6742"/>
                    <a:pt x="32" y="6900"/>
                    <a:pt x="126" y="7026"/>
                  </a:cubicBezTo>
                  <a:lnTo>
                    <a:pt x="3624" y="3466"/>
                  </a:lnTo>
                  <a:lnTo>
                    <a:pt x="126" y="0"/>
                  </a:lnTo>
                  <a:close/>
                </a:path>
              </a:pathLst>
            </a:custGeom>
            <a:grpFill/>
            <a:ln>
              <a:noFill/>
            </a:ln>
          </p:spPr>
          <p:txBody>
            <a:bodyPr spcFirstLastPara="1" wrap="square" lIns="121900" tIns="121900" rIns="121900" bIns="121900" anchor="ctr" anchorCtr="0">
              <a:noAutofit/>
            </a:bodyPr>
            <a:lstStyle/>
            <a:p>
              <a:endParaRPr sz="2400"/>
            </a:p>
          </p:txBody>
        </p:sp>
        <p:sp>
          <p:nvSpPr>
            <p:cNvPr id="247" name="Google Shape;10304;p67">
              <a:extLst>
                <a:ext uri="{FF2B5EF4-FFF2-40B4-BE49-F238E27FC236}">
                  <a16:creationId xmlns:a16="http://schemas.microsoft.com/office/drawing/2014/main" id="{F4D49991-2827-CD8C-2FF2-D0914E7D7651}"/>
                </a:ext>
              </a:extLst>
            </p:cNvPr>
            <p:cNvSpPr/>
            <p:nvPr/>
          </p:nvSpPr>
          <p:spPr>
            <a:xfrm>
              <a:off x="-996875" y="3294225"/>
              <a:ext cx="90600" cy="177225"/>
            </a:xfrm>
            <a:custGeom>
              <a:avLst/>
              <a:gdLst/>
              <a:ahLst/>
              <a:cxnLst/>
              <a:rect l="l" t="t" r="r" b="b"/>
              <a:pathLst>
                <a:path w="3624" h="7089" extrusionOk="0">
                  <a:moveTo>
                    <a:pt x="3529" y="0"/>
                  </a:moveTo>
                  <a:lnTo>
                    <a:pt x="0" y="3529"/>
                  </a:lnTo>
                  <a:lnTo>
                    <a:pt x="3529" y="7089"/>
                  </a:lnTo>
                  <a:cubicBezTo>
                    <a:pt x="3592" y="6963"/>
                    <a:pt x="3623" y="6805"/>
                    <a:pt x="3623" y="6648"/>
                  </a:cubicBezTo>
                  <a:lnTo>
                    <a:pt x="3623" y="504"/>
                  </a:lnTo>
                  <a:cubicBezTo>
                    <a:pt x="3592" y="284"/>
                    <a:pt x="3560" y="126"/>
                    <a:pt x="3529"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248" name="Google Shape;8544;p63">
            <a:extLst>
              <a:ext uri="{FF2B5EF4-FFF2-40B4-BE49-F238E27FC236}">
                <a16:creationId xmlns:a16="http://schemas.microsoft.com/office/drawing/2014/main" id="{79972E30-BB82-61D8-98A7-FDCAC4F6BA14}"/>
              </a:ext>
            </a:extLst>
          </p:cNvPr>
          <p:cNvGrpSpPr/>
          <p:nvPr/>
        </p:nvGrpSpPr>
        <p:grpSpPr>
          <a:xfrm>
            <a:off x="1369437" y="3076991"/>
            <a:ext cx="445375" cy="445680"/>
            <a:chOff x="-35839800" y="3561025"/>
            <a:chExt cx="291450" cy="291650"/>
          </a:xfrm>
          <a:solidFill>
            <a:srgbClr val="6C1D35"/>
          </a:solidFill>
        </p:grpSpPr>
        <p:sp>
          <p:nvSpPr>
            <p:cNvPr id="249" name="Google Shape;8545;p63">
              <a:extLst>
                <a:ext uri="{FF2B5EF4-FFF2-40B4-BE49-F238E27FC236}">
                  <a16:creationId xmlns:a16="http://schemas.microsoft.com/office/drawing/2014/main" id="{2FE9E20E-D9FE-37E8-F537-FAA6A2C5918C}"/>
                </a:ext>
              </a:extLst>
            </p:cNvPr>
            <p:cNvSpPr/>
            <p:nvPr/>
          </p:nvSpPr>
          <p:spPr>
            <a:xfrm>
              <a:off x="-35772850" y="3612425"/>
              <a:ext cx="155200" cy="142575"/>
            </a:xfrm>
            <a:custGeom>
              <a:avLst/>
              <a:gdLst/>
              <a:ahLst/>
              <a:cxnLst/>
              <a:rect l="l" t="t" r="r" b="b"/>
              <a:pathLst>
                <a:path w="6208" h="5703" extrusionOk="0">
                  <a:moveTo>
                    <a:pt x="3088" y="693"/>
                  </a:moveTo>
                  <a:cubicBezTo>
                    <a:pt x="3655" y="693"/>
                    <a:pt x="4128" y="1166"/>
                    <a:pt x="4128" y="1733"/>
                  </a:cubicBezTo>
                  <a:cubicBezTo>
                    <a:pt x="4128" y="2174"/>
                    <a:pt x="3844" y="2552"/>
                    <a:pt x="3466" y="2710"/>
                  </a:cubicBezTo>
                  <a:lnTo>
                    <a:pt x="3466" y="3119"/>
                  </a:lnTo>
                  <a:cubicBezTo>
                    <a:pt x="3466" y="3308"/>
                    <a:pt x="3309" y="3466"/>
                    <a:pt x="3088" y="3466"/>
                  </a:cubicBezTo>
                  <a:cubicBezTo>
                    <a:pt x="2899" y="3466"/>
                    <a:pt x="2742" y="3308"/>
                    <a:pt x="2742" y="3119"/>
                  </a:cubicBezTo>
                  <a:lnTo>
                    <a:pt x="2742" y="2710"/>
                  </a:lnTo>
                  <a:cubicBezTo>
                    <a:pt x="2742" y="2426"/>
                    <a:pt x="2931" y="2174"/>
                    <a:pt x="3214" y="2080"/>
                  </a:cubicBezTo>
                  <a:cubicBezTo>
                    <a:pt x="3340" y="2048"/>
                    <a:pt x="3466" y="1891"/>
                    <a:pt x="3466" y="1765"/>
                  </a:cubicBezTo>
                  <a:cubicBezTo>
                    <a:pt x="3466" y="1576"/>
                    <a:pt x="3309" y="1418"/>
                    <a:pt x="3088" y="1418"/>
                  </a:cubicBezTo>
                  <a:cubicBezTo>
                    <a:pt x="2899" y="1418"/>
                    <a:pt x="2742" y="1576"/>
                    <a:pt x="2742" y="1765"/>
                  </a:cubicBezTo>
                  <a:cubicBezTo>
                    <a:pt x="2742" y="1954"/>
                    <a:pt x="2584" y="2111"/>
                    <a:pt x="2395" y="2111"/>
                  </a:cubicBezTo>
                  <a:cubicBezTo>
                    <a:pt x="2206" y="2111"/>
                    <a:pt x="2049" y="1954"/>
                    <a:pt x="2049" y="1765"/>
                  </a:cubicBezTo>
                  <a:cubicBezTo>
                    <a:pt x="2080" y="1166"/>
                    <a:pt x="2553" y="693"/>
                    <a:pt x="3088" y="693"/>
                  </a:cubicBezTo>
                  <a:close/>
                  <a:moveTo>
                    <a:pt x="3088" y="3781"/>
                  </a:moveTo>
                  <a:cubicBezTo>
                    <a:pt x="3309" y="3781"/>
                    <a:pt x="3466" y="3938"/>
                    <a:pt x="3466" y="4127"/>
                  </a:cubicBezTo>
                  <a:cubicBezTo>
                    <a:pt x="3466" y="4317"/>
                    <a:pt x="3309" y="4474"/>
                    <a:pt x="3088" y="4474"/>
                  </a:cubicBezTo>
                  <a:cubicBezTo>
                    <a:pt x="2899" y="4474"/>
                    <a:pt x="2742" y="4317"/>
                    <a:pt x="2742" y="4127"/>
                  </a:cubicBezTo>
                  <a:cubicBezTo>
                    <a:pt x="2742" y="3938"/>
                    <a:pt x="2899" y="3781"/>
                    <a:pt x="3088" y="3781"/>
                  </a:cubicBezTo>
                  <a:close/>
                  <a:moveTo>
                    <a:pt x="347" y="0"/>
                  </a:moveTo>
                  <a:cubicBezTo>
                    <a:pt x="158" y="32"/>
                    <a:pt x="1" y="189"/>
                    <a:pt x="1" y="347"/>
                  </a:cubicBezTo>
                  <a:lnTo>
                    <a:pt x="1" y="5010"/>
                  </a:lnTo>
                  <a:lnTo>
                    <a:pt x="694" y="5703"/>
                  </a:lnTo>
                  <a:cubicBezTo>
                    <a:pt x="1371" y="5088"/>
                    <a:pt x="2238" y="4781"/>
                    <a:pt x="3104" y="4781"/>
                  </a:cubicBezTo>
                  <a:cubicBezTo>
                    <a:pt x="3970" y="4781"/>
                    <a:pt x="4837" y="5088"/>
                    <a:pt x="5514" y="5703"/>
                  </a:cubicBezTo>
                  <a:lnTo>
                    <a:pt x="6207" y="5010"/>
                  </a:lnTo>
                  <a:lnTo>
                    <a:pt x="6207" y="347"/>
                  </a:lnTo>
                  <a:cubicBezTo>
                    <a:pt x="6207" y="158"/>
                    <a:pt x="6050" y="0"/>
                    <a:pt x="5861" y="0"/>
                  </a:cubicBezTo>
                  <a:close/>
                </a:path>
              </a:pathLst>
            </a:custGeom>
            <a:grpFill/>
            <a:ln>
              <a:noFill/>
            </a:ln>
          </p:spPr>
          <p:txBody>
            <a:bodyPr spcFirstLastPara="1" wrap="square" lIns="121900" tIns="121900" rIns="121900" bIns="121900" anchor="ctr" anchorCtr="0">
              <a:noAutofit/>
            </a:bodyPr>
            <a:lstStyle/>
            <a:p>
              <a:endParaRPr sz="2400"/>
            </a:p>
          </p:txBody>
        </p:sp>
        <p:sp>
          <p:nvSpPr>
            <p:cNvPr id="250" name="Google Shape;8546;p63">
              <a:extLst>
                <a:ext uri="{FF2B5EF4-FFF2-40B4-BE49-F238E27FC236}">
                  <a16:creationId xmlns:a16="http://schemas.microsoft.com/office/drawing/2014/main" id="{0DF21C7C-39D7-6387-A886-F20F22701939}"/>
                </a:ext>
              </a:extLst>
            </p:cNvPr>
            <p:cNvSpPr/>
            <p:nvPr/>
          </p:nvSpPr>
          <p:spPr>
            <a:xfrm>
              <a:off x="-35621625" y="3694325"/>
              <a:ext cx="73275" cy="143375"/>
            </a:xfrm>
            <a:custGeom>
              <a:avLst/>
              <a:gdLst/>
              <a:ahLst/>
              <a:cxnLst/>
              <a:rect l="l" t="t" r="r" b="b"/>
              <a:pathLst>
                <a:path w="2931" h="5735" extrusionOk="0">
                  <a:moveTo>
                    <a:pt x="2931" y="1"/>
                  </a:moveTo>
                  <a:lnTo>
                    <a:pt x="1" y="2899"/>
                  </a:lnTo>
                  <a:lnTo>
                    <a:pt x="2805" y="5735"/>
                  </a:lnTo>
                  <a:cubicBezTo>
                    <a:pt x="2868" y="5609"/>
                    <a:pt x="2931" y="5451"/>
                    <a:pt x="2931" y="5294"/>
                  </a:cubicBezTo>
                  <a:lnTo>
                    <a:pt x="2931" y="1"/>
                  </a:lnTo>
                  <a:close/>
                </a:path>
              </a:pathLst>
            </a:custGeom>
            <a:grpFill/>
            <a:ln>
              <a:noFill/>
            </a:ln>
          </p:spPr>
          <p:txBody>
            <a:bodyPr spcFirstLastPara="1" wrap="square" lIns="121900" tIns="121900" rIns="121900" bIns="121900" anchor="ctr" anchorCtr="0">
              <a:noAutofit/>
            </a:bodyPr>
            <a:lstStyle/>
            <a:p>
              <a:endParaRPr sz="2400"/>
            </a:p>
          </p:txBody>
        </p:sp>
        <p:sp>
          <p:nvSpPr>
            <p:cNvPr id="251" name="Google Shape;8547;p63">
              <a:extLst>
                <a:ext uri="{FF2B5EF4-FFF2-40B4-BE49-F238E27FC236}">
                  <a16:creationId xmlns:a16="http://schemas.microsoft.com/office/drawing/2014/main" id="{6D027B5D-7E3A-BA32-B341-319CFF9343F3}"/>
                </a:ext>
              </a:extLst>
            </p:cNvPr>
            <p:cNvSpPr/>
            <p:nvPr/>
          </p:nvSpPr>
          <p:spPr>
            <a:xfrm>
              <a:off x="-35827200" y="3748675"/>
              <a:ext cx="263100" cy="104000"/>
            </a:xfrm>
            <a:custGeom>
              <a:avLst/>
              <a:gdLst/>
              <a:ahLst/>
              <a:cxnLst/>
              <a:rect l="l" t="t" r="r" b="b"/>
              <a:pathLst>
                <a:path w="10524" h="4160" extrusionOk="0">
                  <a:moveTo>
                    <a:pt x="5235" y="1"/>
                  </a:moveTo>
                  <a:cubicBezTo>
                    <a:pt x="4482" y="1"/>
                    <a:pt x="3734" y="284"/>
                    <a:pt x="3183" y="851"/>
                  </a:cubicBezTo>
                  <a:lnTo>
                    <a:pt x="1" y="4033"/>
                  </a:lnTo>
                  <a:cubicBezTo>
                    <a:pt x="158" y="4128"/>
                    <a:pt x="316" y="4159"/>
                    <a:pt x="473" y="4159"/>
                  </a:cubicBezTo>
                  <a:lnTo>
                    <a:pt x="10082" y="4159"/>
                  </a:lnTo>
                  <a:cubicBezTo>
                    <a:pt x="10240" y="4159"/>
                    <a:pt x="10398" y="4128"/>
                    <a:pt x="10524" y="4033"/>
                  </a:cubicBezTo>
                  <a:lnTo>
                    <a:pt x="7310" y="851"/>
                  </a:lnTo>
                  <a:cubicBezTo>
                    <a:pt x="6743" y="284"/>
                    <a:pt x="5987" y="1"/>
                    <a:pt x="5235" y="1"/>
                  </a:cubicBezTo>
                  <a:close/>
                </a:path>
              </a:pathLst>
            </a:custGeom>
            <a:grpFill/>
            <a:ln>
              <a:noFill/>
            </a:ln>
          </p:spPr>
          <p:txBody>
            <a:bodyPr spcFirstLastPara="1" wrap="square" lIns="121900" tIns="121900" rIns="121900" bIns="121900" anchor="ctr" anchorCtr="0">
              <a:noAutofit/>
            </a:bodyPr>
            <a:lstStyle/>
            <a:p>
              <a:endParaRPr sz="2400"/>
            </a:p>
          </p:txBody>
        </p:sp>
        <p:sp>
          <p:nvSpPr>
            <p:cNvPr id="252" name="Google Shape;8548;p63">
              <a:extLst>
                <a:ext uri="{FF2B5EF4-FFF2-40B4-BE49-F238E27FC236}">
                  <a16:creationId xmlns:a16="http://schemas.microsoft.com/office/drawing/2014/main" id="{D3CF3997-CEBA-5DBF-B87D-B011A2E808E9}"/>
                </a:ext>
              </a:extLst>
            </p:cNvPr>
            <p:cNvSpPr/>
            <p:nvPr/>
          </p:nvSpPr>
          <p:spPr>
            <a:xfrm>
              <a:off x="-35831925" y="3635275"/>
              <a:ext cx="41775" cy="85075"/>
            </a:xfrm>
            <a:custGeom>
              <a:avLst/>
              <a:gdLst/>
              <a:ahLst/>
              <a:cxnLst/>
              <a:rect l="l" t="t" r="r" b="b"/>
              <a:pathLst>
                <a:path w="1671" h="3403" extrusionOk="0">
                  <a:moveTo>
                    <a:pt x="1671" y="0"/>
                  </a:moveTo>
                  <a:lnTo>
                    <a:pt x="1" y="1701"/>
                  </a:lnTo>
                  <a:lnTo>
                    <a:pt x="1671" y="3403"/>
                  </a:lnTo>
                  <a:lnTo>
                    <a:pt x="1671" y="0"/>
                  </a:lnTo>
                  <a:close/>
                </a:path>
              </a:pathLst>
            </a:custGeom>
            <a:grpFill/>
            <a:ln>
              <a:noFill/>
            </a:ln>
          </p:spPr>
          <p:txBody>
            <a:bodyPr spcFirstLastPara="1" wrap="square" lIns="121900" tIns="121900" rIns="121900" bIns="121900" anchor="ctr" anchorCtr="0">
              <a:noAutofit/>
            </a:bodyPr>
            <a:lstStyle/>
            <a:p>
              <a:endParaRPr sz="2400"/>
            </a:p>
          </p:txBody>
        </p:sp>
        <p:sp>
          <p:nvSpPr>
            <p:cNvPr id="253" name="Google Shape;8549;p63">
              <a:extLst>
                <a:ext uri="{FF2B5EF4-FFF2-40B4-BE49-F238E27FC236}">
                  <a16:creationId xmlns:a16="http://schemas.microsoft.com/office/drawing/2014/main" id="{625B0361-6567-2FAD-4AFC-BDDAA3300742}"/>
                </a:ext>
              </a:extLst>
            </p:cNvPr>
            <p:cNvSpPr/>
            <p:nvPr/>
          </p:nvSpPr>
          <p:spPr>
            <a:xfrm>
              <a:off x="-35601150" y="3635275"/>
              <a:ext cx="43350" cy="85075"/>
            </a:xfrm>
            <a:custGeom>
              <a:avLst/>
              <a:gdLst/>
              <a:ahLst/>
              <a:cxnLst/>
              <a:rect l="l" t="t" r="r" b="b"/>
              <a:pathLst>
                <a:path w="1734" h="3403" extrusionOk="0">
                  <a:moveTo>
                    <a:pt x="1" y="0"/>
                  </a:moveTo>
                  <a:lnTo>
                    <a:pt x="1" y="3403"/>
                  </a:lnTo>
                  <a:lnTo>
                    <a:pt x="1734" y="1701"/>
                  </a:lnTo>
                  <a:lnTo>
                    <a:pt x="1" y="0"/>
                  </a:lnTo>
                  <a:close/>
                </a:path>
              </a:pathLst>
            </a:custGeom>
            <a:grpFill/>
            <a:ln>
              <a:noFill/>
            </a:ln>
          </p:spPr>
          <p:txBody>
            <a:bodyPr spcFirstLastPara="1" wrap="square" lIns="121900" tIns="121900" rIns="121900" bIns="121900" anchor="ctr" anchorCtr="0">
              <a:noAutofit/>
            </a:bodyPr>
            <a:lstStyle/>
            <a:p>
              <a:endParaRPr sz="2400"/>
            </a:p>
          </p:txBody>
        </p:sp>
        <p:sp>
          <p:nvSpPr>
            <p:cNvPr id="254" name="Google Shape;8550;p63">
              <a:extLst>
                <a:ext uri="{FF2B5EF4-FFF2-40B4-BE49-F238E27FC236}">
                  <a16:creationId xmlns:a16="http://schemas.microsoft.com/office/drawing/2014/main" id="{5CA51D9E-8599-2167-A436-5F2F005CBDAE}"/>
                </a:ext>
              </a:extLst>
            </p:cNvPr>
            <p:cNvSpPr/>
            <p:nvPr/>
          </p:nvSpPr>
          <p:spPr>
            <a:xfrm>
              <a:off x="-35750000" y="3561025"/>
              <a:ext cx="111075" cy="35675"/>
            </a:xfrm>
            <a:custGeom>
              <a:avLst/>
              <a:gdLst/>
              <a:ahLst/>
              <a:cxnLst/>
              <a:rect l="l" t="t" r="r" b="b"/>
              <a:pathLst>
                <a:path w="4443" h="1427" extrusionOk="0">
                  <a:moveTo>
                    <a:pt x="2182" y="1"/>
                  </a:moveTo>
                  <a:cubicBezTo>
                    <a:pt x="1686" y="1"/>
                    <a:pt x="1198" y="182"/>
                    <a:pt x="851" y="544"/>
                  </a:cubicBezTo>
                  <a:lnTo>
                    <a:pt x="0" y="1426"/>
                  </a:lnTo>
                  <a:lnTo>
                    <a:pt x="4443" y="1426"/>
                  </a:lnTo>
                  <a:lnTo>
                    <a:pt x="3560" y="544"/>
                  </a:lnTo>
                  <a:cubicBezTo>
                    <a:pt x="3182" y="182"/>
                    <a:pt x="2678" y="1"/>
                    <a:pt x="2182" y="1"/>
                  </a:cubicBezTo>
                  <a:close/>
                </a:path>
              </a:pathLst>
            </a:custGeom>
            <a:grpFill/>
            <a:ln>
              <a:noFill/>
            </a:ln>
          </p:spPr>
          <p:txBody>
            <a:bodyPr spcFirstLastPara="1" wrap="square" lIns="121900" tIns="121900" rIns="121900" bIns="121900" anchor="ctr" anchorCtr="0">
              <a:noAutofit/>
            </a:bodyPr>
            <a:lstStyle/>
            <a:p>
              <a:endParaRPr sz="2400"/>
            </a:p>
          </p:txBody>
        </p:sp>
        <p:sp>
          <p:nvSpPr>
            <p:cNvPr id="255" name="Google Shape;8551;p63">
              <a:extLst>
                <a:ext uri="{FF2B5EF4-FFF2-40B4-BE49-F238E27FC236}">
                  <a16:creationId xmlns:a16="http://schemas.microsoft.com/office/drawing/2014/main" id="{A2D2274A-09C2-326B-D5C7-A107D6285323}"/>
                </a:ext>
              </a:extLst>
            </p:cNvPr>
            <p:cNvSpPr/>
            <p:nvPr/>
          </p:nvSpPr>
          <p:spPr>
            <a:xfrm>
              <a:off x="-35839800" y="3694325"/>
              <a:ext cx="72500" cy="143375"/>
            </a:xfrm>
            <a:custGeom>
              <a:avLst/>
              <a:gdLst/>
              <a:ahLst/>
              <a:cxnLst/>
              <a:rect l="l" t="t" r="r" b="b"/>
              <a:pathLst>
                <a:path w="2900" h="5735" extrusionOk="0">
                  <a:moveTo>
                    <a:pt x="1" y="1"/>
                  </a:moveTo>
                  <a:lnTo>
                    <a:pt x="1" y="5294"/>
                  </a:lnTo>
                  <a:cubicBezTo>
                    <a:pt x="1" y="5451"/>
                    <a:pt x="32" y="5609"/>
                    <a:pt x="95" y="5735"/>
                  </a:cubicBezTo>
                  <a:lnTo>
                    <a:pt x="2899" y="2899"/>
                  </a:lnTo>
                  <a:lnTo>
                    <a:pt x="1" y="1"/>
                  </a:lnTo>
                  <a:close/>
                </a:path>
              </a:pathLst>
            </a:custGeom>
            <a:grpFill/>
            <a:ln>
              <a:noFill/>
            </a:ln>
          </p:spPr>
          <p:txBody>
            <a:bodyPr spcFirstLastPara="1" wrap="square" lIns="121900" tIns="121900" rIns="121900" bIns="121900" anchor="ctr" anchorCtr="0">
              <a:noAutofit/>
            </a:bodyPr>
            <a:lstStyle/>
            <a:p>
              <a:endParaRPr sz="2400"/>
            </a:p>
          </p:txBody>
        </p:sp>
      </p:grpSp>
      <p:sp>
        <p:nvSpPr>
          <p:cNvPr id="256" name="Google Shape;8552;p63">
            <a:extLst>
              <a:ext uri="{FF2B5EF4-FFF2-40B4-BE49-F238E27FC236}">
                <a16:creationId xmlns:a16="http://schemas.microsoft.com/office/drawing/2014/main" id="{FCA939FB-BD12-9991-5AC5-A7C6C00DCFB5}"/>
              </a:ext>
            </a:extLst>
          </p:cNvPr>
          <p:cNvSpPr/>
          <p:nvPr/>
        </p:nvSpPr>
        <p:spPr>
          <a:xfrm>
            <a:off x="1365767" y="3625637"/>
            <a:ext cx="447781" cy="445375"/>
          </a:xfrm>
          <a:custGeom>
            <a:avLst/>
            <a:gdLst/>
            <a:ahLst/>
            <a:cxnLst/>
            <a:rect l="l" t="t" r="r" b="b"/>
            <a:pathLst>
              <a:path w="11721" h="11658" extrusionOk="0">
                <a:moveTo>
                  <a:pt x="6144" y="2773"/>
                </a:moveTo>
                <a:cubicBezTo>
                  <a:pt x="7467" y="2868"/>
                  <a:pt x="8570" y="3813"/>
                  <a:pt x="8885" y="5042"/>
                </a:cubicBezTo>
                <a:cubicBezTo>
                  <a:pt x="8917" y="5231"/>
                  <a:pt x="8791" y="5388"/>
                  <a:pt x="8633" y="5483"/>
                </a:cubicBezTo>
                <a:cubicBezTo>
                  <a:pt x="8613" y="5486"/>
                  <a:pt x="8594" y="5487"/>
                  <a:pt x="8575" y="5487"/>
                </a:cubicBezTo>
                <a:cubicBezTo>
                  <a:pt x="8412" y="5487"/>
                  <a:pt x="8277" y="5372"/>
                  <a:pt x="8192" y="5231"/>
                </a:cubicBezTo>
                <a:cubicBezTo>
                  <a:pt x="7972" y="4254"/>
                  <a:pt x="7089" y="3561"/>
                  <a:pt x="6113" y="3466"/>
                </a:cubicBezTo>
                <a:cubicBezTo>
                  <a:pt x="5924" y="3466"/>
                  <a:pt x="5798" y="3277"/>
                  <a:pt x="5798" y="3120"/>
                </a:cubicBezTo>
                <a:cubicBezTo>
                  <a:pt x="5798" y="2868"/>
                  <a:pt x="5955" y="2773"/>
                  <a:pt x="6144" y="2773"/>
                </a:cubicBezTo>
                <a:close/>
                <a:moveTo>
                  <a:pt x="6222" y="1414"/>
                </a:moveTo>
                <a:cubicBezTo>
                  <a:pt x="6238" y="1414"/>
                  <a:pt x="6254" y="1416"/>
                  <a:pt x="6270" y="1418"/>
                </a:cubicBezTo>
                <a:cubicBezTo>
                  <a:pt x="8161" y="1576"/>
                  <a:pt x="9862" y="2962"/>
                  <a:pt x="10240" y="5136"/>
                </a:cubicBezTo>
                <a:cubicBezTo>
                  <a:pt x="10303" y="5325"/>
                  <a:pt x="10177" y="5483"/>
                  <a:pt x="9988" y="5514"/>
                </a:cubicBezTo>
                <a:cubicBezTo>
                  <a:pt x="9960" y="5518"/>
                  <a:pt x="9934" y="5520"/>
                  <a:pt x="9908" y="5520"/>
                </a:cubicBezTo>
                <a:cubicBezTo>
                  <a:pt x="9730" y="5520"/>
                  <a:pt x="9606" y="5424"/>
                  <a:pt x="9578" y="5231"/>
                </a:cubicBezTo>
                <a:cubicBezTo>
                  <a:pt x="9263" y="3466"/>
                  <a:pt x="7846" y="2238"/>
                  <a:pt x="6239" y="2143"/>
                </a:cubicBezTo>
                <a:cubicBezTo>
                  <a:pt x="6050" y="2143"/>
                  <a:pt x="5924" y="1923"/>
                  <a:pt x="5924" y="1765"/>
                </a:cubicBezTo>
                <a:cubicBezTo>
                  <a:pt x="5924" y="1563"/>
                  <a:pt x="6055" y="1414"/>
                  <a:pt x="6222" y="1414"/>
                </a:cubicBezTo>
                <a:close/>
                <a:moveTo>
                  <a:pt x="5907" y="4124"/>
                </a:moveTo>
                <a:cubicBezTo>
                  <a:pt x="5923" y="4124"/>
                  <a:pt x="5939" y="4125"/>
                  <a:pt x="5955" y="4128"/>
                </a:cubicBezTo>
                <a:cubicBezTo>
                  <a:pt x="6680" y="4191"/>
                  <a:pt x="7247" y="4663"/>
                  <a:pt x="7499" y="5325"/>
                </a:cubicBezTo>
                <a:cubicBezTo>
                  <a:pt x="7530" y="5514"/>
                  <a:pt x="7467" y="5672"/>
                  <a:pt x="7247" y="5766"/>
                </a:cubicBezTo>
                <a:cubicBezTo>
                  <a:pt x="7223" y="5770"/>
                  <a:pt x="7199" y="5772"/>
                  <a:pt x="7177" y="5772"/>
                </a:cubicBezTo>
                <a:cubicBezTo>
                  <a:pt x="7019" y="5772"/>
                  <a:pt x="6892" y="5679"/>
                  <a:pt x="6837" y="5514"/>
                </a:cubicBezTo>
                <a:cubicBezTo>
                  <a:pt x="6711" y="5136"/>
                  <a:pt x="6365" y="4852"/>
                  <a:pt x="5924" y="4821"/>
                </a:cubicBezTo>
                <a:cubicBezTo>
                  <a:pt x="5735" y="4821"/>
                  <a:pt x="5609" y="4663"/>
                  <a:pt x="5609" y="4443"/>
                </a:cubicBezTo>
                <a:cubicBezTo>
                  <a:pt x="5609" y="4270"/>
                  <a:pt x="5740" y="4124"/>
                  <a:pt x="5907" y="4124"/>
                </a:cubicBezTo>
                <a:close/>
                <a:moveTo>
                  <a:pt x="3385" y="3199"/>
                </a:moveTo>
                <a:cubicBezTo>
                  <a:pt x="3455" y="3199"/>
                  <a:pt x="3527" y="3225"/>
                  <a:pt x="3592" y="3277"/>
                </a:cubicBezTo>
                <a:lnTo>
                  <a:pt x="4695" y="4096"/>
                </a:lnTo>
                <a:cubicBezTo>
                  <a:pt x="4853" y="4222"/>
                  <a:pt x="4884" y="4411"/>
                  <a:pt x="4790" y="4569"/>
                </a:cubicBezTo>
                <a:lnTo>
                  <a:pt x="4159" y="5388"/>
                </a:lnTo>
                <a:lnTo>
                  <a:pt x="6869" y="7436"/>
                </a:lnTo>
                <a:lnTo>
                  <a:pt x="7499" y="6617"/>
                </a:lnTo>
                <a:cubicBezTo>
                  <a:pt x="7572" y="6525"/>
                  <a:pt x="7667" y="6476"/>
                  <a:pt x="7765" y="6476"/>
                </a:cubicBezTo>
                <a:cubicBezTo>
                  <a:pt x="7835" y="6476"/>
                  <a:pt x="7906" y="6501"/>
                  <a:pt x="7972" y="6554"/>
                </a:cubicBezTo>
                <a:lnTo>
                  <a:pt x="9074" y="7373"/>
                </a:lnTo>
                <a:cubicBezTo>
                  <a:pt x="9232" y="7499"/>
                  <a:pt x="9263" y="7688"/>
                  <a:pt x="9137" y="7845"/>
                </a:cubicBezTo>
                <a:lnTo>
                  <a:pt x="8507" y="8665"/>
                </a:lnTo>
                <a:cubicBezTo>
                  <a:pt x="8225" y="9022"/>
                  <a:pt x="7819" y="9211"/>
                  <a:pt x="7403" y="9211"/>
                </a:cubicBezTo>
                <a:cubicBezTo>
                  <a:pt x="7123" y="9211"/>
                  <a:pt x="6839" y="9126"/>
                  <a:pt x="6585" y="8948"/>
                </a:cubicBezTo>
                <a:lnTo>
                  <a:pt x="2773" y="6081"/>
                </a:lnTo>
                <a:cubicBezTo>
                  <a:pt x="2143" y="5672"/>
                  <a:pt x="2017" y="4821"/>
                  <a:pt x="2490" y="4191"/>
                </a:cubicBezTo>
                <a:lnTo>
                  <a:pt x="3120" y="3340"/>
                </a:lnTo>
                <a:cubicBezTo>
                  <a:pt x="3193" y="3248"/>
                  <a:pt x="3288" y="3199"/>
                  <a:pt x="3385" y="3199"/>
                </a:cubicBezTo>
                <a:close/>
                <a:moveTo>
                  <a:pt x="5829" y="1"/>
                </a:moveTo>
                <a:cubicBezTo>
                  <a:pt x="2647" y="1"/>
                  <a:pt x="1" y="2647"/>
                  <a:pt x="1" y="5829"/>
                </a:cubicBezTo>
                <a:cubicBezTo>
                  <a:pt x="64" y="9011"/>
                  <a:pt x="2647" y="11658"/>
                  <a:pt x="5892" y="11658"/>
                </a:cubicBezTo>
                <a:cubicBezTo>
                  <a:pt x="6900" y="11658"/>
                  <a:pt x="7940" y="11374"/>
                  <a:pt x="8822" y="10838"/>
                </a:cubicBezTo>
                <a:lnTo>
                  <a:pt x="11248" y="11626"/>
                </a:lnTo>
                <a:cubicBezTo>
                  <a:pt x="11272" y="11634"/>
                  <a:pt x="11299" y="11638"/>
                  <a:pt x="11329" y="11638"/>
                </a:cubicBezTo>
                <a:cubicBezTo>
                  <a:pt x="11417" y="11638"/>
                  <a:pt x="11524" y="11602"/>
                  <a:pt x="11595" y="11531"/>
                </a:cubicBezTo>
                <a:cubicBezTo>
                  <a:pt x="11658" y="11468"/>
                  <a:pt x="11721" y="11311"/>
                  <a:pt x="11658" y="11185"/>
                </a:cubicBezTo>
                <a:lnTo>
                  <a:pt x="10838" y="8791"/>
                </a:lnTo>
                <a:cubicBezTo>
                  <a:pt x="11406" y="7877"/>
                  <a:pt x="11658" y="6869"/>
                  <a:pt x="11658" y="5829"/>
                </a:cubicBezTo>
                <a:cubicBezTo>
                  <a:pt x="11658" y="2647"/>
                  <a:pt x="9043" y="1"/>
                  <a:pt x="5829" y="1"/>
                </a:cubicBezTo>
                <a:close/>
              </a:path>
            </a:pathLst>
          </a:custGeom>
          <a:solidFill>
            <a:srgbClr val="6C1D35"/>
          </a:solidFill>
          <a:ln>
            <a:noFill/>
          </a:ln>
        </p:spPr>
        <p:txBody>
          <a:bodyPr spcFirstLastPara="1" wrap="square" lIns="121900" tIns="121900" rIns="121900" bIns="121900" anchor="ctr" anchorCtr="0">
            <a:noAutofit/>
          </a:bodyPr>
          <a:lstStyle/>
          <a:p>
            <a:endParaRPr sz="2400"/>
          </a:p>
        </p:txBody>
      </p:sp>
      <p:grpSp>
        <p:nvGrpSpPr>
          <p:cNvPr id="257" name="Google Shape;8559;p63">
            <a:extLst>
              <a:ext uri="{FF2B5EF4-FFF2-40B4-BE49-F238E27FC236}">
                <a16:creationId xmlns:a16="http://schemas.microsoft.com/office/drawing/2014/main" id="{EDEF326C-01B6-1DB8-0739-EA21AC039363}"/>
              </a:ext>
            </a:extLst>
          </p:cNvPr>
          <p:cNvGrpSpPr/>
          <p:nvPr/>
        </p:nvGrpSpPr>
        <p:grpSpPr>
          <a:xfrm>
            <a:off x="4186769" y="3076703"/>
            <a:ext cx="446559" cy="446253"/>
            <a:chOff x="-34004625" y="3585850"/>
            <a:chExt cx="292225" cy="292025"/>
          </a:xfrm>
          <a:solidFill>
            <a:srgbClr val="6C1D35"/>
          </a:solidFill>
        </p:grpSpPr>
        <p:sp>
          <p:nvSpPr>
            <p:cNvPr id="258" name="Google Shape;8560;p63">
              <a:extLst>
                <a:ext uri="{FF2B5EF4-FFF2-40B4-BE49-F238E27FC236}">
                  <a16:creationId xmlns:a16="http://schemas.microsoft.com/office/drawing/2014/main" id="{752C0B39-0787-05B2-6E68-898E243B655B}"/>
                </a:ext>
              </a:extLst>
            </p:cNvPr>
            <p:cNvSpPr/>
            <p:nvPr/>
          </p:nvSpPr>
          <p:spPr>
            <a:xfrm>
              <a:off x="-33832150" y="3585850"/>
              <a:ext cx="103200" cy="154200"/>
            </a:xfrm>
            <a:custGeom>
              <a:avLst/>
              <a:gdLst/>
              <a:ahLst/>
              <a:cxnLst/>
              <a:rect l="l" t="t" r="r" b="b"/>
              <a:pathLst>
                <a:path w="4128" h="6168" extrusionOk="0">
                  <a:moveTo>
                    <a:pt x="2426" y="1"/>
                  </a:moveTo>
                  <a:cubicBezTo>
                    <a:pt x="2286" y="1"/>
                    <a:pt x="2136" y="77"/>
                    <a:pt x="2112" y="244"/>
                  </a:cubicBezTo>
                  <a:lnTo>
                    <a:pt x="64" y="5064"/>
                  </a:lnTo>
                  <a:cubicBezTo>
                    <a:pt x="1" y="5222"/>
                    <a:pt x="64" y="5474"/>
                    <a:pt x="253" y="5506"/>
                  </a:cubicBezTo>
                  <a:cubicBezTo>
                    <a:pt x="295" y="5531"/>
                    <a:pt x="342" y="5543"/>
                    <a:pt x="389" y="5543"/>
                  </a:cubicBezTo>
                  <a:cubicBezTo>
                    <a:pt x="517" y="5543"/>
                    <a:pt x="648" y="5455"/>
                    <a:pt x="694" y="5317"/>
                  </a:cubicBezTo>
                  <a:lnTo>
                    <a:pt x="1261" y="4025"/>
                  </a:lnTo>
                  <a:cubicBezTo>
                    <a:pt x="1419" y="4088"/>
                    <a:pt x="1576" y="4119"/>
                    <a:pt x="1765" y="4119"/>
                  </a:cubicBezTo>
                  <a:cubicBezTo>
                    <a:pt x="1891" y="4119"/>
                    <a:pt x="1986" y="4088"/>
                    <a:pt x="2112" y="4056"/>
                  </a:cubicBezTo>
                  <a:lnTo>
                    <a:pt x="2112" y="4844"/>
                  </a:lnTo>
                  <a:cubicBezTo>
                    <a:pt x="1450" y="4970"/>
                    <a:pt x="946" y="5506"/>
                    <a:pt x="789" y="6167"/>
                  </a:cubicBezTo>
                  <a:lnTo>
                    <a:pt x="4128" y="6167"/>
                  </a:lnTo>
                  <a:cubicBezTo>
                    <a:pt x="4002" y="5506"/>
                    <a:pt x="3466" y="5001"/>
                    <a:pt x="2773" y="4844"/>
                  </a:cubicBezTo>
                  <a:lnTo>
                    <a:pt x="2773" y="3143"/>
                  </a:lnTo>
                  <a:cubicBezTo>
                    <a:pt x="2773" y="2670"/>
                    <a:pt x="2458" y="2324"/>
                    <a:pt x="2080" y="2166"/>
                  </a:cubicBezTo>
                  <a:lnTo>
                    <a:pt x="2773" y="496"/>
                  </a:lnTo>
                  <a:cubicBezTo>
                    <a:pt x="2773" y="307"/>
                    <a:pt x="2710" y="118"/>
                    <a:pt x="2553" y="24"/>
                  </a:cubicBezTo>
                  <a:cubicBezTo>
                    <a:pt x="2515" y="8"/>
                    <a:pt x="2471" y="1"/>
                    <a:pt x="2426" y="1"/>
                  </a:cubicBezTo>
                  <a:close/>
                </a:path>
              </a:pathLst>
            </a:custGeom>
            <a:grpFill/>
            <a:ln>
              <a:noFill/>
            </a:ln>
          </p:spPr>
          <p:txBody>
            <a:bodyPr spcFirstLastPara="1" wrap="square" lIns="121900" tIns="121900" rIns="121900" bIns="121900" anchor="ctr" anchorCtr="0">
              <a:noAutofit/>
            </a:bodyPr>
            <a:lstStyle/>
            <a:p>
              <a:endParaRPr sz="2400"/>
            </a:p>
          </p:txBody>
        </p:sp>
        <p:sp>
          <p:nvSpPr>
            <p:cNvPr id="259" name="Google Shape;8561;p63">
              <a:extLst>
                <a:ext uri="{FF2B5EF4-FFF2-40B4-BE49-F238E27FC236}">
                  <a16:creationId xmlns:a16="http://schemas.microsoft.com/office/drawing/2014/main" id="{0DD15B8C-0C3E-EE52-D783-24808AE1CAA2}"/>
                </a:ext>
              </a:extLst>
            </p:cNvPr>
            <p:cNvSpPr/>
            <p:nvPr/>
          </p:nvSpPr>
          <p:spPr>
            <a:xfrm>
              <a:off x="-34004625" y="3690400"/>
              <a:ext cx="155175" cy="187475"/>
            </a:xfrm>
            <a:custGeom>
              <a:avLst/>
              <a:gdLst/>
              <a:ahLst/>
              <a:cxnLst/>
              <a:rect l="l" t="t" r="r" b="b"/>
              <a:pathLst>
                <a:path w="6207" h="7499" extrusionOk="0">
                  <a:moveTo>
                    <a:pt x="693" y="0"/>
                  </a:moveTo>
                  <a:cubicBezTo>
                    <a:pt x="315" y="0"/>
                    <a:pt x="0" y="315"/>
                    <a:pt x="0" y="662"/>
                  </a:cubicBezTo>
                  <a:lnTo>
                    <a:pt x="0" y="6490"/>
                  </a:lnTo>
                  <a:cubicBezTo>
                    <a:pt x="32" y="7026"/>
                    <a:pt x="504" y="7498"/>
                    <a:pt x="1103" y="7498"/>
                  </a:cubicBezTo>
                  <a:lnTo>
                    <a:pt x="6207" y="7498"/>
                  </a:lnTo>
                  <a:lnTo>
                    <a:pt x="6207" y="5797"/>
                  </a:lnTo>
                  <a:cubicBezTo>
                    <a:pt x="6207" y="5608"/>
                    <a:pt x="6049" y="5451"/>
                    <a:pt x="5860" y="5451"/>
                  </a:cubicBezTo>
                  <a:lnTo>
                    <a:pt x="1765" y="5451"/>
                  </a:lnTo>
                  <a:cubicBezTo>
                    <a:pt x="1576" y="5451"/>
                    <a:pt x="1418" y="5293"/>
                    <a:pt x="1418" y="5104"/>
                  </a:cubicBezTo>
                  <a:lnTo>
                    <a:pt x="1418" y="662"/>
                  </a:lnTo>
                  <a:cubicBezTo>
                    <a:pt x="1418" y="252"/>
                    <a:pt x="1103" y="0"/>
                    <a:pt x="693" y="0"/>
                  </a:cubicBezTo>
                  <a:close/>
                </a:path>
              </a:pathLst>
            </a:custGeom>
            <a:grpFill/>
            <a:ln>
              <a:noFill/>
            </a:ln>
          </p:spPr>
          <p:txBody>
            <a:bodyPr spcFirstLastPara="1" wrap="square" lIns="121900" tIns="121900" rIns="121900" bIns="121900" anchor="ctr" anchorCtr="0">
              <a:noAutofit/>
            </a:bodyPr>
            <a:lstStyle/>
            <a:p>
              <a:endParaRPr sz="2400"/>
            </a:p>
          </p:txBody>
        </p:sp>
        <p:sp>
          <p:nvSpPr>
            <p:cNvPr id="260" name="Google Shape;8562;p63">
              <a:extLst>
                <a:ext uri="{FF2B5EF4-FFF2-40B4-BE49-F238E27FC236}">
                  <a16:creationId xmlns:a16="http://schemas.microsoft.com/office/drawing/2014/main" id="{069E4351-724C-44F2-56F2-A474DE5FB8E4}"/>
                </a:ext>
              </a:extLst>
            </p:cNvPr>
            <p:cNvSpPr/>
            <p:nvPr/>
          </p:nvSpPr>
          <p:spPr>
            <a:xfrm>
              <a:off x="-33936100" y="3621075"/>
              <a:ext cx="51200" cy="51225"/>
            </a:xfrm>
            <a:custGeom>
              <a:avLst/>
              <a:gdLst/>
              <a:ahLst/>
              <a:cxnLst/>
              <a:rect l="l" t="t" r="r" b="b"/>
              <a:pathLst>
                <a:path w="2048" h="2049" extrusionOk="0">
                  <a:moveTo>
                    <a:pt x="1040" y="1"/>
                  </a:moveTo>
                  <a:cubicBezTo>
                    <a:pt x="473" y="1"/>
                    <a:pt x="0" y="473"/>
                    <a:pt x="0" y="1041"/>
                  </a:cubicBezTo>
                  <a:cubicBezTo>
                    <a:pt x="0" y="1576"/>
                    <a:pt x="473" y="2049"/>
                    <a:pt x="1040" y="2049"/>
                  </a:cubicBezTo>
                  <a:cubicBezTo>
                    <a:pt x="1576" y="2049"/>
                    <a:pt x="2048" y="1576"/>
                    <a:pt x="2048" y="1041"/>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sz="2400"/>
            </a:p>
          </p:txBody>
        </p:sp>
        <p:sp>
          <p:nvSpPr>
            <p:cNvPr id="261" name="Google Shape;8563;p63">
              <a:extLst>
                <a:ext uri="{FF2B5EF4-FFF2-40B4-BE49-F238E27FC236}">
                  <a16:creationId xmlns:a16="http://schemas.microsoft.com/office/drawing/2014/main" id="{8DFE96FF-5763-FE52-DF72-190D537A048E}"/>
                </a:ext>
              </a:extLst>
            </p:cNvPr>
            <p:cNvSpPr/>
            <p:nvPr/>
          </p:nvSpPr>
          <p:spPr>
            <a:xfrm>
              <a:off x="-33952650" y="3690125"/>
              <a:ext cx="155975" cy="186950"/>
            </a:xfrm>
            <a:custGeom>
              <a:avLst/>
              <a:gdLst/>
              <a:ahLst/>
              <a:cxnLst/>
              <a:rect l="l" t="t" r="r" b="b"/>
              <a:pathLst>
                <a:path w="6239" h="7478" extrusionOk="0">
                  <a:moveTo>
                    <a:pt x="1641" y="1"/>
                  </a:moveTo>
                  <a:cubicBezTo>
                    <a:pt x="1242" y="1"/>
                    <a:pt x="819" y="205"/>
                    <a:pt x="568" y="484"/>
                  </a:cubicBezTo>
                  <a:cubicBezTo>
                    <a:pt x="190" y="799"/>
                    <a:pt x="1" y="1209"/>
                    <a:pt x="1" y="1681"/>
                  </a:cubicBezTo>
                  <a:lnTo>
                    <a:pt x="1" y="4769"/>
                  </a:lnTo>
                  <a:lnTo>
                    <a:pt x="2679" y="4769"/>
                  </a:lnTo>
                  <a:cubicBezTo>
                    <a:pt x="2521" y="4359"/>
                    <a:pt x="2175" y="4107"/>
                    <a:pt x="1702" y="4107"/>
                  </a:cubicBezTo>
                  <a:lnTo>
                    <a:pt x="1040" y="4107"/>
                  </a:lnTo>
                  <a:cubicBezTo>
                    <a:pt x="820" y="4107"/>
                    <a:pt x="662" y="3949"/>
                    <a:pt x="662" y="3729"/>
                  </a:cubicBezTo>
                  <a:lnTo>
                    <a:pt x="662" y="2374"/>
                  </a:lnTo>
                  <a:cubicBezTo>
                    <a:pt x="662" y="2154"/>
                    <a:pt x="820" y="1996"/>
                    <a:pt x="1040" y="1996"/>
                  </a:cubicBezTo>
                  <a:cubicBezTo>
                    <a:pt x="1229" y="1996"/>
                    <a:pt x="1387" y="2154"/>
                    <a:pt x="1387" y="2374"/>
                  </a:cubicBezTo>
                  <a:lnTo>
                    <a:pt x="1387" y="3382"/>
                  </a:lnTo>
                  <a:lnTo>
                    <a:pt x="1733" y="3382"/>
                  </a:lnTo>
                  <a:cubicBezTo>
                    <a:pt x="2553" y="3382"/>
                    <a:pt x="3277" y="3981"/>
                    <a:pt x="3435" y="4769"/>
                  </a:cubicBezTo>
                  <a:lnTo>
                    <a:pt x="3813" y="4769"/>
                  </a:lnTo>
                  <a:cubicBezTo>
                    <a:pt x="4380" y="4769"/>
                    <a:pt x="4852" y="5241"/>
                    <a:pt x="4852" y="5777"/>
                  </a:cubicBezTo>
                  <a:lnTo>
                    <a:pt x="4852" y="7478"/>
                  </a:lnTo>
                  <a:lnTo>
                    <a:pt x="6239" y="7478"/>
                  </a:lnTo>
                  <a:lnTo>
                    <a:pt x="6239" y="5084"/>
                  </a:lnTo>
                  <a:cubicBezTo>
                    <a:pt x="6176" y="4580"/>
                    <a:pt x="5703" y="4107"/>
                    <a:pt x="5168" y="4107"/>
                  </a:cubicBezTo>
                  <a:lnTo>
                    <a:pt x="3781" y="4107"/>
                  </a:lnTo>
                  <a:cubicBezTo>
                    <a:pt x="3592" y="4107"/>
                    <a:pt x="3435" y="3949"/>
                    <a:pt x="3435" y="3729"/>
                  </a:cubicBezTo>
                  <a:lnTo>
                    <a:pt x="3435" y="1807"/>
                  </a:lnTo>
                  <a:cubicBezTo>
                    <a:pt x="3435" y="862"/>
                    <a:pt x="2710" y="43"/>
                    <a:pt x="1796" y="11"/>
                  </a:cubicBezTo>
                  <a:cubicBezTo>
                    <a:pt x="1745" y="4"/>
                    <a:pt x="1694" y="1"/>
                    <a:pt x="1641" y="1"/>
                  </a:cubicBezTo>
                  <a:close/>
                </a:path>
              </a:pathLst>
            </a:custGeom>
            <a:grpFill/>
            <a:ln>
              <a:noFill/>
            </a:ln>
          </p:spPr>
          <p:txBody>
            <a:bodyPr spcFirstLastPara="1" wrap="square" lIns="121900" tIns="121900" rIns="121900" bIns="121900" anchor="ctr" anchorCtr="0">
              <a:noAutofit/>
            </a:bodyPr>
            <a:lstStyle/>
            <a:p>
              <a:endParaRPr sz="2400"/>
            </a:p>
          </p:txBody>
        </p:sp>
        <p:sp>
          <p:nvSpPr>
            <p:cNvPr id="262" name="Google Shape;8564;p63">
              <a:extLst>
                <a:ext uri="{FF2B5EF4-FFF2-40B4-BE49-F238E27FC236}">
                  <a16:creationId xmlns:a16="http://schemas.microsoft.com/office/drawing/2014/main" id="{578B2551-AE09-2EDE-E657-0F124863F138}"/>
                </a:ext>
              </a:extLst>
            </p:cNvPr>
            <p:cNvSpPr/>
            <p:nvPr/>
          </p:nvSpPr>
          <p:spPr>
            <a:xfrm>
              <a:off x="-33849475" y="3758125"/>
              <a:ext cx="137075" cy="33100"/>
            </a:xfrm>
            <a:custGeom>
              <a:avLst/>
              <a:gdLst/>
              <a:ahLst/>
              <a:cxnLst/>
              <a:rect l="l" t="t" r="r" b="b"/>
              <a:pathLst>
                <a:path w="5483" h="1324" extrusionOk="0">
                  <a:moveTo>
                    <a:pt x="1" y="1"/>
                  </a:moveTo>
                  <a:lnTo>
                    <a:pt x="1" y="662"/>
                  </a:lnTo>
                  <a:lnTo>
                    <a:pt x="1041" y="662"/>
                  </a:lnTo>
                  <a:cubicBezTo>
                    <a:pt x="1576" y="662"/>
                    <a:pt x="2080" y="946"/>
                    <a:pt x="2395" y="1324"/>
                  </a:cubicBezTo>
                  <a:lnTo>
                    <a:pt x="5136" y="1324"/>
                  </a:lnTo>
                  <a:cubicBezTo>
                    <a:pt x="5325" y="1324"/>
                    <a:pt x="5483" y="1166"/>
                    <a:pt x="5483" y="977"/>
                  </a:cubicBezTo>
                  <a:lnTo>
                    <a:pt x="5483" y="316"/>
                  </a:lnTo>
                  <a:cubicBezTo>
                    <a:pt x="5483" y="158"/>
                    <a:pt x="5325" y="1"/>
                    <a:pt x="5136"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263" name="Google Shape;8565;p63">
            <a:extLst>
              <a:ext uri="{FF2B5EF4-FFF2-40B4-BE49-F238E27FC236}">
                <a16:creationId xmlns:a16="http://schemas.microsoft.com/office/drawing/2014/main" id="{3710536F-C4E6-0598-C57B-9DD0DB9DFCAA}"/>
              </a:ext>
            </a:extLst>
          </p:cNvPr>
          <p:cNvGrpSpPr/>
          <p:nvPr/>
        </p:nvGrpSpPr>
        <p:grpSpPr>
          <a:xfrm>
            <a:off x="4186156" y="3624787"/>
            <a:ext cx="447781" cy="446597"/>
            <a:chOff x="-34005425" y="3945575"/>
            <a:chExt cx="293025" cy="292250"/>
          </a:xfrm>
          <a:solidFill>
            <a:srgbClr val="6C1D35"/>
          </a:solidFill>
        </p:grpSpPr>
        <p:sp>
          <p:nvSpPr>
            <p:cNvPr id="264" name="Google Shape;8566;p63">
              <a:extLst>
                <a:ext uri="{FF2B5EF4-FFF2-40B4-BE49-F238E27FC236}">
                  <a16:creationId xmlns:a16="http://schemas.microsoft.com/office/drawing/2014/main" id="{C175E638-16E4-062C-653A-806FECAB6C22}"/>
                </a:ext>
              </a:extLst>
            </p:cNvPr>
            <p:cNvSpPr/>
            <p:nvPr/>
          </p:nvSpPr>
          <p:spPr>
            <a:xfrm>
              <a:off x="-33952650" y="3998350"/>
              <a:ext cx="186700" cy="186700"/>
            </a:xfrm>
            <a:custGeom>
              <a:avLst/>
              <a:gdLst/>
              <a:ahLst/>
              <a:cxnLst/>
              <a:rect l="l" t="t" r="r" b="b"/>
              <a:pathLst>
                <a:path w="7468" h="7468" extrusionOk="0">
                  <a:moveTo>
                    <a:pt x="5861" y="2017"/>
                  </a:moveTo>
                  <a:cubicBezTo>
                    <a:pt x="6050" y="2017"/>
                    <a:pt x="6207" y="2143"/>
                    <a:pt x="6207" y="2364"/>
                  </a:cubicBezTo>
                  <a:lnTo>
                    <a:pt x="6207" y="3750"/>
                  </a:lnTo>
                  <a:lnTo>
                    <a:pt x="6207" y="5104"/>
                  </a:lnTo>
                  <a:cubicBezTo>
                    <a:pt x="6207" y="5325"/>
                    <a:pt x="6050" y="5451"/>
                    <a:pt x="5861" y="5451"/>
                  </a:cubicBezTo>
                  <a:cubicBezTo>
                    <a:pt x="5672" y="5451"/>
                    <a:pt x="5514" y="5325"/>
                    <a:pt x="5514" y="5104"/>
                  </a:cubicBezTo>
                  <a:lnTo>
                    <a:pt x="5514" y="4096"/>
                  </a:lnTo>
                  <a:lnTo>
                    <a:pt x="4474" y="4096"/>
                  </a:lnTo>
                  <a:cubicBezTo>
                    <a:pt x="4285" y="4096"/>
                    <a:pt x="4128" y="3939"/>
                    <a:pt x="4128" y="3750"/>
                  </a:cubicBezTo>
                  <a:lnTo>
                    <a:pt x="4128" y="2364"/>
                  </a:lnTo>
                  <a:cubicBezTo>
                    <a:pt x="4128" y="2143"/>
                    <a:pt x="4285" y="2017"/>
                    <a:pt x="4474" y="2017"/>
                  </a:cubicBezTo>
                  <a:cubicBezTo>
                    <a:pt x="4695" y="2017"/>
                    <a:pt x="4852" y="2143"/>
                    <a:pt x="4852" y="2364"/>
                  </a:cubicBezTo>
                  <a:lnTo>
                    <a:pt x="4852" y="3372"/>
                  </a:lnTo>
                  <a:lnTo>
                    <a:pt x="5514" y="3372"/>
                  </a:lnTo>
                  <a:lnTo>
                    <a:pt x="5514" y="2364"/>
                  </a:lnTo>
                  <a:cubicBezTo>
                    <a:pt x="5514" y="2143"/>
                    <a:pt x="5672" y="2017"/>
                    <a:pt x="5861" y="2017"/>
                  </a:cubicBezTo>
                  <a:close/>
                  <a:moveTo>
                    <a:pt x="2332" y="2017"/>
                  </a:moveTo>
                  <a:cubicBezTo>
                    <a:pt x="2868" y="2017"/>
                    <a:pt x="3340" y="2490"/>
                    <a:pt x="3340" y="3025"/>
                  </a:cubicBezTo>
                  <a:lnTo>
                    <a:pt x="3340" y="3309"/>
                  </a:lnTo>
                  <a:lnTo>
                    <a:pt x="3435" y="3309"/>
                  </a:lnTo>
                  <a:cubicBezTo>
                    <a:pt x="3435" y="3687"/>
                    <a:pt x="3183" y="4065"/>
                    <a:pt x="2868" y="4222"/>
                  </a:cubicBezTo>
                  <a:lnTo>
                    <a:pt x="2238" y="4537"/>
                  </a:lnTo>
                  <a:cubicBezTo>
                    <a:pt x="2175" y="4569"/>
                    <a:pt x="2080" y="4632"/>
                    <a:pt x="2049" y="4758"/>
                  </a:cubicBezTo>
                  <a:lnTo>
                    <a:pt x="3057" y="4758"/>
                  </a:lnTo>
                  <a:cubicBezTo>
                    <a:pt x="3277" y="4758"/>
                    <a:pt x="3435" y="4915"/>
                    <a:pt x="3435" y="5104"/>
                  </a:cubicBezTo>
                  <a:cubicBezTo>
                    <a:pt x="3435" y="5325"/>
                    <a:pt x="3277" y="5483"/>
                    <a:pt x="3057" y="5483"/>
                  </a:cubicBezTo>
                  <a:lnTo>
                    <a:pt x="1702" y="5483"/>
                  </a:lnTo>
                  <a:cubicBezTo>
                    <a:pt x="1481" y="5483"/>
                    <a:pt x="1324" y="5325"/>
                    <a:pt x="1324" y="5104"/>
                  </a:cubicBezTo>
                  <a:lnTo>
                    <a:pt x="1324" y="4852"/>
                  </a:lnTo>
                  <a:cubicBezTo>
                    <a:pt x="1324" y="4443"/>
                    <a:pt x="1576" y="4096"/>
                    <a:pt x="1891" y="3939"/>
                  </a:cubicBezTo>
                  <a:lnTo>
                    <a:pt x="2521" y="3624"/>
                  </a:lnTo>
                  <a:cubicBezTo>
                    <a:pt x="2647" y="3592"/>
                    <a:pt x="2710" y="3466"/>
                    <a:pt x="2710" y="3309"/>
                  </a:cubicBezTo>
                  <a:lnTo>
                    <a:pt x="2710" y="3025"/>
                  </a:lnTo>
                  <a:cubicBezTo>
                    <a:pt x="2710" y="2836"/>
                    <a:pt x="2553" y="2679"/>
                    <a:pt x="2364" y="2679"/>
                  </a:cubicBezTo>
                  <a:cubicBezTo>
                    <a:pt x="2175" y="2679"/>
                    <a:pt x="2017" y="2836"/>
                    <a:pt x="2017" y="3025"/>
                  </a:cubicBezTo>
                  <a:cubicBezTo>
                    <a:pt x="2017" y="3214"/>
                    <a:pt x="1859" y="3372"/>
                    <a:pt x="1639" y="3372"/>
                  </a:cubicBezTo>
                  <a:cubicBezTo>
                    <a:pt x="1450" y="3372"/>
                    <a:pt x="1292" y="3214"/>
                    <a:pt x="1292" y="3025"/>
                  </a:cubicBezTo>
                  <a:cubicBezTo>
                    <a:pt x="1292" y="2490"/>
                    <a:pt x="1765" y="2017"/>
                    <a:pt x="2332" y="2017"/>
                  </a:cubicBezTo>
                  <a:close/>
                  <a:moveTo>
                    <a:pt x="3214" y="1"/>
                  </a:moveTo>
                  <a:cubicBezTo>
                    <a:pt x="3214" y="127"/>
                    <a:pt x="3183" y="284"/>
                    <a:pt x="3120" y="379"/>
                  </a:cubicBezTo>
                  <a:cubicBezTo>
                    <a:pt x="2962" y="662"/>
                    <a:pt x="2679" y="914"/>
                    <a:pt x="2364" y="946"/>
                  </a:cubicBezTo>
                  <a:lnTo>
                    <a:pt x="1009" y="1135"/>
                  </a:lnTo>
                  <a:cubicBezTo>
                    <a:pt x="473" y="1733"/>
                    <a:pt x="64" y="2521"/>
                    <a:pt x="1" y="3372"/>
                  </a:cubicBezTo>
                  <a:lnTo>
                    <a:pt x="316" y="3372"/>
                  </a:lnTo>
                  <a:cubicBezTo>
                    <a:pt x="505" y="3372"/>
                    <a:pt x="662" y="3529"/>
                    <a:pt x="662" y="3750"/>
                  </a:cubicBezTo>
                  <a:cubicBezTo>
                    <a:pt x="662" y="3939"/>
                    <a:pt x="505" y="4096"/>
                    <a:pt x="316" y="4096"/>
                  </a:cubicBezTo>
                  <a:lnTo>
                    <a:pt x="1" y="4096"/>
                  </a:lnTo>
                  <a:cubicBezTo>
                    <a:pt x="158" y="5892"/>
                    <a:pt x="1607" y="7310"/>
                    <a:pt x="3372" y="7467"/>
                  </a:cubicBezTo>
                  <a:lnTo>
                    <a:pt x="3372" y="7121"/>
                  </a:lnTo>
                  <a:cubicBezTo>
                    <a:pt x="3372" y="6932"/>
                    <a:pt x="3529" y="6774"/>
                    <a:pt x="3750" y="6774"/>
                  </a:cubicBezTo>
                  <a:cubicBezTo>
                    <a:pt x="3939" y="6774"/>
                    <a:pt x="4096" y="6932"/>
                    <a:pt x="4096" y="7121"/>
                  </a:cubicBezTo>
                  <a:lnTo>
                    <a:pt x="4096" y="7436"/>
                  </a:lnTo>
                  <a:lnTo>
                    <a:pt x="4254" y="7436"/>
                  </a:lnTo>
                  <a:cubicBezTo>
                    <a:pt x="4254" y="7373"/>
                    <a:pt x="4285" y="7278"/>
                    <a:pt x="4317" y="7215"/>
                  </a:cubicBezTo>
                  <a:cubicBezTo>
                    <a:pt x="4443" y="6900"/>
                    <a:pt x="4758" y="6648"/>
                    <a:pt x="5073" y="6617"/>
                  </a:cubicBezTo>
                  <a:lnTo>
                    <a:pt x="6491" y="6333"/>
                  </a:lnTo>
                  <a:cubicBezTo>
                    <a:pt x="7089" y="5703"/>
                    <a:pt x="7404" y="5010"/>
                    <a:pt x="7467" y="4096"/>
                  </a:cubicBezTo>
                  <a:lnTo>
                    <a:pt x="7152" y="4096"/>
                  </a:lnTo>
                  <a:cubicBezTo>
                    <a:pt x="6963" y="4096"/>
                    <a:pt x="6806" y="3939"/>
                    <a:pt x="6806" y="3750"/>
                  </a:cubicBezTo>
                  <a:cubicBezTo>
                    <a:pt x="6806" y="3529"/>
                    <a:pt x="6963" y="3372"/>
                    <a:pt x="7152" y="3372"/>
                  </a:cubicBezTo>
                  <a:lnTo>
                    <a:pt x="7467" y="3372"/>
                  </a:lnTo>
                  <a:cubicBezTo>
                    <a:pt x="7310" y="1576"/>
                    <a:pt x="5861" y="158"/>
                    <a:pt x="4096" y="1"/>
                  </a:cubicBezTo>
                  <a:lnTo>
                    <a:pt x="4096" y="316"/>
                  </a:lnTo>
                  <a:cubicBezTo>
                    <a:pt x="4096" y="505"/>
                    <a:pt x="3939" y="662"/>
                    <a:pt x="3750" y="662"/>
                  </a:cubicBezTo>
                  <a:cubicBezTo>
                    <a:pt x="3529" y="662"/>
                    <a:pt x="3372" y="505"/>
                    <a:pt x="3372" y="316"/>
                  </a:cubicBezTo>
                  <a:lnTo>
                    <a:pt x="3372" y="1"/>
                  </a:lnTo>
                  <a:close/>
                </a:path>
              </a:pathLst>
            </a:custGeom>
            <a:grpFill/>
            <a:ln>
              <a:noFill/>
            </a:ln>
          </p:spPr>
          <p:txBody>
            <a:bodyPr spcFirstLastPara="1" wrap="square" lIns="121900" tIns="121900" rIns="121900" bIns="121900" anchor="ctr" anchorCtr="0">
              <a:noAutofit/>
            </a:bodyPr>
            <a:lstStyle/>
            <a:p>
              <a:endParaRPr sz="2400"/>
            </a:p>
          </p:txBody>
        </p:sp>
        <p:sp>
          <p:nvSpPr>
            <p:cNvPr id="265" name="Google Shape;8567;p63">
              <a:extLst>
                <a:ext uri="{FF2B5EF4-FFF2-40B4-BE49-F238E27FC236}">
                  <a16:creationId xmlns:a16="http://schemas.microsoft.com/office/drawing/2014/main" id="{595CF34C-0A02-3647-700B-B51CF4125BB1}"/>
                </a:ext>
              </a:extLst>
            </p:cNvPr>
            <p:cNvSpPr/>
            <p:nvPr/>
          </p:nvSpPr>
          <p:spPr>
            <a:xfrm>
              <a:off x="-33944775" y="3945575"/>
              <a:ext cx="232375" cy="247350"/>
            </a:xfrm>
            <a:custGeom>
              <a:avLst/>
              <a:gdLst/>
              <a:ahLst/>
              <a:cxnLst/>
              <a:rect l="l" t="t" r="r" b="b"/>
              <a:pathLst>
                <a:path w="9295" h="9894" extrusionOk="0">
                  <a:moveTo>
                    <a:pt x="3466" y="1"/>
                  </a:moveTo>
                  <a:cubicBezTo>
                    <a:pt x="2490" y="1"/>
                    <a:pt x="1450" y="316"/>
                    <a:pt x="1103" y="536"/>
                  </a:cubicBezTo>
                  <a:lnTo>
                    <a:pt x="1040" y="410"/>
                  </a:lnTo>
                  <a:cubicBezTo>
                    <a:pt x="970" y="340"/>
                    <a:pt x="881" y="304"/>
                    <a:pt x="788" y="304"/>
                  </a:cubicBezTo>
                  <a:cubicBezTo>
                    <a:pt x="757" y="304"/>
                    <a:pt x="725" y="308"/>
                    <a:pt x="694" y="316"/>
                  </a:cubicBezTo>
                  <a:cubicBezTo>
                    <a:pt x="599" y="379"/>
                    <a:pt x="505" y="473"/>
                    <a:pt x="473" y="568"/>
                  </a:cubicBezTo>
                  <a:cubicBezTo>
                    <a:pt x="347" y="1041"/>
                    <a:pt x="442" y="726"/>
                    <a:pt x="32" y="2143"/>
                  </a:cubicBezTo>
                  <a:cubicBezTo>
                    <a:pt x="1" y="2269"/>
                    <a:pt x="32" y="2395"/>
                    <a:pt x="127" y="2458"/>
                  </a:cubicBezTo>
                  <a:cubicBezTo>
                    <a:pt x="253" y="2584"/>
                    <a:pt x="316" y="2584"/>
                    <a:pt x="473" y="2584"/>
                  </a:cubicBezTo>
                  <a:lnTo>
                    <a:pt x="2049" y="2332"/>
                  </a:lnTo>
                  <a:cubicBezTo>
                    <a:pt x="2238" y="2301"/>
                    <a:pt x="2395" y="2080"/>
                    <a:pt x="2332" y="1860"/>
                  </a:cubicBezTo>
                  <a:lnTo>
                    <a:pt x="2206" y="1545"/>
                  </a:lnTo>
                  <a:cubicBezTo>
                    <a:pt x="2647" y="1450"/>
                    <a:pt x="3057" y="1356"/>
                    <a:pt x="3529" y="1356"/>
                  </a:cubicBezTo>
                  <a:cubicBezTo>
                    <a:pt x="5987" y="1356"/>
                    <a:pt x="8003" y="3372"/>
                    <a:pt x="8003" y="5798"/>
                  </a:cubicBezTo>
                  <a:cubicBezTo>
                    <a:pt x="8003" y="6806"/>
                    <a:pt x="7688" y="7657"/>
                    <a:pt x="7152" y="8413"/>
                  </a:cubicBezTo>
                  <a:cubicBezTo>
                    <a:pt x="7278" y="8444"/>
                    <a:pt x="7404" y="8539"/>
                    <a:pt x="7530" y="8633"/>
                  </a:cubicBezTo>
                  <a:cubicBezTo>
                    <a:pt x="7751" y="8885"/>
                    <a:pt x="7845" y="9232"/>
                    <a:pt x="7751" y="9578"/>
                  </a:cubicBezTo>
                  <a:lnTo>
                    <a:pt x="7593" y="9893"/>
                  </a:lnTo>
                  <a:cubicBezTo>
                    <a:pt x="8633" y="8854"/>
                    <a:pt x="9295" y="7436"/>
                    <a:pt x="9295" y="5861"/>
                  </a:cubicBezTo>
                  <a:cubicBezTo>
                    <a:pt x="9295" y="2616"/>
                    <a:pt x="6648" y="1"/>
                    <a:pt x="3466" y="1"/>
                  </a:cubicBezTo>
                  <a:close/>
                </a:path>
              </a:pathLst>
            </a:custGeom>
            <a:grpFill/>
            <a:ln>
              <a:noFill/>
            </a:ln>
          </p:spPr>
          <p:txBody>
            <a:bodyPr spcFirstLastPara="1" wrap="square" lIns="121900" tIns="121900" rIns="121900" bIns="121900" anchor="ctr" anchorCtr="0">
              <a:noAutofit/>
            </a:bodyPr>
            <a:lstStyle/>
            <a:p>
              <a:endParaRPr sz="2400"/>
            </a:p>
          </p:txBody>
        </p:sp>
        <p:sp>
          <p:nvSpPr>
            <p:cNvPr id="266" name="Google Shape;8568;p63">
              <a:extLst>
                <a:ext uri="{FF2B5EF4-FFF2-40B4-BE49-F238E27FC236}">
                  <a16:creationId xmlns:a16="http://schemas.microsoft.com/office/drawing/2014/main" id="{C61D585C-2D34-10EC-CAA3-6E8499EDD2C7}"/>
                </a:ext>
              </a:extLst>
            </p:cNvPr>
            <p:cNvSpPr/>
            <p:nvPr/>
          </p:nvSpPr>
          <p:spPr>
            <a:xfrm>
              <a:off x="-34005425" y="3987325"/>
              <a:ext cx="237100" cy="250500"/>
            </a:xfrm>
            <a:custGeom>
              <a:avLst/>
              <a:gdLst/>
              <a:ahLst/>
              <a:cxnLst/>
              <a:rect l="l" t="t" r="r" b="b"/>
              <a:pathLst>
                <a:path w="9484" h="10020" extrusionOk="0">
                  <a:moveTo>
                    <a:pt x="1797" y="1"/>
                  </a:moveTo>
                  <a:lnTo>
                    <a:pt x="1797" y="1"/>
                  </a:lnTo>
                  <a:cubicBezTo>
                    <a:pt x="694" y="1072"/>
                    <a:pt x="1" y="2521"/>
                    <a:pt x="1" y="4191"/>
                  </a:cubicBezTo>
                  <a:cubicBezTo>
                    <a:pt x="64" y="7373"/>
                    <a:pt x="2647" y="10019"/>
                    <a:pt x="5892" y="10019"/>
                  </a:cubicBezTo>
                  <a:cubicBezTo>
                    <a:pt x="6239" y="10019"/>
                    <a:pt x="7972" y="9736"/>
                    <a:pt x="8224" y="9547"/>
                  </a:cubicBezTo>
                  <a:cubicBezTo>
                    <a:pt x="8255" y="9547"/>
                    <a:pt x="8287" y="9484"/>
                    <a:pt x="8350" y="9484"/>
                  </a:cubicBezTo>
                  <a:lnTo>
                    <a:pt x="8507" y="9641"/>
                  </a:lnTo>
                  <a:cubicBezTo>
                    <a:pt x="8576" y="9710"/>
                    <a:pt x="8661" y="9741"/>
                    <a:pt x="8743" y="9741"/>
                  </a:cubicBezTo>
                  <a:cubicBezTo>
                    <a:pt x="8887" y="9741"/>
                    <a:pt x="9023" y="9644"/>
                    <a:pt x="9043" y="9484"/>
                  </a:cubicBezTo>
                  <a:lnTo>
                    <a:pt x="9169" y="9011"/>
                  </a:lnTo>
                  <a:lnTo>
                    <a:pt x="9452" y="7814"/>
                  </a:lnTo>
                  <a:cubicBezTo>
                    <a:pt x="9484" y="7688"/>
                    <a:pt x="9452" y="7562"/>
                    <a:pt x="9358" y="7467"/>
                  </a:cubicBezTo>
                  <a:cubicBezTo>
                    <a:pt x="9278" y="7407"/>
                    <a:pt x="9211" y="7385"/>
                    <a:pt x="9132" y="7385"/>
                  </a:cubicBezTo>
                  <a:cubicBezTo>
                    <a:pt x="9087" y="7385"/>
                    <a:pt x="9037" y="7393"/>
                    <a:pt x="8980" y="7404"/>
                  </a:cubicBezTo>
                  <a:lnTo>
                    <a:pt x="7310" y="7719"/>
                  </a:lnTo>
                  <a:cubicBezTo>
                    <a:pt x="7089" y="7751"/>
                    <a:pt x="6963" y="8034"/>
                    <a:pt x="7089" y="8223"/>
                  </a:cubicBezTo>
                  <a:lnTo>
                    <a:pt x="7184" y="8444"/>
                  </a:lnTo>
                  <a:cubicBezTo>
                    <a:pt x="6774" y="8538"/>
                    <a:pt x="6333" y="8633"/>
                    <a:pt x="5861" y="8633"/>
                  </a:cubicBezTo>
                  <a:cubicBezTo>
                    <a:pt x="3403" y="8633"/>
                    <a:pt x="1419" y="6648"/>
                    <a:pt x="1419" y="4191"/>
                  </a:cubicBezTo>
                  <a:cubicBezTo>
                    <a:pt x="1419" y="3183"/>
                    <a:pt x="1734" y="2269"/>
                    <a:pt x="2269" y="1544"/>
                  </a:cubicBezTo>
                  <a:cubicBezTo>
                    <a:pt x="2143" y="1481"/>
                    <a:pt x="2049" y="1418"/>
                    <a:pt x="1954" y="1292"/>
                  </a:cubicBezTo>
                  <a:cubicBezTo>
                    <a:pt x="1734" y="1009"/>
                    <a:pt x="1639" y="662"/>
                    <a:pt x="1734" y="316"/>
                  </a:cubicBezTo>
                  <a:lnTo>
                    <a:pt x="1797" y="1"/>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267" name="Google Shape;8569;p63">
            <a:extLst>
              <a:ext uri="{FF2B5EF4-FFF2-40B4-BE49-F238E27FC236}">
                <a16:creationId xmlns:a16="http://schemas.microsoft.com/office/drawing/2014/main" id="{F8C5F547-CB68-3512-3134-BD1C115B591F}"/>
              </a:ext>
            </a:extLst>
          </p:cNvPr>
          <p:cNvGrpSpPr/>
          <p:nvPr/>
        </p:nvGrpSpPr>
        <p:grpSpPr>
          <a:xfrm>
            <a:off x="6986534" y="2520503"/>
            <a:ext cx="451372" cy="447781"/>
            <a:chOff x="-32174975" y="3192625"/>
            <a:chExt cx="295375" cy="293025"/>
          </a:xfrm>
          <a:solidFill>
            <a:srgbClr val="6C1D35"/>
          </a:solidFill>
        </p:grpSpPr>
        <p:sp>
          <p:nvSpPr>
            <p:cNvPr id="268" name="Google Shape;8570;p63">
              <a:extLst>
                <a:ext uri="{FF2B5EF4-FFF2-40B4-BE49-F238E27FC236}">
                  <a16:creationId xmlns:a16="http://schemas.microsoft.com/office/drawing/2014/main" id="{5DEA7B9B-AFF3-438C-F188-6F63A70BC4AC}"/>
                </a:ext>
              </a:extLst>
            </p:cNvPr>
            <p:cNvSpPr/>
            <p:nvPr/>
          </p:nvSpPr>
          <p:spPr>
            <a:xfrm>
              <a:off x="-32171050" y="3279250"/>
              <a:ext cx="291450" cy="153625"/>
            </a:xfrm>
            <a:custGeom>
              <a:avLst/>
              <a:gdLst/>
              <a:ahLst/>
              <a:cxnLst/>
              <a:rect l="l" t="t" r="r" b="b"/>
              <a:pathLst>
                <a:path w="11658" h="6145" extrusionOk="0">
                  <a:moveTo>
                    <a:pt x="5829" y="694"/>
                  </a:moveTo>
                  <a:cubicBezTo>
                    <a:pt x="7184" y="694"/>
                    <a:pt x="8255" y="1734"/>
                    <a:pt x="8255" y="3088"/>
                  </a:cubicBezTo>
                  <a:cubicBezTo>
                    <a:pt x="8255" y="4412"/>
                    <a:pt x="7153" y="5483"/>
                    <a:pt x="5829" y="5483"/>
                  </a:cubicBezTo>
                  <a:cubicBezTo>
                    <a:pt x="4506" y="5483"/>
                    <a:pt x="3435" y="4412"/>
                    <a:pt x="3435" y="3088"/>
                  </a:cubicBezTo>
                  <a:cubicBezTo>
                    <a:pt x="3435" y="1734"/>
                    <a:pt x="4506" y="694"/>
                    <a:pt x="5829" y="694"/>
                  </a:cubicBezTo>
                  <a:close/>
                  <a:moveTo>
                    <a:pt x="1" y="1"/>
                  </a:moveTo>
                  <a:lnTo>
                    <a:pt x="1" y="6144"/>
                  </a:lnTo>
                  <a:lnTo>
                    <a:pt x="11658" y="6144"/>
                  </a:lnTo>
                  <a:lnTo>
                    <a:pt x="11658" y="1"/>
                  </a:lnTo>
                  <a:close/>
                </a:path>
              </a:pathLst>
            </a:custGeom>
            <a:grpFill/>
            <a:ln>
              <a:noFill/>
            </a:ln>
          </p:spPr>
          <p:txBody>
            <a:bodyPr spcFirstLastPara="1" wrap="square" lIns="121900" tIns="121900" rIns="121900" bIns="121900" anchor="ctr" anchorCtr="0">
              <a:noAutofit/>
            </a:bodyPr>
            <a:lstStyle/>
            <a:p>
              <a:endParaRPr sz="2400"/>
            </a:p>
          </p:txBody>
        </p:sp>
        <p:sp>
          <p:nvSpPr>
            <p:cNvPr id="269" name="Google Shape;8571;p63">
              <a:extLst>
                <a:ext uri="{FF2B5EF4-FFF2-40B4-BE49-F238E27FC236}">
                  <a16:creationId xmlns:a16="http://schemas.microsoft.com/office/drawing/2014/main" id="{AE69F751-808A-3621-9DF2-19C45F6EFCF2}"/>
                </a:ext>
              </a:extLst>
            </p:cNvPr>
            <p:cNvSpPr/>
            <p:nvPr/>
          </p:nvSpPr>
          <p:spPr>
            <a:xfrm>
              <a:off x="-32067075" y="3313925"/>
              <a:ext cx="84300" cy="85075"/>
            </a:xfrm>
            <a:custGeom>
              <a:avLst/>
              <a:gdLst/>
              <a:ahLst/>
              <a:cxnLst/>
              <a:rect l="l" t="t" r="r" b="b"/>
              <a:pathLst>
                <a:path w="3372" h="3403" extrusionOk="0">
                  <a:moveTo>
                    <a:pt x="1670" y="662"/>
                  </a:moveTo>
                  <a:cubicBezTo>
                    <a:pt x="1891" y="662"/>
                    <a:pt x="2048" y="819"/>
                    <a:pt x="2048" y="1040"/>
                  </a:cubicBezTo>
                  <a:lnTo>
                    <a:pt x="2048" y="1386"/>
                  </a:lnTo>
                  <a:lnTo>
                    <a:pt x="2395" y="1386"/>
                  </a:lnTo>
                  <a:cubicBezTo>
                    <a:pt x="2584" y="1386"/>
                    <a:pt x="2741" y="1544"/>
                    <a:pt x="2741" y="1733"/>
                  </a:cubicBezTo>
                  <a:cubicBezTo>
                    <a:pt x="2710" y="1890"/>
                    <a:pt x="2552" y="2048"/>
                    <a:pt x="2363" y="2048"/>
                  </a:cubicBezTo>
                  <a:lnTo>
                    <a:pt x="1670" y="2048"/>
                  </a:lnTo>
                  <a:cubicBezTo>
                    <a:pt x="1481" y="2048"/>
                    <a:pt x="1324" y="1890"/>
                    <a:pt x="1324" y="1701"/>
                  </a:cubicBezTo>
                  <a:lnTo>
                    <a:pt x="1324" y="1040"/>
                  </a:lnTo>
                  <a:cubicBezTo>
                    <a:pt x="1324" y="819"/>
                    <a:pt x="1481" y="662"/>
                    <a:pt x="1670" y="662"/>
                  </a:cubicBezTo>
                  <a:close/>
                  <a:moveTo>
                    <a:pt x="1670" y="0"/>
                  </a:moveTo>
                  <a:cubicBezTo>
                    <a:pt x="725" y="0"/>
                    <a:pt x="1" y="756"/>
                    <a:pt x="1" y="1701"/>
                  </a:cubicBezTo>
                  <a:cubicBezTo>
                    <a:pt x="1" y="2646"/>
                    <a:pt x="725" y="3403"/>
                    <a:pt x="1670" y="3403"/>
                  </a:cubicBezTo>
                  <a:cubicBezTo>
                    <a:pt x="2615" y="3403"/>
                    <a:pt x="3372" y="2646"/>
                    <a:pt x="3372" y="1701"/>
                  </a:cubicBezTo>
                  <a:cubicBezTo>
                    <a:pt x="3372" y="756"/>
                    <a:pt x="2615" y="0"/>
                    <a:pt x="1670" y="0"/>
                  </a:cubicBezTo>
                  <a:close/>
                </a:path>
              </a:pathLst>
            </a:custGeom>
            <a:grpFill/>
            <a:ln>
              <a:noFill/>
            </a:ln>
          </p:spPr>
          <p:txBody>
            <a:bodyPr spcFirstLastPara="1" wrap="square" lIns="121900" tIns="121900" rIns="121900" bIns="121900" anchor="ctr" anchorCtr="0">
              <a:noAutofit/>
            </a:bodyPr>
            <a:lstStyle/>
            <a:p>
              <a:endParaRPr sz="2400"/>
            </a:p>
          </p:txBody>
        </p:sp>
        <p:sp>
          <p:nvSpPr>
            <p:cNvPr id="270" name="Google Shape;8572;p63">
              <a:extLst>
                <a:ext uri="{FF2B5EF4-FFF2-40B4-BE49-F238E27FC236}">
                  <a16:creationId xmlns:a16="http://schemas.microsoft.com/office/drawing/2014/main" id="{297CC4CE-C843-D1AC-2062-9803438901DF}"/>
                </a:ext>
              </a:extLst>
            </p:cNvPr>
            <p:cNvSpPr/>
            <p:nvPr/>
          </p:nvSpPr>
          <p:spPr>
            <a:xfrm>
              <a:off x="-32171050" y="3450950"/>
              <a:ext cx="291450" cy="34700"/>
            </a:xfrm>
            <a:custGeom>
              <a:avLst/>
              <a:gdLst/>
              <a:ahLst/>
              <a:cxnLst/>
              <a:rect l="l" t="t" r="r" b="b"/>
              <a:pathLst>
                <a:path w="11658" h="1388" extrusionOk="0">
                  <a:moveTo>
                    <a:pt x="1" y="1"/>
                  </a:moveTo>
                  <a:lnTo>
                    <a:pt x="1" y="347"/>
                  </a:lnTo>
                  <a:cubicBezTo>
                    <a:pt x="1" y="915"/>
                    <a:pt x="442" y="1387"/>
                    <a:pt x="1041" y="1387"/>
                  </a:cubicBezTo>
                  <a:lnTo>
                    <a:pt x="10650" y="1387"/>
                  </a:lnTo>
                  <a:cubicBezTo>
                    <a:pt x="11217" y="1387"/>
                    <a:pt x="11658" y="915"/>
                    <a:pt x="11658" y="347"/>
                  </a:cubicBezTo>
                  <a:lnTo>
                    <a:pt x="11658" y="1"/>
                  </a:lnTo>
                  <a:close/>
                </a:path>
              </a:pathLst>
            </a:custGeom>
            <a:grpFill/>
            <a:ln>
              <a:noFill/>
            </a:ln>
          </p:spPr>
          <p:txBody>
            <a:bodyPr spcFirstLastPara="1" wrap="square" lIns="121900" tIns="121900" rIns="121900" bIns="121900" anchor="ctr" anchorCtr="0">
              <a:noAutofit/>
            </a:bodyPr>
            <a:lstStyle/>
            <a:p>
              <a:endParaRPr sz="2400"/>
            </a:p>
          </p:txBody>
        </p:sp>
        <p:sp>
          <p:nvSpPr>
            <p:cNvPr id="271" name="Google Shape;8573;p63">
              <a:extLst>
                <a:ext uri="{FF2B5EF4-FFF2-40B4-BE49-F238E27FC236}">
                  <a16:creationId xmlns:a16="http://schemas.microsoft.com/office/drawing/2014/main" id="{CDFF3895-AE50-6DE7-7F85-FF23AE2ED24F}"/>
                </a:ext>
              </a:extLst>
            </p:cNvPr>
            <p:cNvSpPr/>
            <p:nvPr/>
          </p:nvSpPr>
          <p:spPr>
            <a:xfrm>
              <a:off x="-32174975" y="3192625"/>
              <a:ext cx="295375" cy="70125"/>
            </a:xfrm>
            <a:custGeom>
              <a:avLst/>
              <a:gdLst/>
              <a:ahLst/>
              <a:cxnLst/>
              <a:rect l="l" t="t" r="r" b="b"/>
              <a:pathLst>
                <a:path w="11815" h="2805" extrusionOk="0">
                  <a:moveTo>
                    <a:pt x="1733" y="0"/>
                  </a:moveTo>
                  <a:cubicBezTo>
                    <a:pt x="1544" y="0"/>
                    <a:pt x="1387" y="158"/>
                    <a:pt x="1387" y="378"/>
                  </a:cubicBezTo>
                  <a:lnTo>
                    <a:pt x="1387" y="725"/>
                  </a:lnTo>
                  <a:lnTo>
                    <a:pt x="1040" y="725"/>
                  </a:lnTo>
                  <a:cubicBezTo>
                    <a:pt x="473" y="725"/>
                    <a:pt x="0" y="1197"/>
                    <a:pt x="0" y="1733"/>
                  </a:cubicBezTo>
                  <a:lnTo>
                    <a:pt x="0" y="2804"/>
                  </a:lnTo>
                  <a:lnTo>
                    <a:pt x="11657" y="2804"/>
                  </a:lnTo>
                  <a:lnTo>
                    <a:pt x="11657" y="1733"/>
                  </a:lnTo>
                  <a:lnTo>
                    <a:pt x="11815" y="1733"/>
                  </a:lnTo>
                  <a:cubicBezTo>
                    <a:pt x="11815" y="1197"/>
                    <a:pt x="11374" y="725"/>
                    <a:pt x="10807" y="725"/>
                  </a:cubicBezTo>
                  <a:lnTo>
                    <a:pt x="10460" y="725"/>
                  </a:lnTo>
                  <a:lnTo>
                    <a:pt x="10460" y="378"/>
                  </a:lnTo>
                  <a:cubicBezTo>
                    <a:pt x="10460" y="158"/>
                    <a:pt x="10303" y="0"/>
                    <a:pt x="10082" y="0"/>
                  </a:cubicBezTo>
                  <a:cubicBezTo>
                    <a:pt x="9893" y="0"/>
                    <a:pt x="9735" y="158"/>
                    <a:pt x="9735" y="378"/>
                  </a:cubicBezTo>
                  <a:lnTo>
                    <a:pt x="9735" y="725"/>
                  </a:lnTo>
                  <a:lnTo>
                    <a:pt x="8349" y="725"/>
                  </a:lnTo>
                  <a:lnTo>
                    <a:pt x="8349" y="378"/>
                  </a:lnTo>
                  <a:cubicBezTo>
                    <a:pt x="8349" y="158"/>
                    <a:pt x="8192" y="0"/>
                    <a:pt x="8003" y="0"/>
                  </a:cubicBezTo>
                  <a:cubicBezTo>
                    <a:pt x="7814" y="0"/>
                    <a:pt x="7656" y="158"/>
                    <a:pt x="7656" y="378"/>
                  </a:cubicBezTo>
                  <a:lnTo>
                    <a:pt x="7656" y="725"/>
                  </a:lnTo>
                  <a:lnTo>
                    <a:pt x="6270" y="725"/>
                  </a:lnTo>
                  <a:lnTo>
                    <a:pt x="6270" y="378"/>
                  </a:lnTo>
                  <a:cubicBezTo>
                    <a:pt x="6270" y="158"/>
                    <a:pt x="6112" y="0"/>
                    <a:pt x="5923" y="0"/>
                  </a:cubicBezTo>
                  <a:cubicBezTo>
                    <a:pt x="5734" y="0"/>
                    <a:pt x="5577" y="158"/>
                    <a:pt x="5577" y="378"/>
                  </a:cubicBezTo>
                  <a:lnTo>
                    <a:pt x="5577" y="725"/>
                  </a:lnTo>
                  <a:lnTo>
                    <a:pt x="4191" y="725"/>
                  </a:lnTo>
                  <a:lnTo>
                    <a:pt x="4191" y="378"/>
                  </a:lnTo>
                  <a:cubicBezTo>
                    <a:pt x="4191" y="158"/>
                    <a:pt x="4033" y="0"/>
                    <a:pt x="3844" y="0"/>
                  </a:cubicBezTo>
                  <a:cubicBezTo>
                    <a:pt x="3623" y="0"/>
                    <a:pt x="3466" y="158"/>
                    <a:pt x="3466" y="378"/>
                  </a:cubicBezTo>
                  <a:lnTo>
                    <a:pt x="3466" y="725"/>
                  </a:lnTo>
                  <a:lnTo>
                    <a:pt x="2111" y="725"/>
                  </a:lnTo>
                  <a:lnTo>
                    <a:pt x="2111" y="378"/>
                  </a:lnTo>
                  <a:cubicBezTo>
                    <a:pt x="2111" y="158"/>
                    <a:pt x="1954" y="0"/>
                    <a:pt x="1733" y="0"/>
                  </a:cubicBezTo>
                  <a:close/>
                </a:path>
              </a:pathLst>
            </a:custGeom>
            <a:grpFill/>
            <a:ln>
              <a:noFill/>
            </a:ln>
          </p:spPr>
          <p:txBody>
            <a:bodyPr spcFirstLastPara="1" wrap="square" lIns="121900" tIns="121900" rIns="121900" bIns="121900" anchor="ctr" anchorCtr="0">
              <a:noAutofit/>
            </a:bodyPr>
            <a:lstStyle/>
            <a:p>
              <a:endParaRPr sz="2400"/>
            </a:p>
          </p:txBody>
        </p:sp>
      </p:grpSp>
      <p:sp>
        <p:nvSpPr>
          <p:cNvPr id="272" name="Google Shape;8574;p63">
            <a:extLst>
              <a:ext uri="{FF2B5EF4-FFF2-40B4-BE49-F238E27FC236}">
                <a16:creationId xmlns:a16="http://schemas.microsoft.com/office/drawing/2014/main" id="{5A83A875-40F1-C28A-9FBE-2A48E91D9B53}"/>
              </a:ext>
            </a:extLst>
          </p:cNvPr>
          <p:cNvSpPr/>
          <p:nvPr/>
        </p:nvSpPr>
        <p:spPr>
          <a:xfrm>
            <a:off x="6981300" y="3076595"/>
            <a:ext cx="457408" cy="446903"/>
          </a:xfrm>
          <a:custGeom>
            <a:avLst/>
            <a:gdLst/>
            <a:ahLst/>
            <a:cxnLst/>
            <a:rect l="l" t="t" r="r" b="b"/>
            <a:pathLst>
              <a:path w="11973" h="11698" extrusionOk="0">
                <a:moveTo>
                  <a:pt x="8928" y="1750"/>
                </a:moveTo>
                <a:cubicBezTo>
                  <a:pt x="9192" y="1750"/>
                  <a:pt x="9452" y="1852"/>
                  <a:pt x="9641" y="2057"/>
                </a:cubicBezTo>
                <a:cubicBezTo>
                  <a:pt x="10050" y="2435"/>
                  <a:pt x="10050" y="3096"/>
                  <a:pt x="9641" y="3506"/>
                </a:cubicBezTo>
                <a:cubicBezTo>
                  <a:pt x="9452" y="3695"/>
                  <a:pt x="9192" y="3790"/>
                  <a:pt x="8928" y="3790"/>
                </a:cubicBezTo>
                <a:cubicBezTo>
                  <a:pt x="8664" y="3790"/>
                  <a:pt x="8396" y="3695"/>
                  <a:pt x="8192" y="3506"/>
                </a:cubicBezTo>
                <a:cubicBezTo>
                  <a:pt x="7814" y="3096"/>
                  <a:pt x="7814" y="2435"/>
                  <a:pt x="8192" y="2057"/>
                </a:cubicBezTo>
                <a:cubicBezTo>
                  <a:pt x="8396" y="1852"/>
                  <a:pt x="8664" y="1750"/>
                  <a:pt x="8928" y="1750"/>
                </a:cubicBezTo>
                <a:close/>
                <a:moveTo>
                  <a:pt x="7901" y="1"/>
                </a:moveTo>
                <a:cubicBezTo>
                  <a:pt x="6958" y="1"/>
                  <a:pt x="6010" y="363"/>
                  <a:pt x="5293" y="1080"/>
                </a:cubicBezTo>
                <a:cubicBezTo>
                  <a:pt x="4285" y="2088"/>
                  <a:pt x="3939" y="3569"/>
                  <a:pt x="4380" y="4924"/>
                </a:cubicBezTo>
                <a:lnTo>
                  <a:pt x="126" y="9177"/>
                </a:lnTo>
                <a:cubicBezTo>
                  <a:pt x="32" y="9240"/>
                  <a:pt x="0" y="9334"/>
                  <a:pt x="0" y="9397"/>
                </a:cubicBezTo>
                <a:lnTo>
                  <a:pt x="0" y="11319"/>
                </a:lnTo>
                <a:cubicBezTo>
                  <a:pt x="0" y="11540"/>
                  <a:pt x="158" y="11697"/>
                  <a:pt x="347" y="11697"/>
                </a:cubicBezTo>
                <a:lnTo>
                  <a:pt x="2300" y="11697"/>
                </a:lnTo>
                <a:cubicBezTo>
                  <a:pt x="2363" y="11697"/>
                  <a:pt x="2489" y="11634"/>
                  <a:pt x="2521" y="11571"/>
                </a:cubicBezTo>
                <a:lnTo>
                  <a:pt x="2993" y="11099"/>
                </a:lnTo>
                <a:cubicBezTo>
                  <a:pt x="3088" y="11004"/>
                  <a:pt x="3119" y="10910"/>
                  <a:pt x="3088" y="10815"/>
                </a:cubicBezTo>
                <a:lnTo>
                  <a:pt x="2993" y="10311"/>
                </a:lnTo>
                <a:lnTo>
                  <a:pt x="3718" y="10217"/>
                </a:lnTo>
                <a:cubicBezTo>
                  <a:pt x="3876" y="10217"/>
                  <a:pt x="3970" y="10091"/>
                  <a:pt x="4033" y="9902"/>
                </a:cubicBezTo>
                <a:lnTo>
                  <a:pt x="4096" y="9208"/>
                </a:lnTo>
                <a:lnTo>
                  <a:pt x="4600" y="9271"/>
                </a:lnTo>
                <a:cubicBezTo>
                  <a:pt x="4695" y="9271"/>
                  <a:pt x="4821" y="9271"/>
                  <a:pt x="4884" y="9208"/>
                </a:cubicBezTo>
                <a:cubicBezTo>
                  <a:pt x="4978" y="9114"/>
                  <a:pt x="5010" y="9051"/>
                  <a:pt x="5010" y="8956"/>
                </a:cubicBezTo>
                <a:lnTo>
                  <a:pt x="5010" y="8326"/>
                </a:lnTo>
                <a:lnTo>
                  <a:pt x="5640" y="8326"/>
                </a:lnTo>
                <a:cubicBezTo>
                  <a:pt x="5703" y="8326"/>
                  <a:pt x="5829" y="8295"/>
                  <a:pt x="5860" y="8232"/>
                </a:cubicBezTo>
                <a:lnTo>
                  <a:pt x="6742" y="7350"/>
                </a:lnTo>
                <a:cubicBezTo>
                  <a:pt x="7131" y="7479"/>
                  <a:pt x="7533" y="7543"/>
                  <a:pt x="7931" y="7543"/>
                </a:cubicBezTo>
                <a:cubicBezTo>
                  <a:pt x="8891" y="7543"/>
                  <a:pt x="9833" y="7171"/>
                  <a:pt x="10523" y="6436"/>
                </a:cubicBezTo>
                <a:cubicBezTo>
                  <a:pt x="11972" y="4987"/>
                  <a:pt x="11972" y="2592"/>
                  <a:pt x="10523" y="1143"/>
                </a:cubicBezTo>
                <a:cubicBezTo>
                  <a:pt x="9823" y="379"/>
                  <a:pt x="8865" y="1"/>
                  <a:pt x="7901" y="1"/>
                </a:cubicBezTo>
                <a:close/>
              </a:path>
            </a:pathLst>
          </a:custGeom>
          <a:solidFill>
            <a:srgbClr val="6C1D35"/>
          </a:solidFill>
          <a:ln>
            <a:noFill/>
          </a:ln>
        </p:spPr>
        <p:txBody>
          <a:bodyPr spcFirstLastPara="1" wrap="square" lIns="121900" tIns="121900" rIns="121900" bIns="121900" anchor="ctr" anchorCtr="0">
            <a:noAutofit/>
          </a:bodyPr>
          <a:lstStyle/>
          <a:p>
            <a:endParaRPr sz="2400"/>
          </a:p>
        </p:txBody>
      </p:sp>
      <p:sp>
        <p:nvSpPr>
          <p:cNvPr id="273" name="Google Shape;8575;p63">
            <a:extLst>
              <a:ext uri="{FF2B5EF4-FFF2-40B4-BE49-F238E27FC236}">
                <a16:creationId xmlns:a16="http://schemas.microsoft.com/office/drawing/2014/main" id="{FC766E20-9E21-80A4-2962-CA30B1577765}"/>
              </a:ext>
            </a:extLst>
          </p:cNvPr>
          <p:cNvSpPr/>
          <p:nvPr/>
        </p:nvSpPr>
        <p:spPr>
          <a:xfrm>
            <a:off x="6987318" y="3625045"/>
            <a:ext cx="445375" cy="446559"/>
          </a:xfrm>
          <a:custGeom>
            <a:avLst/>
            <a:gdLst/>
            <a:ahLst/>
            <a:cxnLst/>
            <a:rect l="l" t="t" r="r" b="b"/>
            <a:pathLst>
              <a:path w="11658" h="11689" extrusionOk="0">
                <a:moveTo>
                  <a:pt x="7877" y="1386"/>
                </a:moveTo>
                <a:cubicBezTo>
                  <a:pt x="9232" y="1386"/>
                  <a:pt x="10303" y="2458"/>
                  <a:pt x="10303" y="3781"/>
                </a:cubicBezTo>
                <a:lnTo>
                  <a:pt x="10303" y="4883"/>
                </a:lnTo>
                <a:cubicBezTo>
                  <a:pt x="10240" y="4883"/>
                  <a:pt x="10209" y="4946"/>
                  <a:pt x="10177" y="4946"/>
                </a:cubicBezTo>
                <a:cubicBezTo>
                  <a:pt x="10019" y="4190"/>
                  <a:pt x="9704" y="3529"/>
                  <a:pt x="9200" y="2962"/>
                </a:cubicBezTo>
                <a:lnTo>
                  <a:pt x="7720" y="4442"/>
                </a:lnTo>
                <a:cubicBezTo>
                  <a:pt x="8192" y="5072"/>
                  <a:pt x="8318" y="5860"/>
                  <a:pt x="8098" y="6648"/>
                </a:cubicBezTo>
                <a:cubicBezTo>
                  <a:pt x="8003" y="6868"/>
                  <a:pt x="7877" y="7057"/>
                  <a:pt x="7720" y="7278"/>
                </a:cubicBezTo>
                <a:lnTo>
                  <a:pt x="9200" y="8727"/>
                </a:lnTo>
                <a:cubicBezTo>
                  <a:pt x="9673" y="8160"/>
                  <a:pt x="10019" y="7498"/>
                  <a:pt x="10177" y="6742"/>
                </a:cubicBezTo>
                <a:cubicBezTo>
                  <a:pt x="10209" y="6742"/>
                  <a:pt x="10240" y="6805"/>
                  <a:pt x="10303" y="6805"/>
                </a:cubicBezTo>
                <a:lnTo>
                  <a:pt x="10303" y="7908"/>
                </a:lnTo>
                <a:cubicBezTo>
                  <a:pt x="10303" y="9231"/>
                  <a:pt x="9232" y="10302"/>
                  <a:pt x="7877" y="10302"/>
                </a:cubicBezTo>
                <a:lnTo>
                  <a:pt x="6774" y="10302"/>
                </a:lnTo>
                <a:cubicBezTo>
                  <a:pt x="6774" y="10271"/>
                  <a:pt x="6743" y="10208"/>
                  <a:pt x="6743" y="10176"/>
                </a:cubicBezTo>
                <a:cubicBezTo>
                  <a:pt x="7499" y="10019"/>
                  <a:pt x="8161" y="9704"/>
                  <a:pt x="8728" y="9200"/>
                </a:cubicBezTo>
                <a:lnTo>
                  <a:pt x="7279" y="7750"/>
                </a:lnTo>
                <a:cubicBezTo>
                  <a:pt x="7058" y="7908"/>
                  <a:pt x="6869" y="8002"/>
                  <a:pt x="6648" y="8097"/>
                </a:cubicBezTo>
                <a:cubicBezTo>
                  <a:pt x="6365" y="8160"/>
                  <a:pt x="6081" y="8223"/>
                  <a:pt x="5861" y="8223"/>
                </a:cubicBezTo>
                <a:cubicBezTo>
                  <a:pt x="5325" y="8223"/>
                  <a:pt x="4821" y="8065"/>
                  <a:pt x="4443" y="7750"/>
                </a:cubicBezTo>
                <a:lnTo>
                  <a:pt x="2962" y="9200"/>
                </a:lnTo>
                <a:cubicBezTo>
                  <a:pt x="3529" y="9672"/>
                  <a:pt x="4191" y="10019"/>
                  <a:pt x="4947" y="10176"/>
                </a:cubicBezTo>
                <a:cubicBezTo>
                  <a:pt x="4947" y="10208"/>
                  <a:pt x="4916" y="10271"/>
                  <a:pt x="4916" y="10302"/>
                </a:cubicBezTo>
                <a:lnTo>
                  <a:pt x="3813" y="10302"/>
                </a:lnTo>
                <a:cubicBezTo>
                  <a:pt x="2458" y="10302"/>
                  <a:pt x="1387" y="9231"/>
                  <a:pt x="1387" y="7908"/>
                </a:cubicBezTo>
                <a:lnTo>
                  <a:pt x="1387" y="6805"/>
                </a:lnTo>
                <a:cubicBezTo>
                  <a:pt x="1450" y="6805"/>
                  <a:pt x="1482" y="6742"/>
                  <a:pt x="1513" y="6742"/>
                </a:cubicBezTo>
                <a:cubicBezTo>
                  <a:pt x="1671" y="7498"/>
                  <a:pt x="1986" y="8160"/>
                  <a:pt x="2490" y="8727"/>
                </a:cubicBezTo>
                <a:lnTo>
                  <a:pt x="3971" y="7278"/>
                </a:lnTo>
                <a:cubicBezTo>
                  <a:pt x="3498" y="6648"/>
                  <a:pt x="3372" y="5860"/>
                  <a:pt x="3592" y="5072"/>
                </a:cubicBezTo>
                <a:cubicBezTo>
                  <a:pt x="3687" y="4820"/>
                  <a:pt x="3813" y="4631"/>
                  <a:pt x="3971" y="4442"/>
                </a:cubicBezTo>
                <a:lnTo>
                  <a:pt x="2490" y="2962"/>
                </a:lnTo>
                <a:cubicBezTo>
                  <a:pt x="2017" y="3529"/>
                  <a:pt x="1671" y="4190"/>
                  <a:pt x="1513" y="4946"/>
                </a:cubicBezTo>
                <a:cubicBezTo>
                  <a:pt x="1482" y="4946"/>
                  <a:pt x="1450" y="4883"/>
                  <a:pt x="1387" y="4883"/>
                </a:cubicBezTo>
                <a:lnTo>
                  <a:pt x="1387" y="3781"/>
                </a:lnTo>
                <a:cubicBezTo>
                  <a:pt x="1387" y="2458"/>
                  <a:pt x="2458" y="1386"/>
                  <a:pt x="3813" y="1386"/>
                </a:cubicBezTo>
                <a:lnTo>
                  <a:pt x="4916" y="1386"/>
                </a:lnTo>
                <a:cubicBezTo>
                  <a:pt x="4916" y="1418"/>
                  <a:pt x="4947" y="1481"/>
                  <a:pt x="4947" y="1512"/>
                </a:cubicBezTo>
                <a:cubicBezTo>
                  <a:pt x="4191" y="1670"/>
                  <a:pt x="3529" y="1985"/>
                  <a:pt x="2962" y="2489"/>
                </a:cubicBezTo>
                <a:lnTo>
                  <a:pt x="4443" y="3938"/>
                </a:lnTo>
                <a:cubicBezTo>
                  <a:pt x="4632" y="3781"/>
                  <a:pt x="4821" y="3686"/>
                  <a:pt x="5073" y="3592"/>
                </a:cubicBezTo>
                <a:cubicBezTo>
                  <a:pt x="5339" y="3496"/>
                  <a:pt x="5605" y="3451"/>
                  <a:pt x="5865" y="3451"/>
                </a:cubicBezTo>
                <a:cubicBezTo>
                  <a:pt x="6375" y="3451"/>
                  <a:pt x="6861" y="3625"/>
                  <a:pt x="7279" y="3938"/>
                </a:cubicBezTo>
                <a:lnTo>
                  <a:pt x="8728" y="2489"/>
                </a:lnTo>
                <a:cubicBezTo>
                  <a:pt x="8161" y="2016"/>
                  <a:pt x="7499" y="1670"/>
                  <a:pt x="6743" y="1512"/>
                </a:cubicBezTo>
                <a:cubicBezTo>
                  <a:pt x="6743" y="1481"/>
                  <a:pt x="6774" y="1418"/>
                  <a:pt x="6774" y="1386"/>
                </a:cubicBezTo>
                <a:close/>
                <a:moveTo>
                  <a:pt x="5829" y="0"/>
                </a:moveTo>
                <a:cubicBezTo>
                  <a:pt x="5420" y="0"/>
                  <a:pt x="5010" y="315"/>
                  <a:pt x="4884" y="725"/>
                </a:cubicBezTo>
                <a:lnTo>
                  <a:pt x="3782" y="725"/>
                </a:lnTo>
                <a:cubicBezTo>
                  <a:pt x="2112" y="725"/>
                  <a:pt x="726" y="2111"/>
                  <a:pt x="726" y="3781"/>
                </a:cubicBezTo>
                <a:lnTo>
                  <a:pt x="726" y="4883"/>
                </a:lnTo>
                <a:cubicBezTo>
                  <a:pt x="316" y="5041"/>
                  <a:pt x="1" y="5419"/>
                  <a:pt x="1" y="5829"/>
                </a:cubicBezTo>
                <a:cubicBezTo>
                  <a:pt x="1" y="6270"/>
                  <a:pt x="316" y="6679"/>
                  <a:pt x="726" y="6774"/>
                </a:cubicBezTo>
                <a:lnTo>
                  <a:pt x="726" y="7876"/>
                </a:lnTo>
                <a:cubicBezTo>
                  <a:pt x="726" y="9578"/>
                  <a:pt x="2112" y="10964"/>
                  <a:pt x="3782" y="10964"/>
                </a:cubicBezTo>
                <a:lnTo>
                  <a:pt x="4884" y="10964"/>
                </a:lnTo>
                <a:cubicBezTo>
                  <a:pt x="5042" y="11342"/>
                  <a:pt x="5420" y="11688"/>
                  <a:pt x="5829" y="11688"/>
                </a:cubicBezTo>
                <a:cubicBezTo>
                  <a:pt x="6270" y="11688"/>
                  <a:pt x="6680" y="11342"/>
                  <a:pt x="6774" y="10964"/>
                </a:cubicBezTo>
                <a:lnTo>
                  <a:pt x="7877" y="10964"/>
                </a:lnTo>
                <a:cubicBezTo>
                  <a:pt x="9578" y="10964"/>
                  <a:pt x="10965" y="9578"/>
                  <a:pt x="10965" y="7876"/>
                </a:cubicBezTo>
                <a:lnTo>
                  <a:pt x="10965" y="6774"/>
                </a:lnTo>
                <a:cubicBezTo>
                  <a:pt x="11343" y="6616"/>
                  <a:pt x="11658" y="6270"/>
                  <a:pt x="11658" y="5829"/>
                </a:cubicBezTo>
                <a:cubicBezTo>
                  <a:pt x="11658" y="5419"/>
                  <a:pt x="11343" y="5072"/>
                  <a:pt x="10965" y="4883"/>
                </a:cubicBezTo>
                <a:lnTo>
                  <a:pt x="10965" y="3781"/>
                </a:lnTo>
                <a:cubicBezTo>
                  <a:pt x="10965" y="2111"/>
                  <a:pt x="9578" y="725"/>
                  <a:pt x="7877" y="725"/>
                </a:cubicBezTo>
                <a:lnTo>
                  <a:pt x="6774" y="725"/>
                </a:lnTo>
                <a:cubicBezTo>
                  <a:pt x="6617" y="315"/>
                  <a:pt x="6270" y="0"/>
                  <a:pt x="5829" y="0"/>
                </a:cubicBezTo>
                <a:close/>
              </a:path>
            </a:pathLst>
          </a:custGeom>
          <a:solidFill>
            <a:srgbClr val="6C1D35"/>
          </a:solidFill>
          <a:ln>
            <a:noFill/>
          </a:ln>
        </p:spPr>
        <p:txBody>
          <a:bodyPr spcFirstLastPara="1" wrap="square" lIns="121900" tIns="121900" rIns="121900" bIns="121900" anchor="ctr" anchorCtr="0">
            <a:noAutofit/>
          </a:bodyPr>
          <a:lstStyle/>
          <a:p>
            <a:endParaRPr sz="2400"/>
          </a:p>
        </p:txBody>
      </p:sp>
      <p:grpSp>
        <p:nvGrpSpPr>
          <p:cNvPr id="274" name="Google Shape;8576;p63">
            <a:extLst>
              <a:ext uri="{FF2B5EF4-FFF2-40B4-BE49-F238E27FC236}">
                <a16:creationId xmlns:a16="http://schemas.microsoft.com/office/drawing/2014/main" id="{85C9AE78-91D1-814E-F5D1-4C584BF44B68}"/>
              </a:ext>
            </a:extLst>
          </p:cNvPr>
          <p:cNvGrpSpPr/>
          <p:nvPr/>
        </p:nvGrpSpPr>
        <p:grpSpPr>
          <a:xfrm>
            <a:off x="9806478" y="2521707"/>
            <a:ext cx="446559" cy="445375"/>
            <a:chOff x="-30345325" y="3184750"/>
            <a:chExt cx="292225" cy="291450"/>
          </a:xfrm>
          <a:solidFill>
            <a:srgbClr val="6C1D35"/>
          </a:solidFill>
        </p:grpSpPr>
        <p:sp>
          <p:nvSpPr>
            <p:cNvPr id="275" name="Google Shape;8577;p63">
              <a:extLst>
                <a:ext uri="{FF2B5EF4-FFF2-40B4-BE49-F238E27FC236}">
                  <a16:creationId xmlns:a16="http://schemas.microsoft.com/office/drawing/2014/main" id="{33FA525A-C6D4-EC4B-3718-117AAAC55D06}"/>
                </a:ext>
              </a:extLst>
            </p:cNvPr>
            <p:cNvSpPr/>
            <p:nvPr/>
          </p:nvSpPr>
          <p:spPr>
            <a:xfrm>
              <a:off x="-30328000" y="3184750"/>
              <a:ext cx="258375" cy="120950"/>
            </a:xfrm>
            <a:custGeom>
              <a:avLst/>
              <a:gdLst/>
              <a:ahLst/>
              <a:cxnLst/>
              <a:rect l="l" t="t" r="r" b="b"/>
              <a:pathLst>
                <a:path w="10335" h="4838" extrusionOk="0">
                  <a:moveTo>
                    <a:pt x="1040" y="0"/>
                  </a:moveTo>
                  <a:cubicBezTo>
                    <a:pt x="473" y="0"/>
                    <a:pt x="1" y="473"/>
                    <a:pt x="1" y="1071"/>
                  </a:cubicBezTo>
                  <a:lnTo>
                    <a:pt x="1" y="2458"/>
                  </a:lnTo>
                  <a:cubicBezTo>
                    <a:pt x="1" y="2993"/>
                    <a:pt x="473" y="3466"/>
                    <a:pt x="1040" y="3466"/>
                  </a:cubicBezTo>
                  <a:lnTo>
                    <a:pt x="2048" y="3466"/>
                  </a:lnTo>
                  <a:lnTo>
                    <a:pt x="2048" y="4505"/>
                  </a:lnTo>
                  <a:cubicBezTo>
                    <a:pt x="2048" y="4663"/>
                    <a:pt x="2143" y="4757"/>
                    <a:pt x="2269" y="4820"/>
                  </a:cubicBezTo>
                  <a:cubicBezTo>
                    <a:pt x="2300" y="4831"/>
                    <a:pt x="2339" y="4838"/>
                    <a:pt x="2380" y="4838"/>
                  </a:cubicBezTo>
                  <a:cubicBezTo>
                    <a:pt x="2461" y="4838"/>
                    <a:pt x="2552" y="4810"/>
                    <a:pt x="2615" y="4726"/>
                  </a:cubicBezTo>
                  <a:lnTo>
                    <a:pt x="3876" y="3466"/>
                  </a:lnTo>
                  <a:lnTo>
                    <a:pt x="6365" y="3466"/>
                  </a:lnTo>
                  <a:lnTo>
                    <a:pt x="7625" y="4726"/>
                  </a:lnTo>
                  <a:cubicBezTo>
                    <a:pt x="7688" y="4810"/>
                    <a:pt x="7765" y="4838"/>
                    <a:pt x="7846" y="4838"/>
                  </a:cubicBezTo>
                  <a:cubicBezTo>
                    <a:pt x="7887" y="4838"/>
                    <a:pt x="7929" y="4831"/>
                    <a:pt x="7971" y="4820"/>
                  </a:cubicBezTo>
                  <a:cubicBezTo>
                    <a:pt x="8097" y="4789"/>
                    <a:pt x="8160" y="4631"/>
                    <a:pt x="8160" y="4505"/>
                  </a:cubicBezTo>
                  <a:lnTo>
                    <a:pt x="8160" y="3466"/>
                  </a:lnTo>
                  <a:lnTo>
                    <a:pt x="9231" y="3466"/>
                  </a:lnTo>
                  <a:cubicBezTo>
                    <a:pt x="9862" y="3466"/>
                    <a:pt x="10334" y="2993"/>
                    <a:pt x="10334" y="2458"/>
                  </a:cubicBezTo>
                  <a:lnTo>
                    <a:pt x="10334" y="1071"/>
                  </a:lnTo>
                  <a:cubicBezTo>
                    <a:pt x="10334" y="536"/>
                    <a:pt x="9862" y="0"/>
                    <a:pt x="9294" y="0"/>
                  </a:cubicBezTo>
                  <a:close/>
                </a:path>
              </a:pathLst>
            </a:custGeom>
            <a:grpFill/>
            <a:ln>
              <a:noFill/>
            </a:ln>
          </p:spPr>
          <p:txBody>
            <a:bodyPr spcFirstLastPara="1" wrap="square" lIns="121900" tIns="121900" rIns="121900" bIns="121900" anchor="ctr" anchorCtr="0">
              <a:noAutofit/>
            </a:bodyPr>
            <a:lstStyle/>
            <a:p>
              <a:endParaRPr sz="2400"/>
            </a:p>
          </p:txBody>
        </p:sp>
        <p:sp>
          <p:nvSpPr>
            <p:cNvPr id="276" name="Google Shape;8578;p63">
              <a:extLst>
                <a:ext uri="{FF2B5EF4-FFF2-40B4-BE49-F238E27FC236}">
                  <a16:creationId xmlns:a16="http://schemas.microsoft.com/office/drawing/2014/main" id="{8E30CF7B-8CA7-AADD-AF84-D0DD53AC6066}"/>
                </a:ext>
              </a:extLst>
            </p:cNvPr>
            <p:cNvSpPr/>
            <p:nvPr/>
          </p:nvSpPr>
          <p:spPr>
            <a:xfrm>
              <a:off x="-30310675" y="3322575"/>
              <a:ext cx="68550" cy="69350"/>
            </a:xfrm>
            <a:custGeom>
              <a:avLst/>
              <a:gdLst/>
              <a:ahLst/>
              <a:cxnLst/>
              <a:rect l="l" t="t" r="r" b="b"/>
              <a:pathLst>
                <a:path w="2742" h="2774" extrusionOk="0">
                  <a:moveTo>
                    <a:pt x="1387" y="1"/>
                  </a:moveTo>
                  <a:cubicBezTo>
                    <a:pt x="599" y="1"/>
                    <a:pt x="1" y="631"/>
                    <a:pt x="1" y="1387"/>
                  </a:cubicBezTo>
                  <a:cubicBezTo>
                    <a:pt x="1" y="2143"/>
                    <a:pt x="599" y="2773"/>
                    <a:pt x="1387" y="2773"/>
                  </a:cubicBezTo>
                  <a:cubicBezTo>
                    <a:pt x="2143" y="2773"/>
                    <a:pt x="2742" y="2143"/>
                    <a:pt x="2742" y="1387"/>
                  </a:cubicBezTo>
                  <a:cubicBezTo>
                    <a:pt x="2742" y="631"/>
                    <a:pt x="2143" y="1"/>
                    <a:pt x="1387" y="1"/>
                  </a:cubicBezTo>
                  <a:close/>
                </a:path>
              </a:pathLst>
            </a:custGeom>
            <a:grpFill/>
            <a:ln>
              <a:noFill/>
            </a:ln>
          </p:spPr>
          <p:txBody>
            <a:bodyPr spcFirstLastPara="1" wrap="square" lIns="121900" tIns="121900" rIns="121900" bIns="121900" anchor="ctr" anchorCtr="0">
              <a:noAutofit/>
            </a:bodyPr>
            <a:lstStyle/>
            <a:p>
              <a:endParaRPr sz="2400"/>
            </a:p>
          </p:txBody>
        </p:sp>
        <p:sp>
          <p:nvSpPr>
            <p:cNvPr id="277" name="Google Shape;8579;p63">
              <a:extLst>
                <a:ext uri="{FF2B5EF4-FFF2-40B4-BE49-F238E27FC236}">
                  <a16:creationId xmlns:a16="http://schemas.microsoft.com/office/drawing/2014/main" id="{37FD8045-EAC2-1CF1-D7ED-41B62890146F}"/>
                </a:ext>
              </a:extLst>
            </p:cNvPr>
            <p:cNvSpPr/>
            <p:nvPr/>
          </p:nvSpPr>
          <p:spPr>
            <a:xfrm>
              <a:off x="-30345325" y="3408425"/>
              <a:ext cx="137075" cy="67775"/>
            </a:xfrm>
            <a:custGeom>
              <a:avLst/>
              <a:gdLst/>
              <a:ahLst/>
              <a:cxnLst/>
              <a:rect l="l" t="t" r="r" b="b"/>
              <a:pathLst>
                <a:path w="5483" h="2711" extrusionOk="0">
                  <a:moveTo>
                    <a:pt x="2741" y="1"/>
                  </a:moveTo>
                  <a:cubicBezTo>
                    <a:pt x="1387" y="1"/>
                    <a:pt x="221" y="1040"/>
                    <a:pt x="32" y="2332"/>
                  </a:cubicBezTo>
                  <a:cubicBezTo>
                    <a:pt x="0" y="2521"/>
                    <a:pt x="158" y="2710"/>
                    <a:pt x="378" y="2710"/>
                  </a:cubicBezTo>
                  <a:lnTo>
                    <a:pt x="5104" y="2710"/>
                  </a:lnTo>
                  <a:cubicBezTo>
                    <a:pt x="5325" y="2710"/>
                    <a:pt x="5482" y="2521"/>
                    <a:pt x="5482" y="2332"/>
                  </a:cubicBezTo>
                  <a:cubicBezTo>
                    <a:pt x="5262" y="977"/>
                    <a:pt x="4128" y="1"/>
                    <a:pt x="2741" y="1"/>
                  </a:cubicBezTo>
                  <a:close/>
                </a:path>
              </a:pathLst>
            </a:custGeom>
            <a:grpFill/>
            <a:ln>
              <a:noFill/>
            </a:ln>
          </p:spPr>
          <p:txBody>
            <a:bodyPr spcFirstLastPara="1" wrap="square" lIns="121900" tIns="121900" rIns="121900" bIns="121900" anchor="ctr" anchorCtr="0">
              <a:noAutofit/>
            </a:bodyPr>
            <a:lstStyle/>
            <a:p>
              <a:endParaRPr sz="2400"/>
            </a:p>
          </p:txBody>
        </p:sp>
        <p:sp>
          <p:nvSpPr>
            <p:cNvPr id="278" name="Google Shape;8580;p63">
              <a:extLst>
                <a:ext uri="{FF2B5EF4-FFF2-40B4-BE49-F238E27FC236}">
                  <a16:creationId xmlns:a16="http://schemas.microsoft.com/office/drawing/2014/main" id="{D4B1DE9D-C81F-4B49-2002-741ED672E8CB}"/>
                </a:ext>
              </a:extLst>
            </p:cNvPr>
            <p:cNvSpPr/>
            <p:nvPr/>
          </p:nvSpPr>
          <p:spPr>
            <a:xfrm>
              <a:off x="-30156300" y="3322575"/>
              <a:ext cx="68550" cy="69350"/>
            </a:xfrm>
            <a:custGeom>
              <a:avLst/>
              <a:gdLst/>
              <a:ahLst/>
              <a:cxnLst/>
              <a:rect l="l" t="t" r="r" b="b"/>
              <a:pathLst>
                <a:path w="2742" h="2774" extrusionOk="0">
                  <a:moveTo>
                    <a:pt x="1387" y="1"/>
                  </a:moveTo>
                  <a:cubicBezTo>
                    <a:pt x="631" y="1"/>
                    <a:pt x="1" y="631"/>
                    <a:pt x="1" y="1387"/>
                  </a:cubicBezTo>
                  <a:cubicBezTo>
                    <a:pt x="1" y="2143"/>
                    <a:pt x="631" y="2773"/>
                    <a:pt x="1387" y="2773"/>
                  </a:cubicBezTo>
                  <a:cubicBezTo>
                    <a:pt x="2111" y="2773"/>
                    <a:pt x="2742" y="2143"/>
                    <a:pt x="2742" y="1387"/>
                  </a:cubicBezTo>
                  <a:cubicBezTo>
                    <a:pt x="2742" y="631"/>
                    <a:pt x="2111" y="1"/>
                    <a:pt x="1387" y="1"/>
                  </a:cubicBezTo>
                  <a:close/>
                </a:path>
              </a:pathLst>
            </a:custGeom>
            <a:grpFill/>
            <a:ln>
              <a:noFill/>
            </a:ln>
          </p:spPr>
          <p:txBody>
            <a:bodyPr spcFirstLastPara="1" wrap="square" lIns="121900" tIns="121900" rIns="121900" bIns="121900" anchor="ctr" anchorCtr="0">
              <a:noAutofit/>
            </a:bodyPr>
            <a:lstStyle/>
            <a:p>
              <a:endParaRPr sz="2400"/>
            </a:p>
          </p:txBody>
        </p:sp>
        <p:sp>
          <p:nvSpPr>
            <p:cNvPr id="279" name="Google Shape;8581;p63">
              <a:extLst>
                <a:ext uri="{FF2B5EF4-FFF2-40B4-BE49-F238E27FC236}">
                  <a16:creationId xmlns:a16="http://schemas.microsoft.com/office/drawing/2014/main" id="{AE581523-306E-1B99-CD7E-0254302E1273}"/>
                </a:ext>
              </a:extLst>
            </p:cNvPr>
            <p:cNvSpPr/>
            <p:nvPr/>
          </p:nvSpPr>
          <p:spPr>
            <a:xfrm>
              <a:off x="-30190950" y="3408425"/>
              <a:ext cx="137850" cy="67775"/>
            </a:xfrm>
            <a:custGeom>
              <a:avLst/>
              <a:gdLst/>
              <a:ahLst/>
              <a:cxnLst/>
              <a:rect l="l" t="t" r="r" b="b"/>
              <a:pathLst>
                <a:path w="5514" h="2711" extrusionOk="0">
                  <a:moveTo>
                    <a:pt x="2773" y="1"/>
                  </a:moveTo>
                  <a:cubicBezTo>
                    <a:pt x="1387" y="1"/>
                    <a:pt x="252" y="1040"/>
                    <a:pt x="32" y="2332"/>
                  </a:cubicBezTo>
                  <a:cubicBezTo>
                    <a:pt x="0" y="2521"/>
                    <a:pt x="158" y="2710"/>
                    <a:pt x="410" y="2710"/>
                  </a:cubicBezTo>
                  <a:lnTo>
                    <a:pt x="5167" y="2710"/>
                  </a:lnTo>
                  <a:cubicBezTo>
                    <a:pt x="5356" y="2710"/>
                    <a:pt x="5514" y="2521"/>
                    <a:pt x="5514" y="2332"/>
                  </a:cubicBezTo>
                  <a:cubicBezTo>
                    <a:pt x="5293" y="977"/>
                    <a:pt x="4128" y="1"/>
                    <a:pt x="2773"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280" name="Google Shape;8590;p63">
            <a:extLst>
              <a:ext uri="{FF2B5EF4-FFF2-40B4-BE49-F238E27FC236}">
                <a16:creationId xmlns:a16="http://schemas.microsoft.com/office/drawing/2014/main" id="{776DDD64-04EF-20BE-63F5-464A38C760A4}"/>
              </a:ext>
            </a:extLst>
          </p:cNvPr>
          <p:cNvGrpSpPr/>
          <p:nvPr/>
        </p:nvGrpSpPr>
        <p:grpSpPr>
          <a:xfrm>
            <a:off x="1932534" y="3077755"/>
            <a:ext cx="446559" cy="444152"/>
            <a:chOff x="-35482200" y="3561225"/>
            <a:chExt cx="292225" cy="290650"/>
          </a:xfrm>
          <a:solidFill>
            <a:srgbClr val="6C1D35"/>
          </a:solidFill>
        </p:grpSpPr>
        <p:sp>
          <p:nvSpPr>
            <p:cNvPr id="281" name="Google Shape;8591;p63">
              <a:extLst>
                <a:ext uri="{FF2B5EF4-FFF2-40B4-BE49-F238E27FC236}">
                  <a16:creationId xmlns:a16="http://schemas.microsoft.com/office/drawing/2014/main" id="{A4883AD4-9390-286D-7215-5058D24D19A7}"/>
                </a:ext>
              </a:extLst>
            </p:cNvPr>
            <p:cNvSpPr/>
            <p:nvPr/>
          </p:nvSpPr>
          <p:spPr>
            <a:xfrm>
              <a:off x="-35482200" y="3749475"/>
              <a:ext cx="292225" cy="102400"/>
            </a:xfrm>
            <a:custGeom>
              <a:avLst/>
              <a:gdLst/>
              <a:ahLst/>
              <a:cxnLst/>
              <a:rect l="l" t="t" r="r" b="b"/>
              <a:pathLst>
                <a:path w="11689" h="4096" extrusionOk="0">
                  <a:moveTo>
                    <a:pt x="1701" y="0"/>
                  </a:moveTo>
                  <a:cubicBezTo>
                    <a:pt x="1040" y="0"/>
                    <a:pt x="473" y="315"/>
                    <a:pt x="63" y="819"/>
                  </a:cubicBezTo>
                  <a:cubicBezTo>
                    <a:pt x="0" y="945"/>
                    <a:pt x="0" y="1040"/>
                    <a:pt x="32" y="1166"/>
                  </a:cubicBezTo>
                  <a:cubicBezTo>
                    <a:pt x="63" y="1292"/>
                    <a:pt x="189" y="1355"/>
                    <a:pt x="347" y="1355"/>
                  </a:cubicBezTo>
                  <a:lnTo>
                    <a:pt x="1008" y="1355"/>
                  </a:lnTo>
                  <a:cubicBezTo>
                    <a:pt x="1418" y="1355"/>
                    <a:pt x="1670" y="1670"/>
                    <a:pt x="1670" y="2048"/>
                  </a:cubicBezTo>
                  <a:cubicBezTo>
                    <a:pt x="1670" y="2426"/>
                    <a:pt x="1355" y="2710"/>
                    <a:pt x="1008" y="2710"/>
                  </a:cubicBezTo>
                  <a:lnTo>
                    <a:pt x="347" y="2710"/>
                  </a:lnTo>
                  <a:cubicBezTo>
                    <a:pt x="221" y="2710"/>
                    <a:pt x="95" y="2773"/>
                    <a:pt x="32" y="2899"/>
                  </a:cubicBezTo>
                  <a:cubicBezTo>
                    <a:pt x="0" y="3025"/>
                    <a:pt x="0" y="3151"/>
                    <a:pt x="63" y="3245"/>
                  </a:cubicBezTo>
                  <a:cubicBezTo>
                    <a:pt x="410" y="3781"/>
                    <a:pt x="1040" y="4096"/>
                    <a:pt x="1701" y="4096"/>
                  </a:cubicBezTo>
                  <a:cubicBezTo>
                    <a:pt x="2615" y="4096"/>
                    <a:pt x="3371" y="3497"/>
                    <a:pt x="3655" y="2710"/>
                  </a:cubicBezTo>
                  <a:lnTo>
                    <a:pt x="8065" y="2710"/>
                  </a:lnTo>
                  <a:cubicBezTo>
                    <a:pt x="8317" y="3497"/>
                    <a:pt x="9073" y="4096"/>
                    <a:pt x="9987" y="4096"/>
                  </a:cubicBezTo>
                  <a:cubicBezTo>
                    <a:pt x="10649" y="4096"/>
                    <a:pt x="11247" y="3781"/>
                    <a:pt x="11594" y="3245"/>
                  </a:cubicBezTo>
                  <a:cubicBezTo>
                    <a:pt x="11688" y="3119"/>
                    <a:pt x="11688" y="3025"/>
                    <a:pt x="11625" y="2899"/>
                  </a:cubicBezTo>
                  <a:cubicBezTo>
                    <a:pt x="11594" y="2773"/>
                    <a:pt x="11468" y="2710"/>
                    <a:pt x="11310" y="2710"/>
                  </a:cubicBezTo>
                  <a:lnTo>
                    <a:pt x="10649" y="2710"/>
                  </a:lnTo>
                  <a:cubicBezTo>
                    <a:pt x="10271" y="2710"/>
                    <a:pt x="9987" y="2395"/>
                    <a:pt x="9987" y="2048"/>
                  </a:cubicBezTo>
                  <a:cubicBezTo>
                    <a:pt x="9987" y="1670"/>
                    <a:pt x="10302" y="1355"/>
                    <a:pt x="10649" y="1355"/>
                  </a:cubicBezTo>
                  <a:lnTo>
                    <a:pt x="11310" y="1355"/>
                  </a:lnTo>
                  <a:cubicBezTo>
                    <a:pt x="11436" y="1355"/>
                    <a:pt x="11562" y="1292"/>
                    <a:pt x="11625" y="1166"/>
                  </a:cubicBezTo>
                  <a:cubicBezTo>
                    <a:pt x="11688" y="1040"/>
                    <a:pt x="11688" y="945"/>
                    <a:pt x="11594" y="819"/>
                  </a:cubicBezTo>
                  <a:cubicBezTo>
                    <a:pt x="11247" y="315"/>
                    <a:pt x="10649" y="0"/>
                    <a:pt x="9987" y="0"/>
                  </a:cubicBezTo>
                  <a:cubicBezTo>
                    <a:pt x="9073" y="0"/>
                    <a:pt x="8349" y="567"/>
                    <a:pt x="8065" y="1355"/>
                  </a:cubicBezTo>
                  <a:lnTo>
                    <a:pt x="3655" y="1355"/>
                  </a:lnTo>
                  <a:cubicBezTo>
                    <a:pt x="3371" y="567"/>
                    <a:pt x="2615" y="0"/>
                    <a:pt x="1701" y="0"/>
                  </a:cubicBezTo>
                  <a:close/>
                </a:path>
              </a:pathLst>
            </a:custGeom>
            <a:grpFill/>
            <a:ln>
              <a:noFill/>
            </a:ln>
          </p:spPr>
          <p:txBody>
            <a:bodyPr spcFirstLastPara="1" wrap="square" lIns="121900" tIns="121900" rIns="121900" bIns="121900" anchor="ctr" anchorCtr="0">
              <a:noAutofit/>
            </a:bodyPr>
            <a:lstStyle/>
            <a:p>
              <a:endParaRPr sz="2400"/>
            </a:p>
          </p:txBody>
        </p:sp>
        <p:sp>
          <p:nvSpPr>
            <p:cNvPr id="282" name="Google Shape;8592;p63">
              <a:extLst>
                <a:ext uri="{FF2B5EF4-FFF2-40B4-BE49-F238E27FC236}">
                  <a16:creationId xmlns:a16="http://schemas.microsoft.com/office/drawing/2014/main" id="{F6214048-C95E-2991-95D9-9F247B307DC2}"/>
                </a:ext>
              </a:extLst>
            </p:cNvPr>
            <p:cNvSpPr/>
            <p:nvPr/>
          </p:nvSpPr>
          <p:spPr>
            <a:xfrm>
              <a:off x="-35371150" y="3561225"/>
              <a:ext cx="68550" cy="68550"/>
            </a:xfrm>
            <a:custGeom>
              <a:avLst/>
              <a:gdLst/>
              <a:ahLst/>
              <a:cxnLst/>
              <a:rect l="l" t="t" r="r" b="b"/>
              <a:pathLst>
                <a:path w="2742" h="2742" extrusionOk="0">
                  <a:moveTo>
                    <a:pt x="1355" y="1"/>
                  </a:moveTo>
                  <a:cubicBezTo>
                    <a:pt x="630" y="1"/>
                    <a:pt x="0" y="631"/>
                    <a:pt x="0" y="1387"/>
                  </a:cubicBezTo>
                  <a:cubicBezTo>
                    <a:pt x="0" y="2111"/>
                    <a:pt x="630" y="2741"/>
                    <a:pt x="1355" y="2741"/>
                  </a:cubicBezTo>
                  <a:cubicBezTo>
                    <a:pt x="2111" y="2741"/>
                    <a:pt x="2741" y="2111"/>
                    <a:pt x="2741" y="1387"/>
                  </a:cubicBezTo>
                  <a:cubicBezTo>
                    <a:pt x="2741" y="631"/>
                    <a:pt x="2111" y="1"/>
                    <a:pt x="1355" y="1"/>
                  </a:cubicBezTo>
                  <a:close/>
                </a:path>
              </a:pathLst>
            </a:custGeom>
            <a:grpFill/>
            <a:ln>
              <a:noFill/>
            </a:ln>
          </p:spPr>
          <p:txBody>
            <a:bodyPr spcFirstLastPara="1" wrap="square" lIns="121900" tIns="121900" rIns="121900" bIns="121900" anchor="ctr" anchorCtr="0">
              <a:noAutofit/>
            </a:bodyPr>
            <a:lstStyle/>
            <a:p>
              <a:endParaRPr sz="2400"/>
            </a:p>
          </p:txBody>
        </p:sp>
        <p:sp>
          <p:nvSpPr>
            <p:cNvPr id="283" name="Google Shape;8593;p63">
              <a:extLst>
                <a:ext uri="{FF2B5EF4-FFF2-40B4-BE49-F238E27FC236}">
                  <a16:creationId xmlns:a16="http://schemas.microsoft.com/office/drawing/2014/main" id="{786AA2BD-DBF5-F5BB-B346-D5DC8DE55BC0}"/>
                </a:ext>
              </a:extLst>
            </p:cNvPr>
            <p:cNvSpPr/>
            <p:nvPr/>
          </p:nvSpPr>
          <p:spPr>
            <a:xfrm>
              <a:off x="-35405025" y="3647075"/>
              <a:ext cx="136275" cy="119750"/>
            </a:xfrm>
            <a:custGeom>
              <a:avLst/>
              <a:gdLst/>
              <a:ahLst/>
              <a:cxnLst/>
              <a:rect l="l" t="t" r="r" b="b"/>
              <a:pathLst>
                <a:path w="5451" h="4790" extrusionOk="0">
                  <a:moveTo>
                    <a:pt x="2710" y="1"/>
                  </a:moveTo>
                  <a:cubicBezTo>
                    <a:pt x="1387" y="1"/>
                    <a:pt x="253" y="1009"/>
                    <a:pt x="32" y="2300"/>
                  </a:cubicBezTo>
                  <a:cubicBezTo>
                    <a:pt x="1" y="2521"/>
                    <a:pt x="158" y="2710"/>
                    <a:pt x="410" y="2710"/>
                  </a:cubicBezTo>
                  <a:lnTo>
                    <a:pt x="2395" y="2710"/>
                  </a:lnTo>
                  <a:lnTo>
                    <a:pt x="2395" y="4789"/>
                  </a:lnTo>
                  <a:lnTo>
                    <a:pt x="3088" y="4789"/>
                  </a:lnTo>
                  <a:lnTo>
                    <a:pt x="3088" y="2710"/>
                  </a:lnTo>
                  <a:lnTo>
                    <a:pt x="5073" y="2710"/>
                  </a:lnTo>
                  <a:cubicBezTo>
                    <a:pt x="5293" y="2710"/>
                    <a:pt x="5451" y="2521"/>
                    <a:pt x="5451" y="2300"/>
                  </a:cubicBezTo>
                  <a:cubicBezTo>
                    <a:pt x="5230" y="977"/>
                    <a:pt x="4096" y="1"/>
                    <a:pt x="2710"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284" name="Google Shape;8594;p63">
            <a:extLst>
              <a:ext uri="{FF2B5EF4-FFF2-40B4-BE49-F238E27FC236}">
                <a16:creationId xmlns:a16="http://schemas.microsoft.com/office/drawing/2014/main" id="{82A7EB10-441E-0324-6469-CD17AC5E2904}"/>
              </a:ext>
            </a:extLst>
          </p:cNvPr>
          <p:cNvGrpSpPr/>
          <p:nvPr/>
        </p:nvGrpSpPr>
        <p:grpSpPr>
          <a:xfrm>
            <a:off x="1933126" y="3625419"/>
            <a:ext cx="445375" cy="445336"/>
            <a:chOff x="-35481425" y="3919600"/>
            <a:chExt cx="291450" cy="291425"/>
          </a:xfrm>
          <a:solidFill>
            <a:srgbClr val="6C1D35"/>
          </a:solidFill>
        </p:grpSpPr>
        <p:sp>
          <p:nvSpPr>
            <p:cNvPr id="285" name="Google Shape;8595;p63">
              <a:extLst>
                <a:ext uri="{FF2B5EF4-FFF2-40B4-BE49-F238E27FC236}">
                  <a16:creationId xmlns:a16="http://schemas.microsoft.com/office/drawing/2014/main" id="{C26960A6-A9D0-600C-B7A5-9083D63DC985}"/>
                </a:ext>
              </a:extLst>
            </p:cNvPr>
            <p:cNvSpPr/>
            <p:nvPr/>
          </p:nvSpPr>
          <p:spPr>
            <a:xfrm>
              <a:off x="-35327050" y="4125150"/>
              <a:ext cx="84300" cy="85100"/>
            </a:xfrm>
            <a:custGeom>
              <a:avLst/>
              <a:gdLst/>
              <a:ahLst/>
              <a:cxnLst/>
              <a:rect l="l" t="t" r="r" b="b"/>
              <a:pathLst>
                <a:path w="3372" h="3404" extrusionOk="0">
                  <a:moveTo>
                    <a:pt x="3025" y="1"/>
                  </a:moveTo>
                  <a:cubicBezTo>
                    <a:pt x="2836" y="1"/>
                    <a:pt x="2678" y="159"/>
                    <a:pt x="2678" y="348"/>
                  </a:cubicBezTo>
                  <a:lnTo>
                    <a:pt x="2678" y="1041"/>
                  </a:lnTo>
                  <a:cubicBezTo>
                    <a:pt x="2678" y="1576"/>
                    <a:pt x="2206" y="2049"/>
                    <a:pt x="1639" y="2049"/>
                  </a:cubicBezTo>
                  <a:lnTo>
                    <a:pt x="1103" y="2049"/>
                  </a:lnTo>
                  <a:lnTo>
                    <a:pt x="1229" y="1923"/>
                  </a:lnTo>
                  <a:cubicBezTo>
                    <a:pt x="1387" y="1860"/>
                    <a:pt x="1387" y="1608"/>
                    <a:pt x="1261" y="1513"/>
                  </a:cubicBezTo>
                  <a:cubicBezTo>
                    <a:pt x="1198" y="1450"/>
                    <a:pt x="1111" y="1419"/>
                    <a:pt x="1024" y="1419"/>
                  </a:cubicBezTo>
                  <a:cubicBezTo>
                    <a:pt x="938" y="1419"/>
                    <a:pt x="851" y="1450"/>
                    <a:pt x="788" y="1513"/>
                  </a:cubicBezTo>
                  <a:lnTo>
                    <a:pt x="127" y="2175"/>
                  </a:lnTo>
                  <a:cubicBezTo>
                    <a:pt x="1" y="2301"/>
                    <a:pt x="1" y="2521"/>
                    <a:pt x="127" y="2647"/>
                  </a:cubicBezTo>
                  <a:lnTo>
                    <a:pt x="788" y="3309"/>
                  </a:lnTo>
                  <a:cubicBezTo>
                    <a:pt x="851" y="3372"/>
                    <a:pt x="938" y="3404"/>
                    <a:pt x="1024" y="3404"/>
                  </a:cubicBezTo>
                  <a:cubicBezTo>
                    <a:pt x="1111" y="3404"/>
                    <a:pt x="1198" y="3372"/>
                    <a:pt x="1261" y="3309"/>
                  </a:cubicBezTo>
                  <a:cubicBezTo>
                    <a:pt x="1387" y="3183"/>
                    <a:pt x="1387" y="2962"/>
                    <a:pt x="1261" y="2836"/>
                  </a:cubicBezTo>
                  <a:lnTo>
                    <a:pt x="1135" y="2710"/>
                  </a:lnTo>
                  <a:lnTo>
                    <a:pt x="1702" y="2710"/>
                  </a:lnTo>
                  <a:cubicBezTo>
                    <a:pt x="2647" y="2710"/>
                    <a:pt x="3372" y="1986"/>
                    <a:pt x="3372" y="1041"/>
                  </a:cubicBezTo>
                  <a:lnTo>
                    <a:pt x="3372" y="348"/>
                  </a:lnTo>
                  <a:cubicBezTo>
                    <a:pt x="3372" y="159"/>
                    <a:pt x="3214" y="1"/>
                    <a:pt x="3025" y="1"/>
                  </a:cubicBezTo>
                  <a:close/>
                </a:path>
              </a:pathLst>
            </a:custGeom>
            <a:grpFill/>
            <a:ln>
              <a:noFill/>
            </a:ln>
          </p:spPr>
          <p:txBody>
            <a:bodyPr spcFirstLastPara="1" wrap="square" lIns="121900" tIns="121900" rIns="121900" bIns="121900" anchor="ctr" anchorCtr="0">
              <a:noAutofit/>
            </a:bodyPr>
            <a:lstStyle/>
            <a:p>
              <a:endParaRPr sz="2400"/>
            </a:p>
          </p:txBody>
        </p:sp>
        <p:sp>
          <p:nvSpPr>
            <p:cNvPr id="286" name="Google Shape;8596;p63">
              <a:extLst>
                <a:ext uri="{FF2B5EF4-FFF2-40B4-BE49-F238E27FC236}">
                  <a16:creationId xmlns:a16="http://schemas.microsoft.com/office/drawing/2014/main" id="{00A0E2C1-CF66-93D5-BE11-CCF8765C42B9}"/>
                </a:ext>
              </a:extLst>
            </p:cNvPr>
            <p:cNvSpPr/>
            <p:nvPr/>
          </p:nvSpPr>
          <p:spPr>
            <a:xfrm>
              <a:off x="-35429450" y="3921175"/>
              <a:ext cx="84300" cy="85075"/>
            </a:xfrm>
            <a:custGeom>
              <a:avLst/>
              <a:gdLst/>
              <a:ahLst/>
              <a:cxnLst/>
              <a:rect l="l" t="t" r="r" b="b"/>
              <a:pathLst>
                <a:path w="3372" h="3403" extrusionOk="0">
                  <a:moveTo>
                    <a:pt x="2360" y="0"/>
                  </a:moveTo>
                  <a:cubicBezTo>
                    <a:pt x="2269" y="0"/>
                    <a:pt x="2175" y="32"/>
                    <a:pt x="2112" y="95"/>
                  </a:cubicBezTo>
                  <a:cubicBezTo>
                    <a:pt x="2017" y="221"/>
                    <a:pt x="2017" y="441"/>
                    <a:pt x="2112" y="567"/>
                  </a:cubicBezTo>
                  <a:lnTo>
                    <a:pt x="2238" y="693"/>
                  </a:lnTo>
                  <a:lnTo>
                    <a:pt x="1702" y="693"/>
                  </a:lnTo>
                  <a:cubicBezTo>
                    <a:pt x="757" y="693"/>
                    <a:pt x="1" y="1418"/>
                    <a:pt x="1" y="2363"/>
                  </a:cubicBezTo>
                  <a:lnTo>
                    <a:pt x="1" y="3056"/>
                  </a:lnTo>
                  <a:cubicBezTo>
                    <a:pt x="1" y="3245"/>
                    <a:pt x="158" y="3403"/>
                    <a:pt x="347" y="3403"/>
                  </a:cubicBezTo>
                  <a:cubicBezTo>
                    <a:pt x="536" y="3403"/>
                    <a:pt x="694" y="3245"/>
                    <a:pt x="694" y="3056"/>
                  </a:cubicBezTo>
                  <a:lnTo>
                    <a:pt x="694" y="2332"/>
                  </a:lnTo>
                  <a:cubicBezTo>
                    <a:pt x="694" y="1796"/>
                    <a:pt x="1167" y="1292"/>
                    <a:pt x="1734" y="1292"/>
                  </a:cubicBezTo>
                  <a:lnTo>
                    <a:pt x="2269" y="1292"/>
                  </a:lnTo>
                  <a:lnTo>
                    <a:pt x="2175" y="1418"/>
                  </a:lnTo>
                  <a:cubicBezTo>
                    <a:pt x="2017" y="1544"/>
                    <a:pt x="2017" y="1733"/>
                    <a:pt x="2112" y="1891"/>
                  </a:cubicBezTo>
                  <a:cubicBezTo>
                    <a:pt x="2175" y="1954"/>
                    <a:pt x="2269" y="1985"/>
                    <a:pt x="2360" y="1985"/>
                  </a:cubicBezTo>
                  <a:cubicBezTo>
                    <a:pt x="2450" y="1985"/>
                    <a:pt x="2537" y="1954"/>
                    <a:pt x="2584" y="1891"/>
                  </a:cubicBezTo>
                  <a:lnTo>
                    <a:pt x="3277" y="1229"/>
                  </a:lnTo>
                  <a:cubicBezTo>
                    <a:pt x="3372" y="1103"/>
                    <a:pt x="3372" y="882"/>
                    <a:pt x="3277" y="756"/>
                  </a:cubicBezTo>
                  <a:lnTo>
                    <a:pt x="2584" y="95"/>
                  </a:lnTo>
                  <a:cubicBezTo>
                    <a:pt x="2537" y="32"/>
                    <a:pt x="2450" y="0"/>
                    <a:pt x="2360" y="0"/>
                  </a:cubicBezTo>
                  <a:close/>
                </a:path>
              </a:pathLst>
            </a:custGeom>
            <a:grpFill/>
            <a:ln>
              <a:noFill/>
            </a:ln>
          </p:spPr>
          <p:txBody>
            <a:bodyPr spcFirstLastPara="1" wrap="square" lIns="121900" tIns="121900" rIns="121900" bIns="121900" anchor="ctr" anchorCtr="0">
              <a:noAutofit/>
            </a:bodyPr>
            <a:lstStyle/>
            <a:p>
              <a:endParaRPr sz="2400"/>
            </a:p>
          </p:txBody>
        </p:sp>
        <p:sp>
          <p:nvSpPr>
            <p:cNvPr id="287" name="Google Shape;8597;p63">
              <a:extLst>
                <a:ext uri="{FF2B5EF4-FFF2-40B4-BE49-F238E27FC236}">
                  <a16:creationId xmlns:a16="http://schemas.microsoft.com/office/drawing/2014/main" id="{70E9D501-31B2-5598-D4DA-9AE55A930612}"/>
                </a:ext>
              </a:extLst>
            </p:cNvPr>
            <p:cNvSpPr/>
            <p:nvPr/>
          </p:nvSpPr>
          <p:spPr>
            <a:xfrm>
              <a:off x="-35481425" y="4021975"/>
              <a:ext cx="137075" cy="35475"/>
            </a:xfrm>
            <a:custGeom>
              <a:avLst/>
              <a:gdLst/>
              <a:ahLst/>
              <a:cxnLst/>
              <a:rect l="l" t="t" r="r" b="b"/>
              <a:pathLst>
                <a:path w="5483" h="1419" extrusionOk="0">
                  <a:moveTo>
                    <a:pt x="1009" y="1"/>
                  </a:moveTo>
                  <a:cubicBezTo>
                    <a:pt x="473" y="1"/>
                    <a:pt x="1" y="473"/>
                    <a:pt x="1" y="1072"/>
                  </a:cubicBezTo>
                  <a:lnTo>
                    <a:pt x="1" y="1419"/>
                  </a:lnTo>
                  <a:lnTo>
                    <a:pt x="5482" y="1419"/>
                  </a:lnTo>
                  <a:lnTo>
                    <a:pt x="5482" y="1072"/>
                  </a:lnTo>
                  <a:lnTo>
                    <a:pt x="5451" y="1072"/>
                  </a:lnTo>
                  <a:cubicBezTo>
                    <a:pt x="5451" y="505"/>
                    <a:pt x="5010" y="1"/>
                    <a:pt x="4443" y="1"/>
                  </a:cubicBezTo>
                  <a:close/>
                </a:path>
              </a:pathLst>
            </a:custGeom>
            <a:grpFill/>
            <a:ln>
              <a:noFill/>
            </a:ln>
          </p:spPr>
          <p:txBody>
            <a:bodyPr spcFirstLastPara="1" wrap="square" lIns="121900" tIns="121900" rIns="121900" bIns="121900" anchor="ctr" anchorCtr="0">
              <a:noAutofit/>
            </a:bodyPr>
            <a:lstStyle/>
            <a:p>
              <a:endParaRPr sz="2400"/>
            </a:p>
          </p:txBody>
        </p:sp>
        <p:sp>
          <p:nvSpPr>
            <p:cNvPr id="288" name="Google Shape;8598;p63">
              <a:extLst>
                <a:ext uri="{FF2B5EF4-FFF2-40B4-BE49-F238E27FC236}">
                  <a16:creationId xmlns:a16="http://schemas.microsoft.com/office/drawing/2014/main" id="{7012DA3D-E6C2-DA4B-C66D-F7A9914BB261}"/>
                </a:ext>
              </a:extLst>
            </p:cNvPr>
            <p:cNvSpPr/>
            <p:nvPr/>
          </p:nvSpPr>
          <p:spPr>
            <a:xfrm>
              <a:off x="-35481425" y="4073975"/>
              <a:ext cx="136275" cy="85875"/>
            </a:xfrm>
            <a:custGeom>
              <a:avLst/>
              <a:gdLst/>
              <a:ahLst/>
              <a:cxnLst/>
              <a:rect l="l" t="t" r="r" b="b"/>
              <a:pathLst>
                <a:path w="5451" h="3435" extrusionOk="0">
                  <a:moveTo>
                    <a:pt x="1" y="0"/>
                  </a:moveTo>
                  <a:lnTo>
                    <a:pt x="1" y="3434"/>
                  </a:lnTo>
                  <a:lnTo>
                    <a:pt x="5451" y="3434"/>
                  </a:lnTo>
                  <a:lnTo>
                    <a:pt x="5451" y="0"/>
                  </a:lnTo>
                  <a:close/>
                </a:path>
              </a:pathLst>
            </a:custGeom>
            <a:grpFill/>
            <a:ln>
              <a:noFill/>
            </a:ln>
          </p:spPr>
          <p:txBody>
            <a:bodyPr spcFirstLastPara="1" wrap="square" lIns="121900" tIns="121900" rIns="121900" bIns="121900" anchor="ctr" anchorCtr="0">
              <a:noAutofit/>
            </a:bodyPr>
            <a:lstStyle/>
            <a:p>
              <a:endParaRPr sz="2400"/>
            </a:p>
          </p:txBody>
        </p:sp>
        <p:sp>
          <p:nvSpPr>
            <p:cNvPr id="289" name="Google Shape;8599;p63">
              <a:extLst>
                <a:ext uri="{FF2B5EF4-FFF2-40B4-BE49-F238E27FC236}">
                  <a16:creationId xmlns:a16="http://schemas.microsoft.com/office/drawing/2014/main" id="{4877F20B-7331-B717-2D92-EF5D80FE1FF2}"/>
                </a:ext>
              </a:extLst>
            </p:cNvPr>
            <p:cNvSpPr/>
            <p:nvPr/>
          </p:nvSpPr>
          <p:spPr>
            <a:xfrm>
              <a:off x="-35481425" y="4176350"/>
              <a:ext cx="136275" cy="34675"/>
            </a:xfrm>
            <a:custGeom>
              <a:avLst/>
              <a:gdLst/>
              <a:ahLst/>
              <a:cxnLst/>
              <a:rect l="l" t="t" r="r" b="b"/>
              <a:pathLst>
                <a:path w="5451" h="1387" extrusionOk="0">
                  <a:moveTo>
                    <a:pt x="1" y="1"/>
                  </a:moveTo>
                  <a:lnTo>
                    <a:pt x="1" y="347"/>
                  </a:lnTo>
                  <a:cubicBezTo>
                    <a:pt x="1" y="946"/>
                    <a:pt x="410" y="1387"/>
                    <a:pt x="1009" y="1387"/>
                  </a:cubicBezTo>
                  <a:lnTo>
                    <a:pt x="4443" y="1387"/>
                  </a:lnTo>
                  <a:cubicBezTo>
                    <a:pt x="4978" y="1387"/>
                    <a:pt x="5451" y="914"/>
                    <a:pt x="5451" y="347"/>
                  </a:cubicBezTo>
                  <a:lnTo>
                    <a:pt x="5451" y="1"/>
                  </a:lnTo>
                  <a:close/>
                </a:path>
              </a:pathLst>
            </a:custGeom>
            <a:grpFill/>
            <a:ln>
              <a:noFill/>
            </a:ln>
          </p:spPr>
          <p:txBody>
            <a:bodyPr spcFirstLastPara="1" wrap="square" lIns="121900" tIns="121900" rIns="121900" bIns="121900" anchor="ctr" anchorCtr="0">
              <a:noAutofit/>
            </a:bodyPr>
            <a:lstStyle/>
            <a:p>
              <a:endParaRPr sz="2400"/>
            </a:p>
          </p:txBody>
        </p:sp>
        <p:sp>
          <p:nvSpPr>
            <p:cNvPr id="290" name="Google Shape;8600;p63">
              <a:extLst>
                <a:ext uri="{FF2B5EF4-FFF2-40B4-BE49-F238E27FC236}">
                  <a16:creationId xmlns:a16="http://schemas.microsoft.com/office/drawing/2014/main" id="{84618A07-B4AF-B2AC-ECDD-3D0C5AEB3C5D}"/>
                </a:ext>
              </a:extLst>
            </p:cNvPr>
            <p:cNvSpPr/>
            <p:nvPr/>
          </p:nvSpPr>
          <p:spPr>
            <a:xfrm>
              <a:off x="-35327050" y="3919600"/>
              <a:ext cx="137075" cy="33875"/>
            </a:xfrm>
            <a:custGeom>
              <a:avLst/>
              <a:gdLst/>
              <a:ahLst/>
              <a:cxnLst/>
              <a:rect l="l" t="t" r="r" b="b"/>
              <a:pathLst>
                <a:path w="5483" h="1355" extrusionOk="0">
                  <a:moveTo>
                    <a:pt x="1009" y="0"/>
                  </a:moveTo>
                  <a:cubicBezTo>
                    <a:pt x="473" y="0"/>
                    <a:pt x="1" y="473"/>
                    <a:pt x="1" y="1008"/>
                  </a:cubicBezTo>
                  <a:lnTo>
                    <a:pt x="1" y="1355"/>
                  </a:lnTo>
                  <a:lnTo>
                    <a:pt x="5482" y="1355"/>
                  </a:lnTo>
                  <a:lnTo>
                    <a:pt x="5482" y="1008"/>
                  </a:lnTo>
                  <a:cubicBezTo>
                    <a:pt x="5482" y="473"/>
                    <a:pt x="5010" y="0"/>
                    <a:pt x="4443" y="0"/>
                  </a:cubicBezTo>
                  <a:close/>
                </a:path>
              </a:pathLst>
            </a:custGeom>
            <a:grpFill/>
            <a:ln>
              <a:noFill/>
            </a:ln>
          </p:spPr>
          <p:txBody>
            <a:bodyPr spcFirstLastPara="1" wrap="square" lIns="121900" tIns="121900" rIns="121900" bIns="121900" anchor="ctr" anchorCtr="0">
              <a:noAutofit/>
            </a:bodyPr>
            <a:lstStyle/>
            <a:p>
              <a:endParaRPr sz="2400"/>
            </a:p>
          </p:txBody>
        </p:sp>
        <p:sp>
          <p:nvSpPr>
            <p:cNvPr id="291" name="Google Shape;8601;p63">
              <a:extLst>
                <a:ext uri="{FF2B5EF4-FFF2-40B4-BE49-F238E27FC236}">
                  <a16:creationId xmlns:a16="http://schemas.microsoft.com/office/drawing/2014/main" id="{3AAACCAE-645E-2721-FAC2-A9718CB00FB3}"/>
                </a:ext>
              </a:extLst>
            </p:cNvPr>
            <p:cNvSpPr/>
            <p:nvPr/>
          </p:nvSpPr>
          <p:spPr>
            <a:xfrm>
              <a:off x="-35327825" y="3970800"/>
              <a:ext cx="136275" cy="85875"/>
            </a:xfrm>
            <a:custGeom>
              <a:avLst/>
              <a:gdLst/>
              <a:ahLst/>
              <a:cxnLst/>
              <a:rect l="l" t="t" r="r" b="b"/>
              <a:pathLst>
                <a:path w="5451" h="3435" extrusionOk="0">
                  <a:moveTo>
                    <a:pt x="0" y="0"/>
                  </a:moveTo>
                  <a:lnTo>
                    <a:pt x="0" y="3434"/>
                  </a:lnTo>
                  <a:lnTo>
                    <a:pt x="5450" y="3434"/>
                  </a:lnTo>
                  <a:lnTo>
                    <a:pt x="5450" y="0"/>
                  </a:lnTo>
                  <a:close/>
                </a:path>
              </a:pathLst>
            </a:custGeom>
            <a:grpFill/>
            <a:ln>
              <a:noFill/>
            </a:ln>
          </p:spPr>
          <p:txBody>
            <a:bodyPr spcFirstLastPara="1" wrap="square" lIns="121900" tIns="121900" rIns="121900" bIns="121900" anchor="ctr" anchorCtr="0">
              <a:noAutofit/>
            </a:bodyPr>
            <a:lstStyle/>
            <a:p>
              <a:endParaRPr sz="2400"/>
            </a:p>
          </p:txBody>
        </p:sp>
        <p:sp>
          <p:nvSpPr>
            <p:cNvPr id="292" name="Google Shape;8602;p63">
              <a:extLst>
                <a:ext uri="{FF2B5EF4-FFF2-40B4-BE49-F238E27FC236}">
                  <a16:creationId xmlns:a16="http://schemas.microsoft.com/office/drawing/2014/main" id="{89AEE4C6-A13D-D1CB-7FF2-96140B377C89}"/>
                </a:ext>
              </a:extLst>
            </p:cNvPr>
            <p:cNvSpPr/>
            <p:nvPr/>
          </p:nvSpPr>
          <p:spPr>
            <a:xfrm>
              <a:off x="-35327825" y="4073975"/>
              <a:ext cx="136275" cy="35450"/>
            </a:xfrm>
            <a:custGeom>
              <a:avLst/>
              <a:gdLst/>
              <a:ahLst/>
              <a:cxnLst/>
              <a:rect l="l" t="t" r="r" b="b"/>
              <a:pathLst>
                <a:path w="5451" h="1418" extrusionOk="0">
                  <a:moveTo>
                    <a:pt x="0" y="0"/>
                  </a:moveTo>
                  <a:lnTo>
                    <a:pt x="0" y="347"/>
                  </a:lnTo>
                  <a:cubicBezTo>
                    <a:pt x="0" y="914"/>
                    <a:pt x="473" y="1418"/>
                    <a:pt x="1008" y="1418"/>
                  </a:cubicBezTo>
                  <a:lnTo>
                    <a:pt x="4442" y="1418"/>
                  </a:lnTo>
                  <a:cubicBezTo>
                    <a:pt x="4978" y="1418"/>
                    <a:pt x="5450" y="945"/>
                    <a:pt x="5450" y="347"/>
                  </a:cubicBezTo>
                  <a:lnTo>
                    <a:pt x="5450" y="0"/>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293" name="Google Shape;8611;p63">
            <a:extLst>
              <a:ext uri="{FF2B5EF4-FFF2-40B4-BE49-F238E27FC236}">
                <a16:creationId xmlns:a16="http://schemas.microsoft.com/office/drawing/2014/main" id="{60FD4844-37B6-5D4D-0BC9-A598E66FA5C1}"/>
              </a:ext>
            </a:extLst>
          </p:cNvPr>
          <p:cNvGrpSpPr/>
          <p:nvPr/>
        </p:nvGrpSpPr>
        <p:grpSpPr>
          <a:xfrm>
            <a:off x="4749865" y="3076550"/>
            <a:ext cx="447743" cy="446559"/>
            <a:chOff x="-33646250" y="3586425"/>
            <a:chExt cx="293000" cy="292225"/>
          </a:xfrm>
          <a:solidFill>
            <a:srgbClr val="6C1D35"/>
          </a:solidFill>
        </p:grpSpPr>
        <p:sp>
          <p:nvSpPr>
            <p:cNvPr id="294" name="Google Shape;8612;p63">
              <a:extLst>
                <a:ext uri="{FF2B5EF4-FFF2-40B4-BE49-F238E27FC236}">
                  <a16:creationId xmlns:a16="http://schemas.microsoft.com/office/drawing/2014/main" id="{C9F2099E-A159-CFC2-5D61-36C909E2FA2D}"/>
                </a:ext>
              </a:extLst>
            </p:cNvPr>
            <p:cNvSpPr/>
            <p:nvPr/>
          </p:nvSpPr>
          <p:spPr>
            <a:xfrm>
              <a:off x="-33646250" y="3739225"/>
              <a:ext cx="141775" cy="139425"/>
            </a:xfrm>
            <a:custGeom>
              <a:avLst/>
              <a:gdLst/>
              <a:ahLst/>
              <a:cxnLst/>
              <a:rect l="l" t="t" r="r" b="b"/>
              <a:pathLst>
                <a:path w="5671" h="5577" extrusionOk="0">
                  <a:moveTo>
                    <a:pt x="4190" y="1"/>
                  </a:moveTo>
                  <a:cubicBezTo>
                    <a:pt x="4001" y="316"/>
                    <a:pt x="3970" y="725"/>
                    <a:pt x="4127" y="1040"/>
                  </a:cubicBezTo>
                  <a:lnTo>
                    <a:pt x="3497" y="1670"/>
                  </a:lnTo>
                  <a:cubicBezTo>
                    <a:pt x="3345" y="1589"/>
                    <a:pt x="3194" y="1550"/>
                    <a:pt x="3047" y="1550"/>
                  </a:cubicBezTo>
                  <a:cubicBezTo>
                    <a:pt x="2797" y="1550"/>
                    <a:pt x="2561" y="1661"/>
                    <a:pt x="2363" y="1859"/>
                  </a:cubicBezTo>
                  <a:lnTo>
                    <a:pt x="378" y="3813"/>
                  </a:lnTo>
                  <a:cubicBezTo>
                    <a:pt x="0" y="4222"/>
                    <a:pt x="0" y="4884"/>
                    <a:pt x="378" y="5293"/>
                  </a:cubicBezTo>
                  <a:cubicBezTo>
                    <a:pt x="583" y="5482"/>
                    <a:pt x="851" y="5577"/>
                    <a:pt x="1115" y="5577"/>
                  </a:cubicBezTo>
                  <a:cubicBezTo>
                    <a:pt x="1378" y="5577"/>
                    <a:pt x="1638" y="5482"/>
                    <a:pt x="1827" y="5293"/>
                  </a:cubicBezTo>
                  <a:lnTo>
                    <a:pt x="3812" y="3309"/>
                  </a:lnTo>
                  <a:cubicBezTo>
                    <a:pt x="4096" y="3025"/>
                    <a:pt x="4190" y="2553"/>
                    <a:pt x="4001" y="2143"/>
                  </a:cubicBezTo>
                  <a:lnTo>
                    <a:pt x="4631" y="1513"/>
                  </a:lnTo>
                  <a:cubicBezTo>
                    <a:pt x="4789" y="1576"/>
                    <a:pt x="4915" y="1607"/>
                    <a:pt x="5072" y="1607"/>
                  </a:cubicBezTo>
                  <a:cubicBezTo>
                    <a:pt x="5261" y="1607"/>
                    <a:pt x="5450" y="1544"/>
                    <a:pt x="5671" y="1418"/>
                  </a:cubicBezTo>
                  <a:cubicBezTo>
                    <a:pt x="5041" y="1040"/>
                    <a:pt x="4568" y="568"/>
                    <a:pt x="4190" y="1"/>
                  </a:cubicBezTo>
                  <a:close/>
                </a:path>
              </a:pathLst>
            </a:custGeom>
            <a:grpFill/>
            <a:ln>
              <a:noFill/>
            </a:ln>
          </p:spPr>
          <p:txBody>
            <a:bodyPr spcFirstLastPara="1" wrap="square" lIns="121900" tIns="121900" rIns="121900" bIns="121900" anchor="ctr" anchorCtr="0">
              <a:noAutofit/>
            </a:bodyPr>
            <a:lstStyle/>
            <a:p>
              <a:endParaRPr sz="2400"/>
            </a:p>
          </p:txBody>
        </p:sp>
        <p:sp>
          <p:nvSpPr>
            <p:cNvPr id="295" name="Google Shape;8613;p63">
              <a:extLst>
                <a:ext uri="{FF2B5EF4-FFF2-40B4-BE49-F238E27FC236}">
                  <a16:creationId xmlns:a16="http://schemas.microsoft.com/office/drawing/2014/main" id="{0EB36093-1DA8-764F-033C-660C2E8E938F}"/>
                </a:ext>
              </a:extLst>
            </p:cNvPr>
            <p:cNvSpPr/>
            <p:nvPr/>
          </p:nvSpPr>
          <p:spPr>
            <a:xfrm>
              <a:off x="-33541500" y="3586425"/>
              <a:ext cx="188250" cy="187475"/>
            </a:xfrm>
            <a:custGeom>
              <a:avLst/>
              <a:gdLst/>
              <a:ahLst/>
              <a:cxnLst/>
              <a:rect l="l" t="t" r="r" b="b"/>
              <a:pathLst>
                <a:path w="7530" h="7499" extrusionOk="0">
                  <a:moveTo>
                    <a:pt x="3718" y="1387"/>
                  </a:moveTo>
                  <a:cubicBezTo>
                    <a:pt x="4253" y="1387"/>
                    <a:pt x="4726" y="1859"/>
                    <a:pt x="4726" y="2427"/>
                  </a:cubicBezTo>
                  <a:cubicBezTo>
                    <a:pt x="4789" y="2805"/>
                    <a:pt x="4505" y="3214"/>
                    <a:pt x="4096" y="3372"/>
                  </a:cubicBezTo>
                  <a:lnTo>
                    <a:pt x="4096" y="3750"/>
                  </a:lnTo>
                  <a:cubicBezTo>
                    <a:pt x="4096" y="3939"/>
                    <a:pt x="3938" y="4096"/>
                    <a:pt x="3749" y="4096"/>
                  </a:cubicBezTo>
                  <a:cubicBezTo>
                    <a:pt x="3560" y="4096"/>
                    <a:pt x="3403" y="3939"/>
                    <a:pt x="3403" y="3750"/>
                  </a:cubicBezTo>
                  <a:lnTo>
                    <a:pt x="3403" y="3372"/>
                  </a:lnTo>
                  <a:cubicBezTo>
                    <a:pt x="3403" y="3088"/>
                    <a:pt x="3592" y="2805"/>
                    <a:pt x="3875" y="2742"/>
                  </a:cubicBezTo>
                  <a:cubicBezTo>
                    <a:pt x="4001" y="2679"/>
                    <a:pt x="4096" y="2521"/>
                    <a:pt x="4096" y="2427"/>
                  </a:cubicBezTo>
                  <a:cubicBezTo>
                    <a:pt x="4096" y="2206"/>
                    <a:pt x="3938" y="2049"/>
                    <a:pt x="3749" y="2049"/>
                  </a:cubicBezTo>
                  <a:cubicBezTo>
                    <a:pt x="3560" y="2049"/>
                    <a:pt x="3403" y="2206"/>
                    <a:pt x="3403" y="2427"/>
                  </a:cubicBezTo>
                  <a:cubicBezTo>
                    <a:pt x="3403" y="2616"/>
                    <a:pt x="3245" y="2773"/>
                    <a:pt x="3056" y="2773"/>
                  </a:cubicBezTo>
                  <a:cubicBezTo>
                    <a:pt x="2836" y="2773"/>
                    <a:pt x="2678" y="2616"/>
                    <a:pt x="2678" y="2427"/>
                  </a:cubicBezTo>
                  <a:cubicBezTo>
                    <a:pt x="2678" y="1859"/>
                    <a:pt x="3151" y="1387"/>
                    <a:pt x="3718" y="1387"/>
                  </a:cubicBezTo>
                  <a:close/>
                  <a:moveTo>
                    <a:pt x="3749" y="4726"/>
                  </a:moveTo>
                  <a:cubicBezTo>
                    <a:pt x="3938" y="4726"/>
                    <a:pt x="4096" y="4884"/>
                    <a:pt x="4096" y="5104"/>
                  </a:cubicBezTo>
                  <a:cubicBezTo>
                    <a:pt x="4096" y="5294"/>
                    <a:pt x="3938" y="5451"/>
                    <a:pt x="3749" y="5451"/>
                  </a:cubicBezTo>
                  <a:cubicBezTo>
                    <a:pt x="3560" y="5451"/>
                    <a:pt x="3403" y="5294"/>
                    <a:pt x="3403" y="5104"/>
                  </a:cubicBezTo>
                  <a:cubicBezTo>
                    <a:pt x="3403" y="4884"/>
                    <a:pt x="3560" y="4726"/>
                    <a:pt x="3749" y="4726"/>
                  </a:cubicBezTo>
                  <a:close/>
                  <a:moveTo>
                    <a:pt x="3749" y="1"/>
                  </a:moveTo>
                  <a:cubicBezTo>
                    <a:pt x="1670" y="1"/>
                    <a:pt x="0" y="1702"/>
                    <a:pt x="0" y="3750"/>
                  </a:cubicBezTo>
                  <a:cubicBezTo>
                    <a:pt x="0" y="5829"/>
                    <a:pt x="1702" y="7499"/>
                    <a:pt x="3749" y="7499"/>
                  </a:cubicBezTo>
                  <a:cubicBezTo>
                    <a:pt x="5829" y="7499"/>
                    <a:pt x="7498" y="5798"/>
                    <a:pt x="7498" y="3750"/>
                  </a:cubicBezTo>
                  <a:cubicBezTo>
                    <a:pt x="7530" y="1670"/>
                    <a:pt x="5829" y="1"/>
                    <a:pt x="3749"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296" name="Google Shape;8614;p63">
            <a:extLst>
              <a:ext uri="{FF2B5EF4-FFF2-40B4-BE49-F238E27FC236}">
                <a16:creationId xmlns:a16="http://schemas.microsoft.com/office/drawing/2014/main" id="{C51A5F95-B020-092E-31B4-C34539C071DC}"/>
              </a:ext>
            </a:extLst>
          </p:cNvPr>
          <p:cNvGrpSpPr/>
          <p:nvPr/>
        </p:nvGrpSpPr>
        <p:grpSpPr>
          <a:xfrm>
            <a:off x="4750457" y="3624195"/>
            <a:ext cx="446559" cy="447781"/>
            <a:chOff x="-33645475" y="3944800"/>
            <a:chExt cx="292225" cy="293025"/>
          </a:xfrm>
          <a:solidFill>
            <a:srgbClr val="6C1D35"/>
          </a:solidFill>
        </p:grpSpPr>
        <p:sp>
          <p:nvSpPr>
            <p:cNvPr id="297" name="Google Shape;8615;p63">
              <a:extLst>
                <a:ext uri="{FF2B5EF4-FFF2-40B4-BE49-F238E27FC236}">
                  <a16:creationId xmlns:a16="http://schemas.microsoft.com/office/drawing/2014/main" id="{2ED2883B-8CB6-CB2D-23C4-9DA6CA8E4F22}"/>
                </a:ext>
              </a:extLst>
            </p:cNvPr>
            <p:cNvSpPr/>
            <p:nvPr/>
          </p:nvSpPr>
          <p:spPr>
            <a:xfrm>
              <a:off x="-33549375" y="3944800"/>
              <a:ext cx="98475" cy="70900"/>
            </a:xfrm>
            <a:custGeom>
              <a:avLst/>
              <a:gdLst/>
              <a:ahLst/>
              <a:cxnLst/>
              <a:rect l="l" t="t" r="r" b="b"/>
              <a:pathLst>
                <a:path w="3939" h="2836" extrusionOk="0">
                  <a:moveTo>
                    <a:pt x="1985" y="0"/>
                  </a:moveTo>
                  <a:cubicBezTo>
                    <a:pt x="1260" y="0"/>
                    <a:pt x="473" y="946"/>
                    <a:pt x="0" y="2521"/>
                  </a:cubicBezTo>
                  <a:cubicBezTo>
                    <a:pt x="158" y="2615"/>
                    <a:pt x="284" y="2710"/>
                    <a:pt x="410" y="2836"/>
                  </a:cubicBezTo>
                  <a:cubicBezTo>
                    <a:pt x="914" y="2773"/>
                    <a:pt x="1481" y="2773"/>
                    <a:pt x="1985" y="2773"/>
                  </a:cubicBezTo>
                  <a:cubicBezTo>
                    <a:pt x="2489" y="2773"/>
                    <a:pt x="3056" y="2804"/>
                    <a:pt x="3560" y="2836"/>
                  </a:cubicBezTo>
                  <a:cubicBezTo>
                    <a:pt x="3623" y="2678"/>
                    <a:pt x="3781" y="2584"/>
                    <a:pt x="3938" y="2521"/>
                  </a:cubicBezTo>
                  <a:cubicBezTo>
                    <a:pt x="3529" y="946"/>
                    <a:pt x="2741" y="0"/>
                    <a:pt x="1985" y="0"/>
                  </a:cubicBezTo>
                  <a:close/>
                </a:path>
              </a:pathLst>
            </a:custGeom>
            <a:grpFill/>
            <a:ln>
              <a:noFill/>
            </a:ln>
          </p:spPr>
          <p:txBody>
            <a:bodyPr spcFirstLastPara="1" wrap="square" lIns="121900" tIns="121900" rIns="121900" bIns="121900" anchor="ctr" anchorCtr="0">
              <a:noAutofit/>
            </a:bodyPr>
            <a:lstStyle/>
            <a:p>
              <a:endParaRPr sz="2400"/>
            </a:p>
          </p:txBody>
        </p:sp>
        <p:sp>
          <p:nvSpPr>
            <p:cNvPr id="298" name="Google Shape;8616;p63">
              <a:extLst>
                <a:ext uri="{FF2B5EF4-FFF2-40B4-BE49-F238E27FC236}">
                  <a16:creationId xmlns:a16="http://schemas.microsoft.com/office/drawing/2014/main" id="{8C797115-12D7-A419-59DB-BBB1CFC1DB2C}"/>
                </a:ext>
              </a:extLst>
            </p:cNvPr>
            <p:cNvSpPr/>
            <p:nvPr/>
          </p:nvSpPr>
          <p:spPr>
            <a:xfrm>
              <a:off x="-33645475" y="4041675"/>
              <a:ext cx="70900" cy="98475"/>
            </a:xfrm>
            <a:custGeom>
              <a:avLst/>
              <a:gdLst/>
              <a:ahLst/>
              <a:cxnLst/>
              <a:rect l="l" t="t" r="r" b="b"/>
              <a:pathLst>
                <a:path w="2836" h="3939" extrusionOk="0">
                  <a:moveTo>
                    <a:pt x="2521" y="0"/>
                  </a:moveTo>
                  <a:cubicBezTo>
                    <a:pt x="946" y="473"/>
                    <a:pt x="32" y="1229"/>
                    <a:pt x="32" y="1954"/>
                  </a:cubicBezTo>
                  <a:cubicBezTo>
                    <a:pt x="1" y="2710"/>
                    <a:pt x="946" y="3466"/>
                    <a:pt x="2521" y="3939"/>
                  </a:cubicBezTo>
                  <a:cubicBezTo>
                    <a:pt x="2584" y="3781"/>
                    <a:pt x="2710" y="3655"/>
                    <a:pt x="2836" y="3529"/>
                  </a:cubicBezTo>
                  <a:cubicBezTo>
                    <a:pt x="2773" y="3025"/>
                    <a:pt x="2773" y="2521"/>
                    <a:pt x="2773" y="1954"/>
                  </a:cubicBezTo>
                  <a:cubicBezTo>
                    <a:pt x="2773" y="1418"/>
                    <a:pt x="2805" y="914"/>
                    <a:pt x="2836" y="379"/>
                  </a:cubicBezTo>
                  <a:cubicBezTo>
                    <a:pt x="2679" y="316"/>
                    <a:pt x="2553" y="158"/>
                    <a:pt x="2521" y="0"/>
                  </a:cubicBezTo>
                  <a:close/>
                </a:path>
              </a:pathLst>
            </a:custGeom>
            <a:grpFill/>
            <a:ln>
              <a:noFill/>
            </a:ln>
          </p:spPr>
          <p:txBody>
            <a:bodyPr spcFirstLastPara="1" wrap="square" lIns="121900" tIns="121900" rIns="121900" bIns="121900" anchor="ctr" anchorCtr="0">
              <a:noAutofit/>
            </a:bodyPr>
            <a:lstStyle/>
            <a:p>
              <a:endParaRPr sz="2400"/>
            </a:p>
          </p:txBody>
        </p:sp>
        <p:sp>
          <p:nvSpPr>
            <p:cNvPr id="299" name="Google Shape;8617;p63">
              <a:extLst>
                <a:ext uri="{FF2B5EF4-FFF2-40B4-BE49-F238E27FC236}">
                  <a16:creationId xmlns:a16="http://schemas.microsoft.com/office/drawing/2014/main" id="{2F3D2AE7-328E-B65D-3EC3-429E8F75CECE}"/>
                </a:ext>
              </a:extLst>
            </p:cNvPr>
            <p:cNvSpPr/>
            <p:nvPr/>
          </p:nvSpPr>
          <p:spPr>
            <a:xfrm>
              <a:off x="-33424150" y="4042450"/>
              <a:ext cx="70900" cy="52025"/>
            </a:xfrm>
            <a:custGeom>
              <a:avLst/>
              <a:gdLst/>
              <a:ahLst/>
              <a:cxnLst/>
              <a:rect l="l" t="t" r="r" b="b"/>
              <a:pathLst>
                <a:path w="2836" h="2081" extrusionOk="0">
                  <a:moveTo>
                    <a:pt x="316" y="1"/>
                  </a:moveTo>
                  <a:cubicBezTo>
                    <a:pt x="253" y="159"/>
                    <a:pt x="127" y="285"/>
                    <a:pt x="1" y="379"/>
                  </a:cubicBezTo>
                  <a:cubicBezTo>
                    <a:pt x="32" y="600"/>
                    <a:pt x="32" y="789"/>
                    <a:pt x="32" y="978"/>
                  </a:cubicBezTo>
                  <a:cubicBezTo>
                    <a:pt x="158" y="978"/>
                    <a:pt x="284" y="946"/>
                    <a:pt x="442" y="946"/>
                  </a:cubicBezTo>
                  <a:cubicBezTo>
                    <a:pt x="1387" y="946"/>
                    <a:pt x="2237" y="1387"/>
                    <a:pt x="2804" y="2080"/>
                  </a:cubicBezTo>
                  <a:lnTo>
                    <a:pt x="2804" y="1954"/>
                  </a:lnTo>
                  <a:cubicBezTo>
                    <a:pt x="2836" y="1230"/>
                    <a:pt x="1891" y="474"/>
                    <a:pt x="316" y="1"/>
                  </a:cubicBezTo>
                  <a:close/>
                </a:path>
              </a:pathLst>
            </a:custGeom>
            <a:grpFill/>
            <a:ln>
              <a:noFill/>
            </a:ln>
          </p:spPr>
          <p:txBody>
            <a:bodyPr spcFirstLastPara="1" wrap="square" lIns="121900" tIns="121900" rIns="121900" bIns="121900" anchor="ctr" anchorCtr="0">
              <a:noAutofit/>
            </a:bodyPr>
            <a:lstStyle/>
            <a:p>
              <a:endParaRPr sz="2400"/>
            </a:p>
          </p:txBody>
        </p:sp>
        <p:sp>
          <p:nvSpPr>
            <p:cNvPr id="300" name="Google Shape;8618;p63">
              <a:extLst>
                <a:ext uri="{FF2B5EF4-FFF2-40B4-BE49-F238E27FC236}">
                  <a16:creationId xmlns:a16="http://schemas.microsoft.com/office/drawing/2014/main" id="{D0D623CC-F0C8-3EFB-83AB-EF728070436B}"/>
                </a:ext>
              </a:extLst>
            </p:cNvPr>
            <p:cNvSpPr/>
            <p:nvPr/>
          </p:nvSpPr>
          <p:spPr>
            <a:xfrm>
              <a:off x="-33549375" y="4165325"/>
              <a:ext cx="86650" cy="70925"/>
            </a:xfrm>
            <a:custGeom>
              <a:avLst/>
              <a:gdLst/>
              <a:ahLst/>
              <a:cxnLst/>
              <a:rect l="l" t="t" r="r" b="b"/>
              <a:pathLst>
                <a:path w="3466" h="2837" extrusionOk="0">
                  <a:moveTo>
                    <a:pt x="410" y="1"/>
                  </a:moveTo>
                  <a:cubicBezTo>
                    <a:pt x="315" y="158"/>
                    <a:pt x="158" y="284"/>
                    <a:pt x="0" y="316"/>
                  </a:cubicBezTo>
                  <a:cubicBezTo>
                    <a:pt x="473" y="1891"/>
                    <a:pt x="1260" y="2836"/>
                    <a:pt x="1985" y="2836"/>
                  </a:cubicBezTo>
                  <a:cubicBezTo>
                    <a:pt x="2489" y="2836"/>
                    <a:pt x="3056" y="2364"/>
                    <a:pt x="3466" y="1544"/>
                  </a:cubicBezTo>
                  <a:lnTo>
                    <a:pt x="3119" y="1072"/>
                  </a:lnTo>
                  <a:cubicBezTo>
                    <a:pt x="2836" y="851"/>
                    <a:pt x="2678" y="473"/>
                    <a:pt x="2521" y="95"/>
                  </a:cubicBezTo>
                  <a:lnTo>
                    <a:pt x="1985" y="95"/>
                  </a:lnTo>
                  <a:cubicBezTo>
                    <a:pt x="1418" y="95"/>
                    <a:pt x="882" y="64"/>
                    <a:pt x="410" y="1"/>
                  </a:cubicBezTo>
                  <a:close/>
                </a:path>
              </a:pathLst>
            </a:custGeom>
            <a:grpFill/>
            <a:ln>
              <a:noFill/>
            </a:ln>
          </p:spPr>
          <p:txBody>
            <a:bodyPr spcFirstLastPara="1" wrap="square" lIns="121900" tIns="121900" rIns="121900" bIns="121900" anchor="ctr" anchorCtr="0">
              <a:noAutofit/>
            </a:bodyPr>
            <a:lstStyle/>
            <a:p>
              <a:endParaRPr sz="2400"/>
            </a:p>
          </p:txBody>
        </p:sp>
        <p:sp>
          <p:nvSpPr>
            <p:cNvPr id="301" name="Google Shape;8619;p63">
              <a:extLst>
                <a:ext uri="{FF2B5EF4-FFF2-40B4-BE49-F238E27FC236}">
                  <a16:creationId xmlns:a16="http://schemas.microsoft.com/office/drawing/2014/main" id="{1B71488A-4437-87E4-46A0-9B5972657770}"/>
                </a:ext>
              </a:extLst>
            </p:cNvPr>
            <p:cNvSpPr/>
            <p:nvPr/>
          </p:nvSpPr>
          <p:spPr>
            <a:xfrm>
              <a:off x="-33558825" y="4030650"/>
              <a:ext cx="118950" cy="120525"/>
            </a:xfrm>
            <a:custGeom>
              <a:avLst/>
              <a:gdLst/>
              <a:ahLst/>
              <a:cxnLst/>
              <a:rect l="l" t="t" r="r" b="b"/>
              <a:pathLst>
                <a:path w="4758" h="4821" extrusionOk="0">
                  <a:moveTo>
                    <a:pt x="2395" y="0"/>
                  </a:moveTo>
                  <a:cubicBezTo>
                    <a:pt x="1922" y="0"/>
                    <a:pt x="1418" y="32"/>
                    <a:pt x="1008" y="95"/>
                  </a:cubicBezTo>
                  <a:cubicBezTo>
                    <a:pt x="977" y="599"/>
                    <a:pt x="599" y="977"/>
                    <a:pt x="63" y="1040"/>
                  </a:cubicBezTo>
                  <a:cubicBezTo>
                    <a:pt x="32" y="1450"/>
                    <a:pt x="0" y="1922"/>
                    <a:pt x="0" y="2395"/>
                  </a:cubicBezTo>
                  <a:cubicBezTo>
                    <a:pt x="0" y="2867"/>
                    <a:pt x="32" y="3340"/>
                    <a:pt x="63" y="3781"/>
                  </a:cubicBezTo>
                  <a:cubicBezTo>
                    <a:pt x="599" y="3812"/>
                    <a:pt x="977" y="4222"/>
                    <a:pt x="1008" y="4726"/>
                  </a:cubicBezTo>
                  <a:cubicBezTo>
                    <a:pt x="1449" y="4758"/>
                    <a:pt x="1922" y="4821"/>
                    <a:pt x="2395" y="4821"/>
                  </a:cubicBezTo>
                  <a:lnTo>
                    <a:pt x="2804" y="4821"/>
                  </a:lnTo>
                  <a:cubicBezTo>
                    <a:pt x="2804" y="4695"/>
                    <a:pt x="2741" y="4569"/>
                    <a:pt x="2741" y="4506"/>
                  </a:cubicBezTo>
                  <a:cubicBezTo>
                    <a:pt x="2741" y="3151"/>
                    <a:pt x="3592" y="2017"/>
                    <a:pt x="4757" y="1576"/>
                  </a:cubicBezTo>
                  <a:cubicBezTo>
                    <a:pt x="4757" y="1387"/>
                    <a:pt x="4726" y="1229"/>
                    <a:pt x="4726" y="1040"/>
                  </a:cubicBezTo>
                  <a:cubicBezTo>
                    <a:pt x="4222" y="977"/>
                    <a:pt x="3812" y="599"/>
                    <a:pt x="3781" y="95"/>
                  </a:cubicBezTo>
                  <a:cubicBezTo>
                    <a:pt x="3340" y="32"/>
                    <a:pt x="2867" y="0"/>
                    <a:pt x="2395" y="0"/>
                  </a:cubicBezTo>
                  <a:close/>
                </a:path>
              </a:pathLst>
            </a:custGeom>
            <a:grpFill/>
            <a:ln>
              <a:noFill/>
            </a:ln>
          </p:spPr>
          <p:txBody>
            <a:bodyPr spcFirstLastPara="1" wrap="square" lIns="121900" tIns="121900" rIns="121900" bIns="121900" anchor="ctr" anchorCtr="0">
              <a:noAutofit/>
            </a:bodyPr>
            <a:lstStyle/>
            <a:p>
              <a:endParaRPr sz="2400"/>
            </a:p>
          </p:txBody>
        </p:sp>
        <p:sp>
          <p:nvSpPr>
            <p:cNvPr id="302" name="Google Shape;8620;p63">
              <a:extLst>
                <a:ext uri="{FF2B5EF4-FFF2-40B4-BE49-F238E27FC236}">
                  <a16:creationId xmlns:a16="http://schemas.microsoft.com/office/drawing/2014/main" id="{DF2D661D-90DA-2DE8-E673-037E4FB6B7B1}"/>
                </a:ext>
              </a:extLst>
            </p:cNvPr>
            <p:cNvSpPr/>
            <p:nvPr/>
          </p:nvSpPr>
          <p:spPr>
            <a:xfrm>
              <a:off x="-33639950" y="4129900"/>
              <a:ext cx="100825" cy="100825"/>
            </a:xfrm>
            <a:custGeom>
              <a:avLst/>
              <a:gdLst/>
              <a:ahLst/>
              <a:cxnLst/>
              <a:rect l="l" t="t" r="r" b="b"/>
              <a:pathLst>
                <a:path w="4033" h="4033" extrusionOk="0">
                  <a:moveTo>
                    <a:pt x="0" y="0"/>
                  </a:moveTo>
                  <a:lnTo>
                    <a:pt x="0" y="0"/>
                  </a:lnTo>
                  <a:cubicBezTo>
                    <a:pt x="567" y="1953"/>
                    <a:pt x="2111" y="3466"/>
                    <a:pt x="4033" y="4033"/>
                  </a:cubicBezTo>
                  <a:cubicBezTo>
                    <a:pt x="3592" y="3466"/>
                    <a:pt x="3245" y="2741"/>
                    <a:pt x="2962" y="1827"/>
                  </a:cubicBezTo>
                  <a:cubicBezTo>
                    <a:pt x="2584" y="1733"/>
                    <a:pt x="2300" y="1481"/>
                    <a:pt x="2206" y="1071"/>
                  </a:cubicBezTo>
                  <a:cubicBezTo>
                    <a:pt x="1323" y="851"/>
                    <a:pt x="567" y="441"/>
                    <a:pt x="0" y="0"/>
                  </a:cubicBezTo>
                  <a:close/>
                </a:path>
              </a:pathLst>
            </a:custGeom>
            <a:grpFill/>
            <a:ln>
              <a:noFill/>
            </a:ln>
          </p:spPr>
          <p:txBody>
            <a:bodyPr spcFirstLastPara="1" wrap="square" lIns="121900" tIns="121900" rIns="121900" bIns="121900" anchor="ctr" anchorCtr="0">
              <a:noAutofit/>
            </a:bodyPr>
            <a:lstStyle/>
            <a:p>
              <a:endParaRPr sz="2400"/>
            </a:p>
          </p:txBody>
        </p:sp>
        <p:sp>
          <p:nvSpPr>
            <p:cNvPr id="303" name="Google Shape;8621;p63">
              <a:extLst>
                <a:ext uri="{FF2B5EF4-FFF2-40B4-BE49-F238E27FC236}">
                  <a16:creationId xmlns:a16="http://schemas.microsoft.com/office/drawing/2014/main" id="{7D0A2C4D-8AF2-93AC-438C-246C777A9C01}"/>
                </a:ext>
              </a:extLst>
            </p:cNvPr>
            <p:cNvSpPr/>
            <p:nvPr/>
          </p:nvSpPr>
          <p:spPr>
            <a:xfrm>
              <a:off x="-33459600" y="3951875"/>
              <a:ext cx="100850" cy="100075"/>
            </a:xfrm>
            <a:custGeom>
              <a:avLst/>
              <a:gdLst/>
              <a:ahLst/>
              <a:cxnLst/>
              <a:rect l="l" t="t" r="r" b="b"/>
              <a:pathLst>
                <a:path w="4034" h="4003" extrusionOk="0">
                  <a:moveTo>
                    <a:pt x="1" y="1"/>
                  </a:moveTo>
                  <a:lnTo>
                    <a:pt x="1" y="1"/>
                  </a:lnTo>
                  <a:cubicBezTo>
                    <a:pt x="442" y="537"/>
                    <a:pt x="788" y="1293"/>
                    <a:pt x="1072" y="2206"/>
                  </a:cubicBezTo>
                  <a:cubicBezTo>
                    <a:pt x="1419" y="2238"/>
                    <a:pt x="1734" y="2553"/>
                    <a:pt x="1828" y="2962"/>
                  </a:cubicBezTo>
                  <a:cubicBezTo>
                    <a:pt x="2710" y="3183"/>
                    <a:pt x="3466" y="3592"/>
                    <a:pt x="4033" y="4002"/>
                  </a:cubicBezTo>
                  <a:cubicBezTo>
                    <a:pt x="3466" y="2080"/>
                    <a:pt x="1923" y="537"/>
                    <a:pt x="1" y="1"/>
                  </a:cubicBezTo>
                  <a:close/>
                </a:path>
              </a:pathLst>
            </a:custGeom>
            <a:grpFill/>
            <a:ln>
              <a:noFill/>
            </a:ln>
          </p:spPr>
          <p:txBody>
            <a:bodyPr spcFirstLastPara="1" wrap="square" lIns="121900" tIns="121900" rIns="121900" bIns="121900" anchor="ctr" anchorCtr="0">
              <a:noAutofit/>
            </a:bodyPr>
            <a:lstStyle/>
            <a:p>
              <a:endParaRPr sz="2400"/>
            </a:p>
          </p:txBody>
        </p:sp>
        <p:sp>
          <p:nvSpPr>
            <p:cNvPr id="304" name="Google Shape;8622;p63">
              <a:extLst>
                <a:ext uri="{FF2B5EF4-FFF2-40B4-BE49-F238E27FC236}">
                  <a16:creationId xmlns:a16="http://schemas.microsoft.com/office/drawing/2014/main" id="{EF57FA5E-C79B-13BA-6E5A-207B36AA461E}"/>
                </a:ext>
              </a:extLst>
            </p:cNvPr>
            <p:cNvSpPr/>
            <p:nvPr/>
          </p:nvSpPr>
          <p:spPr>
            <a:xfrm>
              <a:off x="-33639950" y="3951100"/>
              <a:ext cx="100825" cy="100050"/>
            </a:xfrm>
            <a:custGeom>
              <a:avLst/>
              <a:gdLst/>
              <a:ahLst/>
              <a:cxnLst/>
              <a:rect l="l" t="t" r="r" b="b"/>
              <a:pathLst>
                <a:path w="4033" h="4002" extrusionOk="0">
                  <a:moveTo>
                    <a:pt x="4033" y="0"/>
                  </a:moveTo>
                  <a:lnTo>
                    <a:pt x="4033" y="0"/>
                  </a:lnTo>
                  <a:cubicBezTo>
                    <a:pt x="2111" y="536"/>
                    <a:pt x="567" y="2080"/>
                    <a:pt x="0" y="4002"/>
                  </a:cubicBezTo>
                  <a:cubicBezTo>
                    <a:pt x="567" y="3592"/>
                    <a:pt x="1323" y="3214"/>
                    <a:pt x="2206" y="2962"/>
                  </a:cubicBezTo>
                  <a:cubicBezTo>
                    <a:pt x="2300" y="2552"/>
                    <a:pt x="2615" y="2269"/>
                    <a:pt x="2962" y="2206"/>
                  </a:cubicBezTo>
                  <a:cubicBezTo>
                    <a:pt x="3214" y="1292"/>
                    <a:pt x="3592" y="505"/>
                    <a:pt x="4033" y="0"/>
                  </a:cubicBezTo>
                  <a:close/>
                </a:path>
              </a:pathLst>
            </a:custGeom>
            <a:grpFill/>
            <a:ln>
              <a:noFill/>
            </a:ln>
          </p:spPr>
          <p:txBody>
            <a:bodyPr spcFirstLastPara="1" wrap="square" lIns="121900" tIns="121900" rIns="121900" bIns="121900" anchor="ctr" anchorCtr="0">
              <a:noAutofit/>
            </a:bodyPr>
            <a:lstStyle/>
            <a:p>
              <a:endParaRPr sz="2400"/>
            </a:p>
          </p:txBody>
        </p:sp>
        <p:sp>
          <p:nvSpPr>
            <p:cNvPr id="305" name="Google Shape;8623;p63">
              <a:extLst>
                <a:ext uri="{FF2B5EF4-FFF2-40B4-BE49-F238E27FC236}">
                  <a16:creationId xmlns:a16="http://schemas.microsoft.com/office/drawing/2014/main" id="{31390F11-F593-C9F7-301E-DB095EF6AF1B}"/>
                </a:ext>
              </a:extLst>
            </p:cNvPr>
            <p:cNvSpPr/>
            <p:nvPr/>
          </p:nvSpPr>
          <p:spPr>
            <a:xfrm>
              <a:off x="-33472975" y="4082625"/>
              <a:ext cx="119725" cy="155200"/>
            </a:xfrm>
            <a:custGeom>
              <a:avLst/>
              <a:gdLst/>
              <a:ahLst/>
              <a:cxnLst/>
              <a:rect l="l" t="t" r="r" b="b"/>
              <a:pathLst>
                <a:path w="4789" h="6208" extrusionOk="0">
                  <a:moveTo>
                    <a:pt x="2395" y="1355"/>
                  </a:moveTo>
                  <a:cubicBezTo>
                    <a:pt x="2930" y="1355"/>
                    <a:pt x="3403" y="1828"/>
                    <a:pt x="3403" y="2364"/>
                  </a:cubicBezTo>
                  <a:cubicBezTo>
                    <a:pt x="3403" y="2962"/>
                    <a:pt x="2930" y="3403"/>
                    <a:pt x="2395" y="3403"/>
                  </a:cubicBezTo>
                  <a:cubicBezTo>
                    <a:pt x="1827" y="3403"/>
                    <a:pt x="1355" y="2931"/>
                    <a:pt x="1355" y="2364"/>
                  </a:cubicBezTo>
                  <a:cubicBezTo>
                    <a:pt x="1355" y="1828"/>
                    <a:pt x="1827" y="1355"/>
                    <a:pt x="2395" y="1355"/>
                  </a:cubicBezTo>
                  <a:close/>
                  <a:moveTo>
                    <a:pt x="2395" y="1"/>
                  </a:moveTo>
                  <a:cubicBezTo>
                    <a:pt x="1040" y="1"/>
                    <a:pt x="0" y="1072"/>
                    <a:pt x="0" y="2427"/>
                  </a:cubicBezTo>
                  <a:cubicBezTo>
                    <a:pt x="0" y="2994"/>
                    <a:pt x="221" y="3592"/>
                    <a:pt x="630" y="4002"/>
                  </a:cubicBezTo>
                  <a:lnTo>
                    <a:pt x="2111" y="6050"/>
                  </a:lnTo>
                  <a:cubicBezTo>
                    <a:pt x="2206" y="6113"/>
                    <a:pt x="2269" y="6207"/>
                    <a:pt x="2395" y="6207"/>
                  </a:cubicBezTo>
                  <a:cubicBezTo>
                    <a:pt x="2521" y="6207"/>
                    <a:pt x="2584" y="6144"/>
                    <a:pt x="2678" y="6050"/>
                  </a:cubicBezTo>
                  <a:lnTo>
                    <a:pt x="4442" y="3592"/>
                  </a:lnTo>
                  <a:cubicBezTo>
                    <a:pt x="4663" y="3246"/>
                    <a:pt x="4757" y="2805"/>
                    <a:pt x="4757" y="2364"/>
                  </a:cubicBezTo>
                  <a:cubicBezTo>
                    <a:pt x="4789" y="1072"/>
                    <a:pt x="3686" y="1"/>
                    <a:pt x="2395" y="1"/>
                  </a:cubicBezTo>
                  <a:close/>
                </a:path>
              </a:pathLst>
            </a:custGeom>
            <a:grpFill/>
            <a:ln>
              <a:noFill/>
            </a:ln>
          </p:spPr>
          <p:txBody>
            <a:bodyPr spcFirstLastPara="1" wrap="square" lIns="121900" tIns="121900" rIns="121900" bIns="121900" anchor="ctr" anchorCtr="0">
              <a:noAutofit/>
            </a:bodyPr>
            <a:lstStyle/>
            <a:p>
              <a:endParaRPr sz="2400"/>
            </a:p>
          </p:txBody>
        </p:sp>
        <p:sp>
          <p:nvSpPr>
            <p:cNvPr id="306" name="Google Shape;8624;p63">
              <a:extLst>
                <a:ext uri="{FF2B5EF4-FFF2-40B4-BE49-F238E27FC236}">
                  <a16:creationId xmlns:a16="http://schemas.microsoft.com/office/drawing/2014/main" id="{7AFD9D76-19F4-40AD-28A7-11EADCDDABE7}"/>
                </a:ext>
              </a:extLst>
            </p:cNvPr>
            <p:cNvSpPr/>
            <p:nvPr/>
          </p:nvSpPr>
          <p:spPr>
            <a:xfrm>
              <a:off x="-33421775" y="4133825"/>
              <a:ext cx="17350" cy="18150"/>
            </a:xfrm>
            <a:custGeom>
              <a:avLst/>
              <a:gdLst/>
              <a:ahLst/>
              <a:cxnLst/>
              <a:rect l="l" t="t" r="r" b="b"/>
              <a:pathLst>
                <a:path w="694" h="726" extrusionOk="0">
                  <a:moveTo>
                    <a:pt x="347" y="1"/>
                  </a:moveTo>
                  <a:cubicBezTo>
                    <a:pt x="158" y="1"/>
                    <a:pt x="0" y="158"/>
                    <a:pt x="0" y="379"/>
                  </a:cubicBezTo>
                  <a:cubicBezTo>
                    <a:pt x="0" y="568"/>
                    <a:pt x="158" y="725"/>
                    <a:pt x="347" y="725"/>
                  </a:cubicBezTo>
                  <a:cubicBezTo>
                    <a:pt x="536" y="725"/>
                    <a:pt x="693" y="568"/>
                    <a:pt x="693" y="379"/>
                  </a:cubicBezTo>
                  <a:cubicBezTo>
                    <a:pt x="693" y="158"/>
                    <a:pt x="536" y="1"/>
                    <a:pt x="347"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07" name="Google Shape;8638;p63">
            <a:extLst>
              <a:ext uri="{FF2B5EF4-FFF2-40B4-BE49-F238E27FC236}">
                <a16:creationId xmlns:a16="http://schemas.microsoft.com/office/drawing/2014/main" id="{8F3C448F-CFF0-5527-692C-4CA0C8CA6466}"/>
              </a:ext>
            </a:extLst>
          </p:cNvPr>
          <p:cNvGrpSpPr/>
          <p:nvPr/>
        </p:nvGrpSpPr>
        <p:grpSpPr>
          <a:xfrm>
            <a:off x="7550116" y="3623396"/>
            <a:ext cx="461000" cy="449385"/>
            <a:chOff x="-31817400" y="3910025"/>
            <a:chExt cx="301675" cy="294075"/>
          </a:xfrm>
          <a:solidFill>
            <a:srgbClr val="6C1D35"/>
          </a:solidFill>
        </p:grpSpPr>
        <p:sp>
          <p:nvSpPr>
            <p:cNvPr id="308" name="Google Shape;8639;p63">
              <a:extLst>
                <a:ext uri="{FF2B5EF4-FFF2-40B4-BE49-F238E27FC236}">
                  <a16:creationId xmlns:a16="http://schemas.microsoft.com/office/drawing/2014/main" id="{D9F49590-671B-2C81-F7BC-CA557BA461FE}"/>
                </a:ext>
              </a:extLst>
            </p:cNvPr>
            <p:cNvSpPr/>
            <p:nvPr/>
          </p:nvSpPr>
          <p:spPr>
            <a:xfrm>
              <a:off x="-31817400" y="3911550"/>
              <a:ext cx="301675" cy="292550"/>
            </a:xfrm>
            <a:custGeom>
              <a:avLst/>
              <a:gdLst/>
              <a:ahLst/>
              <a:cxnLst/>
              <a:rect l="l" t="t" r="r" b="b"/>
              <a:pathLst>
                <a:path w="12067" h="11702" extrusionOk="0">
                  <a:moveTo>
                    <a:pt x="2558" y="0"/>
                  </a:moveTo>
                  <a:cubicBezTo>
                    <a:pt x="2357" y="0"/>
                    <a:pt x="2155" y="24"/>
                    <a:pt x="1954" y="70"/>
                  </a:cubicBezTo>
                  <a:cubicBezTo>
                    <a:pt x="1828" y="102"/>
                    <a:pt x="1733" y="196"/>
                    <a:pt x="1702" y="322"/>
                  </a:cubicBezTo>
                  <a:cubicBezTo>
                    <a:pt x="1670" y="448"/>
                    <a:pt x="1702" y="543"/>
                    <a:pt x="1796" y="637"/>
                  </a:cubicBezTo>
                  <a:lnTo>
                    <a:pt x="2679" y="1551"/>
                  </a:lnTo>
                  <a:cubicBezTo>
                    <a:pt x="2962" y="1803"/>
                    <a:pt x="2962" y="2244"/>
                    <a:pt x="2679" y="2528"/>
                  </a:cubicBezTo>
                  <a:cubicBezTo>
                    <a:pt x="2553" y="2669"/>
                    <a:pt x="2379" y="2740"/>
                    <a:pt x="2202" y="2740"/>
                  </a:cubicBezTo>
                  <a:cubicBezTo>
                    <a:pt x="2025" y="2740"/>
                    <a:pt x="1844" y="2669"/>
                    <a:pt x="1702" y="2528"/>
                  </a:cubicBezTo>
                  <a:lnTo>
                    <a:pt x="788" y="1614"/>
                  </a:lnTo>
                  <a:cubicBezTo>
                    <a:pt x="744" y="1569"/>
                    <a:pt x="668" y="1525"/>
                    <a:pt x="582" y="1525"/>
                  </a:cubicBezTo>
                  <a:cubicBezTo>
                    <a:pt x="547" y="1525"/>
                    <a:pt x="510" y="1532"/>
                    <a:pt x="473" y="1551"/>
                  </a:cubicBezTo>
                  <a:cubicBezTo>
                    <a:pt x="347" y="1582"/>
                    <a:pt x="284" y="1645"/>
                    <a:pt x="253" y="1771"/>
                  </a:cubicBezTo>
                  <a:cubicBezTo>
                    <a:pt x="1" y="2591"/>
                    <a:pt x="253" y="3473"/>
                    <a:pt x="883" y="4103"/>
                  </a:cubicBezTo>
                  <a:cubicBezTo>
                    <a:pt x="1366" y="4494"/>
                    <a:pt x="1932" y="4750"/>
                    <a:pt x="2619" y="4750"/>
                  </a:cubicBezTo>
                  <a:cubicBezTo>
                    <a:pt x="2874" y="4750"/>
                    <a:pt x="3145" y="4715"/>
                    <a:pt x="3435" y="4638"/>
                  </a:cubicBezTo>
                  <a:lnTo>
                    <a:pt x="7247" y="8482"/>
                  </a:lnTo>
                  <a:cubicBezTo>
                    <a:pt x="6963" y="9522"/>
                    <a:pt x="7215" y="10372"/>
                    <a:pt x="7814" y="10971"/>
                  </a:cubicBezTo>
                  <a:cubicBezTo>
                    <a:pt x="8291" y="11472"/>
                    <a:pt x="8895" y="11702"/>
                    <a:pt x="9516" y="11702"/>
                  </a:cubicBezTo>
                  <a:cubicBezTo>
                    <a:pt x="9714" y="11702"/>
                    <a:pt x="9915" y="11678"/>
                    <a:pt x="10114" y="11632"/>
                  </a:cubicBezTo>
                  <a:cubicBezTo>
                    <a:pt x="10240" y="11569"/>
                    <a:pt x="10334" y="11506"/>
                    <a:pt x="10366" y="11380"/>
                  </a:cubicBezTo>
                  <a:cubicBezTo>
                    <a:pt x="10397" y="11254"/>
                    <a:pt x="10366" y="11128"/>
                    <a:pt x="10271" y="11065"/>
                  </a:cubicBezTo>
                  <a:lnTo>
                    <a:pt x="9389" y="10152"/>
                  </a:lnTo>
                  <a:cubicBezTo>
                    <a:pt x="9106" y="9868"/>
                    <a:pt x="9106" y="9459"/>
                    <a:pt x="9389" y="9175"/>
                  </a:cubicBezTo>
                  <a:cubicBezTo>
                    <a:pt x="9515" y="9033"/>
                    <a:pt x="9688" y="8962"/>
                    <a:pt x="9866" y="8962"/>
                  </a:cubicBezTo>
                  <a:cubicBezTo>
                    <a:pt x="10043" y="8962"/>
                    <a:pt x="10224" y="9033"/>
                    <a:pt x="10366" y="9175"/>
                  </a:cubicBezTo>
                  <a:lnTo>
                    <a:pt x="11279" y="10089"/>
                  </a:lnTo>
                  <a:cubicBezTo>
                    <a:pt x="11326" y="10135"/>
                    <a:pt x="11405" y="10164"/>
                    <a:pt x="11494" y="10164"/>
                  </a:cubicBezTo>
                  <a:cubicBezTo>
                    <a:pt x="11527" y="10164"/>
                    <a:pt x="11561" y="10160"/>
                    <a:pt x="11594" y="10152"/>
                  </a:cubicBezTo>
                  <a:cubicBezTo>
                    <a:pt x="11720" y="10120"/>
                    <a:pt x="11783" y="10026"/>
                    <a:pt x="11815" y="9931"/>
                  </a:cubicBezTo>
                  <a:cubicBezTo>
                    <a:pt x="12067" y="9081"/>
                    <a:pt x="11815" y="8230"/>
                    <a:pt x="11185" y="7600"/>
                  </a:cubicBezTo>
                  <a:cubicBezTo>
                    <a:pt x="10778" y="7170"/>
                    <a:pt x="10224" y="6903"/>
                    <a:pt x="9537" y="6903"/>
                  </a:cubicBezTo>
                  <a:cubicBezTo>
                    <a:pt x="9266" y="6903"/>
                    <a:pt x="8975" y="6944"/>
                    <a:pt x="8665" y="7033"/>
                  </a:cubicBezTo>
                  <a:lnTo>
                    <a:pt x="4852" y="3221"/>
                  </a:lnTo>
                  <a:lnTo>
                    <a:pt x="4884" y="3032"/>
                  </a:lnTo>
                  <a:cubicBezTo>
                    <a:pt x="5136" y="2213"/>
                    <a:pt x="4884" y="1330"/>
                    <a:pt x="4254" y="700"/>
                  </a:cubicBezTo>
                  <a:cubicBezTo>
                    <a:pt x="3778" y="225"/>
                    <a:pt x="3177" y="0"/>
                    <a:pt x="2558" y="0"/>
                  </a:cubicBezTo>
                  <a:close/>
                </a:path>
              </a:pathLst>
            </a:custGeom>
            <a:grpFill/>
            <a:ln>
              <a:noFill/>
            </a:ln>
          </p:spPr>
          <p:txBody>
            <a:bodyPr spcFirstLastPara="1" wrap="square" lIns="121900" tIns="121900" rIns="121900" bIns="121900" anchor="ctr" anchorCtr="0">
              <a:noAutofit/>
            </a:bodyPr>
            <a:lstStyle/>
            <a:p>
              <a:endParaRPr sz="2400"/>
            </a:p>
          </p:txBody>
        </p:sp>
        <p:sp>
          <p:nvSpPr>
            <p:cNvPr id="309" name="Google Shape;8640;p63">
              <a:extLst>
                <a:ext uri="{FF2B5EF4-FFF2-40B4-BE49-F238E27FC236}">
                  <a16:creationId xmlns:a16="http://schemas.microsoft.com/office/drawing/2014/main" id="{B58DD01C-5E85-CDED-F7E7-C9C5B61A6BE0}"/>
                </a:ext>
              </a:extLst>
            </p:cNvPr>
            <p:cNvSpPr/>
            <p:nvPr/>
          </p:nvSpPr>
          <p:spPr>
            <a:xfrm>
              <a:off x="-31816600" y="4062950"/>
              <a:ext cx="144150" cy="140600"/>
            </a:xfrm>
            <a:custGeom>
              <a:avLst/>
              <a:gdLst/>
              <a:ahLst/>
              <a:cxnLst/>
              <a:rect l="l" t="t" r="r" b="b"/>
              <a:pathLst>
                <a:path w="5766" h="5624" extrusionOk="0">
                  <a:moveTo>
                    <a:pt x="4080" y="1504"/>
                  </a:moveTo>
                  <a:cubicBezTo>
                    <a:pt x="4167" y="1504"/>
                    <a:pt x="4253" y="1528"/>
                    <a:pt x="4316" y="1575"/>
                  </a:cubicBezTo>
                  <a:cubicBezTo>
                    <a:pt x="4442" y="1701"/>
                    <a:pt x="4442" y="1953"/>
                    <a:pt x="4316" y="2048"/>
                  </a:cubicBezTo>
                  <a:lnTo>
                    <a:pt x="2205" y="4159"/>
                  </a:lnTo>
                  <a:cubicBezTo>
                    <a:pt x="2158" y="4206"/>
                    <a:pt x="2072" y="4230"/>
                    <a:pt x="1985" y="4230"/>
                  </a:cubicBezTo>
                  <a:cubicBezTo>
                    <a:pt x="1898" y="4230"/>
                    <a:pt x="1812" y="4206"/>
                    <a:pt x="1764" y="4159"/>
                  </a:cubicBezTo>
                  <a:cubicBezTo>
                    <a:pt x="1638" y="4033"/>
                    <a:pt x="1638" y="3781"/>
                    <a:pt x="1764" y="3686"/>
                  </a:cubicBezTo>
                  <a:lnTo>
                    <a:pt x="3844" y="1575"/>
                  </a:lnTo>
                  <a:cubicBezTo>
                    <a:pt x="3907" y="1528"/>
                    <a:pt x="3993" y="1504"/>
                    <a:pt x="4080" y="1504"/>
                  </a:cubicBezTo>
                  <a:close/>
                  <a:moveTo>
                    <a:pt x="3844" y="0"/>
                  </a:moveTo>
                  <a:lnTo>
                    <a:pt x="567" y="3277"/>
                  </a:lnTo>
                  <a:cubicBezTo>
                    <a:pt x="0" y="3844"/>
                    <a:pt x="0" y="4694"/>
                    <a:pt x="567" y="5198"/>
                  </a:cubicBezTo>
                  <a:cubicBezTo>
                    <a:pt x="835" y="5482"/>
                    <a:pt x="1189" y="5624"/>
                    <a:pt x="1540" y="5624"/>
                  </a:cubicBezTo>
                  <a:cubicBezTo>
                    <a:pt x="1890" y="5624"/>
                    <a:pt x="2237" y="5482"/>
                    <a:pt x="2489" y="5198"/>
                  </a:cubicBezTo>
                  <a:lnTo>
                    <a:pt x="5766" y="1953"/>
                  </a:lnTo>
                  <a:lnTo>
                    <a:pt x="3844" y="0"/>
                  </a:lnTo>
                  <a:close/>
                </a:path>
              </a:pathLst>
            </a:custGeom>
            <a:grpFill/>
            <a:ln>
              <a:noFill/>
            </a:ln>
          </p:spPr>
          <p:txBody>
            <a:bodyPr spcFirstLastPara="1" wrap="square" lIns="121900" tIns="121900" rIns="121900" bIns="121900" anchor="ctr" anchorCtr="0">
              <a:noAutofit/>
            </a:bodyPr>
            <a:lstStyle/>
            <a:p>
              <a:endParaRPr sz="2400"/>
            </a:p>
          </p:txBody>
        </p:sp>
        <p:sp>
          <p:nvSpPr>
            <p:cNvPr id="310" name="Google Shape;8641;p63">
              <a:extLst>
                <a:ext uri="{FF2B5EF4-FFF2-40B4-BE49-F238E27FC236}">
                  <a16:creationId xmlns:a16="http://schemas.microsoft.com/office/drawing/2014/main" id="{6E33098D-81CB-938A-9615-4BF8E1AB73B3}"/>
                </a:ext>
              </a:extLst>
            </p:cNvPr>
            <p:cNvSpPr/>
            <p:nvPr/>
          </p:nvSpPr>
          <p:spPr>
            <a:xfrm>
              <a:off x="-31648050" y="3910025"/>
              <a:ext cx="129175" cy="127725"/>
            </a:xfrm>
            <a:custGeom>
              <a:avLst/>
              <a:gdLst/>
              <a:ahLst/>
              <a:cxnLst/>
              <a:rect l="l" t="t" r="r" b="b"/>
              <a:pathLst>
                <a:path w="5167" h="5109" extrusionOk="0">
                  <a:moveTo>
                    <a:pt x="4249" y="1"/>
                  </a:moveTo>
                  <a:cubicBezTo>
                    <a:pt x="4179" y="1"/>
                    <a:pt x="4106" y="24"/>
                    <a:pt x="4033" y="68"/>
                  </a:cubicBezTo>
                  <a:lnTo>
                    <a:pt x="2206" y="1171"/>
                  </a:lnTo>
                  <a:cubicBezTo>
                    <a:pt x="2017" y="1265"/>
                    <a:pt x="1985" y="1549"/>
                    <a:pt x="2143" y="1706"/>
                  </a:cubicBezTo>
                  <a:lnTo>
                    <a:pt x="2300" y="1864"/>
                  </a:lnTo>
                  <a:lnTo>
                    <a:pt x="0" y="4164"/>
                  </a:lnTo>
                  <a:lnTo>
                    <a:pt x="945" y="5109"/>
                  </a:lnTo>
                  <a:lnTo>
                    <a:pt x="3245" y="2809"/>
                  </a:lnTo>
                  <a:lnTo>
                    <a:pt x="3434" y="2998"/>
                  </a:lnTo>
                  <a:cubicBezTo>
                    <a:pt x="3502" y="3066"/>
                    <a:pt x="3594" y="3099"/>
                    <a:pt x="3684" y="3099"/>
                  </a:cubicBezTo>
                  <a:cubicBezTo>
                    <a:pt x="3802" y="3099"/>
                    <a:pt x="3916" y="3042"/>
                    <a:pt x="3970" y="2935"/>
                  </a:cubicBezTo>
                  <a:lnTo>
                    <a:pt x="5073" y="1108"/>
                  </a:lnTo>
                  <a:cubicBezTo>
                    <a:pt x="5167" y="1013"/>
                    <a:pt x="5167" y="793"/>
                    <a:pt x="5041" y="698"/>
                  </a:cubicBezTo>
                  <a:lnTo>
                    <a:pt x="4474" y="100"/>
                  </a:lnTo>
                  <a:cubicBezTo>
                    <a:pt x="4406" y="32"/>
                    <a:pt x="4330" y="1"/>
                    <a:pt x="4249"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11" name="Google Shape;8642;p63">
            <a:extLst>
              <a:ext uri="{FF2B5EF4-FFF2-40B4-BE49-F238E27FC236}">
                <a16:creationId xmlns:a16="http://schemas.microsoft.com/office/drawing/2014/main" id="{E1A49613-2AFA-F2CF-4E78-33F5F435FF72}"/>
              </a:ext>
            </a:extLst>
          </p:cNvPr>
          <p:cNvGrpSpPr/>
          <p:nvPr/>
        </p:nvGrpSpPr>
        <p:grpSpPr>
          <a:xfrm>
            <a:off x="9806459" y="3076551"/>
            <a:ext cx="446597" cy="446559"/>
            <a:chOff x="-30354000" y="3569100"/>
            <a:chExt cx="292250" cy="292225"/>
          </a:xfrm>
          <a:solidFill>
            <a:srgbClr val="6C1D35"/>
          </a:solidFill>
        </p:grpSpPr>
        <p:sp>
          <p:nvSpPr>
            <p:cNvPr id="312" name="Google Shape;8643;p63">
              <a:extLst>
                <a:ext uri="{FF2B5EF4-FFF2-40B4-BE49-F238E27FC236}">
                  <a16:creationId xmlns:a16="http://schemas.microsoft.com/office/drawing/2014/main" id="{4A8AFAEB-4B91-20B8-B82B-FCED11D36D87}"/>
                </a:ext>
              </a:extLst>
            </p:cNvPr>
            <p:cNvSpPr/>
            <p:nvPr/>
          </p:nvSpPr>
          <p:spPr>
            <a:xfrm>
              <a:off x="-30354000" y="3604550"/>
              <a:ext cx="137875" cy="256000"/>
            </a:xfrm>
            <a:custGeom>
              <a:avLst/>
              <a:gdLst/>
              <a:ahLst/>
              <a:cxnLst/>
              <a:rect l="l" t="t" r="r" b="b"/>
              <a:pathLst>
                <a:path w="5515" h="10240" extrusionOk="0">
                  <a:moveTo>
                    <a:pt x="662" y="0"/>
                  </a:moveTo>
                  <a:cubicBezTo>
                    <a:pt x="284" y="0"/>
                    <a:pt x="1" y="315"/>
                    <a:pt x="1" y="662"/>
                  </a:cubicBezTo>
                  <a:lnTo>
                    <a:pt x="1" y="4411"/>
                  </a:lnTo>
                  <a:cubicBezTo>
                    <a:pt x="1" y="4632"/>
                    <a:pt x="64" y="4884"/>
                    <a:pt x="190" y="5073"/>
                  </a:cubicBezTo>
                  <a:lnTo>
                    <a:pt x="1639" y="7467"/>
                  </a:lnTo>
                  <a:cubicBezTo>
                    <a:pt x="1891" y="7877"/>
                    <a:pt x="2049" y="8097"/>
                    <a:pt x="2049" y="8538"/>
                  </a:cubicBezTo>
                  <a:lnTo>
                    <a:pt x="2049" y="9861"/>
                  </a:lnTo>
                  <a:cubicBezTo>
                    <a:pt x="2049" y="10082"/>
                    <a:pt x="2206" y="10239"/>
                    <a:pt x="2395" y="10239"/>
                  </a:cubicBezTo>
                  <a:lnTo>
                    <a:pt x="5514" y="10239"/>
                  </a:lnTo>
                  <a:lnTo>
                    <a:pt x="5514" y="6364"/>
                  </a:lnTo>
                  <a:cubicBezTo>
                    <a:pt x="5514" y="5986"/>
                    <a:pt x="5357" y="5671"/>
                    <a:pt x="5168" y="5419"/>
                  </a:cubicBezTo>
                  <a:cubicBezTo>
                    <a:pt x="5167" y="5420"/>
                    <a:pt x="5165" y="5421"/>
                    <a:pt x="5163" y="5421"/>
                  </a:cubicBezTo>
                  <a:cubicBezTo>
                    <a:pt x="5042" y="5421"/>
                    <a:pt x="3214" y="3623"/>
                    <a:pt x="3183" y="3592"/>
                  </a:cubicBezTo>
                  <a:cubicBezTo>
                    <a:pt x="3041" y="3432"/>
                    <a:pt x="2828" y="3332"/>
                    <a:pt x="2613" y="3332"/>
                  </a:cubicBezTo>
                  <a:cubicBezTo>
                    <a:pt x="2448" y="3332"/>
                    <a:pt x="2280" y="3392"/>
                    <a:pt x="2143" y="3529"/>
                  </a:cubicBezTo>
                  <a:cubicBezTo>
                    <a:pt x="1891" y="3812"/>
                    <a:pt x="1923" y="4285"/>
                    <a:pt x="2112" y="4442"/>
                  </a:cubicBezTo>
                  <a:lnTo>
                    <a:pt x="3970" y="6301"/>
                  </a:lnTo>
                  <a:cubicBezTo>
                    <a:pt x="4097" y="6427"/>
                    <a:pt x="4097" y="6648"/>
                    <a:pt x="3970" y="6774"/>
                  </a:cubicBezTo>
                  <a:cubicBezTo>
                    <a:pt x="3907" y="6821"/>
                    <a:pt x="3821" y="6845"/>
                    <a:pt x="3734" y="6845"/>
                  </a:cubicBezTo>
                  <a:cubicBezTo>
                    <a:pt x="3648" y="6845"/>
                    <a:pt x="3561" y="6821"/>
                    <a:pt x="3498" y="6774"/>
                  </a:cubicBezTo>
                  <a:lnTo>
                    <a:pt x="1639" y="4915"/>
                  </a:lnTo>
                  <a:cubicBezTo>
                    <a:pt x="1450" y="4726"/>
                    <a:pt x="1324" y="4442"/>
                    <a:pt x="1324" y="4190"/>
                  </a:cubicBezTo>
                  <a:lnTo>
                    <a:pt x="1324" y="662"/>
                  </a:lnTo>
                  <a:cubicBezTo>
                    <a:pt x="1324" y="252"/>
                    <a:pt x="1009" y="0"/>
                    <a:pt x="662" y="0"/>
                  </a:cubicBezTo>
                  <a:close/>
                </a:path>
              </a:pathLst>
            </a:custGeom>
            <a:grpFill/>
            <a:ln>
              <a:noFill/>
            </a:ln>
          </p:spPr>
          <p:txBody>
            <a:bodyPr spcFirstLastPara="1" wrap="square" lIns="121900" tIns="121900" rIns="121900" bIns="121900" anchor="ctr" anchorCtr="0">
              <a:noAutofit/>
            </a:bodyPr>
            <a:lstStyle/>
            <a:p>
              <a:endParaRPr sz="2400"/>
            </a:p>
          </p:txBody>
        </p:sp>
        <p:sp>
          <p:nvSpPr>
            <p:cNvPr id="313" name="Google Shape;8644;p63">
              <a:extLst>
                <a:ext uri="{FF2B5EF4-FFF2-40B4-BE49-F238E27FC236}">
                  <a16:creationId xmlns:a16="http://schemas.microsoft.com/office/drawing/2014/main" id="{04E5D6FD-D1D3-95C7-FF41-4E3606D9EC5C}"/>
                </a:ext>
              </a:extLst>
            </p:cNvPr>
            <p:cNvSpPr/>
            <p:nvPr/>
          </p:nvSpPr>
          <p:spPr>
            <a:xfrm>
              <a:off x="-30198825" y="3604550"/>
              <a:ext cx="137075" cy="256775"/>
            </a:xfrm>
            <a:custGeom>
              <a:avLst/>
              <a:gdLst/>
              <a:ahLst/>
              <a:cxnLst/>
              <a:rect l="l" t="t" r="r" b="b"/>
              <a:pathLst>
                <a:path w="5483" h="10271" extrusionOk="0">
                  <a:moveTo>
                    <a:pt x="4758" y="0"/>
                  </a:moveTo>
                  <a:cubicBezTo>
                    <a:pt x="4380" y="0"/>
                    <a:pt x="4096" y="315"/>
                    <a:pt x="4096" y="662"/>
                  </a:cubicBezTo>
                  <a:lnTo>
                    <a:pt x="4096" y="4190"/>
                  </a:lnTo>
                  <a:cubicBezTo>
                    <a:pt x="4096" y="4474"/>
                    <a:pt x="3970" y="4758"/>
                    <a:pt x="3781" y="4915"/>
                  </a:cubicBezTo>
                  <a:lnTo>
                    <a:pt x="1922" y="6774"/>
                  </a:lnTo>
                  <a:cubicBezTo>
                    <a:pt x="1875" y="6821"/>
                    <a:pt x="1788" y="6845"/>
                    <a:pt x="1698" y="6845"/>
                  </a:cubicBezTo>
                  <a:cubicBezTo>
                    <a:pt x="1607" y="6845"/>
                    <a:pt x="1513" y="6821"/>
                    <a:pt x="1450" y="6774"/>
                  </a:cubicBezTo>
                  <a:cubicBezTo>
                    <a:pt x="1355" y="6648"/>
                    <a:pt x="1355" y="6427"/>
                    <a:pt x="1450" y="6301"/>
                  </a:cubicBezTo>
                  <a:lnTo>
                    <a:pt x="3308" y="4442"/>
                  </a:lnTo>
                  <a:cubicBezTo>
                    <a:pt x="3497" y="4285"/>
                    <a:pt x="3560" y="3812"/>
                    <a:pt x="3277" y="3529"/>
                  </a:cubicBezTo>
                  <a:cubicBezTo>
                    <a:pt x="3140" y="3392"/>
                    <a:pt x="2972" y="3332"/>
                    <a:pt x="2807" y="3332"/>
                  </a:cubicBezTo>
                  <a:cubicBezTo>
                    <a:pt x="2592" y="3332"/>
                    <a:pt x="2379" y="3432"/>
                    <a:pt x="2237" y="3592"/>
                  </a:cubicBezTo>
                  <a:cubicBezTo>
                    <a:pt x="2237" y="3592"/>
                    <a:pt x="347" y="5419"/>
                    <a:pt x="347" y="5482"/>
                  </a:cubicBezTo>
                  <a:cubicBezTo>
                    <a:pt x="158" y="5671"/>
                    <a:pt x="0" y="6018"/>
                    <a:pt x="0" y="6427"/>
                  </a:cubicBezTo>
                  <a:lnTo>
                    <a:pt x="0" y="8129"/>
                  </a:lnTo>
                  <a:lnTo>
                    <a:pt x="0" y="8412"/>
                  </a:lnTo>
                  <a:lnTo>
                    <a:pt x="0" y="10271"/>
                  </a:lnTo>
                  <a:lnTo>
                    <a:pt x="3088" y="10271"/>
                  </a:lnTo>
                  <a:cubicBezTo>
                    <a:pt x="3277" y="10271"/>
                    <a:pt x="3434" y="10113"/>
                    <a:pt x="3434" y="9924"/>
                  </a:cubicBezTo>
                  <a:lnTo>
                    <a:pt x="3434" y="8570"/>
                  </a:lnTo>
                  <a:cubicBezTo>
                    <a:pt x="3434" y="8129"/>
                    <a:pt x="3623" y="7908"/>
                    <a:pt x="3812" y="7530"/>
                  </a:cubicBezTo>
                  <a:lnTo>
                    <a:pt x="5293" y="5104"/>
                  </a:lnTo>
                  <a:cubicBezTo>
                    <a:pt x="5388" y="4915"/>
                    <a:pt x="5482" y="4663"/>
                    <a:pt x="5482" y="4411"/>
                  </a:cubicBezTo>
                  <a:lnTo>
                    <a:pt x="5482" y="662"/>
                  </a:lnTo>
                  <a:cubicBezTo>
                    <a:pt x="5451" y="284"/>
                    <a:pt x="5136" y="0"/>
                    <a:pt x="4758" y="0"/>
                  </a:cubicBezTo>
                  <a:close/>
                </a:path>
              </a:pathLst>
            </a:custGeom>
            <a:grpFill/>
            <a:ln>
              <a:noFill/>
            </a:ln>
          </p:spPr>
          <p:txBody>
            <a:bodyPr spcFirstLastPara="1" wrap="square" lIns="121900" tIns="121900" rIns="121900" bIns="121900" anchor="ctr" anchorCtr="0">
              <a:noAutofit/>
            </a:bodyPr>
            <a:lstStyle/>
            <a:p>
              <a:endParaRPr sz="2400"/>
            </a:p>
          </p:txBody>
        </p:sp>
        <p:sp>
          <p:nvSpPr>
            <p:cNvPr id="314" name="Google Shape;8645;p63">
              <a:extLst>
                <a:ext uri="{FF2B5EF4-FFF2-40B4-BE49-F238E27FC236}">
                  <a16:creationId xmlns:a16="http://schemas.microsoft.com/office/drawing/2014/main" id="{BC11881A-A201-FE15-BF34-5340FA29EF29}"/>
                </a:ext>
              </a:extLst>
            </p:cNvPr>
            <p:cNvSpPr/>
            <p:nvPr/>
          </p:nvSpPr>
          <p:spPr>
            <a:xfrm>
              <a:off x="-30139750" y="3636850"/>
              <a:ext cx="26000" cy="37825"/>
            </a:xfrm>
            <a:custGeom>
              <a:avLst/>
              <a:gdLst/>
              <a:ahLst/>
              <a:cxnLst/>
              <a:rect l="l" t="t" r="r" b="b"/>
              <a:pathLst>
                <a:path w="1040" h="1513" extrusionOk="0">
                  <a:moveTo>
                    <a:pt x="504" y="0"/>
                  </a:moveTo>
                  <a:cubicBezTo>
                    <a:pt x="252" y="32"/>
                    <a:pt x="0" y="284"/>
                    <a:pt x="0" y="567"/>
                  </a:cubicBezTo>
                  <a:lnTo>
                    <a:pt x="0" y="1418"/>
                  </a:lnTo>
                  <a:cubicBezTo>
                    <a:pt x="126" y="1386"/>
                    <a:pt x="252" y="1355"/>
                    <a:pt x="410" y="1355"/>
                  </a:cubicBezTo>
                  <a:cubicBezTo>
                    <a:pt x="630" y="1355"/>
                    <a:pt x="819" y="1386"/>
                    <a:pt x="1040" y="1512"/>
                  </a:cubicBezTo>
                  <a:lnTo>
                    <a:pt x="1040" y="504"/>
                  </a:lnTo>
                  <a:cubicBezTo>
                    <a:pt x="1040" y="252"/>
                    <a:pt x="788" y="0"/>
                    <a:pt x="504" y="0"/>
                  </a:cubicBezTo>
                  <a:close/>
                </a:path>
              </a:pathLst>
            </a:custGeom>
            <a:grpFill/>
            <a:ln>
              <a:noFill/>
            </a:ln>
          </p:spPr>
          <p:txBody>
            <a:bodyPr spcFirstLastPara="1" wrap="square" lIns="121900" tIns="121900" rIns="121900" bIns="121900" anchor="ctr" anchorCtr="0">
              <a:noAutofit/>
            </a:bodyPr>
            <a:lstStyle/>
            <a:p>
              <a:endParaRPr sz="2400"/>
            </a:p>
          </p:txBody>
        </p:sp>
        <p:sp>
          <p:nvSpPr>
            <p:cNvPr id="315" name="Google Shape;8646;p63">
              <a:extLst>
                <a:ext uri="{FF2B5EF4-FFF2-40B4-BE49-F238E27FC236}">
                  <a16:creationId xmlns:a16="http://schemas.microsoft.com/office/drawing/2014/main" id="{3F4E3519-41A4-6960-7CCC-E4E3679E1EB0}"/>
                </a:ext>
              </a:extLst>
            </p:cNvPr>
            <p:cNvSpPr/>
            <p:nvPr/>
          </p:nvSpPr>
          <p:spPr>
            <a:xfrm>
              <a:off x="-30302800" y="3638950"/>
              <a:ext cx="25225" cy="36500"/>
            </a:xfrm>
            <a:custGeom>
              <a:avLst/>
              <a:gdLst/>
              <a:ahLst/>
              <a:cxnLst/>
              <a:rect l="l" t="t" r="r" b="b"/>
              <a:pathLst>
                <a:path w="1009" h="1460" extrusionOk="0">
                  <a:moveTo>
                    <a:pt x="418" y="1"/>
                  </a:moveTo>
                  <a:cubicBezTo>
                    <a:pt x="177" y="1"/>
                    <a:pt x="1" y="229"/>
                    <a:pt x="1" y="483"/>
                  </a:cubicBezTo>
                  <a:lnTo>
                    <a:pt x="1" y="1460"/>
                  </a:lnTo>
                  <a:cubicBezTo>
                    <a:pt x="190" y="1334"/>
                    <a:pt x="379" y="1302"/>
                    <a:pt x="631" y="1302"/>
                  </a:cubicBezTo>
                  <a:cubicBezTo>
                    <a:pt x="725" y="1302"/>
                    <a:pt x="883" y="1334"/>
                    <a:pt x="1009" y="1365"/>
                  </a:cubicBezTo>
                  <a:lnTo>
                    <a:pt x="1009" y="515"/>
                  </a:lnTo>
                  <a:cubicBezTo>
                    <a:pt x="1009" y="231"/>
                    <a:pt x="788" y="11"/>
                    <a:pt x="505" y="11"/>
                  </a:cubicBezTo>
                  <a:cubicBezTo>
                    <a:pt x="475" y="4"/>
                    <a:pt x="446" y="1"/>
                    <a:pt x="418" y="1"/>
                  </a:cubicBezTo>
                  <a:close/>
                </a:path>
              </a:pathLst>
            </a:custGeom>
            <a:grpFill/>
            <a:ln>
              <a:noFill/>
            </a:ln>
          </p:spPr>
          <p:txBody>
            <a:bodyPr spcFirstLastPara="1" wrap="square" lIns="121900" tIns="121900" rIns="121900" bIns="121900" anchor="ctr" anchorCtr="0">
              <a:noAutofit/>
            </a:bodyPr>
            <a:lstStyle/>
            <a:p>
              <a:endParaRPr sz="2400"/>
            </a:p>
          </p:txBody>
        </p:sp>
        <p:sp>
          <p:nvSpPr>
            <p:cNvPr id="316" name="Google Shape;8647;p63">
              <a:extLst>
                <a:ext uri="{FF2B5EF4-FFF2-40B4-BE49-F238E27FC236}">
                  <a16:creationId xmlns:a16="http://schemas.microsoft.com/office/drawing/2014/main" id="{213790CC-820A-340E-D403-5E70EB23D717}"/>
                </a:ext>
              </a:extLst>
            </p:cNvPr>
            <p:cNvSpPr/>
            <p:nvPr/>
          </p:nvSpPr>
          <p:spPr>
            <a:xfrm>
              <a:off x="-30242925" y="3569100"/>
              <a:ext cx="68525" cy="68550"/>
            </a:xfrm>
            <a:custGeom>
              <a:avLst/>
              <a:gdLst/>
              <a:ahLst/>
              <a:cxnLst/>
              <a:rect l="l" t="t" r="r" b="b"/>
              <a:pathLst>
                <a:path w="2741" h="2742" extrusionOk="0">
                  <a:moveTo>
                    <a:pt x="1386" y="1"/>
                  </a:moveTo>
                  <a:cubicBezTo>
                    <a:pt x="630" y="1"/>
                    <a:pt x="0" y="631"/>
                    <a:pt x="0" y="1387"/>
                  </a:cubicBezTo>
                  <a:cubicBezTo>
                    <a:pt x="0" y="2174"/>
                    <a:pt x="630" y="2742"/>
                    <a:pt x="1386" y="2742"/>
                  </a:cubicBezTo>
                  <a:cubicBezTo>
                    <a:pt x="2111" y="2742"/>
                    <a:pt x="2741" y="2111"/>
                    <a:pt x="2741" y="1387"/>
                  </a:cubicBezTo>
                  <a:cubicBezTo>
                    <a:pt x="2741" y="631"/>
                    <a:pt x="2111" y="1"/>
                    <a:pt x="1386" y="1"/>
                  </a:cubicBezTo>
                  <a:close/>
                </a:path>
              </a:pathLst>
            </a:custGeom>
            <a:grpFill/>
            <a:ln>
              <a:noFill/>
            </a:ln>
          </p:spPr>
          <p:txBody>
            <a:bodyPr spcFirstLastPara="1" wrap="square" lIns="121900" tIns="121900" rIns="121900" bIns="121900" anchor="ctr" anchorCtr="0">
              <a:noAutofit/>
            </a:bodyPr>
            <a:lstStyle/>
            <a:p>
              <a:endParaRPr sz="2400"/>
            </a:p>
          </p:txBody>
        </p:sp>
        <p:sp>
          <p:nvSpPr>
            <p:cNvPr id="317" name="Google Shape;8648;p63">
              <a:extLst>
                <a:ext uri="{FF2B5EF4-FFF2-40B4-BE49-F238E27FC236}">
                  <a16:creationId xmlns:a16="http://schemas.microsoft.com/office/drawing/2014/main" id="{366A5AEB-6CF0-D0BF-3305-422EC56FF079}"/>
                </a:ext>
              </a:extLst>
            </p:cNvPr>
            <p:cNvSpPr/>
            <p:nvPr/>
          </p:nvSpPr>
          <p:spPr>
            <a:xfrm>
              <a:off x="-30262625" y="3654950"/>
              <a:ext cx="107925" cy="68550"/>
            </a:xfrm>
            <a:custGeom>
              <a:avLst/>
              <a:gdLst/>
              <a:ahLst/>
              <a:cxnLst/>
              <a:rect l="l" t="t" r="r" b="b"/>
              <a:pathLst>
                <a:path w="4317" h="2742" extrusionOk="0">
                  <a:moveTo>
                    <a:pt x="2174" y="1"/>
                  </a:moveTo>
                  <a:cubicBezTo>
                    <a:pt x="1292" y="1"/>
                    <a:pt x="505" y="379"/>
                    <a:pt x="0" y="1040"/>
                  </a:cubicBezTo>
                  <a:lnTo>
                    <a:pt x="32" y="1103"/>
                  </a:lnTo>
                  <a:cubicBezTo>
                    <a:pt x="946" y="1985"/>
                    <a:pt x="1450" y="2458"/>
                    <a:pt x="1702" y="2742"/>
                  </a:cubicBezTo>
                  <a:lnTo>
                    <a:pt x="2647" y="2742"/>
                  </a:lnTo>
                  <a:lnTo>
                    <a:pt x="4254" y="1135"/>
                  </a:lnTo>
                  <a:lnTo>
                    <a:pt x="4317" y="1040"/>
                  </a:lnTo>
                  <a:cubicBezTo>
                    <a:pt x="3813" y="410"/>
                    <a:pt x="3025" y="1"/>
                    <a:pt x="2174"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18" name="Google Shape;8654;p63">
            <a:extLst>
              <a:ext uri="{FF2B5EF4-FFF2-40B4-BE49-F238E27FC236}">
                <a16:creationId xmlns:a16="http://schemas.microsoft.com/office/drawing/2014/main" id="{EA36BE87-2FA6-242C-2746-5384BA9F0387}"/>
              </a:ext>
            </a:extLst>
          </p:cNvPr>
          <p:cNvGrpSpPr/>
          <p:nvPr/>
        </p:nvGrpSpPr>
        <p:grpSpPr>
          <a:xfrm>
            <a:off x="2496815" y="3077411"/>
            <a:ext cx="446559" cy="444840"/>
            <a:chOff x="-35123050" y="3561225"/>
            <a:chExt cx="292225" cy="291100"/>
          </a:xfrm>
          <a:solidFill>
            <a:srgbClr val="6C1D35"/>
          </a:solidFill>
        </p:grpSpPr>
        <p:sp>
          <p:nvSpPr>
            <p:cNvPr id="319" name="Google Shape;8655;p63">
              <a:extLst>
                <a:ext uri="{FF2B5EF4-FFF2-40B4-BE49-F238E27FC236}">
                  <a16:creationId xmlns:a16="http://schemas.microsoft.com/office/drawing/2014/main" id="{FD0F1427-74FA-6248-FE93-8B4FFFEC0FB7}"/>
                </a:ext>
              </a:extLst>
            </p:cNvPr>
            <p:cNvSpPr/>
            <p:nvPr/>
          </p:nvSpPr>
          <p:spPr>
            <a:xfrm>
              <a:off x="-35123050" y="3629750"/>
              <a:ext cx="205575" cy="222575"/>
            </a:xfrm>
            <a:custGeom>
              <a:avLst/>
              <a:gdLst/>
              <a:ahLst/>
              <a:cxnLst/>
              <a:rect l="l" t="t" r="r" b="b"/>
              <a:pathLst>
                <a:path w="8223" h="8903" extrusionOk="0">
                  <a:moveTo>
                    <a:pt x="2080" y="2710"/>
                  </a:moveTo>
                  <a:cubicBezTo>
                    <a:pt x="2458" y="2710"/>
                    <a:pt x="2741" y="3056"/>
                    <a:pt x="2741" y="3403"/>
                  </a:cubicBezTo>
                  <a:cubicBezTo>
                    <a:pt x="2741" y="3781"/>
                    <a:pt x="2426" y="4065"/>
                    <a:pt x="2080" y="4065"/>
                  </a:cubicBezTo>
                  <a:cubicBezTo>
                    <a:pt x="1733" y="4065"/>
                    <a:pt x="1418" y="3750"/>
                    <a:pt x="1418" y="3403"/>
                  </a:cubicBezTo>
                  <a:cubicBezTo>
                    <a:pt x="1418" y="3056"/>
                    <a:pt x="1670" y="2710"/>
                    <a:pt x="2080" y="2710"/>
                  </a:cubicBezTo>
                  <a:close/>
                  <a:moveTo>
                    <a:pt x="4127" y="2710"/>
                  </a:moveTo>
                  <a:cubicBezTo>
                    <a:pt x="4506" y="2710"/>
                    <a:pt x="4789" y="3056"/>
                    <a:pt x="4789" y="3403"/>
                  </a:cubicBezTo>
                  <a:cubicBezTo>
                    <a:pt x="4789" y="3781"/>
                    <a:pt x="4474" y="4065"/>
                    <a:pt x="4127" y="4065"/>
                  </a:cubicBezTo>
                  <a:cubicBezTo>
                    <a:pt x="3718" y="4065"/>
                    <a:pt x="3466" y="3750"/>
                    <a:pt x="3466" y="3403"/>
                  </a:cubicBezTo>
                  <a:cubicBezTo>
                    <a:pt x="3466" y="3056"/>
                    <a:pt x="3718" y="2710"/>
                    <a:pt x="4127" y="2710"/>
                  </a:cubicBezTo>
                  <a:close/>
                  <a:moveTo>
                    <a:pt x="6207" y="2710"/>
                  </a:moveTo>
                  <a:cubicBezTo>
                    <a:pt x="6616" y="2710"/>
                    <a:pt x="6868" y="3056"/>
                    <a:pt x="6868" y="3403"/>
                  </a:cubicBezTo>
                  <a:cubicBezTo>
                    <a:pt x="6868" y="3781"/>
                    <a:pt x="6553" y="4065"/>
                    <a:pt x="6207" y="4065"/>
                  </a:cubicBezTo>
                  <a:cubicBezTo>
                    <a:pt x="5829" y="4065"/>
                    <a:pt x="5545" y="3750"/>
                    <a:pt x="5545" y="3403"/>
                  </a:cubicBezTo>
                  <a:cubicBezTo>
                    <a:pt x="5514" y="3056"/>
                    <a:pt x="5829" y="2710"/>
                    <a:pt x="6207" y="2710"/>
                  </a:cubicBezTo>
                  <a:close/>
                  <a:moveTo>
                    <a:pt x="1733" y="0"/>
                  </a:moveTo>
                  <a:cubicBezTo>
                    <a:pt x="788" y="0"/>
                    <a:pt x="0" y="757"/>
                    <a:pt x="0" y="1702"/>
                  </a:cubicBezTo>
                  <a:lnTo>
                    <a:pt x="0" y="5136"/>
                  </a:lnTo>
                  <a:cubicBezTo>
                    <a:pt x="0" y="5955"/>
                    <a:pt x="630" y="6616"/>
                    <a:pt x="1418" y="6774"/>
                  </a:cubicBezTo>
                  <a:lnTo>
                    <a:pt x="1418" y="8570"/>
                  </a:lnTo>
                  <a:cubicBezTo>
                    <a:pt x="1418" y="8696"/>
                    <a:pt x="1481" y="8822"/>
                    <a:pt x="1607" y="8885"/>
                  </a:cubicBezTo>
                  <a:cubicBezTo>
                    <a:pt x="1649" y="8895"/>
                    <a:pt x="1695" y="8902"/>
                    <a:pt x="1739" y="8902"/>
                  </a:cubicBezTo>
                  <a:cubicBezTo>
                    <a:pt x="1828" y="8902"/>
                    <a:pt x="1912" y="8874"/>
                    <a:pt x="1954" y="8790"/>
                  </a:cubicBezTo>
                  <a:lnTo>
                    <a:pt x="3938" y="6837"/>
                  </a:lnTo>
                  <a:lnTo>
                    <a:pt x="6522" y="6837"/>
                  </a:lnTo>
                  <a:cubicBezTo>
                    <a:pt x="7467" y="6837"/>
                    <a:pt x="8223" y="6081"/>
                    <a:pt x="8223" y="5136"/>
                  </a:cubicBezTo>
                  <a:lnTo>
                    <a:pt x="8223" y="1702"/>
                  </a:lnTo>
                  <a:cubicBezTo>
                    <a:pt x="8223" y="757"/>
                    <a:pt x="7467" y="0"/>
                    <a:pt x="6522" y="0"/>
                  </a:cubicBezTo>
                  <a:close/>
                </a:path>
              </a:pathLst>
            </a:custGeom>
            <a:grpFill/>
            <a:ln>
              <a:noFill/>
            </a:ln>
          </p:spPr>
          <p:txBody>
            <a:bodyPr spcFirstLastPara="1" wrap="square" lIns="121900" tIns="121900" rIns="121900" bIns="121900" anchor="ctr" anchorCtr="0">
              <a:noAutofit/>
            </a:bodyPr>
            <a:lstStyle/>
            <a:p>
              <a:endParaRPr sz="2400"/>
            </a:p>
          </p:txBody>
        </p:sp>
        <p:sp>
          <p:nvSpPr>
            <p:cNvPr id="320" name="Google Shape;8656;p63">
              <a:extLst>
                <a:ext uri="{FF2B5EF4-FFF2-40B4-BE49-F238E27FC236}">
                  <a16:creationId xmlns:a16="http://schemas.microsoft.com/office/drawing/2014/main" id="{D8A1171D-0C67-23AB-6461-D0C19B3BC9C0}"/>
                </a:ext>
              </a:extLst>
            </p:cNvPr>
            <p:cNvSpPr/>
            <p:nvPr/>
          </p:nvSpPr>
          <p:spPr>
            <a:xfrm>
              <a:off x="-35053750" y="3561225"/>
              <a:ext cx="222925" cy="221825"/>
            </a:xfrm>
            <a:custGeom>
              <a:avLst/>
              <a:gdLst/>
              <a:ahLst/>
              <a:cxnLst/>
              <a:rect l="l" t="t" r="r" b="b"/>
              <a:pathLst>
                <a:path w="8917" h="8873" extrusionOk="0">
                  <a:moveTo>
                    <a:pt x="1702" y="1"/>
                  </a:moveTo>
                  <a:cubicBezTo>
                    <a:pt x="757" y="1"/>
                    <a:pt x="1" y="725"/>
                    <a:pt x="1" y="1702"/>
                  </a:cubicBezTo>
                  <a:lnTo>
                    <a:pt x="1" y="2048"/>
                  </a:lnTo>
                  <a:lnTo>
                    <a:pt x="3781" y="2048"/>
                  </a:lnTo>
                  <a:cubicBezTo>
                    <a:pt x="5136" y="2048"/>
                    <a:pt x="6207" y="3088"/>
                    <a:pt x="6207" y="4443"/>
                  </a:cubicBezTo>
                  <a:lnTo>
                    <a:pt x="6207" y="7877"/>
                  </a:lnTo>
                  <a:lnTo>
                    <a:pt x="6207" y="8003"/>
                  </a:lnTo>
                  <a:lnTo>
                    <a:pt x="6995" y="8790"/>
                  </a:lnTo>
                  <a:cubicBezTo>
                    <a:pt x="7055" y="8850"/>
                    <a:pt x="7127" y="8872"/>
                    <a:pt x="7205" y="8872"/>
                  </a:cubicBezTo>
                  <a:cubicBezTo>
                    <a:pt x="7249" y="8872"/>
                    <a:pt x="7295" y="8865"/>
                    <a:pt x="7341" y="8853"/>
                  </a:cubicBezTo>
                  <a:cubicBezTo>
                    <a:pt x="7467" y="8822"/>
                    <a:pt x="7530" y="8664"/>
                    <a:pt x="7530" y="8538"/>
                  </a:cubicBezTo>
                  <a:lnTo>
                    <a:pt x="7530" y="6806"/>
                  </a:lnTo>
                  <a:cubicBezTo>
                    <a:pt x="8318" y="6648"/>
                    <a:pt x="8917" y="5955"/>
                    <a:pt x="8917" y="5104"/>
                  </a:cubicBezTo>
                  <a:lnTo>
                    <a:pt x="8917" y="1702"/>
                  </a:lnTo>
                  <a:cubicBezTo>
                    <a:pt x="8917" y="725"/>
                    <a:pt x="8129" y="1"/>
                    <a:pt x="7184"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21" name="Google Shape;8657;p63">
            <a:extLst>
              <a:ext uri="{FF2B5EF4-FFF2-40B4-BE49-F238E27FC236}">
                <a16:creationId xmlns:a16="http://schemas.microsoft.com/office/drawing/2014/main" id="{CD783C40-7851-F8D6-0402-7A7BF2BA42C7}"/>
              </a:ext>
            </a:extLst>
          </p:cNvPr>
          <p:cNvGrpSpPr/>
          <p:nvPr/>
        </p:nvGrpSpPr>
        <p:grpSpPr>
          <a:xfrm>
            <a:off x="2549783" y="3625419"/>
            <a:ext cx="340621" cy="445336"/>
            <a:chOff x="-35089175" y="3919600"/>
            <a:chExt cx="222900" cy="291425"/>
          </a:xfrm>
          <a:solidFill>
            <a:srgbClr val="6C1D35"/>
          </a:solidFill>
        </p:grpSpPr>
        <p:sp>
          <p:nvSpPr>
            <p:cNvPr id="322" name="Google Shape;8658;p63">
              <a:extLst>
                <a:ext uri="{FF2B5EF4-FFF2-40B4-BE49-F238E27FC236}">
                  <a16:creationId xmlns:a16="http://schemas.microsoft.com/office/drawing/2014/main" id="{FEB42FBB-9472-6B47-A59D-3249E50F16B5}"/>
                </a:ext>
              </a:extLst>
            </p:cNvPr>
            <p:cNvSpPr/>
            <p:nvPr/>
          </p:nvSpPr>
          <p:spPr>
            <a:xfrm>
              <a:off x="-35089175" y="3919600"/>
              <a:ext cx="222900" cy="291425"/>
            </a:xfrm>
            <a:custGeom>
              <a:avLst/>
              <a:gdLst/>
              <a:ahLst/>
              <a:cxnLst/>
              <a:rect l="l" t="t" r="r" b="b"/>
              <a:pathLst>
                <a:path w="8916" h="11657" extrusionOk="0">
                  <a:moveTo>
                    <a:pt x="4474" y="1418"/>
                  </a:moveTo>
                  <a:cubicBezTo>
                    <a:pt x="6143" y="1418"/>
                    <a:pt x="7530" y="2804"/>
                    <a:pt x="7530" y="4474"/>
                  </a:cubicBezTo>
                  <a:cubicBezTo>
                    <a:pt x="7561" y="6175"/>
                    <a:pt x="6143" y="7561"/>
                    <a:pt x="4474" y="7561"/>
                  </a:cubicBezTo>
                  <a:cubicBezTo>
                    <a:pt x="2772" y="7561"/>
                    <a:pt x="1386" y="6175"/>
                    <a:pt x="1386" y="4474"/>
                  </a:cubicBezTo>
                  <a:cubicBezTo>
                    <a:pt x="1386" y="2804"/>
                    <a:pt x="2772" y="1418"/>
                    <a:pt x="4474" y="1418"/>
                  </a:cubicBezTo>
                  <a:close/>
                  <a:moveTo>
                    <a:pt x="4474" y="0"/>
                  </a:moveTo>
                  <a:cubicBezTo>
                    <a:pt x="2016" y="0"/>
                    <a:pt x="0" y="2017"/>
                    <a:pt x="0" y="4442"/>
                  </a:cubicBezTo>
                  <a:cubicBezTo>
                    <a:pt x="0" y="5419"/>
                    <a:pt x="315" y="6333"/>
                    <a:pt x="914" y="7120"/>
                  </a:cubicBezTo>
                  <a:lnTo>
                    <a:pt x="4190" y="11531"/>
                  </a:lnTo>
                  <a:cubicBezTo>
                    <a:pt x="4253" y="11626"/>
                    <a:pt x="4348" y="11657"/>
                    <a:pt x="4474" y="11657"/>
                  </a:cubicBezTo>
                  <a:cubicBezTo>
                    <a:pt x="4568" y="11657"/>
                    <a:pt x="4663" y="11626"/>
                    <a:pt x="4726" y="11531"/>
                  </a:cubicBezTo>
                  <a:lnTo>
                    <a:pt x="8002" y="7120"/>
                  </a:lnTo>
                  <a:cubicBezTo>
                    <a:pt x="8601" y="6333"/>
                    <a:pt x="8916" y="5419"/>
                    <a:pt x="8916" y="4442"/>
                  </a:cubicBezTo>
                  <a:cubicBezTo>
                    <a:pt x="8916" y="2017"/>
                    <a:pt x="6931" y="0"/>
                    <a:pt x="4474" y="0"/>
                  </a:cubicBezTo>
                  <a:close/>
                </a:path>
              </a:pathLst>
            </a:custGeom>
            <a:grpFill/>
            <a:ln>
              <a:noFill/>
            </a:ln>
          </p:spPr>
          <p:txBody>
            <a:bodyPr spcFirstLastPara="1" wrap="square" lIns="121900" tIns="121900" rIns="121900" bIns="121900" anchor="ctr" anchorCtr="0">
              <a:noAutofit/>
            </a:bodyPr>
            <a:lstStyle/>
            <a:p>
              <a:endParaRPr sz="2400"/>
            </a:p>
          </p:txBody>
        </p:sp>
        <p:sp>
          <p:nvSpPr>
            <p:cNvPr id="323" name="Google Shape;8659;p63">
              <a:extLst>
                <a:ext uri="{FF2B5EF4-FFF2-40B4-BE49-F238E27FC236}">
                  <a16:creationId xmlns:a16="http://schemas.microsoft.com/office/drawing/2014/main" id="{EAB3ECF4-0AD5-8672-D206-FD3BCA0DE971}"/>
                </a:ext>
              </a:extLst>
            </p:cNvPr>
            <p:cNvSpPr/>
            <p:nvPr/>
          </p:nvSpPr>
          <p:spPr>
            <a:xfrm>
              <a:off x="-35038000" y="3971575"/>
              <a:ext cx="120525" cy="120525"/>
            </a:xfrm>
            <a:custGeom>
              <a:avLst/>
              <a:gdLst/>
              <a:ahLst/>
              <a:cxnLst/>
              <a:rect l="l" t="t" r="r" b="b"/>
              <a:pathLst>
                <a:path w="4821" h="4821" extrusionOk="0">
                  <a:moveTo>
                    <a:pt x="2427" y="662"/>
                  </a:moveTo>
                  <a:cubicBezTo>
                    <a:pt x="2616" y="662"/>
                    <a:pt x="2773" y="820"/>
                    <a:pt x="2773" y="1040"/>
                  </a:cubicBezTo>
                  <a:cubicBezTo>
                    <a:pt x="2773" y="1229"/>
                    <a:pt x="2616" y="1387"/>
                    <a:pt x="2427" y="1387"/>
                  </a:cubicBezTo>
                  <a:cubicBezTo>
                    <a:pt x="2206" y="1387"/>
                    <a:pt x="2049" y="1229"/>
                    <a:pt x="2049" y="1040"/>
                  </a:cubicBezTo>
                  <a:cubicBezTo>
                    <a:pt x="2049" y="820"/>
                    <a:pt x="2206" y="662"/>
                    <a:pt x="2427" y="662"/>
                  </a:cubicBezTo>
                  <a:close/>
                  <a:moveTo>
                    <a:pt x="2427" y="2017"/>
                  </a:moveTo>
                  <a:cubicBezTo>
                    <a:pt x="2616" y="2017"/>
                    <a:pt x="2773" y="2174"/>
                    <a:pt x="2773" y="2363"/>
                  </a:cubicBezTo>
                  <a:lnTo>
                    <a:pt x="2773" y="3750"/>
                  </a:lnTo>
                  <a:cubicBezTo>
                    <a:pt x="2773" y="3939"/>
                    <a:pt x="2616" y="4096"/>
                    <a:pt x="2427" y="4096"/>
                  </a:cubicBezTo>
                  <a:cubicBezTo>
                    <a:pt x="2206" y="4096"/>
                    <a:pt x="2049" y="3939"/>
                    <a:pt x="2049" y="3750"/>
                  </a:cubicBezTo>
                  <a:lnTo>
                    <a:pt x="2049" y="2363"/>
                  </a:lnTo>
                  <a:cubicBezTo>
                    <a:pt x="2049" y="2174"/>
                    <a:pt x="2206" y="2017"/>
                    <a:pt x="2427" y="2017"/>
                  </a:cubicBezTo>
                  <a:close/>
                  <a:moveTo>
                    <a:pt x="2427" y="1"/>
                  </a:moveTo>
                  <a:cubicBezTo>
                    <a:pt x="1072" y="1"/>
                    <a:pt x="1" y="1072"/>
                    <a:pt x="1" y="2395"/>
                  </a:cubicBezTo>
                  <a:cubicBezTo>
                    <a:pt x="1" y="3750"/>
                    <a:pt x="1072" y="4821"/>
                    <a:pt x="2427" y="4821"/>
                  </a:cubicBezTo>
                  <a:cubicBezTo>
                    <a:pt x="3750" y="4821"/>
                    <a:pt x="4821" y="3750"/>
                    <a:pt x="4821" y="2395"/>
                  </a:cubicBezTo>
                  <a:cubicBezTo>
                    <a:pt x="4821" y="1072"/>
                    <a:pt x="3750" y="1"/>
                    <a:pt x="2427"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24" name="Google Shape;8668;p63">
            <a:extLst>
              <a:ext uri="{FF2B5EF4-FFF2-40B4-BE49-F238E27FC236}">
                <a16:creationId xmlns:a16="http://schemas.microsoft.com/office/drawing/2014/main" id="{9320F637-A548-E9A8-C24F-D0F7ABFE8FCA}"/>
              </a:ext>
            </a:extLst>
          </p:cNvPr>
          <p:cNvGrpSpPr/>
          <p:nvPr/>
        </p:nvGrpSpPr>
        <p:grpSpPr>
          <a:xfrm>
            <a:off x="5305809" y="3077143"/>
            <a:ext cx="445375" cy="445375"/>
            <a:chOff x="-33286325" y="3586425"/>
            <a:chExt cx="291450" cy="291450"/>
          </a:xfrm>
          <a:solidFill>
            <a:srgbClr val="6C1D35"/>
          </a:solidFill>
        </p:grpSpPr>
        <p:sp>
          <p:nvSpPr>
            <p:cNvPr id="325" name="Google Shape;8669;p63">
              <a:extLst>
                <a:ext uri="{FF2B5EF4-FFF2-40B4-BE49-F238E27FC236}">
                  <a16:creationId xmlns:a16="http://schemas.microsoft.com/office/drawing/2014/main" id="{BFB3DCB3-4C7C-1F3D-D692-85E4EF59B596}"/>
                </a:ext>
              </a:extLst>
            </p:cNvPr>
            <p:cNvSpPr/>
            <p:nvPr/>
          </p:nvSpPr>
          <p:spPr>
            <a:xfrm>
              <a:off x="-33114625" y="3586425"/>
              <a:ext cx="119750" cy="120525"/>
            </a:xfrm>
            <a:custGeom>
              <a:avLst/>
              <a:gdLst/>
              <a:ahLst/>
              <a:cxnLst/>
              <a:rect l="l" t="t" r="r" b="b"/>
              <a:pathLst>
                <a:path w="4790" h="4821" extrusionOk="0">
                  <a:moveTo>
                    <a:pt x="2395" y="631"/>
                  </a:moveTo>
                  <a:cubicBezTo>
                    <a:pt x="2584" y="631"/>
                    <a:pt x="2742" y="788"/>
                    <a:pt x="2742" y="1009"/>
                  </a:cubicBezTo>
                  <a:lnTo>
                    <a:pt x="2742" y="2017"/>
                  </a:lnTo>
                  <a:lnTo>
                    <a:pt x="3782" y="2017"/>
                  </a:lnTo>
                  <a:cubicBezTo>
                    <a:pt x="3971" y="2017"/>
                    <a:pt x="4128" y="2175"/>
                    <a:pt x="4128" y="2364"/>
                  </a:cubicBezTo>
                  <a:cubicBezTo>
                    <a:pt x="4128" y="2584"/>
                    <a:pt x="3971" y="2742"/>
                    <a:pt x="3782" y="2742"/>
                  </a:cubicBezTo>
                  <a:lnTo>
                    <a:pt x="2395" y="2742"/>
                  </a:lnTo>
                  <a:cubicBezTo>
                    <a:pt x="2206" y="2742"/>
                    <a:pt x="2049" y="2584"/>
                    <a:pt x="2049" y="2364"/>
                  </a:cubicBezTo>
                  <a:lnTo>
                    <a:pt x="2049" y="1009"/>
                  </a:lnTo>
                  <a:cubicBezTo>
                    <a:pt x="2049" y="788"/>
                    <a:pt x="2206" y="631"/>
                    <a:pt x="2395" y="631"/>
                  </a:cubicBezTo>
                  <a:close/>
                  <a:moveTo>
                    <a:pt x="2395" y="1"/>
                  </a:moveTo>
                  <a:cubicBezTo>
                    <a:pt x="1041" y="1"/>
                    <a:pt x="1" y="1072"/>
                    <a:pt x="1" y="2427"/>
                  </a:cubicBezTo>
                  <a:cubicBezTo>
                    <a:pt x="1" y="3750"/>
                    <a:pt x="1041" y="4821"/>
                    <a:pt x="2395" y="4821"/>
                  </a:cubicBezTo>
                  <a:cubicBezTo>
                    <a:pt x="3719" y="4821"/>
                    <a:pt x="4790" y="3750"/>
                    <a:pt x="4790" y="2427"/>
                  </a:cubicBezTo>
                  <a:cubicBezTo>
                    <a:pt x="4790" y="1072"/>
                    <a:pt x="3719" y="1"/>
                    <a:pt x="2395" y="1"/>
                  </a:cubicBezTo>
                  <a:close/>
                </a:path>
              </a:pathLst>
            </a:custGeom>
            <a:grpFill/>
            <a:ln>
              <a:noFill/>
            </a:ln>
          </p:spPr>
          <p:txBody>
            <a:bodyPr spcFirstLastPara="1" wrap="square" lIns="121900" tIns="121900" rIns="121900" bIns="121900" anchor="ctr" anchorCtr="0">
              <a:noAutofit/>
            </a:bodyPr>
            <a:lstStyle/>
            <a:p>
              <a:endParaRPr sz="2400"/>
            </a:p>
          </p:txBody>
        </p:sp>
        <p:sp>
          <p:nvSpPr>
            <p:cNvPr id="326" name="Google Shape;8670;p63">
              <a:extLst>
                <a:ext uri="{FF2B5EF4-FFF2-40B4-BE49-F238E27FC236}">
                  <a16:creationId xmlns:a16="http://schemas.microsoft.com/office/drawing/2014/main" id="{1EA76545-6A96-3EF6-9950-6854AAEEC1C5}"/>
                </a:ext>
              </a:extLst>
            </p:cNvPr>
            <p:cNvSpPr/>
            <p:nvPr/>
          </p:nvSpPr>
          <p:spPr>
            <a:xfrm>
              <a:off x="-33286325" y="3825875"/>
              <a:ext cx="241050" cy="52000"/>
            </a:xfrm>
            <a:custGeom>
              <a:avLst/>
              <a:gdLst/>
              <a:ahLst/>
              <a:cxnLst/>
              <a:rect l="l" t="t" r="r" b="b"/>
              <a:pathLst>
                <a:path w="9642" h="2080" extrusionOk="0">
                  <a:moveTo>
                    <a:pt x="32" y="0"/>
                  </a:moveTo>
                  <a:lnTo>
                    <a:pt x="32" y="1764"/>
                  </a:lnTo>
                  <a:cubicBezTo>
                    <a:pt x="1" y="1922"/>
                    <a:pt x="158" y="2079"/>
                    <a:pt x="347" y="2079"/>
                  </a:cubicBezTo>
                  <a:lnTo>
                    <a:pt x="9295" y="2079"/>
                  </a:lnTo>
                  <a:cubicBezTo>
                    <a:pt x="9484" y="2079"/>
                    <a:pt x="9641" y="1922"/>
                    <a:pt x="9641" y="1733"/>
                  </a:cubicBezTo>
                  <a:lnTo>
                    <a:pt x="9641" y="1040"/>
                  </a:lnTo>
                  <a:cubicBezTo>
                    <a:pt x="9641" y="473"/>
                    <a:pt x="9169" y="0"/>
                    <a:pt x="8633" y="0"/>
                  </a:cubicBezTo>
                  <a:close/>
                </a:path>
              </a:pathLst>
            </a:custGeom>
            <a:grpFill/>
            <a:ln>
              <a:noFill/>
            </a:ln>
          </p:spPr>
          <p:txBody>
            <a:bodyPr spcFirstLastPara="1" wrap="square" lIns="121900" tIns="121900" rIns="121900" bIns="121900" anchor="ctr" anchorCtr="0">
              <a:noAutofit/>
            </a:bodyPr>
            <a:lstStyle/>
            <a:p>
              <a:endParaRPr sz="2400"/>
            </a:p>
          </p:txBody>
        </p:sp>
        <p:sp>
          <p:nvSpPr>
            <p:cNvPr id="327" name="Google Shape;8671;p63">
              <a:extLst>
                <a:ext uri="{FF2B5EF4-FFF2-40B4-BE49-F238E27FC236}">
                  <a16:creationId xmlns:a16="http://schemas.microsoft.com/office/drawing/2014/main" id="{C1D3B759-055C-45F9-F757-45F89D13C97C}"/>
                </a:ext>
              </a:extLst>
            </p:cNvPr>
            <p:cNvSpPr/>
            <p:nvPr/>
          </p:nvSpPr>
          <p:spPr>
            <a:xfrm>
              <a:off x="-33183925" y="3756550"/>
              <a:ext cx="103200" cy="52025"/>
            </a:xfrm>
            <a:custGeom>
              <a:avLst/>
              <a:gdLst/>
              <a:ahLst/>
              <a:cxnLst/>
              <a:rect l="l" t="t" r="r" b="b"/>
              <a:pathLst>
                <a:path w="4128" h="2081" extrusionOk="0">
                  <a:moveTo>
                    <a:pt x="1040" y="1"/>
                  </a:moveTo>
                  <a:cubicBezTo>
                    <a:pt x="473" y="1"/>
                    <a:pt x="1" y="505"/>
                    <a:pt x="1" y="1040"/>
                  </a:cubicBezTo>
                  <a:lnTo>
                    <a:pt x="1" y="2080"/>
                  </a:lnTo>
                  <a:lnTo>
                    <a:pt x="4128" y="2080"/>
                  </a:lnTo>
                  <a:lnTo>
                    <a:pt x="4128" y="1040"/>
                  </a:lnTo>
                  <a:cubicBezTo>
                    <a:pt x="4128" y="505"/>
                    <a:pt x="3687" y="1"/>
                    <a:pt x="3120" y="1"/>
                  </a:cubicBezTo>
                  <a:close/>
                </a:path>
              </a:pathLst>
            </a:custGeom>
            <a:grpFill/>
            <a:ln>
              <a:noFill/>
            </a:ln>
          </p:spPr>
          <p:txBody>
            <a:bodyPr spcFirstLastPara="1" wrap="square" lIns="121900" tIns="121900" rIns="121900" bIns="121900" anchor="ctr" anchorCtr="0">
              <a:noAutofit/>
            </a:bodyPr>
            <a:lstStyle/>
            <a:p>
              <a:endParaRPr sz="2400"/>
            </a:p>
          </p:txBody>
        </p:sp>
        <p:sp>
          <p:nvSpPr>
            <p:cNvPr id="328" name="Google Shape;8672;p63">
              <a:extLst>
                <a:ext uri="{FF2B5EF4-FFF2-40B4-BE49-F238E27FC236}">
                  <a16:creationId xmlns:a16="http://schemas.microsoft.com/office/drawing/2014/main" id="{8D088AE7-CDDE-55A5-8427-4D7275B66256}"/>
                </a:ext>
              </a:extLst>
            </p:cNvPr>
            <p:cNvSpPr/>
            <p:nvPr/>
          </p:nvSpPr>
          <p:spPr>
            <a:xfrm>
              <a:off x="-33252450" y="3636850"/>
              <a:ext cx="68550" cy="69325"/>
            </a:xfrm>
            <a:custGeom>
              <a:avLst/>
              <a:gdLst/>
              <a:ahLst/>
              <a:cxnLst/>
              <a:rect l="l" t="t" r="r" b="b"/>
              <a:pathLst>
                <a:path w="2742" h="2773" extrusionOk="0">
                  <a:moveTo>
                    <a:pt x="1387" y="0"/>
                  </a:moveTo>
                  <a:cubicBezTo>
                    <a:pt x="599" y="0"/>
                    <a:pt x="1" y="630"/>
                    <a:pt x="1" y="1386"/>
                  </a:cubicBezTo>
                  <a:cubicBezTo>
                    <a:pt x="1" y="2142"/>
                    <a:pt x="599" y="2772"/>
                    <a:pt x="1387" y="2772"/>
                  </a:cubicBezTo>
                  <a:cubicBezTo>
                    <a:pt x="2143" y="2772"/>
                    <a:pt x="2742" y="2142"/>
                    <a:pt x="2742" y="1386"/>
                  </a:cubicBezTo>
                  <a:cubicBezTo>
                    <a:pt x="2742" y="630"/>
                    <a:pt x="2143" y="0"/>
                    <a:pt x="1387" y="0"/>
                  </a:cubicBezTo>
                  <a:close/>
                </a:path>
              </a:pathLst>
            </a:custGeom>
            <a:grpFill/>
            <a:ln>
              <a:noFill/>
            </a:ln>
          </p:spPr>
          <p:txBody>
            <a:bodyPr spcFirstLastPara="1" wrap="square" lIns="121900" tIns="121900" rIns="121900" bIns="121900" anchor="ctr" anchorCtr="0">
              <a:noAutofit/>
            </a:bodyPr>
            <a:lstStyle/>
            <a:p>
              <a:endParaRPr sz="2400"/>
            </a:p>
          </p:txBody>
        </p:sp>
        <p:sp>
          <p:nvSpPr>
            <p:cNvPr id="329" name="Google Shape;8673;p63">
              <a:extLst>
                <a:ext uri="{FF2B5EF4-FFF2-40B4-BE49-F238E27FC236}">
                  <a16:creationId xmlns:a16="http://schemas.microsoft.com/office/drawing/2014/main" id="{3D214CE4-672D-410D-DC65-E27A9C12691D}"/>
                </a:ext>
              </a:extLst>
            </p:cNvPr>
            <p:cNvSpPr/>
            <p:nvPr/>
          </p:nvSpPr>
          <p:spPr>
            <a:xfrm>
              <a:off x="-33286325" y="3723050"/>
              <a:ext cx="116600" cy="85525"/>
            </a:xfrm>
            <a:custGeom>
              <a:avLst/>
              <a:gdLst/>
              <a:ahLst/>
              <a:cxnLst/>
              <a:rect l="l" t="t" r="r" b="b"/>
              <a:pathLst>
                <a:path w="4664" h="3421" extrusionOk="0">
                  <a:moveTo>
                    <a:pt x="2788" y="1"/>
                  </a:moveTo>
                  <a:cubicBezTo>
                    <a:pt x="2690" y="1"/>
                    <a:pt x="2591" y="6"/>
                    <a:pt x="2490" y="18"/>
                  </a:cubicBezTo>
                  <a:cubicBezTo>
                    <a:pt x="1072" y="144"/>
                    <a:pt x="1" y="1435"/>
                    <a:pt x="1" y="2853"/>
                  </a:cubicBezTo>
                  <a:lnTo>
                    <a:pt x="1" y="3105"/>
                  </a:lnTo>
                  <a:cubicBezTo>
                    <a:pt x="1" y="3263"/>
                    <a:pt x="158" y="3420"/>
                    <a:pt x="347" y="3420"/>
                  </a:cubicBezTo>
                  <a:lnTo>
                    <a:pt x="3435" y="3420"/>
                  </a:lnTo>
                  <a:lnTo>
                    <a:pt x="3435" y="2380"/>
                  </a:lnTo>
                  <a:cubicBezTo>
                    <a:pt x="3435" y="1624"/>
                    <a:pt x="3939" y="963"/>
                    <a:pt x="4664" y="774"/>
                  </a:cubicBezTo>
                  <a:cubicBezTo>
                    <a:pt x="4164" y="302"/>
                    <a:pt x="3517" y="1"/>
                    <a:pt x="2788"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30" name="Google Shape;8674;p63">
            <a:extLst>
              <a:ext uri="{FF2B5EF4-FFF2-40B4-BE49-F238E27FC236}">
                <a16:creationId xmlns:a16="http://schemas.microsoft.com/office/drawing/2014/main" id="{BA27CCF9-FDD1-0FEB-18C3-FFE36072F573}"/>
              </a:ext>
            </a:extLst>
          </p:cNvPr>
          <p:cNvGrpSpPr/>
          <p:nvPr/>
        </p:nvGrpSpPr>
        <p:grpSpPr>
          <a:xfrm>
            <a:off x="5305809" y="3624195"/>
            <a:ext cx="445375" cy="447781"/>
            <a:chOff x="-33286325" y="3944800"/>
            <a:chExt cx="291450" cy="293025"/>
          </a:xfrm>
          <a:solidFill>
            <a:srgbClr val="6C1D35"/>
          </a:solidFill>
        </p:grpSpPr>
        <p:sp>
          <p:nvSpPr>
            <p:cNvPr id="331" name="Google Shape;8675;p63">
              <a:extLst>
                <a:ext uri="{FF2B5EF4-FFF2-40B4-BE49-F238E27FC236}">
                  <a16:creationId xmlns:a16="http://schemas.microsoft.com/office/drawing/2014/main" id="{787A0402-F8F1-61CA-BDC4-A9400BBBE870}"/>
                </a:ext>
              </a:extLst>
            </p:cNvPr>
            <p:cNvSpPr/>
            <p:nvPr/>
          </p:nvSpPr>
          <p:spPr>
            <a:xfrm>
              <a:off x="-33194950" y="3996000"/>
              <a:ext cx="200075" cy="241825"/>
            </a:xfrm>
            <a:custGeom>
              <a:avLst/>
              <a:gdLst/>
              <a:ahLst/>
              <a:cxnLst/>
              <a:rect l="l" t="t" r="r" b="b"/>
              <a:pathLst>
                <a:path w="8003" h="9673" extrusionOk="0">
                  <a:moveTo>
                    <a:pt x="2300" y="0"/>
                  </a:moveTo>
                  <a:cubicBezTo>
                    <a:pt x="2017" y="0"/>
                    <a:pt x="1796" y="252"/>
                    <a:pt x="1796" y="536"/>
                  </a:cubicBezTo>
                  <a:lnTo>
                    <a:pt x="1796" y="2962"/>
                  </a:lnTo>
                  <a:lnTo>
                    <a:pt x="694" y="4064"/>
                  </a:lnTo>
                  <a:cubicBezTo>
                    <a:pt x="95" y="4663"/>
                    <a:pt x="0" y="5640"/>
                    <a:pt x="536" y="6301"/>
                  </a:cubicBezTo>
                  <a:lnTo>
                    <a:pt x="1576" y="7719"/>
                  </a:lnTo>
                  <a:cubicBezTo>
                    <a:pt x="1702" y="7876"/>
                    <a:pt x="1796" y="8128"/>
                    <a:pt x="1796" y="8349"/>
                  </a:cubicBezTo>
                  <a:lnTo>
                    <a:pt x="1796" y="9294"/>
                  </a:lnTo>
                  <a:cubicBezTo>
                    <a:pt x="1796" y="9515"/>
                    <a:pt x="1954" y="9672"/>
                    <a:pt x="2143" y="9672"/>
                  </a:cubicBezTo>
                  <a:lnTo>
                    <a:pt x="6932" y="9672"/>
                  </a:lnTo>
                  <a:cubicBezTo>
                    <a:pt x="7152" y="9672"/>
                    <a:pt x="7310" y="9515"/>
                    <a:pt x="7310" y="9294"/>
                  </a:cubicBezTo>
                  <a:lnTo>
                    <a:pt x="7310" y="8349"/>
                  </a:lnTo>
                  <a:cubicBezTo>
                    <a:pt x="7310" y="8128"/>
                    <a:pt x="7373" y="7939"/>
                    <a:pt x="7530" y="7782"/>
                  </a:cubicBezTo>
                  <a:cubicBezTo>
                    <a:pt x="7814" y="7498"/>
                    <a:pt x="7971" y="7089"/>
                    <a:pt x="7971" y="6711"/>
                  </a:cubicBezTo>
                  <a:lnTo>
                    <a:pt x="7971" y="3938"/>
                  </a:lnTo>
                  <a:cubicBezTo>
                    <a:pt x="8003" y="3686"/>
                    <a:pt x="7782" y="3434"/>
                    <a:pt x="7499" y="3434"/>
                  </a:cubicBezTo>
                  <a:cubicBezTo>
                    <a:pt x="7215" y="3434"/>
                    <a:pt x="6995" y="3686"/>
                    <a:pt x="6995" y="3938"/>
                  </a:cubicBezTo>
                  <a:lnTo>
                    <a:pt x="6995" y="4474"/>
                  </a:lnTo>
                  <a:cubicBezTo>
                    <a:pt x="6995" y="4663"/>
                    <a:pt x="6837" y="4820"/>
                    <a:pt x="6617" y="4820"/>
                  </a:cubicBezTo>
                  <a:cubicBezTo>
                    <a:pt x="6427" y="4820"/>
                    <a:pt x="6270" y="4663"/>
                    <a:pt x="6270" y="4474"/>
                  </a:cubicBezTo>
                  <a:lnTo>
                    <a:pt x="6270" y="3277"/>
                  </a:lnTo>
                  <a:cubicBezTo>
                    <a:pt x="6270" y="2993"/>
                    <a:pt x="6049" y="2773"/>
                    <a:pt x="5766" y="2773"/>
                  </a:cubicBezTo>
                  <a:cubicBezTo>
                    <a:pt x="5482" y="2773"/>
                    <a:pt x="5262" y="2993"/>
                    <a:pt x="5262" y="3277"/>
                  </a:cubicBezTo>
                  <a:lnTo>
                    <a:pt x="5262" y="4474"/>
                  </a:lnTo>
                  <a:cubicBezTo>
                    <a:pt x="5262" y="4663"/>
                    <a:pt x="5104" y="4820"/>
                    <a:pt x="4884" y="4820"/>
                  </a:cubicBezTo>
                  <a:cubicBezTo>
                    <a:pt x="4695" y="4820"/>
                    <a:pt x="4537" y="4663"/>
                    <a:pt x="4537" y="4474"/>
                  </a:cubicBezTo>
                  <a:lnTo>
                    <a:pt x="4537" y="1890"/>
                  </a:lnTo>
                  <a:cubicBezTo>
                    <a:pt x="4537" y="1638"/>
                    <a:pt x="4317" y="1386"/>
                    <a:pt x="4033" y="1386"/>
                  </a:cubicBezTo>
                  <a:cubicBezTo>
                    <a:pt x="3750" y="1386"/>
                    <a:pt x="3529" y="1638"/>
                    <a:pt x="3529" y="1890"/>
                  </a:cubicBezTo>
                  <a:lnTo>
                    <a:pt x="3529" y="4474"/>
                  </a:lnTo>
                  <a:cubicBezTo>
                    <a:pt x="3529" y="4663"/>
                    <a:pt x="3371" y="4820"/>
                    <a:pt x="3151" y="4820"/>
                  </a:cubicBezTo>
                  <a:cubicBezTo>
                    <a:pt x="2962" y="4820"/>
                    <a:pt x="2804" y="4663"/>
                    <a:pt x="2804" y="4474"/>
                  </a:cubicBezTo>
                  <a:lnTo>
                    <a:pt x="2804" y="4159"/>
                  </a:lnTo>
                  <a:lnTo>
                    <a:pt x="2804" y="536"/>
                  </a:lnTo>
                  <a:cubicBezTo>
                    <a:pt x="2804" y="252"/>
                    <a:pt x="2584" y="0"/>
                    <a:pt x="2300" y="0"/>
                  </a:cubicBezTo>
                  <a:close/>
                </a:path>
              </a:pathLst>
            </a:custGeom>
            <a:grpFill/>
            <a:ln>
              <a:noFill/>
            </a:ln>
          </p:spPr>
          <p:txBody>
            <a:bodyPr spcFirstLastPara="1" wrap="square" lIns="121900" tIns="121900" rIns="121900" bIns="121900" anchor="ctr" anchorCtr="0">
              <a:noAutofit/>
            </a:bodyPr>
            <a:lstStyle/>
            <a:p>
              <a:endParaRPr sz="2400"/>
            </a:p>
          </p:txBody>
        </p:sp>
        <p:sp>
          <p:nvSpPr>
            <p:cNvPr id="332" name="Google Shape;8676;p63">
              <a:extLst>
                <a:ext uri="{FF2B5EF4-FFF2-40B4-BE49-F238E27FC236}">
                  <a16:creationId xmlns:a16="http://schemas.microsoft.com/office/drawing/2014/main" id="{E00D757F-0D7F-2C60-CA72-A53EC04DCFEF}"/>
                </a:ext>
              </a:extLst>
            </p:cNvPr>
            <p:cNvSpPr/>
            <p:nvPr/>
          </p:nvSpPr>
          <p:spPr>
            <a:xfrm>
              <a:off x="-33027975" y="3962900"/>
              <a:ext cx="33100" cy="105575"/>
            </a:xfrm>
            <a:custGeom>
              <a:avLst/>
              <a:gdLst/>
              <a:ahLst/>
              <a:cxnLst/>
              <a:rect l="l" t="t" r="r" b="b"/>
              <a:pathLst>
                <a:path w="1324" h="4223" extrusionOk="0">
                  <a:moveTo>
                    <a:pt x="1" y="1"/>
                  </a:moveTo>
                  <a:lnTo>
                    <a:pt x="1" y="3782"/>
                  </a:lnTo>
                  <a:cubicBezTo>
                    <a:pt x="95" y="3908"/>
                    <a:pt x="221" y="4065"/>
                    <a:pt x="253" y="4223"/>
                  </a:cubicBezTo>
                  <a:cubicBezTo>
                    <a:pt x="410" y="4128"/>
                    <a:pt x="631" y="4065"/>
                    <a:pt x="820" y="4065"/>
                  </a:cubicBezTo>
                  <a:cubicBezTo>
                    <a:pt x="1009" y="4065"/>
                    <a:pt x="1166" y="4097"/>
                    <a:pt x="1324" y="4160"/>
                  </a:cubicBezTo>
                  <a:lnTo>
                    <a:pt x="1324" y="285"/>
                  </a:lnTo>
                  <a:cubicBezTo>
                    <a:pt x="1324" y="127"/>
                    <a:pt x="1166" y="1"/>
                    <a:pt x="1009" y="1"/>
                  </a:cubicBezTo>
                  <a:close/>
                </a:path>
              </a:pathLst>
            </a:custGeom>
            <a:grpFill/>
            <a:ln>
              <a:noFill/>
            </a:ln>
          </p:spPr>
          <p:txBody>
            <a:bodyPr spcFirstLastPara="1" wrap="square" lIns="121900" tIns="121900" rIns="121900" bIns="121900" anchor="ctr" anchorCtr="0">
              <a:noAutofit/>
            </a:bodyPr>
            <a:lstStyle/>
            <a:p>
              <a:endParaRPr sz="2400"/>
            </a:p>
          </p:txBody>
        </p:sp>
        <p:sp>
          <p:nvSpPr>
            <p:cNvPr id="333" name="Google Shape;8677;p63">
              <a:extLst>
                <a:ext uri="{FF2B5EF4-FFF2-40B4-BE49-F238E27FC236}">
                  <a16:creationId xmlns:a16="http://schemas.microsoft.com/office/drawing/2014/main" id="{9979F69A-F969-EF93-2482-7A590C1350CB}"/>
                </a:ext>
              </a:extLst>
            </p:cNvPr>
            <p:cNvSpPr/>
            <p:nvPr/>
          </p:nvSpPr>
          <p:spPr>
            <a:xfrm>
              <a:off x="-33286325" y="3962125"/>
              <a:ext cx="96125" cy="205600"/>
            </a:xfrm>
            <a:custGeom>
              <a:avLst/>
              <a:gdLst/>
              <a:ahLst/>
              <a:cxnLst/>
              <a:rect l="l" t="t" r="r" b="b"/>
              <a:pathLst>
                <a:path w="3845" h="8224" extrusionOk="0">
                  <a:moveTo>
                    <a:pt x="379" y="0"/>
                  </a:moveTo>
                  <a:cubicBezTo>
                    <a:pt x="158" y="0"/>
                    <a:pt x="1" y="127"/>
                    <a:pt x="1" y="347"/>
                  </a:cubicBezTo>
                  <a:lnTo>
                    <a:pt x="1" y="7877"/>
                  </a:lnTo>
                  <a:cubicBezTo>
                    <a:pt x="1" y="8066"/>
                    <a:pt x="158" y="8223"/>
                    <a:pt x="347" y="8223"/>
                  </a:cubicBezTo>
                  <a:lnTo>
                    <a:pt x="3844" y="8223"/>
                  </a:lnTo>
                  <a:lnTo>
                    <a:pt x="3718" y="8066"/>
                  </a:lnTo>
                  <a:cubicBezTo>
                    <a:pt x="3435" y="7719"/>
                    <a:pt x="3277" y="7278"/>
                    <a:pt x="3246" y="6837"/>
                  </a:cubicBezTo>
                  <a:lnTo>
                    <a:pt x="2458" y="6837"/>
                  </a:lnTo>
                  <a:cubicBezTo>
                    <a:pt x="1891" y="6837"/>
                    <a:pt x="1419" y="6364"/>
                    <a:pt x="1419" y="5829"/>
                  </a:cubicBezTo>
                  <a:lnTo>
                    <a:pt x="1419" y="0"/>
                  </a:lnTo>
                  <a:close/>
                </a:path>
              </a:pathLst>
            </a:custGeom>
            <a:grpFill/>
            <a:ln>
              <a:noFill/>
            </a:ln>
          </p:spPr>
          <p:txBody>
            <a:bodyPr spcFirstLastPara="1" wrap="square" lIns="121900" tIns="121900" rIns="121900" bIns="121900" anchor="ctr" anchorCtr="0">
              <a:noAutofit/>
            </a:bodyPr>
            <a:lstStyle/>
            <a:p>
              <a:endParaRPr sz="2400"/>
            </a:p>
          </p:txBody>
        </p:sp>
        <p:sp>
          <p:nvSpPr>
            <p:cNvPr id="334" name="Google Shape;8678;p63">
              <a:extLst>
                <a:ext uri="{FF2B5EF4-FFF2-40B4-BE49-F238E27FC236}">
                  <a16:creationId xmlns:a16="http://schemas.microsoft.com/office/drawing/2014/main" id="{DC9E08C5-771A-859C-2EE1-07DEE869AAF3}"/>
                </a:ext>
              </a:extLst>
            </p:cNvPr>
            <p:cNvSpPr/>
            <p:nvPr/>
          </p:nvSpPr>
          <p:spPr>
            <a:xfrm>
              <a:off x="-33235125" y="3944800"/>
              <a:ext cx="189050" cy="171725"/>
            </a:xfrm>
            <a:custGeom>
              <a:avLst/>
              <a:gdLst/>
              <a:ahLst/>
              <a:cxnLst/>
              <a:rect l="l" t="t" r="r" b="b"/>
              <a:pathLst>
                <a:path w="7562" h="6869" extrusionOk="0">
                  <a:moveTo>
                    <a:pt x="379" y="0"/>
                  </a:moveTo>
                  <a:cubicBezTo>
                    <a:pt x="158" y="0"/>
                    <a:pt x="1" y="158"/>
                    <a:pt x="1" y="347"/>
                  </a:cubicBezTo>
                  <a:lnTo>
                    <a:pt x="1" y="6522"/>
                  </a:lnTo>
                  <a:cubicBezTo>
                    <a:pt x="1" y="6711"/>
                    <a:pt x="158" y="6868"/>
                    <a:pt x="379" y="6868"/>
                  </a:cubicBezTo>
                  <a:lnTo>
                    <a:pt x="1198" y="6868"/>
                  </a:lnTo>
                  <a:cubicBezTo>
                    <a:pt x="1261" y="6427"/>
                    <a:pt x="1513" y="5986"/>
                    <a:pt x="1828" y="5640"/>
                  </a:cubicBezTo>
                  <a:lnTo>
                    <a:pt x="2742" y="4726"/>
                  </a:lnTo>
                  <a:lnTo>
                    <a:pt x="2742" y="2584"/>
                  </a:lnTo>
                  <a:cubicBezTo>
                    <a:pt x="2742" y="1891"/>
                    <a:pt x="3277" y="1387"/>
                    <a:pt x="3907" y="1387"/>
                  </a:cubicBezTo>
                  <a:cubicBezTo>
                    <a:pt x="4537" y="1387"/>
                    <a:pt x="5105" y="1922"/>
                    <a:pt x="5105" y="2584"/>
                  </a:cubicBezTo>
                  <a:lnTo>
                    <a:pt x="5105" y="2836"/>
                  </a:lnTo>
                  <a:cubicBezTo>
                    <a:pt x="5262" y="2773"/>
                    <a:pt x="5420" y="2710"/>
                    <a:pt x="5609" y="2710"/>
                  </a:cubicBezTo>
                  <a:cubicBezTo>
                    <a:pt x="6270" y="2710"/>
                    <a:pt x="6774" y="3277"/>
                    <a:pt x="6774" y="3907"/>
                  </a:cubicBezTo>
                  <a:lnTo>
                    <a:pt x="6774" y="4191"/>
                  </a:lnTo>
                  <a:cubicBezTo>
                    <a:pt x="7058" y="4159"/>
                    <a:pt x="7215" y="4096"/>
                    <a:pt x="7404" y="4096"/>
                  </a:cubicBezTo>
                  <a:cubicBezTo>
                    <a:pt x="7499" y="4096"/>
                    <a:pt x="7530" y="4096"/>
                    <a:pt x="7562" y="4159"/>
                  </a:cubicBezTo>
                  <a:lnTo>
                    <a:pt x="7562" y="347"/>
                  </a:lnTo>
                  <a:cubicBezTo>
                    <a:pt x="7562" y="158"/>
                    <a:pt x="7404" y="0"/>
                    <a:pt x="7215" y="0"/>
                  </a:cubicBezTo>
                  <a:lnTo>
                    <a:pt x="5168" y="0"/>
                  </a:lnTo>
                  <a:cubicBezTo>
                    <a:pt x="4600" y="0"/>
                    <a:pt x="4096" y="284"/>
                    <a:pt x="3781" y="725"/>
                  </a:cubicBezTo>
                  <a:cubicBezTo>
                    <a:pt x="3466" y="284"/>
                    <a:pt x="2994" y="0"/>
                    <a:pt x="2395"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35" name="Google Shape;8679;p63">
            <a:extLst>
              <a:ext uri="{FF2B5EF4-FFF2-40B4-BE49-F238E27FC236}">
                <a16:creationId xmlns:a16="http://schemas.microsoft.com/office/drawing/2014/main" id="{04EDF4C8-0F25-D877-F5AC-2C9698E29D4A}"/>
              </a:ext>
            </a:extLst>
          </p:cNvPr>
          <p:cNvGrpSpPr/>
          <p:nvPr/>
        </p:nvGrpSpPr>
        <p:grpSpPr>
          <a:xfrm>
            <a:off x="8120414" y="2519891"/>
            <a:ext cx="445375" cy="449004"/>
            <a:chOff x="-31452725" y="3191825"/>
            <a:chExt cx="291450" cy="293825"/>
          </a:xfrm>
          <a:solidFill>
            <a:srgbClr val="6C1D35"/>
          </a:solidFill>
        </p:grpSpPr>
        <p:sp>
          <p:nvSpPr>
            <p:cNvPr id="336" name="Google Shape;8680;p63">
              <a:extLst>
                <a:ext uri="{FF2B5EF4-FFF2-40B4-BE49-F238E27FC236}">
                  <a16:creationId xmlns:a16="http://schemas.microsoft.com/office/drawing/2014/main" id="{BCDD49A4-0FD1-1947-DFAA-36B8025588AC}"/>
                </a:ext>
              </a:extLst>
            </p:cNvPr>
            <p:cNvSpPr/>
            <p:nvPr/>
          </p:nvSpPr>
          <p:spPr>
            <a:xfrm>
              <a:off x="-31314900" y="3278475"/>
              <a:ext cx="103200" cy="18125"/>
            </a:xfrm>
            <a:custGeom>
              <a:avLst/>
              <a:gdLst/>
              <a:ahLst/>
              <a:cxnLst/>
              <a:rect l="l" t="t" r="r" b="b"/>
              <a:pathLst>
                <a:path w="4128" h="725" extrusionOk="0">
                  <a:moveTo>
                    <a:pt x="1" y="0"/>
                  </a:moveTo>
                  <a:lnTo>
                    <a:pt x="1" y="725"/>
                  </a:lnTo>
                  <a:lnTo>
                    <a:pt x="4128" y="725"/>
                  </a:lnTo>
                  <a:lnTo>
                    <a:pt x="4128" y="0"/>
                  </a:lnTo>
                  <a:close/>
                </a:path>
              </a:pathLst>
            </a:custGeom>
            <a:grpFill/>
            <a:ln>
              <a:noFill/>
            </a:ln>
          </p:spPr>
          <p:txBody>
            <a:bodyPr spcFirstLastPara="1" wrap="square" lIns="121900" tIns="121900" rIns="121900" bIns="121900" anchor="ctr" anchorCtr="0">
              <a:noAutofit/>
            </a:bodyPr>
            <a:lstStyle/>
            <a:p>
              <a:endParaRPr sz="2400"/>
            </a:p>
          </p:txBody>
        </p:sp>
        <p:sp>
          <p:nvSpPr>
            <p:cNvPr id="337" name="Google Shape;8681;p63">
              <a:extLst>
                <a:ext uri="{FF2B5EF4-FFF2-40B4-BE49-F238E27FC236}">
                  <a16:creationId xmlns:a16="http://schemas.microsoft.com/office/drawing/2014/main" id="{059E81F5-936F-F58E-5493-DE5C29E6AD06}"/>
                </a:ext>
              </a:extLst>
            </p:cNvPr>
            <p:cNvSpPr/>
            <p:nvPr/>
          </p:nvSpPr>
          <p:spPr>
            <a:xfrm>
              <a:off x="-31367675" y="3227275"/>
              <a:ext cx="206400" cy="221350"/>
            </a:xfrm>
            <a:custGeom>
              <a:avLst/>
              <a:gdLst/>
              <a:ahLst/>
              <a:cxnLst/>
              <a:rect l="l" t="t" r="r" b="b"/>
              <a:pathLst>
                <a:path w="8256" h="8854" extrusionOk="0">
                  <a:moveTo>
                    <a:pt x="6554" y="1387"/>
                  </a:moveTo>
                  <a:cubicBezTo>
                    <a:pt x="6743" y="1387"/>
                    <a:pt x="6901" y="1544"/>
                    <a:pt x="6901" y="1733"/>
                  </a:cubicBezTo>
                  <a:lnTo>
                    <a:pt x="6901" y="3119"/>
                  </a:lnTo>
                  <a:cubicBezTo>
                    <a:pt x="6901" y="3309"/>
                    <a:pt x="6743" y="3466"/>
                    <a:pt x="6554" y="3466"/>
                  </a:cubicBezTo>
                  <a:lnTo>
                    <a:pt x="1734" y="3466"/>
                  </a:lnTo>
                  <a:cubicBezTo>
                    <a:pt x="1545" y="3466"/>
                    <a:pt x="1387" y="3309"/>
                    <a:pt x="1387" y="3119"/>
                  </a:cubicBezTo>
                  <a:lnTo>
                    <a:pt x="1387" y="1733"/>
                  </a:lnTo>
                  <a:cubicBezTo>
                    <a:pt x="1387" y="1544"/>
                    <a:pt x="1545" y="1387"/>
                    <a:pt x="1734" y="1387"/>
                  </a:cubicBezTo>
                  <a:close/>
                  <a:moveTo>
                    <a:pt x="2427" y="4096"/>
                  </a:moveTo>
                  <a:cubicBezTo>
                    <a:pt x="2616" y="4096"/>
                    <a:pt x="2773" y="4254"/>
                    <a:pt x="2773" y="4443"/>
                  </a:cubicBezTo>
                  <a:cubicBezTo>
                    <a:pt x="2773" y="4663"/>
                    <a:pt x="2616" y="4821"/>
                    <a:pt x="2427" y="4821"/>
                  </a:cubicBezTo>
                  <a:lnTo>
                    <a:pt x="1734" y="4821"/>
                  </a:lnTo>
                  <a:cubicBezTo>
                    <a:pt x="1545" y="4821"/>
                    <a:pt x="1387" y="4663"/>
                    <a:pt x="1387" y="4443"/>
                  </a:cubicBezTo>
                  <a:cubicBezTo>
                    <a:pt x="1387" y="4254"/>
                    <a:pt x="1545" y="4096"/>
                    <a:pt x="1734" y="4096"/>
                  </a:cubicBezTo>
                  <a:close/>
                  <a:moveTo>
                    <a:pt x="4475" y="4096"/>
                  </a:moveTo>
                  <a:cubicBezTo>
                    <a:pt x="4664" y="4096"/>
                    <a:pt x="4821" y="4254"/>
                    <a:pt x="4821" y="4443"/>
                  </a:cubicBezTo>
                  <a:cubicBezTo>
                    <a:pt x="4821" y="4663"/>
                    <a:pt x="4664" y="4821"/>
                    <a:pt x="4475" y="4821"/>
                  </a:cubicBezTo>
                  <a:lnTo>
                    <a:pt x="3782" y="4821"/>
                  </a:lnTo>
                  <a:cubicBezTo>
                    <a:pt x="3593" y="4821"/>
                    <a:pt x="3435" y="4663"/>
                    <a:pt x="3435" y="4443"/>
                  </a:cubicBezTo>
                  <a:cubicBezTo>
                    <a:pt x="3435" y="4254"/>
                    <a:pt x="3593" y="4096"/>
                    <a:pt x="3782" y="4096"/>
                  </a:cubicBezTo>
                  <a:close/>
                  <a:moveTo>
                    <a:pt x="6554" y="4096"/>
                  </a:moveTo>
                  <a:cubicBezTo>
                    <a:pt x="6743" y="4096"/>
                    <a:pt x="6901" y="4254"/>
                    <a:pt x="6901" y="4443"/>
                  </a:cubicBezTo>
                  <a:cubicBezTo>
                    <a:pt x="6901" y="4663"/>
                    <a:pt x="6743" y="4821"/>
                    <a:pt x="6554" y="4821"/>
                  </a:cubicBezTo>
                  <a:lnTo>
                    <a:pt x="5892" y="4821"/>
                  </a:lnTo>
                  <a:cubicBezTo>
                    <a:pt x="5672" y="4821"/>
                    <a:pt x="5514" y="4663"/>
                    <a:pt x="5514" y="4443"/>
                  </a:cubicBezTo>
                  <a:cubicBezTo>
                    <a:pt x="5514" y="4254"/>
                    <a:pt x="5672" y="4096"/>
                    <a:pt x="5892" y="4096"/>
                  </a:cubicBezTo>
                  <a:close/>
                  <a:moveTo>
                    <a:pt x="2427" y="5482"/>
                  </a:moveTo>
                  <a:cubicBezTo>
                    <a:pt x="2616" y="5482"/>
                    <a:pt x="2773" y="5640"/>
                    <a:pt x="2773" y="5829"/>
                  </a:cubicBezTo>
                  <a:cubicBezTo>
                    <a:pt x="2773" y="6018"/>
                    <a:pt x="2616" y="6175"/>
                    <a:pt x="2427" y="6175"/>
                  </a:cubicBezTo>
                  <a:lnTo>
                    <a:pt x="1734" y="6175"/>
                  </a:lnTo>
                  <a:cubicBezTo>
                    <a:pt x="1545" y="6175"/>
                    <a:pt x="1387" y="6018"/>
                    <a:pt x="1387" y="5829"/>
                  </a:cubicBezTo>
                  <a:cubicBezTo>
                    <a:pt x="1387" y="5640"/>
                    <a:pt x="1545" y="5482"/>
                    <a:pt x="1734" y="5482"/>
                  </a:cubicBezTo>
                  <a:close/>
                  <a:moveTo>
                    <a:pt x="4475" y="5482"/>
                  </a:moveTo>
                  <a:cubicBezTo>
                    <a:pt x="4664" y="5482"/>
                    <a:pt x="4821" y="5640"/>
                    <a:pt x="4821" y="5829"/>
                  </a:cubicBezTo>
                  <a:cubicBezTo>
                    <a:pt x="4821" y="6018"/>
                    <a:pt x="4664" y="6175"/>
                    <a:pt x="4475" y="6175"/>
                  </a:cubicBezTo>
                  <a:lnTo>
                    <a:pt x="3782" y="6175"/>
                  </a:lnTo>
                  <a:cubicBezTo>
                    <a:pt x="3593" y="6175"/>
                    <a:pt x="3435" y="6018"/>
                    <a:pt x="3435" y="5829"/>
                  </a:cubicBezTo>
                  <a:cubicBezTo>
                    <a:pt x="3435" y="5640"/>
                    <a:pt x="3593" y="5482"/>
                    <a:pt x="3782" y="5482"/>
                  </a:cubicBezTo>
                  <a:close/>
                  <a:moveTo>
                    <a:pt x="6554" y="5482"/>
                  </a:moveTo>
                  <a:cubicBezTo>
                    <a:pt x="6743" y="5482"/>
                    <a:pt x="6901" y="5640"/>
                    <a:pt x="6901" y="5829"/>
                  </a:cubicBezTo>
                  <a:cubicBezTo>
                    <a:pt x="6901" y="6018"/>
                    <a:pt x="6743" y="6175"/>
                    <a:pt x="6554" y="6175"/>
                  </a:cubicBezTo>
                  <a:lnTo>
                    <a:pt x="5892" y="6175"/>
                  </a:lnTo>
                  <a:cubicBezTo>
                    <a:pt x="5672" y="6175"/>
                    <a:pt x="5514" y="6018"/>
                    <a:pt x="5514" y="5829"/>
                  </a:cubicBezTo>
                  <a:cubicBezTo>
                    <a:pt x="5514" y="5640"/>
                    <a:pt x="5672" y="5482"/>
                    <a:pt x="5892" y="5482"/>
                  </a:cubicBezTo>
                  <a:close/>
                  <a:moveTo>
                    <a:pt x="2427" y="6869"/>
                  </a:moveTo>
                  <a:cubicBezTo>
                    <a:pt x="2616" y="6869"/>
                    <a:pt x="2773" y="7026"/>
                    <a:pt x="2773" y="7215"/>
                  </a:cubicBezTo>
                  <a:cubicBezTo>
                    <a:pt x="2773" y="7404"/>
                    <a:pt x="2616" y="7562"/>
                    <a:pt x="2427" y="7562"/>
                  </a:cubicBezTo>
                  <a:lnTo>
                    <a:pt x="1734" y="7562"/>
                  </a:lnTo>
                  <a:cubicBezTo>
                    <a:pt x="1545" y="7562"/>
                    <a:pt x="1387" y="7404"/>
                    <a:pt x="1387" y="7215"/>
                  </a:cubicBezTo>
                  <a:cubicBezTo>
                    <a:pt x="1387" y="7026"/>
                    <a:pt x="1545" y="6869"/>
                    <a:pt x="1734" y="6869"/>
                  </a:cubicBezTo>
                  <a:close/>
                  <a:moveTo>
                    <a:pt x="4475" y="6869"/>
                  </a:moveTo>
                  <a:cubicBezTo>
                    <a:pt x="4664" y="6869"/>
                    <a:pt x="4821" y="7026"/>
                    <a:pt x="4821" y="7215"/>
                  </a:cubicBezTo>
                  <a:cubicBezTo>
                    <a:pt x="4821" y="7404"/>
                    <a:pt x="4664" y="7562"/>
                    <a:pt x="4475" y="7562"/>
                  </a:cubicBezTo>
                  <a:lnTo>
                    <a:pt x="3782" y="7562"/>
                  </a:lnTo>
                  <a:cubicBezTo>
                    <a:pt x="3593" y="7562"/>
                    <a:pt x="3435" y="7404"/>
                    <a:pt x="3435" y="7215"/>
                  </a:cubicBezTo>
                  <a:cubicBezTo>
                    <a:pt x="3435" y="7026"/>
                    <a:pt x="3593" y="6869"/>
                    <a:pt x="3782" y="6869"/>
                  </a:cubicBezTo>
                  <a:close/>
                  <a:moveTo>
                    <a:pt x="6554" y="6869"/>
                  </a:moveTo>
                  <a:cubicBezTo>
                    <a:pt x="6743" y="6869"/>
                    <a:pt x="6901" y="7026"/>
                    <a:pt x="6901" y="7215"/>
                  </a:cubicBezTo>
                  <a:cubicBezTo>
                    <a:pt x="6901" y="7404"/>
                    <a:pt x="6743" y="7562"/>
                    <a:pt x="6554" y="7562"/>
                  </a:cubicBezTo>
                  <a:lnTo>
                    <a:pt x="5892" y="7562"/>
                  </a:lnTo>
                  <a:cubicBezTo>
                    <a:pt x="5672" y="7562"/>
                    <a:pt x="5514" y="7404"/>
                    <a:pt x="5514" y="7215"/>
                  </a:cubicBezTo>
                  <a:cubicBezTo>
                    <a:pt x="5514" y="7026"/>
                    <a:pt x="5672" y="6869"/>
                    <a:pt x="5892" y="6869"/>
                  </a:cubicBezTo>
                  <a:close/>
                  <a:moveTo>
                    <a:pt x="694" y="1"/>
                  </a:moveTo>
                  <a:lnTo>
                    <a:pt x="694" y="95"/>
                  </a:lnTo>
                  <a:cubicBezTo>
                    <a:pt x="694" y="631"/>
                    <a:pt x="442" y="1198"/>
                    <a:pt x="64" y="1576"/>
                  </a:cubicBezTo>
                  <a:lnTo>
                    <a:pt x="1" y="1607"/>
                  </a:lnTo>
                  <a:lnTo>
                    <a:pt x="1" y="5860"/>
                  </a:lnTo>
                  <a:lnTo>
                    <a:pt x="64" y="5923"/>
                  </a:lnTo>
                  <a:cubicBezTo>
                    <a:pt x="442" y="6301"/>
                    <a:pt x="694" y="6869"/>
                    <a:pt x="694" y="7404"/>
                  </a:cubicBezTo>
                  <a:cubicBezTo>
                    <a:pt x="694" y="7971"/>
                    <a:pt x="442" y="8475"/>
                    <a:pt x="95" y="8853"/>
                  </a:cubicBezTo>
                  <a:lnTo>
                    <a:pt x="7184" y="8853"/>
                  </a:lnTo>
                  <a:cubicBezTo>
                    <a:pt x="7720" y="8853"/>
                    <a:pt x="8192" y="8381"/>
                    <a:pt x="8192" y="7845"/>
                  </a:cubicBezTo>
                  <a:lnTo>
                    <a:pt x="8192" y="946"/>
                  </a:lnTo>
                  <a:cubicBezTo>
                    <a:pt x="8255" y="473"/>
                    <a:pt x="7814" y="1"/>
                    <a:pt x="7216" y="1"/>
                  </a:cubicBezTo>
                  <a:close/>
                </a:path>
              </a:pathLst>
            </a:custGeom>
            <a:grpFill/>
            <a:ln>
              <a:noFill/>
            </a:ln>
          </p:spPr>
          <p:txBody>
            <a:bodyPr spcFirstLastPara="1" wrap="square" lIns="121900" tIns="121900" rIns="121900" bIns="121900" anchor="ctr" anchorCtr="0">
              <a:noAutofit/>
            </a:bodyPr>
            <a:lstStyle/>
            <a:p>
              <a:endParaRPr sz="2400"/>
            </a:p>
          </p:txBody>
        </p:sp>
        <p:sp>
          <p:nvSpPr>
            <p:cNvPr id="338" name="Google Shape;8682;p63">
              <a:extLst>
                <a:ext uri="{FF2B5EF4-FFF2-40B4-BE49-F238E27FC236}">
                  <a16:creationId xmlns:a16="http://schemas.microsoft.com/office/drawing/2014/main" id="{43998C40-0F1E-9A26-59BB-B1C2D0D79AC8}"/>
                </a:ext>
              </a:extLst>
            </p:cNvPr>
            <p:cNvSpPr/>
            <p:nvPr/>
          </p:nvSpPr>
          <p:spPr>
            <a:xfrm>
              <a:off x="-31452725" y="3191825"/>
              <a:ext cx="86650" cy="259150"/>
            </a:xfrm>
            <a:custGeom>
              <a:avLst/>
              <a:gdLst/>
              <a:ahLst/>
              <a:cxnLst/>
              <a:rect l="l" t="t" r="r" b="b"/>
              <a:pathLst>
                <a:path w="3466" h="10366" extrusionOk="0">
                  <a:moveTo>
                    <a:pt x="1450" y="1"/>
                  </a:moveTo>
                  <a:cubicBezTo>
                    <a:pt x="662" y="1"/>
                    <a:pt x="0" y="662"/>
                    <a:pt x="0" y="1450"/>
                  </a:cubicBezTo>
                  <a:cubicBezTo>
                    <a:pt x="0" y="1860"/>
                    <a:pt x="158" y="2206"/>
                    <a:pt x="410" y="2490"/>
                  </a:cubicBezTo>
                  <a:lnTo>
                    <a:pt x="694" y="2773"/>
                  </a:lnTo>
                  <a:lnTo>
                    <a:pt x="694" y="7593"/>
                  </a:lnTo>
                  <a:lnTo>
                    <a:pt x="410" y="7877"/>
                  </a:lnTo>
                  <a:cubicBezTo>
                    <a:pt x="158" y="8161"/>
                    <a:pt x="0" y="8507"/>
                    <a:pt x="0" y="8917"/>
                  </a:cubicBezTo>
                  <a:cubicBezTo>
                    <a:pt x="0" y="9704"/>
                    <a:pt x="662" y="10366"/>
                    <a:pt x="1450" y="10366"/>
                  </a:cubicBezTo>
                  <a:lnTo>
                    <a:pt x="1985" y="10366"/>
                  </a:lnTo>
                  <a:cubicBezTo>
                    <a:pt x="2773" y="10366"/>
                    <a:pt x="3466" y="9704"/>
                    <a:pt x="3466" y="8917"/>
                  </a:cubicBezTo>
                  <a:cubicBezTo>
                    <a:pt x="3466" y="8507"/>
                    <a:pt x="3308" y="8161"/>
                    <a:pt x="3025" y="7877"/>
                  </a:cubicBezTo>
                  <a:lnTo>
                    <a:pt x="2741" y="7593"/>
                  </a:lnTo>
                  <a:lnTo>
                    <a:pt x="2741" y="2773"/>
                  </a:lnTo>
                  <a:lnTo>
                    <a:pt x="3025" y="2490"/>
                  </a:lnTo>
                  <a:cubicBezTo>
                    <a:pt x="3308" y="2206"/>
                    <a:pt x="3466" y="1860"/>
                    <a:pt x="3466" y="1450"/>
                  </a:cubicBezTo>
                  <a:cubicBezTo>
                    <a:pt x="3466" y="662"/>
                    <a:pt x="2773" y="1"/>
                    <a:pt x="1985" y="1"/>
                  </a:cubicBezTo>
                  <a:close/>
                </a:path>
              </a:pathLst>
            </a:custGeom>
            <a:grpFill/>
            <a:ln>
              <a:noFill/>
            </a:ln>
          </p:spPr>
          <p:txBody>
            <a:bodyPr spcFirstLastPara="1" wrap="square" lIns="121900" tIns="121900" rIns="121900" bIns="121900" anchor="ctr" anchorCtr="0">
              <a:noAutofit/>
            </a:bodyPr>
            <a:lstStyle/>
            <a:p>
              <a:endParaRPr sz="2400"/>
            </a:p>
          </p:txBody>
        </p:sp>
        <p:sp>
          <p:nvSpPr>
            <p:cNvPr id="339" name="Google Shape;8683;p63">
              <a:extLst>
                <a:ext uri="{FF2B5EF4-FFF2-40B4-BE49-F238E27FC236}">
                  <a16:creationId xmlns:a16="http://schemas.microsoft.com/office/drawing/2014/main" id="{848D0BE6-90A6-FEAE-9C4E-5C57F582E280}"/>
                </a:ext>
              </a:extLst>
            </p:cNvPr>
            <p:cNvSpPr/>
            <p:nvPr/>
          </p:nvSpPr>
          <p:spPr>
            <a:xfrm>
              <a:off x="-31409400" y="3468275"/>
              <a:ext cx="92950" cy="17375"/>
            </a:xfrm>
            <a:custGeom>
              <a:avLst/>
              <a:gdLst/>
              <a:ahLst/>
              <a:cxnLst/>
              <a:rect l="l" t="t" r="r" b="b"/>
              <a:pathLst>
                <a:path w="3718" h="695" extrusionOk="0">
                  <a:moveTo>
                    <a:pt x="0" y="1"/>
                  </a:moveTo>
                  <a:cubicBezTo>
                    <a:pt x="0" y="379"/>
                    <a:pt x="315" y="694"/>
                    <a:pt x="662" y="694"/>
                  </a:cubicBezTo>
                  <a:lnTo>
                    <a:pt x="3056" y="694"/>
                  </a:lnTo>
                  <a:cubicBezTo>
                    <a:pt x="3466" y="694"/>
                    <a:pt x="3718" y="379"/>
                    <a:pt x="3718"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40" name="Google Shape;8684;p63">
            <a:extLst>
              <a:ext uri="{FF2B5EF4-FFF2-40B4-BE49-F238E27FC236}">
                <a16:creationId xmlns:a16="http://schemas.microsoft.com/office/drawing/2014/main" id="{D24CD2C6-19E5-1B4C-89F4-D62682BBE2F1}"/>
              </a:ext>
            </a:extLst>
          </p:cNvPr>
          <p:cNvGrpSpPr/>
          <p:nvPr/>
        </p:nvGrpSpPr>
        <p:grpSpPr>
          <a:xfrm>
            <a:off x="8119822" y="3076553"/>
            <a:ext cx="446559" cy="446559"/>
            <a:chOff x="-31452725" y="3551775"/>
            <a:chExt cx="292225" cy="292225"/>
          </a:xfrm>
          <a:solidFill>
            <a:srgbClr val="6C1D35"/>
          </a:solidFill>
        </p:grpSpPr>
        <p:sp>
          <p:nvSpPr>
            <p:cNvPr id="341" name="Google Shape;8685;p63">
              <a:extLst>
                <a:ext uri="{FF2B5EF4-FFF2-40B4-BE49-F238E27FC236}">
                  <a16:creationId xmlns:a16="http://schemas.microsoft.com/office/drawing/2014/main" id="{D7ED0E72-3E79-E9EC-C214-508072E32FB2}"/>
                </a:ext>
              </a:extLst>
            </p:cNvPr>
            <p:cNvSpPr/>
            <p:nvPr/>
          </p:nvSpPr>
          <p:spPr>
            <a:xfrm>
              <a:off x="-31452725" y="3756550"/>
              <a:ext cx="155175" cy="34675"/>
            </a:xfrm>
            <a:custGeom>
              <a:avLst/>
              <a:gdLst/>
              <a:ahLst/>
              <a:cxnLst/>
              <a:rect l="l" t="t" r="r" b="b"/>
              <a:pathLst>
                <a:path w="6207" h="1387" extrusionOk="0">
                  <a:moveTo>
                    <a:pt x="32" y="1"/>
                  </a:moveTo>
                  <a:lnTo>
                    <a:pt x="32" y="1040"/>
                  </a:lnTo>
                  <a:cubicBezTo>
                    <a:pt x="0" y="1292"/>
                    <a:pt x="158" y="1387"/>
                    <a:pt x="347" y="1387"/>
                  </a:cubicBezTo>
                  <a:lnTo>
                    <a:pt x="6207" y="1387"/>
                  </a:lnTo>
                  <a:lnTo>
                    <a:pt x="6207" y="1"/>
                  </a:lnTo>
                  <a:close/>
                </a:path>
              </a:pathLst>
            </a:custGeom>
            <a:grpFill/>
            <a:ln>
              <a:noFill/>
            </a:ln>
          </p:spPr>
          <p:txBody>
            <a:bodyPr spcFirstLastPara="1" wrap="square" lIns="121900" tIns="121900" rIns="121900" bIns="121900" anchor="ctr" anchorCtr="0">
              <a:noAutofit/>
            </a:bodyPr>
            <a:lstStyle/>
            <a:p>
              <a:endParaRPr sz="2400"/>
            </a:p>
          </p:txBody>
        </p:sp>
        <p:sp>
          <p:nvSpPr>
            <p:cNvPr id="342" name="Google Shape;8686;p63">
              <a:extLst>
                <a:ext uri="{FF2B5EF4-FFF2-40B4-BE49-F238E27FC236}">
                  <a16:creationId xmlns:a16="http://schemas.microsoft.com/office/drawing/2014/main" id="{E33D4E5F-7CCA-B5DA-A5F0-ED8CD1382ED6}"/>
                </a:ext>
              </a:extLst>
            </p:cNvPr>
            <p:cNvSpPr/>
            <p:nvPr/>
          </p:nvSpPr>
          <p:spPr>
            <a:xfrm>
              <a:off x="-31452725" y="3551775"/>
              <a:ext cx="183525" cy="188275"/>
            </a:xfrm>
            <a:custGeom>
              <a:avLst/>
              <a:gdLst/>
              <a:ahLst/>
              <a:cxnLst/>
              <a:rect l="l" t="t" r="r" b="b"/>
              <a:pathLst>
                <a:path w="7341" h="7531" extrusionOk="0">
                  <a:moveTo>
                    <a:pt x="4474" y="0"/>
                  </a:moveTo>
                  <a:cubicBezTo>
                    <a:pt x="3939" y="0"/>
                    <a:pt x="3466" y="473"/>
                    <a:pt x="3466" y="1040"/>
                  </a:cubicBezTo>
                  <a:cubicBezTo>
                    <a:pt x="3466" y="1576"/>
                    <a:pt x="3939" y="2080"/>
                    <a:pt x="4474" y="2080"/>
                  </a:cubicBezTo>
                  <a:cubicBezTo>
                    <a:pt x="4600" y="2080"/>
                    <a:pt x="4726" y="2017"/>
                    <a:pt x="4852" y="1985"/>
                  </a:cubicBezTo>
                  <a:lnTo>
                    <a:pt x="4852" y="2773"/>
                  </a:lnTo>
                  <a:lnTo>
                    <a:pt x="2741" y="2773"/>
                  </a:lnTo>
                  <a:cubicBezTo>
                    <a:pt x="1261" y="2773"/>
                    <a:pt x="0" y="4002"/>
                    <a:pt x="0" y="5482"/>
                  </a:cubicBezTo>
                  <a:lnTo>
                    <a:pt x="0" y="7530"/>
                  </a:lnTo>
                  <a:lnTo>
                    <a:pt x="6175" y="7530"/>
                  </a:lnTo>
                  <a:lnTo>
                    <a:pt x="6175" y="5167"/>
                  </a:lnTo>
                  <a:cubicBezTo>
                    <a:pt x="6175" y="4191"/>
                    <a:pt x="6648" y="3372"/>
                    <a:pt x="7341" y="2773"/>
                  </a:cubicBezTo>
                  <a:lnTo>
                    <a:pt x="5514" y="2773"/>
                  </a:lnTo>
                  <a:lnTo>
                    <a:pt x="5514" y="1040"/>
                  </a:lnTo>
                  <a:cubicBezTo>
                    <a:pt x="5514" y="505"/>
                    <a:pt x="5041" y="0"/>
                    <a:pt x="4474" y="0"/>
                  </a:cubicBezTo>
                  <a:close/>
                </a:path>
              </a:pathLst>
            </a:custGeom>
            <a:grpFill/>
            <a:ln>
              <a:noFill/>
            </a:ln>
          </p:spPr>
          <p:txBody>
            <a:bodyPr spcFirstLastPara="1" wrap="square" lIns="121900" tIns="121900" rIns="121900" bIns="121900" anchor="ctr" anchorCtr="0">
              <a:noAutofit/>
            </a:bodyPr>
            <a:lstStyle/>
            <a:p>
              <a:endParaRPr sz="2400"/>
            </a:p>
          </p:txBody>
        </p:sp>
        <p:sp>
          <p:nvSpPr>
            <p:cNvPr id="343" name="Google Shape;8687;p63">
              <a:extLst>
                <a:ext uri="{FF2B5EF4-FFF2-40B4-BE49-F238E27FC236}">
                  <a16:creationId xmlns:a16="http://schemas.microsoft.com/office/drawing/2014/main" id="{0776E2C7-A4EE-7494-233B-1D3DD1D87B0D}"/>
                </a:ext>
              </a:extLst>
            </p:cNvPr>
            <p:cNvSpPr/>
            <p:nvPr/>
          </p:nvSpPr>
          <p:spPr>
            <a:xfrm>
              <a:off x="-31366100" y="3808550"/>
              <a:ext cx="52025" cy="35450"/>
            </a:xfrm>
            <a:custGeom>
              <a:avLst/>
              <a:gdLst/>
              <a:ahLst/>
              <a:cxnLst/>
              <a:rect l="l" t="t" r="r" b="b"/>
              <a:pathLst>
                <a:path w="2081" h="1418" extrusionOk="0">
                  <a:moveTo>
                    <a:pt x="32" y="0"/>
                  </a:moveTo>
                  <a:lnTo>
                    <a:pt x="32" y="1040"/>
                  </a:lnTo>
                  <a:lnTo>
                    <a:pt x="1" y="1040"/>
                  </a:lnTo>
                  <a:cubicBezTo>
                    <a:pt x="1" y="1260"/>
                    <a:pt x="159" y="1418"/>
                    <a:pt x="348" y="1418"/>
                  </a:cubicBezTo>
                  <a:lnTo>
                    <a:pt x="1734" y="1418"/>
                  </a:lnTo>
                  <a:cubicBezTo>
                    <a:pt x="1923" y="1418"/>
                    <a:pt x="2080" y="1260"/>
                    <a:pt x="2080" y="1040"/>
                  </a:cubicBezTo>
                  <a:lnTo>
                    <a:pt x="2080" y="0"/>
                  </a:lnTo>
                  <a:close/>
                </a:path>
              </a:pathLst>
            </a:custGeom>
            <a:grpFill/>
            <a:ln>
              <a:noFill/>
            </a:ln>
          </p:spPr>
          <p:txBody>
            <a:bodyPr spcFirstLastPara="1" wrap="square" lIns="121900" tIns="121900" rIns="121900" bIns="121900" anchor="ctr" anchorCtr="0">
              <a:noAutofit/>
            </a:bodyPr>
            <a:lstStyle/>
            <a:p>
              <a:endParaRPr sz="2400"/>
            </a:p>
          </p:txBody>
        </p:sp>
        <p:sp>
          <p:nvSpPr>
            <p:cNvPr id="344" name="Google Shape;8688;p63">
              <a:extLst>
                <a:ext uri="{FF2B5EF4-FFF2-40B4-BE49-F238E27FC236}">
                  <a16:creationId xmlns:a16="http://schemas.microsoft.com/office/drawing/2014/main" id="{AFAA0F1D-3443-BF56-5E23-E8D39C2C2A65}"/>
                </a:ext>
              </a:extLst>
            </p:cNvPr>
            <p:cNvSpPr/>
            <p:nvPr/>
          </p:nvSpPr>
          <p:spPr>
            <a:xfrm>
              <a:off x="-31281025" y="3621075"/>
              <a:ext cx="120525" cy="171725"/>
            </a:xfrm>
            <a:custGeom>
              <a:avLst/>
              <a:gdLst/>
              <a:ahLst/>
              <a:cxnLst/>
              <a:rect l="l" t="t" r="r" b="b"/>
              <a:pathLst>
                <a:path w="4821" h="6869" extrusionOk="0">
                  <a:moveTo>
                    <a:pt x="3435" y="2017"/>
                  </a:moveTo>
                  <a:cubicBezTo>
                    <a:pt x="3624" y="2017"/>
                    <a:pt x="3781" y="2175"/>
                    <a:pt x="3781" y="2364"/>
                  </a:cubicBezTo>
                  <a:cubicBezTo>
                    <a:pt x="3750" y="2553"/>
                    <a:pt x="3592" y="2710"/>
                    <a:pt x="3435" y="2710"/>
                  </a:cubicBezTo>
                  <a:lnTo>
                    <a:pt x="1387" y="2710"/>
                  </a:lnTo>
                  <a:cubicBezTo>
                    <a:pt x="1198" y="2710"/>
                    <a:pt x="1040" y="2553"/>
                    <a:pt x="1040" y="2364"/>
                  </a:cubicBezTo>
                  <a:cubicBezTo>
                    <a:pt x="1040" y="2175"/>
                    <a:pt x="1198" y="2017"/>
                    <a:pt x="1387" y="2017"/>
                  </a:cubicBezTo>
                  <a:close/>
                  <a:moveTo>
                    <a:pt x="3088" y="4128"/>
                  </a:moveTo>
                  <a:cubicBezTo>
                    <a:pt x="3466" y="4128"/>
                    <a:pt x="3750" y="4443"/>
                    <a:pt x="3750" y="4821"/>
                  </a:cubicBezTo>
                  <a:cubicBezTo>
                    <a:pt x="3750" y="5168"/>
                    <a:pt x="3466" y="5483"/>
                    <a:pt x="3088" y="5483"/>
                  </a:cubicBezTo>
                  <a:lnTo>
                    <a:pt x="1702" y="5483"/>
                  </a:lnTo>
                  <a:cubicBezTo>
                    <a:pt x="1324" y="5483"/>
                    <a:pt x="1040" y="5168"/>
                    <a:pt x="1040" y="4821"/>
                  </a:cubicBezTo>
                  <a:cubicBezTo>
                    <a:pt x="1040" y="4412"/>
                    <a:pt x="1355" y="4128"/>
                    <a:pt x="1702" y="4128"/>
                  </a:cubicBezTo>
                  <a:close/>
                  <a:moveTo>
                    <a:pt x="2426" y="1"/>
                  </a:moveTo>
                  <a:cubicBezTo>
                    <a:pt x="1072" y="1"/>
                    <a:pt x="1" y="1072"/>
                    <a:pt x="1" y="2395"/>
                  </a:cubicBezTo>
                  <a:lnTo>
                    <a:pt x="1" y="6869"/>
                  </a:lnTo>
                  <a:lnTo>
                    <a:pt x="4474" y="6869"/>
                  </a:lnTo>
                  <a:cubicBezTo>
                    <a:pt x="4663" y="6869"/>
                    <a:pt x="4821" y="6711"/>
                    <a:pt x="4821" y="6491"/>
                  </a:cubicBezTo>
                  <a:lnTo>
                    <a:pt x="4821" y="2395"/>
                  </a:lnTo>
                  <a:cubicBezTo>
                    <a:pt x="4789" y="1072"/>
                    <a:pt x="3718" y="1"/>
                    <a:pt x="2426"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45" name="Google Shape;8689;p63">
            <a:extLst>
              <a:ext uri="{FF2B5EF4-FFF2-40B4-BE49-F238E27FC236}">
                <a16:creationId xmlns:a16="http://schemas.microsoft.com/office/drawing/2014/main" id="{8FBFE29D-3A40-92F0-19D6-1D971A9FF54A}"/>
              </a:ext>
            </a:extLst>
          </p:cNvPr>
          <p:cNvGrpSpPr/>
          <p:nvPr/>
        </p:nvGrpSpPr>
        <p:grpSpPr>
          <a:xfrm>
            <a:off x="8118007" y="3623604"/>
            <a:ext cx="450188" cy="448965"/>
            <a:chOff x="-31455100" y="3909350"/>
            <a:chExt cx="294600" cy="293800"/>
          </a:xfrm>
          <a:solidFill>
            <a:srgbClr val="6C1D35"/>
          </a:solidFill>
        </p:grpSpPr>
        <p:sp>
          <p:nvSpPr>
            <p:cNvPr id="346" name="Google Shape;8690;p63">
              <a:extLst>
                <a:ext uri="{FF2B5EF4-FFF2-40B4-BE49-F238E27FC236}">
                  <a16:creationId xmlns:a16="http://schemas.microsoft.com/office/drawing/2014/main" id="{34BCE253-57B5-AA6C-1CB0-D82EF67D4854}"/>
                </a:ext>
              </a:extLst>
            </p:cNvPr>
            <p:cNvSpPr/>
            <p:nvPr/>
          </p:nvSpPr>
          <p:spPr>
            <a:xfrm>
              <a:off x="-31455100" y="3909350"/>
              <a:ext cx="294600" cy="293800"/>
            </a:xfrm>
            <a:custGeom>
              <a:avLst/>
              <a:gdLst/>
              <a:ahLst/>
              <a:cxnLst/>
              <a:rect l="l" t="t" r="r" b="b"/>
              <a:pathLst>
                <a:path w="11784" h="11752" extrusionOk="0">
                  <a:moveTo>
                    <a:pt x="5199" y="1"/>
                  </a:moveTo>
                  <a:cubicBezTo>
                    <a:pt x="5042" y="1"/>
                    <a:pt x="4916" y="127"/>
                    <a:pt x="4884" y="284"/>
                  </a:cubicBezTo>
                  <a:lnTo>
                    <a:pt x="4727" y="883"/>
                  </a:lnTo>
                  <a:cubicBezTo>
                    <a:pt x="4191" y="977"/>
                    <a:pt x="3655" y="1229"/>
                    <a:pt x="3151" y="1513"/>
                  </a:cubicBezTo>
                  <a:lnTo>
                    <a:pt x="2647" y="1229"/>
                  </a:lnTo>
                  <a:cubicBezTo>
                    <a:pt x="2599" y="1205"/>
                    <a:pt x="2542" y="1195"/>
                    <a:pt x="2482" y="1195"/>
                  </a:cubicBezTo>
                  <a:cubicBezTo>
                    <a:pt x="2386" y="1195"/>
                    <a:pt x="2284" y="1222"/>
                    <a:pt x="2206" y="1261"/>
                  </a:cubicBezTo>
                  <a:lnTo>
                    <a:pt x="1261" y="2206"/>
                  </a:lnTo>
                  <a:cubicBezTo>
                    <a:pt x="1135" y="2332"/>
                    <a:pt x="1135" y="2490"/>
                    <a:pt x="1230" y="2647"/>
                  </a:cubicBezTo>
                  <a:lnTo>
                    <a:pt x="1513" y="3151"/>
                  </a:lnTo>
                  <a:cubicBezTo>
                    <a:pt x="1198" y="3624"/>
                    <a:pt x="978" y="4191"/>
                    <a:pt x="883" y="4726"/>
                  </a:cubicBezTo>
                  <a:lnTo>
                    <a:pt x="284" y="4884"/>
                  </a:lnTo>
                  <a:cubicBezTo>
                    <a:pt x="127" y="4947"/>
                    <a:pt x="1" y="5041"/>
                    <a:pt x="1" y="5199"/>
                  </a:cubicBezTo>
                  <a:lnTo>
                    <a:pt x="1" y="6585"/>
                  </a:lnTo>
                  <a:cubicBezTo>
                    <a:pt x="1" y="6743"/>
                    <a:pt x="127" y="6869"/>
                    <a:pt x="284" y="6900"/>
                  </a:cubicBezTo>
                  <a:lnTo>
                    <a:pt x="883" y="7058"/>
                  </a:lnTo>
                  <a:cubicBezTo>
                    <a:pt x="946" y="7404"/>
                    <a:pt x="1072" y="7782"/>
                    <a:pt x="1230" y="8129"/>
                  </a:cubicBezTo>
                  <a:cubicBezTo>
                    <a:pt x="1504" y="7854"/>
                    <a:pt x="2843" y="6486"/>
                    <a:pt x="2841" y="6486"/>
                  </a:cubicBezTo>
                  <a:lnTo>
                    <a:pt x="2841" y="6486"/>
                  </a:lnTo>
                  <a:cubicBezTo>
                    <a:pt x="2841" y="6486"/>
                    <a:pt x="2839" y="6488"/>
                    <a:pt x="2836" y="6491"/>
                  </a:cubicBezTo>
                  <a:cubicBezTo>
                    <a:pt x="2836" y="6459"/>
                    <a:pt x="2805" y="6050"/>
                    <a:pt x="2805" y="5955"/>
                  </a:cubicBezTo>
                  <a:cubicBezTo>
                    <a:pt x="2773" y="4222"/>
                    <a:pt x="4191" y="2836"/>
                    <a:pt x="5861" y="2836"/>
                  </a:cubicBezTo>
                  <a:cubicBezTo>
                    <a:pt x="7562" y="2836"/>
                    <a:pt x="8948" y="4222"/>
                    <a:pt x="8948" y="5924"/>
                  </a:cubicBezTo>
                  <a:cubicBezTo>
                    <a:pt x="8948" y="7499"/>
                    <a:pt x="7751" y="8822"/>
                    <a:pt x="6113" y="8948"/>
                  </a:cubicBezTo>
                  <a:cubicBezTo>
                    <a:pt x="6066" y="8948"/>
                    <a:pt x="5963" y="8956"/>
                    <a:pt x="5821" y="8956"/>
                  </a:cubicBezTo>
                  <a:cubicBezTo>
                    <a:pt x="5680" y="8956"/>
                    <a:pt x="5499" y="8948"/>
                    <a:pt x="5294" y="8917"/>
                  </a:cubicBezTo>
                  <a:lnTo>
                    <a:pt x="3655" y="10523"/>
                  </a:lnTo>
                  <a:cubicBezTo>
                    <a:pt x="4034" y="10681"/>
                    <a:pt x="4349" y="10807"/>
                    <a:pt x="4727" y="10870"/>
                  </a:cubicBezTo>
                  <a:lnTo>
                    <a:pt x="4884" y="11468"/>
                  </a:lnTo>
                  <a:cubicBezTo>
                    <a:pt x="4916" y="11626"/>
                    <a:pt x="5042" y="11752"/>
                    <a:pt x="5199" y="11752"/>
                  </a:cubicBezTo>
                  <a:lnTo>
                    <a:pt x="6585" y="11752"/>
                  </a:lnTo>
                  <a:cubicBezTo>
                    <a:pt x="6743" y="11752"/>
                    <a:pt x="6869" y="11626"/>
                    <a:pt x="6901" y="11468"/>
                  </a:cubicBezTo>
                  <a:lnTo>
                    <a:pt x="7058" y="10870"/>
                  </a:lnTo>
                  <a:cubicBezTo>
                    <a:pt x="7594" y="10775"/>
                    <a:pt x="8129" y="10523"/>
                    <a:pt x="8633" y="10240"/>
                  </a:cubicBezTo>
                  <a:lnTo>
                    <a:pt x="9137" y="10523"/>
                  </a:lnTo>
                  <a:cubicBezTo>
                    <a:pt x="9185" y="10547"/>
                    <a:pt x="9243" y="10558"/>
                    <a:pt x="9302" y="10558"/>
                  </a:cubicBezTo>
                  <a:cubicBezTo>
                    <a:pt x="9399" y="10558"/>
                    <a:pt x="9501" y="10531"/>
                    <a:pt x="9578" y="10492"/>
                  </a:cubicBezTo>
                  <a:lnTo>
                    <a:pt x="10524" y="9547"/>
                  </a:lnTo>
                  <a:cubicBezTo>
                    <a:pt x="10650" y="9421"/>
                    <a:pt x="10650" y="9263"/>
                    <a:pt x="10555" y="9106"/>
                  </a:cubicBezTo>
                  <a:lnTo>
                    <a:pt x="10303" y="8601"/>
                  </a:lnTo>
                  <a:cubicBezTo>
                    <a:pt x="10618" y="8129"/>
                    <a:pt x="10807" y="7562"/>
                    <a:pt x="10933" y="7026"/>
                  </a:cubicBezTo>
                  <a:lnTo>
                    <a:pt x="11500" y="6869"/>
                  </a:lnTo>
                  <a:cubicBezTo>
                    <a:pt x="11658" y="6806"/>
                    <a:pt x="11784" y="6711"/>
                    <a:pt x="11784" y="6554"/>
                  </a:cubicBezTo>
                  <a:lnTo>
                    <a:pt x="11784" y="5167"/>
                  </a:lnTo>
                  <a:cubicBezTo>
                    <a:pt x="11752" y="5041"/>
                    <a:pt x="11658" y="4915"/>
                    <a:pt x="11500" y="4884"/>
                  </a:cubicBezTo>
                  <a:lnTo>
                    <a:pt x="10902" y="4726"/>
                  </a:lnTo>
                  <a:cubicBezTo>
                    <a:pt x="10807" y="4191"/>
                    <a:pt x="10555" y="3687"/>
                    <a:pt x="10272" y="3151"/>
                  </a:cubicBezTo>
                  <a:lnTo>
                    <a:pt x="10555" y="2647"/>
                  </a:lnTo>
                  <a:cubicBezTo>
                    <a:pt x="10650" y="2521"/>
                    <a:pt x="10587" y="2332"/>
                    <a:pt x="10524" y="2206"/>
                  </a:cubicBezTo>
                  <a:lnTo>
                    <a:pt x="9578" y="1261"/>
                  </a:lnTo>
                  <a:cubicBezTo>
                    <a:pt x="9509" y="1209"/>
                    <a:pt x="9430" y="1185"/>
                    <a:pt x="9347" y="1185"/>
                  </a:cubicBezTo>
                  <a:cubicBezTo>
                    <a:pt x="9279" y="1185"/>
                    <a:pt x="9208" y="1201"/>
                    <a:pt x="9137" y="1229"/>
                  </a:cubicBezTo>
                  <a:lnTo>
                    <a:pt x="8633" y="1513"/>
                  </a:lnTo>
                  <a:cubicBezTo>
                    <a:pt x="8161" y="1198"/>
                    <a:pt x="7594" y="977"/>
                    <a:pt x="7058" y="883"/>
                  </a:cubicBezTo>
                  <a:lnTo>
                    <a:pt x="6901" y="284"/>
                  </a:lnTo>
                  <a:cubicBezTo>
                    <a:pt x="6869" y="127"/>
                    <a:pt x="6743" y="1"/>
                    <a:pt x="6585" y="1"/>
                  </a:cubicBezTo>
                  <a:close/>
                </a:path>
              </a:pathLst>
            </a:custGeom>
            <a:grpFill/>
            <a:ln>
              <a:noFill/>
            </a:ln>
          </p:spPr>
          <p:txBody>
            <a:bodyPr spcFirstLastPara="1" wrap="square" lIns="121900" tIns="121900" rIns="121900" bIns="121900" anchor="ctr" anchorCtr="0">
              <a:noAutofit/>
            </a:bodyPr>
            <a:lstStyle/>
            <a:p>
              <a:endParaRPr sz="2400"/>
            </a:p>
          </p:txBody>
        </p:sp>
        <p:sp>
          <p:nvSpPr>
            <p:cNvPr id="347" name="Google Shape;8691;p63">
              <a:extLst>
                <a:ext uri="{FF2B5EF4-FFF2-40B4-BE49-F238E27FC236}">
                  <a16:creationId xmlns:a16="http://schemas.microsoft.com/office/drawing/2014/main" id="{C18A72BF-EAD9-FEC9-E808-420952747202}"/>
                </a:ext>
              </a:extLst>
            </p:cNvPr>
            <p:cNvSpPr/>
            <p:nvPr/>
          </p:nvSpPr>
          <p:spPr>
            <a:xfrm>
              <a:off x="-31455100" y="3997350"/>
              <a:ext cx="215050" cy="205025"/>
            </a:xfrm>
            <a:custGeom>
              <a:avLst/>
              <a:gdLst/>
              <a:ahLst/>
              <a:cxnLst/>
              <a:rect l="l" t="t" r="r" b="b"/>
              <a:pathLst>
                <a:path w="8602" h="8201" extrusionOk="0">
                  <a:moveTo>
                    <a:pt x="5939" y="0"/>
                  </a:moveTo>
                  <a:cubicBezTo>
                    <a:pt x="4729" y="0"/>
                    <a:pt x="3750" y="854"/>
                    <a:pt x="3561" y="1963"/>
                  </a:cubicBezTo>
                  <a:cubicBezTo>
                    <a:pt x="3466" y="2404"/>
                    <a:pt x="3498" y="2813"/>
                    <a:pt x="3624" y="3223"/>
                  </a:cubicBezTo>
                  <a:lnTo>
                    <a:pt x="410" y="6468"/>
                  </a:lnTo>
                  <a:cubicBezTo>
                    <a:pt x="1" y="6846"/>
                    <a:pt x="1" y="7507"/>
                    <a:pt x="410" y="7917"/>
                  </a:cubicBezTo>
                  <a:cubicBezTo>
                    <a:pt x="600" y="8106"/>
                    <a:pt x="852" y="8200"/>
                    <a:pt x="1111" y="8200"/>
                  </a:cubicBezTo>
                  <a:cubicBezTo>
                    <a:pt x="1371" y="8200"/>
                    <a:pt x="1639" y="8106"/>
                    <a:pt x="1860" y="7917"/>
                  </a:cubicBezTo>
                  <a:lnTo>
                    <a:pt x="5136" y="4640"/>
                  </a:lnTo>
                  <a:cubicBezTo>
                    <a:pt x="5388" y="4735"/>
                    <a:pt x="5664" y="4782"/>
                    <a:pt x="5947" y="4782"/>
                  </a:cubicBezTo>
                  <a:cubicBezTo>
                    <a:pt x="6231" y="4782"/>
                    <a:pt x="6522" y="4735"/>
                    <a:pt x="6806" y="4640"/>
                  </a:cubicBezTo>
                  <a:cubicBezTo>
                    <a:pt x="7846" y="4294"/>
                    <a:pt x="8602" y="3065"/>
                    <a:pt x="8224" y="1773"/>
                  </a:cubicBezTo>
                  <a:cubicBezTo>
                    <a:pt x="8192" y="1647"/>
                    <a:pt x="8129" y="1553"/>
                    <a:pt x="8003" y="1521"/>
                  </a:cubicBezTo>
                  <a:cubicBezTo>
                    <a:pt x="7972" y="1514"/>
                    <a:pt x="7942" y="1510"/>
                    <a:pt x="7914" y="1510"/>
                  </a:cubicBezTo>
                  <a:cubicBezTo>
                    <a:pt x="7830" y="1510"/>
                    <a:pt x="7759" y="1545"/>
                    <a:pt x="7688" y="1616"/>
                  </a:cubicBezTo>
                  <a:lnTo>
                    <a:pt x="6901" y="2404"/>
                  </a:lnTo>
                  <a:cubicBezTo>
                    <a:pt x="6759" y="2530"/>
                    <a:pt x="6578" y="2593"/>
                    <a:pt x="6400" y="2593"/>
                  </a:cubicBezTo>
                  <a:cubicBezTo>
                    <a:pt x="6223" y="2593"/>
                    <a:pt x="6050" y="2530"/>
                    <a:pt x="5924" y="2404"/>
                  </a:cubicBezTo>
                  <a:cubicBezTo>
                    <a:pt x="5640" y="2120"/>
                    <a:pt x="5640" y="1679"/>
                    <a:pt x="5924" y="1395"/>
                  </a:cubicBezTo>
                  <a:lnTo>
                    <a:pt x="6711" y="608"/>
                  </a:lnTo>
                  <a:cubicBezTo>
                    <a:pt x="6774" y="545"/>
                    <a:pt x="6806" y="419"/>
                    <a:pt x="6774" y="293"/>
                  </a:cubicBezTo>
                  <a:cubicBezTo>
                    <a:pt x="6743" y="198"/>
                    <a:pt x="6648" y="104"/>
                    <a:pt x="6554" y="72"/>
                  </a:cubicBezTo>
                  <a:cubicBezTo>
                    <a:pt x="6344" y="23"/>
                    <a:pt x="6139" y="0"/>
                    <a:pt x="5939"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48" name="Google Shape;8692;p63">
            <a:extLst>
              <a:ext uri="{FF2B5EF4-FFF2-40B4-BE49-F238E27FC236}">
                <a16:creationId xmlns:a16="http://schemas.microsoft.com/office/drawing/2014/main" id="{A3E949EA-9790-9B6D-4B06-B28756ABAEF0}"/>
              </a:ext>
            </a:extLst>
          </p:cNvPr>
          <p:cNvGrpSpPr/>
          <p:nvPr/>
        </p:nvGrpSpPr>
        <p:grpSpPr>
          <a:xfrm>
            <a:off x="9807070" y="3624809"/>
            <a:ext cx="445375" cy="446559"/>
            <a:chOff x="-30345325" y="3918800"/>
            <a:chExt cx="291450" cy="292225"/>
          </a:xfrm>
          <a:solidFill>
            <a:srgbClr val="6C1D35"/>
          </a:solidFill>
        </p:grpSpPr>
        <p:sp>
          <p:nvSpPr>
            <p:cNvPr id="349" name="Google Shape;8693;p63">
              <a:extLst>
                <a:ext uri="{FF2B5EF4-FFF2-40B4-BE49-F238E27FC236}">
                  <a16:creationId xmlns:a16="http://schemas.microsoft.com/office/drawing/2014/main" id="{88643D3D-664D-15AC-1238-9EC8278C3723}"/>
                </a:ext>
              </a:extLst>
            </p:cNvPr>
            <p:cNvSpPr/>
            <p:nvPr/>
          </p:nvSpPr>
          <p:spPr>
            <a:xfrm>
              <a:off x="-30174425" y="3988125"/>
              <a:ext cx="120550" cy="120175"/>
            </a:xfrm>
            <a:custGeom>
              <a:avLst/>
              <a:gdLst/>
              <a:ahLst/>
              <a:cxnLst/>
              <a:rect l="l" t="t" r="r" b="b"/>
              <a:pathLst>
                <a:path w="4822" h="4807" extrusionOk="0">
                  <a:moveTo>
                    <a:pt x="1041" y="0"/>
                  </a:moveTo>
                  <a:cubicBezTo>
                    <a:pt x="474" y="0"/>
                    <a:pt x="1" y="473"/>
                    <a:pt x="1" y="1040"/>
                  </a:cubicBezTo>
                  <a:lnTo>
                    <a:pt x="1" y="2426"/>
                  </a:lnTo>
                  <a:cubicBezTo>
                    <a:pt x="1" y="2962"/>
                    <a:pt x="474" y="3434"/>
                    <a:pt x="1041" y="3434"/>
                  </a:cubicBezTo>
                  <a:lnTo>
                    <a:pt x="1387" y="3434"/>
                  </a:lnTo>
                  <a:lnTo>
                    <a:pt x="1387" y="4474"/>
                  </a:lnTo>
                  <a:cubicBezTo>
                    <a:pt x="1387" y="4631"/>
                    <a:pt x="1482" y="4726"/>
                    <a:pt x="1576" y="4789"/>
                  </a:cubicBezTo>
                  <a:cubicBezTo>
                    <a:pt x="1618" y="4799"/>
                    <a:pt x="1664" y="4806"/>
                    <a:pt x="1709" y="4806"/>
                  </a:cubicBezTo>
                  <a:cubicBezTo>
                    <a:pt x="1800" y="4806"/>
                    <a:pt x="1891" y="4778"/>
                    <a:pt x="1954" y="4694"/>
                  </a:cubicBezTo>
                  <a:lnTo>
                    <a:pt x="3214" y="3434"/>
                  </a:lnTo>
                  <a:lnTo>
                    <a:pt x="3750" y="3434"/>
                  </a:lnTo>
                  <a:cubicBezTo>
                    <a:pt x="4317" y="3434"/>
                    <a:pt x="4790" y="2962"/>
                    <a:pt x="4790" y="2426"/>
                  </a:cubicBezTo>
                  <a:lnTo>
                    <a:pt x="4790" y="1040"/>
                  </a:lnTo>
                  <a:cubicBezTo>
                    <a:pt x="4821" y="473"/>
                    <a:pt x="4380" y="0"/>
                    <a:pt x="3782" y="0"/>
                  </a:cubicBezTo>
                  <a:close/>
                </a:path>
              </a:pathLst>
            </a:custGeom>
            <a:grpFill/>
            <a:ln>
              <a:noFill/>
            </a:ln>
          </p:spPr>
          <p:txBody>
            <a:bodyPr spcFirstLastPara="1" wrap="square" lIns="121900" tIns="121900" rIns="121900" bIns="121900" anchor="ctr" anchorCtr="0">
              <a:noAutofit/>
            </a:bodyPr>
            <a:lstStyle/>
            <a:p>
              <a:endParaRPr sz="2400"/>
            </a:p>
          </p:txBody>
        </p:sp>
        <p:sp>
          <p:nvSpPr>
            <p:cNvPr id="350" name="Google Shape;8694;p63">
              <a:extLst>
                <a:ext uri="{FF2B5EF4-FFF2-40B4-BE49-F238E27FC236}">
                  <a16:creationId xmlns:a16="http://schemas.microsoft.com/office/drawing/2014/main" id="{6D664732-8E6B-2DE3-1BDD-57E46ACEBB97}"/>
                </a:ext>
              </a:extLst>
            </p:cNvPr>
            <p:cNvSpPr/>
            <p:nvPr/>
          </p:nvSpPr>
          <p:spPr>
            <a:xfrm>
              <a:off x="-30345325" y="3988125"/>
              <a:ext cx="119750" cy="120175"/>
            </a:xfrm>
            <a:custGeom>
              <a:avLst/>
              <a:gdLst/>
              <a:ahLst/>
              <a:cxnLst/>
              <a:rect l="l" t="t" r="r" b="b"/>
              <a:pathLst>
                <a:path w="4790" h="4807" extrusionOk="0">
                  <a:moveTo>
                    <a:pt x="1009" y="0"/>
                  </a:moveTo>
                  <a:cubicBezTo>
                    <a:pt x="473" y="0"/>
                    <a:pt x="0" y="473"/>
                    <a:pt x="0" y="1040"/>
                  </a:cubicBezTo>
                  <a:lnTo>
                    <a:pt x="0" y="2395"/>
                  </a:lnTo>
                  <a:cubicBezTo>
                    <a:pt x="0" y="2962"/>
                    <a:pt x="473" y="3434"/>
                    <a:pt x="1009" y="3434"/>
                  </a:cubicBezTo>
                  <a:lnTo>
                    <a:pt x="1576" y="3434"/>
                  </a:lnTo>
                  <a:lnTo>
                    <a:pt x="2836" y="4694"/>
                  </a:lnTo>
                  <a:cubicBezTo>
                    <a:pt x="2920" y="4778"/>
                    <a:pt x="3018" y="4806"/>
                    <a:pt x="3102" y="4806"/>
                  </a:cubicBezTo>
                  <a:cubicBezTo>
                    <a:pt x="3144" y="4806"/>
                    <a:pt x="3182" y="4799"/>
                    <a:pt x="3214" y="4789"/>
                  </a:cubicBezTo>
                  <a:cubicBezTo>
                    <a:pt x="3340" y="4726"/>
                    <a:pt x="3434" y="4568"/>
                    <a:pt x="3434" y="4474"/>
                  </a:cubicBezTo>
                  <a:lnTo>
                    <a:pt x="3434" y="3434"/>
                  </a:lnTo>
                  <a:lnTo>
                    <a:pt x="3781" y="3434"/>
                  </a:lnTo>
                  <a:cubicBezTo>
                    <a:pt x="4348" y="3434"/>
                    <a:pt x="4789" y="2962"/>
                    <a:pt x="4789" y="2395"/>
                  </a:cubicBezTo>
                  <a:lnTo>
                    <a:pt x="4789" y="1040"/>
                  </a:lnTo>
                  <a:cubicBezTo>
                    <a:pt x="4789" y="473"/>
                    <a:pt x="4348" y="0"/>
                    <a:pt x="3781" y="0"/>
                  </a:cubicBezTo>
                  <a:close/>
                </a:path>
              </a:pathLst>
            </a:custGeom>
            <a:grpFill/>
            <a:ln>
              <a:noFill/>
            </a:ln>
          </p:spPr>
          <p:txBody>
            <a:bodyPr spcFirstLastPara="1" wrap="square" lIns="121900" tIns="121900" rIns="121900" bIns="121900" anchor="ctr" anchorCtr="0">
              <a:noAutofit/>
            </a:bodyPr>
            <a:lstStyle/>
            <a:p>
              <a:endParaRPr sz="2400"/>
            </a:p>
          </p:txBody>
        </p:sp>
        <p:sp>
          <p:nvSpPr>
            <p:cNvPr id="351" name="Google Shape;8695;p63">
              <a:extLst>
                <a:ext uri="{FF2B5EF4-FFF2-40B4-BE49-F238E27FC236}">
                  <a16:creationId xmlns:a16="http://schemas.microsoft.com/office/drawing/2014/main" id="{5326259A-F523-5904-ECF5-6E8F14532D4D}"/>
                </a:ext>
              </a:extLst>
            </p:cNvPr>
            <p:cNvSpPr/>
            <p:nvPr/>
          </p:nvSpPr>
          <p:spPr>
            <a:xfrm>
              <a:off x="-30293350" y="4159025"/>
              <a:ext cx="188275" cy="52000"/>
            </a:xfrm>
            <a:custGeom>
              <a:avLst/>
              <a:gdLst/>
              <a:ahLst/>
              <a:cxnLst/>
              <a:rect l="l" t="t" r="r" b="b"/>
              <a:pathLst>
                <a:path w="7531" h="2080" extrusionOk="0">
                  <a:moveTo>
                    <a:pt x="1" y="1"/>
                  </a:moveTo>
                  <a:lnTo>
                    <a:pt x="1" y="1040"/>
                  </a:lnTo>
                  <a:cubicBezTo>
                    <a:pt x="1" y="1607"/>
                    <a:pt x="473" y="2080"/>
                    <a:pt x="1040" y="2080"/>
                  </a:cubicBezTo>
                  <a:lnTo>
                    <a:pt x="6491" y="2080"/>
                  </a:lnTo>
                  <a:cubicBezTo>
                    <a:pt x="7058" y="2080"/>
                    <a:pt x="7530" y="1607"/>
                    <a:pt x="7530" y="1040"/>
                  </a:cubicBezTo>
                  <a:lnTo>
                    <a:pt x="7530" y="1"/>
                  </a:lnTo>
                  <a:close/>
                </a:path>
              </a:pathLst>
            </a:custGeom>
            <a:grpFill/>
            <a:ln>
              <a:noFill/>
            </a:ln>
          </p:spPr>
          <p:txBody>
            <a:bodyPr spcFirstLastPara="1" wrap="square" lIns="121900" tIns="121900" rIns="121900" bIns="121900" anchor="ctr" anchorCtr="0">
              <a:noAutofit/>
            </a:bodyPr>
            <a:lstStyle/>
            <a:p>
              <a:endParaRPr sz="2400"/>
            </a:p>
          </p:txBody>
        </p:sp>
        <p:sp>
          <p:nvSpPr>
            <p:cNvPr id="352" name="Google Shape;8696;p63">
              <a:extLst>
                <a:ext uri="{FF2B5EF4-FFF2-40B4-BE49-F238E27FC236}">
                  <a16:creationId xmlns:a16="http://schemas.microsoft.com/office/drawing/2014/main" id="{E000DE54-2C61-AC72-865D-8F550FFFD7DD}"/>
                </a:ext>
              </a:extLst>
            </p:cNvPr>
            <p:cNvSpPr/>
            <p:nvPr/>
          </p:nvSpPr>
          <p:spPr>
            <a:xfrm>
              <a:off x="-30293350" y="3918800"/>
              <a:ext cx="188275" cy="34675"/>
            </a:xfrm>
            <a:custGeom>
              <a:avLst/>
              <a:gdLst/>
              <a:ahLst/>
              <a:cxnLst/>
              <a:rect l="l" t="t" r="r" b="b"/>
              <a:pathLst>
                <a:path w="7531" h="1387" extrusionOk="0">
                  <a:moveTo>
                    <a:pt x="1040" y="1"/>
                  </a:moveTo>
                  <a:cubicBezTo>
                    <a:pt x="473" y="1"/>
                    <a:pt x="1" y="473"/>
                    <a:pt x="1" y="1040"/>
                  </a:cubicBezTo>
                  <a:lnTo>
                    <a:pt x="1" y="1387"/>
                  </a:lnTo>
                  <a:lnTo>
                    <a:pt x="7530" y="1387"/>
                  </a:lnTo>
                  <a:lnTo>
                    <a:pt x="7530" y="1040"/>
                  </a:lnTo>
                  <a:cubicBezTo>
                    <a:pt x="7530" y="505"/>
                    <a:pt x="7058" y="1"/>
                    <a:pt x="6491" y="1"/>
                  </a:cubicBezTo>
                  <a:close/>
                </a:path>
              </a:pathLst>
            </a:custGeom>
            <a:grpFill/>
            <a:ln>
              <a:noFill/>
            </a:ln>
          </p:spPr>
          <p:txBody>
            <a:bodyPr spcFirstLastPara="1" wrap="square" lIns="121900" tIns="121900" rIns="121900" bIns="121900" anchor="ctr" anchorCtr="0">
              <a:noAutofit/>
            </a:bodyPr>
            <a:lstStyle/>
            <a:p>
              <a:endParaRPr sz="2400"/>
            </a:p>
          </p:txBody>
        </p:sp>
        <p:sp>
          <p:nvSpPr>
            <p:cNvPr id="353" name="Google Shape;8697;p63">
              <a:extLst>
                <a:ext uri="{FF2B5EF4-FFF2-40B4-BE49-F238E27FC236}">
                  <a16:creationId xmlns:a16="http://schemas.microsoft.com/office/drawing/2014/main" id="{1DDAC199-435C-6AB5-785C-CC2762F5B21C}"/>
                </a:ext>
              </a:extLst>
            </p:cNvPr>
            <p:cNvSpPr/>
            <p:nvPr/>
          </p:nvSpPr>
          <p:spPr>
            <a:xfrm>
              <a:off x="-30294125" y="3970800"/>
              <a:ext cx="188250" cy="170925"/>
            </a:xfrm>
            <a:custGeom>
              <a:avLst/>
              <a:gdLst/>
              <a:ahLst/>
              <a:cxnLst/>
              <a:rect l="l" t="t" r="r" b="b"/>
              <a:pathLst>
                <a:path w="7530" h="6837" extrusionOk="0">
                  <a:moveTo>
                    <a:pt x="1733" y="0"/>
                  </a:moveTo>
                  <a:cubicBezTo>
                    <a:pt x="2678" y="0"/>
                    <a:pt x="3434" y="756"/>
                    <a:pt x="3434" y="1701"/>
                  </a:cubicBezTo>
                  <a:lnTo>
                    <a:pt x="3434" y="3056"/>
                  </a:lnTo>
                  <a:cubicBezTo>
                    <a:pt x="3434" y="3907"/>
                    <a:pt x="2836" y="4568"/>
                    <a:pt x="2048" y="4757"/>
                  </a:cubicBezTo>
                  <a:lnTo>
                    <a:pt x="2048" y="5167"/>
                  </a:lnTo>
                  <a:cubicBezTo>
                    <a:pt x="2048" y="5576"/>
                    <a:pt x="1828" y="5954"/>
                    <a:pt x="1418" y="6112"/>
                  </a:cubicBezTo>
                  <a:cubicBezTo>
                    <a:pt x="1307" y="6162"/>
                    <a:pt x="1184" y="6187"/>
                    <a:pt x="1058" y="6187"/>
                  </a:cubicBezTo>
                  <a:cubicBezTo>
                    <a:pt x="789" y="6187"/>
                    <a:pt x="508" y="6075"/>
                    <a:pt x="315" y="5860"/>
                  </a:cubicBezTo>
                  <a:lnTo>
                    <a:pt x="0" y="5545"/>
                  </a:lnTo>
                  <a:lnTo>
                    <a:pt x="0" y="6837"/>
                  </a:lnTo>
                  <a:lnTo>
                    <a:pt x="7530" y="6837"/>
                  </a:lnTo>
                  <a:lnTo>
                    <a:pt x="7530" y="5545"/>
                  </a:lnTo>
                  <a:lnTo>
                    <a:pt x="7215" y="5860"/>
                  </a:lnTo>
                  <a:cubicBezTo>
                    <a:pt x="7022" y="6075"/>
                    <a:pt x="6756" y="6187"/>
                    <a:pt x="6496" y="6187"/>
                  </a:cubicBezTo>
                  <a:cubicBezTo>
                    <a:pt x="6374" y="6187"/>
                    <a:pt x="6254" y="6162"/>
                    <a:pt x="6144" y="6112"/>
                  </a:cubicBezTo>
                  <a:cubicBezTo>
                    <a:pt x="5734" y="5954"/>
                    <a:pt x="5514" y="5576"/>
                    <a:pt x="5514" y="5167"/>
                  </a:cubicBezTo>
                  <a:lnTo>
                    <a:pt x="5514" y="4757"/>
                  </a:lnTo>
                  <a:cubicBezTo>
                    <a:pt x="4726" y="4600"/>
                    <a:pt x="4127" y="3907"/>
                    <a:pt x="4127" y="3056"/>
                  </a:cubicBezTo>
                  <a:lnTo>
                    <a:pt x="4127" y="1701"/>
                  </a:lnTo>
                  <a:cubicBezTo>
                    <a:pt x="4127" y="756"/>
                    <a:pt x="4884" y="0"/>
                    <a:pt x="5829"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54" name="Google Shape;8706;p63">
            <a:extLst>
              <a:ext uri="{FF2B5EF4-FFF2-40B4-BE49-F238E27FC236}">
                <a16:creationId xmlns:a16="http://schemas.microsoft.com/office/drawing/2014/main" id="{18613635-4FD6-2244-0EB6-2FF4D84D52C6}"/>
              </a:ext>
            </a:extLst>
          </p:cNvPr>
          <p:cNvGrpSpPr/>
          <p:nvPr/>
        </p:nvGrpSpPr>
        <p:grpSpPr>
          <a:xfrm>
            <a:off x="3060503" y="3077145"/>
            <a:ext cx="445375" cy="445375"/>
            <a:chOff x="-34763900" y="3561225"/>
            <a:chExt cx="291450" cy="291450"/>
          </a:xfrm>
          <a:solidFill>
            <a:srgbClr val="6C1D35"/>
          </a:solidFill>
        </p:grpSpPr>
        <p:sp>
          <p:nvSpPr>
            <p:cNvPr id="355" name="Google Shape;8707;p63">
              <a:extLst>
                <a:ext uri="{FF2B5EF4-FFF2-40B4-BE49-F238E27FC236}">
                  <a16:creationId xmlns:a16="http://schemas.microsoft.com/office/drawing/2014/main" id="{8E7D42BE-69D0-C912-46E0-F9E47BAFA536}"/>
                </a:ext>
              </a:extLst>
            </p:cNvPr>
            <p:cNvSpPr/>
            <p:nvPr/>
          </p:nvSpPr>
          <p:spPr>
            <a:xfrm>
              <a:off x="-34693800" y="3629750"/>
              <a:ext cx="152025" cy="152825"/>
            </a:xfrm>
            <a:custGeom>
              <a:avLst/>
              <a:gdLst/>
              <a:ahLst/>
              <a:cxnLst/>
              <a:rect l="l" t="t" r="r" b="b"/>
              <a:pathLst>
                <a:path w="6081" h="6113" extrusionOk="0">
                  <a:moveTo>
                    <a:pt x="3025" y="1387"/>
                  </a:moveTo>
                  <a:cubicBezTo>
                    <a:pt x="3970" y="1387"/>
                    <a:pt x="4726" y="2143"/>
                    <a:pt x="4726" y="3088"/>
                  </a:cubicBezTo>
                  <a:cubicBezTo>
                    <a:pt x="4726" y="4033"/>
                    <a:pt x="3970" y="4789"/>
                    <a:pt x="3025" y="4789"/>
                  </a:cubicBezTo>
                  <a:cubicBezTo>
                    <a:pt x="2080" y="4789"/>
                    <a:pt x="1324" y="4033"/>
                    <a:pt x="1324" y="3088"/>
                  </a:cubicBezTo>
                  <a:cubicBezTo>
                    <a:pt x="1324" y="2143"/>
                    <a:pt x="2080" y="1387"/>
                    <a:pt x="3025" y="1387"/>
                  </a:cubicBezTo>
                  <a:close/>
                  <a:moveTo>
                    <a:pt x="2710" y="0"/>
                  </a:moveTo>
                  <a:lnTo>
                    <a:pt x="2710" y="442"/>
                  </a:lnTo>
                  <a:cubicBezTo>
                    <a:pt x="2710" y="599"/>
                    <a:pt x="2584" y="725"/>
                    <a:pt x="2426" y="757"/>
                  </a:cubicBezTo>
                  <a:cubicBezTo>
                    <a:pt x="2237" y="788"/>
                    <a:pt x="2017" y="914"/>
                    <a:pt x="1859" y="1009"/>
                  </a:cubicBezTo>
                  <a:cubicBezTo>
                    <a:pt x="1815" y="1031"/>
                    <a:pt x="1762" y="1041"/>
                    <a:pt x="1707" y="1041"/>
                  </a:cubicBezTo>
                  <a:cubicBezTo>
                    <a:pt x="1607" y="1041"/>
                    <a:pt x="1500" y="1007"/>
                    <a:pt x="1418" y="946"/>
                  </a:cubicBezTo>
                  <a:lnTo>
                    <a:pt x="1103" y="631"/>
                  </a:lnTo>
                  <a:lnTo>
                    <a:pt x="631" y="1103"/>
                  </a:lnTo>
                  <a:lnTo>
                    <a:pt x="946" y="1418"/>
                  </a:lnTo>
                  <a:cubicBezTo>
                    <a:pt x="1072" y="1544"/>
                    <a:pt x="1072" y="1702"/>
                    <a:pt x="977" y="1859"/>
                  </a:cubicBezTo>
                  <a:cubicBezTo>
                    <a:pt x="851" y="2048"/>
                    <a:pt x="788" y="2269"/>
                    <a:pt x="757" y="2458"/>
                  </a:cubicBezTo>
                  <a:cubicBezTo>
                    <a:pt x="694" y="2615"/>
                    <a:pt x="599" y="2710"/>
                    <a:pt x="442" y="2710"/>
                  </a:cubicBezTo>
                  <a:lnTo>
                    <a:pt x="1" y="2710"/>
                  </a:lnTo>
                  <a:lnTo>
                    <a:pt x="1" y="3403"/>
                  </a:lnTo>
                  <a:lnTo>
                    <a:pt x="442" y="3403"/>
                  </a:lnTo>
                  <a:cubicBezTo>
                    <a:pt x="599" y="3403"/>
                    <a:pt x="694" y="3498"/>
                    <a:pt x="757" y="3655"/>
                  </a:cubicBezTo>
                  <a:cubicBezTo>
                    <a:pt x="788" y="3876"/>
                    <a:pt x="914" y="4096"/>
                    <a:pt x="977" y="4254"/>
                  </a:cubicBezTo>
                  <a:cubicBezTo>
                    <a:pt x="1072" y="4380"/>
                    <a:pt x="1009" y="4569"/>
                    <a:pt x="946" y="4695"/>
                  </a:cubicBezTo>
                  <a:lnTo>
                    <a:pt x="631" y="5010"/>
                  </a:lnTo>
                  <a:lnTo>
                    <a:pt x="1103" y="5482"/>
                  </a:lnTo>
                  <a:lnTo>
                    <a:pt x="1418" y="5167"/>
                  </a:lnTo>
                  <a:cubicBezTo>
                    <a:pt x="1486" y="5100"/>
                    <a:pt x="1562" y="5068"/>
                    <a:pt x="1643" y="5068"/>
                  </a:cubicBezTo>
                  <a:cubicBezTo>
                    <a:pt x="1713" y="5068"/>
                    <a:pt x="1786" y="5092"/>
                    <a:pt x="1859" y="5136"/>
                  </a:cubicBezTo>
                  <a:cubicBezTo>
                    <a:pt x="2048" y="5230"/>
                    <a:pt x="2237" y="5325"/>
                    <a:pt x="2426" y="5356"/>
                  </a:cubicBezTo>
                  <a:cubicBezTo>
                    <a:pt x="2584" y="5419"/>
                    <a:pt x="2710" y="5514"/>
                    <a:pt x="2710" y="5671"/>
                  </a:cubicBezTo>
                  <a:lnTo>
                    <a:pt x="2710" y="6112"/>
                  </a:lnTo>
                  <a:lnTo>
                    <a:pt x="3372" y="6112"/>
                  </a:lnTo>
                  <a:lnTo>
                    <a:pt x="3372" y="5734"/>
                  </a:lnTo>
                  <a:cubicBezTo>
                    <a:pt x="3372" y="5577"/>
                    <a:pt x="3498" y="5451"/>
                    <a:pt x="3655" y="5419"/>
                  </a:cubicBezTo>
                  <a:cubicBezTo>
                    <a:pt x="3844" y="5356"/>
                    <a:pt x="4096" y="5262"/>
                    <a:pt x="4254" y="5167"/>
                  </a:cubicBezTo>
                  <a:cubicBezTo>
                    <a:pt x="4300" y="5133"/>
                    <a:pt x="4355" y="5119"/>
                    <a:pt x="4410" y="5119"/>
                  </a:cubicBezTo>
                  <a:cubicBezTo>
                    <a:pt x="4506" y="5119"/>
                    <a:pt x="4603" y="5159"/>
                    <a:pt x="4663" y="5199"/>
                  </a:cubicBezTo>
                  <a:lnTo>
                    <a:pt x="5010" y="5514"/>
                  </a:lnTo>
                  <a:lnTo>
                    <a:pt x="5451" y="5041"/>
                  </a:lnTo>
                  <a:lnTo>
                    <a:pt x="5136" y="4726"/>
                  </a:lnTo>
                  <a:cubicBezTo>
                    <a:pt x="5041" y="4632"/>
                    <a:pt x="5041" y="4474"/>
                    <a:pt x="5104" y="4285"/>
                  </a:cubicBezTo>
                  <a:cubicBezTo>
                    <a:pt x="5230" y="4096"/>
                    <a:pt x="5293" y="3907"/>
                    <a:pt x="5356" y="3718"/>
                  </a:cubicBezTo>
                  <a:cubicBezTo>
                    <a:pt x="5388" y="3561"/>
                    <a:pt x="5514" y="3434"/>
                    <a:pt x="5671" y="3434"/>
                  </a:cubicBezTo>
                  <a:lnTo>
                    <a:pt x="6081" y="3434"/>
                  </a:lnTo>
                  <a:lnTo>
                    <a:pt x="6081" y="2773"/>
                  </a:lnTo>
                  <a:lnTo>
                    <a:pt x="5671" y="2773"/>
                  </a:lnTo>
                  <a:cubicBezTo>
                    <a:pt x="5514" y="2710"/>
                    <a:pt x="5388" y="2615"/>
                    <a:pt x="5356" y="2458"/>
                  </a:cubicBezTo>
                  <a:cubicBezTo>
                    <a:pt x="5293" y="2269"/>
                    <a:pt x="5199" y="2017"/>
                    <a:pt x="5104" y="1859"/>
                  </a:cubicBezTo>
                  <a:cubicBezTo>
                    <a:pt x="5041" y="1733"/>
                    <a:pt x="5073" y="1544"/>
                    <a:pt x="5136" y="1418"/>
                  </a:cubicBezTo>
                  <a:lnTo>
                    <a:pt x="5451" y="1103"/>
                  </a:lnTo>
                  <a:lnTo>
                    <a:pt x="5010" y="631"/>
                  </a:lnTo>
                  <a:lnTo>
                    <a:pt x="4663" y="946"/>
                  </a:lnTo>
                  <a:cubicBezTo>
                    <a:pt x="4608" y="1019"/>
                    <a:pt x="4531" y="1050"/>
                    <a:pt x="4445" y="1050"/>
                  </a:cubicBezTo>
                  <a:cubicBezTo>
                    <a:pt x="4384" y="1050"/>
                    <a:pt x="4319" y="1035"/>
                    <a:pt x="4254" y="1009"/>
                  </a:cubicBezTo>
                  <a:cubicBezTo>
                    <a:pt x="4033" y="883"/>
                    <a:pt x="3844" y="788"/>
                    <a:pt x="3655" y="757"/>
                  </a:cubicBezTo>
                  <a:cubicBezTo>
                    <a:pt x="3498" y="725"/>
                    <a:pt x="3372" y="599"/>
                    <a:pt x="3372" y="442"/>
                  </a:cubicBezTo>
                  <a:lnTo>
                    <a:pt x="3372" y="0"/>
                  </a:lnTo>
                  <a:close/>
                </a:path>
              </a:pathLst>
            </a:custGeom>
            <a:grpFill/>
            <a:ln>
              <a:noFill/>
            </a:ln>
          </p:spPr>
          <p:txBody>
            <a:bodyPr spcFirstLastPara="1" wrap="square" lIns="121900" tIns="121900" rIns="121900" bIns="121900" anchor="ctr" anchorCtr="0">
              <a:noAutofit/>
            </a:bodyPr>
            <a:lstStyle/>
            <a:p>
              <a:endParaRPr sz="2400"/>
            </a:p>
          </p:txBody>
        </p:sp>
        <p:sp>
          <p:nvSpPr>
            <p:cNvPr id="356" name="Google Shape;8708;p63">
              <a:extLst>
                <a:ext uri="{FF2B5EF4-FFF2-40B4-BE49-F238E27FC236}">
                  <a16:creationId xmlns:a16="http://schemas.microsoft.com/office/drawing/2014/main" id="{2B60841B-AA6A-BAF6-BD2B-BF3A01DDBC6D}"/>
                </a:ext>
              </a:extLst>
            </p:cNvPr>
            <p:cNvSpPr/>
            <p:nvPr/>
          </p:nvSpPr>
          <p:spPr>
            <a:xfrm>
              <a:off x="-34763900" y="3561225"/>
              <a:ext cx="291450" cy="291450"/>
            </a:xfrm>
            <a:custGeom>
              <a:avLst/>
              <a:gdLst/>
              <a:ahLst/>
              <a:cxnLst/>
              <a:rect l="l" t="t" r="r" b="b"/>
              <a:pathLst>
                <a:path w="11658" h="11658" extrusionOk="0">
                  <a:moveTo>
                    <a:pt x="6522" y="2048"/>
                  </a:moveTo>
                  <a:cubicBezTo>
                    <a:pt x="6743" y="2048"/>
                    <a:pt x="6900" y="2206"/>
                    <a:pt x="6900" y="2395"/>
                  </a:cubicBezTo>
                  <a:lnTo>
                    <a:pt x="6900" y="2899"/>
                  </a:lnTo>
                  <a:cubicBezTo>
                    <a:pt x="6995" y="2962"/>
                    <a:pt x="7089" y="2994"/>
                    <a:pt x="7152" y="3025"/>
                  </a:cubicBezTo>
                  <a:lnTo>
                    <a:pt x="7530" y="2678"/>
                  </a:lnTo>
                  <a:cubicBezTo>
                    <a:pt x="7578" y="2615"/>
                    <a:pt x="7664" y="2584"/>
                    <a:pt x="7755" y="2584"/>
                  </a:cubicBezTo>
                  <a:cubicBezTo>
                    <a:pt x="7845" y="2584"/>
                    <a:pt x="7940" y="2615"/>
                    <a:pt x="8003" y="2678"/>
                  </a:cubicBezTo>
                  <a:lnTo>
                    <a:pt x="8979" y="3655"/>
                  </a:lnTo>
                  <a:cubicBezTo>
                    <a:pt x="9106" y="3781"/>
                    <a:pt x="9106" y="4002"/>
                    <a:pt x="8979" y="4128"/>
                  </a:cubicBezTo>
                  <a:lnTo>
                    <a:pt x="8633" y="4474"/>
                  </a:lnTo>
                  <a:cubicBezTo>
                    <a:pt x="8664" y="4569"/>
                    <a:pt x="8696" y="4695"/>
                    <a:pt x="8727" y="4758"/>
                  </a:cubicBezTo>
                  <a:lnTo>
                    <a:pt x="9263" y="4758"/>
                  </a:lnTo>
                  <a:cubicBezTo>
                    <a:pt x="9452" y="4758"/>
                    <a:pt x="9610" y="4915"/>
                    <a:pt x="9610" y="5104"/>
                  </a:cubicBezTo>
                  <a:lnTo>
                    <a:pt x="9610" y="6491"/>
                  </a:lnTo>
                  <a:cubicBezTo>
                    <a:pt x="9610" y="6680"/>
                    <a:pt x="9452" y="6837"/>
                    <a:pt x="9263" y="6837"/>
                  </a:cubicBezTo>
                  <a:lnTo>
                    <a:pt x="8727" y="6837"/>
                  </a:lnTo>
                  <a:cubicBezTo>
                    <a:pt x="8696" y="6963"/>
                    <a:pt x="8664" y="7026"/>
                    <a:pt x="8633" y="7121"/>
                  </a:cubicBezTo>
                  <a:lnTo>
                    <a:pt x="8979" y="7467"/>
                  </a:lnTo>
                  <a:cubicBezTo>
                    <a:pt x="9106" y="7593"/>
                    <a:pt x="9106" y="7814"/>
                    <a:pt x="8979" y="7940"/>
                  </a:cubicBezTo>
                  <a:lnTo>
                    <a:pt x="8003" y="8916"/>
                  </a:lnTo>
                  <a:cubicBezTo>
                    <a:pt x="7940" y="8979"/>
                    <a:pt x="7845" y="9011"/>
                    <a:pt x="7755" y="9011"/>
                  </a:cubicBezTo>
                  <a:cubicBezTo>
                    <a:pt x="7664" y="9011"/>
                    <a:pt x="7578" y="8979"/>
                    <a:pt x="7530" y="8916"/>
                  </a:cubicBezTo>
                  <a:lnTo>
                    <a:pt x="7152" y="8570"/>
                  </a:lnTo>
                  <a:cubicBezTo>
                    <a:pt x="7089" y="8601"/>
                    <a:pt x="6963" y="8664"/>
                    <a:pt x="6900" y="8696"/>
                  </a:cubicBezTo>
                  <a:lnTo>
                    <a:pt x="6900" y="9200"/>
                  </a:lnTo>
                  <a:cubicBezTo>
                    <a:pt x="6900" y="9389"/>
                    <a:pt x="6743" y="9547"/>
                    <a:pt x="6522" y="9547"/>
                  </a:cubicBezTo>
                  <a:lnTo>
                    <a:pt x="5167" y="9547"/>
                  </a:lnTo>
                  <a:cubicBezTo>
                    <a:pt x="4947" y="9547"/>
                    <a:pt x="4789" y="9389"/>
                    <a:pt x="4789" y="9200"/>
                  </a:cubicBezTo>
                  <a:lnTo>
                    <a:pt x="4789" y="8696"/>
                  </a:lnTo>
                  <a:cubicBezTo>
                    <a:pt x="4695" y="8664"/>
                    <a:pt x="4600" y="8601"/>
                    <a:pt x="4537" y="8570"/>
                  </a:cubicBezTo>
                  <a:lnTo>
                    <a:pt x="4159" y="8916"/>
                  </a:lnTo>
                  <a:cubicBezTo>
                    <a:pt x="4112" y="8979"/>
                    <a:pt x="4025" y="9011"/>
                    <a:pt x="3935" y="9011"/>
                  </a:cubicBezTo>
                  <a:cubicBezTo>
                    <a:pt x="3844" y="9011"/>
                    <a:pt x="3750" y="8979"/>
                    <a:pt x="3687" y="8916"/>
                  </a:cubicBezTo>
                  <a:lnTo>
                    <a:pt x="2710" y="7940"/>
                  </a:lnTo>
                  <a:cubicBezTo>
                    <a:pt x="2584" y="7814"/>
                    <a:pt x="2584" y="7593"/>
                    <a:pt x="2710" y="7467"/>
                  </a:cubicBezTo>
                  <a:lnTo>
                    <a:pt x="3057" y="7121"/>
                  </a:lnTo>
                  <a:cubicBezTo>
                    <a:pt x="3025" y="7026"/>
                    <a:pt x="2994" y="6932"/>
                    <a:pt x="2962" y="6837"/>
                  </a:cubicBezTo>
                  <a:lnTo>
                    <a:pt x="2426" y="6837"/>
                  </a:lnTo>
                  <a:cubicBezTo>
                    <a:pt x="2237" y="6837"/>
                    <a:pt x="2080" y="6680"/>
                    <a:pt x="2080" y="6491"/>
                  </a:cubicBezTo>
                  <a:lnTo>
                    <a:pt x="2080" y="5104"/>
                  </a:lnTo>
                  <a:cubicBezTo>
                    <a:pt x="2080" y="4915"/>
                    <a:pt x="2237" y="4758"/>
                    <a:pt x="2426" y="4758"/>
                  </a:cubicBezTo>
                  <a:lnTo>
                    <a:pt x="2962" y="4758"/>
                  </a:lnTo>
                  <a:cubicBezTo>
                    <a:pt x="2994" y="4632"/>
                    <a:pt x="3025" y="4569"/>
                    <a:pt x="3057" y="4474"/>
                  </a:cubicBezTo>
                  <a:lnTo>
                    <a:pt x="2710" y="4128"/>
                  </a:lnTo>
                  <a:cubicBezTo>
                    <a:pt x="2584" y="4002"/>
                    <a:pt x="2584" y="3781"/>
                    <a:pt x="2710" y="3655"/>
                  </a:cubicBezTo>
                  <a:lnTo>
                    <a:pt x="3687" y="2678"/>
                  </a:lnTo>
                  <a:cubicBezTo>
                    <a:pt x="3750" y="2615"/>
                    <a:pt x="3844" y="2584"/>
                    <a:pt x="3935" y="2584"/>
                  </a:cubicBezTo>
                  <a:cubicBezTo>
                    <a:pt x="4025" y="2584"/>
                    <a:pt x="4112" y="2615"/>
                    <a:pt x="4159" y="2678"/>
                  </a:cubicBezTo>
                  <a:lnTo>
                    <a:pt x="4537" y="3025"/>
                  </a:lnTo>
                  <a:cubicBezTo>
                    <a:pt x="4600" y="2994"/>
                    <a:pt x="4726" y="2962"/>
                    <a:pt x="4789" y="2899"/>
                  </a:cubicBezTo>
                  <a:lnTo>
                    <a:pt x="4789" y="2395"/>
                  </a:lnTo>
                  <a:cubicBezTo>
                    <a:pt x="4789" y="2206"/>
                    <a:pt x="4947" y="2048"/>
                    <a:pt x="5167" y="2048"/>
                  </a:cubicBezTo>
                  <a:close/>
                  <a:moveTo>
                    <a:pt x="5829" y="1"/>
                  </a:moveTo>
                  <a:cubicBezTo>
                    <a:pt x="2647" y="1"/>
                    <a:pt x="1" y="2647"/>
                    <a:pt x="1" y="5829"/>
                  </a:cubicBezTo>
                  <a:cubicBezTo>
                    <a:pt x="1" y="6837"/>
                    <a:pt x="284" y="7877"/>
                    <a:pt x="820" y="8790"/>
                  </a:cubicBezTo>
                  <a:lnTo>
                    <a:pt x="32" y="11185"/>
                  </a:lnTo>
                  <a:cubicBezTo>
                    <a:pt x="1" y="11311"/>
                    <a:pt x="32" y="11468"/>
                    <a:pt x="127" y="11531"/>
                  </a:cubicBezTo>
                  <a:cubicBezTo>
                    <a:pt x="174" y="11602"/>
                    <a:pt x="274" y="11638"/>
                    <a:pt x="375" y="11638"/>
                  </a:cubicBezTo>
                  <a:cubicBezTo>
                    <a:pt x="408" y="11638"/>
                    <a:pt x="442" y="11634"/>
                    <a:pt x="473" y="11626"/>
                  </a:cubicBezTo>
                  <a:lnTo>
                    <a:pt x="2868" y="10838"/>
                  </a:lnTo>
                  <a:cubicBezTo>
                    <a:pt x="3781" y="11374"/>
                    <a:pt x="4789" y="11657"/>
                    <a:pt x="5829" y="11657"/>
                  </a:cubicBezTo>
                  <a:cubicBezTo>
                    <a:pt x="9011" y="11657"/>
                    <a:pt x="11657" y="9011"/>
                    <a:pt x="11657" y="5829"/>
                  </a:cubicBezTo>
                  <a:cubicBezTo>
                    <a:pt x="11657" y="2584"/>
                    <a:pt x="9011" y="1"/>
                    <a:pt x="5829" y="1"/>
                  </a:cubicBezTo>
                  <a:close/>
                </a:path>
              </a:pathLst>
            </a:custGeom>
            <a:grpFill/>
            <a:ln>
              <a:noFill/>
            </a:ln>
          </p:spPr>
          <p:txBody>
            <a:bodyPr spcFirstLastPara="1" wrap="square" lIns="121900" tIns="121900" rIns="121900" bIns="121900" anchor="ctr" anchorCtr="0">
              <a:noAutofit/>
            </a:bodyPr>
            <a:lstStyle/>
            <a:p>
              <a:endParaRPr sz="2400"/>
            </a:p>
          </p:txBody>
        </p:sp>
        <p:sp>
          <p:nvSpPr>
            <p:cNvPr id="357" name="Google Shape;8709;p63">
              <a:extLst>
                <a:ext uri="{FF2B5EF4-FFF2-40B4-BE49-F238E27FC236}">
                  <a16:creationId xmlns:a16="http://schemas.microsoft.com/office/drawing/2014/main" id="{EA937DEB-DA81-FDFD-FC95-4CD1C7094E02}"/>
                </a:ext>
              </a:extLst>
            </p:cNvPr>
            <p:cNvSpPr/>
            <p:nvPr/>
          </p:nvSpPr>
          <p:spPr>
            <a:xfrm>
              <a:off x="-34644175" y="3680950"/>
              <a:ext cx="51225" cy="51225"/>
            </a:xfrm>
            <a:custGeom>
              <a:avLst/>
              <a:gdLst/>
              <a:ahLst/>
              <a:cxnLst/>
              <a:rect l="l" t="t" r="r" b="b"/>
              <a:pathLst>
                <a:path w="2049" h="2049" extrusionOk="0">
                  <a:moveTo>
                    <a:pt x="1040" y="0"/>
                  </a:moveTo>
                  <a:cubicBezTo>
                    <a:pt x="473" y="0"/>
                    <a:pt x="0" y="473"/>
                    <a:pt x="0" y="1040"/>
                  </a:cubicBezTo>
                  <a:cubicBezTo>
                    <a:pt x="0" y="1576"/>
                    <a:pt x="473" y="2048"/>
                    <a:pt x="1040" y="2048"/>
                  </a:cubicBezTo>
                  <a:cubicBezTo>
                    <a:pt x="1576" y="2048"/>
                    <a:pt x="2048" y="1576"/>
                    <a:pt x="2048" y="1040"/>
                  </a:cubicBezTo>
                  <a:cubicBezTo>
                    <a:pt x="2048" y="441"/>
                    <a:pt x="1576" y="0"/>
                    <a:pt x="1040" y="0"/>
                  </a:cubicBezTo>
                  <a:close/>
                </a:path>
              </a:pathLst>
            </a:custGeom>
            <a:grpFill/>
            <a:ln>
              <a:noFill/>
            </a:ln>
          </p:spPr>
          <p:txBody>
            <a:bodyPr spcFirstLastPara="1" wrap="square" lIns="121900" tIns="121900" rIns="121900" bIns="121900" anchor="ctr" anchorCtr="0">
              <a:noAutofit/>
            </a:bodyPr>
            <a:lstStyle/>
            <a:p>
              <a:endParaRPr sz="2400"/>
            </a:p>
          </p:txBody>
        </p:sp>
      </p:grpSp>
      <p:sp>
        <p:nvSpPr>
          <p:cNvPr id="358" name="Google Shape;8710;p63">
            <a:extLst>
              <a:ext uri="{FF2B5EF4-FFF2-40B4-BE49-F238E27FC236}">
                <a16:creationId xmlns:a16="http://schemas.microsoft.com/office/drawing/2014/main" id="{403D107B-A295-3F74-1A1B-4004DF5C2F26}"/>
              </a:ext>
            </a:extLst>
          </p:cNvPr>
          <p:cNvSpPr/>
          <p:nvPr/>
        </p:nvSpPr>
        <p:spPr>
          <a:xfrm>
            <a:off x="3058111" y="3625655"/>
            <a:ext cx="445375" cy="445336"/>
          </a:xfrm>
          <a:custGeom>
            <a:avLst/>
            <a:gdLst/>
            <a:ahLst/>
            <a:cxnLst/>
            <a:rect l="l" t="t" r="r" b="b"/>
            <a:pathLst>
              <a:path w="11658" h="11657" extrusionOk="0">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rgbClr val="6C1D35"/>
          </a:solidFill>
          <a:ln>
            <a:noFill/>
          </a:ln>
        </p:spPr>
        <p:txBody>
          <a:bodyPr spcFirstLastPara="1" wrap="square" lIns="121900" tIns="121900" rIns="121900" bIns="121900" anchor="ctr" anchorCtr="0">
            <a:noAutofit/>
          </a:bodyPr>
          <a:lstStyle/>
          <a:p>
            <a:endParaRPr sz="2400"/>
          </a:p>
        </p:txBody>
      </p:sp>
      <p:grpSp>
        <p:nvGrpSpPr>
          <p:cNvPr id="359" name="Google Shape;8717;p63">
            <a:extLst>
              <a:ext uri="{FF2B5EF4-FFF2-40B4-BE49-F238E27FC236}">
                <a16:creationId xmlns:a16="http://schemas.microsoft.com/office/drawing/2014/main" id="{50B0D2B7-D0BC-EAB2-83C4-F232F9C7A85D}"/>
              </a:ext>
            </a:extLst>
          </p:cNvPr>
          <p:cNvGrpSpPr/>
          <p:nvPr/>
        </p:nvGrpSpPr>
        <p:grpSpPr>
          <a:xfrm>
            <a:off x="5870090" y="3077143"/>
            <a:ext cx="447781" cy="445375"/>
            <a:chOff x="-32927950" y="3586425"/>
            <a:chExt cx="293025" cy="291450"/>
          </a:xfrm>
          <a:solidFill>
            <a:srgbClr val="6C1D35"/>
          </a:solidFill>
        </p:grpSpPr>
        <p:sp>
          <p:nvSpPr>
            <p:cNvPr id="360" name="Google Shape;8718;p63">
              <a:extLst>
                <a:ext uri="{FF2B5EF4-FFF2-40B4-BE49-F238E27FC236}">
                  <a16:creationId xmlns:a16="http://schemas.microsoft.com/office/drawing/2014/main" id="{F28D81E7-3CED-F3E7-370B-B9D22EBECA8D}"/>
                </a:ext>
              </a:extLst>
            </p:cNvPr>
            <p:cNvSpPr/>
            <p:nvPr/>
          </p:nvSpPr>
          <p:spPr>
            <a:xfrm>
              <a:off x="-32927950" y="3843975"/>
              <a:ext cx="293025" cy="33900"/>
            </a:xfrm>
            <a:custGeom>
              <a:avLst/>
              <a:gdLst/>
              <a:ahLst/>
              <a:cxnLst/>
              <a:rect l="l" t="t" r="r" b="b"/>
              <a:pathLst>
                <a:path w="11721" h="1356" extrusionOk="0">
                  <a:moveTo>
                    <a:pt x="662" y="1"/>
                  </a:moveTo>
                  <a:cubicBezTo>
                    <a:pt x="284" y="1"/>
                    <a:pt x="1" y="316"/>
                    <a:pt x="1" y="662"/>
                  </a:cubicBezTo>
                  <a:lnTo>
                    <a:pt x="1" y="1009"/>
                  </a:lnTo>
                  <a:cubicBezTo>
                    <a:pt x="1" y="1198"/>
                    <a:pt x="158" y="1355"/>
                    <a:pt x="347" y="1355"/>
                  </a:cubicBezTo>
                  <a:lnTo>
                    <a:pt x="11342" y="1355"/>
                  </a:lnTo>
                  <a:cubicBezTo>
                    <a:pt x="11563" y="1355"/>
                    <a:pt x="11720" y="1198"/>
                    <a:pt x="11720" y="1009"/>
                  </a:cubicBezTo>
                  <a:lnTo>
                    <a:pt x="11720" y="694"/>
                  </a:lnTo>
                  <a:cubicBezTo>
                    <a:pt x="11689" y="316"/>
                    <a:pt x="11374" y="1"/>
                    <a:pt x="10996" y="1"/>
                  </a:cubicBezTo>
                  <a:close/>
                </a:path>
              </a:pathLst>
            </a:custGeom>
            <a:grpFill/>
            <a:ln>
              <a:noFill/>
            </a:ln>
          </p:spPr>
          <p:txBody>
            <a:bodyPr spcFirstLastPara="1" wrap="square" lIns="121900" tIns="121900" rIns="121900" bIns="121900" anchor="ctr" anchorCtr="0">
              <a:noAutofit/>
            </a:bodyPr>
            <a:lstStyle/>
            <a:p>
              <a:endParaRPr sz="2400"/>
            </a:p>
          </p:txBody>
        </p:sp>
        <p:sp>
          <p:nvSpPr>
            <p:cNvPr id="361" name="Google Shape;8719;p63">
              <a:extLst>
                <a:ext uri="{FF2B5EF4-FFF2-40B4-BE49-F238E27FC236}">
                  <a16:creationId xmlns:a16="http://schemas.microsoft.com/office/drawing/2014/main" id="{CFE126B2-9ED9-D84C-9897-463074D184BE}"/>
                </a:ext>
              </a:extLst>
            </p:cNvPr>
            <p:cNvSpPr/>
            <p:nvPr/>
          </p:nvSpPr>
          <p:spPr>
            <a:xfrm>
              <a:off x="-32872025" y="3723475"/>
              <a:ext cx="180400" cy="52000"/>
            </a:xfrm>
            <a:custGeom>
              <a:avLst/>
              <a:gdLst/>
              <a:ahLst/>
              <a:cxnLst/>
              <a:rect l="l" t="t" r="r" b="b"/>
              <a:pathLst>
                <a:path w="7216" h="2080" extrusionOk="0">
                  <a:moveTo>
                    <a:pt x="757" y="1"/>
                  </a:moveTo>
                  <a:lnTo>
                    <a:pt x="0" y="2080"/>
                  </a:lnTo>
                  <a:lnTo>
                    <a:pt x="7215" y="2080"/>
                  </a:lnTo>
                  <a:lnTo>
                    <a:pt x="6522" y="1"/>
                  </a:lnTo>
                  <a:close/>
                </a:path>
              </a:pathLst>
            </a:custGeom>
            <a:grpFill/>
            <a:ln>
              <a:noFill/>
            </a:ln>
          </p:spPr>
          <p:txBody>
            <a:bodyPr spcFirstLastPara="1" wrap="square" lIns="121900" tIns="121900" rIns="121900" bIns="121900" anchor="ctr" anchorCtr="0">
              <a:noAutofit/>
            </a:bodyPr>
            <a:lstStyle/>
            <a:p>
              <a:endParaRPr sz="2400"/>
            </a:p>
          </p:txBody>
        </p:sp>
        <p:sp>
          <p:nvSpPr>
            <p:cNvPr id="362" name="Google Shape;8720;p63">
              <a:extLst>
                <a:ext uri="{FF2B5EF4-FFF2-40B4-BE49-F238E27FC236}">
                  <a16:creationId xmlns:a16="http://schemas.microsoft.com/office/drawing/2014/main" id="{36DE3C91-2D34-DC05-5A46-09C4803F4D62}"/>
                </a:ext>
              </a:extLst>
            </p:cNvPr>
            <p:cNvSpPr/>
            <p:nvPr/>
          </p:nvSpPr>
          <p:spPr>
            <a:xfrm>
              <a:off x="-32890150" y="3792775"/>
              <a:ext cx="217425" cy="33900"/>
            </a:xfrm>
            <a:custGeom>
              <a:avLst/>
              <a:gdLst/>
              <a:ahLst/>
              <a:cxnLst/>
              <a:rect l="l" t="t" r="r" b="b"/>
              <a:pathLst>
                <a:path w="8697" h="1356" extrusionOk="0">
                  <a:moveTo>
                    <a:pt x="505" y="1"/>
                  </a:moveTo>
                  <a:lnTo>
                    <a:pt x="1" y="1356"/>
                  </a:lnTo>
                  <a:lnTo>
                    <a:pt x="8696" y="1356"/>
                  </a:lnTo>
                  <a:lnTo>
                    <a:pt x="8224" y="1"/>
                  </a:lnTo>
                  <a:close/>
                </a:path>
              </a:pathLst>
            </a:custGeom>
            <a:grpFill/>
            <a:ln>
              <a:noFill/>
            </a:ln>
          </p:spPr>
          <p:txBody>
            <a:bodyPr spcFirstLastPara="1" wrap="square" lIns="121900" tIns="121900" rIns="121900" bIns="121900" anchor="ctr" anchorCtr="0">
              <a:noAutofit/>
            </a:bodyPr>
            <a:lstStyle/>
            <a:p>
              <a:endParaRPr sz="2400"/>
            </a:p>
          </p:txBody>
        </p:sp>
        <p:sp>
          <p:nvSpPr>
            <p:cNvPr id="363" name="Google Shape;8721;p63">
              <a:extLst>
                <a:ext uri="{FF2B5EF4-FFF2-40B4-BE49-F238E27FC236}">
                  <a16:creationId xmlns:a16="http://schemas.microsoft.com/office/drawing/2014/main" id="{F74D2C59-D66A-468F-4743-7986CB0E8E49}"/>
                </a:ext>
              </a:extLst>
            </p:cNvPr>
            <p:cNvSpPr/>
            <p:nvPr/>
          </p:nvSpPr>
          <p:spPr>
            <a:xfrm>
              <a:off x="-32822400" y="3586425"/>
              <a:ext cx="82725" cy="52800"/>
            </a:xfrm>
            <a:custGeom>
              <a:avLst/>
              <a:gdLst/>
              <a:ahLst/>
              <a:cxnLst/>
              <a:rect l="l" t="t" r="r" b="b"/>
              <a:pathLst>
                <a:path w="3309" h="2112" extrusionOk="0">
                  <a:moveTo>
                    <a:pt x="1639" y="1"/>
                  </a:moveTo>
                  <a:cubicBezTo>
                    <a:pt x="1103" y="1"/>
                    <a:pt x="599" y="379"/>
                    <a:pt x="441" y="883"/>
                  </a:cubicBezTo>
                  <a:lnTo>
                    <a:pt x="0" y="2112"/>
                  </a:lnTo>
                  <a:lnTo>
                    <a:pt x="3308" y="2112"/>
                  </a:lnTo>
                  <a:lnTo>
                    <a:pt x="2867" y="883"/>
                  </a:lnTo>
                  <a:cubicBezTo>
                    <a:pt x="2678" y="316"/>
                    <a:pt x="2206" y="1"/>
                    <a:pt x="1639" y="1"/>
                  </a:cubicBezTo>
                  <a:close/>
                </a:path>
              </a:pathLst>
            </a:custGeom>
            <a:grpFill/>
            <a:ln>
              <a:noFill/>
            </a:ln>
          </p:spPr>
          <p:txBody>
            <a:bodyPr spcFirstLastPara="1" wrap="square" lIns="121900" tIns="121900" rIns="121900" bIns="121900" anchor="ctr" anchorCtr="0">
              <a:noAutofit/>
            </a:bodyPr>
            <a:lstStyle/>
            <a:p>
              <a:endParaRPr sz="2400"/>
            </a:p>
          </p:txBody>
        </p:sp>
        <p:sp>
          <p:nvSpPr>
            <p:cNvPr id="364" name="Google Shape;8722;p63">
              <a:extLst>
                <a:ext uri="{FF2B5EF4-FFF2-40B4-BE49-F238E27FC236}">
                  <a16:creationId xmlns:a16="http://schemas.microsoft.com/office/drawing/2014/main" id="{366CA787-7CB0-5164-DCBC-6FC88749C21D}"/>
                </a:ext>
              </a:extLst>
            </p:cNvPr>
            <p:cNvSpPr/>
            <p:nvPr/>
          </p:nvSpPr>
          <p:spPr>
            <a:xfrm>
              <a:off x="-32846825" y="3655750"/>
              <a:ext cx="131550" cy="51200"/>
            </a:xfrm>
            <a:custGeom>
              <a:avLst/>
              <a:gdLst/>
              <a:ahLst/>
              <a:cxnLst/>
              <a:rect l="l" t="t" r="r" b="b"/>
              <a:pathLst>
                <a:path w="5262" h="2048" extrusionOk="0">
                  <a:moveTo>
                    <a:pt x="694" y="0"/>
                  </a:moveTo>
                  <a:lnTo>
                    <a:pt x="1" y="2048"/>
                  </a:lnTo>
                  <a:lnTo>
                    <a:pt x="5262" y="2048"/>
                  </a:lnTo>
                  <a:lnTo>
                    <a:pt x="4506" y="0"/>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365" name="Google Shape;8723;p63">
            <a:extLst>
              <a:ext uri="{FF2B5EF4-FFF2-40B4-BE49-F238E27FC236}">
                <a16:creationId xmlns:a16="http://schemas.microsoft.com/office/drawing/2014/main" id="{BF02D752-A9CF-8B79-66A1-80EED1A30B31}"/>
              </a:ext>
            </a:extLst>
          </p:cNvPr>
          <p:cNvGrpSpPr/>
          <p:nvPr/>
        </p:nvGrpSpPr>
        <p:grpSpPr>
          <a:xfrm>
            <a:off x="5870701" y="3624195"/>
            <a:ext cx="446559" cy="447781"/>
            <a:chOff x="-32927950" y="3944800"/>
            <a:chExt cx="292225" cy="293025"/>
          </a:xfrm>
          <a:solidFill>
            <a:srgbClr val="6C1D35"/>
          </a:solidFill>
        </p:grpSpPr>
        <p:sp>
          <p:nvSpPr>
            <p:cNvPr id="366" name="Google Shape;8724;p63">
              <a:extLst>
                <a:ext uri="{FF2B5EF4-FFF2-40B4-BE49-F238E27FC236}">
                  <a16:creationId xmlns:a16="http://schemas.microsoft.com/office/drawing/2014/main" id="{89284E4B-DBC9-8E0C-4C3F-D6375E8878A0}"/>
                </a:ext>
              </a:extLst>
            </p:cNvPr>
            <p:cNvSpPr/>
            <p:nvPr/>
          </p:nvSpPr>
          <p:spPr>
            <a:xfrm>
              <a:off x="-32927950" y="3944800"/>
              <a:ext cx="69325" cy="292225"/>
            </a:xfrm>
            <a:custGeom>
              <a:avLst/>
              <a:gdLst/>
              <a:ahLst/>
              <a:cxnLst/>
              <a:rect l="l" t="t" r="r" b="b"/>
              <a:pathLst>
                <a:path w="2773" h="11689" extrusionOk="0">
                  <a:moveTo>
                    <a:pt x="1418" y="0"/>
                  </a:moveTo>
                  <a:cubicBezTo>
                    <a:pt x="1072" y="0"/>
                    <a:pt x="757" y="315"/>
                    <a:pt x="757" y="662"/>
                  </a:cubicBezTo>
                  <a:lnTo>
                    <a:pt x="757" y="9578"/>
                  </a:lnTo>
                  <a:cubicBezTo>
                    <a:pt x="757" y="9830"/>
                    <a:pt x="914" y="10050"/>
                    <a:pt x="1103" y="10176"/>
                  </a:cubicBezTo>
                  <a:lnTo>
                    <a:pt x="1103" y="10996"/>
                  </a:lnTo>
                  <a:lnTo>
                    <a:pt x="347" y="10996"/>
                  </a:lnTo>
                  <a:cubicBezTo>
                    <a:pt x="158" y="10996"/>
                    <a:pt x="1" y="11153"/>
                    <a:pt x="1" y="11342"/>
                  </a:cubicBezTo>
                  <a:cubicBezTo>
                    <a:pt x="1" y="11531"/>
                    <a:pt x="158" y="11689"/>
                    <a:pt x="347" y="11689"/>
                  </a:cubicBezTo>
                  <a:lnTo>
                    <a:pt x="2395" y="11689"/>
                  </a:lnTo>
                  <a:cubicBezTo>
                    <a:pt x="2616" y="11689"/>
                    <a:pt x="2773" y="11531"/>
                    <a:pt x="2773" y="11342"/>
                  </a:cubicBezTo>
                  <a:cubicBezTo>
                    <a:pt x="2773" y="11153"/>
                    <a:pt x="2616" y="10996"/>
                    <a:pt x="2395" y="10996"/>
                  </a:cubicBezTo>
                  <a:lnTo>
                    <a:pt x="1733" y="10996"/>
                  </a:lnTo>
                  <a:lnTo>
                    <a:pt x="1733" y="10176"/>
                  </a:lnTo>
                  <a:cubicBezTo>
                    <a:pt x="1922" y="10050"/>
                    <a:pt x="2080" y="9861"/>
                    <a:pt x="2080" y="9578"/>
                  </a:cubicBezTo>
                  <a:lnTo>
                    <a:pt x="2080" y="662"/>
                  </a:lnTo>
                  <a:cubicBezTo>
                    <a:pt x="2080" y="284"/>
                    <a:pt x="1765" y="0"/>
                    <a:pt x="1418" y="0"/>
                  </a:cubicBezTo>
                  <a:close/>
                </a:path>
              </a:pathLst>
            </a:custGeom>
            <a:grpFill/>
            <a:ln>
              <a:noFill/>
            </a:ln>
          </p:spPr>
          <p:txBody>
            <a:bodyPr spcFirstLastPara="1" wrap="square" lIns="121900" tIns="121900" rIns="121900" bIns="121900" anchor="ctr" anchorCtr="0">
              <a:noAutofit/>
            </a:bodyPr>
            <a:lstStyle/>
            <a:p>
              <a:endParaRPr sz="2400"/>
            </a:p>
          </p:txBody>
        </p:sp>
        <p:sp>
          <p:nvSpPr>
            <p:cNvPr id="367" name="Google Shape;8725;p63">
              <a:extLst>
                <a:ext uri="{FF2B5EF4-FFF2-40B4-BE49-F238E27FC236}">
                  <a16:creationId xmlns:a16="http://schemas.microsoft.com/office/drawing/2014/main" id="{8DA7D1F4-886D-4FE7-3701-9B9900D13970}"/>
                </a:ext>
              </a:extLst>
            </p:cNvPr>
            <p:cNvSpPr/>
            <p:nvPr/>
          </p:nvSpPr>
          <p:spPr>
            <a:xfrm>
              <a:off x="-32720800" y="4057425"/>
              <a:ext cx="85075" cy="25225"/>
            </a:xfrm>
            <a:custGeom>
              <a:avLst/>
              <a:gdLst/>
              <a:ahLst/>
              <a:cxnLst/>
              <a:rect l="l" t="t" r="r" b="b"/>
              <a:pathLst>
                <a:path w="3403" h="1009" extrusionOk="0">
                  <a:moveTo>
                    <a:pt x="505" y="1"/>
                  </a:moveTo>
                  <a:cubicBezTo>
                    <a:pt x="221" y="1"/>
                    <a:pt x="0" y="221"/>
                    <a:pt x="0" y="505"/>
                  </a:cubicBezTo>
                  <a:cubicBezTo>
                    <a:pt x="0" y="788"/>
                    <a:pt x="221" y="1009"/>
                    <a:pt x="505" y="1009"/>
                  </a:cubicBezTo>
                  <a:lnTo>
                    <a:pt x="2899" y="1009"/>
                  </a:lnTo>
                  <a:cubicBezTo>
                    <a:pt x="3182" y="1009"/>
                    <a:pt x="3403" y="788"/>
                    <a:pt x="3403" y="505"/>
                  </a:cubicBezTo>
                  <a:cubicBezTo>
                    <a:pt x="3403" y="190"/>
                    <a:pt x="3182" y="1"/>
                    <a:pt x="2899" y="1"/>
                  </a:cubicBezTo>
                  <a:close/>
                </a:path>
              </a:pathLst>
            </a:custGeom>
            <a:grpFill/>
            <a:ln>
              <a:noFill/>
            </a:ln>
          </p:spPr>
          <p:txBody>
            <a:bodyPr spcFirstLastPara="1" wrap="square" lIns="121900" tIns="121900" rIns="121900" bIns="121900" anchor="ctr" anchorCtr="0">
              <a:noAutofit/>
            </a:bodyPr>
            <a:lstStyle/>
            <a:p>
              <a:endParaRPr sz="2400"/>
            </a:p>
          </p:txBody>
        </p:sp>
        <p:sp>
          <p:nvSpPr>
            <p:cNvPr id="368" name="Google Shape;8726;p63">
              <a:extLst>
                <a:ext uri="{FF2B5EF4-FFF2-40B4-BE49-F238E27FC236}">
                  <a16:creationId xmlns:a16="http://schemas.microsoft.com/office/drawing/2014/main" id="{DD47B88F-F5AE-A3DF-0E55-7256CCAC4699}"/>
                </a:ext>
              </a:extLst>
            </p:cNvPr>
            <p:cNvSpPr/>
            <p:nvPr/>
          </p:nvSpPr>
          <p:spPr>
            <a:xfrm>
              <a:off x="-32720800" y="4099950"/>
              <a:ext cx="85075" cy="25225"/>
            </a:xfrm>
            <a:custGeom>
              <a:avLst/>
              <a:gdLst/>
              <a:ahLst/>
              <a:cxnLst/>
              <a:rect l="l" t="t" r="r" b="b"/>
              <a:pathLst>
                <a:path w="3403" h="1009" extrusionOk="0">
                  <a:moveTo>
                    <a:pt x="505" y="1"/>
                  </a:moveTo>
                  <a:cubicBezTo>
                    <a:pt x="221" y="1"/>
                    <a:pt x="0" y="221"/>
                    <a:pt x="0" y="505"/>
                  </a:cubicBezTo>
                  <a:cubicBezTo>
                    <a:pt x="0" y="788"/>
                    <a:pt x="221" y="1009"/>
                    <a:pt x="505" y="1009"/>
                  </a:cubicBezTo>
                  <a:lnTo>
                    <a:pt x="2899" y="1009"/>
                  </a:lnTo>
                  <a:cubicBezTo>
                    <a:pt x="3182" y="1009"/>
                    <a:pt x="3403" y="788"/>
                    <a:pt x="3403" y="505"/>
                  </a:cubicBezTo>
                  <a:cubicBezTo>
                    <a:pt x="3403" y="221"/>
                    <a:pt x="3182" y="1"/>
                    <a:pt x="2899" y="1"/>
                  </a:cubicBezTo>
                  <a:close/>
                </a:path>
              </a:pathLst>
            </a:custGeom>
            <a:grpFill/>
            <a:ln>
              <a:noFill/>
            </a:ln>
          </p:spPr>
          <p:txBody>
            <a:bodyPr spcFirstLastPara="1" wrap="square" lIns="121900" tIns="121900" rIns="121900" bIns="121900" anchor="ctr" anchorCtr="0">
              <a:noAutofit/>
            </a:bodyPr>
            <a:lstStyle/>
            <a:p>
              <a:endParaRPr sz="2400"/>
            </a:p>
          </p:txBody>
        </p:sp>
        <p:sp>
          <p:nvSpPr>
            <p:cNvPr id="369" name="Google Shape;8727;p63">
              <a:extLst>
                <a:ext uri="{FF2B5EF4-FFF2-40B4-BE49-F238E27FC236}">
                  <a16:creationId xmlns:a16="http://schemas.microsoft.com/office/drawing/2014/main" id="{9AD7382B-5796-7BD7-954B-6F6F12ADFDA3}"/>
                </a:ext>
              </a:extLst>
            </p:cNvPr>
            <p:cNvSpPr/>
            <p:nvPr/>
          </p:nvSpPr>
          <p:spPr>
            <a:xfrm>
              <a:off x="-32720800" y="4141700"/>
              <a:ext cx="67750" cy="26025"/>
            </a:xfrm>
            <a:custGeom>
              <a:avLst/>
              <a:gdLst/>
              <a:ahLst/>
              <a:cxnLst/>
              <a:rect l="l" t="t" r="r" b="b"/>
              <a:pathLst>
                <a:path w="2710" h="1041" extrusionOk="0">
                  <a:moveTo>
                    <a:pt x="505" y="1"/>
                  </a:moveTo>
                  <a:cubicBezTo>
                    <a:pt x="221" y="1"/>
                    <a:pt x="0" y="253"/>
                    <a:pt x="0" y="536"/>
                  </a:cubicBezTo>
                  <a:cubicBezTo>
                    <a:pt x="0" y="788"/>
                    <a:pt x="221" y="1040"/>
                    <a:pt x="505" y="1040"/>
                  </a:cubicBezTo>
                  <a:lnTo>
                    <a:pt x="2206" y="1040"/>
                  </a:lnTo>
                  <a:cubicBezTo>
                    <a:pt x="2458" y="1040"/>
                    <a:pt x="2710" y="788"/>
                    <a:pt x="2710" y="536"/>
                  </a:cubicBezTo>
                  <a:cubicBezTo>
                    <a:pt x="2710" y="253"/>
                    <a:pt x="2521" y="1"/>
                    <a:pt x="2206" y="1"/>
                  </a:cubicBezTo>
                  <a:close/>
                </a:path>
              </a:pathLst>
            </a:custGeom>
            <a:grpFill/>
            <a:ln>
              <a:noFill/>
            </a:ln>
          </p:spPr>
          <p:txBody>
            <a:bodyPr spcFirstLastPara="1" wrap="square" lIns="121900" tIns="121900" rIns="121900" bIns="121900" anchor="ctr" anchorCtr="0">
              <a:noAutofit/>
            </a:bodyPr>
            <a:lstStyle/>
            <a:p>
              <a:endParaRPr sz="2400"/>
            </a:p>
          </p:txBody>
        </p:sp>
        <p:sp>
          <p:nvSpPr>
            <p:cNvPr id="370" name="Google Shape;8728;p63">
              <a:extLst>
                <a:ext uri="{FF2B5EF4-FFF2-40B4-BE49-F238E27FC236}">
                  <a16:creationId xmlns:a16="http://schemas.microsoft.com/office/drawing/2014/main" id="{6658CDEB-3EEF-9A00-ED21-885C4B95B187}"/>
                </a:ext>
              </a:extLst>
            </p:cNvPr>
            <p:cNvSpPr/>
            <p:nvPr/>
          </p:nvSpPr>
          <p:spPr>
            <a:xfrm>
              <a:off x="-32754675" y="3944800"/>
              <a:ext cx="51225" cy="52000"/>
            </a:xfrm>
            <a:custGeom>
              <a:avLst/>
              <a:gdLst/>
              <a:ahLst/>
              <a:cxnLst/>
              <a:rect l="l" t="t" r="r" b="b"/>
              <a:pathLst>
                <a:path w="2049" h="2080" extrusionOk="0">
                  <a:moveTo>
                    <a:pt x="1702" y="0"/>
                  </a:moveTo>
                  <a:cubicBezTo>
                    <a:pt x="757" y="0"/>
                    <a:pt x="1" y="788"/>
                    <a:pt x="1" y="1733"/>
                  </a:cubicBezTo>
                  <a:lnTo>
                    <a:pt x="1" y="2080"/>
                  </a:lnTo>
                  <a:lnTo>
                    <a:pt x="2049" y="2080"/>
                  </a:lnTo>
                  <a:lnTo>
                    <a:pt x="2049" y="0"/>
                  </a:lnTo>
                  <a:close/>
                </a:path>
              </a:pathLst>
            </a:custGeom>
            <a:grpFill/>
            <a:ln>
              <a:noFill/>
            </a:ln>
          </p:spPr>
          <p:txBody>
            <a:bodyPr spcFirstLastPara="1" wrap="square" lIns="121900" tIns="121900" rIns="121900" bIns="121900" anchor="ctr" anchorCtr="0">
              <a:noAutofit/>
            </a:bodyPr>
            <a:lstStyle/>
            <a:p>
              <a:endParaRPr sz="2400"/>
            </a:p>
          </p:txBody>
        </p:sp>
        <p:sp>
          <p:nvSpPr>
            <p:cNvPr id="371" name="Google Shape;8729;p63">
              <a:extLst>
                <a:ext uri="{FF2B5EF4-FFF2-40B4-BE49-F238E27FC236}">
                  <a16:creationId xmlns:a16="http://schemas.microsoft.com/office/drawing/2014/main" id="{ADA61964-5015-2DF1-2257-3F7575983C6B}"/>
                </a:ext>
              </a:extLst>
            </p:cNvPr>
            <p:cNvSpPr/>
            <p:nvPr/>
          </p:nvSpPr>
          <p:spPr>
            <a:xfrm>
              <a:off x="-32687725" y="3944800"/>
              <a:ext cx="34675" cy="55150"/>
            </a:xfrm>
            <a:custGeom>
              <a:avLst/>
              <a:gdLst/>
              <a:ahLst/>
              <a:cxnLst/>
              <a:rect l="l" t="t" r="r" b="b"/>
              <a:pathLst>
                <a:path w="1387" h="2206" extrusionOk="0">
                  <a:moveTo>
                    <a:pt x="1" y="0"/>
                  </a:moveTo>
                  <a:lnTo>
                    <a:pt x="1" y="2111"/>
                  </a:lnTo>
                  <a:lnTo>
                    <a:pt x="883" y="2111"/>
                  </a:lnTo>
                  <a:cubicBezTo>
                    <a:pt x="1072" y="2111"/>
                    <a:pt x="1261" y="2143"/>
                    <a:pt x="1387" y="2206"/>
                  </a:cubicBezTo>
                  <a:lnTo>
                    <a:pt x="1387" y="1040"/>
                  </a:lnTo>
                  <a:cubicBezTo>
                    <a:pt x="1387" y="473"/>
                    <a:pt x="914" y="0"/>
                    <a:pt x="347" y="0"/>
                  </a:cubicBezTo>
                  <a:close/>
                </a:path>
              </a:pathLst>
            </a:custGeom>
            <a:grpFill/>
            <a:ln>
              <a:noFill/>
            </a:ln>
          </p:spPr>
          <p:txBody>
            <a:bodyPr spcFirstLastPara="1" wrap="square" lIns="121900" tIns="121900" rIns="121900" bIns="121900" anchor="ctr" anchorCtr="0">
              <a:noAutofit/>
            </a:bodyPr>
            <a:lstStyle/>
            <a:p>
              <a:endParaRPr sz="2400"/>
            </a:p>
          </p:txBody>
        </p:sp>
        <p:sp>
          <p:nvSpPr>
            <p:cNvPr id="372" name="Google Shape;8730;p63">
              <a:extLst>
                <a:ext uri="{FF2B5EF4-FFF2-40B4-BE49-F238E27FC236}">
                  <a16:creationId xmlns:a16="http://schemas.microsoft.com/office/drawing/2014/main" id="{4EC70415-983B-6819-CBD3-6A85954E2837}"/>
                </a:ext>
              </a:extLst>
            </p:cNvPr>
            <p:cNvSpPr/>
            <p:nvPr/>
          </p:nvSpPr>
          <p:spPr>
            <a:xfrm>
              <a:off x="-32860200" y="4014100"/>
              <a:ext cx="207150" cy="153625"/>
            </a:xfrm>
            <a:custGeom>
              <a:avLst/>
              <a:gdLst/>
              <a:ahLst/>
              <a:cxnLst/>
              <a:rect l="l" t="t" r="r" b="b"/>
              <a:pathLst>
                <a:path w="8286" h="6145" extrusionOk="0">
                  <a:moveTo>
                    <a:pt x="0" y="1"/>
                  </a:moveTo>
                  <a:lnTo>
                    <a:pt x="0" y="6144"/>
                  </a:lnTo>
                  <a:lnTo>
                    <a:pt x="378" y="6144"/>
                  </a:lnTo>
                  <a:cubicBezTo>
                    <a:pt x="756" y="6144"/>
                    <a:pt x="1071" y="5892"/>
                    <a:pt x="1260" y="5577"/>
                  </a:cubicBezTo>
                  <a:lnTo>
                    <a:pt x="2016" y="5955"/>
                  </a:lnTo>
                  <a:cubicBezTo>
                    <a:pt x="2268" y="6050"/>
                    <a:pt x="2552" y="6144"/>
                    <a:pt x="2773" y="6144"/>
                  </a:cubicBezTo>
                  <a:lnTo>
                    <a:pt x="3497" y="6144"/>
                  </a:lnTo>
                  <a:lnTo>
                    <a:pt x="3497" y="3057"/>
                  </a:lnTo>
                  <a:cubicBezTo>
                    <a:pt x="3214" y="3309"/>
                    <a:pt x="2867" y="3435"/>
                    <a:pt x="2457" y="3435"/>
                  </a:cubicBezTo>
                  <a:cubicBezTo>
                    <a:pt x="2268" y="3435"/>
                    <a:pt x="2111" y="3277"/>
                    <a:pt x="2111" y="3057"/>
                  </a:cubicBezTo>
                  <a:cubicBezTo>
                    <a:pt x="2111" y="2868"/>
                    <a:pt x="2268" y="2710"/>
                    <a:pt x="2457" y="2710"/>
                  </a:cubicBezTo>
                  <a:cubicBezTo>
                    <a:pt x="3025" y="2710"/>
                    <a:pt x="3497" y="2238"/>
                    <a:pt x="3497" y="1702"/>
                  </a:cubicBezTo>
                  <a:lnTo>
                    <a:pt x="3497" y="1009"/>
                  </a:lnTo>
                  <a:lnTo>
                    <a:pt x="7782" y="1009"/>
                  </a:lnTo>
                  <a:cubicBezTo>
                    <a:pt x="8065" y="1009"/>
                    <a:pt x="8286" y="788"/>
                    <a:pt x="8286" y="505"/>
                  </a:cubicBezTo>
                  <a:cubicBezTo>
                    <a:pt x="8286" y="221"/>
                    <a:pt x="8065" y="1"/>
                    <a:pt x="7782" y="1"/>
                  </a:cubicBezTo>
                  <a:lnTo>
                    <a:pt x="3560" y="1"/>
                  </a:lnTo>
                  <a:cubicBezTo>
                    <a:pt x="3308" y="1"/>
                    <a:pt x="2899" y="158"/>
                    <a:pt x="2583" y="442"/>
                  </a:cubicBezTo>
                  <a:cubicBezTo>
                    <a:pt x="2426" y="599"/>
                    <a:pt x="2205" y="662"/>
                    <a:pt x="1985" y="662"/>
                  </a:cubicBezTo>
                  <a:lnTo>
                    <a:pt x="1323" y="662"/>
                  </a:lnTo>
                  <a:cubicBezTo>
                    <a:pt x="1166" y="284"/>
                    <a:pt x="788" y="1"/>
                    <a:pt x="378" y="1"/>
                  </a:cubicBezTo>
                  <a:close/>
                </a:path>
              </a:pathLst>
            </a:custGeom>
            <a:grpFill/>
            <a:ln>
              <a:noFill/>
            </a:ln>
          </p:spPr>
          <p:txBody>
            <a:bodyPr spcFirstLastPara="1" wrap="square" lIns="121900" tIns="121900" rIns="121900" bIns="121900" anchor="ctr" anchorCtr="0">
              <a:noAutofit/>
            </a:bodyPr>
            <a:lstStyle/>
            <a:p>
              <a:endParaRPr sz="2400"/>
            </a:p>
          </p:txBody>
        </p:sp>
        <p:sp>
          <p:nvSpPr>
            <p:cNvPr id="373" name="Google Shape;8731;p63">
              <a:extLst>
                <a:ext uri="{FF2B5EF4-FFF2-40B4-BE49-F238E27FC236}">
                  <a16:creationId xmlns:a16="http://schemas.microsoft.com/office/drawing/2014/main" id="{627AD416-26D8-70A1-8A48-1164CA93F1CF}"/>
                </a:ext>
              </a:extLst>
            </p:cNvPr>
            <p:cNvSpPr/>
            <p:nvPr/>
          </p:nvSpPr>
          <p:spPr>
            <a:xfrm>
              <a:off x="-32755450" y="4055850"/>
              <a:ext cx="51200" cy="181175"/>
            </a:xfrm>
            <a:custGeom>
              <a:avLst/>
              <a:gdLst/>
              <a:ahLst/>
              <a:cxnLst/>
              <a:rect l="l" t="t" r="r" b="b"/>
              <a:pathLst>
                <a:path w="2048" h="7247" extrusionOk="0">
                  <a:moveTo>
                    <a:pt x="0" y="1"/>
                  </a:moveTo>
                  <a:lnTo>
                    <a:pt x="0" y="64"/>
                  </a:lnTo>
                  <a:lnTo>
                    <a:pt x="0" y="5514"/>
                  </a:lnTo>
                  <a:cubicBezTo>
                    <a:pt x="0" y="6459"/>
                    <a:pt x="756" y="7247"/>
                    <a:pt x="1701" y="7247"/>
                  </a:cubicBezTo>
                  <a:lnTo>
                    <a:pt x="2048" y="7247"/>
                  </a:lnTo>
                  <a:lnTo>
                    <a:pt x="2048" y="5167"/>
                  </a:lnTo>
                  <a:lnTo>
                    <a:pt x="1891" y="5167"/>
                  </a:lnTo>
                  <a:cubicBezTo>
                    <a:pt x="1229" y="5167"/>
                    <a:pt x="725" y="4632"/>
                    <a:pt x="725" y="4002"/>
                  </a:cubicBezTo>
                  <a:cubicBezTo>
                    <a:pt x="725" y="3624"/>
                    <a:pt x="882" y="3372"/>
                    <a:pt x="1071" y="3120"/>
                  </a:cubicBezTo>
                  <a:cubicBezTo>
                    <a:pt x="819" y="2899"/>
                    <a:pt x="725" y="2615"/>
                    <a:pt x="725" y="2269"/>
                  </a:cubicBezTo>
                  <a:cubicBezTo>
                    <a:pt x="725" y="1922"/>
                    <a:pt x="882" y="1639"/>
                    <a:pt x="1071" y="1387"/>
                  </a:cubicBezTo>
                  <a:cubicBezTo>
                    <a:pt x="819" y="1166"/>
                    <a:pt x="725" y="883"/>
                    <a:pt x="725" y="536"/>
                  </a:cubicBezTo>
                  <a:cubicBezTo>
                    <a:pt x="725" y="316"/>
                    <a:pt x="756" y="190"/>
                    <a:pt x="819" y="1"/>
                  </a:cubicBezTo>
                  <a:close/>
                </a:path>
              </a:pathLst>
            </a:custGeom>
            <a:grpFill/>
            <a:ln>
              <a:noFill/>
            </a:ln>
          </p:spPr>
          <p:txBody>
            <a:bodyPr spcFirstLastPara="1" wrap="square" lIns="121900" tIns="121900" rIns="121900" bIns="121900" anchor="ctr" anchorCtr="0">
              <a:noAutofit/>
            </a:bodyPr>
            <a:lstStyle/>
            <a:p>
              <a:endParaRPr sz="2400"/>
            </a:p>
          </p:txBody>
        </p:sp>
        <p:sp>
          <p:nvSpPr>
            <p:cNvPr id="374" name="Google Shape;8732;p63">
              <a:extLst>
                <a:ext uri="{FF2B5EF4-FFF2-40B4-BE49-F238E27FC236}">
                  <a16:creationId xmlns:a16="http://schemas.microsoft.com/office/drawing/2014/main" id="{2C57012E-C4F3-CCBB-76AE-43CD30E0CD82}"/>
                </a:ext>
              </a:extLst>
            </p:cNvPr>
            <p:cNvSpPr/>
            <p:nvPr/>
          </p:nvSpPr>
          <p:spPr>
            <a:xfrm>
              <a:off x="-32686925" y="4182650"/>
              <a:ext cx="34675" cy="55175"/>
            </a:xfrm>
            <a:custGeom>
              <a:avLst/>
              <a:gdLst/>
              <a:ahLst/>
              <a:cxnLst/>
              <a:rect l="l" t="t" r="r" b="b"/>
              <a:pathLst>
                <a:path w="1387" h="2207" extrusionOk="0">
                  <a:moveTo>
                    <a:pt x="1386" y="1"/>
                  </a:moveTo>
                  <a:cubicBezTo>
                    <a:pt x="1229" y="64"/>
                    <a:pt x="1071" y="95"/>
                    <a:pt x="882" y="95"/>
                  </a:cubicBezTo>
                  <a:lnTo>
                    <a:pt x="0" y="95"/>
                  </a:lnTo>
                  <a:lnTo>
                    <a:pt x="0" y="2206"/>
                  </a:lnTo>
                  <a:lnTo>
                    <a:pt x="378" y="2206"/>
                  </a:lnTo>
                  <a:cubicBezTo>
                    <a:pt x="914" y="2206"/>
                    <a:pt x="1386" y="1734"/>
                    <a:pt x="1386" y="1167"/>
                  </a:cubicBezTo>
                  <a:lnTo>
                    <a:pt x="1386" y="1"/>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375" name="Google Shape;8733;p63">
            <a:extLst>
              <a:ext uri="{FF2B5EF4-FFF2-40B4-BE49-F238E27FC236}">
                <a16:creationId xmlns:a16="http://schemas.microsoft.com/office/drawing/2014/main" id="{26F5F275-CBAD-C200-2D6C-DA4FFF46A865}"/>
              </a:ext>
            </a:extLst>
          </p:cNvPr>
          <p:cNvGrpSpPr/>
          <p:nvPr/>
        </p:nvGrpSpPr>
        <p:grpSpPr>
          <a:xfrm>
            <a:off x="8677599" y="2521553"/>
            <a:ext cx="446559" cy="445680"/>
            <a:chOff x="-31094350" y="3194000"/>
            <a:chExt cx="292225" cy="291650"/>
          </a:xfrm>
          <a:solidFill>
            <a:srgbClr val="6C1D35"/>
          </a:solidFill>
        </p:grpSpPr>
        <p:sp>
          <p:nvSpPr>
            <p:cNvPr id="376" name="Google Shape;8734;p63">
              <a:extLst>
                <a:ext uri="{FF2B5EF4-FFF2-40B4-BE49-F238E27FC236}">
                  <a16:creationId xmlns:a16="http://schemas.microsoft.com/office/drawing/2014/main" id="{E0AC0241-8393-0FB9-3CBC-739444E5A6D9}"/>
                </a:ext>
              </a:extLst>
            </p:cNvPr>
            <p:cNvSpPr/>
            <p:nvPr/>
          </p:nvSpPr>
          <p:spPr>
            <a:xfrm>
              <a:off x="-31033700" y="3194000"/>
              <a:ext cx="103200" cy="34100"/>
            </a:xfrm>
            <a:custGeom>
              <a:avLst/>
              <a:gdLst/>
              <a:ahLst/>
              <a:cxnLst/>
              <a:rect l="l" t="t" r="r" b="b"/>
              <a:pathLst>
                <a:path w="4128" h="1364" extrusionOk="0">
                  <a:moveTo>
                    <a:pt x="645" y="0"/>
                  </a:moveTo>
                  <a:cubicBezTo>
                    <a:pt x="263" y="0"/>
                    <a:pt x="0" y="296"/>
                    <a:pt x="0" y="670"/>
                  </a:cubicBezTo>
                  <a:lnTo>
                    <a:pt x="0" y="1016"/>
                  </a:lnTo>
                  <a:cubicBezTo>
                    <a:pt x="0" y="1205"/>
                    <a:pt x="158" y="1363"/>
                    <a:pt x="347" y="1363"/>
                  </a:cubicBezTo>
                  <a:lnTo>
                    <a:pt x="3781" y="1363"/>
                  </a:lnTo>
                  <a:cubicBezTo>
                    <a:pt x="3970" y="1363"/>
                    <a:pt x="4127" y="1205"/>
                    <a:pt x="4127" y="1016"/>
                  </a:cubicBezTo>
                  <a:lnTo>
                    <a:pt x="4127" y="670"/>
                  </a:lnTo>
                  <a:cubicBezTo>
                    <a:pt x="4127" y="260"/>
                    <a:pt x="3812" y="8"/>
                    <a:pt x="3466" y="8"/>
                  </a:cubicBezTo>
                  <a:lnTo>
                    <a:pt x="756" y="8"/>
                  </a:lnTo>
                  <a:cubicBezTo>
                    <a:pt x="718" y="3"/>
                    <a:pt x="681" y="0"/>
                    <a:pt x="645" y="0"/>
                  </a:cubicBezTo>
                  <a:close/>
                </a:path>
              </a:pathLst>
            </a:custGeom>
            <a:grpFill/>
            <a:ln>
              <a:noFill/>
            </a:ln>
          </p:spPr>
          <p:txBody>
            <a:bodyPr spcFirstLastPara="1" wrap="square" lIns="121900" tIns="121900" rIns="121900" bIns="121900" anchor="ctr" anchorCtr="0">
              <a:noAutofit/>
            </a:bodyPr>
            <a:lstStyle/>
            <a:p>
              <a:endParaRPr sz="2400"/>
            </a:p>
          </p:txBody>
        </p:sp>
        <p:sp>
          <p:nvSpPr>
            <p:cNvPr id="377" name="Google Shape;8735;p63">
              <a:extLst>
                <a:ext uri="{FF2B5EF4-FFF2-40B4-BE49-F238E27FC236}">
                  <a16:creationId xmlns:a16="http://schemas.microsoft.com/office/drawing/2014/main" id="{698D30DC-E676-A74F-52B9-3946A9D70775}"/>
                </a:ext>
              </a:extLst>
            </p:cNvPr>
            <p:cNvSpPr/>
            <p:nvPr/>
          </p:nvSpPr>
          <p:spPr>
            <a:xfrm>
              <a:off x="-31042375" y="3346200"/>
              <a:ext cx="16550" cy="18150"/>
            </a:xfrm>
            <a:custGeom>
              <a:avLst/>
              <a:gdLst/>
              <a:ahLst/>
              <a:cxnLst/>
              <a:rect l="l" t="t" r="r" b="b"/>
              <a:pathLst>
                <a:path w="662" h="726" extrusionOk="0">
                  <a:moveTo>
                    <a:pt x="1" y="1"/>
                  </a:moveTo>
                  <a:lnTo>
                    <a:pt x="1" y="725"/>
                  </a:lnTo>
                  <a:lnTo>
                    <a:pt x="662" y="725"/>
                  </a:lnTo>
                  <a:lnTo>
                    <a:pt x="662" y="1"/>
                  </a:lnTo>
                  <a:close/>
                </a:path>
              </a:pathLst>
            </a:custGeom>
            <a:grpFill/>
            <a:ln>
              <a:noFill/>
            </a:ln>
          </p:spPr>
          <p:txBody>
            <a:bodyPr spcFirstLastPara="1" wrap="square" lIns="121900" tIns="121900" rIns="121900" bIns="121900" anchor="ctr" anchorCtr="0">
              <a:noAutofit/>
            </a:bodyPr>
            <a:lstStyle/>
            <a:p>
              <a:endParaRPr sz="2400"/>
            </a:p>
          </p:txBody>
        </p:sp>
        <p:sp>
          <p:nvSpPr>
            <p:cNvPr id="378" name="Google Shape;8736;p63">
              <a:extLst>
                <a:ext uri="{FF2B5EF4-FFF2-40B4-BE49-F238E27FC236}">
                  <a16:creationId xmlns:a16="http://schemas.microsoft.com/office/drawing/2014/main" id="{3BF9E909-50A6-303D-9AE9-5EA284F4328A}"/>
                </a:ext>
              </a:extLst>
            </p:cNvPr>
            <p:cNvSpPr/>
            <p:nvPr/>
          </p:nvSpPr>
          <p:spPr>
            <a:xfrm>
              <a:off x="-31042375" y="3278475"/>
              <a:ext cx="16550" cy="16550"/>
            </a:xfrm>
            <a:custGeom>
              <a:avLst/>
              <a:gdLst/>
              <a:ahLst/>
              <a:cxnLst/>
              <a:rect l="l" t="t" r="r" b="b"/>
              <a:pathLst>
                <a:path w="662" h="662" extrusionOk="0">
                  <a:moveTo>
                    <a:pt x="1" y="0"/>
                  </a:moveTo>
                  <a:lnTo>
                    <a:pt x="1" y="662"/>
                  </a:lnTo>
                  <a:lnTo>
                    <a:pt x="662" y="662"/>
                  </a:lnTo>
                  <a:lnTo>
                    <a:pt x="662" y="0"/>
                  </a:lnTo>
                  <a:close/>
                </a:path>
              </a:pathLst>
            </a:custGeom>
            <a:grpFill/>
            <a:ln>
              <a:noFill/>
            </a:ln>
          </p:spPr>
          <p:txBody>
            <a:bodyPr spcFirstLastPara="1" wrap="square" lIns="121900" tIns="121900" rIns="121900" bIns="121900" anchor="ctr" anchorCtr="0">
              <a:noAutofit/>
            </a:bodyPr>
            <a:lstStyle/>
            <a:p>
              <a:endParaRPr sz="2400"/>
            </a:p>
          </p:txBody>
        </p:sp>
        <p:sp>
          <p:nvSpPr>
            <p:cNvPr id="379" name="Google Shape;8737;p63">
              <a:extLst>
                <a:ext uri="{FF2B5EF4-FFF2-40B4-BE49-F238E27FC236}">
                  <a16:creationId xmlns:a16="http://schemas.microsoft.com/office/drawing/2014/main" id="{C77F3A4A-E036-9861-D0B0-098408961FBF}"/>
                </a:ext>
              </a:extLst>
            </p:cNvPr>
            <p:cNvSpPr/>
            <p:nvPr/>
          </p:nvSpPr>
          <p:spPr>
            <a:xfrm>
              <a:off x="-31042375" y="3416300"/>
              <a:ext cx="16550" cy="16575"/>
            </a:xfrm>
            <a:custGeom>
              <a:avLst/>
              <a:gdLst/>
              <a:ahLst/>
              <a:cxnLst/>
              <a:rect l="l" t="t" r="r" b="b"/>
              <a:pathLst>
                <a:path w="662" h="663" extrusionOk="0">
                  <a:moveTo>
                    <a:pt x="1" y="1"/>
                  </a:moveTo>
                  <a:lnTo>
                    <a:pt x="1" y="662"/>
                  </a:lnTo>
                  <a:lnTo>
                    <a:pt x="662" y="662"/>
                  </a:lnTo>
                  <a:lnTo>
                    <a:pt x="662" y="1"/>
                  </a:lnTo>
                  <a:close/>
                </a:path>
              </a:pathLst>
            </a:custGeom>
            <a:grpFill/>
            <a:ln>
              <a:noFill/>
            </a:ln>
          </p:spPr>
          <p:txBody>
            <a:bodyPr spcFirstLastPara="1" wrap="square" lIns="121900" tIns="121900" rIns="121900" bIns="121900" anchor="ctr" anchorCtr="0">
              <a:noAutofit/>
            </a:bodyPr>
            <a:lstStyle/>
            <a:p>
              <a:endParaRPr sz="2400"/>
            </a:p>
          </p:txBody>
        </p:sp>
        <p:sp>
          <p:nvSpPr>
            <p:cNvPr id="380" name="Google Shape;8738;p63">
              <a:extLst>
                <a:ext uri="{FF2B5EF4-FFF2-40B4-BE49-F238E27FC236}">
                  <a16:creationId xmlns:a16="http://schemas.microsoft.com/office/drawing/2014/main" id="{F0FA55AD-C16E-24D5-4D71-057ED3A25488}"/>
                </a:ext>
              </a:extLst>
            </p:cNvPr>
            <p:cNvSpPr/>
            <p:nvPr/>
          </p:nvSpPr>
          <p:spPr>
            <a:xfrm>
              <a:off x="-31094350" y="3210725"/>
              <a:ext cx="222900" cy="274925"/>
            </a:xfrm>
            <a:custGeom>
              <a:avLst/>
              <a:gdLst/>
              <a:ahLst/>
              <a:cxnLst/>
              <a:rect l="l" t="t" r="r" b="b"/>
              <a:pathLst>
                <a:path w="8916" h="10997" extrusionOk="0">
                  <a:moveTo>
                    <a:pt x="7183" y="2049"/>
                  </a:moveTo>
                  <a:cubicBezTo>
                    <a:pt x="7404" y="2049"/>
                    <a:pt x="7561" y="2206"/>
                    <a:pt x="7561" y="2395"/>
                  </a:cubicBezTo>
                  <a:cubicBezTo>
                    <a:pt x="7561" y="2584"/>
                    <a:pt x="7404" y="2742"/>
                    <a:pt x="7183" y="2742"/>
                  </a:cubicBezTo>
                  <a:lnTo>
                    <a:pt x="4474" y="2742"/>
                  </a:lnTo>
                  <a:cubicBezTo>
                    <a:pt x="4285" y="2742"/>
                    <a:pt x="4127" y="2584"/>
                    <a:pt x="4127" y="2395"/>
                  </a:cubicBezTo>
                  <a:cubicBezTo>
                    <a:pt x="4127" y="2206"/>
                    <a:pt x="4285" y="2049"/>
                    <a:pt x="4474" y="2049"/>
                  </a:cubicBezTo>
                  <a:close/>
                  <a:moveTo>
                    <a:pt x="3151" y="2017"/>
                  </a:moveTo>
                  <a:cubicBezTo>
                    <a:pt x="3340" y="2017"/>
                    <a:pt x="3497" y="2175"/>
                    <a:pt x="3497" y="2364"/>
                  </a:cubicBezTo>
                  <a:lnTo>
                    <a:pt x="3497" y="3750"/>
                  </a:lnTo>
                  <a:cubicBezTo>
                    <a:pt x="3497" y="3939"/>
                    <a:pt x="3340" y="4097"/>
                    <a:pt x="3151" y="4097"/>
                  </a:cubicBezTo>
                  <a:lnTo>
                    <a:pt x="1764" y="4097"/>
                  </a:lnTo>
                  <a:cubicBezTo>
                    <a:pt x="1575" y="4097"/>
                    <a:pt x="1418" y="3939"/>
                    <a:pt x="1418" y="3750"/>
                  </a:cubicBezTo>
                  <a:lnTo>
                    <a:pt x="1418" y="2364"/>
                  </a:lnTo>
                  <a:cubicBezTo>
                    <a:pt x="1418" y="2175"/>
                    <a:pt x="1575" y="2017"/>
                    <a:pt x="1764" y="2017"/>
                  </a:cubicBezTo>
                  <a:close/>
                  <a:moveTo>
                    <a:pt x="5860" y="3372"/>
                  </a:moveTo>
                  <a:cubicBezTo>
                    <a:pt x="6049" y="3372"/>
                    <a:pt x="6207" y="3529"/>
                    <a:pt x="6207" y="3750"/>
                  </a:cubicBezTo>
                  <a:cubicBezTo>
                    <a:pt x="6207" y="3939"/>
                    <a:pt x="6049" y="4097"/>
                    <a:pt x="5860" y="4097"/>
                  </a:cubicBezTo>
                  <a:lnTo>
                    <a:pt x="4474" y="4097"/>
                  </a:lnTo>
                  <a:cubicBezTo>
                    <a:pt x="4285" y="4097"/>
                    <a:pt x="4127" y="3939"/>
                    <a:pt x="4127" y="3750"/>
                  </a:cubicBezTo>
                  <a:cubicBezTo>
                    <a:pt x="4127" y="3529"/>
                    <a:pt x="4285" y="3372"/>
                    <a:pt x="4474" y="3372"/>
                  </a:cubicBezTo>
                  <a:close/>
                  <a:moveTo>
                    <a:pt x="7183" y="4758"/>
                  </a:moveTo>
                  <a:cubicBezTo>
                    <a:pt x="7404" y="4758"/>
                    <a:pt x="7561" y="4916"/>
                    <a:pt x="7561" y="5105"/>
                  </a:cubicBezTo>
                  <a:cubicBezTo>
                    <a:pt x="7561" y="5325"/>
                    <a:pt x="7404" y="5483"/>
                    <a:pt x="7183" y="5483"/>
                  </a:cubicBezTo>
                  <a:lnTo>
                    <a:pt x="4474" y="5483"/>
                  </a:lnTo>
                  <a:cubicBezTo>
                    <a:pt x="4285" y="5483"/>
                    <a:pt x="4127" y="5325"/>
                    <a:pt x="4127" y="5105"/>
                  </a:cubicBezTo>
                  <a:cubicBezTo>
                    <a:pt x="4127" y="4916"/>
                    <a:pt x="4285" y="4758"/>
                    <a:pt x="4474" y="4758"/>
                  </a:cubicBezTo>
                  <a:close/>
                  <a:moveTo>
                    <a:pt x="3151" y="4758"/>
                  </a:moveTo>
                  <a:cubicBezTo>
                    <a:pt x="3340" y="4758"/>
                    <a:pt x="3497" y="4916"/>
                    <a:pt x="3497" y="5105"/>
                  </a:cubicBezTo>
                  <a:lnTo>
                    <a:pt x="3497" y="6491"/>
                  </a:lnTo>
                  <a:cubicBezTo>
                    <a:pt x="3497" y="6680"/>
                    <a:pt x="3340" y="6837"/>
                    <a:pt x="3151" y="6837"/>
                  </a:cubicBezTo>
                  <a:lnTo>
                    <a:pt x="1764" y="6837"/>
                  </a:lnTo>
                  <a:cubicBezTo>
                    <a:pt x="1575" y="6837"/>
                    <a:pt x="1418" y="6680"/>
                    <a:pt x="1418" y="6491"/>
                  </a:cubicBezTo>
                  <a:lnTo>
                    <a:pt x="1418" y="5105"/>
                  </a:lnTo>
                  <a:cubicBezTo>
                    <a:pt x="1418" y="4916"/>
                    <a:pt x="1575" y="4758"/>
                    <a:pt x="1764" y="4758"/>
                  </a:cubicBezTo>
                  <a:close/>
                  <a:moveTo>
                    <a:pt x="5860" y="6144"/>
                  </a:moveTo>
                  <a:cubicBezTo>
                    <a:pt x="6049" y="6144"/>
                    <a:pt x="6207" y="6302"/>
                    <a:pt x="6207" y="6491"/>
                  </a:cubicBezTo>
                  <a:cubicBezTo>
                    <a:pt x="6207" y="6680"/>
                    <a:pt x="6049" y="6837"/>
                    <a:pt x="5860" y="6837"/>
                  </a:cubicBezTo>
                  <a:lnTo>
                    <a:pt x="4474" y="6837"/>
                  </a:lnTo>
                  <a:cubicBezTo>
                    <a:pt x="4285" y="6837"/>
                    <a:pt x="4127" y="6680"/>
                    <a:pt x="4127" y="6491"/>
                  </a:cubicBezTo>
                  <a:cubicBezTo>
                    <a:pt x="4127" y="6302"/>
                    <a:pt x="4285" y="6144"/>
                    <a:pt x="4474" y="6144"/>
                  </a:cubicBezTo>
                  <a:close/>
                  <a:moveTo>
                    <a:pt x="7183" y="7562"/>
                  </a:moveTo>
                  <a:cubicBezTo>
                    <a:pt x="7404" y="7562"/>
                    <a:pt x="7561" y="7720"/>
                    <a:pt x="7561" y="7909"/>
                  </a:cubicBezTo>
                  <a:cubicBezTo>
                    <a:pt x="7561" y="8098"/>
                    <a:pt x="7404" y="8255"/>
                    <a:pt x="7183" y="8255"/>
                  </a:cubicBezTo>
                  <a:lnTo>
                    <a:pt x="4474" y="8255"/>
                  </a:lnTo>
                  <a:cubicBezTo>
                    <a:pt x="4285" y="8255"/>
                    <a:pt x="4127" y="8098"/>
                    <a:pt x="4127" y="7909"/>
                  </a:cubicBezTo>
                  <a:cubicBezTo>
                    <a:pt x="4127" y="7720"/>
                    <a:pt x="4285" y="7562"/>
                    <a:pt x="4474" y="7562"/>
                  </a:cubicBezTo>
                  <a:close/>
                  <a:moveTo>
                    <a:pt x="3151" y="7531"/>
                  </a:moveTo>
                  <a:cubicBezTo>
                    <a:pt x="3340" y="7531"/>
                    <a:pt x="3497" y="7657"/>
                    <a:pt x="3497" y="7877"/>
                  </a:cubicBezTo>
                  <a:lnTo>
                    <a:pt x="3497" y="9232"/>
                  </a:lnTo>
                  <a:cubicBezTo>
                    <a:pt x="3497" y="9452"/>
                    <a:pt x="3340" y="9610"/>
                    <a:pt x="3151" y="9610"/>
                  </a:cubicBezTo>
                  <a:lnTo>
                    <a:pt x="1764" y="9610"/>
                  </a:lnTo>
                  <a:cubicBezTo>
                    <a:pt x="1575" y="9610"/>
                    <a:pt x="1418" y="9452"/>
                    <a:pt x="1418" y="9232"/>
                  </a:cubicBezTo>
                  <a:lnTo>
                    <a:pt x="1418" y="7877"/>
                  </a:lnTo>
                  <a:cubicBezTo>
                    <a:pt x="1418" y="7657"/>
                    <a:pt x="1575" y="7531"/>
                    <a:pt x="1764" y="7531"/>
                  </a:cubicBezTo>
                  <a:close/>
                  <a:moveTo>
                    <a:pt x="5860" y="8885"/>
                  </a:moveTo>
                  <a:cubicBezTo>
                    <a:pt x="6049" y="8885"/>
                    <a:pt x="6207" y="9043"/>
                    <a:pt x="6207" y="9232"/>
                  </a:cubicBezTo>
                  <a:cubicBezTo>
                    <a:pt x="6207" y="9452"/>
                    <a:pt x="6049" y="9610"/>
                    <a:pt x="5860" y="9610"/>
                  </a:cubicBezTo>
                  <a:lnTo>
                    <a:pt x="4474" y="9610"/>
                  </a:lnTo>
                  <a:cubicBezTo>
                    <a:pt x="4285" y="9610"/>
                    <a:pt x="4127" y="9452"/>
                    <a:pt x="4127" y="9232"/>
                  </a:cubicBezTo>
                  <a:cubicBezTo>
                    <a:pt x="4127" y="9043"/>
                    <a:pt x="4285" y="8885"/>
                    <a:pt x="4474" y="8885"/>
                  </a:cubicBezTo>
                  <a:close/>
                  <a:moveTo>
                    <a:pt x="1040" y="1"/>
                  </a:moveTo>
                  <a:cubicBezTo>
                    <a:pt x="504" y="1"/>
                    <a:pt x="0" y="473"/>
                    <a:pt x="0" y="1009"/>
                  </a:cubicBezTo>
                  <a:lnTo>
                    <a:pt x="0" y="9956"/>
                  </a:lnTo>
                  <a:cubicBezTo>
                    <a:pt x="32" y="10524"/>
                    <a:pt x="504" y="10996"/>
                    <a:pt x="1040" y="10996"/>
                  </a:cubicBezTo>
                  <a:lnTo>
                    <a:pt x="7908" y="10996"/>
                  </a:lnTo>
                  <a:cubicBezTo>
                    <a:pt x="8444" y="10996"/>
                    <a:pt x="8916" y="10524"/>
                    <a:pt x="8916" y="9956"/>
                  </a:cubicBezTo>
                  <a:lnTo>
                    <a:pt x="8916" y="1009"/>
                  </a:lnTo>
                  <a:cubicBezTo>
                    <a:pt x="8916" y="473"/>
                    <a:pt x="8444" y="1"/>
                    <a:pt x="7908" y="1"/>
                  </a:cubicBezTo>
                  <a:lnTo>
                    <a:pt x="7183" y="1"/>
                  </a:lnTo>
                  <a:lnTo>
                    <a:pt x="7183" y="347"/>
                  </a:lnTo>
                  <a:cubicBezTo>
                    <a:pt x="7183" y="915"/>
                    <a:pt x="6711" y="1387"/>
                    <a:pt x="6175" y="1387"/>
                  </a:cubicBezTo>
                  <a:lnTo>
                    <a:pt x="2741" y="1387"/>
                  </a:lnTo>
                  <a:cubicBezTo>
                    <a:pt x="2206" y="1387"/>
                    <a:pt x="1733" y="915"/>
                    <a:pt x="1733" y="347"/>
                  </a:cubicBezTo>
                  <a:lnTo>
                    <a:pt x="1733" y="1"/>
                  </a:lnTo>
                  <a:close/>
                </a:path>
              </a:pathLst>
            </a:custGeom>
            <a:grpFill/>
            <a:ln>
              <a:noFill/>
            </a:ln>
          </p:spPr>
          <p:txBody>
            <a:bodyPr spcFirstLastPara="1" wrap="square" lIns="121900" tIns="121900" rIns="121900" bIns="121900" anchor="ctr" anchorCtr="0">
              <a:noAutofit/>
            </a:bodyPr>
            <a:lstStyle/>
            <a:p>
              <a:endParaRPr sz="2400"/>
            </a:p>
          </p:txBody>
        </p:sp>
        <p:sp>
          <p:nvSpPr>
            <p:cNvPr id="381" name="Google Shape;8739;p63">
              <a:extLst>
                <a:ext uri="{FF2B5EF4-FFF2-40B4-BE49-F238E27FC236}">
                  <a16:creationId xmlns:a16="http://schemas.microsoft.com/office/drawing/2014/main" id="{7E690937-8D5C-7E48-4330-E211FE9D3416}"/>
                </a:ext>
              </a:extLst>
            </p:cNvPr>
            <p:cNvSpPr/>
            <p:nvPr/>
          </p:nvSpPr>
          <p:spPr>
            <a:xfrm>
              <a:off x="-30853350" y="3295000"/>
              <a:ext cx="51225" cy="104000"/>
            </a:xfrm>
            <a:custGeom>
              <a:avLst/>
              <a:gdLst/>
              <a:ahLst/>
              <a:cxnLst/>
              <a:rect l="l" t="t" r="r" b="b"/>
              <a:pathLst>
                <a:path w="2049" h="4160" extrusionOk="0">
                  <a:moveTo>
                    <a:pt x="1" y="1"/>
                  </a:moveTo>
                  <a:lnTo>
                    <a:pt x="1" y="4160"/>
                  </a:lnTo>
                  <a:lnTo>
                    <a:pt x="2049" y="4160"/>
                  </a:lnTo>
                  <a:lnTo>
                    <a:pt x="2049" y="1"/>
                  </a:lnTo>
                  <a:close/>
                </a:path>
              </a:pathLst>
            </a:custGeom>
            <a:grpFill/>
            <a:ln>
              <a:noFill/>
            </a:ln>
          </p:spPr>
          <p:txBody>
            <a:bodyPr spcFirstLastPara="1" wrap="square" lIns="121900" tIns="121900" rIns="121900" bIns="121900" anchor="ctr" anchorCtr="0">
              <a:noAutofit/>
            </a:bodyPr>
            <a:lstStyle/>
            <a:p>
              <a:endParaRPr sz="2400"/>
            </a:p>
          </p:txBody>
        </p:sp>
        <p:sp>
          <p:nvSpPr>
            <p:cNvPr id="382" name="Google Shape;8740;p63">
              <a:extLst>
                <a:ext uri="{FF2B5EF4-FFF2-40B4-BE49-F238E27FC236}">
                  <a16:creationId xmlns:a16="http://schemas.microsoft.com/office/drawing/2014/main" id="{69CAE230-B88F-8525-A130-8CE7DC770559}"/>
                </a:ext>
              </a:extLst>
            </p:cNvPr>
            <p:cNvSpPr/>
            <p:nvPr/>
          </p:nvSpPr>
          <p:spPr>
            <a:xfrm>
              <a:off x="-30853350" y="3227275"/>
              <a:ext cx="51225" cy="51225"/>
            </a:xfrm>
            <a:custGeom>
              <a:avLst/>
              <a:gdLst/>
              <a:ahLst/>
              <a:cxnLst/>
              <a:rect l="l" t="t" r="r" b="b"/>
              <a:pathLst>
                <a:path w="2049" h="2049" extrusionOk="0">
                  <a:moveTo>
                    <a:pt x="1009" y="1"/>
                  </a:moveTo>
                  <a:cubicBezTo>
                    <a:pt x="473" y="1"/>
                    <a:pt x="1" y="473"/>
                    <a:pt x="1" y="1040"/>
                  </a:cubicBezTo>
                  <a:lnTo>
                    <a:pt x="1" y="2048"/>
                  </a:lnTo>
                  <a:lnTo>
                    <a:pt x="2049" y="2048"/>
                  </a:lnTo>
                  <a:lnTo>
                    <a:pt x="2049" y="1040"/>
                  </a:lnTo>
                  <a:cubicBezTo>
                    <a:pt x="2049" y="473"/>
                    <a:pt x="1576" y="1"/>
                    <a:pt x="1009" y="1"/>
                  </a:cubicBezTo>
                  <a:close/>
                </a:path>
              </a:pathLst>
            </a:custGeom>
            <a:grpFill/>
            <a:ln>
              <a:noFill/>
            </a:ln>
          </p:spPr>
          <p:txBody>
            <a:bodyPr spcFirstLastPara="1" wrap="square" lIns="121900" tIns="121900" rIns="121900" bIns="121900" anchor="ctr" anchorCtr="0">
              <a:noAutofit/>
            </a:bodyPr>
            <a:lstStyle/>
            <a:p>
              <a:endParaRPr sz="2400"/>
            </a:p>
          </p:txBody>
        </p:sp>
        <p:sp>
          <p:nvSpPr>
            <p:cNvPr id="383" name="Google Shape;8741;p63">
              <a:extLst>
                <a:ext uri="{FF2B5EF4-FFF2-40B4-BE49-F238E27FC236}">
                  <a16:creationId xmlns:a16="http://schemas.microsoft.com/office/drawing/2014/main" id="{7BE09E61-8E51-061B-1CF3-FE322B9E9257}"/>
                </a:ext>
              </a:extLst>
            </p:cNvPr>
            <p:cNvSpPr/>
            <p:nvPr/>
          </p:nvSpPr>
          <p:spPr>
            <a:xfrm>
              <a:off x="-30851775" y="3416300"/>
              <a:ext cx="46500" cy="51225"/>
            </a:xfrm>
            <a:custGeom>
              <a:avLst/>
              <a:gdLst/>
              <a:ahLst/>
              <a:cxnLst/>
              <a:rect l="l" t="t" r="r" b="b"/>
              <a:pathLst>
                <a:path w="1860" h="2049" extrusionOk="0">
                  <a:moveTo>
                    <a:pt x="1" y="1"/>
                  </a:moveTo>
                  <a:lnTo>
                    <a:pt x="599" y="1796"/>
                  </a:lnTo>
                  <a:cubicBezTo>
                    <a:pt x="694" y="1985"/>
                    <a:pt x="788" y="2048"/>
                    <a:pt x="946" y="2048"/>
                  </a:cubicBezTo>
                  <a:cubicBezTo>
                    <a:pt x="1103" y="2048"/>
                    <a:pt x="1229" y="1985"/>
                    <a:pt x="1261" y="1796"/>
                  </a:cubicBezTo>
                  <a:lnTo>
                    <a:pt x="1860" y="1"/>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384" name="Google Shape;8742;p63">
            <a:extLst>
              <a:ext uri="{FF2B5EF4-FFF2-40B4-BE49-F238E27FC236}">
                <a16:creationId xmlns:a16="http://schemas.microsoft.com/office/drawing/2014/main" id="{75B7F811-372E-401E-933B-F34C639CE864}"/>
              </a:ext>
            </a:extLst>
          </p:cNvPr>
          <p:cNvGrpSpPr/>
          <p:nvPr/>
        </p:nvGrpSpPr>
        <p:grpSpPr>
          <a:xfrm>
            <a:off x="8678193" y="3076801"/>
            <a:ext cx="445375" cy="446063"/>
            <a:chOff x="-31093575" y="3552550"/>
            <a:chExt cx="291450" cy="291900"/>
          </a:xfrm>
          <a:solidFill>
            <a:srgbClr val="6C1D35"/>
          </a:solidFill>
        </p:grpSpPr>
        <p:sp>
          <p:nvSpPr>
            <p:cNvPr id="385" name="Google Shape;8743;p63">
              <a:extLst>
                <a:ext uri="{FF2B5EF4-FFF2-40B4-BE49-F238E27FC236}">
                  <a16:creationId xmlns:a16="http://schemas.microsoft.com/office/drawing/2014/main" id="{C7274683-BC07-CED6-DFEC-5E522C0A595D}"/>
                </a:ext>
              </a:extLst>
            </p:cNvPr>
            <p:cNvSpPr/>
            <p:nvPr/>
          </p:nvSpPr>
          <p:spPr>
            <a:xfrm>
              <a:off x="-31011650" y="3745525"/>
              <a:ext cx="7900" cy="12625"/>
            </a:xfrm>
            <a:custGeom>
              <a:avLst/>
              <a:gdLst/>
              <a:ahLst/>
              <a:cxnLst/>
              <a:rect l="l" t="t" r="r" b="b"/>
              <a:pathLst>
                <a:path w="316" h="505" extrusionOk="0">
                  <a:moveTo>
                    <a:pt x="158" y="1"/>
                  </a:moveTo>
                  <a:lnTo>
                    <a:pt x="0" y="505"/>
                  </a:lnTo>
                  <a:lnTo>
                    <a:pt x="315" y="505"/>
                  </a:lnTo>
                  <a:lnTo>
                    <a:pt x="158" y="1"/>
                  </a:lnTo>
                  <a:close/>
                </a:path>
              </a:pathLst>
            </a:custGeom>
            <a:grpFill/>
            <a:ln>
              <a:noFill/>
            </a:ln>
          </p:spPr>
          <p:txBody>
            <a:bodyPr spcFirstLastPara="1" wrap="square" lIns="121900" tIns="121900" rIns="121900" bIns="121900" anchor="ctr" anchorCtr="0">
              <a:noAutofit/>
            </a:bodyPr>
            <a:lstStyle/>
            <a:p>
              <a:endParaRPr sz="2400"/>
            </a:p>
          </p:txBody>
        </p:sp>
        <p:sp>
          <p:nvSpPr>
            <p:cNvPr id="386" name="Google Shape;8744;p63">
              <a:extLst>
                <a:ext uri="{FF2B5EF4-FFF2-40B4-BE49-F238E27FC236}">
                  <a16:creationId xmlns:a16="http://schemas.microsoft.com/office/drawing/2014/main" id="{4FE751E0-07C2-39BE-9EFC-46C0BF3BF477}"/>
                </a:ext>
              </a:extLst>
            </p:cNvPr>
            <p:cNvSpPr/>
            <p:nvPr/>
          </p:nvSpPr>
          <p:spPr>
            <a:xfrm>
              <a:off x="-31093575" y="3671500"/>
              <a:ext cx="171725" cy="172950"/>
            </a:xfrm>
            <a:custGeom>
              <a:avLst/>
              <a:gdLst/>
              <a:ahLst/>
              <a:cxnLst/>
              <a:rect l="l" t="t" r="r" b="b"/>
              <a:pathLst>
                <a:path w="6869" h="6918" extrusionOk="0">
                  <a:moveTo>
                    <a:pt x="3427" y="1449"/>
                  </a:moveTo>
                  <a:cubicBezTo>
                    <a:pt x="3569" y="1449"/>
                    <a:pt x="3718" y="1512"/>
                    <a:pt x="3781" y="1638"/>
                  </a:cubicBezTo>
                  <a:lnTo>
                    <a:pt x="4317" y="3466"/>
                  </a:lnTo>
                  <a:lnTo>
                    <a:pt x="4474" y="3466"/>
                  </a:lnTo>
                  <a:cubicBezTo>
                    <a:pt x="4695" y="3466"/>
                    <a:pt x="4852" y="3623"/>
                    <a:pt x="4852" y="3812"/>
                  </a:cubicBezTo>
                  <a:cubicBezTo>
                    <a:pt x="4852" y="3970"/>
                    <a:pt x="4726" y="4127"/>
                    <a:pt x="4537" y="4127"/>
                  </a:cubicBezTo>
                  <a:lnTo>
                    <a:pt x="4789" y="5072"/>
                  </a:lnTo>
                  <a:cubicBezTo>
                    <a:pt x="4852" y="5262"/>
                    <a:pt x="4758" y="5419"/>
                    <a:pt x="4569" y="5514"/>
                  </a:cubicBezTo>
                  <a:cubicBezTo>
                    <a:pt x="4545" y="5518"/>
                    <a:pt x="4521" y="5520"/>
                    <a:pt x="4498" y="5520"/>
                  </a:cubicBezTo>
                  <a:cubicBezTo>
                    <a:pt x="4341" y="5520"/>
                    <a:pt x="4210" y="5427"/>
                    <a:pt x="4128" y="5262"/>
                  </a:cubicBezTo>
                  <a:lnTo>
                    <a:pt x="3781" y="4127"/>
                  </a:lnTo>
                  <a:lnTo>
                    <a:pt x="3057" y="4127"/>
                  </a:lnTo>
                  <a:lnTo>
                    <a:pt x="2710" y="5262"/>
                  </a:lnTo>
                  <a:cubicBezTo>
                    <a:pt x="2683" y="5427"/>
                    <a:pt x="2535" y="5520"/>
                    <a:pt x="2351" y="5520"/>
                  </a:cubicBezTo>
                  <a:cubicBezTo>
                    <a:pt x="2325" y="5520"/>
                    <a:pt x="2297" y="5518"/>
                    <a:pt x="2269" y="5514"/>
                  </a:cubicBezTo>
                  <a:cubicBezTo>
                    <a:pt x="2080" y="5451"/>
                    <a:pt x="2017" y="5262"/>
                    <a:pt x="2049" y="5072"/>
                  </a:cubicBezTo>
                  <a:lnTo>
                    <a:pt x="2332" y="4127"/>
                  </a:lnTo>
                  <a:cubicBezTo>
                    <a:pt x="2175" y="4096"/>
                    <a:pt x="2017" y="3970"/>
                    <a:pt x="2017" y="3812"/>
                  </a:cubicBezTo>
                  <a:cubicBezTo>
                    <a:pt x="2049" y="3623"/>
                    <a:pt x="2206" y="3466"/>
                    <a:pt x="2395" y="3466"/>
                  </a:cubicBezTo>
                  <a:lnTo>
                    <a:pt x="2553" y="3466"/>
                  </a:lnTo>
                  <a:lnTo>
                    <a:pt x="3120" y="1638"/>
                  </a:lnTo>
                  <a:cubicBezTo>
                    <a:pt x="3151" y="1512"/>
                    <a:pt x="3285" y="1449"/>
                    <a:pt x="3427" y="1449"/>
                  </a:cubicBezTo>
                  <a:close/>
                  <a:moveTo>
                    <a:pt x="3435" y="0"/>
                  </a:moveTo>
                  <a:cubicBezTo>
                    <a:pt x="1544" y="0"/>
                    <a:pt x="1" y="1544"/>
                    <a:pt x="1" y="3434"/>
                  </a:cubicBezTo>
                  <a:cubicBezTo>
                    <a:pt x="1" y="5356"/>
                    <a:pt x="1544" y="6900"/>
                    <a:pt x="3435" y="6900"/>
                  </a:cubicBezTo>
                  <a:cubicBezTo>
                    <a:pt x="4065" y="6900"/>
                    <a:pt x="4632" y="6742"/>
                    <a:pt x="5168" y="6427"/>
                  </a:cubicBezTo>
                  <a:lnTo>
                    <a:pt x="6365" y="6900"/>
                  </a:lnTo>
                  <a:cubicBezTo>
                    <a:pt x="6407" y="6910"/>
                    <a:pt x="6449" y="6917"/>
                    <a:pt x="6491" y="6917"/>
                  </a:cubicBezTo>
                  <a:cubicBezTo>
                    <a:pt x="6575" y="6917"/>
                    <a:pt x="6659" y="6889"/>
                    <a:pt x="6743" y="6805"/>
                  </a:cubicBezTo>
                  <a:cubicBezTo>
                    <a:pt x="6806" y="6742"/>
                    <a:pt x="6869" y="6616"/>
                    <a:pt x="6869" y="6459"/>
                  </a:cubicBezTo>
                  <a:lnTo>
                    <a:pt x="6491" y="5009"/>
                  </a:lnTo>
                  <a:cubicBezTo>
                    <a:pt x="6743" y="4537"/>
                    <a:pt x="6869" y="4001"/>
                    <a:pt x="6869" y="3466"/>
                  </a:cubicBezTo>
                  <a:cubicBezTo>
                    <a:pt x="6869" y="3119"/>
                    <a:pt x="6774" y="2804"/>
                    <a:pt x="6711" y="2489"/>
                  </a:cubicBezTo>
                  <a:cubicBezTo>
                    <a:pt x="6617" y="2426"/>
                    <a:pt x="6491" y="2395"/>
                    <a:pt x="6428" y="2363"/>
                  </a:cubicBezTo>
                  <a:lnTo>
                    <a:pt x="5514" y="2710"/>
                  </a:lnTo>
                  <a:cubicBezTo>
                    <a:pt x="5389" y="2755"/>
                    <a:pt x="5256" y="2780"/>
                    <a:pt x="5125" y="2780"/>
                  </a:cubicBezTo>
                  <a:cubicBezTo>
                    <a:pt x="4892" y="2780"/>
                    <a:pt x="4667" y="2702"/>
                    <a:pt x="4506" y="2521"/>
                  </a:cubicBezTo>
                  <a:cubicBezTo>
                    <a:pt x="4222" y="2269"/>
                    <a:pt x="4096" y="1891"/>
                    <a:pt x="4159" y="1481"/>
                  </a:cubicBezTo>
                  <a:lnTo>
                    <a:pt x="4443" y="221"/>
                  </a:lnTo>
                  <a:cubicBezTo>
                    <a:pt x="4443" y="189"/>
                    <a:pt x="4443" y="189"/>
                    <a:pt x="4411" y="158"/>
                  </a:cubicBezTo>
                  <a:cubicBezTo>
                    <a:pt x="4096" y="63"/>
                    <a:pt x="3781" y="0"/>
                    <a:pt x="3435" y="0"/>
                  </a:cubicBezTo>
                  <a:close/>
                </a:path>
              </a:pathLst>
            </a:custGeom>
            <a:grpFill/>
            <a:ln>
              <a:noFill/>
            </a:ln>
          </p:spPr>
          <p:txBody>
            <a:bodyPr spcFirstLastPara="1" wrap="square" lIns="121900" tIns="121900" rIns="121900" bIns="121900" anchor="ctr" anchorCtr="0">
              <a:noAutofit/>
            </a:bodyPr>
            <a:lstStyle/>
            <a:p>
              <a:endParaRPr sz="2400"/>
            </a:p>
          </p:txBody>
        </p:sp>
        <p:sp>
          <p:nvSpPr>
            <p:cNvPr id="387" name="Google Shape;8745;p63">
              <a:extLst>
                <a:ext uri="{FF2B5EF4-FFF2-40B4-BE49-F238E27FC236}">
                  <a16:creationId xmlns:a16="http://schemas.microsoft.com/office/drawing/2014/main" id="{C8213D66-3580-EF4C-D656-A59AAC9832C8}"/>
                </a:ext>
              </a:extLst>
            </p:cNvPr>
            <p:cNvSpPr/>
            <p:nvPr/>
          </p:nvSpPr>
          <p:spPr>
            <a:xfrm>
              <a:off x="-30895875" y="3621075"/>
              <a:ext cx="15775" cy="26025"/>
            </a:xfrm>
            <a:custGeom>
              <a:avLst/>
              <a:gdLst/>
              <a:ahLst/>
              <a:cxnLst/>
              <a:rect l="l" t="t" r="r" b="b"/>
              <a:pathLst>
                <a:path w="631" h="1041" extrusionOk="0">
                  <a:moveTo>
                    <a:pt x="0" y="1"/>
                  </a:moveTo>
                  <a:cubicBezTo>
                    <a:pt x="32" y="410"/>
                    <a:pt x="126" y="694"/>
                    <a:pt x="315" y="1041"/>
                  </a:cubicBezTo>
                  <a:cubicBezTo>
                    <a:pt x="473" y="694"/>
                    <a:pt x="599" y="347"/>
                    <a:pt x="631" y="1"/>
                  </a:cubicBezTo>
                  <a:close/>
                </a:path>
              </a:pathLst>
            </a:custGeom>
            <a:grpFill/>
            <a:ln>
              <a:noFill/>
            </a:ln>
          </p:spPr>
          <p:txBody>
            <a:bodyPr spcFirstLastPara="1" wrap="square" lIns="121900" tIns="121900" rIns="121900" bIns="121900" anchor="ctr" anchorCtr="0">
              <a:noAutofit/>
            </a:bodyPr>
            <a:lstStyle/>
            <a:p>
              <a:endParaRPr sz="2400"/>
            </a:p>
          </p:txBody>
        </p:sp>
        <p:sp>
          <p:nvSpPr>
            <p:cNvPr id="388" name="Google Shape;8746;p63">
              <a:extLst>
                <a:ext uri="{FF2B5EF4-FFF2-40B4-BE49-F238E27FC236}">
                  <a16:creationId xmlns:a16="http://schemas.microsoft.com/office/drawing/2014/main" id="{E7B0CAD0-DF3C-0C00-8E0C-9736CDC69045}"/>
                </a:ext>
              </a:extLst>
            </p:cNvPr>
            <p:cNvSpPr/>
            <p:nvPr/>
          </p:nvSpPr>
          <p:spPr>
            <a:xfrm>
              <a:off x="-30974650" y="3552550"/>
              <a:ext cx="172525" cy="172400"/>
            </a:xfrm>
            <a:custGeom>
              <a:avLst/>
              <a:gdLst/>
              <a:ahLst/>
              <a:cxnLst/>
              <a:rect l="l" t="t" r="r" b="b"/>
              <a:pathLst>
                <a:path w="6901" h="6896" extrusionOk="0">
                  <a:moveTo>
                    <a:pt x="3435" y="1356"/>
                  </a:moveTo>
                  <a:cubicBezTo>
                    <a:pt x="3624" y="1356"/>
                    <a:pt x="3782" y="1513"/>
                    <a:pt x="3782" y="1734"/>
                  </a:cubicBezTo>
                  <a:lnTo>
                    <a:pt x="3782" y="2080"/>
                  </a:lnTo>
                  <a:lnTo>
                    <a:pt x="4821" y="2080"/>
                  </a:lnTo>
                  <a:cubicBezTo>
                    <a:pt x="5010" y="2080"/>
                    <a:pt x="5168" y="2238"/>
                    <a:pt x="5168" y="2427"/>
                  </a:cubicBezTo>
                  <a:cubicBezTo>
                    <a:pt x="5168" y="2616"/>
                    <a:pt x="5010" y="2742"/>
                    <a:pt x="4821" y="2742"/>
                  </a:cubicBezTo>
                  <a:lnTo>
                    <a:pt x="4412" y="2742"/>
                  </a:lnTo>
                  <a:cubicBezTo>
                    <a:pt x="4380" y="3341"/>
                    <a:pt x="4191" y="3876"/>
                    <a:pt x="3876" y="4412"/>
                  </a:cubicBezTo>
                  <a:cubicBezTo>
                    <a:pt x="3908" y="4443"/>
                    <a:pt x="3908" y="4475"/>
                    <a:pt x="3939" y="4506"/>
                  </a:cubicBezTo>
                  <a:lnTo>
                    <a:pt x="4349" y="4916"/>
                  </a:lnTo>
                  <a:cubicBezTo>
                    <a:pt x="4443" y="5042"/>
                    <a:pt x="4443" y="5262"/>
                    <a:pt x="4349" y="5388"/>
                  </a:cubicBezTo>
                  <a:cubicBezTo>
                    <a:pt x="4286" y="5451"/>
                    <a:pt x="4191" y="5483"/>
                    <a:pt x="4101" y="5483"/>
                  </a:cubicBezTo>
                  <a:cubicBezTo>
                    <a:pt x="4010" y="5483"/>
                    <a:pt x="3923" y="5451"/>
                    <a:pt x="3876" y="5388"/>
                  </a:cubicBezTo>
                  <a:lnTo>
                    <a:pt x="3466" y="4979"/>
                  </a:lnTo>
                  <a:lnTo>
                    <a:pt x="3435" y="4947"/>
                  </a:lnTo>
                  <a:lnTo>
                    <a:pt x="3403" y="4979"/>
                  </a:lnTo>
                  <a:lnTo>
                    <a:pt x="2994" y="5388"/>
                  </a:lnTo>
                  <a:cubicBezTo>
                    <a:pt x="2931" y="5451"/>
                    <a:pt x="2844" y="5483"/>
                    <a:pt x="2758" y="5483"/>
                  </a:cubicBezTo>
                  <a:cubicBezTo>
                    <a:pt x="2671" y="5483"/>
                    <a:pt x="2584" y="5451"/>
                    <a:pt x="2521" y="5388"/>
                  </a:cubicBezTo>
                  <a:cubicBezTo>
                    <a:pt x="2395" y="5262"/>
                    <a:pt x="2395" y="5042"/>
                    <a:pt x="2521" y="4916"/>
                  </a:cubicBezTo>
                  <a:lnTo>
                    <a:pt x="2931" y="4506"/>
                  </a:lnTo>
                  <a:cubicBezTo>
                    <a:pt x="2962" y="4475"/>
                    <a:pt x="2962" y="4443"/>
                    <a:pt x="2994" y="4412"/>
                  </a:cubicBezTo>
                  <a:cubicBezTo>
                    <a:pt x="2679" y="3939"/>
                    <a:pt x="2490" y="3341"/>
                    <a:pt x="2458" y="2742"/>
                  </a:cubicBezTo>
                  <a:lnTo>
                    <a:pt x="2049" y="2742"/>
                  </a:lnTo>
                  <a:cubicBezTo>
                    <a:pt x="1860" y="2742"/>
                    <a:pt x="1702" y="2584"/>
                    <a:pt x="1702" y="2395"/>
                  </a:cubicBezTo>
                  <a:cubicBezTo>
                    <a:pt x="1702" y="2206"/>
                    <a:pt x="1860" y="2049"/>
                    <a:pt x="2049" y="2049"/>
                  </a:cubicBezTo>
                  <a:lnTo>
                    <a:pt x="3088" y="2049"/>
                  </a:lnTo>
                  <a:lnTo>
                    <a:pt x="3088" y="1734"/>
                  </a:lnTo>
                  <a:cubicBezTo>
                    <a:pt x="3088" y="1513"/>
                    <a:pt x="3246" y="1356"/>
                    <a:pt x="3435" y="1356"/>
                  </a:cubicBezTo>
                  <a:close/>
                  <a:moveTo>
                    <a:pt x="3466" y="1"/>
                  </a:moveTo>
                  <a:cubicBezTo>
                    <a:pt x="1576" y="1"/>
                    <a:pt x="32" y="1576"/>
                    <a:pt x="32" y="3467"/>
                  </a:cubicBezTo>
                  <a:cubicBezTo>
                    <a:pt x="32" y="3971"/>
                    <a:pt x="158" y="4506"/>
                    <a:pt x="411" y="4979"/>
                  </a:cubicBezTo>
                  <a:lnTo>
                    <a:pt x="32" y="6459"/>
                  </a:lnTo>
                  <a:cubicBezTo>
                    <a:pt x="1" y="6554"/>
                    <a:pt x="32" y="6680"/>
                    <a:pt x="158" y="6806"/>
                  </a:cubicBezTo>
                  <a:cubicBezTo>
                    <a:pt x="225" y="6851"/>
                    <a:pt x="324" y="6895"/>
                    <a:pt x="420" y="6895"/>
                  </a:cubicBezTo>
                  <a:cubicBezTo>
                    <a:pt x="460" y="6895"/>
                    <a:pt x="500" y="6887"/>
                    <a:pt x="537" y="6869"/>
                  </a:cubicBezTo>
                  <a:lnTo>
                    <a:pt x="1734" y="6396"/>
                  </a:lnTo>
                  <a:cubicBezTo>
                    <a:pt x="2269" y="6712"/>
                    <a:pt x="2899" y="6869"/>
                    <a:pt x="3466" y="6869"/>
                  </a:cubicBezTo>
                  <a:cubicBezTo>
                    <a:pt x="5357" y="6869"/>
                    <a:pt x="6901" y="5357"/>
                    <a:pt x="6901" y="3435"/>
                  </a:cubicBezTo>
                  <a:cubicBezTo>
                    <a:pt x="6901" y="1576"/>
                    <a:pt x="5325" y="1"/>
                    <a:pt x="3466"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89" name="Google Shape;8747;p63">
            <a:extLst>
              <a:ext uri="{FF2B5EF4-FFF2-40B4-BE49-F238E27FC236}">
                <a16:creationId xmlns:a16="http://schemas.microsoft.com/office/drawing/2014/main" id="{57B56F10-5B94-CF1A-1399-8D39F176C8A2}"/>
              </a:ext>
            </a:extLst>
          </p:cNvPr>
          <p:cNvGrpSpPr/>
          <p:nvPr/>
        </p:nvGrpSpPr>
        <p:grpSpPr>
          <a:xfrm>
            <a:off x="8678193" y="3625419"/>
            <a:ext cx="445375" cy="445336"/>
            <a:chOff x="-31093575" y="3911725"/>
            <a:chExt cx="291450" cy="291425"/>
          </a:xfrm>
          <a:solidFill>
            <a:srgbClr val="6C1D35"/>
          </a:solidFill>
        </p:grpSpPr>
        <p:sp>
          <p:nvSpPr>
            <p:cNvPr id="390" name="Google Shape;8748;p63">
              <a:extLst>
                <a:ext uri="{FF2B5EF4-FFF2-40B4-BE49-F238E27FC236}">
                  <a16:creationId xmlns:a16="http://schemas.microsoft.com/office/drawing/2014/main" id="{300E94E5-E967-7C9B-556A-BD4CDDF77863}"/>
                </a:ext>
              </a:extLst>
            </p:cNvPr>
            <p:cNvSpPr/>
            <p:nvPr/>
          </p:nvSpPr>
          <p:spPr>
            <a:xfrm>
              <a:off x="-31093575" y="3911725"/>
              <a:ext cx="291450" cy="291425"/>
            </a:xfrm>
            <a:custGeom>
              <a:avLst/>
              <a:gdLst/>
              <a:ahLst/>
              <a:cxnLst/>
              <a:rect l="l" t="t" r="r" b="b"/>
              <a:pathLst>
                <a:path w="11658" h="11657" extrusionOk="0">
                  <a:moveTo>
                    <a:pt x="5829" y="0"/>
                  </a:moveTo>
                  <a:cubicBezTo>
                    <a:pt x="3372" y="0"/>
                    <a:pt x="1261" y="1796"/>
                    <a:pt x="788" y="4159"/>
                  </a:cubicBezTo>
                  <a:cubicBezTo>
                    <a:pt x="347" y="4285"/>
                    <a:pt x="1" y="4694"/>
                    <a:pt x="1" y="5167"/>
                  </a:cubicBezTo>
                  <a:lnTo>
                    <a:pt x="1" y="7876"/>
                  </a:lnTo>
                  <a:cubicBezTo>
                    <a:pt x="1" y="8412"/>
                    <a:pt x="473" y="8885"/>
                    <a:pt x="1009" y="8885"/>
                  </a:cubicBezTo>
                  <a:lnTo>
                    <a:pt x="1702" y="8885"/>
                  </a:lnTo>
                  <a:cubicBezTo>
                    <a:pt x="1891" y="8885"/>
                    <a:pt x="2049" y="8727"/>
                    <a:pt x="2049" y="8538"/>
                  </a:cubicBezTo>
                  <a:lnTo>
                    <a:pt x="2049" y="4442"/>
                  </a:lnTo>
                  <a:cubicBezTo>
                    <a:pt x="2049" y="4253"/>
                    <a:pt x="1891" y="4096"/>
                    <a:pt x="1702" y="4096"/>
                  </a:cubicBezTo>
                  <a:lnTo>
                    <a:pt x="1481" y="4096"/>
                  </a:lnTo>
                  <a:cubicBezTo>
                    <a:pt x="1954" y="2111"/>
                    <a:pt x="3781" y="630"/>
                    <a:pt x="5829" y="630"/>
                  </a:cubicBezTo>
                  <a:cubicBezTo>
                    <a:pt x="7877" y="630"/>
                    <a:pt x="9673" y="2111"/>
                    <a:pt x="10145" y="4096"/>
                  </a:cubicBezTo>
                  <a:lnTo>
                    <a:pt x="9956" y="4096"/>
                  </a:lnTo>
                  <a:cubicBezTo>
                    <a:pt x="9767" y="4096"/>
                    <a:pt x="9610" y="4253"/>
                    <a:pt x="9610" y="4442"/>
                  </a:cubicBezTo>
                  <a:lnTo>
                    <a:pt x="9610" y="8538"/>
                  </a:lnTo>
                  <a:cubicBezTo>
                    <a:pt x="9610" y="8727"/>
                    <a:pt x="9767" y="8885"/>
                    <a:pt x="9956" y="8885"/>
                  </a:cubicBezTo>
                  <a:lnTo>
                    <a:pt x="10271" y="8885"/>
                  </a:lnTo>
                  <a:cubicBezTo>
                    <a:pt x="10114" y="9672"/>
                    <a:pt x="9421" y="10271"/>
                    <a:pt x="8570" y="10271"/>
                  </a:cubicBezTo>
                  <a:lnTo>
                    <a:pt x="6774" y="10271"/>
                  </a:lnTo>
                  <a:cubicBezTo>
                    <a:pt x="6617" y="9893"/>
                    <a:pt x="6270" y="9609"/>
                    <a:pt x="5829" y="9609"/>
                  </a:cubicBezTo>
                  <a:cubicBezTo>
                    <a:pt x="5262" y="9609"/>
                    <a:pt x="4789" y="10082"/>
                    <a:pt x="4789" y="10617"/>
                  </a:cubicBezTo>
                  <a:cubicBezTo>
                    <a:pt x="4789" y="11184"/>
                    <a:pt x="5262" y="11657"/>
                    <a:pt x="5829" y="11657"/>
                  </a:cubicBezTo>
                  <a:cubicBezTo>
                    <a:pt x="6270" y="11657"/>
                    <a:pt x="6648" y="11373"/>
                    <a:pt x="6774" y="10995"/>
                  </a:cubicBezTo>
                  <a:lnTo>
                    <a:pt x="8570" y="10995"/>
                  </a:lnTo>
                  <a:cubicBezTo>
                    <a:pt x="9799" y="10995"/>
                    <a:pt x="10775" y="10082"/>
                    <a:pt x="10933" y="8885"/>
                  </a:cubicBezTo>
                  <a:cubicBezTo>
                    <a:pt x="11342" y="8790"/>
                    <a:pt x="11658" y="8380"/>
                    <a:pt x="11658" y="7908"/>
                  </a:cubicBezTo>
                  <a:lnTo>
                    <a:pt x="11658" y="5198"/>
                  </a:lnTo>
                  <a:cubicBezTo>
                    <a:pt x="11658" y="4694"/>
                    <a:pt x="11311" y="4253"/>
                    <a:pt x="10870" y="4159"/>
                  </a:cubicBezTo>
                  <a:cubicBezTo>
                    <a:pt x="10397" y="1796"/>
                    <a:pt x="8255" y="0"/>
                    <a:pt x="5829" y="0"/>
                  </a:cubicBezTo>
                  <a:close/>
                </a:path>
              </a:pathLst>
            </a:custGeom>
            <a:grpFill/>
            <a:ln>
              <a:noFill/>
            </a:ln>
          </p:spPr>
          <p:txBody>
            <a:bodyPr spcFirstLastPara="1" wrap="square" lIns="121900" tIns="121900" rIns="121900" bIns="121900" anchor="ctr" anchorCtr="0">
              <a:noAutofit/>
            </a:bodyPr>
            <a:lstStyle/>
            <a:p>
              <a:endParaRPr sz="2400"/>
            </a:p>
          </p:txBody>
        </p:sp>
        <p:sp>
          <p:nvSpPr>
            <p:cNvPr id="391" name="Google Shape;8749;p63">
              <a:extLst>
                <a:ext uri="{FF2B5EF4-FFF2-40B4-BE49-F238E27FC236}">
                  <a16:creationId xmlns:a16="http://schemas.microsoft.com/office/drawing/2014/main" id="{04A5CEA6-0242-5FE8-088F-CE2BE1438E1D}"/>
                </a:ext>
              </a:extLst>
            </p:cNvPr>
            <p:cNvSpPr/>
            <p:nvPr/>
          </p:nvSpPr>
          <p:spPr>
            <a:xfrm>
              <a:off x="-31025825" y="3980250"/>
              <a:ext cx="156750" cy="154250"/>
            </a:xfrm>
            <a:custGeom>
              <a:avLst/>
              <a:gdLst/>
              <a:ahLst/>
              <a:cxnLst/>
              <a:rect l="l" t="t" r="r" b="b"/>
              <a:pathLst>
                <a:path w="6270" h="6170" extrusionOk="0">
                  <a:moveTo>
                    <a:pt x="3119" y="1386"/>
                  </a:moveTo>
                  <a:cubicBezTo>
                    <a:pt x="3308" y="1386"/>
                    <a:pt x="3466" y="1544"/>
                    <a:pt x="3466" y="1733"/>
                  </a:cubicBezTo>
                  <a:cubicBezTo>
                    <a:pt x="3466" y="1953"/>
                    <a:pt x="3308" y="2079"/>
                    <a:pt x="3119" y="2079"/>
                  </a:cubicBezTo>
                  <a:cubicBezTo>
                    <a:pt x="2930" y="2079"/>
                    <a:pt x="2773" y="1953"/>
                    <a:pt x="2773" y="1733"/>
                  </a:cubicBezTo>
                  <a:cubicBezTo>
                    <a:pt x="2773" y="1544"/>
                    <a:pt x="2930" y="1386"/>
                    <a:pt x="3119" y="1386"/>
                  </a:cubicBezTo>
                  <a:close/>
                  <a:moveTo>
                    <a:pt x="3119" y="2741"/>
                  </a:moveTo>
                  <a:cubicBezTo>
                    <a:pt x="3308" y="2741"/>
                    <a:pt x="3466" y="2867"/>
                    <a:pt x="3466" y="3088"/>
                  </a:cubicBezTo>
                  <a:lnTo>
                    <a:pt x="3466" y="4474"/>
                  </a:lnTo>
                  <a:cubicBezTo>
                    <a:pt x="3466" y="4663"/>
                    <a:pt x="3308" y="4820"/>
                    <a:pt x="3119" y="4820"/>
                  </a:cubicBezTo>
                  <a:cubicBezTo>
                    <a:pt x="2930" y="4820"/>
                    <a:pt x="2773" y="4663"/>
                    <a:pt x="2773" y="4474"/>
                  </a:cubicBezTo>
                  <a:lnTo>
                    <a:pt x="2773" y="3088"/>
                  </a:lnTo>
                  <a:cubicBezTo>
                    <a:pt x="2773" y="2867"/>
                    <a:pt x="2930" y="2741"/>
                    <a:pt x="3119" y="2741"/>
                  </a:cubicBezTo>
                  <a:close/>
                  <a:moveTo>
                    <a:pt x="3151" y="0"/>
                  </a:moveTo>
                  <a:cubicBezTo>
                    <a:pt x="1449" y="0"/>
                    <a:pt x="63" y="1386"/>
                    <a:pt x="63" y="3088"/>
                  </a:cubicBezTo>
                  <a:cubicBezTo>
                    <a:pt x="63" y="3592"/>
                    <a:pt x="158" y="4096"/>
                    <a:pt x="441" y="4568"/>
                  </a:cubicBezTo>
                  <a:lnTo>
                    <a:pt x="63" y="5734"/>
                  </a:lnTo>
                  <a:cubicBezTo>
                    <a:pt x="0" y="5828"/>
                    <a:pt x="0" y="5955"/>
                    <a:pt x="126" y="6081"/>
                  </a:cubicBezTo>
                  <a:cubicBezTo>
                    <a:pt x="171" y="6125"/>
                    <a:pt x="263" y="6170"/>
                    <a:pt x="357" y="6170"/>
                  </a:cubicBezTo>
                  <a:cubicBezTo>
                    <a:pt x="396" y="6170"/>
                    <a:pt x="436" y="6162"/>
                    <a:pt x="473" y="6144"/>
                  </a:cubicBezTo>
                  <a:lnTo>
                    <a:pt x="1638" y="5765"/>
                  </a:lnTo>
                  <a:cubicBezTo>
                    <a:pt x="2079" y="6049"/>
                    <a:pt x="2615" y="6144"/>
                    <a:pt x="3151" y="6144"/>
                  </a:cubicBezTo>
                  <a:cubicBezTo>
                    <a:pt x="4852" y="6144"/>
                    <a:pt x="6270" y="4789"/>
                    <a:pt x="6270" y="3088"/>
                  </a:cubicBezTo>
                  <a:cubicBezTo>
                    <a:pt x="6270" y="1386"/>
                    <a:pt x="4852" y="0"/>
                    <a:pt x="3151"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92" name="Google Shape;8750;p63">
            <a:extLst>
              <a:ext uri="{FF2B5EF4-FFF2-40B4-BE49-F238E27FC236}">
                <a16:creationId xmlns:a16="http://schemas.microsoft.com/office/drawing/2014/main" id="{DC2BB71B-9272-5D67-63E8-1ACDE2F01513}"/>
              </a:ext>
            </a:extLst>
          </p:cNvPr>
          <p:cNvGrpSpPr/>
          <p:nvPr/>
        </p:nvGrpSpPr>
        <p:grpSpPr>
          <a:xfrm>
            <a:off x="10372052" y="2521114"/>
            <a:ext cx="448965" cy="446559"/>
            <a:chOff x="-29946000" y="3183175"/>
            <a:chExt cx="293800" cy="292225"/>
          </a:xfrm>
          <a:solidFill>
            <a:srgbClr val="6C1D35"/>
          </a:solidFill>
        </p:grpSpPr>
        <p:sp>
          <p:nvSpPr>
            <p:cNvPr id="393" name="Google Shape;8751;p63">
              <a:extLst>
                <a:ext uri="{FF2B5EF4-FFF2-40B4-BE49-F238E27FC236}">
                  <a16:creationId xmlns:a16="http://schemas.microsoft.com/office/drawing/2014/main" id="{DEDB3FD5-F561-28EE-99A5-3E2254426039}"/>
                </a:ext>
              </a:extLst>
            </p:cNvPr>
            <p:cNvSpPr/>
            <p:nvPr/>
          </p:nvSpPr>
          <p:spPr>
            <a:xfrm>
              <a:off x="-29839675" y="3355650"/>
              <a:ext cx="186700" cy="33900"/>
            </a:xfrm>
            <a:custGeom>
              <a:avLst/>
              <a:gdLst/>
              <a:ahLst/>
              <a:cxnLst/>
              <a:rect l="l" t="t" r="r" b="b"/>
              <a:pathLst>
                <a:path w="7468" h="1356" extrusionOk="0">
                  <a:moveTo>
                    <a:pt x="568" y="1"/>
                  </a:moveTo>
                  <a:cubicBezTo>
                    <a:pt x="568" y="505"/>
                    <a:pt x="379" y="977"/>
                    <a:pt x="1" y="1356"/>
                  </a:cubicBezTo>
                  <a:lnTo>
                    <a:pt x="7467" y="1356"/>
                  </a:lnTo>
                  <a:lnTo>
                    <a:pt x="7467" y="1"/>
                  </a:lnTo>
                  <a:close/>
                </a:path>
              </a:pathLst>
            </a:custGeom>
            <a:grpFill/>
            <a:ln>
              <a:noFill/>
            </a:ln>
          </p:spPr>
          <p:txBody>
            <a:bodyPr spcFirstLastPara="1" wrap="square" lIns="121900" tIns="121900" rIns="121900" bIns="121900" anchor="ctr" anchorCtr="0">
              <a:noAutofit/>
            </a:bodyPr>
            <a:lstStyle/>
            <a:p>
              <a:endParaRPr sz="2400"/>
            </a:p>
          </p:txBody>
        </p:sp>
        <p:sp>
          <p:nvSpPr>
            <p:cNvPr id="394" name="Google Shape;8752;p63">
              <a:extLst>
                <a:ext uri="{FF2B5EF4-FFF2-40B4-BE49-F238E27FC236}">
                  <a16:creationId xmlns:a16="http://schemas.microsoft.com/office/drawing/2014/main" id="{C09E3CB1-8228-6C3D-2128-08D5730C8D46}"/>
                </a:ext>
              </a:extLst>
            </p:cNvPr>
            <p:cNvSpPr/>
            <p:nvPr/>
          </p:nvSpPr>
          <p:spPr>
            <a:xfrm>
              <a:off x="-29824700" y="3406850"/>
              <a:ext cx="172500" cy="68550"/>
            </a:xfrm>
            <a:custGeom>
              <a:avLst/>
              <a:gdLst/>
              <a:ahLst/>
              <a:cxnLst/>
              <a:rect l="l" t="t" r="r" b="b"/>
              <a:pathLst>
                <a:path w="6900" h="2742" extrusionOk="0">
                  <a:moveTo>
                    <a:pt x="0" y="1"/>
                  </a:moveTo>
                  <a:cubicBezTo>
                    <a:pt x="662" y="505"/>
                    <a:pt x="1134" y="1292"/>
                    <a:pt x="1292" y="2237"/>
                  </a:cubicBezTo>
                  <a:cubicBezTo>
                    <a:pt x="1355" y="2395"/>
                    <a:pt x="1292" y="2584"/>
                    <a:pt x="1260" y="2742"/>
                  </a:cubicBezTo>
                  <a:lnTo>
                    <a:pt x="6553" y="2742"/>
                  </a:lnTo>
                  <a:cubicBezTo>
                    <a:pt x="6742" y="2742"/>
                    <a:pt x="6900" y="2584"/>
                    <a:pt x="6900" y="2395"/>
                  </a:cubicBezTo>
                  <a:lnTo>
                    <a:pt x="6900" y="1"/>
                  </a:lnTo>
                  <a:close/>
                </a:path>
              </a:pathLst>
            </a:custGeom>
            <a:grpFill/>
            <a:ln>
              <a:noFill/>
            </a:ln>
          </p:spPr>
          <p:txBody>
            <a:bodyPr spcFirstLastPara="1" wrap="square" lIns="121900" tIns="121900" rIns="121900" bIns="121900" anchor="ctr" anchorCtr="0">
              <a:noAutofit/>
            </a:bodyPr>
            <a:lstStyle/>
            <a:p>
              <a:endParaRPr sz="2400"/>
            </a:p>
          </p:txBody>
        </p:sp>
        <p:sp>
          <p:nvSpPr>
            <p:cNvPr id="395" name="Google Shape;8753;p63">
              <a:extLst>
                <a:ext uri="{FF2B5EF4-FFF2-40B4-BE49-F238E27FC236}">
                  <a16:creationId xmlns:a16="http://schemas.microsoft.com/office/drawing/2014/main" id="{AE72477F-F9C4-54E0-76A4-416DA2B95E4F}"/>
                </a:ext>
              </a:extLst>
            </p:cNvPr>
            <p:cNvSpPr/>
            <p:nvPr/>
          </p:nvSpPr>
          <p:spPr>
            <a:xfrm>
              <a:off x="-29756975" y="3183175"/>
              <a:ext cx="69325" cy="68550"/>
            </a:xfrm>
            <a:custGeom>
              <a:avLst/>
              <a:gdLst/>
              <a:ahLst/>
              <a:cxnLst/>
              <a:rect l="l" t="t" r="r" b="b"/>
              <a:pathLst>
                <a:path w="2773" h="2742" extrusionOk="0">
                  <a:moveTo>
                    <a:pt x="1387" y="0"/>
                  </a:moveTo>
                  <a:cubicBezTo>
                    <a:pt x="631" y="0"/>
                    <a:pt x="1" y="630"/>
                    <a:pt x="1" y="1386"/>
                  </a:cubicBezTo>
                  <a:cubicBezTo>
                    <a:pt x="1" y="2111"/>
                    <a:pt x="631" y="2741"/>
                    <a:pt x="1387" y="2741"/>
                  </a:cubicBezTo>
                  <a:cubicBezTo>
                    <a:pt x="2143" y="2741"/>
                    <a:pt x="2773" y="2174"/>
                    <a:pt x="2773" y="1386"/>
                  </a:cubicBezTo>
                  <a:cubicBezTo>
                    <a:pt x="2773" y="630"/>
                    <a:pt x="2143" y="0"/>
                    <a:pt x="1387" y="0"/>
                  </a:cubicBezTo>
                  <a:close/>
                </a:path>
              </a:pathLst>
            </a:custGeom>
            <a:grpFill/>
            <a:ln>
              <a:noFill/>
            </a:ln>
          </p:spPr>
          <p:txBody>
            <a:bodyPr spcFirstLastPara="1" wrap="square" lIns="121900" tIns="121900" rIns="121900" bIns="121900" anchor="ctr" anchorCtr="0">
              <a:noAutofit/>
            </a:bodyPr>
            <a:lstStyle/>
            <a:p>
              <a:endParaRPr sz="2400"/>
            </a:p>
          </p:txBody>
        </p:sp>
        <p:sp>
          <p:nvSpPr>
            <p:cNvPr id="396" name="Google Shape;8754;p63">
              <a:extLst>
                <a:ext uri="{FF2B5EF4-FFF2-40B4-BE49-F238E27FC236}">
                  <a16:creationId xmlns:a16="http://schemas.microsoft.com/office/drawing/2014/main" id="{396B8586-544C-9E46-5F49-E9639C579466}"/>
                </a:ext>
              </a:extLst>
            </p:cNvPr>
            <p:cNvSpPr/>
            <p:nvPr/>
          </p:nvSpPr>
          <p:spPr>
            <a:xfrm>
              <a:off x="-29790850" y="3269025"/>
              <a:ext cx="137875" cy="68550"/>
            </a:xfrm>
            <a:custGeom>
              <a:avLst/>
              <a:gdLst/>
              <a:ahLst/>
              <a:cxnLst/>
              <a:rect l="l" t="t" r="r" b="b"/>
              <a:pathLst>
                <a:path w="5515" h="2742" extrusionOk="0">
                  <a:moveTo>
                    <a:pt x="2773" y="0"/>
                  </a:moveTo>
                  <a:cubicBezTo>
                    <a:pt x="1419" y="0"/>
                    <a:pt x="221" y="1040"/>
                    <a:pt x="32" y="2363"/>
                  </a:cubicBezTo>
                  <a:cubicBezTo>
                    <a:pt x="1" y="2552"/>
                    <a:pt x="158" y="2741"/>
                    <a:pt x="379" y="2741"/>
                  </a:cubicBezTo>
                  <a:lnTo>
                    <a:pt x="5136" y="2741"/>
                  </a:lnTo>
                  <a:cubicBezTo>
                    <a:pt x="5357" y="2741"/>
                    <a:pt x="5514" y="2552"/>
                    <a:pt x="5514" y="2363"/>
                  </a:cubicBezTo>
                  <a:cubicBezTo>
                    <a:pt x="5294" y="1008"/>
                    <a:pt x="4160" y="0"/>
                    <a:pt x="2773" y="0"/>
                  </a:cubicBezTo>
                  <a:close/>
                </a:path>
              </a:pathLst>
            </a:custGeom>
            <a:grpFill/>
            <a:ln>
              <a:noFill/>
            </a:ln>
          </p:spPr>
          <p:txBody>
            <a:bodyPr spcFirstLastPara="1" wrap="square" lIns="121900" tIns="121900" rIns="121900" bIns="121900" anchor="ctr" anchorCtr="0">
              <a:noAutofit/>
            </a:bodyPr>
            <a:lstStyle/>
            <a:p>
              <a:endParaRPr sz="2400"/>
            </a:p>
          </p:txBody>
        </p:sp>
        <p:sp>
          <p:nvSpPr>
            <p:cNvPr id="397" name="Google Shape;8755;p63">
              <a:extLst>
                <a:ext uri="{FF2B5EF4-FFF2-40B4-BE49-F238E27FC236}">
                  <a16:creationId xmlns:a16="http://schemas.microsoft.com/office/drawing/2014/main" id="{CB74464D-8ECF-2324-83A8-28FCAFED5E97}"/>
                </a:ext>
              </a:extLst>
            </p:cNvPr>
            <p:cNvSpPr/>
            <p:nvPr/>
          </p:nvSpPr>
          <p:spPr>
            <a:xfrm>
              <a:off x="-29911350" y="3321000"/>
              <a:ext cx="69325" cy="68550"/>
            </a:xfrm>
            <a:custGeom>
              <a:avLst/>
              <a:gdLst/>
              <a:ahLst/>
              <a:cxnLst/>
              <a:rect l="l" t="t" r="r" b="b"/>
              <a:pathLst>
                <a:path w="2773" h="2742" extrusionOk="0">
                  <a:moveTo>
                    <a:pt x="1387" y="1"/>
                  </a:moveTo>
                  <a:cubicBezTo>
                    <a:pt x="631" y="1"/>
                    <a:pt x="1" y="599"/>
                    <a:pt x="1" y="1387"/>
                  </a:cubicBezTo>
                  <a:cubicBezTo>
                    <a:pt x="1" y="2143"/>
                    <a:pt x="631" y="2742"/>
                    <a:pt x="1387" y="2742"/>
                  </a:cubicBezTo>
                  <a:cubicBezTo>
                    <a:pt x="2143" y="2742"/>
                    <a:pt x="2773" y="2143"/>
                    <a:pt x="2773" y="1387"/>
                  </a:cubicBezTo>
                  <a:cubicBezTo>
                    <a:pt x="2773" y="599"/>
                    <a:pt x="2143" y="1"/>
                    <a:pt x="1387" y="1"/>
                  </a:cubicBezTo>
                  <a:close/>
                </a:path>
              </a:pathLst>
            </a:custGeom>
            <a:grpFill/>
            <a:ln>
              <a:noFill/>
            </a:ln>
          </p:spPr>
          <p:txBody>
            <a:bodyPr spcFirstLastPara="1" wrap="square" lIns="121900" tIns="121900" rIns="121900" bIns="121900" anchor="ctr" anchorCtr="0">
              <a:noAutofit/>
            </a:bodyPr>
            <a:lstStyle/>
            <a:p>
              <a:endParaRPr sz="2400"/>
            </a:p>
          </p:txBody>
        </p:sp>
        <p:sp>
          <p:nvSpPr>
            <p:cNvPr id="398" name="Google Shape;8756;p63">
              <a:extLst>
                <a:ext uri="{FF2B5EF4-FFF2-40B4-BE49-F238E27FC236}">
                  <a16:creationId xmlns:a16="http://schemas.microsoft.com/office/drawing/2014/main" id="{BBE7DAA2-5616-6C61-0CE4-7B9A550459D5}"/>
                </a:ext>
              </a:extLst>
            </p:cNvPr>
            <p:cNvSpPr/>
            <p:nvPr/>
          </p:nvSpPr>
          <p:spPr>
            <a:xfrm>
              <a:off x="-29946000" y="3406850"/>
              <a:ext cx="137075" cy="67775"/>
            </a:xfrm>
            <a:custGeom>
              <a:avLst/>
              <a:gdLst/>
              <a:ahLst/>
              <a:cxnLst/>
              <a:rect l="l" t="t" r="r" b="b"/>
              <a:pathLst>
                <a:path w="5483" h="2711" extrusionOk="0">
                  <a:moveTo>
                    <a:pt x="2773" y="1"/>
                  </a:moveTo>
                  <a:cubicBezTo>
                    <a:pt x="1387" y="1"/>
                    <a:pt x="252" y="1009"/>
                    <a:pt x="63" y="2300"/>
                  </a:cubicBezTo>
                  <a:cubicBezTo>
                    <a:pt x="0" y="2521"/>
                    <a:pt x="158" y="2710"/>
                    <a:pt x="410" y="2710"/>
                  </a:cubicBezTo>
                  <a:lnTo>
                    <a:pt x="5136" y="2710"/>
                  </a:lnTo>
                  <a:cubicBezTo>
                    <a:pt x="5325" y="2710"/>
                    <a:pt x="5482" y="2521"/>
                    <a:pt x="5482" y="2300"/>
                  </a:cubicBezTo>
                  <a:cubicBezTo>
                    <a:pt x="5293" y="1009"/>
                    <a:pt x="4159" y="1"/>
                    <a:pt x="2773"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99" name="Google Shape;8762;p63">
            <a:extLst>
              <a:ext uri="{FF2B5EF4-FFF2-40B4-BE49-F238E27FC236}">
                <a16:creationId xmlns:a16="http://schemas.microsoft.com/office/drawing/2014/main" id="{D3C2B824-5E29-21BB-320A-7B4C10669443}"/>
              </a:ext>
            </a:extLst>
          </p:cNvPr>
          <p:cNvGrpSpPr/>
          <p:nvPr/>
        </p:nvGrpSpPr>
        <p:grpSpPr>
          <a:xfrm>
            <a:off x="3614671" y="3075502"/>
            <a:ext cx="446559" cy="448660"/>
            <a:chOff x="-34405525" y="3558075"/>
            <a:chExt cx="292225" cy="293600"/>
          </a:xfrm>
          <a:solidFill>
            <a:srgbClr val="6C1D35"/>
          </a:solidFill>
        </p:grpSpPr>
        <p:sp>
          <p:nvSpPr>
            <p:cNvPr id="400" name="Google Shape;8763;p63">
              <a:extLst>
                <a:ext uri="{FF2B5EF4-FFF2-40B4-BE49-F238E27FC236}">
                  <a16:creationId xmlns:a16="http://schemas.microsoft.com/office/drawing/2014/main" id="{FA95170A-0646-1B96-9F2A-49299787D5EA}"/>
                </a:ext>
              </a:extLst>
            </p:cNvPr>
            <p:cNvSpPr/>
            <p:nvPr/>
          </p:nvSpPr>
          <p:spPr>
            <a:xfrm>
              <a:off x="-34303150" y="3663825"/>
              <a:ext cx="189850" cy="187850"/>
            </a:xfrm>
            <a:custGeom>
              <a:avLst/>
              <a:gdLst/>
              <a:ahLst/>
              <a:cxnLst/>
              <a:rect l="l" t="t" r="r" b="b"/>
              <a:pathLst>
                <a:path w="7594" h="7514" extrusionOk="0">
                  <a:moveTo>
                    <a:pt x="5487" y="0"/>
                  </a:moveTo>
                  <a:cubicBezTo>
                    <a:pt x="5380" y="0"/>
                    <a:pt x="5278" y="8"/>
                    <a:pt x="5168" y="24"/>
                  </a:cubicBezTo>
                  <a:cubicBezTo>
                    <a:pt x="4349" y="181"/>
                    <a:pt x="3656" y="843"/>
                    <a:pt x="3561" y="1630"/>
                  </a:cubicBezTo>
                  <a:cubicBezTo>
                    <a:pt x="3467" y="2198"/>
                    <a:pt x="3561" y="2513"/>
                    <a:pt x="3719" y="2891"/>
                  </a:cubicBezTo>
                  <a:lnTo>
                    <a:pt x="285" y="6325"/>
                  </a:lnTo>
                  <a:cubicBezTo>
                    <a:pt x="1" y="6608"/>
                    <a:pt x="1" y="7049"/>
                    <a:pt x="285" y="7301"/>
                  </a:cubicBezTo>
                  <a:cubicBezTo>
                    <a:pt x="426" y="7443"/>
                    <a:pt x="600" y="7514"/>
                    <a:pt x="773" y="7514"/>
                  </a:cubicBezTo>
                  <a:cubicBezTo>
                    <a:pt x="946" y="7514"/>
                    <a:pt x="1119" y="7443"/>
                    <a:pt x="1261" y="7301"/>
                  </a:cubicBezTo>
                  <a:lnTo>
                    <a:pt x="4695" y="3899"/>
                  </a:lnTo>
                  <a:cubicBezTo>
                    <a:pt x="5022" y="4016"/>
                    <a:pt x="5280" y="4080"/>
                    <a:pt x="5597" y="4080"/>
                  </a:cubicBezTo>
                  <a:cubicBezTo>
                    <a:pt x="5708" y="4080"/>
                    <a:pt x="5825" y="4073"/>
                    <a:pt x="5955" y="4056"/>
                  </a:cubicBezTo>
                  <a:cubicBezTo>
                    <a:pt x="6775" y="3899"/>
                    <a:pt x="7436" y="3206"/>
                    <a:pt x="7562" y="2418"/>
                  </a:cubicBezTo>
                  <a:cubicBezTo>
                    <a:pt x="7594" y="2198"/>
                    <a:pt x="7594" y="1945"/>
                    <a:pt x="7562" y="1756"/>
                  </a:cubicBezTo>
                  <a:cubicBezTo>
                    <a:pt x="7562" y="1630"/>
                    <a:pt x="7436" y="1504"/>
                    <a:pt x="7310" y="1473"/>
                  </a:cubicBezTo>
                  <a:cubicBezTo>
                    <a:pt x="7287" y="1465"/>
                    <a:pt x="7259" y="1461"/>
                    <a:pt x="7229" y="1461"/>
                  </a:cubicBezTo>
                  <a:cubicBezTo>
                    <a:pt x="7141" y="1461"/>
                    <a:pt x="7034" y="1497"/>
                    <a:pt x="6964" y="1567"/>
                  </a:cubicBezTo>
                  <a:lnTo>
                    <a:pt x="6491" y="2040"/>
                  </a:lnTo>
                  <a:cubicBezTo>
                    <a:pt x="6365" y="2166"/>
                    <a:pt x="6192" y="2229"/>
                    <a:pt x="6014" y="2229"/>
                  </a:cubicBezTo>
                  <a:cubicBezTo>
                    <a:pt x="5837" y="2229"/>
                    <a:pt x="5656" y="2166"/>
                    <a:pt x="5514" y="2040"/>
                  </a:cubicBezTo>
                  <a:cubicBezTo>
                    <a:pt x="5231" y="1756"/>
                    <a:pt x="5231" y="1315"/>
                    <a:pt x="5514" y="1032"/>
                  </a:cubicBezTo>
                  <a:lnTo>
                    <a:pt x="6018" y="622"/>
                  </a:lnTo>
                  <a:cubicBezTo>
                    <a:pt x="6113" y="528"/>
                    <a:pt x="6144" y="370"/>
                    <a:pt x="6113" y="276"/>
                  </a:cubicBezTo>
                  <a:cubicBezTo>
                    <a:pt x="6050" y="150"/>
                    <a:pt x="5955" y="55"/>
                    <a:pt x="5829" y="24"/>
                  </a:cubicBezTo>
                  <a:cubicBezTo>
                    <a:pt x="5703" y="8"/>
                    <a:pt x="5593" y="0"/>
                    <a:pt x="5487" y="0"/>
                  </a:cubicBezTo>
                  <a:close/>
                </a:path>
              </a:pathLst>
            </a:custGeom>
            <a:grpFill/>
            <a:ln>
              <a:noFill/>
            </a:ln>
          </p:spPr>
          <p:txBody>
            <a:bodyPr spcFirstLastPara="1" wrap="square" lIns="121900" tIns="121900" rIns="121900" bIns="121900" anchor="ctr" anchorCtr="0">
              <a:noAutofit/>
            </a:bodyPr>
            <a:lstStyle/>
            <a:p>
              <a:endParaRPr sz="2400"/>
            </a:p>
          </p:txBody>
        </p:sp>
        <p:sp>
          <p:nvSpPr>
            <p:cNvPr id="401" name="Google Shape;8764;p63">
              <a:extLst>
                <a:ext uri="{FF2B5EF4-FFF2-40B4-BE49-F238E27FC236}">
                  <a16:creationId xmlns:a16="http://schemas.microsoft.com/office/drawing/2014/main" id="{2228FE13-14A2-BC71-BF35-15CBD4452EEA}"/>
                </a:ext>
              </a:extLst>
            </p:cNvPr>
            <p:cNvSpPr/>
            <p:nvPr/>
          </p:nvSpPr>
          <p:spPr>
            <a:xfrm>
              <a:off x="-34250375" y="3565950"/>
              <a:ext cx="46500" cy="46500"/>
            </a:xfrm>
            <a:custGeom>
              <a:avLst/>
              <a:gdLst/>
              <a:ahLst/>
              <a:cxnLst/>
              <a:rect l="l" t="t" r="r" b="b"/>
              <a:pathLst>
                <a:path w="1860" h="1860" extrusionOk="0">
                  <a:moveTo>
                    <a:pt x="1" y="1"/>
                  </a:moveTo>
                  <a:lnTo>
                    <a:pt x="1" y="1859"/>
                  </a:lnTo>
                  <a:lnTo>
                    <a:pt x="1860" y="1859"/>
                  </a:lnTo>
                  <a:lnTo>
                    <a:pt x="1" y="1"/>
                  </a:lnTo>
                  <a:close/>
                </a:path>
              </a:pathLst>
            </a:custGeom>
            <a:grpFill/>
            <a:ln>
              <a:noFill/>
            </a:ln>
          </p:spPr>
          <p:txBody>
            <a:bodyPr spcFirstLastPara="1" wrap="square" lIns="121900" tIns="121900" rIns="121900" bIns="121900" anchor="ctr" anchorCtr="0">
              <a:noAutofit/>
            </a:bodyPr>
            <a:lstStyle/>
            <a:p>
              <a:endParaRPr sz="2400"/>
            </a:p>
          </p:txBody>
        </p:sp>
        <p:sp>
          <p:nvSpPr>
            <p:cNvPr id="402" name="Google Shape;8765;p63">
              <a:extLst>
                <a:ext uri="{FF2B5EF4-FFF2-40B4-BE49-F238E27FC236}">
                  <a16:creationId xmlns:a16="http://schemas.microsoft.com/office/drawing/2014/main" id="{D1A539B8-DC9C-F322-CB09-359D968A4DD5}"/>
                </a:ext>
              </a:extLst>
            </p:cNvPr>
            <p:cNvSpPr/>
            <p:nvPr/>
          </p:nvSpPr>
          <p:spPr>
            <a:xfrm>
              <a:off x="-34405525" y="3558075"/>
              <a:ext cx="206375" cy="276475"/>
            </a:xfrm>
            <a:custGeom>
              <a:avLst/>
              <a:gdLst/>
              <a:ahLst/>
              <a:cxnLst/>
              <a:rect l="l" t="t" r="r" b="b"/>
              <a:pathLst>
                <a:path w="8255" h="11059" extrusionOk="0">
                  <a:moveTo>
                    <a:pt x="3812" y="1450"/>
                  </a:moveTo>
                  <a:cubicBezTo>
                    <a:pt x="4001" y="1450"/>
                    <a:pt x="4159" y="1607"/>
                    <a:pt x="4159" y="1796"/>
                  </a:cubicBezTo>
                  <a:cubicBezTo>
                    <a:pt x="4159" y="2017"/>
                    <a:pt x="4001" y="2174"/>
                    <a:pt x="3812" y="2174"/>
                  </a:cubicBezTo>
                  <a:cubicBezTo>
                    <a:pt x="3623" y="2174"/>
                    <a:pt x="3466" y="2017"/>
                    <a:pt x="3466" y="1796"/>
                  </a:cubicBezTo>
                  <a:cubicBezTo>
                    <a:pt x="3466" y="1607"/>
                    <a:pt x="3623" y="1450"/>
                    <a:pt x="3812" y="1450"/>
                  </a:cubicBezTo>
                  <a:close/>
                  <a:moveTo>
                    <a:pt x="3812" y="2836"/>
                  </a:moveTo>
                  <a:cubicBezTo>
                    <a:pt x="4001" y="2836"/>
                    <a:pt x="4159" y="2993"/>
                    <a:pt x="4159" y="3183"/>
                  </a:cubicBezTo>
                  <a:lnTo>
                    <a:pt x="4159" y="5293"/>
                  </a:lnTo>
                  <a:cubicBezTo>
                    <a:pt x="4159" y="5482"/>
                    <a:pt x="4001" y="5640"/>
                    <a:pt x="3812" y="5640"/>
                  </a:cubicBezTo>
                  <a:cubicBezTo>
                    <a:pt x="3623" y="5640"/>
                    <a:pt x="3466" y="5482"/>
                    <a:pt x="3466" y="5293"/>
                  </a:cubicBezTo>
                  <a:lnTo>
                    <a:pt x="3466" y="3183"/>
                  </a:lnTo>
                  <a:cubicBezTo>
                    <a:pt x="3466" y="2993"/>
                    <a:pt x="3623" y="2836"/>
                    <a:pt x="3812" y="2836"/>
                  </a:cubicBezTo>
                  <a:close/>
                  <a:moveTo>
                    <a:pt x="5860" y="6301"/>
                  </a:moveTo>
                  <a:cubicBezTo>
                    <a:pt x="6049" y="6301"/>
                    <a:pt x="6207" y="6459"/>
                    <a:pt x="6207" y="6648"/>
                  </a:cubicBezTo>
                  <a:cubicBezTo>
                    <a:pt x="6207" y="6837"/>
                    <a:pt x="6049" y="6995"/>
                    <a:pt x="5860" y="6995"/>
                  </a:cubicBezTo>
                  <a:lnTo>
                    <a:pt x="1733" y="6995"/>
                  </a:lnTo>
                  <a:cubicBezTo>
                    <a:pt x="1544" y="6995"/>
                    <a:pt x="1387" y="6837"/>
                    <a:pt x="1387" y="6648"/>
                  </a:cubicBezTo>
                  <a:cubicBezTo>
                    <a:pt x="1387" y="6459"/>
                    <a:pt x="1544" y="6301"/>
                    <a:pt x="1733" y="6301"/>
                  </a:cubicBezTo>
                  <a:close/>
                  <a:moveTo>
                    <a:pt x="4537" y="7688"/>
                  </a:moveTo>
                  <a:cubicBezTo>
                    <a:pt x="4726" y="7688"/>
                    <a:pt x="4884" y="7845"/>
                    <a:pt x="4884" y="8034"/>
                  </a:cubicBezTo>
                  <a:cubicBezTo>
                    <a:pt x="4884" y="8223"/>
                    <a:pt x="4726" y="8381"/>
                    <a:pt x="4537" y="8381"/>
                  </a:cubicBezTo>
                  <a:lnTo>
                    <a:pt x="1733" y="8381"/>
                  </a:lnTo>
                  <a:cubicBezTo>
                    <a:pt x="1544" y="8381"/>
                    <a:pt x="1387" y="8223"/>
                    <a:pt x="1387" y="8034"/>
                  </a:cubicBezTo>
                  <a:cubicBezTo>
                    <a:pt x="1387" y="7845"/>
                    <a:pt x="1544" y="7688"/>
                    <a:pt x="1733" y="7688"/>
                  </a:cubicBezTo>
                  <a:close/>
                  <a:moveTo>
                    <a:pt x="347" y="1"/>
                  </a:moveTo>
                  <a:cubicBezTo>
                    <a:pt x="158" y="1"/>
                    <a:pt x="0" y="158"/>
                    <a:pt x="0" y="347"/>
                  </a:cubicBezTo>
                  <a:lnTo>
                    <a:pt x="0" y="10681"/>
                  </a:lnTo>
                  <a:cubicBezTo>
                    <a:pt x="0" y="10964"/>
                    <a:pt x="158" y="11059"/>
                    <a:pt x="347" y="11059"/>
                  </a:cubicBezTo>
                  <a:lnTo>
                    <a:pt x="3466" y="11059"/>
                  </a:lnTo>
                  <a:cubicBezTo>
                    <a:pt x="3466" y="10712"/>
                    <a:pt x="3592" y="10366"/>
                    <a:pt x="3844" y="10082"/>
                  </a:cubicBezTo>
                  <a:lnTo>
                    <a:pt x="4254" y="9704"/>
                  </a:lnTo>
                  <a:lnTo>
                    <a:pt x="1702" y="9704"/>
                  </a:lnTo>
                  <a:cubicBezTo>
                    <a:pt x="1481" y="9704"/>
                    <a:pt x="1324" y="9546"/>
                    <a:pt x="1324" y="9326"/>
                  </a:cubicBezTo>
                  <a:cubicBezTo>
                    <a:pt x="1324" y="9137"/>
                    <a:pt x="1481" y="8979"/>
                    <a:pt x="1702" y="8979"/>
                  </a:cubicBezTo>
                  <a:lnTo>
                    <a:pt x="4915" y="8979"/>
                  </a:lnTo>
                  <a:lnTo>
                    <a:pt x="6963" y="6932"/>
                  </a:lnTo>
                  <a:cubicBezTo>
                    <a:pt x="6900" y="6585"/>
                    <a:pt x="6805" y="6238"/>
                    <a:pt x="6931" y="5703"/>
                  </a:cubicBezTo>
                  <a:cubicBezTo>
                    <a:pt x="7089" y="4915"/>
                    <a:pt x="7562" y="4254"/>
                    <a:pt x="8255" y="3876"/>
                  </a:cubicBezTo>
                  <a:lnTo>
                    <a:pt x="8255" y="2773"/>
                  </a:lnTo>
                  <a:lnTo>
                    <a:pt x="5860" y="2773"/>
                  </a:lnTo>
                  <a:cubicBezTo>
                    <a:pt x="5671" y="2773"/>
                    <a:pt x="5514" y="2615"/>
                    <a:pt x="5514" y="2395"/>
                  </a:cubicBezTo>
                  <a:lnTo>
                    <a:pt x="5514" y="1"/>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403" name="Google Shape;8766;p63">
            <a:extLst>
              <a:ext uri="{FF2B5EF4-FFF2-40B4-BE49-F238E27FC236}">
                <a16:creationId xmlns:a16="http://schemas.microsoft.com/office/drawing/2014/main" id="{9FDA6325-79B0-3A10-47D8-63C5B5FA58AE}"/>
              </a:ext>
            </a:extLst>
          </p:cNvPr>
          <p:cNvGrpSpPr/>
          <p:nvPr/>
        </p:nvGrpSpPr>
        <p:grpSpPr>
          <a:xfrm>
            <a:off x="3614059" y="3625419"/>
            <a:ext cx="447781" cy="445336"/>
            <a:chOff x="-34406325" y="3919600"/>
            <a:chExt cx="293025" cy="291425"/>
          </a:xfrm>
          <a:solidFill>
            <a:srgbClr val="6C1D35"/>
          </a:solidFill>
        </p:grpSpPr>
        <p:sp>
          <p:nvSpPr>
            <p:cNvPr id="404" name="Google Shape;8767;p63">
              <a:extLst>
                <a:ext uri="{FF2B5EF4-FFF2-40B4-BE49-F238E27FC236}">
                  <a16:creationId xmlns:a16="http://schemas.microsoft.com/office/drawing/2014/main" id="{0EA4436F-8CAE-9B7F-B7A5-0806849FD0C1}"/>
                </a:ext>
              </a:extLst>
            </p:cNvPr>
            <p:cNvSpPr/>
            <p:nvPr/>
          </p:nvSpPr>
          <p:spPr>
            <a:xfrm>
              <a:off x="-34167675" y="3932000"/>
              <a:ext cx="42550" cy="40575"/>
            </a:xfrm>
            <a:custGeom>
              <a:avLst/>
              <a:gdLst/>
              <a:ahLst/>
              <a:cxnLst/>
              <a:rect l="l" t="t" r="r" b="b"/>
              <a:pathLst>
                <a:path w="1702" h="1623" extrusionOk="0">
                  <a:moveTo>
                    <a:pt x="1352" y="0"/>
                  </a:moveTo>
                  <a:cubicBezTo>
                    <a:pt x="1261" y="0"/>
                    <a:pt x="1167" y="24"/>
                    <a:pt x="1104" y="71"/>
                  </a:cubicBezTo>
                  <a:lnTo>
                    <a:pt x="127" y="1079"/>
                  </a:lnTo>
                  <a:cubicBezTo>
                    <a:pt x="1" y="1205"/>
                    <a:pt x="1" y="1426"/>
                    <a:pt x="127" y="1552"/>
                  </a:cubicBezTo>
                  <a:cubicBezTo>
                    <a:pt x="190" y="1599"/>
                    <a:pt x="284" y="1623"/>
                    <a:pt x="375" y="1623"/>
                  </a:cubicBezTo>
                  <a:cubicBezTo>
                    <a:pt x="466" y="1623"/>
                    <a:pt x="552" y="1599"/>
                    <a:pt x="599" y="1552"/>
                  </a:cubicBezTo>
                  <a:lnTo>
                    <a:pt x="1576" y="544"/>
                  </a:lnTo>
                  <a:cubicBezTo>
                    <a:pt x="1702" y="449"/>
                    <a:pt x="1702" y="260"/>
                    <a:pt x="1576" y="71"/>
                  </a:cubicBezTo>
                  <a:cubicBezTo>
                    <a:pt x="1529" y="24"/>
                    <a:pt x="1442" y="0"/>
                    <a:pt x="1352" y="0"/>
                  </a:cubicBezTo>
                  <a:close/>
                </a:path>
              </a:pathLst>
            </a:custGeom>
            <a:grpFill/>
            <a:ln>
              <a:noFill/>
            </a:ln>
          </p:spPr>
          <p:txBody>
            <a:bodyPr spcFirstLastPara="1" wrap="square" lIns="121900" tIns="121900" rIns="121900" bIns="121900" anchor="ctr" anchorCtr="0">
              <a:noAutofit/>
            </a:bodyPr>
            <a:lstStyle/>
            <a:p>
              <a:endParaRPr sz="2400"/>
            </a:p>
          </p:txBody>
        </p:sp>
        <p:sp>
          <p:nvSpPr>
            <p:cNvPr id="405" name="Google Shape;8768;p63">
              <a:extLst>
                <a:ext uri="{FF2B5EF4-FFF2-40B4-BE49-F238E27FC236}">
                  <a16:creationId xmlns:a16="http://schemas.microsoft.com/office/drawing/2014/main" id="{BCA24799-B151-8FF4-41AE-5FDC8CFE068B}"/>
                </a:ext>
              </a:extLst>
            </p:cNvPr>
            <p:cNvSpPr/>
            <p:nvPr/>
          </p:nvSpPr>
          <p:spPr>
            <a:xfrm>
              <a:off x="-34286600" y="3922950"/>
              <a:ext cx="171725" cy="167575"/>
            </a:xfrm>
            <a:custGeom>
              <a:avLst/>
              <a:gdLst/>
              <a:ahLst/>
              <a:cxnLst/>
              <a:rect l="l" t="t" r="r" b="b"/>
              <a:pathLst>
                <a:path w="6869" h="6703" extrusionOk="0">
                  <a:moveTo>
                    <a:pt x="772" y="0"/>
                  </a:moveTo>
                  <a:cubicBezTo>
                    <a:pt x="599" y="0"/>
                    <a:pt x="426" y="71"/>
                    <a:pt x="284" y="213"/>
                  </a:cubicBezTo>
                  <a:cubicBezTo>
                    <a:pt x="1" y="496"/>
                    <a:pt x="1" y="937"/>
                    <a:pt x="284" y="1189"/>
                  </a:cubicBezTo>
                  <a:lnTo>
                    <a:pt x="5608" y="6514"/>
                  </a:lnTo>
                  <a:cubicBezTo>
                    <a:pt x="5734" y="6640"/>
                    <a:pt x="5908" y="6703"/>
                    <a:pt x="6085" y="6703"/>
                  </a:cubicBezTo>
                  <a:cubicBezTo>
                    <a:pt x="6262" y="6703"/>
                    <a:pt x="6443" y="6640"/>
                    <a:pt x="6585" y="6514"/>
                  </a:cubicBezTo>
                  <a:cubicBezTo>
                    <a:pt x="6869" y="6230"/>
                    <a:pt x="6869" y="5821"/>
                    <a:pt x="6585" y="5537"/>
                  </a:cubicBezTo>
                  <a:lnTo>
                    <a:pt x="1261" y="213"/>
                  </a:lnTo>
                  <a:cubicBezTo>
                    <a:pt x="1119" y="71"/>
                    <a:pt x="946" y="0"/>
                    <a:pt x="772" y="0"/>
                  </a:cubicBezTo>
                  <a:close/>
                </a:path>
              </a:pathLst>
            </a:custGeom>
            <a:grpFill/>
            <a:ln>
              <a:noFill/>
            </a:ln>
          </p:spPr>
          <p:txBody>
            <a:bodyPr spcFirstLastPara="1" wrap="square" lIns="121900" tIns="121900" rIns="121900" bIns="121900" anchor="ctr" anchorCtr="0">
              <a:noAutofit/>
            </a:bodyPr>
            <a:lstStyle/>
            <a:p>
              <a:endParaRPr sz="2400"/>
            </a:p>
          </p:txBody>
        </p:sp>
        <p:sp>
          <p:nvSpPr>
            <p:cNvPr id="406" name="Google Shape;8769;p63">
              <a:extLst>
                <a:ext uri="{FF2B5EF4-FFF2-40B4-BE49-F238E27FC236}">
                  <a16:creationId xmlns:a16="http://schemas.microsoft.com/office/drawing/2014/main" id="{4FFD0832-1D5A-AA9B-D166-04C584B161CE}"/>
                </a:ext>
              </a:extLst>
            </p:cNvPr>
            <p:cNvSpPr/>
            <p:nvPr/>
          </p:nvSpPr>
          <p:spPr>
            <a:xfrm>
              <a:off x="-34406325" y="4115900"/>
              <a:ext cx="98475" cy="95125"/>
            </a:xfrm>
            <a:custGeom>
              <a:avLst/>
              <a:gdLst/>
              <a:ahLst/>
              <a:cxnLst/>
              <a:rect l="l" t="t" r="r" b="b"/>
              <a:pathLst>
                <a:path w="3939" h="3805" extrusionOk="0">
                  <a:moveTo>
                    <a:pt x="757" y="1"/>
                  </a:moveTo>
                  <a:cubicBezTo>
                    <a:pt x="576" y="1"/>
                    <a:pt x="395" y="72"/>
                    <a:pt x="253" y="213"/>
                  </a:cubicBezTo>
                  <a:cubicBezTo>
                    <a:pt x="1" y="497"/>
                    <a:pt x="1" y="938"/>
                    <a:pt x="253" y="1190"/>
                  </a:cubicBezTo>
                  <a:lnTo>
                    <a:pt x="2679" y="3616"/>
                  </a:lnTo>
                  <a:cubicBezTo>
                    <a:pt x="2805" y="3742"/>
                    <a:pt x="2978" y="3805"/>
                    <a:pt x="3155" y="3805"/>
                  </a:cubicBezTo>
                  <a:cubicBezTo>
                    <a:pt x="3332" y="3805"/>
                    <a:pt x="3514" y="3742"/>
                    <a:pt x="3655" y="3616"/>
                  </a:cubicBezTo>
                  <a:cubicBezTo>
                    <a:pt x="3939" y="3332"/>
                    <a:pt x="3939" y="2891"/>
                    <a:pt x="3655" y="2608"/>
                  </a:cubicBezTo>
                  <a:lnTo>
                    <a:pt x="1261" y="213"/>
                  </a:lnTo>
                  <a:cubicBezTo>
                    <a:pt x="1119" y="72"/>
                    <a:pt x="938" y="1"/>
                    <a:pt x="757" y="1"/>
                  </a:cubicBezTo>
                  <a:close/>
                </a:path>
              </a:pathLst>
            </a:custGeom>
            <a:grpFill/>
            <a:ln>
              <a:noFill/>
            </a:ln>
          </p:spPr>
          <p:txBody>
            <a:bodyPr spcFirstLastPara="1" wrap="square" lIns="121900" tIns="121900" rIns="121900" bIns="121900" anchor="ctr" anchorCtr="0">
              <a:noAutofit/>
            </a:bodyPr>
            <a:lstStyle/>
            <a:p>
              <a:endParaRPr sz="2400"/>
            </a:p>
          </p:txBody>
        </p:sp>
        <p:sp>
          <p:nvSpPr>
            <p:cNvPr id="407" name="Google Shape;8770;p63">
              <a:extLst>
                <a:ext uri="{FF2B5EF4-FFF2-40B4-BE49-F238E27FC236}">
                  <a16:creationId xmlns:a16="http://schemas.microsoft.com/office/drawing/2014/main" id="{5B98652A-B9D4-CACD-8F0D-65D7BE3433C9}"/>
                </a:ext>
              </a:extLst>
            </p:cNvPr>
            <p:cNvSpPr/>
            <p:nvPr/>
          </p:nvSpPr>
          <p:spPr>
            <a:xfrm>
              <a:off x="-34364575" y="3966850"/>
              <a:ext cx="204025" cy="204025"/>
            </a:xfrm>
            <a:custGeom>
              <a:avLst/>
              <a:gdLst/>
              <a:ahLst/>
              <a:cxnLst/>
              <a:rect l="l" t="t" r="r" b="b"/>
              <a:pathLst>
                <a:path w="8161" h="8161" extrusionOk="0">
                  <a:moveTo>
                    <a:pt x="2994" y="1"/>
                  </a:moveTo>
                  <a:lnTo>
                    <a:pt x="2489" y="1576"/>
                  </a:lnTo>
                  <a:cubicBezTo>
                    <a:pt x="1985" y="3088"/>
                    <a:pt x="1166" y="4474"/>
                    <a:pt x="1" y="5703"/>
                  </a:cubicBezTo>
                  <a:lnTo>
                    <a:pt x="2458" y="8160"/>
                  </a:lnTo>
                  <a:cubicBezTo>
                    <a:pt x="3687" y="6995"/>
                    <a:pt x="5104" y="6175"/>
                    <a:pt x="6585" y="5671"/>
                  </a:cubicBezTo>
                  <a:lnTo>
                    <a:pt x="8160" y="5136"/>
                  </a:lnTo>
                  <a:lnTo>
                    <a:pt x="2994" y="1"/>
                  </a:lnTo>
                  <a:close/>
                </a:path>
              </a:pathLst>
            </a:custGeom>
            <a:grpFill/>
            <a:ln>
              <a:noFill/>
            </a:ln>
          </p:spPr>
          <p:txBody>
            <a:bodyPr spcFirstLastPara="1" wrap="square" lIns="121900" tIns="121900" rIns="121900" bIns="121900" anchor="ctr" anchorCtr="0">
              <a:noAutofit/>
            </a:bodyPr>
            <a:lstStyle/>
            <a:p>
              <a:endParaRPr sz="2400"/>
            </a:p>
          </p:txBody>
        </p:sp>
        <p:sp>
          <p:nvSpPr>
            <p:cNvPr id="408" name="Google Shape;8771;p63">
              <a:extLst>
                <a:ext uri="{FF2B5EF4-FFF2-40B4-BE49-F238E27FC236}">
                  <a16:creationId xmlns:a16="http://schemas.microsoft.com/office/drawing/2014/main" id="{9F1CC42D-58FC-1A56-5B94-646158844EB8}"/>
                </a:ext>
              </a:extLst>
            </p:cNvPr>
            <p:cNvSpPr/>
            <p:nvPr/>
          </p:nvSpPr>
          <p:spPr>
            <a:xfrm>
              <a:off x="-34200750" y="3919600"/>
              <a:ext cx="17350" cy="33875"/>
            </a:xfrm>
            <a:custGeom>
              <a:avLst/>
              <a:gdLst/>
              <a:ahLst/>
              <a:cxnLst/>
              <a:rect l="l" t="t" r="r" b="b"/>
              <a:pathLst>
                <a:path w="694" h="1355" extrusionOk="0">
                  <a:moveTo>
                    <a:pt x="347" y="0"/>
                  </a:moveTo>
                  <a:cubicBezTo>
                    <a:pt x="158" y="0"/>
                    <a:pt x="1" y="158"/>
                    <a:pt x="1" y="347"/>
                  </a:cubicBezTo>
                  <a:lnTo>
                    <a:pt x="1" y="1008"/>
                  </a:lnTo>
                  <a:cubicBezTo>
                    <a:pt x="1" y="1229"/>
                    <a:pt x="158" y="1355"/>
                    <a:pt x="347" y="1355"/>
                  </a:cubicBezTo>
                  <a:cubicBezTo>
                    <a:pt x="536" y="1355"/>
                    <a:pt x="694" y="1229"/>
                    <a:pt x="694" y="1008"/>
                  </a:cubicBezTo>
                  <a:lnTo>
                    <a:pt x="694" y="347"/>
                  </a:lnTo>
                  <a:cubicBezTo>
                    <a:pt x="694" y="158"/>
                    <a:pt x="536" y="0"/>
                    <a:pt x="347" y="0"/>
                  </a:cubicBezTo>
                  <a:close/>
                </a:path>
              </a:pathLst>
            </a:custGeom>
            <a:grpFill/>
            <a:ln>
              <a:noFill/>
            </a:ln>
          </p:spPr>
          <p:txBody>
            <a:bodyPr spcFirstLastPara="1" wrap="square" lIns="121900" tIns="121900" rIns="121900" bIns="121900" anchor="ctr" anchorCtr="0">
              <a:noAutofit/>
            </a:bodyPr>
            <a:lstStyle/>
            <a:p>
              <a:endParaRPr sz="2400"/>
            </a:p>
          </p:txBody>
        </p:sp>
        <p:sp>
          <p:nvSpPr>
            <p:cNvPr id="409" name="Google Shape;8772;p63">
              <a:extLst>
                <a:ext uri="{FF2B5EF4-FFF2-40B4-BE49-F238E27FC236}">
                  <a16:creationId xmlns:a16="http://schemas.microsoft.com/office/drawing/2014/main" id="{6E23CFDD-CD81-8339-C1C5-2387C318C79F}"/>
                </a:ext>
              </a:extLst>
            </p:cNvPr>
            <p:cNvSpPr/>
            <p:nvPr/>
          </p:nvSpPr>
          <p:spPr>
            <a:xfrm>
              <a:off x="-34147975" y="3989700"/>
              <a:ext cx="34675" cy="17350"/>
            </a:xfrm>
            <a:custGeom>
              <a:avLst/>
              <a:gdLst/>
              <a:ahLst/>
              <a:cxnLst/>
              <a:rect l="l" t="t" r="r" b="b"/>
              <a:pathLst>
                <a:path w="1387" h="694" extrusionOk="0">
                  <a:moveTo>
                    <a:pt x="379" y="0"/>
                  </a:moveTo>
                  <a:cubicBezTo>
                    <a:pt x="158" y="0"/>
                    <a:pt x="0" y="126"/>
                    <a:pt x="0" y="347"/>
                  </a:cubicBezTo>
                  <a:cubicBezTo>
                    <a:pt x="0" y="536"/>
                    <a:pt x="158" y="693"/>
                    <a:pt x="379" y="693"/>
                  </a:cubicBezTo>
                  <a:lnTo>
                    <a:pt x="1040" y="693"/>
                  </a:lnTo>
                  <a:cubicBezTo>
                    <a:pt x="1229" y="693"/>
                    <a:pt x="1387" y="536"/>
                    <a:pt x="1387" y="347"/>
                  </a:cubicBezTo>
                  <a:cubicBezTo>
                    <a:pt x="1387" y="126"/>
                    <a:pt x="1229" y="0"/>
                    <a:pt x="1040" y="0"/>
                  </a:cubicBezTo>
                  <a:close/>
                </a:path>
              </a:pathLst>
            </a:custGeom>
            <a:grpFill/>
            <a:ln>
              <a:noFill/>
            </a:ln>
          </p:spPr>
          <p:txBody>
            <a:bodyPr spcFirstLastPara="1" wrap="square" lIns="121900" tIns="121900" rIns="121900" bIns="121900" anchor="ctr" anchorCtr="0">
              <a:noAutofit/>
            </a:bodyPr>
            <a:lstStyle/>
            <a:p>
              <a:endParaRPr sz="2400"/>
            </a:p>
          </p:txBody>
        </p:sp>
        <p:sp>
          <p:nvSpPr>
            <p:cNvPr id="410" name="Google Shape;8773;p63">
              <a:extLst>
                <a:ext uri="{FF2B5EF4-FFF2-40B4-BE49-F238E27FC236}">
                  <a16:creationId xmlns:a16="http://schemas.microsoft.com/office/drawing/2014/main" id="{AC768C93-DA7A-3B57-494C-4F0100A41EC4}"/>
                </a:ext>
              </a:extLst>
            </p:cNvPr>
            <p:cNvSpPr/>
            <p:nvPr/>
          </p:nvSpPr>
          <p:spPr>
            <a:xfrm>
              <a:off x="-34278725" y="4116500"/>
              <a:ext cx="116600" cy="68600"/>
            </a:xfrm>
            <a:custGeom>
              <a:avLst/>
              <a:gdLst/>
              <a:ahLst/>
              <a:cxnLst/>
              <a:rect l="l" t="t" r="r" b="b"/>
              <a:pathLst>
                <a:path w="4664" h="2744" extrusionOk="0">
                  <a:moveTo>
                    <a:pt x="4411" y="0"/>
                  </a:moveTo>
                  <a:lnTo>
                    <a:pt x="3750" y="221"/>
                  </a:lnTo>
                  <a:cubicBezTo>
                    <a:pt x="3907" y="378"/>
                    <a:pt x="3813" y="631"/>
                    <a:pt x="3624" y="694"/>
                  </a:cubicBezTo>
                  <a:lnTo>
                    <a:pt x="1072" y="2017"/>
                  </a:lnTo>
                  <a:cubicBezTo>
                    <a:pt x="1030" y="2038"/>
                    <a:pt x="984" y="2048"/>
                    <a:pt x="938" y="2048"/>
                  </a:cubicBezTo>
                  <a:cubicBezTo>
                    <a:pt x="844" y="2048"/>
                    <a:pt x="746" y="2006"/>
                    <a:pt x="662" y="1922"/>
                  </a:cubicBezTo>
                  <a:lnTo>
                    <a:pt x="568" y="1796"/>
                  </a:lnTo>
                  <a:cubicBezTo>
                    <a:pt x="347" y="1922"/>
                    <a:pt x="190" y="2080"/>
                    <a:pt x="1" y="2237"/>
                  </a:cubicBezTo>
                  <a:lnTo>
                    <a:pt x="190" y="2426"/>
                  </a:lnTo>
                  <a:cubicBezTo>
                    <a:pt x="395" y="2632"/>
                    <a:pt x="669" y="2744"/>
                    <a:pt x="947" y="2744"/>
                  </a:cubicBezTo>
                  <a:cubicBezTo>
                    <a:pt x="1095" y="2744"/>
                    <a:pt x="1245" y="2712"/>
                    <a:pt x="1387" y="2647"/>
                  </a:cubicBezTo>
                  <a:lnTo>
                    <a:pt x="3939" y="1324"/>
                  </a:lnTo>
                  <a:cubicBezTo>
                    <a:pt x="4411" y="1103"/>
                    <a:pt x="4663" y="505"/>
                    <a:pt x="4411"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411" name="Google Shape;8777;p63">
            <a:extLst>
              <a:ext uri="{FF2B5EF4-FFF2-40B4-BE49-F238E27FC236}">
                <a16:creationId xmlns:a16="http://schemas.microsoft.com/office/drawing/2014/main" id="{37011146-F068-8DD4-088F-6AB7B2B5148F}"/>
              </a:ext>
            </a:extLst>
          </p:cNvPr>
          <p:cNvGrpSpPr/>
          <p:nvPr/>
        </p:nvGrpSpPr>
        <p:grpSpPr>
          <a:xfrm>
            <a:off x="6435001" y="3077143"/>
            <a:ext cx="446559" cy="445375"/>
            <a:chOff x="-32569575" y="3586425"/>
            <a:chExt cx="292225" cy="291450"/>
          </a:xfrm>
          <a:solidFill>
            <a:srgbClr val="6C1D35"/>
          </a:solidFill>
        </p:grpSpPr>
        <p:sp>
          <p:nvSpPr>
            <p:cNvPr id="412" name="Google Shape;8778;p63">
              <a:extLst>
                <a:ext uri="{FF2B5EF4-FFF2-40B4-BE49-F238E27FC236}">
                  <a16:creationId xmlns:a16="http://schemas.microsoft.com/office/drawing/2014/main" id="{44949809-43C7-9ED0-0DA1-252FF616ACEB}"/>
                </a:ext>
              </a:extLst>
            </p:cNvPr>
            <p:cNvSpPr/>
            <p:nvPr/>
          </p:nvSpPr>
          <p:spPr>
            <a:xfrm>
              <a:off x="-32569575" y="3672275"/>
              <a:ext cx="292225" cy="205600"/>
            </a:xfrm>
            <a:custGeom>
              <a:avLst/>
              <a:gdLst/>
              <a:ahLst/>
              <a:cxnLst/>
              <a:rect l="l" t="t" r="r" b="b"/>
              <a:pathLst>
                <a:path w="11689" h="8224" extrusionOk="0">
                  <a:moveTo>
                    <a:pt x="5860" y="1"/>
                  </a:moveTo>
                  <a:cubicBezTo>
                    <a:pt x="4506" y="1"/>
                    <a:pt x="3340" y="1040"/>
                    <a:pt x="3151" y="2332"/>
                  </a:cubicBezTo>
                  <a:cubicBezTo>
                    <a:pt x="3119" y="2521"/>
                    <a:pt x="3277" y="2710"/>
                    <a:pt x="3497" y="2710"/>
                  </a:cubicBezTo>
                  <a:lnTo>
                    <a:pt x="5514" y="2710"/>
                  </a:lnTo>
                  <a:lnTo>
                    <a:pt x="5514" y="3435"/>
                  </a:lnTo>
                  <a:lnTo>
                    <a:pt x="2395" y="3435"/>
                  </a:lnTo>
                  <a:cubicBezTo>
                    <a:pt x="1859" y="3435"/>
                    <a:pt x="1387" y="3907"/>
                    <a:pt x="1387" y="4443"/>
                  </a:cubicBezTo>
                  <a:lnTo>
                    <a:pt x="1387" y="4852"/>
                  </a:lnTo>
                  <a:cubicBezTo>
                    <a:pt x="599" y="5010"/>
                    <a:pt x="0" y="5703"/>
                    <a:pt x="0" y="6554"/>
                  </a:cubicBezTo>
                  <a:cubicBezTo>
                    <a:pt x="0" y="7499"/>
                    <a:pt x="757" y="8223"/>
                    <a:pt x="1702" y="8223"/>
                  </a:cubicBezTo>
                  <a:cubicBezTo>
                    <a:pt x="2647" y="8223"/>
                    <a:pt x="3403" y="7499"/>
                    <a:pt x="3403" y="6554"/>
                  </a:cubicBezTo>
                  <a:cubicBezTo>
                    <a:pt x="3403" y="5703"/>
                    <a:pt x="2804" y="5041"/>
                    <a:pt x="2017" y="4852"/>
                  </a:cubicBezTo>
                  <a:lnTo>
                    <a:pt x="2017" y="4443"/>
                  </a:lnTo>
                  <a:cubicBezTo>
                    <a:pt x="2017" y="4254"/>
                    <a:pt x="2174" y="4096"/>
                    <a:pt x="2363" y="4096"/>
                  </a:cubicBezTo>
                  <a:lnTo>
                    <a:pt x="5482" y="4096"/>
                  </a:lnTo>
                  <a:lnTo>
                    <a:pt x="5482" y="4821"/>
                  </a:lnTo>
                  <a:cubicBezTo>
                    <a:pt x="4695" y="4978"/>
                    <a:pt x="4096" y="5672"/>
                    <a:pt x="4096" y="6491"/>
                  </a:cubicBezTo>
                  <a:cubicBezTo>
                    <a:pt x="4096" y="7436"/>
                    <a:pt x="4852" y="8192"/>
                    <a:pt x="5797" y="8192"/>
                  </a:cubicBezTo>
                  <a:cubicBezTo>
                    <a:pt x="6742" y="8192"/>
                    <a:pt x="7499" y="7436"/>
                    <a:pt x="7499" y="6491"/>
                  </a:cubicBezTo>
                  <a:cubicBezTo>
                    <a:pt x="7499" y="5672"/>
                    <a:pt x="6900" y="5010"/>
                    <a:pt x="6112" y="4821"/>
                  </a:cubicBezTo>
                  <a:lnTo>
                    <a:pt x="6112" y="4096"/>
                  </a:lnTo>
                  <a:lnTo>
                    <a:pt x="9231" y="4096"/>
                  </a:lnTo>
                  <a:cubicBezTo>
                    <a:pt x="9420" y="4096"/>
                    <a:pt x="9578" y="4254"/>
                    <a:pt x="9578" y="4443"/>
                  </a:cubicBezTo>
                  <a:lnTo>
                    <a:pt x="9578" y="4852"/>
                  </a:lnTo>
                  <a:cubicBezTo>
                    <a:pt x="8790" y="5010"/>
                    <a:pt x="8192" y="5703"/>
                    <a:pt x="8192" y="6554"/>
                  </a:cubicBezTo>
                  <a:cubicBezTo>
                    <a:pt x="8192" y="7499"/>
                    <a:pt x="8948" y="8223"/>
                    <a:pt x="9893" y="8223"/>
                  </a:cubicBezTo>
                  <a:cubicBezTo>
                    <a:pt x="10838" y="8223"/>
                    <a:pt x="11594" y="7499"/>
                    <a:pt x="11594" y="6554"/>
                  </a:cubicBezTo>
                  <a:cubicBezTo>
                    <a:pt x="11689" y="5703"/>
                    <a:pt x="11153" y="5010"/>
                    <a:pt x="10366" y="4852"/>
                  </a:cubicBezTo>
                  <a:lnTo>
                    <a:pt x="10366" y="4443"/>
                  </a:lnTo>
                  <a:cubicBezTo>
                    <a:pt x="10366" y="3907"/>
                    <a:pt x="9893" y="3435"/>
                    <a:pt x="9326" y="3435"/>
                  </a:cubicBezTo>
                  <a:lnTo>
                    <a:pt x="6238" y="3435"/>
                  </a:lnTo>
                  <a:lnTo>
                    <a:pt x="6238" y="2710"/>
                  </a:lnTo>
                  <a:lnTo>
                    <a:pt x="8223" y="2710"/>
                  </a:lnTo>
                  <a:cubicBezTo>
                    <a:pt x="8444" y="2710"/>
                    <a:pt x="8601" y="2521"/>
                    <a:pt x="8601" y="2332"/>
                  </a:cubicBezTo>
                  <a:cubicBezTo>
                    <a:pt x="8381" y="977"/>
                    <a:pt x="7247" y="1"/>
                    <a:pt x="5860" y="1"/>
                  </a:cubicBezTo>
                  <a:close/>
                </a:path>
              </a:pathLst>
            </a:custGeom>
            <a:grpFill/>
            <a:ln>
              <a:noFill/>
            </a:ln>
          </p:spPr>
          <p:txBody>
            <a:bodyPr spcFirstLastPara="1" wrap="square" lIns="121900" tIns="121900" rIns="121900" bIns="121900" anchor="ctr" anchorCtr="0">
              <a:noAutofit/>
            </a:bodyPr>
            <a:lstStyle/>
            <a:p>
              <a:endParaRPr sz="2400"/>
            </a:p>
          </p:txBody>
        </p:sp>
        <p:sp>
          <p:nvSpPr>
            <p:cNvPr id="413" name="Google Shape;8779;p63">
              <a:extLst>
                <a:ext uri="{FF2B5EF4-FFF2-40B4-BE49-F238E27FC236}">
                  <a16:creationId xmlns:a16="http://schemas.microsoft.com/office/drawing/2014/main" id="{0130E68D-7299-D7B0-E95F-5A967E8F6608}"/>
                </a:ext>
              </a:extLst>
            </p:cNvPr>
            <p:cNvSpPr/>
            <p:nvPr/>
          </p:nvSpPr>
          <p:spPr>
            <a:xfrm>
              <a:off x="-32456950" y="3586425"/>
              <a:ext cx="68550" cy="69350"/>
            </a:xfrm>
            <a:custGeom>
              <a:avLst/>
              <a:gdLst/>
              <a:ahLst/>
              <a:cxnLst/>
              <a:rect l="l" t="t" r="r" b="b"/>
              <a:pathLst>
                <a:path w="2742" h="2774" extrusionOk="0">
                  <a:moveTo>
                    <a:pt x="1355" y="1"/>
                  </a:moveTo>
                  <a:cubicBezTo>
                    <a:pt x="631" y="1"/>
                    <a:pt x="1" y="631"/>
                    <a:pt x="1" y="1387"/>
                  </a:cubicBezTo>
                  <a:cubicBezTo>
                    <a:pt x="1" y="2143"/>
                    <a:pt x="631" y="2773"/>
                    <a:pt x="1355" y="2773"/>
                  </a:cubicBezTo>
                  <a:cubicBezTo>
                    <a:pt x="2111" y="2773"/>
                    <a:pt x="2742" y="2143"/>
                    <a:pt x="2742" y="1387"/>
                  </a:cubicBezTo>
                  <a:cubicBezTo>
                    <a:pt x="2742" y="631"/>
                    <a:pt x="2111" y="1"/>
                    <a:pt x="1355"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414" name="Google Shape;8780;p63">
            <a:extLst>
              <a:ext uri="{FF2B5EF4-FFF2-40B4-BE49-F238E27FC236}">
                <a16:creationId xmlns:a16="http://schemas.microsoft.com/office/drawing/2014/main" id="{A09A8D43-B54F-3912-A2FA-AB85D3968BC4}"/>
              </a:ext>
            </a:extLst>
          </p:cNvPr>
          <p:cNvGrpSpPr/>
          <p:nvPr/>
        </p:nvGrpSpPr>
        <p:grpSpPr>
          <a:xfrm>
            <a:off x="6423559" y="3624959"/>
            <a:ext cx="469443" cy="446253"/>
            <a:chOff x="-32576675" y="3944600"/>
            <a:chExt cx="307200" cy="292025"/>
          </a:xfrm>
          <a:solidFill>
            <a:srgbClr val="6C1D35"/>
          </a:solidFill>
        </p:grpSpPr>
        <p:sp>
          <p:nvSpPr>
            <p:cNvPr id="415" name="Google Shape;8781;p63">
              <a:extLst>
                <a:ext uri="{FF2B5EF4-FFF2-40B4-BE49-F238E27FC236}">
                  <a16:creationId xmlns:a16="http://schemas.microsoft.com/office/drawing/2014/main" id="{1EBE16E4-2D04-D459-6A9F-60D3D7534EA3}"/>
                </a:ext>
              </a:extLst>
            </p:cNvPr>
            <p:cNvSpPr/>
            <p:nvPr/>
          </p:nvSpPr>
          <p:spPr>
            <a:xfrm>
              <a:off x="-32482950" y="3944600"/>
              <a:ext cx="213475" cy="214650"/>
            </a:xfrm>
            <a:custGeom>
              <a:avLst/>
              <a:gdLst/>
              <a:ahLst/>
              <a:cxnLst/>
              <a:rect l="l" t="t" r="r" b="b"/>
              <a:pathLst>
                <a:path w="8539" h="8586" extrusionOk="0">
                  <a:moveTo>
                    <a:pt x="5156" y="1"/>
                  </a:moveTo>
                  <a:cubicBezTo>
                    <a:pt x="4372" y="1"/>
                    <a:pt x="3593" y="308"/>
                    <a:pt x="2994" y="922"/>
                  </a:cubicBezTo>
                  <a:lnTo>
                    <a:pt x="1450" y="2466"/>
                  </a:lnTo>
                  <a:cubicBezTo>
                    <a:pt x="1681" y="2417"/>
                    <a:pt x="1916" y="2392"/>
                    <a:pt x="2152" y="2392"/>
                  </a:cubicBezTo>
                  <a:cubicBezTo>
                    <a:pt x="2529" y="2392"/>
                    <a:pt x="2909" y="2456"/>
                    <a:pt x="3277" y="2592"/>
                  </a:cubicBezTo>
                  <a:lnTo>
                    <a:pt x="3939" y="1899"/>
                  </a:lnTo>
                  <a:cubicBezTo>
                    <a:pt x="4270" y="1568"/>
                    <a:pt x="4703" y="1402"/>
                    <a:pt x="5136" y="1402"/>
                  </a:cubicBezTo>
                  <a:cubicBezTo>
                    <a:pt x="5569" y="1402"/>
                    <a:pt x="6003" y="1568"/>
                    <a:pt x="6333" y="1899"/>
                  </a:cubicBezTo>
                  <a:cubicBezTo>
                    <a:pt x="7027" y="2592"/>
                    <a:pt x="7027" y="3631"/>
                    <a:pt x="6333" y="4325"/>
                  </a:cubicBezTo>
                  <a:lnTo>
                    <a:pt x="3939" y="6719"/>
                  </a:lnTo>
                  <a:cubicBezTo>
                    <a:pt x="3608" y="7050"/>
                    <a:pt x="3175" y="7215"/>
                    <a:pt x="2742" y="7215"/>
                  </a:cubicBezTo>
                  <a:cubicBezTo>
                    <a:pt x="2309" y="7215"/>
                    <a:pt x="1875" y="7050"/>
                    <a:pt x="1545" y="6719"/>
                  </a:cubicBezTo>
                  <a:cubicBezTo>
                    <a:pt x="1261" y="6435"/>
                    <a:pt x="1104" y="6089"/>
                    <a:pt x="1072" y="5742"/>
                  </a:cubicBezTo>
                  <a:lnTo>
                    <a:pt x="1" y="6782"/>
                  </a:lnTo>
                  <a:cubicBezTo>
                    <a:pt x="158" y="7097"/>
                    <a:pt x="348" y="7381"/>
                    <a:pt x="600" y="7664"/>
                  </a:cubicBezTo>
                  <a:cubicBezTo>
                    <a:pt x="1214" y="8278"/>
                    <a:pt x="2002" y="8586"/>
                    <a:pt x="2781" y="8586"/>
                  </a:cubicBezTo>
                  <a:cubicBezTo>
                    <a:pt x="3561" y="8586"/>
                    <a:pt x="4333" y="8278"/>
                    <a:pt x="4916" y="7664"/>
                  </a:cubicBezTo>
                  <a:lnTo>
                    <a:pt x="7342" y="5270"/>
                  </a:lnTo>
                  <a:cubicBezTo>
                    <a:pt x="8539" y="4073"/>
                    <a:pt x="8539" y="2151"/>
                    <a:pt x="7342" y="922"/>
                  </a:cubicBezTo>
                  <a:cubicBezTo>
                    <a:pt x="6727" y="308"/>
                    <a:pt x="5940" y="1"/>
                    <a:pt x="5156" y="1"/>
                  </a:cubicBezTo>
                  <a:close/>
                </a:path>
              </a:pathLst>
            </a:custGeom>
            <a:grpFill/>
            <a:ln>
              <a:noFill/>
            </a:ln>
          </p:spPr>
          <p:txBody>
            <a:bodyPr spcFirstLastPara="1" wrap="square" lIns="121900" tIns="121900" rIns="121900" bIns="121900" anchor="ctr" anchorCtr="0">
              <a:noAutofit/>
            </a:bodyPr>
            <a:lstStyle/>
            <a:p>
              <a:endParaRPr sz="2400"/>
            </a:p>
          </p:txBody>
        </p:sp>
        <p:sp>
          <p:nvSpPr>
            <p:cNvPr id="416" name="Google Shape;8782;p63">
              <a:extLst>
                <a:ext uri="{FF2B5EF4-FFF2-40B4-BE49-F238E27FC236}">
                  <a16:creationId xmlns:a16="http://schemas.microsoft.com/office/drawing/2014/main" id="{AF4E3F93-0E92-7281-A155-2851152E4D3A}"/>
                </a:ext>
              </a:extLst>
            </p:cNvPr>
            <p:cNvSpPr/>
            <p:nvPr/>
          </p:nvSpPr>
          <p:spPr>
            <a:xfrm>
              <a:off x="-32576675" y="4020200"/>
              <a:ext cx="215850" cy="216425"/>
            </a:xfrm>
            <a:custGeom>
              <a:avLst/>
              <a:gdLst/>
              <a:ahLst/>
              <a:cxnLst/>
              <a:rect l="l" t="t" r="r" b="b"/>
              <a:pathLst>
                <a:path w="8634" h="8657" extrusionOk="0">
                  <a:moveTo>
                    <a:pt x="5865" y="1"/>
                  </a:moveTo>
                  <a:cubicBezTo>
                    <a:pt x="5081" y="1"/>
                    <a:pt x="4301" y="308"/>
                    <a:pt x="3718" y="922"/>
                  </a:cubicBezTo>
                  <a:lnTo>
                    <a:pt x="1230" y="3411"/>
                  </a:lnTo>
                  <a:cubicBezTo>
                    <a:pt x="1" y="4640"/>
                    <a:pt x="1" y="6562"/>
                    <a:pt x="1230" y="7759"/>
                  </a:cubicBezTo>
                  <a:cubicBezTo>
                    <a:pt x="1844" y="8358"/>
                    <a:pt x="2632" y="8657"/>
                    <a:pt x="3415" y="8657"/>
                  </a:cubicBezTo>
                  <a:cubicBezTo>
                    <a:pt x="4199" y="8657"/>
                    <a:pt x="4979" y="8358"/>
                    <a:pt x="5577" y="7759"/>
                  </a:cubicBezTo>
                  <a:lnTo>
                    <a:pt x="7152" y="6184"/>
                  </a:lnTo>
                  <a:lnTo>
                    <a:pt x="7152" y="6184"/>
                  </a:lnTo>
                  <a:cubicBezTo>
                    <a:pt x="6938" y="6218"/>
                    <a:pt x="6719" y="6235"/>
                    <a:pt x="6499" y="6235"/>
                  </a:cubicBezTo>
                  <a:cubicBezTo>
                    <a:pt x="6106" y="6235"/>
                    <a:pt x="5709" y="6179"/>
                    <a:pt x="5325" y="6058"/>
                  </a:cubicBezTo>
                  <a:lnTo>
                    <a:pt x="4569" y="6814"/>
                  </a:lnTo>
                  <a:cubicBezTo>
                    <a:pt x="4238" y="7145"/>
                    <a:pt x="3805" y="7310"/>
                    <a:pt x="3372" y="7310"/>
                  </a:cubicBezTo>
                  <a:cubicBezTo>
                    <a:pt x="2939" y="7310"/>
                    <a:pt x="2505" y="7145"/>
                    <a:pt x="2175" y="6814"/>
                  </a:cubicBezTo>
                  <a:cubicBezTo>
                    <a:pt x="1513" y="6121"/>
                    <a:pt x="1513" y="5081"/>
                    <a:pt x="2175" y="4388"/>
                  </a:cubicBezTo>
                  <a:lnTo>
                    <a:pt x="4664" y="1899"/>
                  </a:lnTo>
                  <a:cubicBezTo>
                    <a:pt x="4994" y="1568"/>
                    <a:pt x="5428" y="1403"/>
                    <a:pt x="5861" y="1403"/>
                  </a:cubicBezTo>
                  <a:cubicBezTo>
                    <a:pt x="6294" y="1403"/>
                    <a:pt x="6727" y="1568"/>
                    <a:pt x="7058" y="1899"/>
                  </a:cubicBezTo>
                  <a:cubicBezTo>
                    <a:pt x="7342" y="2183"/>
                    <a:pt x="7499" y="2561"/>
                    <a:pt x="7531" y="2907"/>
                  </a:cubicBezTo>
                  <a:lnTo>
                    <a:pt x="8287" y="2151"/>
                  </a:lnTo>
                  <a:lnTo>
                    <a:pt x="8633" y="1805"/>
                  </a:lnTo>
                  <a:cubicBezTo>
                    <a:pt x="8476" y="1490"/>
                    <a:pt x="8287" y="1206"/>
                    <a:pt x="8035" y="922"/>
                  </a:cubicBezTo>
                  <a:cubicBezTo>
                    <a:pt x="7436" y="308"/>
                    <a:pt x="6648" y="1"/>
                    <a:pt x="5865"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417" name="Google Shape;8783;p63">
            <a:extLst>
              <a:ext uri="{FF2B5EF4-FFF2-40B4-BE49-F238E27FC236}">
                <a16:creationId xmlns:a16="http://schemas.microsoft.com/office/drawing/2014/main" id="{400CB2EF-F21D-DC16-33B6-3DE4779C649C}"/>
              </a:ext>
            </a:extLst>
          </p:cNvPr>
          <p:cNvGrpSpPr/>
          <p:nvPr/>
        </p:nvGrpSpPr>
        <p:grpSpPr>
          <a:xfrm>
            <a:off x="9250830" y="2521114"/>
            <a:ext cx="446559" cy="446559"/>
            <a:chOff x="-30735200" y="3192625"/>
            <a:chExt cx="292225" cy="292225"/>
          </a:xfrm>
          <a:solidFill>
            <a:srgbClr val="6C1D35"/>
          </a:solidFill>
        </p:grpSpPr>
        <p:sp>
          <p:nvSpPr>
            <p:cNvPr id="418" name="Google Shape;8784;p63">
              <a:extLst>
                <a:ext uri="{FF2B5EF4-FFF2-40B4-BE49-F238E27FC236}">
                  <a16:creationId xmlns:a16="http://schemas.microsoft.com/office/drawing/2014/main" id="{3A472101-DC0A-C941-8F34-3A82F5E565A7}"/>
                </a:ext>
              </a:extLst>
            </p:cNvPr>
            <p:cNvSpPr/>
            <p:nvPr/>
          </p:nvSpPr>
          <p:spPr>
            <a:xfrm>
              <a:off x="-30665100" y="3192625"/>
              <a:ext cx="175650" cy="223700"/>
            </a:xfrm>
            <a:custGeom>
              <a:avLst/>
              <a:gdLst/>
              <a:ahLst/>
              <a:cxnLst/>
              <a:rect l="l" t="t" r="r" b="b"/>
              <a:pathLst>
                <a:path w="7026" h="8948" extrusionOk="0">
                  <a:moveTo>
                    <a:pt x="2363" y="0"/>
                  </a:moveTo>
                  <a:cubicBezTo>
                    <a:pt x="2143" y="0"/>
                    <a:pt x="1985" y="158"/>
                    <a:pt x="1985" y="378"/>
                  </a:cubicBezTo>
                  <a:cubicBezTo>
                    <a:pt x="1985" y="567"/>
                    <a:pt x="2143" y="725"/>
                    <a:pt x="2363" y="725"/>
                  </a:cubicBezTo>
                  <a:lnTo>
                    <a:pt x="2710" y="725"/>
                  </a:lnTo>
                  <a:lnTo>
                    <a:pt x="2710" y="1576"/>
                  </a:lnTo>
                  <a:cubicBezTo>
                    <a:pt x="1135" y="2017"/>
                    <a:pt x="0" y="3466"/>
                    <a:pt x="0" y="5199"/>
                  </a:cubicBezTo>
                  <a:cubicBezTo>
                    <a:pt x="0" y="7278"/>
                    <a:pt x="1670" y="8948"/>
                    <a:pt x="3718" y="8948"/>
                  </a:cubicBezTo>
                  <a:cubicBezTo>
                    <a:pt x="3970" y="8948"/>
                    <a:pt x="4159" y="8916"/>
                    <a:pt x="4348" y="8853"/>
                  </a:cubicBezTo>
                  <a:cubicBezTo>
                    <a:pt x="4159" y="8664"/>
                    <a:pt x="4033" y="8381"/>
                    <a:pt x="4033" y="8066"/>
                  </a:cubicBezTo>
                  <a:cubicBezTo>
                    <a:pt x="4033" y="7877"/>
                    <a:pt x="4096" y="7687"/>
                    <a:pt x="4191" y="7530"/>
                  </a:cubicBezTo>
                  <a:lnTo>
                    <a:pt x="4191" y="7530"/>
                  </a:lnTo>
                  <a:cubicBezTo>
                    <a:pt x="4033" y="7561"/>
                    <a:pt x="3876" y="7561"/>
                    <a:pt x="3686" y="7561"/>
                  </a:cubicBezTo>
                  <a:cubicBezTo>
                    <a:pt x="2363" y="7561"/>
                    <a:pt x="1292" y="6522"/>
                    <a:pt x="1292" y="5167"/>
                  </a:cubicBezTo>
                  <a:cubicBezTo>
                    <a:pt x="1292" y="3844"/>
                    <a:pt x="2363" y="2773"/>
                    <a:pt x="3686" y="2773"/>
                  </a:cubicBezTo>
                  <a:cubicBezTo>
                    <a:pt x="4348" y="2773"/>
                    <a:pt x="4978" y="3088"/>
                    <a:pt x="5451" y="3560"/>
                  </a:cubicBezTo>
                  <a:cubicBezTo>
                    <a:pt x="5608" y="3466"/>
                    <a:pt x="5766" y="3466"/>
                    <a:pt x="5923" y="3466"/>
                  </a:cubicBezTo>
                  <a:lnTo>
                    <a:pt x="7026" y="3466"/>
                  </a:lnTo>
                  <a:cubicBezTo>
                    <a:pt x="6553" y="2584"/>
                    <a:pt x="5734" y="1859"/>
                    <a:pt x="4726" y="1576"/>
                  </a:cubicBezTo>
                  <a:lnTo>
                    <a:pt x="4726" y="725"/>
                  </a:lnTo>
                  <a:lnTo>
                    <a:pt x="5073" y="725"/>
                  </a:lnTo>
                  <a:cubicBezTo>
                    <a:pt x="5262" y="725"/>
                    <a:pt x="5419" y="567"/>
                    <a:pt x="5419" y="378"/>
                  </a:cubicBezTo>
                  <a:cubicBezTo>
                    <a:pt x="5419" y="158"/>
                    <a:pt x="5262" y="0"/>
                    <a:pt x="5073" y="0"/>
                  </a:cubicBezTo>
                  <a:close/>
                </a:path>
              </a:pathLst>
            </a:custGeom>
            <a:grpFill/>
            <a:ln>
              <a:noFill/>
            </a:ln>
          </p:spPr>
          <p:txBody>
            <a:bodyPr spcFirstLastPara="1" wrap="square" lIns="121900" tIns="121900" rIns="121900" bIns="121900" anchor="ctr" anchorCtr="0">
              <a:noAutofit/>
            </a:bodyPr>
            <a:lstStyle/>
            <a:p>
              <a:endParaRPr sz="2400"/>
            </a:p>
          </p:txBody>
        </p:sp>
        <p:sp>
          <p:nvSpPr>
            <p:cNvPr id="419" name="Google Shape;8785;p63">
              <a:extLst>
                <a:ext uri="{FF2B5EF4-FFF2-40B4-BE49-F238E27FC236}">
                  <a16:creationId xmlns:a16="http://schemas.microsoft.com/office/drawing/2014/main" id="{B28F82D1-C98D-B054-B49B-95BA678CC155}"/>
                </a:ext>
              </a:extLst>
            </p:cNvPr>
            <p:cNvSpPr/>
            <p:nvPr/>
          </p:nvSpPr>
          <p:spPr>
            <a:xfrm>
              <a:off x="-30615475" y="3278475"/>
              <a:ext cx="52775" cy="52000"/>
            </a:xfrm>
            <a:custGeom>
              <a:avLst/>
              <a:gdLst/>
              <a:ahLst/>
              <a:cxnLst/>
              <a:rect l="l" t="t" r="r" b="b"/>
              <a:pathLst>
                <a:path w="2111" h="2080" extrusionOk="0">
                  <a:moveTo>
                    <a:pt x="1733" y="0"/>
                  </a:moveTo>
                  <a:cubicBezTo>
                    <a:pt x="1544" y="32"/>
                    <a:pt x="1386" y="158"/>
                    <a:pt x="1386" y="347"/>
                  </a:cubicBezTo>
                  <a:lnTo>
                    <a:pt x="1386" y="1387"/>
                  </a:lnTo>
                  <a:lnTo>
                    <a:pt x="378" y="1387"/>
                  </a:lnTo>
                  <a:cubicBezTo>
                    <a:pt x="158" y="1387"/>
                    <a:pt x="0" y="1544"/>
                    <a:pt x="0" y="1733"/>
                  </a:cubicBezTo>
                  <a:cubicBezTo>
                    <a:pt x="0" y="1922"/>
                    <a:pt x="158" y="2080"/>
                    <a:pt x="378" y="2080"/>
                  </a:cubicBezTo>
                  <a:lnTo>
                    <a:pt x="1733" y="2080"/>
                  </a:lnTo>
                  <a:cubicBezTo>
                    <a:pt x="1954" y="2080"/>
                    <a:pt x="2111" y="1922"/>
                    <a:pt x="2111" y="1733"/>
                  </a:cubicBezTo>
                  <a:lnTo>
                    <a:pt x="2111" y="347"/>
                  </a:lnTo>
                  <a:cubicBezTo>
                    <a:pt x="2111" y="158"/>
                    <a:pt x="1954" y="0"/>
                    <a:pt x="1733" y="0"/>
                  </a:cubicBezTo>
                  <a:close/>
                </a:path>
              </a:pathLst>
            </a:custGeom>
            <a:grpFill/>
            <a:ln>
              <a:noFill/>
            </a:ln>
          </p:spPr>
          <p:txBody>
            <a:bodyPr spcFirstLastPara="1" wrap="square" lIns="121900" tIns="121900" rIns="121900" bIns="121900" anchor="ctr" anchorCtr="0">
              <a:noAutofit/>
            </a:bodyPr>
            <a:lstStyle/>
            <a:p>
              <a:endParaRPr sz="2400"/>
            </a:p>
          </p:txBody>
        </p:sp>
        <p:sp>
          <p:nvSpPr>
            <p:cNvPr id="420" name="Google Shape;8786;p63">
              <a:extLst>
                <a:ext uri="{FF2B5EF4-FFF2-40B4-BE49-F238E27FC236}">
                  <a16:creationId xmlns:a16="http://schemas.microsoft.com/office/drawing/2014/main" id="{D789CA8D-8009-EF5D-5EE9-FB60286443C5}"/>
                </a:ext>
              </a:extLst>
            </p:cNvPr>
            <p:cNvSpPr/>
            <p:nvPr/>
          </p:nvSpPr>
          <p:spPr>
            <a:xfrm>
              <a:off x="-30528850" y="3296575"/>
              <a:ext cx="85875" cy="25250"/>
            </a:xfrm>
            <a:custGeom>
              <a:avLst/>
              <a:gdLst/>
              <a:ahLst/>
              <a:cxnLst/>
              <a:rect l="l" t="t" r="r" b="b"/>
              <a:pathLst>
                <a:path w="3435" h="1010" extrusionOk="0">
                  <a:moveTo>
                    <a:pt x="536" y="1"/>
                  </a:moveTo>
                  <a:cubicBezTo>
                    <a:pt x="253" y="1"/>
                    <a:pt x="1" y="221"/>
                    <a:pt x="1" y="505"/>
                  </a:cubicBezTo>
                  <a:cubicBezTo>
                    <a:pt x="1" y="789"/>
                    <a:pt x="253" y="1009"/>
                    <a:pt x="536" y="1009"/>
                  </a:cubicBezTo>
                  <a:lnTo>
                    <a:pt x="2931" y="1009"/>
                  </a:lnTo>
                  <a:cubicBezTo>
                    <a:pt x="3214" y="1009"/>
                    <a:pt x="3435" y="789"/>
                    <a:pt x="3435" y="505"/>
                  </a:cubicBezTo>
                  <a:cubicBezTo>
                    <a:pt x="3435" y="221"/>
                    <a:pt x="3214" y="1"/>
                    <a:pt x="2931" y="1"/>
                  </a:cubicBezTo>
                  <a:close/>
                </a:path>
              </a:pathLst>
            </a:custGeom>
            <a:grpFill/>
            <a:ln>
              <a:noFill/>
            </a:ln>
          </p:spPr>
          <p:txBody>
            <a:bodyPr spcFirstLastPara="1" wrap="square" lIns="121900" tIns="121900" rIns="121900" bIns="121900" anchor="ctr" anchorCtr="0">
              <a:noAutofit/>
            </a:bodyPr>
            <a:lstStyle/>
            <a:p>
              <a:endParaRPr sz="2400"/>
            </a:p>
          </p:txBody>
        </p:sp>
        <p:sp>
          <p:nvSpPr>
            <p:cNvPr id="421" name="Google Shape;8787;p63">
              <a:extLst>
                <a:ext uri="{FF2B5EF4-FFF2-40B4-BE49-F238E27FC236}">
                  <a16:creationId xmlns:a16="http://schemas.microsoft.com/office/drawing/2014/main" id="{E1EB7A88-DA6B-41F1-2B70-0D6360841127}"/>
                </a:ext>
              </a:extLst>
            </p:cNvPr>
            <p:cNvSpPr/>
            <p:nvPr/>
          </p:nvSpPr>
          <p:spPr>
            <a:xfrm>
              <a:off x="-30546175" y="3338325"/>
              <a:ext cx="85875" cy="26025"/>
            </a:xfrm>
            <a:custGeom>
              <a:avLst/>
              <a:gdLst/>
              <a:ahLst/>
              <a:cxnLst/>
              <a:rect l="l" t="t" r="r" b="b"/>
              <a:pathLst>
                <a:path w="3435" h="1041" extrusionOk="0">
                  <a:moveTo>
                    <a:pt x="505" y="1"/>
                  </a:moveTo>
                  <a:cubicBezTo>
                    <a:pt x="221" y="1"/>
                    <a:pt x="1" y="253"/>
                    <a:pt x="1" y="536"/>
                  </a:cubicBezTo>
                  <a:cubicBezTo>
                    <a:pt x="1" y="788"/>
                    <a:pt x="221" y="1040"/>
                    <a:pt x="505" y="1040"/>
                  </a:cubicBezTo>
                  <a:lnTo>
                    <a:pt x="2899" y="1040"/>
                  </a:lnTo>
                  <a:cubicBezTo>
                    <a:pt x="3183" y="1040"/>
                    <a:pt x="3435" y="851"/>
                    <a:pt x="3435" y="536"/>
                  </a:cubicBezTo>
                  <a:cubicBezTo>
                    <a:pt x="3435" y="253"/>
                    <a:pt x="3183" y="1"/>
                    <a:pt x="2899" y="1"/>
                  </a:cubicBezTo>
                  <a:close/>
                </a:path>
              </a:pathLst>
            </a:custGeom>
            <a:grpFill/>
            <a:ln>
              <a:noFill/>
            </a:ln>
          </p:spPr>
          <p:txBody>
            <a:bodyPr spcFirstLastPara="1" wrap="square" lIns="121900" tIns="121900" rIns="121900" bIns="121900" anchor="ctr" anchorCtr="0">
              <a:noAutofit/>
            </a:bodyPr>
            <a:lstStyle/>
            <a:p>
              <a:endParaRPr sz="2400"/>
            </a:p>
          </p:txBody>
        </p:sp>
        <p:sp>
          <p:nvSpPr>
            <p:cNvPr id="422" name="Google Shape;8788;p63">
              <a:extLst>
                <a:ext uri="{FF2B5EF4-FFF2-40B4-BE49-F238E27FC236}">
                  <a16:creationId xmlns:a16="http://schemas.microsoft.com/office/drawing/2014/main" id="{EC050DA7-20C6-5AD1-87BA-D07795B296CB}"/>
                </a:ext>
              </a:extLst>
            </p:cNvPr>
            <p:cNvSpPr/>
            <p:nvPr/>
          </p:nvSpPr>
          <p:spPr>
            <a:xfrm>
              <a:off x="-30546175" y="3381650"/>
              <a:ext cx="67750" cy="26025"/>
            </a:xfrm>
            <a:custGeom>
              <a:avLst/>
              <a:gdLst/>
              <a:ahLst/>
              <a:cxnLst/>
              <a:rect l="l" t="t" r="r" b="b"/>
              <a:pathLst>
                <a:path w="2710" h="1041" extrusionOk="0">
                  <a:moveTo>
                    <a:pt x="505" y="0"/>
                  </a:moveTo>
                  <a:cubicBezTo>
                    <a:pt x="221" y="0"/>
                    <a:pt x="1" y="252"/>
                    <a:pt x="1" y="536"/>
                  </a:cubicBezTo>
                  <a:cubicBezTo>
                    <a:pt x="1" y="788"/>
                    <a:pt x="221" y="1040"/>
                    <a:pt x="505" y="1040"/>
                  </a:cubicBezTo>
                  <a:lnTo>
                    <a:pt x="2206" y="1040"/>
                  </a:lnTo>
                  <a:cubicBezTo>
                    <a:pt x="2490" y="1040"/>
                    <a:pt x="2710" y="788"/>
                    <a:pt x="2710" y="536"/>
                  </a:cubicBezTo>
                  <a:cubicBezTo>
                    <a:pt x="2710" y="252"/>
                    <a:pt x="2490" y="0"/>
                    <a:pt x="2206" y="0"/>
                  </a:cubicBezTo>
                  <a:close/>
                </a:path>
              </a:pathLst>
            </a:custGeom>
            <a:grpFill/>
            <a:ln>
              <a:noFill/>
            </a:ln>
          </p:spPr>
          <p:txBody>
            <a:bodyPr spcFirstLastPara="1" wrap="square" lIns="121900" tIns="121900" rIns="121900" bIns="121900" anchor="ctr" anchorCtr="0">
              <a:noAutofit/>
            </a:bodyPr>
            <a:lstStyle/>
            <a:p>
              <a:endParaRPr sz="2400"/>
            </a:p>
          </p:txBody>
        </p:sp>
        <p:sp>
          <p:nvSpPr>
            <p:cNvPr id="423" name="Google Shape;8789;p63">
              <a:extLst>
                <a:ext uri="{FF2B5EF4-FFF2-40B4-BE49-F238E27FC236}">
                  <a16:creationId xmlns:a16="http://schemas.microsoft.com/office/drawing/2014/main" id="{DFA3292C-F74A-0091-408F-34FA1CAFC020}"/>
                </a:ext>
              </a:extLst>
            </p:cNvPr>
            <p:cNvSpPr/>
            <p:nvPr/>
          </p:nvSpPr>
          <p:spPr>
            <a:xfrm>
              <a:off x="-30546175" y="3424175"/>
              <a:ext cx="51225" cy="26025"/>
            </a:xfrm>
            <a:custGeom>
              <a:avLst/>
              <a:gdLst/>
              <a:ahLst/>
              <a:cxnLst/>
              <a:rect l="l" t="t" r="r" b="b"/>
              <a:pathLst>
                <a:path w="2049" h="1041" extrusionOk="0">
                  <a:moveTo>
                    <a:pt x="505" y="1"/>
                  </a:moveTo>
                  <a:cubicBezTo>
                    <a:pt x="221" y="1"/>
                    <a:pt x="1" y="253"/>
                    <a:pt x="1" y="505"/>
                  </a:cubicBezTo>
                  <a:cubicBezTo>
                    <a:pt x="1" y="788"/>
                    <a:pt x="221" y="1040"/>
                    <a:pt x="505" y="1040"/>
                  </a:cubicBezTo>
                  <a:lnTo>
                    <a:pt x="1544" y="1040"/>
                  </a:lnTo>
                  <a:cubicBezTo>
                    <a:pt x="1796" y="1040"/>
                    <a:pt x="2048" y="788"/>
                    <a:pt x="2048" y="505"/>
                  </a:cubicBezTo>
                  <a:cubicBezTo>
                    <a:pt x="2048" y="253"/>
                    <a:pt x="1796" y="1"/>
                    <a:pt x="1544" y="1"/>
                  </a:cubicBezTo>
                  <a:close/>
                </a:path>
              </a:pathLst>
            </a:custGeom>
            <a:grpFill/>
            <a:ln>
              <a:noFill/>
            </a:ln>
          </p:spPr>
          <p:txBody>
            <a:bodyPr spcFirstLastPara="1" wrap="square" lIns="121900" tIns="121900" rIns="121900" bIns="121900" anchor="ctr" anchorCtr="0">
              <a:noAutofit/>
            </a:bodyPr>
            <a:lstStyle/>
            <a:p>
              <a:endParaRPr sz="2400"/>
            </a:p>
          </p:txBody>
        </p:sp>
        <p:sp>
          <p:nvSpPr>
            <p:cNvPr id="424" name="Google Shape;8790;p63">
              <a:extLst>
                <a:ext uri="{FF2B5EF4-FFF2-40B4-BE49-F238E27FC236}">
                  <a16:creationId xmlns:a16="http://schemas.microsoft.com/office/drawing/2014/main" id="{9F15BF60-E66C-B15D-AEF5-13359943E691}"/>
                </a:ext>
              </a:extLst>
            </p:cNvPr>
            <p:cNvSpPr/>
            <p:nvPr/>
          </p:nvSpPr>
          <p:spPr>
            <a:xfrm>
              <a:off x="-30735200" y="3209325"/>
              <a:ext cx="174075" cy="275525"/>
            </a:xfrm>
            <a:custGeom>
              <a:avLst/>
              <a:gdLst/>
              <a:ahLst/>
              <a:cxnLst/>
              <a:rect l="l" t="t" r="r" b="b"/>
              <a:pathLst>
                <a:path w="6963" h="11021" extrusionOk="0">
                  <a:moveTo>
                    <a:pt x="3803" y="0"/>
                  </a:moveTo>
                  <a:cubicBezTo>
                    <a:pt x="3716" y="0"/>
                    <a:pt x="3637" y="52"/>
                    <a:pt x="3592" y="120"/>
                  </a:cubicBezTo>
                  <a:lnTo>
                    <a:pt x="1702" y="2231"/>
                  </a:lnTo>
                  <a:cubicBezTo>
                    <a:pt x="1544" y="2420"/>
                    <a:pt x="1418" y="2640"/>
                    <a:pt x="1418" y="2892"/>
                  </a:cubicBezTo>
                  <a:lnTo>
                    <a:pt x="1418" y="5917"/>
                  </a:lnTo>
                  <a:cubicBezTo>
                    <a:pt x="1418" y="6200"/>
                    <a:pt x="1292" y="6421"/>
                    <a:pt x="1103" y="6641"/>
                  </a:cubicBezTo>
                  <a:lnTo>
                    <a:pt x="126" y="7618"/>
                  </a:lnTo>
                  <a:cubicBezTo>
                    <a:pt x="0" y="7744"/>
                    <a:pt x="0" y="7965"/>
                    <a:pt x="126" y="8091"/>
                  </a:cubicBezTo>
                  <a:lnTo>
                    <a:pt x="2867" y="10926"/>
                  </a:lnTo>
                  <a:cubicBezTo>
                    <a:pt x="2930" y="10989"/>
                    <a:pt x="3017" y="11021"/>
                    <a:pt x="3104" y="11021"/>
                  </a:cubicBezTo>
                  <a:cubicBezTo>
                    <a:pt x="3190" y="11021"/>
                    <a:pt x="3277" y="10989"/>
                    <a:pt x="3340" y="10926"/>
                  </a:cubicBezTo>
                  <a:lnTo>
                    <a:pt x="4317" y="9949"/>
                  </a:lnTo>
                  <a:cubicBezTo>
                    <a:pt x="4537" y="9729"/>
                    <a:pt x="4758" y="9634"/>
                    <a:pt x="5041" y="9634"/>
                  </a:cubicBezTo>
                  <a:lnTo>
                    <a:pt x="6963" y="9634"/>
                  </a:lnTo>
                  <a:cubicBezTo>
                    <a:pt x="6900" y="9477"/>
                    <a:pt x="6837" y="9288"/>
                    <a:pt x="6837" y="9099"/>
                  </a:cubicBezTo>
                  <a:cubicBezTo>
                    <a:pt x="6837" y="9036"/>
                    <a:pt x="6837" y="8973"/>
                    <a:pt x="6900" y="8910"/>
                  </a:cubicBezTo>
                  <a:cubicBezTo>
                    <a:pt x="6774" y="8910"/>
                    <a:pt x="6648" y="8941"/>
                    <a:pt x="6522" y="8941"/>
                  </a:cubicBezTo>
                  <a:cubicBezTo>
                    <a:pt x="4096" y="8941"/>
                    <a:pt x="2080" y="6925"/>
                    <a:pt x="2080" y="4499"/>
                  </a:cubicBezTo>
                  <a:cubicBezTo>
                    <a:pt x="2080" y="2892"/>
                    <a:pt x="2962" y="1475"/>
                    <a:pt x="4254" y="687"/>
                  </a:cubicBezTo>
                  <a:cubicBezTo>
                    <a:pt x="4254" y="592"/>
                    <a:pt x="4222" y="529"/>
                    <a:pt x="4222" y="498"/>
                  </a:cubicBezTo>
                  <a:lnTo>
                    <a:pt x="4128" y="246"/>
                  </a:lnTo>
                  <a:cubicBezTo>
                    <a:pt x="4096" y="120"/>
                    <a:pt x="4002" y="57"/>
                    <a:pt x="3907" y="25"/>
                  </a:cubicBezTo>
                  <a:cubicBezTo>
                    <a:pt x="3872" y="8"/>
                    <a:pt x="3837" y="0"/>
                    <a:pt x="3803"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425" name="Google Shape;8791;p63">
            <a:extLst>
              <a:ext uri="{FF2B5EF4-FFF2-40B4-BE49-F238E27FC236}">
                <a16:creationId xmlns:a16="http://schemas.microsoft.com/office/drawing/2014/main" id="{4DB1E6B9-0DFD-1356-7816-0F57CAEC027D}"/>
              </a:ext>
            </a:extLst>
          </p:cNvPr>
          <p:cNvGrpSpPr/>
          <p:nvPr/>
        </p:nvGrpSpPr>
        <p:grpSpPr>
          <a:xfrm>
            <a:off x="9250830" y="3077546"/>
            <a:ext cx="446559" cy="444572"/>
            <a:chOff x="-30735200" y="3552550"/>
            <a:chExt cx="292225" cy="290925"/>
          </a:xfrm>
          <a:solidFill>
            <a:srgbClr val="6C1D35"/>
          </a:solidFill>
        </p:grpSpPr>
        <p:sp>
          <p:nvSpPr>
            <p:cNvPr id="426" name="Google Shape;8792;p63">
              <a:extLst>
                <a:ext uri="{FF2B5EF4-FFF2-40B4-BE49-F238E27FC236}">
                  <a16:creationId xmlns:a16="http://schemas.microsoft.com/office/drawing/2014/main" id="{1147064D-DFA2-5EFE-7936-0BD2A11A07EE}"/>
                </a:ext>
              </a:extLst>
            </p:cNvPr>
            <p:cNvSpPr/>
            <p:nvPr/>
          </p:nvSpPr>
          <p:spPr>
            <a:xfrm>
              <a:off x="-30613900" y="3655750"/>
              <a:ext cx="170925" cy="187725"/>
            </a:xfrm>
            <a:custGeom>
              <a:avLst/>
              <a:gdLst/>
              <a:ahLst/>
              <a:cxnLst/>
              <a:rect l="l" t="t" r="r" b="b"/>
              <a:pathLst>
                <a:path w="6837" h="7509" extrusionOk="0">
                  <a:moveTo>
                    <a:pt x="5120" y="2079"/>
                  </a:moveTo>
                  <a:cubicBezTo>
                    <a:pt x="5206" y="2079"/>
                    <a:pt x="5293" y="2111"/>
                    <a:pt x="5356" y="2174"/>
                  </a:cubicBezTo>
                  <a:cubicBezTo>
                    <a:pt x="5451" y="2268"/>
                    <a:pt x="5451" y="2458"/>
                    <a:pt x="5356" y="2647"/>
                  </a:cubicBezTo>
                  <a:lnTo>
                    <a:pt x="3308" y="4694"/>
                  </a:lnTo>
                  <a:cubicBezTo>
                    <a:pt x="3214" y="4757"/>
                    <a:pt x="3151" y="4789"/>
                    <a:pt x="3056" y="4789"/>
                  </a:cubicBezTo>
                  <a:cubicBezTo>
                    <a:pt x="2993" y="4789"/>
                    <a:pt x="2899" y="4757"/>
                    <a:pt x="2836" y="4694"/>
                  </a:cubicBezTo>
                  <a:lnTo>
                    <a:pt x="2174" y="4001"/>
                  </a:lnTo>
                  <a:cubicBezTo>
                    <a:pt x="2048" y="3907"/>
                    <a:pt x="2048" y="3655"/>
                    <a:pt x="2174" y="3529"/>
                  </a:cubicBezTo>
                  <a:cubicBezTo>
                    <a:pt x="2221" y="3481"/>
                    <a:pt x="2308" y="3458"/>
                    <a:pt x="2399" y="3458"/>
                  </a:cubicBezTo>
                  <a:cubicBezTo>
                    <a:pt x="2489" y="3458"/>
                    <a:pt x="2584" y="3481"/>
                    <a:pt x="2647" y="3529"/>
                  </a:cubicBezTo>
                  <a:lnTo>
                    <a:pt x="3056" y="3970"/>
                  </a:lnTo>
                  <a:lnTo>
                    <a:pt x="4883" y="2174"/>
                  </a:lnTo>
                  <a:cubicBezTo>
                    <a:pt x="4946" y="2111"/>
                    <a:pt x="5033" y="2079"/>
                    <a:pt x="5120" y="2079"/>
                  </a:cubicBezTo>
                  <a:close/>
                  <a:moveTo>
                    <a:pt x="1701" y="0"/>
                  </a:moveTo>
                  <a:cubicBezTo>
                    <a:pt x="725" y="0"/>
                    <a:pt x="0" y="756"/>
                    <a:pt x="0" y="1701"/>
                  </a:cubicBezTo>
                  <a:lnTo>
                    <a:pt x="0" y="4411"/>
                  </a:lnTo>
                  <a:cubicBezTo>
                    <a:pt x="0" y="5356"/>
                    <a:pt x="725" y="6112"/>
                    <a:pt x="1701" y="6112"/>
                  </a:cubicBezTo>
                  <a:lnTo>
                    <a:pt x="2048" y="6112"/>
                  </a:lnTo>
                  <a:lnTo>
                    <a:pt x="2048" y="7152"/>
                  </a:lnTo>
                  <a:cubicBezTo>
                    <a:pt x="2048" y="7309"/>
                    <a:pt x="2111" y="7435"/>
                    <a:pt x="2237" y="7467"/>
                  </a:cubicBezTo>
                  <a:cubicBezTo>
                    <a:pt x="2289" y="7493"/>
                    <a:pt x="2347" y="7508"/>
                    <a:pt x="2401" y="7508"/>
                  </a:cubicBezTo>
                  <a:cubicBezTo>
                    <a:pt x="2477" y="7508"/>
                    <a:pt x="2547" y="7478"/>
                    <a:pt x="2584" y="7404"/>
                  </a:cubicBezTo>
                  <a:lnTo>
                    <a:pt x="3844" y="6112"/>
                  </a:lnTo>
                  <a:lnTo>
                    <a:pt x="5073" y="6112"/>
                  </a:lnTo>
                  <a:cubicBezTo>
                    <a:pt x="6018" y="6112"/>
                    <a:pt x="6805" y="5356"/>
                    <a:pt x="6805" y="4411"/>
                  </a:cubicBezTo>
                  <a:lnTo>
                    <a:pt x="6805" y="1701"/>
                  </a:lnTo>
                  <a:cubicBezTo>
                    <a:pt x="6837" y="756"/>
                    <a:pt x="6049" y="0"/>
                    <a:pt x="5104" y="0"/>
                  </a:cubicBezTo>
                  <a:close/>
                </a:path>
              </a:pathLst>
            </a:custGeom>
            <a:grpFill/>
            <a:ln>
              <a:noFill/>
            </a:ln>
          </p:spPr>
          <p:txBody>
            <a:bodyPr spcFirstLastPara="1" wrap="square" lIns="121900" tIns="121900" rIns="121900" bIns="121900" anchor="ctr" anchorCtr="0">
              <a:noAutofit/>
            </a:bodyPr>
            <a:lstStyle/>
            <a:p>
              <a:endParaRPr sz="2400"/>
            </a:p>
          </p:txBody>
        </p:sp>
        <p:sp>
          <p:nvSpPr>
            <p:cNvPr id="427" name="Google Shape;8793;p63">
              <a:extLst>
                <a:ext uri="{FF2B5EF4-FFF2-40B4-BE49-F238E27FC236}">
                  <a16:creationId xmlns:a16="http://schemas.microsoft.com/office/drawing/2014/main" id="{1C5CC69F-96C1-8612-7B3D-5A623553DD6A}"/>
                </a:ext>
              </a:extLst>
            </p:cNvPr>
            <p:cNvSpPr/>
            <p:nvPr/>
          </p:nvSpPr>
          <p:spPr>
            <a:xfrm>
              <a:off x="-30735200" y="3552550"/>
              <a:ext cx="188275" cy="205075"/>
            </a:xfrm>
            <a:custGeom>
              <a:avLst/>
              <a:gdLst/>
              <a:ahLst/>
              <a:cxnLst/>
              <a:rect l="l" t="t" r="r" b="b"/>
              <a:pathLst>
                <a:path w="7531" h="8203" extrusionOk="0">
                  <a:moveTo>
                    <a:pt x="3781" y="1356"/>
                  </a:moveTo>
                  <a:cubicBezTo>
                    <a:pt x="4317" y="1356"/>
                    <a:pt x="4789" y="1828"/>
                    <a:pt x="4789" y="2395"/>
                  </a:cubicBezTo>
                  <a:cubicBezTo>
                    <a:pt x="4789" y="2710"/>
                    <a:pt x="4632" y="3025"/>
                    <a:pt x="4411" y="3214"/>
                  </a:cubicBezTo>
                  <a:cubicBezTo>
                    <a:pt x="4254" y="3341"/>
                    <a:pt x="4128" y="3530"/>
                    <a:pt x="4128" y="3782"/>
                  </a:cubicBezTo>
                  <a:cubicBezTo>
                    <a:pt x="4128" y="3971"/>
                    <a:pt x="3970" y="4128"/>
                    <a:pt x="3781" y="4128"/>
                  </a:cubicBezTo>
                  <a:cubicBezTo>
                    <a:pt x="3592" y="4128"/>
                    <a:pt x="3434" y="3971"/>
                    <a:pt x="3434" y="3782"/>
                  </a:cubicBezTo>
                  <a:cubicBezTo>
                    <a:pt x="3434" y="3341"/>
                    <a:pt x="3624" y="2931"/>
                    <a:pt x="3970" y="2679"/>
                  </a:cubicBezTo>
                  <a:cubicBezTo>
                    <a:pt x="4065" y="2584"/>
                    <a:pt x="4096" y="2521"/>
                    <a:pt x="4096" y="2395"/>
                  </a:cubicBezTo>
                  <a:cubicBezTo>
                    <a:pt x="4096" y="2206"/>
                    <a:pt x="3939" y="2049"/>
                    <a:pt x="3750" y="2049"/>
                  </a:cubicBezTo>
                  <a:cubicBezTo>
                    <a:pt x="3529" y="2049"/>
                    <a:pt x="3371" y="2206"/>
                    <a:pt x="3371" y="2395"/>
                  </a:cubicBezTo>
                  <a:cubicBezTo>
                    <a:pt x="3371" y="2584"/>
                    <a:pt x="3214" y="2742"/>
                    <a:pt x="3025" y="2742"/>
                  </a:cubicBezTo>
                  <a:cubicBezTo>
                    <a:pt x="2836" y="2742"/>
                    <a:pt x="2678" y="2584"/>
                    <a:pt x="2678" y="2395"/>
                  </a:cubicBezTo>
                  <a:cubicBezTo>
                    <a:pt x="2741" y="1828"/>
                    <a:pt x="3214" y="1356"/>
                    <a:pt x="3781" y="1356"/>
                  </a:cubicBezTo>
                  <a:close/>
                  <a:moveTo>
                    <a:pt x="3781" y="4758"/>
                  </a:moveTo>
                  <a:cubicBezTo>
                    <a:pt x="3970" y="4758"/>
                    <a:pt x="4128" y="4916"/>
                    <a:pt x="4128" y="5105"/>
                  </a:cubicBezTo>
                  <a:cubicBezTo>
                    <a:pt x="4128" y="5294"/>
                    <a:pt x="3970" y="5451"/>
                    <a:pt x="3781" y="5451"/>
                  </a:cubicBezTo>
                  <a:cubicBezTo>
                    <a:pt x="3592" y="5451"/>
                    <a:pt x="3434" y="5294"/>
                    <a:pt x="3434" y="5105"/>
                  </a:cubicBezTo>
                  <a:cubicBezTo>
                    <a:pt x="3434" y="4916"/>
                    <a:pt x="3592" y="4758"/>
                    <a:pt x="3781" y="4758"/>
                  </a:cubicBezTo>
                  <a:close/>
                  <a:moveTo>
                    <a:pt x="1733" y="1"/>
                  </a:moveTo>
                  <a:cubicBezTo>
                    <a:pt x="788" y="1"/>
                    <a:pt x="0" y="789"/>
                    <a:pt x="0" y="1734"/>
                  </a:cubicBezTo>
                  <a:lnTo>
                    <a:pt x="0" y="5136"/>
                  </a:lnTo>
                  <a:cubicBezTo>
                    <a:pt x="0" y="5987"/>
                    <a:pt x="631" y="6649"/>
                    <a:pt x="1418" y="6806"/>
                  </a:cubicBezTo>
                  <a:lnTo>
                    <a:pt x="1418" y="7846"/>
                  </a:lnTo>
                  <a:cubicBezTo>
                    <a:pt x="1418" y="8003"/>
                    <a:pt x="1481" y="8129"/>
                    <a:pt x="1607" y="8161"/>
                  </a:cubicBezTo>
                  <a:cubicBezTo>
                    <a:pt x="1659" y="8187"/>
                    <a:pt x="1717" y="8202"/>
                    <a:pt x="1771" y="8202"/>
                  </a:cubicBezTo>
                  <a:cubicBezTo>
                    <a:pt x="1848" y="8202"/>
                    <a:pt x="1917" y="8172"/>
                    <a:pt x="1954" y="8098"/>
                  </a:cubicBezTo>
                  <a:lnTo>
                    <a:pt x="3214" y="6838"/>
                  </a:lnTo>
                  <a:lnTo>
                    <a:pt x="4096" y="6838"/>
                  </a:lnTo>
                  <a:lnTo>
                    <a:pt x="4096" y="5798"/>
                  </a:lnTo>
                  <a:cubicBezTo>
                    <a:pt x="4096" y="4475"/>
                    <a:pt x="5167" y="3404"/>
                    <a:pt x="6490" y="3404"/>
                  </a:cubicBezTo>
                  <a:lnTo>
                    <a:pt x="7530" y="3404"/>
                  </a:lnTo>
                  <a:lnTo>
                    <a:pt x="7530" y="1734"/>
                  </a:lnTo>
                  <a:cubicBezTo>
                    <a:pt x="7530" y="789"/>
                    <a:pt x="6774" y="1"/>
                    <a:pt x="5829"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428" name="Google Shape;8794;p63">
            <a:extLst>
              <a:ext uri="{FF2B5EF4-FFF2-40B4-BE49-F238E27FC236}">
                <a16:creationId xmlns:a16="http://schemas.microsoft.com/office/drawing/2014/main" id="{EB6C5C97-B06C-A1B7-37F3-3EA06A862519}"/>
              </a:ext>
            </a:extLst>
          </p:cNvPr>
          <p:cNvGrpSpPr/>
          <p:nvPr/>
        </p:nvGrpSpPr>
        <p:grpSpPr>
          <a:xfrm>
            <a:off x="9250830" y="3625401"/>
            <a:ext cx="446559" cy="445375"/>
            <a:chOff x="-30735200" y="3910925"/>
            <a:chExt cx="292225" cy="291450"/>
          </a:xfrm>
          <a:solidFill>
            <a:srgbClr val="6C1D35"/>
          </a:solidFill>
        </p:grpSpPr>
        <p:sp>
          <p:nvSpPr>
            <p:cNvPr id="429" name="Google Shape;8795;p63">
              <a:extLst>
                <a:ext uri="{FF2B5EF4-FFF2-40B4-BE49-F238E27FC236}">
                  <a16:creationId xmlns:a16="http://schemas.microsoft.com/office/drawing/2014/main" id="{33B5019B-1AF6-3ACF-8E92-C2B9C4FACBCD}"/>
                </a:ext>
              </a:extLst>
            </p:cNvPr>
            <p:cNvSpPr/>
            <p:nvPr/>
          </p:nvSpPr>
          <p:spPr>
            <a:xfrm>
              <a:off x="-30683225" y="3962900"/>
              <a:ext cx="188275" cy="186700"/>
            </a:xfrm>
            <a:custGeom>
              <a:avLst/>
              <a:gdLst/>
              <a:ahLst/>
              <a:cxnLst/>
              <a:rect l="l" t="t" r="r" b="b"/>
              <a:pathLst>
                <a:path w="7531" h="7468" extrusionOk="0">
                  <a:moveTo>
                    <a:pt x="3750" y="663"/>
                  </a:moveTo>
                  <a:cubicBezTo>
                    <a:pt x="3939" y="663"/>
                    <a:pt x="4096" y="820"/>
                    <a:pt x="4096" y="1009"/>
                  </a:cubicBezTo>
                  <a:lnTo>
                    <a:pt x="4096" y="3624"/>
                  </a:lnTo>
                  <a:lnTo>
                    <a:pt x="5357" y="4884"/>
                  </a:lnTo>
                  <a:cubicBezTo>
                    <a:pt x="5514" y="5042"/>
                    <a:pt x="5514" y="5231"/>
                    <a:pt x="5357" y="5357"/>
                  </a:cubicBezTo>
                  <a:cubicBezTo>
                    <a:pt x="5294" y="5420"/>
                    <a:pt x="5207" y="5451"/>
                    <a:pt x="5120" y="5451"/>
                  </a:cubicBezTo>
                  <a:cubicBezTo>
                    <a:pt x="5034" y="5451"/>
                    <a:pt x="4947" y="5420"/>
                    <a:pt x="4884" y="5357"/>
                  </a:cubicBezTo>
                  <a:lnTo>
                    <a:pt x="3498" y="3971"/>
                  </a:lnTo>
                  <a:cubicBezTo>
                    <a:pt x="3435" y="3908"/>
                    <a:pt x="3403" y="3813"/>
                    <a:pt x="3403" y="3719"/>
                  </a:cubicBezTo>
                  <a:lnTo>
                    <a:pt x="3403" y="1009"/>
                  </a:lnTo>
                  <a:cubicBezTo>
                    <a:pt x="3403" y="820"/>
                    <a:pt x="3561" y="663"/>
                    <a:pt x="3750" y="663"/>
                  </a:cubicBezTo>
                  <a:close/>
                  <a:moveTo>
                    <a:pt x="3750" y="1"/>
                  </a:moveTo>
                  <a:cubicBezTo>
                    <a:pt x="1671" y="1"/>
                    <a:pt x="1" y="1702"/>
                    <a:pt x="1" y="3750"/>
                  </a:cubicBezTo>
                  <a:cubicBezTo>
                    <a:pt x="1" y="5829"/>
                    <a:pt x="1702" y="7468"/>
                    <a:pt x="3750" y="7468"/>
                  </a:cubicBezTo>
                  <a:cubicBezTo>
                    <a:pt x="5798" y="7468"/>
                    <a:pt x="7499" y="5798"/>
                    <a:pt x="7499" y="3750"/>
                  </a:cubicBezTo>
                  <a:cubicBezTo>
                    <a:pt x="7530" y="1702"/>
                    <a:pt x="5829" y="1"/>
                    <a:pt x="3750" y="1"/>
                  </a:cubicBezTo>
                  <a:close/>
                </a:path>
              </a:pathLst>
            </a:custGeom>
            <a:grpFill/>
            <a:ln>
              <a:noFill/>
            </a:ln>
          </p:spPr>
          <p:txBody>
            <a:bodyPr spcFirstLastPara="1" wrap="square" lIns="121900" tIns="121900" rIns="121900" bIns="121900" anchor="ctr" anchorCtr="0">
              <a:noAutofit/>
            </a:bodyPr>
            <a:lstStyle/>
            <a:p>
              <a:endParaRPr sz="2400"/>
            </a:p>
          </p:txBody>
        </p:sp>
        <p:sp>
          <p:nvSpPr>
            <p:cNvPr id="430" name="Google Shape;8796;p63">
              <a:extLst>
                <a:ext uri="{FF2B5EF4-FFF2-40B4-BE49-F238E27FC236}">
                  <a16:creationId xmlns:a16="http://schemas.microsoft.com/office/drawing/2014/main" id="{8FB72945-2236-40EF-8E23-25D96C7470C1}"/>
                </a:ext>
              </a:extLst>
            </p:cNvPr>
            <p:cNvSpPr/>
            <p:nvPr/>
          </p:nvSpPr>
          <p:spPr>
            <a:xfrm>
              <a:off x="-30735200" y="3910925"/>
              <a:ext cx="292225" cy="291450"/>
            </a:xfrm>
            <a:custGeom>
              <a:avLst/>
              <a:gdLst/>
              <a:ahLst/>
              <a:cxnLst/>
              <a:rect l="l" t="t" r="r" b="b"/>
              <a:pathLst>
                <a:path w="11689" h="11658" extrusionOk="0">
                  <a:moveTo>
                    <a:pt x="5829" y="1355"/>
                  </a:moveTo>
                  <a:cubicBezTo>
                    <a:pt x="8286" y="1355"/>
                    <a:pt x="10271" y="3372"/>
                    <a:pt x="10271" y="5829"/>
                  </a:cubicBezTo>
                  <a:cubicBezTo>
                    <a:pt x="10271" y="8286"/>
                    <a:pt x="8318" y="10271"/>
                    <a:pt x="5829" y="10271"/>
                  </a:cubicBezTo>
                  <a:cubicBezTo>
                    <a:pt x="3403" y="10271"/>
                    <a:pt x="1387" y="8255"/>
                    <a:pt x="1387" y="5829"/>
                  </a:cubicBezTo>
                  <a:cubicBezTo>
                    <a:pt x="1387" y="3372"/>
                    <a:pt x="3371" y="1355"/>
                    <a:pt x="5829" y="1355"/>
                  </a:cubicBezTo>
                  <a:close/>
                  <a:moveTo>
                    <a:pt x="5829" y="1"/>
                  </a:moveTo>
                  <a:cubicBezTo>
                    <a:pt x="2647" y="1"/>
                    <a:pt x="0" y="2616"/>
                    <a:pt x="0" y="5829"/>
                  </a:cubicBezTo>
                  <a:cubicBezTo>
                    <a:pt x="0" y="9011"/>
                    <a:pt x="2647" y="11657"/>
                    <a:pt x="5829" y="11657"/>
                  </a:cubicBezTo>
                  <a:cubicBezTo>
                    <a:pt x="9011" y="11657"/>
                    <a:pt x="11657" y="9011"/>
                    <a:pt x="11657" y="5829"/>
                  </a:cubicBezTo>
                  <a:cubicBezTo>
                    <a:pt x="11689" y="2616"/>
                    <a:pt x="9042" y="1"/>
                    <a:pt x="5829" y="1"/>
                  </a:cubicBezTo>
                  <a:close/>
                </a:path>
              </a:pathLst>
            </a:custGeom>
            <a:grpFill/>
            <a:ln>
              <a:noFill/>
            </a:ln>
          </p:spPr>
          <p:txBody>
            <a:bodyPr spcFirstLastPara="1" wrap="square" lIns="121900" tIns="121900" rIns="121900" bIns="121900" anchor="ctr" anchorCtr="0">
              <a:noAutofit/>
            </a:bodyPr>
            <a:lstStyle/>
            <a:p>
              <a:endParaRPr sz="2400"/>
            </a:p>
          </p:txBody>
        </p:sp>
      </p:grpSp>
      <p:sp>
        <p:nvSpPr>
          <p:cNvPr id="431" name="Google Shape;8797;p63">
            <a:extLst>
              <a:ext uri="{FF2B5EF4-FFF2-40B4-BE49-F238E27FC236}">
                <a16:creationId xmlns:a16="http://schemas.microsoft.com/office/drawing/2014/main" id="{B5AE86AC-05A1-9E5B-E962-7B41CA1F1B2A}"/>
              </a:ext>
            </a:extLst>
          </p:cNvPr>
          <p:cNvSpPr/>
          <p:nvPr/>
        </p:nvSpPr>
        <p:spPr>
          <a:xfrm>
            <a:off x="10371195" y="3077359"/>
            <a:ext cx="446559" cy="445375"/>
          </a:xfrm>
          <a:custGeom>
            <a:avLst/>
            <a:gdLst/>
            <a:ahLst/>
            <a:cxnLst/>
            <a:rect l="l" t="t" r="r" b="b"/>
            <a:pathLst>
              <a:path w="11689" h="11658" extrusionOk="0">
                <a:moveTo>
                  <a:pt x="5829" y="2458"/>
                </a:moveTo>
                <a:cubicBezTo>
                  <a:pt x="6207" y="2458"/>
                  <a:pt x="6491" y="2773"/>
                  <a:pt x="6491" y="3120"/>
                </a:cubicBezTo>
                <a:cubicBezTo>
                  <a:pt x="6522" y="3466"/>
                  <a:pt x="6207" y="3781"/>
                  <a:pt x="5829" y="3781"/>
                </a:cubicBezTo>
                <a:cubicBezTo>
                  <a:pt x="5419" y="3781"/>
                  <a:pt x="5136" y="3466"/>
                  <a:pt x="5136" y="3120"/>
                </a:cubicBezTo>
                <a:cubicBezTo>
                  <a:pt x="5136" y="2742"/>
                  <a:pt x="5482" y="2458"/>
                  <a:pt x="5829" y="2458"/>
                </a:cubicBezTo>
                <a:close/>
                <a:moveTo>
                  <a:pt x="5860" y="4474"/>
                </a:moveTo>
                <a:cubicBezTo>
                  <a:pt x="6238" y="4474"/>
                  <a:pt x="6522" y="4789"/>
                  <a:pt x="6522" y="5136"/>
                </a:cubicBezTo>
                <a:lnTo>
                  <a:pt x="6522" y="8570"/>
                </a:lnTo>
                <a:cubicBezTo>
                  <a:pt x="6522" y="8948"/>
                  <a:pt x="6207" y="9232"/>
                  <a:pt x="5860" y="9232"/>
                </a:cubicBezTo>
                <a:cubicBezTo>
                  <a:pt x="5451" y="9232"/>
                  <a:pt x="5199" y="8917"/>
                  <a:pt x="5199" y="8570"/>
                </a:cubicBezTo>
                <a:lnTo>
                  <a:pt x="5199" y="5136"/>
                </a:lnTo>
                <a:cubicBezTo>
                  <a:pt x="5199" y="4726"/>
                  <a:pt x="5514" y="4474"/>
                  <a:pt x="5860" y="4474"/>
                </a:cubicBezTo>
                <a:close/>
                <a:moveTo>
                  <a:pt x="5829" y="1"/>
                </a:moveTo>
                <a:cubicBezTo>
                  <a:pt x="2615" y="1"/>
                  <a:pt x="0" y="2647"/>
                  <a:pt x="0" y="5829"/>
                </a:cubicBezTo>
                <a:cubicBezTo>
                  <a:pt x="0" y="9043"/>
                  <a:pt x="2615" y="11657"/>
                  <a:pt x="5829" y="11657"/>
                </a:cubicBezTo>
                <a:cubicBezTo>
                  <a:pt x="9011" y="11657"/>
                  <a:pt x="11657" y="9043"/>
                  <a:pt x="11657" y="5829"/>
                </a:cubicBezTo>
                <a:cubicBezTo>
                  <a:pt x="11689" y="2647"/>
                  <a:pt x="9042" y="1"/>
                  <a:pt x="5829" y="1"/>
                </a:cubicBezTo>
                <a:close/>
              </a:path>
            </a:pathLst>
          </a:custGeom>
          <a:solidFill>
            <a:srgbClr val="6C1D35"/>
          </a:solidFill>
          <a:ln>
            <a:noFill/>
          </a:ln>
        </p:spPr>
        <p:txBody>
          <a:bodyPr spcFirstLastPara="1" wrap="square" lIns="121900" tIns="121900" rIns="121900" bIns="121900" anchor="ctr" anchorCtr="0">
            <a:noAutofit/>
          </a:bodyPr>
          <a:lstStyle/>
          <a:p>
            <a:endParaRPr sz="2400"/>
          </a:p>
        </p:txBody>
      </p:sp>
      <p:grpSp>
        <p:nvGrpSpPr>
          <p:cNvPr id="432" name="Google Shape;8625;p63">
            <a:extLst>
              <a:ext uri="{FF2B5EF4-FFF2-40B4-BE49-F238E27FC236}">
                <a16:creationId xmlns:a16="http://schemas.microsoft.com/office/drawing/2014/main" id="{7D8065A2-546F-F4AE-D1C6-1D579A1AD9AB}"/>
              </a:ext>
            </a:extLst>
          </p:cNvPr>
          <p:cNvGrpSpPr/>
          <p:nvPr/>
        </p:nvGrpSpPr>
        <p:grpSpPr>
          <a:xfrm>
            <a:off x="7558540" y="2490137"/>
            <a:ext cx="444152" cy="447552"/>
            <a:chOff x="-31809525" y="3192625"/>
            <a:chExt cx="290650" cy="292875"/>
          </a:xfrm>
          <a:solidFill>
            <a:srgbClr val="6C1D35"/>
          </a:solidFill>
        </p:grpSpPr>
        <p:sp>
          <p:nvSpPr>
            <p:cNvPr id="433" name="Google Shape;8626;p63">
              <a:extLst>
                <a:ext uri="{FF2B5EF4-FFF2-40B4-BE49-F238E27FC236}">
                  <a16:creationId xmlns:a16="http://schemas.microsoft.com/office/drawing/2014/main" id="{364CB72B-32A1-1590-EFDF-1990A1477235}"/>
                </a:ext>
              </a:extLst>
            </p:cNvPr>
            <p:cNvSpPr/>
            <p:nvPr/>
          </p:nvSpPr>
          <p:spPr>
            <a:xfrm>
              <a:off x="-31767775" y="3192625"/>
              <a:ext cx="204800" cy="153600"/>
            </a:xfrm>
            <a:custGeom>
              <a:avLst/>
              <a:gdLst/>
              <a:ahLst/>
              <a:cxnLst/>
              <a:rect l="l" t="t" r="r" b="b"/>
              <a:pathLst>
                <a:path w="8192" h="6144" extrusionOk="0">
                  <a:moveTo>
                    <a:pt x="4096" y="0"/>
                  </a:moveTo>
                  <a:cubicBezTo>
                    <a:pt x="2206" y="0"/>
                    <a:pt x="662" y="1544"/>
                    <a:pt x="662" y="3434"/>
                  </a:cubicBezTo>
                  <a:lnTo>
                    <a:pt x="662" y="3497"/>
                  </a:lnTo>
                  <a:cubicBezTo>
                    <a:pt x="252" y="3655"/>
                    <a:pt x="0" y="4033"/>
                    <a:pt x="0" y="4442"/>
                  </a:cubicBezTo>
                  <a:lnTo>
                    <a:pt x="0" y="5136"/>
                  </a:lnTo>
                  <a:cubicBezTo>
                    <a:pt x="0" y="5671"/>
                    <a:pt x="473" y="6144"/>
                    <a:pt x="1009" y="6144"/>
                  </a:cubicBezTo>
                  <a:cubicBezTo>
                    <a:pt x="1135" y="6144"/>
                    <a:pt x="1261" y="6112"/>
                    <a:pt x="1387" y="6081"/>
                  </a:cubicBezTo>
                  <a:lnTo>
                    <a:pt x="1387" y="3403"/>
                  </a:lnTo>
                  <a:cubicBezTo>
                    <a:pt x="1387" y="1891"/>
                    <a:pt x="2584" y="630"/>
                    <a:pt x="4096" y="630"/>
                  </a:cubicBezTo>
                  <a:cubicBezTo>
                    <a:pt x="5577" y="630"/>
                    <a:pt x="6806" y="1891"/>
                    <a:pt x="6806" y="3403"/>
                  </a:cubicBezTo>
                  <a:lnTo>
                    <a:pt x="6806" y="6081"/>
                  </a:lnTo>
                  <a:cubicBezTo>
                    <a:pt x="6932" y="6112"/>
                    <a:pt x="7058" y="6144"/>
                    <a:pt x="7152" y="6144"/>
                  </a:cubicBezTo>
                  <a:cubicBezTo>
                    <a:pt x="7719" y="6144"/>
                    <a:pt x="8192" y="5671"/>
                    <a:pt x="8192" y="5136"/>
                  </a:cubicBezTo>
                  <a:lnTo>
                    <a:pt x="8192" y="4442"/>
                  </a:lnTo>
                  <a:cubicBezTo>
                    <a:pt x="8192" y="4033"/>
                    <a:pt x="7908" y="3623"/>
                    <a:pt x="7530" y="3497"/>
                  </a:cubicBezTo>
                  <a:lnTo>
                    <a:pt x="7530" y="3434"/>
                  </a:lnTo>
                  <a:cubicBezTo>
                    <a:pt x="7467" y="1576"/>
                    <a:pt x="5986" y="0"/>
                    <a:pt x="4096" y="0"/>
                  </a:cubicBezTo>
                  <a:close/>
                </a:path>
              </a:pathLst>
            </a:custGeom>
            <a:grpFill/>
            <a:ln>
              <a:noFill/>
            </a:ln>
          </p:spPr>
          <p:txBody>
            <a:bodyPr spcFirstLastPara="1" wrap="square" lIns="121900" tIns="121900" rIns="121900" bIns="121900" anchor="ctr" anchorCtr="0">
              <a:noAutofit/>
            </a:bodyPr>
            <a:lstStyle/>
            <a:p>
              <a:endParaRPr sz="2400"/>
            </a:p>
          </p:txBody>
        </p:sp>
        <p:sp>
          <p:nvSpPr>
            <p:cNvPr id="434" name="Google Shape;8627;p63">
              <a:extLst>
                <a:ext uri="{FF2B5EF4-FFF2-40B4-BE49-F238E27FC236}">
                  <a16:creationId xmlns:a16="http://schemas.microsoft.com/office/drawing/2014/main" id="{D96E52E6-7181-F78E-AEFE-D9EC7D6B2432}"/>
                </a:ext>
              </a:extLst>
            </p:cNvPr>
            <p:cNvSpPr/>
            <p:nvPr/>
          </p:nvSpPr>
          <p:spPr>
            <a:xfrm>
              <a:off x="-31715000" y="3244600"/>
              <a:ext cx="101625" cy="52450"/>
            </a:xfrm>
            <a:custGeom>
              <a:avLst/>
              <a:gdLst/>
              <a:ahLst/>
              <a:cxnLst/>
              <a:rect l="l" t="t" r="r" b="b"/>
              <a:pathLst>
                <a:path w="4065" h="2098" extrusionOk="0">
                  <a:moveTo>
                    <a:pt x="1702" y="1"/>
                  </a:moveTo>
                  <a:cubicBezTo>
                    <a:pt x="756" y="1"/>
                    <a:pt x="0" y="757"/>
                    <a:pt x="0" y="1702"/>
                  </a:cubicBezTo>
                  <a:lnTo>
                    <a:pt x="0" y="2080"/>
                  </a:lnTo>
                  <a:lnTo>
                    <a:pt x="1229" y="2080"/>
                  </a:lnTo>
                  <a:cubicBezTo>
                    <a:pt x="1418" y="2080"/>
                    <a:pt x="1765" y="2080"/>
                    <a:pt x="1891" y="1985"/>
                  </a:cubicBezTo>
                  <a:cubicBezTo>
                    <a:pt x="1922" y="1954"/>
                    <a:pt x="1985" y="1828"/>
                    <a:pt x="1985" y="1765"/>
                  </a:cubicBezTo>
                  <a:cubicBezTo>
                    <a:pt x="1985" y="1544"/>
                    <a:pt x="2143" y="1387"/>
                    <a:pt x="2332" y="1387"/>
                  </a:cubicBezTo>
                  <a:cubicBezTo>
                    <a:pt x="2521" y="1387"/>
                    <a:pt x="2678" y="1544"/>
                    <a:pt x="2678" y="1765"/>
                  </a:cubicBezTo>
                  <a:cubicBezTo>
                    <a:pt x="2678" y="1828"/>
                    <a:pt x="2678" y="1954"/>
                    <a:pt x="2773" y="1985"/>
                  </a:cubicBezTo>
                  <a:cubicBezTo>
                    <a:pt x="2836" y="2069"/>
                    <a:pt x="3025" y="2097"/>
                    <a:pt x="3237" y="2097"/>
                  </a:cubicBezTo>
                  <a:cubicBezTo>
                    <a:pt x="3343" y="2097"/>
                    <a:pt x="3455" y="2090"/>
                    <a:pt x="3560" y="2080"/>
                  </a:cubicBezTo>
                  <a:lnTo>
                    <a:pt x="4064" y="2080"/>
                  </a:lnTo>
                  <a:lnTo>
                    <a:pt x="4064" y="1702"/>
                  </a:lnTo>
                  <a:cubicBezTo>
                    <a:pt x="4064" y="757"/>
                    <a:pt x="3308" y="1"/>
                    <a:pt x="2363" y="1"/>
                  </a:cubicBezTo>
                  <a:close/>
                </a:path>
              </a:pathLst>
            </a:custGeom>
            <a:grpFill/>
            <a:ln>
              <a:noFill/>
            </a:ln>
          </p:spPr>
          <p:txBody>
            <a:bodyPr spcFirstLastPara="1" wrap="square" lIns="121900" tIns="121900" rIns="121900" bIns="121900" anchor="ctr" anchorCtr="0">
              <a:noAutofit/>
            </a:bodyPr>
            <a:lstStyle/>
            <a:p>
              <a:endParaRPr sz="2400"/>
            </a:p>
          </p:txBody>
        </p:sp>
        <p:sp>
          <p:nvSpPr>
            <p:cNvPr id="435" name="Google Shape;8628;p63">
              <a:extLst>
                <a:ext uri="{FF2B5EF4-FFF2-40B4-BE49-F238E27FC236}">
                  <a16:creationId xmlns:a16="http://schemas.microsoft.com/office/drawing/2014/main" id="{FC421D1A-47FF-2E9F-1B22-8472DA36C5D4}"/>
                </a:ext>
              </a:extLst>
            </p:cNvPr>
            <p:cNvSpPr/>
            <p:nvPr/>
          </p:nvSpPr>
          <p:spPr>
            <a:xfrm>
              <a:off x="-31716575" y="3308400"/>
              <a:ext cx="102400" cy="73275"/>
            </a:xfrm>
            <a:custGeom>
              <a:avLst/>
              <a:gdLst/>
              <a:ahLst/>
              <a:cxnLst/>
              <a:rect l="l" t="t" r="r" b="b"/>
              <a:pathLst>
                <a:path w="4096" h="2931" extrusionOk="0">
                  <a:moveTo>
                    <a:pt x="2395" y="1"/>
                  </a:moveTo>
                  <a:cubicBezTo>
                    <a:pt x="2080" y="221"/>
                    <a:pt x="1639" y="221"/>
                    <a:pt x="1197" y="221"/>
                  </a:cubicBezTo>
                  <a:lnTo>
                    <a:pt x="0" y="221"/>
                  </a:lnTo>
                  <a:lnTo>
                    <a:pt x="0" y="883"/>
                  </a:lnTo>
                  <a:cubicBezTo>
                    <a:pt x="0" y="2048"/>
                    <a:pt x="914" y="2930"/>
                    <a:pt x="2048" y="2930"/>
                  </a:cubicBezTo>
                  <a:cubicBezTo>
                    <a:pt x="3182" y="2930"/>
                    <a:pt x="4096" y="2048"/>
                    <a:pt x="4096" y="883"/>
                  </a:cubicBezTo>
                  <a:lnTo>
                    <a:pt x="4096" y="221"/>
                  </a:lnTo>
                  <a:lnTo>
                    <a:pt x="3403" y="221"/>
                  </a:lnTo>
                  <a:cubicBezTo>
                    <a:pt x="3025" y="221"/>
                    <a:pt x="2678" y="190"/>
                    <a:pt x="2395" y="1"/>
                  </a:cubicBezTo>
                  <a:close/>
                </a:path>
              </a:pathLst>
            </a:custGeom>
            <a:grpFill/>
            <a:ln>
              <a:noFill/>
            </a:ln>
          </p:spPr>
          <p:txBody>
            <a:bodyPr spcFirstLastPara="1" wrap="square" lIns="121900" tIns="121900" rIns="121900" bIns="121900" anchor="ctr" anchorCtr="0">
              <a:noAutofit/>
            </a:bodyPr>
            <a:lstStyle/>
            <a:p>
              <a:endParaRPr sz="2400"/>
            </a:p>
          </p:txBody>
        </p:sp>
        <p:sp>
          <p:nvSpPr>
            <p:cNvPr id="436" name="Google Shape;8629;p63">
              <a:extLst>
                <a:ext uri="{FF2B5EF4-FFF2-40B4-BE49-F238E27FC236}">
                  <a16:creationId xmlns:a16="http://schemas.microsoft.com/office/drawing/2014/main" id="{165C8A1F-3371-86BB-C683-CC6C86D99FA8}"/>
                </a:ext>
              </a:extLst>
            </p:cNvPr>
            <p:cNvSpPr/>
            <p:nvPr/>
          </p:nvSpPr>
          <p:spPr>
            <a:xfrm>
              <a:off x="-31809525" y="3386375"/>
              <a:ext cx="290650" cy="99125"/>
            </a:xfrm>
            <a:custGeom>
              <a:avLst/>
              <a:gdLst/>
              <a:ahLst/>
              <a:cxnLst/>
              <a:rect l="l" t="t" r="r" b="b"/>
              <a:pathLst>
                <a:path w="11626" h="3965" extrusionOk="0">
                  <a:moveTo>
                    <a:pt x="2092" y="0"/>
                  </a:moveTo>
                  <a:cubicBezTo>
                    <a:pt x="1962" y="0"/>
                    <a:pt x="1828" y="63"/>
                    <a:pt x="1765" y="190"/>
                  </a:cubicBezTo>
                  <a:lnTo>
                    <a:pt x="1355" y="1072"/>
                  </a:lnTo>
                  <a:lnTo>
                    <a:pt x="316" y="1229"/>
                  </a:lnTo>
                  <a:cubicBezTo>
                    <a:pt x="190" y="1229"/>
                    <a:pt x="95" y="1355"/>
                    <a:pt x="64" y="1481"/>
                  </a:cubicBezTo>
                  <a:cubicBezTo>
                    <a:pt x="1" y="1607"/>
                    <a:pt x="64" y="1765"/>
                    <a:pt x="127" y="1828"/>
                  </a:cubicBezTo>
                  <a:lnTo>
                    <a:pt x="883" y="2552"/>
                  </a:lnTo>
                  <a:lnTo>
                    <a:pt x="725" y="3561"/>
                  </a:lnTo>
                  <a:cubicBezTo>
                    <a:pt x="694" y="3687"/>
                    <a:pt x="757" y="3844"/>
                    <a:pt x="851" y="3876"/>
                  </a:cubicBezTo>
                  <a:cubicBezTo>
                    <a:pt x="903" y="3928"/>
                    <a:pt x="965" y="3951"/>
                    <a:pt x="1031" y="3951"/>
                  </a:cubicBezTo>
                  <a:cubicBezTo>
                    <a:pt x="1085" y="3951"/>
                    <a:pt x="1141" y="3935"/>
                    <a:pt x="1198" y="3907"/>
                  </a:cubicBezTo>
                  <a:lnTo>
                    <a:pt x="2112" y="3435"/>
                  </a:lnTo>
                  <a:lnTo>
                    <a:pt x="2994" y="3907"/>
                  </a:lnTo>
                  <a:cubicBezTo>
                    <a:pt x="3046" y="3947"/>
                    <a:pt x="3099" y="3964"/>
                    <a:pt x="3152" y="3964"/>
                  </a:cubicBezTo>
                  <a:cubicBezTo>
                    <a:pt x="3225" y="3964"/>
                    <a:pt x="3298" y="3930"/>
                    <a:pt x="3372" y="3876"/>
                  </a:cubicBezTo>
                  <a:cubicBezTo>
                    <a:pt x="3466" y="3813"/>
                    <a:pt x="3529" y="3687"/>
                    <a:pt x="3466" y="3561"/>
                  </a:cubicBezTo>
                  <a:lnTo>
                    <a:pt x="3309" y="2552"/>
                  </a:lnTo>
                  <a:lnTo>
                    <a:pt x="4002" y="1891"/>
                  </a:lnTo>
                  <a:lnTo>
                    <a:pt x="4663" y="2552"/>
                  </a:lnTo>
                  <a:lnTo>
                    <a:pt x="4506" y="3561"/>
                  </a:lnTo>
                  <a:cubicBezTo>
                    <a:pt x="4474" y="3687"/>
                    <a:pt x="4537" y="3844"/>
                    <a:pt x="4632" y="3876"/>
                  </a:cubicBezTo>
                  <a:cubicBezTo>
                    <a:pt x="4684" y="3928"/>
                    <a:pt x="4746" y="3951"/>
                    <a:pt x="4811" y="3951"/>
                  </a:cubicBezTo>
                  <a:cubicBezTo>
                    <a:pt x="4865" y="3951"/>
                    <a:pt x="4922" y="3935"/>
                    <a:pt x="4978" y="3907"/>
                  </a:cubicBezTo>
                  <a:lnTo>
                    <a:pt x="5892" y="3435"/>
                  </a:lnTo>
                  <a:lnTo>
                    <a:pt x="6774" y="3907"/>
                  </a:lnTo>
                  <a:cubicBezTo>
                    <a:pt x="6827" y="3947"/>
                    <a:pt x="6880" y="3964"/>
                    <a:pt x="6933" y="3964"/>
                  </a:cubicBezTo>
                  <a:cubicBezTo>
                    <a:pt x="7006" y="3964"/>
                    <a:pt x="7079" y="3930"/>
                    <a:pt x="7152" y="3876"/>
                  </a:cubicBezTo>
                  <a:cubicBezTo>
                    <a:pt x="7247" y="3813"/>
                    <a:pt x="7310" y="3687"/>
                    <a:pt x="7247" y="3561"/>
                  </a:cubicBezTo>
                  <a:lnTo>
                    <a:pt x="7089" y="2552"/>
                  </a:lnTo>
                  <a:lnTo>
                    <a:pt x="7782" y="1891"/>
                  </a:lnTo>
                  <a:lnTo>
                    <a:pt x="8444" y="2552"/>
                  </a:lnTo>
                  <a:lnTo>
                    <a:pt x="8286" y="3561"/>
                  </a:lnTo>
                  <a:cubicBezTo>
                    <a:pt x="8255" y="3687"/>
                    <a:pt x="8318" y="3844"/>
                    <a:pt x="8413" y="3876"/>
                  </a:cubicBezTo>
                  <a:cubicBezTo>
                    <a:pt x="8465" y="3928"/>
                    <a:pt x="8526" y="3951"/>
                    <a:pt x="8592" y="3951"/>
                  </a:cubicBezTo>
                  <a:cubicBezTo>
                    <a:pt x="8646" y="3951"/>
                    <a:pt x="8702" y="3935"/>
                    <a:pt x="8759" y="3907"/>
                  </a:cubicBezTo>
                  <a:lnTo>
                    <a:pt x="9673" y="3435"/>
                  </a:lnTo>
                  <a:lnTo>
                    <a:pt x="10555" y="3907"/>
                  </a:lnTo>
                  <a:cubicBezTo>
                    <a:pt x="10608" y="3947"/>
                    <a:pt x="10660" y="3964"/>
                    <a:pt x="10713" y="3964"/>
                  </a:cubicBezTo>
                  <a:cubicBezTo>
                    <a:pt x="10786" y="3964"/>
                    <a:pt x="10860" y="3930"/>
                    <a:pt x="10933" y="3876"/>
                  </a:cubicBezTo>
                  <a:cubicBezTo>
                    <a:pt x="11027" y="3813"/>
                    <a:pt x="11090" y="3687"/>
                    <a:pt x="11027" y="3561"/>
                  </a:cubicBezTo>
                  <a:lnTo>
                    <a:pt x="10870" y="2552"/>
                  </a:lnTo>
                  <a:lnTo>
                    <a:pt x="11626" y="1828"/>
                  </a:lnTo>
                  <a:cubicBezTo>
                    <a:pt x="11532" y="1702"/>
                    <a:pt x="11595" y="1607"/>
                    <a:pt x="11532" y="1481"/>
                  </a:cubicBezTo>
                  <a:cubicBezTo>
                    <a:pt x="11500" y="1355"/>
                    <a:pt x="11374" y="1292"/>
                    <a:pt x="11279" y="1229"/>
                  </a:cubicBezTo>
                  <a:lnTo>
                    <a:pt x="10240" y="1072"/>
                  </a:lnTo>
                  <a:lnTo>
                    <a:pt x="9799" y="190"/>
                  </a:lnTo>
                  <a:cubicBezTo>
                    <a:pt x="9751" y="63"/>
                    <a:pt x="9625" y="0"/>
                    <a:pt x="9495" y="0"/>
                  </a:cubicBezTo>
                  <a:cubicBezTo>
                    <a:pt x="9366" y="0"/>
                    <a:pt x="9232" y="63"/>
                    <a:pt x="9169" y="190"/>
                  </a:cubicBezTo>
                  <a:lnTo>
                    <a:pt x="8759" y="1072"/>
                  </a:lnTo>
                  <a:lnTo>
                    <a:pt x="7782" y="1229"/>
                  </a:lnTo>
                  <a:cubicBezTo>
                    <a:pt x="7719" y="1229"/>
                    <a:pt x="7688" y="1292"/>
                    <a:pt x="7656" y="1292"/>
                  </a:cubicBezTo>
                  <a:cubicBezTo>
                    <a:pt x="7593" y="1229"/>
                    <a:pt x="7562" y="1229"/>
                    <a:pt x="7530" y="1229"/>
                  </a:cubicBezTo>
                  <a:lnTo>
                    <a:pt x="6554" y="1072"/>
                  </a:lnTo>
                  <a:lnTo>
                    <a:pt x="6113" y="190"/>
                  </a:lnTo>
                  <a:cubicBezTo>
                    <a:pt x="6050" y="63"/>
                    <a:pt x="5924" y="0"/>
                    <a:pt x="5798" y="0"/>
                  </a:cubicBezTo>
                  <a:cubicBezTo>
                    <a:pt x="5672" y="0"/>
                    <a:pt x="5546" y="63"/>
                    <a:pt x="5483" y="190"/>
                  </a:cubicBezTo>
                  <a:lnTo>
                    <a:pt x="5041" y="1072"/>
                  </a:lnTo>
                  <a:lnTo>
                    <a:pt x="4065" y="1229"/>
                  </a:lnTo>
                  <a:cubicBezTo>
                    <a:pt x="4033" y="1229"/>
                    <a:pt x="4002" y="1292"/>
                    <a:pt x="3939" y="1292"/>
                  </a:cubicBezTo>
                  <a:cubicBezTo>
                    <a:pt x="3907" y="1229"/>
                    <a:pt x="3876" y="1229"/>
                    <a:pt x="3813" y="1229"/>
                  </a:cubicBezTo>
                  <a:lnTo>
                    <a:pt x="2836" y="1072"/>
                  </a:lnTo>
                  <a:lnTo>
                    <a:pt x="2395" y="190"/>
                  </a:lnTo>
                  <a:cubicBezTo>
                    <a:pt x="2348" y="63"/>
                    <a:pt x="2222" y="0"/>
                    <a:pt x="2092"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437" name="Google Shape;8630;p63">
            <a:extLst>
              <a:ext uri="{FF2B5EF4-FFF2-40B4-BE49-F238E27FC236}">
                <a16:creationId xmlns:a16="http://schemas.microsoft.com/office/drawing/2014/main" id="{523D70D4-83A6-281E-2BD6-E2E31F783098}"/>
              </a:ext>
            </a:extLst>
          </p:cNvPr>
          <p:cNvGrpSpPr/>
          <p:nvPr/>
        </p:nvGrpSpPr>
        <p:grpSpPr>
          <a:xfrm>
            <a:off x="7557929" y="3045462"/>
            <a:ext cx="445375" cy="447781"/>
            <a:chOff x="-31811100" y="3550975"/>
            <a:chExt cx="291450" cy="293025"/>
          </a:xfrm>
          <a:solidFill>
            <a:srgbClr val="6C1D35"/>
          </a:solidFill>
        </p:grpSpPr>
        <p:sp>
          <p:nvSpPr>
            <p:cNvPr id="438" name="Google Shape;8631;p63">
              <a:extLst>
                <a:ext uri="{FF2B5EF4-FFF2-40B4-BE49-F238E27FC236}">
                  <a16:creationId xmlns:a16="http://schemas.microsoft.com/office/drawing/2014/main" id="{1806513E-BA32-CF8C-7981-A1626F88B8CD}"/>
                </a:ext>
              </a:extLst>
            </p:cNvPr>
            <p:cNvSpPr/>
            <p:nvPr/>
          </p:nvSpPr>
          <p:spPr>
            <a:xfrm>
              <a:off x="-31554325" y="3595875"/>
              <a:ext cx="34675" cy="33900"/>
            </a:xfrm>
            <a:custGeom>
              <a:avLst/>
              <a:gdLst/>
              <a:ahLst/>
              <a:cxnLst/>
              <a:rect l="l" t="t" r="r" b="b"/>
              <a:pathLst>
                <a:path w="1387" h="1356" extrusionOk="0">
                  <a:moveTo>
                    <a:pt x="0" y="1"/>
                  </a:moveTo>
                  <a:lnTo>
                    <a:pt x="0" y="1355"/>
                  </a:lnTo>
                  <a:lnTo>
                    <a:pt x="662" y="1355"/>
                  </a:lnTo>
                  <a:cubicBezTo>
                    <a:pt x="1071" y="1355"/>
                    <a:pt x="1324" y="1040"/>
                    <a:pt x="1324" y="694"/>
                  </a:cubicBezTo>
                  <a:cubicBezTo>
                    <a:pt x="1387" y="316"/>
                    <a:pt x="1071" y="1"/>
                    <a:pt x="662" y="1"/>
                  </a:cubicBezTo>
                  <a:close/>
                </a:path>
              </a:pathLst>
            </a:custGeom>
            <a:grpFill/>
            <a:ln>
              <a:noFill/>
            </a:ln>
          </p:spPr>
          <p:txBody>
            <a:bodyPr spcFirstLastPara="1" wrap="square" lIns="121900" tIns="121900" rIns="121900" bIns="121900" anchor="ctr" anchorCtr="0">
              <a:noAutofit/>
            </a:bodyPr>
            <a:lstStyle/>
            <a:p>
              <a:endParaRPr sz="2400"/>
            </a:p>
          </p:txBody>
        </p:sp>
        <p:sp>
          <p:nvSpPr>
            <p:cNvPr id="439" name="Google Shape;8632;p63">
              <a:extLst>
                <a:ext uri="{FF2B5EF4-FFF2-40B4-BE49-F238E27FC236}">
                  <a16:creationId xmlns:a16="http://schemas.microsoft.com/office/drawing/2014/main" id="{80FB9E44-01CF-BAF0-F1A9-C1DA43BD40EF}"/>
                </a:ext>
              </a:extLst>
            </p:cNvPr>
            <p:cNvSpPr/>
            <p:nvPr/>
          </p:nvSpPr>
          <p:spPr>
            <a:xfrm>
              <a:off x="-31659075" y="3628650"/>
              <a:ext cx="139425" cy="71650"/>
            </a:xfrm>
            <a:custGeom>
              <a:avLst/>
              <a:gdLst/>
              <a:ahLst/>
              <a:cxnLst/>
              <a:rect l="l" t="t" r="r" b="b"/>
              <a:pathLst>
                <a:path w="5577" h="2866" extrusionOk="0">
                  <a:moveTo>
                    <a:pt x="1438" y="1"/>
                  </a:moveTo>
                  <a:cubicBezTo>
                    <a:pt x="1338" y="1"/>
                    <a:pt x="1235" y="30"/>
                    <a:pt x="1166" y="76"/>
                  </a:cubicBezTo>
                  <a:lnTo>
                    <a:pt x="126" y="1179"/>
                  </a:lnTo>
                  <a:cubicBezTo>
                    <a:pt x="0" y="1305"/>
                    <a:pt x="0" y="1525"/>
                    <a:pt x="126" y="1651"/>
                  </a:cubicBezTo>
                  <a:lnTo>
                    <a:pt x="1166" y="2754"/>
                  </a:lnTo>
                  <a:cubicBezTo>
                    <a:pt x="1208" y="2838"/>
                    <a:pt x="1292" y="2866"/>
                    <a:pt x="1390" y="2866"/>
                  </a:cubicBezTo>
                  <a:cubicBezTo>
                    <a:pt x="1439" y="2866"/>
                    <a:pt x="1491" y="2859"/>
                    <a:pt x="1544" y="2848"/>
                  </a:cubicBezTo>
                  <a:cubicBezTo>
                    <a:pt x="1670" y="2817"/>
                    <a:pt x="1796" y="2659"/>
                    <a:pt x="1796" y="2533"/>
                  </a:cubicBezTo>
                  <a:lnTo>
                    <a:pt x="1796" y="2124"/>
                  </a:lnTo>
                  <a:lnTo>
                    <a:pt x="4190" y="2124"/>
                  </a:lnTo>
                  <a:cubicBezTo>
                    <a:pt x="4946" y="2124"/>
                    <a:pt x="5577" y="1494"/>
                    <a:pt x="5577" y="769"/>
                  </a:cubicBezTo>
                  <a:lnTo>
                    <a:pt x="5577" y="549"/>
                  </a:lnTo>
                  <a:cubicBezTo>
                    <a:pt x="5356" y="675"/>
                    <a:pt x="5135" y="769"/>
                    <a:pt x="4883" y="769"/>
                  </a:cubicBezTo>
                  <a:cubicBezTo>
                    <a:pt x="3686" y="738"/>
                    <a:pt x="2930" y="738"/>
                    <a:pt x="1796" y="738"/>
                  </a:cubicBezTo>
                  <a:lnTo>
                    <a:pt x="1796" y="328"/>
                  </a:lnTo>
                  <a:cubicBezTo>
                    <a:pt x="1796" y="170"/>
                    <a:pt x="1701" y="44"/>
                    <a:pt x="1544" y="13"/>
                  </a:cubicBezTo>
                  <a:cubicBezTo>
                    <a:pt x="1510" y="5"/>
                    <a:pt x="1474" y="1"/>
                    <a:pt x="1438" y="1"/>
                  </a:cubicBezTo>
                  <a:close/>
                </a:path>
              </a:pathLst>
            </a:custGeom>
            <a:grpFill/>
            <a:ln>
              <a:noFill/>
            </a:ln>
          </p:spPr>
          <p:txBody>
            <a:bodyPr spcFirstLastPara="1" wrap="square" lIns="121900" tIns="121900" rIns="121900" bIns="121900" anchor="ctr" anchorCtr="0">
              <a:noAutofit/>
            </a:bodyPr>
            <a:lstStyle/>
            <a:p>
              <a:endParaRPr sz="2400"/>
            </a:p>
          </p:txBody>
        </p:sp>
        <p:sp>
          <p:nvSpPr>
            <p:cNvPr id="440" name="Google Shape;8633;p63">
              <a:extLst>
                <a:ext uri="{FF2B5EF4-FFF2-40B4-BE49-F238E27FC236}">
                  <a16:creationId xmlns:a16="http://schemas.microsoft.com/office/drawing/2014/main" id="{509C92A2-A9B6-6FA5-2F9B-622DDFAD450E}"/>
                </a:ext>
              </a:extLst>
            </p:cNvPr>
            <p:cNvSpPr/>
            <p:nvPr/>
          </p:nvSpPr>
          <p:spPr>
            <a:xfrm>
              <a:off x="-31811100" y="3647075"/>
              <a:ext cx="33100" cy="33100"/>
            </a:xfrm>
            <a:custGeom>
              <a:avLst/>
              <a:gdLst/>
              <a:ahLst/>
              <a:cxnLst/>
              <a:rect l="l" t="t" r="r" b="b"/>
              <a:pathLst>
                <a:path w="1324" h="1324" extrusionOk="0">
                  <a:moveTo>
                    <a:pt x="662" y="1"/>
                  </a:moveTo>
                  <a:cubicBezTo>
                    <a:pt x="253" y="1"/>
                    <a:pt x="1" y="316"/>
                    <a:pt x="1" y="662"/>
                  </a:cubicBezTo>
                  <a:cubicBezTo>
                    <a:pt x="1" y="1040"/>
                    <a:pt x="316" y="1324"/>
                    <a:pt x="662" y="1324"/>
                  </a:cubicBezTo>
                  <a:lnTo>
                    <a:pt x="1324" y="1324"/>
                  </a:lnTo>
                  <a:lnTo>
                    <a:pt x="1324" y="1"/>
                  </a:lnTo>
                  <a:close/>
                </a:path>
              </a:pathLst>
            </a:custGeom>
            <a:grpFill/>
            <a:ln>
              <a:noFill/>
            </a:ln>
          </p:spPr>
          <p:txBody>
            <a:bodyPr spcFirstLastPara="1" wrap="square" lIns="121900" tIns="121900" rIns="121900" bIns="121900" anchor="ctr" anchorCtr="0">
              <a:noAutofit/>
            </a:bodyPr>
            <a:lstStyle/>
            <a:p>
              <a:endParaRPr sz="2400"/>
            </a:p>
          </p:txBody>
        </p:sp>
        <p:sp>
          <p:nvSpPr>
            <p:cNvPr id="441" name="Google Shape;8634;p63">
              <a:extLst>
                <a:ext uri="{FF2B5EF4-FFF2-40B4-BE49-F238E27FC236}">
                  <a16:creationId xmlns:a16="http://schemas.microsoft.com/office/drawing/2014/main" id="{02633B81-11F7-3A35-F4C7-994F4D97294B}"/>
                </a:ext>
              </a:extLst>
            </p:cNvPr>
            <p:cNvSpPr/>
            <p:nvPr/>
          </p:nvSpPr>
          <p:spPr>
            <a:xfrm>
              <a:off x="-31811100" y="3678325"/>
              <a:ext cx="138650" cy="72250"/>
            </a:xfrm>
            <a:custGeom>
              <a:avLst/>
              <a:gdLst/>
              <a:ahLst/>
              <a:cxnLst/>
              <a:rect l="l" t="t" r="r" b="b"/>
              <a:pathLst>
                <a:path w="5546" h="2890" extrusionOk="0">
                  <a:moveTo>
                    <a:pt x="4193" y="1"/>
                  </a:moveTo>
                  <a:cubicBezTo>
                    <a:pt x="4132" y="1"/>
                    <a:pt x="4067" y="16"/>
                    <a:pt x="4002" y="42"/>
                  </a:cubicBezTo>
                  <a:cubicBezTo>
                    <a:pt x="3876" y="74"/>
                    <a:pt x="3781" y="231"/>
                    <a:pt x="3781" y="357"/>
                  </a:cubicBezTo>
                  <a:lnTo>
                    <a:pt x="3781" y="735"/>
                  </a:lnTo>
                  <a:lnTo>
                    <a:pt x="662" y="735"/>
                  </a:lnTo>
                  <a:cubicBezTo>
                    <a:pt x="410" y="735"/>
                    <a:pt x="190" y="672"/>
                    <a:pt x="1" y="546"/>
                  </a:cubicBezTo>
                  <a:lnTo>
                    <a:pt x="1" y="767"/>
                  </a:lnTo>
                  <a:cubicBezTo>
                    <a:pt x="1" y="1523"/>
                    <a:pt x="631" y="2153"/>
                    <a:pt x="1355" y="2153"/>
                  </a:cubicBezTo>
                  <a:lnTo>
                    <a:pt x="3781" y="2153"/>
                  </a:lnTo>
                  <a:lnTo>
                    <a:pt x="3781" y="2563"/>
                  </a:lnTo>
                  <a:cubicBezTo>
                    <a:pt x="3781" y="2720"/>
                    <a:pt x="3844" y="2815"/>
                    <a:pt x="4002" y="2878"/>
                  </a:cubicBezTo>
                  <a:cubicBezTo>
                    <a:pt x="4033" y="2886"/>
                    <a:pt x="4067" y="2890"/>
                    <a:pt x="4101" y="2890"/>
                  </a:cubicBezTo>
                  <a:cubicBezTo>
                    <a:pt x="4205" y="2890"/>
                    <a:pt x="4317" y="2854"/>
                    <a:pt x="4411" y="2783"/>
                  </a:cubicBezTo>
                  <a:lnTo>
                    <a:pt x="5420" y="1681"/>
                  </a:lnTo>
                  <a:cubicBezTo>
                    <a:pt x="5546" y="1555"/>
                    <a:pt x="5546" y="1365"/>
                    <a:pt x="5420" y="1208"/>
                  </a:cubicBezTo>
                  <a:lnTo>
                    <a:pt x="4411" y="105"/>
                  </a:lnTo>
                  <a:cubicBezTo>
                    <a:pt x="4356" y="31"/>
                    <a:pt x="4279" y="1"/>
                    <a:pt x="4193" y="1"/>
                  </a:cubicBezTo>
                  <a:close/>
                </a:path>
              </a:pathLst>
            </a:custGeom>
            <a:grpFill/>
            <a:ln>
              <a:noFill/>
            </a:ln>
          </p:spPr>
          <p:txBody>
            <a:bodyPr spcFirstLastPara="1" wrap="square" lIns="121900" tIns="121900" rIns="121900" bIns="121900" anchor="ctr" anchorCtr="0">
              <a:noAutofit/>
            </a:bodyPr>
            <a:lstStyle/>
            <a:p>
              <a:endParaRPr sz="2400"/>
            </a:p>
          </p:txBody>
        </p:sp>
        <p:sp>
          <p:nvSpPr>
            <p:cNvPr id="442" name="Google Shape;8635;p63">
              <a:extLst>
                <a:ext uri="{FF2B5EF4-FFF2-40B4-BE49-F238E27FC236}">
                  <a16:creationId xmlns:a16="http://schemas.microsoft.com/office/drawing/2014/main" id="{459EE341-3563-600C-505E-DBA8FBFA89B2}"/>
                </a:ext>
              </a:extLst>
            </p:cNvPr>
            <p:cNvSpPr/>
            <p:nvPr/>
          </p:nvSpPr>
          <p:spPr>
            <a:xfrm>
              <a:off x="-31759900" y="3791200"/>
              <a:ext cx="187475" cy="52800"/>
            </a:xfrm>
            <a:custGeom>
              <a:avLst/>
              <a:gdLst/>
              <a:ahLst/>
              <a:cxnLst/>
              <a:rect l="l" t="t" r="r" b="b"/>
              <a:pathLst>
                <a:path w="7499" h="2112" extrusionOk="0">
                  <a:moveTo>
                    <a:pt x="1" y="1"/>
                  </a:moveTo>
                  <a:lnTo>
                    <a:pt x="1" y="1072"/>
                  </a:lnTo>
                  <a:cubicBezTo>
                    <a:pt x="1" y="1639"/>
                    <a:pt x="473" y="2112"/>
                    <a:pt x="1009" y="2112"/>
                  </a:cubicBezTo>
                  <a:lnTo>
                    <a:pt x="6491" y="2112"/>
                  </a:lnTo>
                  <a:cubicBezTo>
                    <a:pt x="7026" y="2112"/>
                    <a:pt x="7499" y="1639"/>
                    <a:pt x="7499" y="1072"/>
                  </a:cubicBezTo>
                  <a:lnTo>
                    <a:pt x="7499" y="1"/>
                  </a:lnTo>
                  <a:close/>
                </a:path>
              </a:pathLst>
            </a:custGeom>
            <a:grpFill/>
            <a:ln>
              <a:noFill/>
            </a:ln>
          </p:spPr>
          <p:txBody>
            <a:bodyPr spcFirstLastPara="1" wrap="square" lIns="121900" tIns="121900" rIns="121900" bIns="121900" anchor="ctr" anchorCtr="0">
              <a:noAutofit/>
            </a:bodyPr>
            <a:lstStyle/>
            <a:p>
              <a:endParaRPr sz="2400"/>
            </a:p>
          </p:txBody>
        </p:sp>
        <p:sp>
          <p:nvSpPr>
            <p:cNvPr id="443" name="Google Shape;8636;p63">
              <a:extLst>
                <a:ext uri="{FF2B5EF4-FFF2-40B4-BE49-F238E27FC236}">
                  <a16:creationId xmlns:a16="http://schemas.microsoft.com/office/drawing/2014/main" id="{21D30054-6EAE-79C3-D229-55F61DA6471E}"/>
                </a:ext>
              </a:extLst>
            </p:cNvPr>
            <p:cNvSpPr/>
            <p:nvPr/>
          </p:nvSpPr>
          <p:spPr>
            <a:xfrm>
              <a:off x="-31759900" y="3550975"/>
              <a:ext cx="187475" cy="35475"/>
            </a:xfrm>
            <a:custGeom>
              <a:avLst/>
              <a:gdLst/>
              <a:ahLst/>
              <a:cxnLst/>
              <a:rect l="l" t="t" r="r" b="b"/>
              <a:pathLst>
                <a:path w="7499" h="1419" extrusionOk="0">
                  <a:moveTo>
                    <a:pt x="1009" y="1"/>
                  </a:moveTo>
                  <a:cubicBezTo>
                    <a:pt x="473" y="1"/>
                    <a:pt x="1" y="474"/>
                    <a:pt x="1" y="1072"/>
                  </a:cubicBezTo>
                  <a:lnTo>
                    <a:pt x="1" y="1419"/>
                  </a:lnTo>
                  <a:lnTo>
                    <a:pt x="7499" y="1419"/>
                  </a:lnTo>
                  <a:lnTo>
                    <a:pt x="7499" y="1072"/>
                  </a:lnTo>
                  <a:cubicBezTo>
                    <a:pt x="7499" y="537"/>
                    <a:pt x="7026" y="1"/>
                    <a:pt x="6491" y="1"/>
                  </a:cubicBezTo>
                  <a:close/>
                </a:path>
              </a:pathLst>
            </a:custGeom>
            <a:grpFill/>
            <a:ln>
              <a:noFill/>
            </a:ln>
          </p:spPr>
          <p:txBody>
            <a:bodyPr spcFirstLastPara="1" wrap="square" lIns="121900" tIns="121900" rIns="121900" bIns="121900" anchor="ctr" anchorCtr="0">
              <a:noAutofit/>
            </a:bodyPr>
            <a:lstStyle/>
            <a:p>
              <a:endParaRPr sz="2400"/>
            </a:p>
          </p:txBody>
        </p:sp>
        <p:sp>
          <p:nvSpPr>
            <p:cNvPr id="444" name="Google Shape;8637;p63">
              <a:extLst>
                <a:ext uri="{FF2B5EF4-FFF2-40B4-BE49-F238E27FC236}">
                  <a16:creationId xmlns:a16="http://schemas.microsoft.com/office/drawing/2014/main" id="{AF543F34-3E6B-14CF-D9DC-59FC45551233}"/>
                </a:ext>
              </a:extLst>
            </p:cNvPr>
            <p:cNvSpPr/>
            <p:nvPr/>
          </p:nvSpPr>
          <p:spPr>
            <a:xfrm>
              <a:off x="-31759100" y="3602975"/>
              <a:ext cx="188250" cy="172500"/>
            </a:xfrm>
            <a:custGeom>
              <a:avLst/>
              <a:gdLst/>
              <a:ahLst/>
              <a:cxnLst/>
              <a:rect l="l" t="t" r="r" b="b"/>
              <a:pathLst>
                <a:path w="7530" h="6900" extrusionOk="0">
                  <a:moveTo>
                    <a:pt x="0" y="0"/>
                  </a:moveTo>
                  <a:lnTo>
                    <a:pt x="0" y="3088"/>
                  </a:lnTo>
                  <a:lnTo>
                    <a:pt x="1071" y="3088"/>
                  </a:lnTo>
                  <a:cubicBezTo>
                    <a:pt x="1134" y="2773"/>
                    <a:pt x="1386" y="2552"/>
                    <a:pt x="1701" y="2426"/>
                  </a:cubicBezTo>
                  <a:cubicBezTo>
                    <a:pt x="1822" y="2376"/>
                    <a:pt x="1952" y="2351"/>
                    <a:pt x="2083" y="2351"/>
                  </a:cubicBezTo>
                  <a:cubicBezTo>
                    <a:pt x="2361" y="2351"/>
                    <a:pt x="2642" y="2464"/>
                    <a:pt x="2835" y="2678"/>
                  </a:cubicBezTo>
                  <a:lnTo>
                    <a:pt x="3844" y="3781"/>
                  </a:lnTo>
                  <a:cubicBezTo>
                    <a:pt x="4222" y="4190"/>
                    <a:pt x="4222" y="4789"/>
                    <a:pt x="3844" y="5167"/>
                  </a:cubicBezTo>
                  <a:lnTo>
                    <a:pt x="2835" y="6270"/>
                  </a:lnTo>
                  <a:cubicBezTo>
                    <a:pt x="2635" y="6493"/>
                    <a:pt x="2339" y="6621"/>
                    <a:pt x="2050" y="6621"/>
                  </a:cubicBezTo>
                  <a:cubicBezTo>
                    <a:pt x="1930" y="6621"/>
                    <a:pt x="1812" y="6599"/>
                    <a:pt x="1701" y="6553"/>
                  </a:cubicBezTo>
                  <a:cubicBezTo>
                    <a:pt x="1386" y="6427"/>
                    <a:pt x="1134" y="6144"/>
                    <a:pt x="1071" y="5892"/>
                  </a:cubicBezTo>
                  <a:lnTo>
                    <a:pt x="0" y="5892"/>
                  </a:lnTo>
                  <a:lnTo>
                    <a:pt x="0" y="6900"/>
                  </a:lnTo>
                  <a:lnTo>
                    <a:pt x="7530" y="6900"/>
                  </a:lnTo>
                  <a:lnTo>
                    <a:pt x="7530" y="3844"/>
                  </a:lnTo>
                  <a:lnTo>
                    <a:pt x="6459" y="3844"/>
                  </a:lnTo>
                  <a:cubicBezTo>
                    <a:pt x="6364" y="4159"/>
                    <a:pt x="6143" y="4379"/>
                    <a:pt x="5828" y="4505"/>
                  </a:cubicBezTo>
                  <a:cubicBezTo>
                    <a:pt x="5709" y="4551"/>
                    <a:pt x="5589" y="4573"/>
                    <a:pt x="5472" y="4573"/>
                  </a:cubicBezTo>
                  <a:cubicBezTo>
                    <a:pt x="5188" y="4573"/>
                    <a:pt x="4917" y="4445"/>
                    <a:pt x="4694" y="4222"/>
                  </a:cubicBezTo>
                  <a:lnTo>
                    <a:pt x="3655" y="3119"/>
                  </a:lnTo>
                  <a:cubicBezTo>
                    <a:pt x="3308" y="2741"/>
                    <a:pt x="3308" y="2143"/>
                    <a:pt x="3655" y="1765"/>
                  </a:cubicBezTo>
                  <a:lnTo>
                    <a:pt x="4694" y="630"/>
                  </a:lnTo>
                  <a:cubicBezTo>
                    <a:pt x="4866" y="416"/>
                    <a:pt x="5140" y="304"/>
                    <a:pt x="5427" y="304"/>
                  </a:cubicBezTo>
                  <a:cubicBezTo>
                    <a:pt x="5561" y="304"/>
                    <a:pt x="5698" y="328"/>
                    <a:pt x="5828" y="378"/>
                  </a:cubicBezTo>
                  <a:cubicBezTo>
                    <a:pt x="6143" y="504"/>
                    <a:pt x="6364" y="756"/>
                    <a:pt x="6459" y="1040"/>
                  </a:cubicBezTo>
                  <a:lnTo>
                    <a:pt x="7530" y="1040"/>
                  </a:lnTo>
                  <a:lnTo>
                    <a:pt x="7530" y="0"/>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445" name="Google Shape;8536;p63">
            <a:extLst>
              <a:ext uri="{FF2B5EF4-FFF2-40B4-BE49-F238E27FC236}">
                <a16:creationId xmlns:a16="http://schemas.microsoft.com/office/drawing/2014/main" id="{21E3AD5B-7337-7543-0441-0E3B4505E9EB}"/>
              </a:ext>
            </a:extLst>
          </p:cNvPr>
          <p:cNvGrpSpPr/>
          <p:nvPr/>
        </p:nvGrpSpPr>
        <p:grpSpPr>
          <a:xfrm>
            <a:off x="1406743" y="2491226"/>
            <a:ext cx="370764" cy="445375"/>
            <a:chOff x="-35814600" y="3202075"/>
            <a:chExt cx="242625" cy="291450"/>
          </a:xfrm>
          <a:solidFill>
            <a:srgbClr val="6C1D35"/>
          </a:solidFill>
        </p:grpSpPr>
        <p:sp>
          <p:nvSpPr>
            <p:cNvPr id="446" name="Google Shape;8537;p63">
              <a:extLst>
                <a:ext uri="{FF2B5EF4-FFF2-40B4-BE49-F238E27FC236}">
                  <a16:creationId xmlns:a16="http://schemas.microsoft.com/office/drawing/2014/main" id="{D20F0812-08AC-22AE-7052-23A4356A0E69}"/>
                </a:ext>
              </a:extLst>
            </p:cNvPr>
            <p:cNvSpPr/>
            <p:nvPr/>
          </p:nvSpPr>
          <p:spPr>
            <a:xfrm>
              <a:off x="-35814600" y="3202075"/>
              <a:ext cx="51225" cy="202450"/>
            </a:xfrm>
            <a:custGeom>
              <a:avLst/>
              <a:gdLst/>
              <a:ahLst/>
              <a:cxnLst/>
              <a:rect l="l" t="t" r="r" b="b"/>
              <a:pathLst>
                <a:path w="2049" h="8098" extrusionOk="0">
                  <a:moveTo>
                    <a:pt x="1702" y="0"/>
                  </a:moveTo>
                  <a:cubicBezTo>
                    <a:pt x="757" y="0"/>
                    <a:pt x="1" y="788"/>
                    <a:pt x="1" y="1733"/>
                  </a:cubicBezTo>
                  <a:lnTo>
                    <a:pt x="1" y="8097"/>
                  </a:lnTo>
                  <a:cubicBezTo>
                    <a:pt x="348" y="7782"/>
                    <a:pt x="820" y="7562"/>
                    <a:pt x="1387" y="7562"/>
                  </a:cubicBezTo>
                  <a:lnTo>
                    <a:pt x="2049" y="7562"/>
                  </a:lnTo>
                  <a:lnTo>
                    <a:pt x="2049" y="0"/>
                  </a:lnTo>
                  <a:close/>
                </a:path>
              </a:pathLst>
            </a:custGeom>
            <a:grpFill/>
            <a:ln>
              <a:noFill/>
            </a:ln>
          </p:spPr>
          <p:txBody>
            <a:bodyPr spcFirstLastPara="1" wrap="square" lIns="121900" tIns="121900" rIns="121900" bIns="121900" anchor="ctr" anchorCtr="0">
              <a:noAutofit/>
            </a:bodyPr>
            <a:lstStyle/>
            <a:p>
              <a:endParaRPr sz="2400"/>
            </a:p>
          </p:txBody>
        </p:sp>
        <p:sp>
          <p:nvSpPr>
            <p:cNvPr id="447" name="Google Shape;8538;p63">
              <a:extLst>
                <a:ext uri="{FF2B5EF4-FFF2-40B4-BE49-F238E27FC236}">
                  <a16:creationId xmlns:a16="http://schemas.microsoft.com/office/drawing/2014/main" id="{DB676A60-CC4E-A042-2A48-50CA513A04C2}"/>
                </a:ext>
              </a:extLst>
            </p:cNvPr>
            <p:cNvSpPr/>
            <p:nvPr/>
          </p:nvSpPr>
          <p:spPr>
            <a:xfrm>
              <a:off x="-35814600" y="3407650"/>
              <a:ext cx="242625" cy="68550"/>
            </a:xfrm>
            <a:custGeom>
              <a:avLst/>
              <a:gdLst/>
              <a:ahLst/>
              <a:cxnLst/>
              <a:rect l="l" t="t" r="r" b="b"/>
              <a:pathLst>
                <a:path w="9705" h="2742" extrusionOk="0">
                  <a:moveTo>
                    <a:pt x="1387" y="0"/>
                  </a:moveTo>
                  <a:cubicBezTo>
                    <a:pt x="631" y="0"/>
                    <a:pt x="1" y="630"/>
                    <a:pt x="1" y="1386"/>
                  </a:cubicBezTo>
                  <a:cubicBezTo>
                    <a:pt x="1" y="2111"/>
                    <a:pt x="600" y="2741"/>
                    <a:pt x="1356" y="2741"/>
                  </a:cubicBezTo>
                  <a:lnTo>
                    <a:pt x="4758" y="2741"/>
                  </a:lnTo>
                  <a:lnTo>
                    <a:pt x="4758" y="1733"/>
                  </a:lnTo>
                  <a:lnTo>
                    <a:pt x="1702" y="1733"/>
                  </a:lnTo>
                  <a:cubicBezTo>
                    <a:pt x="1513" y="1733"/>
                    <a:pt x="1356" y="1575"/>
                    <a:pt x="1356" y="1355"/>
                  </a:cubicBezTo>
                  <a:cubicBezTo>
                    <a:pt x="1356" y="1166"/>
                    <a:pt x="1513" y="1008"/>
                    <a:pt x="1702" y="1008"/>
                  </a:cubicBezTo>
                  <a:lnTo>
                    <a:pt x="9232" y="1008"/>
                  </a:lnTo>
                  <a:cubicBezTo>
                    <a:pt x="9263" y="851"/>
                    <a:pt x="9326" y="662"/>
                    <a:pt x="9452" y="536"/>
                  </a:cubicBezTo>
                  <a:cubicBezTo>
                    <a:pt x="9704" y="221"/>
                    <a:pt x="9484" y="0"/>
                    <a:pt x="9263" y="0"/>
                  </a:cubicBezTo>
                  <a:close/>
                </a:path>
              </a:pathLst>
            </a:custGeom>
            <a:grpFill/>
            <a:ln>
              <a:noFill/>
            </a:ln>
          </p:spPr>
          <p:txBody>
            <a:bodyPr spcFirstLastPara="1" wrap="square" lIns="121900" tIns="121900" rIns="121900" bIns="121900" anchor="ctr" anchorCtr="0">
              <a:noAutofit/>
            </a:bodyPr>
            <a:lstStyle/>
            <a:p>
              <a:endParaRPr sz="2400"/>
            </a:p>
          </p:txBody>
        </p:sp>
        <p:sp>
          <p:nvSpPr>
            <p:cNvPr id="448" name="Google Shape;8539;p63">
              <a:extLst>
                <a:ext uri="{FF2B5EF4-FFF2-40B4-BE49-F238E27FC236}">
                  <a16:creationId xmlns:a16="http://schemas.microsoft.com/office/drawing/2014/main" id="{8E4C1718-E5CA-1D0C-6DA3-A71D1A857369}"/>
                </a:ext>
              </a:extLst>
            </p:cNvPr>
            <p:cNvSpPr/>
            <p:nvPr/>
          </p:nvSpPr>
          <p:spPr>
            <a:xfrm>
              <a:off x="-35627125" y="3450950"/>
              <a:ext cx="55150" cy="25250"/>
            </a:xfrm>
            <a:custGeom>
              <a:avLst/>
              <a:gdLst/>
              <a:ahLst/>
              <a:cxnLst/>
              <a:rect l="l" t="t" r="r" b="b"/>
              <a:pathLst>
                <a:path w="2206" h="1010" extrusionOk="0">
                  <a:moveTo>
                    <a:pt x="0" y="1"/>
                  </a:moveTo>
                  <a:lnTo>
                    <a:pt x="0" y="1009"/>
                  </a:lnTo>
                  <a:lnTo>
                    <a:pt x="1670" y="1009"/>
                  </a:lnTo>
                  <a:cubicBezTo>
                    <a:pt x="1953" y="1009"/>
                    <a:pt x="2205" y="788"/>
                    <a:pt x="1953" y="505"/>
                  </a:cubicBezTo>
                  <a:cubicBezTo>
                    <a:pt x="1827" y="347"/>
                    <a:pt x="1764" y="190"/>
                    <a:pt x="1670" y="1"/>
                  </a:cubicBezTo>
                  <a:close/>
                </a:path>
              </a:pathLst>
            </a:custGeom>
            <a:grpFill/>
            <a:ln>
              <a:noFill/>
            </a:ln>
          </p:spPr>
          <p:txBody>
            <a:bodyPr spcFirstLastPara="1" wrap="square" lIns="121900" tIns="121900" rIns="121900" bIns="121900" anchor="ctr" anchorCtr="0">
              <a:noAutofit/>
            </a:bodyPr>
            <a:lstStyle/>
            <a:p>
              <a:endParaRPr sz="2400"/>
            </a:p>
          </p:txBody>
        </p:sp>
        <p:sp>
          <p:nvSpPr>
            <p:cNvPr id="449" name="Google Shape;8540;p63">
              <a:extLst>
                <a:ext uri="{FF2B5EF4-FFF2-40B4-BE49-F238E27FC236}">
                  <a16:creationId xmlns:a16="http://schemas.microsoft.com/office/drawing/2014/main" id="{FED43E2B-C12C-25E1-4E39-5132A0DEFCD2}"/>
                </a:ext>
              </a:extLst>
            </p:cNvPr>
            <p:cNvSpPr/>
            <p:nvPr/>
          </p:nvSpPr>
          <p:spPr>
            <a:xfrm>
              <a:off x="-35703525" y="3305250"/>
              <a:ext cx="84300" cy="34675"/>
            </a:xfrm>
            <a:custGeom>
              <a:avLst/>
              <a:gdLst/>
              <a:ahLst/>
              <a:cxnLst/>
              <a:rect l="l" t="t" r="r" b="b"/>
              <a:pathLst>
                <a:path w="3372" h="1387" extrusionOk="0">
                  <a:moveTo>
                    <a:pt x="1701" y="0"/>
                  </a:moveTo>
                  <a:cubicBezTo>
                    <a:pt x="882" y="0"/>
                    <a:pt x="221" y="599"/>
                    <a:pt x="0" y="1387"/>
                  </a:cubicBezTo>
                  <a:lnTo>
                    <a:pt x="3371" y="1387"/>
                  </a:lnTo>
                  <a:cubicBezTo>
                    <a:pt x="3214" y="599"/>
                    <a:pt x="2521" y="0"/>
                    <a:pt x="1701" y="0"/>
                  </a:cubicBezTo>
                  <a:close/>
                </a:path>
              </a:pathLst>
            </a:custGeom>
            <a:grpFill/>
            <a:ln>
              <a:noFill/>
            </a:ln>
          </p:spPr>
          <p:txBody>
            <a:bodyPr spcFirstLastPara="1" wrap="square" lIns="121900" tIns="121900" rIns="121900" bIns="121900" anchor="ctr" anchorCtr="0">
              <a:noAutofit/>
            </a:bodyPr>
            <a:lstStyle/>
            <a:p>
              <a:endParaRPr sz="2400"/>
            </a:p>
          </p:txBody>
        </p:sp>
        <p:sp>
          <p:nvSpPr>
            <p:cNvPr id="450" name="Google Shape;8541;p63">
              <a:extLst>
                <a:ext uri="{FF2B5EF4-FFF2-40B4-BE49-F238E27FC236}">
                  <a16:creationId xmlns:a16="http://schemas.microsoft.com/office/drawing/2014/main" id="{0B36ED06-8D09-C316-6DA3-4026157B860E}"/>
                </a:ext>
              </a:extLst>
            </p:cNvPr>
            <p:cNvSpPr/>
            <p:nvPr/>
          </p:nvSpPr>
          <p:spPr>
            <a:xfrm>
              <a:off x="-35677550" y="3254050"/>
              <a:ext cx="33100" cy="33100"/>
            </a:xfrm>
            <a:custGeom>
              <a:avLst/>
              <a:gdLst/>
              <a:ahLst/>
              <a:cxnLst/>
              <a:rect l="l" t="t" r="r" b="b"/>
              <a:pathLst>
                <a:path w="1324" h="1324" extrusionOk="0">
                  <a:moveTo>
                    <a:pt x="662" y="1"/>
                  </a:moveTo>
                  <a:cubicBezTo>
                    <a:pt x="316" y="1"/>
                    <a:pt x="1" y="284"/>
                    <a:pt x="1" y="662"/>
                  </a:cubicBezTo>
                  <a:cubicBezTo>
                    <a:pt x="1" y="1040"/>
                    <a:pt x="316" y="1324"/>
                    <a:pt x="662" y="1324"/>
                  </a:cubicBezTo>
                  <a:cubicBezTo>
                    <a:pt x="1040" y="1324"/>
                    <a:pt x="1324" y="1040"/>
                    <a:pt x="1324" y="662"/>
                  </a:cubicBezTo>
                  <a:cubicBezTo>
                    <a:pt x="1324" y="284"/>
                    <a:pt x="1040" y="1"/>
                    <a:pt x="662" y="1"/>
                  </a:cubicBezTo>
                  <a:close/>
                </a:path>
              </a:pathLst>
            </a:custGeom>
            <a:grpFill/>
            <a:ln>
              <a:noFill/>
            </a:ln>
          </p:spPr>
          <p:txBody>
            <a:bodyPr spcFirstLastPara="1" wrap="square" lIns="121900" tIns="121900" rIns="121900" bIns="121900" anchor="ctr" anchorCtr="0">
              <a:noAutofit/>
            </a:bodyPr>
            <a:lstStyle/>
            <a:p>
              <a:endParaRPr sz="2400"/>
            </a:p>
          </p:txBody>
        </p:sp>
        <p:sp>
          <p:nvSpPr>
            <p:cNvPr id="451" name="Google Shape;8542;p63">
              <a:extLst>
                <a:ext uri="{FF2B5EF4-FFF2-40B4-BE49-F238E27FC236}">
                  <a16:creationId xmlns:a16="http://schemas.microsoft.com/office/drawing/2014/main" id="{773C7FE8-711B-3EE5-DA82-4C5513BF5D97}"/>
                </a:ext>
              </a:extLst>
            </p:cNvPr>
            <p:cNvSpPr/>
            <p:nvPr/>
          </p:nvSpPr>
          <p:spPr>
            <a:xfrm>
              <a:off x="-35746850" y="3202075"/>
              <a:ext cx="171725" cy="189050"/>
            </a:xfrm>
            <a:custGeom>
              <a:avLst/>
              <a:gdLst/>
              <a:ahLst/>
              <a:cxnLst/>
              <a:rect l="l" t="t" r="r" b="b"/>
              <a:pathLst>
                <a:path w="6869" h="7562" extrusionOk="0">
                  <a:moveTo>
                    <a:pt x="3434" y="1355"/>
                  </a:moveTo>
                  <a:cubicBezTo>
                    <a:pt x="4191" y="1355"/>
                    <a:pt x="4821" y="1985"/>
                    <a:pt x="4821" y="2741"/>
                  </a:cubicBezTo>
                  <a:cubicBezTo>
                    <a:pt x="4821" y="3088"/>
                    <a:pt x="4663" y="3403"/>
                    <a:pt x="4474" y="3655"/>
                  </a:cubicBezTo>
                  <a:cubicBezTo>
                    <a:pt x="5293" y="4033"/>
                    <a:pt x="5829" y="4852"/>
                    <a:pt x="5829" y="5829"/>
                  </a:cubicBezTo>
                  <a:cubicBezTo>
                    <a:pt x="5829" y="6018"/>
                    <a:pt x="5671" y="6175"/>
                    <a:pt x="5482" y="6175"/>
                  </a:cubicBezTo>
                  <a:lnTo>
                    <a:pt x="1387" y="6175"/>
                  </a:lnTo>
                  <a:cubicBezTo>
                    <a:pt x="1198" y="6175"/>
                    <a:pt x="1040" y="6018"/>
                    <a:pt x="1040" y="5829"/>
                  </a:cubicBezTo>
                  <a:cubicBezTo>
                    <a:pt x="1040" y="4852"/>
                    <a:pt x="1576" y="4033"/>
                    <a:pt x="2426" y="3655"/>
                  </a:cubicBezTo>
                  <a:cubicBezTo>
                    <a:pt x="2174" y="3403"/>
                    <a:pt x="2048" y="3088"/>
                    <a:pt x="2048" y="2741"/>
                  </a:cubicBezTo>
                  <a:cubicBezTo>
                    <a:pt x="2048" y="1985"/>
                    <a:pt x="2678" y="1355"/>
                    <a:pt x="3434" y="1355"/>
                  </a:cubicBezTo>
                  <a:close/>
                  <a:moveTo>
                    <a:pt x="0" y="0"/>
                  </a:moveTo>
                  <a:lnTo>
                    <a:pt x="0" y="7562"/>
                  </a:lnTo>
                  <a:lnTo>
                    <a:pt x="6868" y="7562"/>
                  </a:lnTo>
                  <a:lnTo>
                    <a:pt x="6868" y="1009"/>
                  </a:lnTo>
                  <a:cubicBezTo>
                    <a:pt x="6868" y="473"/>
                    <a:pt x="6396" y="0"/>
                    <a:pt x="5829" y="0"/>
                  </a:cubicBezTo>
                  <a:close/>
                </a:path>
              </a:pathLst>
            </a:custGeom>
            <a:grpFill/>
            <a:ln>
              <a:noFill/>
            </a:ln>
          </p:spPr>
          <p:txBody>
            <a:bodyPr spcFirstLastPara="1" wrap="square" lIns="121900" tIns="121900" rIns="121900" bIns="121900" anchor="ctr" anchorCtr="0">
              <a:noAutofit/>
            </a:bodyPr>
            <a:lstStyle/>
            <a:p>
              <a:endParaRPr sz="2400"/>
            </a:p>
          </p:txBody>
        </p:sp>
        <p:sp>
          <p:nvSpPr>
            <p:cNvPr id="452" name="Google Shape;8543;p63">
              <a:extLst>
                <a:ext uri="{FF2B5EF4-FFF2-40B4-BE49-F238E27FC236}">
                  <a16:creationId xmlns:a16="http://schemas.microsoft.com/office/drawing/2014/main" id="{5A7D2D1A-5971-671C-BB06-B1CBED92747F}"/>
                </a:ext>
              </a:extLst>
            </p:cNvPr>
            <p:cNvSpPr/>
            <p:nvPr/>
          </p:nvSpPr>
          <p:spPr>
            <a:xfrm>
              <a:off x="-35677550" y="3450950"/>
              <a:ext cx="34675" cy="42575"/>
            </a:xfrm>
            <a:custGeom>
              <a:avLst/>
              <a:gdLst/>
              <a:ahLst/>
              <a:cxnLst/>
              <a:rect l="l" t="t" r="r" b="b"/>
              <a:pathLst>
                <a:path w="1387" h="1703" extrusionOk="0">
                  <a:moveTo>
                    <a:pt x="1" y="1"/>
                  </a:moveTo>
                  <a:lnTo>
                    <a:pt x="1" y="1702"/>
                  </a:lnTo>
                  <a:lnTo>
                    <a:pt x="505" y="1387"/>
                  </a:lnTo>
                  <a:cubicBezTo>
                    <a:pt x="536" y="1324"/>
                    <a:pt x="631" y="1324"/>
                    <a:pt x="694" y="1324"/>
                  </a:cubicBezTo>
                  <a:cubicBezTo>
                    <a:pt x="711" y="1316"/>
                    <a:pt x="725" y="1312"/>
                    <a:pt x="739" y="1312"/>
                  </a:cubicBezTo>
                  <a:cubicBezTo>
                    <a:pt x="776" y="1312"/>
                    <a:pt x="805" y="1341"/>
                    <a:pt x="851" y="1387"/>
                  </a:cubicBezTo>
                  <a:lnTo>
                    <a:pt x="1387" y="1702"/>
                  </a:lnTo>
                  <a:lnTo>
                    <a:pt x="1387" y="1"/>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453" name="Google Shape;8553;p63">
            <a:extLst>
              <a:ext uri="{FF2B5EF4-FFF2-40B4-BE49-F238E27FC236}">
                <a16:creationId xmlns:a16="http://schemas.microsoft.com/office/drawing/2014/main" id="{8EBFB3B3-8567-F990-C3CA-999EC249F9AC}"/>
              </a:ext>
            </a:extLst>
          </p:cNvPr>
          <p:cNvGrpSpPr/>
          <p:nvPr/>
        </p:nvGrpSpPr>
        <p:grpSpPr>
          <a:xfrm>
            <a:off x="4187361" y="2491225"/>
            <a:ext cx="445375" cy="445375"/>
            <a:chOff x="-34003850" y="3227275"/>
            <a:chExt cx="291450" cy="291450"/>
          </a:xfrm>
          <a:solidFill>
            <a:srgbClr val="6C1D35"/>
          </a:solidFill>
        </p:grpSpPr>
        <p:sp>
          <p:nvSpPr>
            <p:cNvPr id="454" name="Google Shape;8554;p63">
              <a:extLst>
                <a:ext uri="{FF2B5EF4-FFF2-40B4-BE49-F238E27FC236}">
                  <a16:creationId xmlns:a16="http://schemas.microsoft.com/office/drawing/2014/main" id="{7ADC2719-D765-DF6C-7154-CFB2EEB770B9}"/>
                </a:ext>
              </a:extLst>
            </p:cNvPr>
            <p:cNvSpPr/>
            <p:nvPr/>
          </p:nvSpPr>
          <p:spPr>
            <a:xfrm>
              <a:off x="-33852625" y="3313925"/>
              <a:ext cx="128425" cy="49625"/>
            </a:xfrm>
            <a:custGeom>
              <a:avLst/>
              <a:gdLst/>
              <a:ahLst/>
              <a:cxnLst/>
              <a:rect l="l" t="t" r="r" b="b"/>
              <a:pathLst>
                <a:path w="5137" h="1985" extrusionOk="0">
                  <a:moveTo>
                    <a:pt x="473" y="0"/>
                  </a:moveTo>
                  <a:cubicBezTo>
                    <a:pt x="316" y="0"/>
                    <a:pt x="158" y="32"/>
                    <a:pt x="1" y="126"/>
                  </a:cubicBezTo>
                  <a:lnTo>
                    <a:pt x="2521" y="1985"/>
                  </a:lnTo>
                  <a:lnTo>
                    <a:pt x="5136" y="158"/>
                  </a:lnTo>
                  <a:cubicBezTo>
                    <a:pt x="4979" y="32"/>
                    <a:pt x="4790" y="0"/>
                    <a:pt x="4569" y="0"/>
                  </a:cubicBezTo>
                  <a:close/>
                </a:path>
              </a:pathLst>
            </a:custGeom>
            <a:grpFill/>
            <a:ln>
              <a:noFill/>
            </a:ln>
          </p:spPr>
          <p:txBody>
            <a:bodyPr spcFirstLastPara="1" wrap="square" lIns="121900" tIns="121900" rIns="121900" bIns="121900" anchor="ctr" anchorCtr="0">
              <a:noAutofit/>
            </a:bodyPr>
            <a:lstStyle/>
            <a:p>
              <a:endParaRPr sz="2400"/>
            </a:p>
          </p:txBody>
        </p:sp>
        <p:sp>
          <p:nvSpPr>
            <p:cNvPr id="455" name="Google Shape;8555;p63">
              <a:extLst>
                <a:ext uri="{FF2B5EF4-FFF2-40B4-BE49-F238E27FC236}">
                  <a16:creationId xmlns:a16="http://schemas.microsoft.com/office/drawing/2014/main" id="{D1FEBAE7-3040-09AF-C2DB-5A24407F060D}"/>
                </a:ext>
              </a:extLst>
            </p:cNvPr>
            <p:cNvSpPr/>
            <p:nvPr/>
          </p:nvSpPr>
          <p:spPr>
            <a:xfrm>
              <a:off x="-33866000" y="3328875"/>
              <a:ext cx="153600" cy="103200"/>
            </a:xfrm>
            <a:custGeom>
              <a:avLst/>
              <a:gdLst/>
              <a:ahLst/>
              <a:cxnLst/>
              <a:rect l="l" t="t" r="r" b="b"/>
              <a:pathLst>
                <a:path w="6144" h="4128" extrusionOk="0">
                  <a:moveTo>
                    <a:pt x="63" y="1"/>
                  </a:moveTo>
                  <a:cubicBezTo>
                    <a:pt x="32" y="127"/>
                    <a:pt x="0" y="284"/>
                    <a:pt x="0" y="379"/>
                  </a:cubicBezTo>
                  <a:lnTo>
                    <a:pt x="0" y="3120"/>
                  </a:lnTo>
                  <a:cubicBezTo>
                    <a:pt x="0" y="3655"/>
                    <a:pt x="473" y="4128"/>
                    <a:pt x="1040" y="4128"/>
                  </a:cubicBezTo>
                  <a:lnTo>
                    <a:pt x="5136" y="4128"/>
                  </a:lnTo>
                  <a:cubicBezTo>
                    <a:pt x="5671" y="4128"/>
                    <a:pt x="6144" y="3655"/>
                    <a:pt x="6144" y="3120"/>
                  </a:cubicBezTo>
                  <a:lnTo>
                    <a:pt x="6144" y="379"/>
                  </a:lnTo>
                  <a:cubicBezTo>
                    <a:pt x="6144" y="284"/>
                    <a:pt x="6112" y="190"/>
                    <a:pt x="6112" y="64"/>
                  </a:cubicBezTo>
                  <a:lnTo>
                    <a:pt x="3277" y="2048"/>
                  </a:lnTo>
                  <a:cubicBezTo>
                    <a:pt x="3214" y="2080"/>
                    <a:pt x="3151" y="2080"/>
                    <a:pt x="3056" y="2080"/>
                  </a:cubicBezTo>
                  <a:cubicBezTo>
                    <a:pt x="2993" y="2080"/>
                    <a:pt x="2962" y="2080"/>
                    <a:pt x="2867" y="2048"/>
                  </a:cubicBezTo>
                  <a:lnTo>
                    <a:pt x="63" y="1"/>
                  </a:lnTo>
                  <a:close/>
                </a:path>
              </a:pathLst>
            </a:custGeom>
            <a:grpFill/>
            <a:ln>
              <a:noFill/>
            </a:ln>
          </p:spPr>
          <p:txBody>
            <a:bodyPr spcFirstLastPara="1" wrap="square" lIns="121900" tIns="121900" rIns="121900" bIns="121900" anchor="ctr" anchorCtr="0">
              <a:noAutofit/>
            </a:bodyPr>
            <a:lstStyle/>
            <a:p>
              <a:endParaRPr sz="2400"/>
            </a:p>
          </p:txBody>
        </p:sp>
        <p:sp>
          <p:nvSpPr>
            <p:cNvPr id="456" name="Google Shape;8556;p63">
              <a:extLst>
                <a:ext uri="{FF2B5EF4-FFF2-40B4-BE49-F238E27FC236}">
                  <a16:creationId xmlns:a16="http://schemas.microsoft.com/office/drawing/2014/main" id="{7C08D4E6-E18F-CEF1-58B1-A58D11B9F993}"/>
                </a:ext>
              </a:extLst>
            </p:cNvPr>
            <p:cNvSpPr/>
            <p:nvPr/>
          </p:nvSpPr>
          <p:spPr>
            <a:xfrm>
              <a:off x="-34003850" y="3279250"/>
              <a:ext cx="189050" cy="188275"/>
            </a:xfrm>
            <a:custGeom>
              <a:avLst/>
              <a:gdLst/>
              <a:ahLst/>
              <a:cxnLst/>
              <a:rect l="l" t="t" r="r" b="b"/>
              <a:pathLst>
                <a:path w="7562" h="7531" extrusionOk="0">
                  <a:moveTo>
                    <a:pt x="3781" y="2017"/>
                  </a:moveTo>
                  <a:cubicBezTo>
                    <a:pt x="3970" y="2017"/>
                    <a:pt x="4128" y="2175"/>
                    <a:pt x="4128" y="2364"/>
                  </a:cubicBezTo>
                  <a:cubicBezTo>
                    <a:pt x="4128" y="2584"/>
                    <a:pt x="3970" y="2742"/>
                    <a:pt x="3781" y="2742"/>
                  </a:cubicBezTo>
                  <a:lnTo>
                    <a:pt x="1702" y="2742"/>
                  </a:lnTo>
                  <a:cubicBezTo>
                    <a:pt x="1482" y="2742"/>
                    <a:pt x="1324" y="2584"/>
                    <a:pt x="1324" y="2364"/>
                  </a:cubicBezTo>
                  <a:cubicBezTo>
                    <a:pt x="1324" y="2175"/>
                    <a:pt x="1482" y="2017"/>
                    <a:pt x="1702" y="2017"/>
                  </a:cubicBezTo>
                  <a:close/>
                  <a:moveTo>
                    <a:pt x="3057" y="3403"/>
                  </a:moveTo>
                  <a:cubicBezTo>
                    <a:pt x="3277" y="3403"/>
                    <a:pt x="3435" y="3561"/>
                    <a:pt x="3435" y="3750"/>
                  </a:cubicBezTo>
                  <a:cubicBezTo>
                    <a:pt x="3466" y="3939"/>
                    <a:pt x="3277" y="4096"/>
                    <a:pt x="3057" y="4096"/>
                  </a:cubicBezTo>
                  <a:lnTo>
                    <a:pt x="1702" y="4096"/>
                  </a:lnTo>
                  <a:cubicBezTo>
                    <a:pt x="1482" y="4096"/>
                    <a:pt x="1324" y="3939"/>
                    <a:pt x="1324" y="3750"/>
                  </a:cubicBezTo>
                  <a:cubicBezTo>
                    <a:pt x="1324" y="3561"/>
                    <a:pt x="1482" y="3403"/>
                    <a:pt x="1702" y="3403"/>
                  </a:cubicBezTo>
                  <a:close/>
                  <a:moveTo>
                    <a:pt x="2395" y="4790"/>
                  </a:moveTo>
                  <a:cubicBezTo>
                    <a:pt x="2584" y="4790"/>
                    <a:pt x="2742" y="4947"/>
                    <a:pt x="2742" y="5136"/>
                  </a:cubicBezTo>
                  <a:cubicBezTo>
                    <a:pt x="2742" y="5325"/>
                    <a:pt x="2584" y="5483"/>
                    <a:pt x="2395" y="5483"/>
                  </a:cubicBezTo>
                  <a:lnTo>
                    <a:pt x="1702" y="5483"/>
                  </a:lnTo>
                  <a:cubicBezTo>
                    <a:pt x="1482" y="5483"/>
                    <a:pt x="1324" y="5325"/>
                    <a:pt x="1324" y="5136"/>
                  </a:cubicBezTo>
                  <a:cubicBezTo>
                    <a:pt x="1324" y="4947"/>
                    <a:pt x="1482" y="4790"/>
                    <a:pt x="1702" y="4790"/>
                  </a:cubicBezTo>
                  <a:close/>
                  <a:moveTo>
                    <a:pt x="1" y="1"/>
                  </a:moveTo>
                  <a:lnTo>
                    <a:pt x="1" y="7530"/>
                  </a:lnTo>
                  <a:lnTo>
                    <a:pt x="7562" y="7530"/>
                  </a:lnTo>
                  <a:lnTo>
                    <a:pt x="7562" y="6837"/>
                  </a:lnTo>
                  <a:lnTo>
                    <a:pt x="6522" y="6837"/>
                  </a:lnTo>
                  <a:cubicBezTo>
                    <a:pt x="5577" y="6837"/>
                    <a:pt x="4853" y="6081"/>
                    <a:pt x="4853" y="5136"/>
                  </a:cubicBezTo>
                  <a:lnTo>
                    <a:pt x="4853" y="2395"/>
                  </a:lnTo>
                  <a:cubicBezTo>
                    <a:pt x="4853" y="1450"/>
                    <a:pt x="5577" y="725"/>
                    <a:pt x="6522" y="725"/>
                  </a:cubicBezTo>
                  <a:lnTo>
                    <a:pt x="7562" y="725"/>
                  </a:lnTo>
                  <a:lnTo>
                    <a:pt x="7562" y="1"/>
                  </a:lnTo>
                  <a:close/>
                </a:path>
              </a:pathLst>
            </a:custGeom>
            <a:grpFill/>
            <a:ln>
              <a:noFill/>
            </a:ln>
          </p:spPr>
          <p:txBody>
            <a:bodyPr spcFirstLastPara="1" wrap="square" lIns="121900" tIns="121900" rIns="121900" bIns="121900" anchor="ctr" anchorCtr="0">
              <a:noAutofit/>
            </a:bodyPr>
            <a:lstStyle/>
            <a:p>
              <a:endParaRPr sz="2400"/>
            </a:p>
          </p:txBody>
        </p:sp>
        <p:sp>
          <p:nvSpPr>
            <p:cNvPr id="457" name="Google Shape;8557;p63">
              <a:extLst>
                <a:ext uri="{FF2B5EF4-FFF2-40B4-BE49-F238E27FC236}">
                  <a16:creationId xmlns:a16="http://schemas.microsoft.com/office/drawing/2014/main" id="{476E439C-1C2A-A729-DE37-6951C5AACDE7}"/>
                </a:ext>
              </a:extLst>
            </p:cNvPr>
            <p:cNvSpPr/>
            <p:nvPr/>
          </p:nvSpPr>
          <p:spPr>
            <a:xfrm>
              <a:off x="-34003850" y="3227275"/>
              <a:ext cx="189050" cy="34675"/>
            </a:xfrm>
            <a:custGeom>
              <a:avLst/>
              <a:gdLst/>
              <a:ahLst/>
              <a:cxnLst/>
              <a:rect l="l" t="t" r="r" b="b"/>
              <a:pathLst>
                <a:path w="7562" h="1387" extrusionOk="0">
                  <a:moveTo>
                    <a:pt x="1009" y="1"/>
                  </a:moveTo>
                  <a:cubicBezTo>
                    <a:pt x="473" y="1"/>
                    <a:pt x="1" y="473"/>
                    <a:pt x="1" y="1040"/>
                  </a:cubicBezTo>
                  <a:lnTo>
                    <a:pt x="1" y="1387"/>
                  </a:lnTo>
                  <a:lnTo>
                    <a:pt x="7562" y="1387"/>
                  </a:lnTo>
                  <a:lnTo>
                    <a:pt x="7562" y="1040"/>
                  </a:lnTo>
                  <a:cubicBezTo>
                    <a:pt x="7562" y="473"/>
                    <a:pt x="7089" y="1"/>
                    <a:pt x="6522" y="1"/>
                  </a:cubicBezTo>
                  <a:close/>
                </a:path>
              </a:pathLst>
            </a:custGeom>
            <a:grpFill/>
            <a:ln>
              <a:noFill/>
            </a:ln>
          </p:spPr>
          <p:txBody>
            <a:bodyPr spcFirstLastPara="1" wrap="square" lIns="121900" tIns="121900" rIns="121900" bIns="121900" anchor="ctr" anchorCtr="0">
              <a:noAutofit/>
            </a:bodyPr>
            <a:lstStyle/>
            <a:p>
              <a:endParaRPr sz="2400"/>
            </a:p>
          </p:txBody>
        </p:sp>
        <p:sp>
          <p:nvSpPr>
            <p:cNvPr id="458" name="Google Shape;8558;p63">
              <a:extLst>
                <a:ext uri="{FF2B5EF4-FFF2-40B4-BE49-F238E27FC236}">
                  <a16:creationId xmlns:a16="http://schemas.microsoft.com/office/drawing/2014/main" id="{21A85E26-A21F-DA97-49E4-3E8843D2AAB2}"/>
                </a:ext>
              </a:extLst>
            </p:cNvPr>
            <p:cNvSpPr/>
            <p:nvPr/>
          </p:nvSpPr>
          <p:spPr>
            <a:xfrm>
              <a:off x="-34003850" y="3484050"/>
              <a:ext cx="189050" cy="34675"/>
            </a:xfrm>
            <a:custGeom>
              <a:avLst/>
              <a:gdLst/>
              <a:ahLst/>
              <a:cxnLst/>
              <a:rect l="l" t="t" r="r" b="b"/>
              <a:pathLst>
                <a:path w="7562" h="1387" extrusionOk="0">
                  <a:moveTo>
                    <a:pt x="1" y="0"/>
                  </a:moveTo>
                  <a:lnTo>
                    <a:pt x="1" y="347"/>
                  </a:lnTo>
                  <a:cubicBezTo>
                    <a:pt x="1" y="945"/>
                    <a:pt x="442" y="1386"/>
                    <a:pt x="1009" y="1386"/>
                  </a:cubicBezTo>
                  <a:lnTo>
                    <a:pt x="6522" y="1386"/>
                  </a:lnTo>
                  <a:cubicBezTo>
                    <a:pt x="7089" y="1386"/>
                    <a:pt x="7562" y="914"/>
                    <a:pt x="7562" y="347"/>
                  </a:cubicBezTo>
                  <a:lnTo>
                    <a:pt x="7562" y="0"/>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459" name="Google Shape;8582;p63">
            <a:extLst>
              <a:ext uri="{FF2B5EF4-FFF2-40B4-BE49-F238E27FC236}">
                <a16:creationId xmlns:a16="http://schemas.microsoft.com/office/drawing/2014/main" id="{34F0064C-5FBC-FC6F-C1DC-BE2413D2199E}"/>
              </a:ext>
            </a:extLst>
          </p:cNvPr>
          <p:cNvGrpSpPr/>
          <p:nvPr/>
        </p:nvGrpSpPr>
        <p:grpSpPr>
          <a:xfrm>
            <a:off x="1933126" y="2491226"/>
            <a:ext cx="445375" cy="445375"/>
            <a:chOff x="-35481425" y="3202075"/>
            <a:chExt cx="291450" cy="291450"/>
          </a:xfrm>
          <a:solidFill>
            <a:srgbClr val="6C1D35"/>
          </a:solidFill>
        </p:grpSpPr>
        <p:sp>
          <p:nvSpPr>
            <p:cNvPr id="460" name="Google Shape;8583;p63">
              <a:extLst>
                <a:ext uri="{FF2B5EF4-FFF2-40B4-BE49-F238E27FC236}">
                  <a16:creationId xmlns:a16="http://schemas.microsoft.com/office/drawing/2014/main" id="{5C4CE9C5-7A35-05F3-003F-AF1C265CF24F}"/>
                </a:ext>
              </a:extLst>
            </p:cNvPr>
            <p:cNvSpPr/>
            <p:nvPr/>
          </p:nvSpPr>
          <p:spPr>
            <a:xfrm>
              <a:off x="-35414475" y="3304600"/>
              <a:ext cx="154400" cy="85975"/>
            </a:xfrm>
            <a:custGeom>
              <a:avLst/>
              <a:gdLst/>
              <a:ahLst/>
              <a:cxnLst/>
              <a:rect l="l" t="t" r="r" b="b"/>
              <a:pathLst>
                <a:path w="6176" h="3439" extrusionOk="0">
                  <a:moveTo>
                    <a:pt x="4433" y="0"/>
                  </a:moveTo>
                  <a:cubicBezTo>
                    <a:pt x="4393" y="0"/>
                    <a:pt x="4354" y="8"/>
                    <a:pt x="4317" y="26"/>
                  </a:cubicBezTo>
                  <a:cubicBezTo>
                    <a:pt x="4191" y="58"/>
                    <a:pt x="4128" y="216"/>
                    <a:pt x="4128" y="342"/>
                  </a:cubicBezTo>
                  <a:lnTo>
                    <a:pt x="4128" y="1003"/>
                  </a:lnTo>
                  <a:lnTo>
                    <a:pt x="2048" y="1003"/>
                  </a:lnTo>
                  <a:lnTo>
                    <a:pt x="2048" y="342"/>
                  </a:lnTo>
                  <a:cubicBezTo>
                    <a:pt x="2048" y="184"/>
                    <a:pt x="1954" y="58"/>
                    <a:pt x="1828" y="26"/>
                  </a:cubicBezTo>
                  <a:cubicBezTo>
                    <a:pt x="1793" y="15"/>
                    <a:pt x="1750" y="8"/>
                    <a:pt x="1705" y="8"/>
                  </a:cubicBezTo>
                  <a:cubicBezTo>
                    <a:pt x="1626" y="8"/>
                    <a:pt x="1541" y="30"/>
                    <a:pt x="1481" y="89"/>
                  </a:cubicBezTo>
                  <a:lnTo>
                    <a:pt x="95" y="1476"/>
                  </a:lnTo>
                  <a:cubicBezTo>
                    <a:pt x="0" y="1602"/>
                    <a:pt x="0" y="1822"/>
                    <a:pt x="95" y="1948"/>
                  </a:cubicBezTo>
                  <a:lnTo>
                    <a:pt x="1481" y="3334"/>
                  </a:lnTo>
                  <a:cubicBezTo>
                    <a:pt x="1548" y="3379"/>
                    <a:pt x="1646" y="3424"/>
                    <a:pt x="1732" y="3424"/>
                  </a:cubicBezTo>
                  <a:cubicBezTo>
                    <a:pt x="1767" y="3424"/>
                    <a:pt x="1800" y="3416"/>
                    <a:pt x="1828" y="3398"/>
                  </a:cubicBezTo>
                  <a:cubicBezTo>
                    <a:pt x="1954" y="3366"/>
                    <a:pt x="2048" y="3208"/>
                    <a:pt x="2048" y="3082"/>
                  </a:cubicBezTo>
                  <a:lnTo>
                    <a:pt x="2048" y="2421"/>
                  </a:lnTo>
                  <a:lnTo>
                    <a:pt x="4128" y="2421"/>
                  </a:lnTo>
                  <a:lnTo>
                    <a:pt x="4128" y="3082"/>
                  </a:lnTo>
                  <a:cubicBezTo>
                    <a:pt x="4128" y="3240"/>
                    <a:pt x="4191" y="3366"/>
                    <a:pt x="4317" y="3398"/>
                  </a:cubicBezTo>
                  <a:cubicBezTo>
                    <a:pt x="4369" y="3424"/>
                    <a:pt x="4426" y="3439"/>
                    <a:pt x="4483" y="3439"/>
                  </a:cubicBezTo>
                  <a:cubicBezTo>
                    <a:pt x="4562" y="3439"/>
                    <a:pt x="4639" y="3408"/>
                    <a:pt x="4695" y="3334"/>
                  </a:cubicBezTo>
                  <a:lnTo>
                    <a:pt x="6049" y="1948"/>
                  </a:lnTo>
                  <a:cubicBezTo>
                    <a:pt x="6175" y="1822"/>
                    <a:pt x="6175" y="1602"/>
                    <a:pt x="6049" y="1476"/>
                  </a:cubicBezTo>
                  <a:lnTo>
                    <a:pt x="4695" y="89"/>
                  </a:lnTo>
                  <a:cubicBezTo>
                    <a:pt x="4628" y="45"/>
                    <a:pt x="4530" y="0"/>
                    <a:pt x="4433" y="0"/>
                  </a:cubicBezTo>
                  <a:close/>
                </a:path>
              </a:pathLst>
            </a:custGeom>
            <a:grpFill/>
            <a:ln>
              <a:noFill/>
            </a:ln>
          </p:spPr>
          <p:txBody>
            <a:bodyPr spcFirstLastPara="1" wrap="square" lIns="121900" tIns="121900" rIns="121900" bIns="121900" anchor="ctr" anchorCtr="0">
              <a:noAutofit/>
            </a:bodyPr>
            <a:lstStyle/>
            <a:p>
              <a:endParaRPr sz="2400"/>
            </a:p>
          </p:txBody>
        </p:sp>
        <p:sp>
          <p:nvSpPr>
            <p:cNvPr id="461" name="Google Shape;8584;p63">
              <a:extLst>
                <a:ext uri="{FF2B5EF4-FFF2-40B4-BE49-F238E27FC236}">
                  <a16:creationId xmlns:a16="http://schemas.microsoft.com/office/drawing/2014/main" id="{DBEB1DDD-EC7B-1B39-733A-7CF617398C05}"/>
                </a:ext>
              </a:extLst>
            </p:cNvPr>
            <p:cNvSpPr/>
            <p:nvPr/>
          </p:nvSpPr>
          <p:spPr>
            <a:xfrm>
              <a:off x="-35413700" y="3202075"/>
              <a:ext cx="34700" cy="103200"/>
            </a:xfrm>
            <a:custGeom>
              <a:avLst/>
              <a:gdLst/>
              <a:ahLst/>
              <a:cxnLst/>
              <a:rect l="l" t="t" r="r" b="b"/>
              <a:pathLst>
                <a:path w="1388" h="4128" extrusionOk="0">
                  <a:moveTo>
                    <a:pt x="1" y="0"/>
                  </a:moveTo>
                  <a:lnTo>
                    <a:pt x="1" y="4127"/>
                  </a:lnTo>
                  <a:lnTo>
                    <a:pt x="348" y="4127"/>
                  </a:lnTo>
                  <a:cubicBezTo>
                    <a:pt x="915" y="4127"/>
                    <a:pt x="1387" y="3655"/>
                    <a:pt x="1387" y="3088"/>
                  </a:cubicBezTo>
                  <a:lnTo>
                    <a:pt x="1387" y="1009"/>
                  </a:lnTo>
                  <a:cubicBezTo>
                    <a:pt x="1387" y="473"/>
                    <a:pt x="915" y="0"/>
                    <a:pt x="348" y="0"/>
                  </a:cubicBezTo>
                  <a:close/>
                </a:path>
              </a:pathLst>
            </a:custGeom>
            <a:grpFill/>
            <a:ln>
              <a:noFill/>
            </a:ln>
          </p:spPr>
          <p:txBody>
            <a:bodyPr spcFirstLastPara="1" wrap="square" lIns="121900" tIns="121900" rIns="121900" bIns="121900" anchor="ctr" anchorCtr="0">
              <a:noAutofit/>
            </a:bodyPr>
            <a:lstStyle/>
            <a:p>
              <a:endParaRPr sz="2400"/>
            </a:p>
          </p:txBody>
        </p:sp>
        <p:sp>
          <p:nvSpPr>
            <p:cNvPr id="462" name="Google Shape;8585;p63">
              <a:extLst>
                <a:ext uri="{FF2B5EF4-FFF2-40B4-BE49-F238E27FC236}">
                  <a16:creationId xmlns:a16="http://schemas.microsoft.com/office/drawing/2014/main" id="{C0EE06D6-C4DE-5CE3-9AC9-5C5C642D9ACA}"/>
                </a:ext>
              </a:extLst>
            </p:cNvPr>
            <p:cNvSpPr/>
            <p:nvPr/>
          </p:nvSpPr>
          <p:spPr>
            <a:xfrm>
              <a:off x="-35413700" y="3389525"/>
              <a:ext cx="34700" cy="103250"/>
            </a:xfrm>
            <a:custGeom>
              <a:avLst/>
              <a:gdLst/>
              <a:ahLst/>
              <a:cxnLst/>
              <a:rect l="l" t="t" r="r" b="b"/>
              <a:pathLst>
                <a:path w="1388" h="4130" extrusionOk="0">
                  <a:moveTo>
                    <a:pt x="1" y="1"/>
                  </a:moveTo>
                  <a:lnTo>
                    <a:pt x="1" y="4128"/>
                  </a:lnTo>
                  <a:lnTo>
                    <a:pt x="348" y="4128"/>
                  </a:lnTo>
                  <a:cubicBezTo>
                    <a:pt x="367" y="4129"/>
                    <a:pt x="386" y="4129"/>
                    <a:pt x="405" y="4129"/>
                  </a:cubicBezTo>
                  <a:cubicBezTo>
                    <a:pt x="946" y="4129"/>
                    <a:pt x="1387" y="3698"/>
                    <a:pt x="1387" y="3119"/>
                  </a:cubicBezTo>
                  <a:lnTo>
                    <a:pt x="1387" y="1040"/>
                  </a:lnTo>
                  <a:cubicBezTo>
                    <a:pt x="1387" y="473"/>
                    <a:pt x="915" y="1"/>
                    <a:pt x="348" y="1"/>
                  </a:cubicBezTo>
                  <a:close/>
                </a:path>
              </a:pathLst>
            </a:custGeom>
            <a:grpFill/>
            <a:ln>
              <a:noFill/>
            </a:ln>
          </p:spPr>
          <p:txBody>
            <a:bodyPr spcFirstLastPara="1" wrap="square" lIns="121900" tIns="121900" rIns="121900" bIns="121900" anchor="ctr" anchorCtr="0">
              <a:noAutofit/>
            </a:bodyPr>
            <a:lstStyle/>
            <a:p>
              <a:endParaRPr sz="2400"/>
            </a:p>
          </p:txBody>
        </p:sp>
        <p:sp>
          <p:nvSpPr>
            <p:cNvPr id="463" name="Google Shape;8586;p63">
              <a:extLst>
                <a:ext uri="{FF2B5EF4-FFF2-40B4-BE49-F238E27FC236}">
                  <a16:creationId xmlns:a16="http://schemas.microsoft.com/office/drawing/2014/main" id="{75CFBA36-69BC-69C7-EA54-08C01D2E6BBF}"/>
                </a:ext>
              </a:extLst>
            </p:cNvPr>
            <p:cNvSpPr/>
            <p:nvPr/>
          </p:nvSpPr>
          <p:spPr>
            <a:xfrm>
              <a:off x="-35292400" y="3202075"/>
              <a:ext cx="33900" cy="103200"/>
            </a:xfrm>
            <a:custGeom>
              <a:avLst/>
              <a:gdLst/>
              <a:ahLst/>
              <a:cxnLst/>
              <a:rect l="l" t="t" r="r" b="b"/>
              <a:pathLst>
                <a:path w="1356" h="4128" extrusionOk="0">
                  <a:moveTo>
                    <a:pt x="1009" y="0"/>
                  </a:moveTo>
                  <a:cubicBezTo>
                    <a:pt x="473" y="0"/>
                    <a:pt x="1" y="473"/>
                    <a:pt x="1" y="1009"/>
                  </a:cubicBezTo>
                  <a:lnTo>
                    <a:pt x="1" y="3088"/>
                  </a:lnTo>
                  <a:cubicBezTo>
                    <a:pt x="1" y="3655"/>
                    <a:pt x="410" y="4127"/>
                    <a:pt x="1009" y="4127"/>
                  </a:cubicBezTo>
                  <a:lnTo>
                    <a:pt x="1355" y="4127"/>
                  </a:lnTo>
                  <a:lnTo>
                    <a:pt x="1355" y="0"/>
                  </a:lnTo>
                  <a:close/>
                </a:path>
              </a:pathLst>
            </a:custGeom>
            <a:grpFill/>
            <a:ln>
              <a:noFill/>
            </a:ln>
          </p:spPr>
          <p:txBody>
            <a:bodyPr spcFirstLastPara="1" wrap="square" lIns="121900" tIns="121900" rIns="121900" bIns="121900" anchor="ctr" anchorCtr="0">
              <a:noAutofit/>
            </a:bodyPr>
            <a:lstStyle/>
            <a:p>
              <a:endParaRPr sz="2400"/>
            </a:p>
          </p:txBody>
        </p:sp>
        <p:sp>
          <p:nvSpPr>
            <p:cNvPr id="464" name="Google Shape;8587;p63">
              <a:extLst>
                <a:ext uri="{FF2B5EF4-FFF2-40B4-BE49-F238E27FC236}">
                  <a16:creationId xmlns:a16="http://schemas.microsoft.com/office/drawing/2014/main" id="{51C3B229-D424-340D-EDD2-3DAFBF7C4C38}"/>
                </a:ext>
              </a:extLst>
            </p:cNvPr>
            <p:cNvSpPr/>
            <p:nvPr/>
          </p:nvSpPr>
          <p:spPr>
            <a:xfrm>
              <a:off x="-35241200" y="3202850"/>
              <a:ext cx="51225" cy="290675"/>
            </a:xfrm>
            <a:custGeom>
              <a:avLst/>
              <a:gdLst/>
              <a:ahLst/>
              <a:cxnLst/>
              <a:rect l="l" t="t" r="r" b="b"/>
              <a:pathLst>
                <a:path w="2049" h="11627" extrusionOk="0">
                  <a:moveTo>
                    <a:pt x="1" y="1"/>
                  </a:moveTo>
                  <a:lnTo>
                    <a:pt x="1" y="11626"/>
                  </a:lnTo>
                  <a:cubicBezTo>
                    <a:pt x="1135" y="11469"/>
                    <a:pt x="2048" y="10460"/>
                    <a:pt x="2048" y="9263"/>
                  </a:cubicBezTo>
                  <a:lnTo>
                    <a:pt x="2048" y="2395"/>
                  </a:lnTo>
                  <a:cubicBezTo>
                    <a:pt x="2048" y="1167"/>
                    <a:pt x="1135" y="158"/>
                    <a:pt x="1" y="1"/>
                  </a:cubicBezTo>
                  <a:close/>
                </a:path>
              </a:pathLst>
            </a:custGeom>
            <a:grpFill/>
            <a:ln>
              <a:noFill/>
            </a:ln>
          </p:spPr>
          <p:txBody>
            <a:bodyPr spcFirstLastPara="1" wrap="square" lIns="121900" tIns="121900" rIns="121900" bIns="121900" anchor="ctr" anchorCtr="0">
              <a:noAutofit/>
            </a:bodyPr>
            <a:lstStyle/>
            <a:p>
              <a:endParaRPr sz="2400"/>
            </a:p>
          </p:txBody>
        </p:sp>
        <p:sp>
          <p:nvSpPr>
            <p:cNvPr id="465" name="Google Shape;8588;p63">
              <a:extLst>
                <a:ext uri="{FF2B5EF4-FFF2-40B4-BE49-F238E27FC236}">
                  <a16:creationId xmlns:a16="http://schemas.microsoft.com/office/drawing/2014/main" id="{6B622A37-C06D-5620-13E6-36600C862650}"/>
                </a:ext>
              </a:extLst>
            </p:cNvPr>
            <p:cNvSpPr/>
            <p:nvPr/>
          </p:nvSpPr>
          <p:spPr>
            <a:xfrm>
              <a:off x="-35292400" y="3389525"/>
              <a:ext cx="33900" cy="104000"/>
            </a:xfrm>
            <a:custGeom>
              <a:avLst/>
              <a:gdLst/>
              <a:ahLst/>
              <a:cxnLst/>
              <a:rect l="l" t="t" r="r" b="b"/>
              <a:pathLst>
                <a:path w="1356" h="4160" extrusionOk="0">
                  <a:moveTo>
                    <a:pt x="1009" y="1"/>
                  </a:moveTo>
                  <a:cubicBezTo>
                    <a:pt x="473" y="1"/>
                    <a:pt x="1" y="473"/>
                    <a:pt x="1" y="1040"/>
                  </a:cubicBezTo>
                  <a:lnTo>
                    <a:pt x="1" y="3119"/>
                  </a:lnTo>
                  <a:cubicBezTo>
                    <a:pt x="1" y="3718"/>
                    <a:pt x="410" y="4159"/>
                    <a:pt x="1009" y="4159"/>
                  </a:cubicBezTo>
                  <a:lnTo>
                    <a:pt x="1355" y="4159"/>
                  </a:lnTo>
                  <a:lnTo>
                    <a:pt x="1355" y="1"/>
                  </a:lnTo>
                  <a:close/>
                </a:path>
              </a:pathLst>
            </a:custGeom>
            <a:grpFill/>
            <a:ln>
              <a:noFill/>
            </a:ln>
          </p:spPr>
          <p:txBody>
            <a:bodyPr spcFirstLastPara="1" wrap="square" lIns="121900" tIns="121900" rIns="121900" bIns="121900" anchor="ctr" anchorCtr="0">
              <a:noAutofit/>
            </a:bodyPr>
            <a:lstStyle/>
            <a:p>
              <a:endParaRPr sz="2400"/>
            </a:p>
          </p:txBody>
        </p:sp>
        <p:sp>
          <p:nvSpPr>
            <p:cNvPr id="466" name="Google Shape;8589;p63">
              <a:extLst>
                <a:ext uri="{FF2B5EF4-FFF2-40B4-BE49-F238E27FC236}">
                  <a16:creationId xmlns:a16="http://schemas.microsoft.com/office/drawing/2014/main" id="{C3E9ABE6-4982-2E36-C85B-D558773F6F4C}"/>
                </a:ext>
              </a:extLst>
            </p:cNvPr>
            <p:cNvSpPr/>
            <p:nvPr/>
          </p:nvSpPr>
          <p:spPr>
            <a:xfrm>
              <a:off x="-35481425" y="3202075"/>
              <a:ext cx="51225" cy="289875"/>
            </a:xfrm>
            <a:custGeom>
              <a:avLst/>
              <a:gdLst/>
              <a:ahLst/>
              <a:cxnLst/>
              <a:rect l="l" t="t" r="r" b="b"/>
              <a:pathLst>
                <a:path w="2049" h="11595" extrusionOk="0">
                  <a:moveTo>
                    <a:pt x="2048" y="0"/>
                  </a:moveTo>
                  <a:cubicBezTo>
                    <a:pt x="883" y="158"/>
                    <a:pt x="1" y="1166"/>
                    <a:pt x="1" y="2363"/>
                  </a:cubicBezTo>
                  <a:lnTo>
                    <a:pt x="1" y="9200"/>
                  </a:lnTo>
                  <a:cubicBezTo>
                    <a:pt x="1" y="10460"/>
                    <a:pt x="851" y="11437"/>
                    <a:pt x="2048" y="11594"/>
                  </a:cubicBezTo>
                  <a:lnTo>
                    <a:pt x="2048" y="0"/>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467" name="Google Shape;8603;p63">
            <a:extLst>
              <a:ext uri="{FF2B5EF4-FFF2-40B4-BE49-F238E27FC236}">
                <a16:creationId xmlns:a16="http://schemas.microsoft.com/office/drawing/2014/main" id="{CBA66899-743F-0B24-77F7-CBB17FA0FD59}"/>
              </a:ext>
            </a:extLst>
          </p:cNvPr>
          <p:cNvGrpSpPr/>
          <p:nvPr/>
        </p:nvGrpSpPr>
        <p:grpSpPr>
          <a:xfrm>
            <a:off x="4748642" y="2491835"/>
            <a:ext cx="450188" cy="444152"/>
            <a:chOff x="-33645475" y="3228075"/>
            <a:chExt cx="294600" cy="290650"/>
          </a:xfrm>
          <a:solidFill>
            <a:srgbClr val="6C1D35"/>
          </a:solidFill>
        </p:grpSpPr>
        <p:sp>
          <p:nvSpPr>
            <p:cNvPr id="468" name="Google Shape;8604;p63">
              <a:extLst>
                <a:ext uri="{FF2B5EF4-FFF2-40B4-BE49-F238E27FC236}">
                  <a16:creationId xmlns:a16="http://schemas.microsoft.com/office/drawing/2014/main" id="{8F9FBEDC-D2E2-0856-A92B-718D27E61E4A}"/>
                </a:ext>
              </a:extLst>
            </p:cNvPr>
            <p:cNvSpPr/>
            <p:nvPr/>
          </p:nvSpPr>
          <p:spPr>
            <a:xfrm>
              <a:off x="-33456450" y="3261925"/>
              <a:ext cx="84300" cy="85100"/>
            </a:xfrm>
            <a:custGeom>
              <a:avLst/>
              <a:gdLst/>
              <a:ahLst/>
              <a:cxnLst/>
              <a:rect l="l" t="t" r="r" b="b"/>
              <a:pathLst>
                <a:path w="3372" h="3404" extrusionOk="0">
                  <a:moveTo>
                    <a:pt x="347" y="1"/>
                  </a:moveTo>
                  <a:cubicBezTo>
                    <a:pt x="158" y="1"/>
                    <a:pt x="1" y="158"/>
                    <a:pt x="1" y="347"/>
                  </a:cubicBezTo>
                  <a:cubicBezTo>
                    <a:pt x="1" y="536"/>
                    <a:pt x="158" y="694"/>
                    <a:pt x="347" y="694"/>
                  </a:cubicBezTo>
                  <a:lnTo>
                    <a:pt x="1009" y="694"/>
                  </a:lnTo>
                  <a:cubicBezTo>
                    <a:pt x="1576" y="694"/>
                    <a:pt x="2049" y="1166"/>
                    <a:pt x="2049" y="1733"/>
                  </a:cubicBezTo>
                  <a:lnTo>
                    <a:pt x="2049" y="2269"/>
                  </a:lnTo>
                  <a:lnTo>
                    <a:pt x="1923" y="2175"/>
                  </a:lnTo>
                  <a:cubicBezTo>
                    <a:pt x="1860" y="2112"/>
                    <a:pt x="1773" y="2080"/>
                    <a:pt x="1686" y="2080"/>
                  </a:cubicBezTo>
                  <a:cubicBezTo>
                    <a:pt x="1600" y="2080"/>
                    <a:pt x="1513" y="2112"/>
                    <a:pt x="1450" y="2175"/>
                  </a:cubicBezTo>
                  <a:cubicBezTo>
                    <a:pt x="1324" y="2269"/>
                    <a:pt x="1324" y="2521"/>
                    <a:pt x="1450" y="2647"/>
                  </a:cubicBezTo>
                  <a:lnTo>
                    <a:pt x="2112" y="3309"/>
                  </a:lnTo>
                  <a:cubicBezTo>
                    <a:pt x="2175" y="3372"/>
                    <a:pt x="2269" y="3403"/>
                    <a:pt x="2360" y="3403"/>
                  </a:cubicBezTo>
                  <a:cubicBezTo>
                    <a:pt x="2450" y="3403"/>
                    <a:pt x="2537" y="3372"/>
                    <a:pt x="2584" y="3309"/>
                  </a:cubicBezTo>
                  <a:lnTo>
                    <a:pt x="3277" y="2647"/>
                  </a:lnTo>
                  <a:cubicBezTo>
                    <a:pt x="3372" y="2521"/>
                    <a:pt x="3372" y="2269"/>
                    <a:pt x="3277" y="2175"/>
                  </a:cubicBezTo>
                  <a:cubicBezTo>
                    <a:pt x="3214" y="2112"/>
                    <a:pt x="3120" y="2080"/>
                    <a:pt x="3029" y="2080"/>
                  </a:cubicBezTo>
                  <a:cubicBezTo>
                    <a:pt x="2939" y="2080"/>
                    <a:pt x="2852" y="2112"/>
                    <a:pt x="2805" y="2175"/>
                  </a:cubicBezTo>
                  <a:lnTo>
                    <a:pt x="2679" y="2269"/>
                  </a:lnTo>
                  <a:lnTo>
                    <a:pt x="2679" y="1733"/>
                  </a:lnTo>
                  <a:cubicBezTo>
                    <a:pt x="2742" y="788"/>
                    <a:pt x="1954" y="1"/>
                    <a:pt x="1009" y="1"/>
                  </a:cubicBezTo>
                  <a:close/>
                </a:path>
              </a:pathLst>
            </a:custGeom>
            <a:grpFill/>
            <a:ln>
              <a:noFill/>
            </a:ln>
          </p:spPr>
          <p:txBody>
            <a:bodyPr spcFirstLastPara="1" wrap="square" lIns="121900" tIns="121900" rIns="121900" bIns="121900" anchor="ctr" anchorCtr="0">
              <a:noAutofit/>
            </a:bodyPr>
            <a:lstStyle/>
            <a:p>
              <a:endParaRPr sz="2400"/>
            </a:p>
          </p:txBody>
        </p:sp>
        <p:sp>
          <p:nvSpPr>
            <p:cNvPr id="469" name="Google Shape;8605;p63">
              <a:extLst>
                <a:ext uri="{FF2B5EF4-FFF2-40B4-BE49-F238E27FC236}">
                  <a16:creationId xmlns:a16="http://schemas.microsoft.com/office/drawing/2014/main" id="{A7D9C4ED-8B5A-FBF4-1B91-7AA2F6FFFC24}"/>
                </a:ext>
              </a:extLst>
            </p:cNvPr>
            <p:cNvSpPr/>
            <p:nvPr/>
          </p:nvSpPr>
          <p:spPr>
            <a:xfrm>
              <a:off x="-33575375" y="3433625"/>
              <a:ext cx="85075" cy="85100"/>
            </a:xfrm>
            <a:custGeom>
              <a:avLst/>
              <a:gdLst/>
              <a:ahLst/>
              <a:cxnLst/>
              <a:rect l="l" t="t" r="r" b="b"/>
              <a:pathLst>
                <a:path w="3403" h="3404" extrusionOk="0">
                  <a:moveTo>
                    <a:pt x="1013" y="1"/>
                  </a:moveTo>
                  <a:cubicBezTo>
                    <a:pt x="922" y="1"/>
                    <a:pt x="835" y="32"/>
                    <a:pt x="788" y="95"/>
                  </a:cubicBezTo>
                  <a:lnTo>
                    <a:pt x="127" y="757"/>
                  </a:lnTo>
                  <a:cubicBezTo>
                    <a:pt x="1" y="883"/>
                    <a:pt x="1" y="1135"/>
                    <a:pt x="127" y="1229"/>
                  </a:cubicBezTo>
                  <a:cubicBezTo>
                    <a:pt x="174" y="1292"/>
                    <a:pt x="260" y="1324"/>
                    <a:pt x="351" y="1324"/>
                  </a:cubicBezTo>
                  <a:cubicBezTo>
                    <a:pt x="442" y="1324"/>
                    <a:pt x="536" y="1292"/>
                    <a:pt x="599" y="1229"/>
                  </a:cubicBezTo>
                  <a:lnTo>
                    <a:pt x="694" y="1135"/>
                  </a:lnTo>
                  <a:lnTo>
                    <a:pt x="694" y="1671"/>
                  </a:lnTo>
                  <a:cubicBezTo>
                    <a:pt x="694" y="2616"/>
                    <a:pt x="1450" y="3372"/>
                    <a:pt x="2395" y="3372"/>
                  </a:cubicBezTo>
                  <a:lnTo>
                    <a:pt x="3057" y="3372"/>
                  </a:lnTo>
                  <a:lnTo>
                    <a:pt x="3057" y="3403"/>
                  </a:lnTo>
                  <a:cubicBezTo>
                    <a:pt x="3246" y="3403"/>
                    <a:pt x="3403" y="3246"/>
                    <a:pt x="3403" y="3057"/>
                  </a:cubicBezTo>
                  <a:cubicBezTo>
                    <a:pt x="3403" y="2868"/>
                    <a:pt x="3246" y="2710"/>
                    <a:pt x="3057" y="2710"/>
                  </a:cubicBezTo>
                  <a:lnTo>
                    <a:pt x="2363" y="2710"/>
                  </a:lnTo>
                  <a:cubicBezTo>
                    <a:pt x="1796" y="2710"/>
                    <a:pt x="1324" y="2238"/>
                    <a:pt x="1324" y="1671"/>
                  </a:cubicBezTo>
                  <a:lnTo>
                    <a:pt x="1324" y="1135"/>
                  </a:lnTo>
                  <a:lnTo>
                    <a:pt x="1450" y="1229"/>
                  </a:lnTo>
                  <a:cubicBezTo>
                    <a:pt x="1513" y="1292"/>
                    <a:pt x="1599" y="1324"/>
                    <a:pt x="1686" y="1324"/>
                  </a:cubicBezTo>
                  <a:cubicBezTo>
                    <a:pt x="1773" y="1324"/>
                    <a:pt x="1859" y="1292"/>
                    <a:pt x="1922" y="1229"/>
                  </a:cubicBezTo>
                  <a:cubicBezTo>
                    <a:pt x="2048" y="1135"/>
                    <a:pt x="2048" y="883"/>
                    <a:pt x="1922" y="757"/>
                  </a:cubicBezTo>
                  <a:lnTo>
                    <a:pt x="1261" y="95"/>
                  </a:lnTo>
                  <a:cubicBezTo>
                    <a:pt x="1198" y="32"/>
                    <a:pt x="1103" y="1"/>
                    <a:pt x="1013" y="1"/>
                  </a:cubicBezTo>
                  <a:close/>
                </a:path>
              </a:pathLst>
            </a:custGeom>
            <a:grpFill/>
            <a:ln>
              <a:noFill/>
            </a:ln>
          </p:spPr>
          <p:txBody>
            <a:bodyPr spcFirstLastPara="1" wrap="square" lIns="121900" tIns="121900" rIns="121900" bIns="121900" anchor="ctr" anchorCtr="0">
              <a:noAutofit/>
            </a:bodyPr>
            <a:lstStyle/>
            <a:p>
              <a:endParaRPr sz="2400"/>
            </a:p>
          </p:txBody>
        </p:sp>
        <p:sp>
          <p:nvSpPr>
            <p:cNvPr id="470" name="Google Shape;8606;p63">
              <a:extLst>
                <a:ext uri="{FF2B5EF4-FFF2-40B4-BE49-F238E27FC236}">
                  <a16:creationId xmlns:a16="http://schemas.microsoft.com/office/drawing/2014/main" id="{E2FEE456-7507-848B-A714-1456934E9237}"/>
                </a:ext>
              </a:extLst>
            </p:cNvPr>
            <p:cNvSpPr/>
            <p:nvPr/>
          </p:nvSpPr>
          <p:spPr>
            <a:xfrm>
              <a:off x="-33645475" y="3228075"/>
              <a:ext cx="206375" cy="153600"/>
            </a:xfrm>
            <a:custGeom>
              <a:avLst/>
              <a:gdLst/>
              <a:ahLst/>
              <a:cxnLst/>
              <a:rect l="l" t="t" r="r" b="b"/>
              <a:pathLst>
                <a:path w="8255" h="6144" extrusionOk="0">
                  <a:moveTo>
                    <a:pt x="4191" y="0"/>
                  </a:moveTo>
                  <a:cubicBezTo>
                    <a:pt x="2300" y="0"/>
                    <a:pt x="757" y="1544"/>
                    <a:pt x="757" y="3434"/>
                  </a:cubicBezTo>
                  <a:lnTo>
                    <a:pt x="757" y="3529"/>
                  </a:lnTo>
                  <a:cubicBezTo>
                    <a:pt x="347" y="3686"/>
                    <a:pt x="95" y="4033"/>
                    <a:pt x="95" y="4474"/>
                  </a:cubicBezTo>
                  <a:lnTo>
                    <a:pt x="95" y="5135"/>
                  </a:lnTo>
                  <a:cubicBezTo>
                    <a:pt x="1" y="5671"/>
                    <a:pt x="473" y="6143"/>
                    <a:pt x="1009" y="6143"/>
                  </a:cubicBezTo>
                  <a:cubicBezTo>
                    <a:pt x="1135" y="6143"/>
                    <a:pt x="1261" y="6112"/>
                    <a:pt x="1387" y="6080"/>
                  </a:cubicBezTo>
                  <a:lnTo>
                    <a:pt x="1387" y="3403"/>
                  </a:lnTo>
                  <a:cubicBezTo>
                    <a:pt x="1387" y="1890"/>
                    <a:pt x="2647" y="630"/>
                    <a:pt x="4128" y="630"/>
                  </a:cubicBezTo>
                  <a:cubicBezTo>
                    <a:pt x="5640" y="630"/>
                    <a:pt x="6900" y="1890"/>
                    <a:pt x="6900" y="3403"/>
                  </a:cubicBezTo>
                  <a:lnTo>
                    <a:pt x="6900" y="6080"/>
                  </a:lnTo>
                  <a:cubicBezTo>
                    <a:pt x="6995" y="6112"/>
                    <a:pt x="7121" y="6143"/>
                    <a:pt x="7247" y="6143"/>
                  </a:cubicBezTo>
                  <a:cubicBezTo>
                    <a:pt x="7782" y="6143"/>
                    <a:pt x="8255" y="5671"/>
                    <a:pt x="8255" y="5135"/>
                  </a:cubicBezTo>
                  <a:lnTo>
                    <a:pt x="8255" y="4474"/>
                  </a:lnTo>
                  <a:cubicBezTo>
                    <a:pt x="8255" y="4033"/>
                    <a:pt x="8003" y="3623"/>
                    <a:pt x="7593" y="3529"/>
                  </a:cubicBezTo>
                  <a:lnTo>
                    <a:pt x="7593" y="3434"/>
                  </a:lnTo>
                  <a:cubicBezTo>
                    <a:pt x="7593" y="1544"/>
                    <a:pt x="6050" y="0"/>
                    <a:pt x="4191" y="0"/>
                  </a:cubicBezTo>
                  <a:close/>
                </a:path>
              </a:pathLst>
            </a:custGeom>
            <a:grpFill/>
            <a:ln>
              <a:noFill/>
            </a:ln>
          </p:spPr>
          <p:txBody>
            <a:bodyPr spcFirstLastPara="1" wrap="square" lIns="121900" tIns="121900" rIns="121900" bIns="121900" anchor="ctr" anchorCtr="0">
              <a:noAutofit/>
            </a:bodyPr>
            <a:lstStyle/>
            <a:p>
              <a:endParaRPr sz="2400"/>
            </a:p>
          </p:txBody>
        </p:sp>
        <p:sp>
          <p:nvSpPr>
            <p:cNvPr id="471" name="Google Shape;8607;p63">
              <a:extLst>
                <a:ext uri="{FF2B5EF4-FFF2-40B4-BE49-F238E27FC236}">
                  <a16:creationId xmlns:a16="http://schemas.microsoft.com/office/drawing/2014/main" id="{98FADD2E-F00C-2884-D24B-F9F43F46D527}"/>
                </a:ext>
              </a:extLst>
            </p:cNvPr>
            <p:cNvSpPr/>
            <p:nvPr/>
          </p:nvSpPr>
          <p:spPr>
            <a:xfrm>
              <a:off x="-33593500" y="3279250"/>
              <a:ext cx="104775" cy="52275"/>
            </a:xfrm>
            <a:custGeom>
              <a:avLst/>
              <a:gdLst/>
              <a:ahLst/>
              <a:cxnLst/>
              <a:rect l="l" t="t" r="r" b="b"/>
              <a:pathLst>
                <a:path w="4191" h="2091" extrusionOk="0">
                  <a:moveTo>
                    <a:pt x="1734" y="1"/>
                  </a:moveTo>
                  <a:cubicBezTo>
                    <a:pt x="789" y="1"/>
                    <a:pt x="1" y="757"/>
                    <a:pt x="1" y="1702"/>
                  </a:cubicBezTo>
                  <a:lnTo>
                    <a:pt x="1" y="2049"/>
                  </a:lnTo>
                  <a:lnTo>
                    <a:pt x="1230" y="2049"/>
                  </a:lnTo>
                  <a:cubicBezTo>
                    <a:pt x="1545" y="2049"/>
                    <a:pt x="1891" y="2049"/>
                    <a:pt x="2017" y="1986"/>
                  </a:cubicBezTo>
                  <a:cubicBezTo>
                    <a:pt x="2049" y="1954"/>
                    <a:pt x="2080" y="1828"/>
                    <a:pt x="2080" y="1734"/>
                  </a:cubicBezTo>
                  <a:cubicBezTo>
                    <a:pt x="2080" y="1545"/>
                    <a:pt x="2238" y="1387"/>
                    <a:pt x="2458" y="1387"/>
                  </a:cubicBezTo>
                  <a:cubicBezTo>
                    <a:pt x="2647" y="1387"/>
                    <a:pt x="2805" y="1545"/>
                    <a:pt x="2805" y="1734"/>
                  </a:cubicBezTo>
                  <a:cubicBezTo>
                    <a:pt x="2805" y="1828"/>
                    <a:pt x="2805" y="1954"/>
                    <a:pt x="2868" y="1986"/>
                  </a:cubicBezTo>
                  <a:cubicBezTo>
                    <a:pt x="2942" y="2059"/>
                    <a:pt x="3091" y="2090"/>
                    <a:pt x="3266" y="2090"/>
                  </a:cubicBezTo>
                  <a:cubicBezTo>
                    <a:pt x="3389" y="2090"/>
                    <a:pt x="3525" y="2075"/>
                    <a:pt x="3656" y="2049"/>
                  </a:cubicBezTo>
                  <a:lnTo>
                    <a:pt x="4191" y="2049"/>
                  </a:lnTo>
                  <a:lnTo>
                    <a:pt x="4191" y="1702"/>
                  </a:lnTo>
                  <a:lnTo>
                    <a:pt x="4128" y="1702"/>
                  </a:lnTo>
                  <a:cubicBezTo>
                    <a:pt x="4128" y="757"/>
                    <a:pt x="3340" y="1"/>
                    <a:pt x="2395" y="1"/>
                  </a:cubicBezTo>
                  <a:close/>
                </a:path>
              </a:pathLst>
            </a:custGeom>
            <a:grpFill/>
            <a:ln>
              <a:noFill/>
            </a:ln>
          </p:spPr>
          <p:txBody>
            <a:bodyPr spcFirstLastPara="1" wrap="square" lIns="121900" tIns="121900" rIns="121900" bIns="121900" anchor="ctr" anchorCtr="0">
              <a:noAutofit/>
            </a:bodyPr>
            <a:lstStyle/>
            <a:p>
              <a:endParaRPr sz="2400"/>
            </a:p>
          </p:txBody>
        </p:sp>
        <p:sp>
          <p:nvSpPr>
            <p:cNvPr id="472" name="Google Shape;8608;p63">
              <a:extLst>
                <a:ext uri="{FF2B5EF4-FFF2-40B4-BE49-F238E27FC236}">
                  <a16:creationId xmlns:a16="http://schemas.microsoft.com/office/drawing/2014/main" id="{E7C4DB32-31A3-976F-1211-5A8D68FDFE3C}"/>
                </a:ext>
              </a:extLst>
            </p:cNvPr>
            <p:cNvSpPr/>
            <p:nvPr/>
          </p:nvSpPr>
          <p:spPr>
            <a:xfrm>
              <a:off x="-33593500" y="3341475"/>
              <a:ext cx="104775" cy="74075"/>
            </a:xfrm>
            <a:custGeom>
              <a:avLst/>
              <a:gdLst/>
              <a:ahLst/>
              <a:cxnLst/>
              <a:rect l="l" t="t" r="r" b="b"/>
              <a:pathLst>
                <a:path w="4191" h="2963" extrusionOk="0">
                  <a:moveTo>
                    <a:pt x="2395" y="1"/>
                  </a:moveTo>
                  <a:cubicBezTo>
                    <a:pt x="2080" y="253"/>
                    <a:pt x="1671" y="253"/>
                    <a:pt x="1230" y="253"/>
                  </a:cubicBezTo>
                  <a:lnTo>
                    <a:pt x="1" y="253"/>
                  </a:lnTo>
                  <a:lnTo>
                    <a:pt x="1" y="914"/>
                  </a:lnTo>
                  <a:cubicBezTo>
                    <a:pt x="1" y="2049"/>
                    <a:pt x="946" y="2962"/>
                    <a:pt x="2112" y="2962"/>
                  </a:cubicBezTo>
                  <a:cubicBezTo>
                    <a:pt x="3246" y="2962"/>
                    <a:pt x="4191" y="2049"/>
                    <a:pt x="4191" y="914"/>
                  </a:cubicBezTo>
                  <a:lnTo>
                    <a:pt x="4191" y="253"/>
                  </a:lnTo>
                  <a:lnTo>
                    <a:pt x="3466" y="253"/>
                  </a:lnTo>
                  <a:cubicBezTo>
                    <a:pt x="3088" y="253"/>
                    <a:pt x="2679" y="190"/>
                    <a:pt x="2395" y="1"/>
                  </a:cubicBezTo>
                  <a:close/>
                </a:path>
              </a:pathLst>
            </a:custGeom>
            <a:grpFill/>
            <a:ln>
              <a:noFill/>
            </a:ln>
          </p:spPr>
          <p:txBody>
            <a:bodyPr spcFirstLastPara="1" wrap="square" lIns="121900" tIns="121900" rIns="121900" bIns="121900" anchor="ctr" anchorCtr="0">
              <a:noAutofit/>
            </a:bodyPr>
            <a:lstStyle/>
            <a:p>
              <a:endParaRPr sz="2400"/>
            </a:p>
          </p:txBody>
        </p:sp>
        <p:sp>
          <p:nvSpPr>
            <p:cNvPr id="473" name="Google Shape;8609;p63">
              <a:extLst>
                <a:ext uri="{FF2B5EF4-FFF2-40B4-BE49-F238E27FC236}">
                  <a16:creationId xmlns:a16="http://schemas.microsoft.com/office/drawing/2014/main" id="{764A1BE3-4474-CD8C-B963-C1BF8CCEB2B8}"/>
                </a:ext>
              </a:extLst>
            </p:cNvPr>
            <p:cNvSpPr/>
            <p:nvPr/>
          </p:nvSpPr>
          <p:spPr>
            <a:xfrm>
              <a:off x="-33455650" y="3381650"/>
              <a:ext cx="104775" cy="52250"/>
            </a:xfrm>
            <a:custGeom>
              <a:avLst/>
              <a:gdLst/>
              <a:ahLst/>
              <a:cxnLst/>
              <a:rect l="l" t="t" r="r" b="b"/>
              <a:pathLst>
                <a:path w="4191" h="2090" extrusionOk="0">
                  <a:moveTo>
                    <a:pt x="1702" y="0"/>
                  </a:moveTo>
                  <a:cubicBezTo>
                    <a:pt x="756" y="0"/>
                    <a:pt x="0" y="757"/>
                    <a:pt x="0" y="1702"/>
                  </a:cubicBezTo>
                  <a:lnTo>
                    <a:pt x="0" y="2048"/>
                  </a:lnTo>
                  <a:lnTo>
                    <a:pt x="1229" y="2048"/>
                  </a:lnTo>
                  <a:cubicBezTo>
                    <a:pt x="1544" y="2048"/>
                    <a:pt x="1891" y="2048"/>
                    <a:pt x="2017" y="1985"/>
                  </a:cubicBezTo>
                  <a:cubicBezTo>
                    <a:pt x="2048" y="1954"/>
                    <a:pt x="2080" y="1828"/>
                    <a:pt x="2080" y="1733"/>
                  </a:cubicBezTo>
                  <a:cubicBezTo>
                    <a:pt x="2080" y="1544"/>
                    <a:pt x="2237" y="1387"/>
                    <a:pt x="2458" y="1387"/>
                  </a:cubicBezTo>
                  <a:cubicBezTo>
                    <a:pt x="2647" y="1387"/>
                    <a:pt x="2804" y="1544"/>
                    <a:pt x="2804" y="1733"/>
                  </a:cubicBezTo>
                  <a:cubicBezTo>
                    <a:pt x="2804" y="1828"/>
                    <a:pt x="2804" y="1954"/>
                    <a:pt x="2867" y="1985"/>
                  </a:cubicBezTo>
                  <a:cubicBezTo>
                    <a:pt x="2941" y="2059"/>
                    <a:pt x="3091" y="2090"/>
                    <a:pt x="3265" y="2090"/>
                  </a:cubicBezTo>
                  <a:cubicBezTo>
                    <a:pt x="3388" y="2090"/>
                    <a:pt x="3524" y="2074"/>
                    <a:pt x="3655" y="2048"/>
                  </a:cubicBezTo>
                  <a:lnTo>
                    <a:pt x="4190" y="2048"/>
                  </a:lnTo>
                  <a:lnTo>
                    <a:pt x="4190" y="1702"/>
                  </a:lnTo>
                  <a:cubicBezTo>
                    <a:pt x="4096" y="757"/>
                    <a:pt x="3308" y="0"/>
                    <a:pt x="2363" y="0"/>
                  </a:cubicBezTo>
                  <a:close/>
                </a:path>
              </a:pathLst>
            </a:custGeom>
            <a:grpFill/>
            <a:ln>
              <a:noFill/>
            </a:ln>
          </p:spPr>
          <p:txBody>
            <a:bodyPr spcFirstLastPara="1" wrap="square" lIns="121900" tIns="121900" rIns="121900" bIns="121900" anchor="ctr" anchorCtr="0">
              <a:noAutofit/>
            </a:bodyPr>
            <a:lstStyle/>
            <a:p>
              <a:endParaRPr sz="2400"/>
            </a:p>
          </p:txBody>
        </p:sp>
        <p:sp>
          <p:nvSpPr>
            <p:cNvPr id="474" name="Google Shape;8610;p63">
              <a:extLst>
                <a:ext uri="{FF2B5EF4-FFF2-40B4-BE49-F238E27FC236}">
                  <a16:creationId xmlns:a16="http://schemas.microsoft.com/office/drawing/2014/main" id="{2F3FA5CA-C10A-2925-0635-AEF84D80324F}"/>
                </a:ext>
              </a:extLst>
            </p:cNvPr>
            <p:cNvSpPr/>
            <p:nvPr/>
          </p:nvSpPr>
          <p:spPr>
            <a:xfrm>
              <a:off x="-33456450" y="3443875"/>
              <a:ext cx="102425" cy="74850"/>
            </a:xfrm>
            <a:custGeom>
              <a:avLst/>
              <a:gdLst/>
              <a:ahLst/>
              <a:cxnLst/>
              <a:rect l="l" t="t" r="r" b="b"/>
              <a:pathLst>
                <a:path w="4097" h="2994" extrusionOk="0">
                  <a:moveTo>
                    <a:pt x="2395" y="0"/>
                  </a:moveTo>
                  <a:cubicBezTo>
                    <a:pt x="2080" y="252"/>
                    <a:pt x="1639" y="252"/>
                    <a:pt x="1230" y="252"/>
                  </a:cubicBezTo>
                  <a:lnTo>
                    <a:pt x="1" y="252"/>
                  </a:lnTo>
                  <a:lnTo>
                    <a:pt x="1" y="914"/>
                  </a:lnTo>
                  <a:cubicBezTo>
                    <a:pt x="1" y="2048"/>
                    <a:pt x="914" y="2993"/>
                    <a:pt x="2049" y="2993"/>
                  </a:cubicBezTo>
                  <a:cubicBezTo>
                    <a:pt x="3183" y="2993"/>
                    <a:pt x="4096" y="2048"/>
                    <a:pt x="4096" y="914"/>
                  </a:cubicBezTo>
                  <a:lnTo>
                    <a:pt x="4096" y="252"/>
                  </a:lnTo>
                  <a:lnTo>
                    <a:pt x="3435" y="252"/>
                  </a:lnTo>
                  <a:cubicBezTo>
                    <a:pt x="3025" y="252"/>
                    <a:pt x="2679" y="189"/>
                    <a:pt x="2395"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475" name="Google Shape;8649;p63">
            <a:extLst>
              <a:ext uri="{FF2B5EF4-FFF2-40B4-BE49-F238E27FC236}">
                <a16:creationId xmlns:a16="http://schemas.microsoft.com/office/drawing/2014/main" id="{4A90A6CC-D05F-2688-154A-BE689EFFAD2F}"/>
              </a:ext>
            </a:extLst>
          </p:cNvPr>
          <p:cNvGrpSpPr/>
          <p:nvPr/>
        </p:nvGrpSpPr>
        <p:grpSpPr>
          <a:xfrm>
            <a:off x="2504645" y="2491226"/>
            <a:ext cx="430896" cy="445375"/>
            <a:chOff x="-35118325" y="3202075"/>
            <a:chExt cx="281975" cy="291450"/>
          </a:xfrm>
          <a:solidFill>
            <a:srgbClr val="6C1D35"/>
          </a:solidFill>
        </p:grpSpPr>
        <p:sp>
          <p:nvSpPr>
            <p:cNvPr id="476" name="Google Shape;8650;p63">
              <a:extLst>
                <a:ext uri="{FF2B5EF4-FFF2-40B4-BE49-F238E27FC236}">
                  <a16:creationId xmlns:a16="http://schemas.microsoft.com/office/drawing/2014/main" id="{EB5BE086-3620-3ED4-FF06-4DEFAF56BC3D}"/>
                </a:ext>
              </a:extLst>
            </p:cNvPr>
            <p:cNvSpPr/>
            <p:nvPr/>
          </p:nvSpPr>
          <p:spPr>
            <a:xfrm>
              <a:off x="-35008050" y="3202075"/>
              <a:ext cx="171700" cy="171250"/>
            </a:xfrm>
            <a:custGeom>
              <a:avLst/>
              <a:gdLst/>
              <a:ahLst/>
              <a:cxnLst/>
              <a:rect l="l" t="t" r="r" b="b"/>
              <a:pathLst>
                <a:path w="6868" h="6850" extrusionOk="0">
                  <a:moveTo>
                    <a:pt x="3466" y="1355"/>
                  </a:moveTo>
                  <a:cubicBezTo>
                    <a:pt x="4222" y="1355"/>
                    <a:pt x="4852" y="1985"/>
                    <a:pt x="4852" y="2741"/>
                  </a:cubicBezTo>
                  <a:lnTo>
                    <a:pt x="4852" y="4127"/>
                  </a:lnTo>
                  <a:cubicBezTo>
                    <a:pt x="4852" y="4348"/>
                    <a:pt x="4757" y="4600"/>
                    <a:pt x="4631" y="4821"/>
                  </a:cubicBezTo>
                  <a:lnTo>
                    <a:pt x="4726" y="4915"/>
                  </a:lnTo>
                  <a:cubicBezTo>
                    <a:pt x="4852" y="5041"/>
                    <a:pt x="4852" y="5262"/>
                    <a:pt x="4726" y="5388"/>
                  </a:cubicBezTo>
                  <a:cubicBezTo>
                    <a:pt x="4663" y="5451"/>
                    <a:pt x="4576" y="5482"/>
                    <a:pt x="4489" y="5482"/>
                  </a:cubicBezTo>
                  <a:cubicBezTo>
                    <a:pt x="4403" y="5482"/>
                    <a:pt x="4316" y="5451"/>
                    <a:pt x="4253" y="5388"/>
                  </a:cubicBezTo>
                  <a:lnTo>
                    <a:pt x="4190" y="5293"/>
                  </a:lnTo>
                  <a:cubicBezTo>
                    <a:pt x="3970" y="5419"/>
                    <a:pt x="3749" y="5514"/>
                    <a:pt x="3466" y="5514"/>
                  </a:cubicBezTo>
                  <a:cubicBezTo>
                    <a:pt x="2709" y="5514"/>
                    <a:pt x="2079" y="4884"/>
                    <a:pt x="2079" y="4127"/>
                  </a:cubicBezTo>
                  <a:lnTo>
                    <a:pt x="2079" y="2741"/>
                  </a:lnTo>
                  <a:cubicBezTo>
                    <a:pt x="2079" y="1985"/>
                    <a:pt x="2709" y="1355"/>
                    <a:pt x="3466" y="1355"/>
                  </a:cubicBezTo>
                  <a:close/>
                  <a:moveTo>
                    <a:pt x="3466" y="0"/>
                  </a:moveTo>
                  <a:cubicBezTo>
                    <a:pt x="1575" y="0"/>
                    <a:pt x="32" y="1576"/>
                    <a:pt x="32" y="3403"/>
                  </a:cubicBezTo>
                  <a:cubicBezTo>
                    <a:pt x="32" y="4001"/>
                    <a:pt x="189" y="4569"/>
                    <a:pt x="473" y="5104"/>
                  </a:cubicBezTo>
                  <a:lnTo>
                    <a:pt x="32" y="6396"/>
                  </a:lnTo>
                  <a:cubicBezTo>
                    <a:pt x="0" y="6522"/>
                    <a:pt x="32" y="6679"/>
                    <a:pt x="126" y="6774"/>
                  </a:cubicBezTo>
                  <a:cubicBezTo>
                    <a:pt x="172" y="6820"/>
                    <a:pt x="269" y="6849"/>
                    <a:pt x="367" y="6849"/>
                  </a:cubicBezTo>
                  <a:cubicBezTo>
                    <a:pt x="403" y="6849"/>
                    <a:pt x="439" y="6845"/>
                    <a:pt x="473" y="6837"/>
                  </a:cubicBezTo>
                  <a:lnTo>
                    <a:pt x="1764" y="6396"/>
                  </a:lnTo>
                  <a:cubicBezTo>
                    <a:pt x="2300" y="6679"/>
                    <a:pt x="2867" y="6837"/>
                    <a:pt x="3466" y="6837"/>
                  </a:cubicBezTo>
                  <a:cubicBezTo>
                    <a:pt x="5356" y="6837"/>
                    <a:pt x="6868" y="5293"/>
                    <a:pt x="6868" y="3403"/>
                  </a:cubicBezTo>
                  <a:cubicBezTo>
                    <a:pt x="6868" y="1513"/>
                    <a:pt x="5356" y="0"/>
                    <a:pt x="3466" y="0"/>
                  </a:cubicBezTo>
                  <a:close/>
                </a:path>
              </a:pathLst>
            </a:custGeom>
            <a:grpFill/>
            <a:ln>
              <a:noFill/>
            </a:ln>
          </p:spPr>
          <p:txBody>
            <a:bodyPr spcFirstLastPara="1" wrap="square" lIns="121900" tIns="121900" rIns="121900" bIns="121900" anchor="ctr" anchorCtr="0">
              <a:noAutofit/>
            </a:bodyPr>
            <a:lstStyle/>
            <a:p>
              <a:endParaRPr sz="2400"/>
            </a:p>
          </p:txBody>
        </p:sp>
        <p:sp>
          <p:nvSpPr>
            <p:cNvPr id="477" name="Google Shape;8651;p63">
              <a:extLst>
                <a:ext uri="{FF2B5EF4-FFF2-40B4-BE49-F238E27FC236}">
                  <a16:creationId xmlns:a16="http://schemas.microsoft.com/office/drawing/2014/main" id="{24ED0842-FC51-ECF2-8797-58EB75BEB3FB}"/>
                </a:ext>
              </a:extLst>
            </p:cNvPr>
            <p:cNvSpPr/>
            <p:nvPr/>
          </p:nvSpPr>
          <p:spPr>
            <a:xfrm>
              <a:off x="-34937975" y="3254050"/>
              <a:ext cx="33125" cy="67775"/>
            </a:xfrm>
            <a:custGeom>
              <a:avLst/>
              <a:gdLst/>
              <a:ahLst/>
              <a:cxnLst/>
              <a:rect l="l" t="t" r="r" b="b"/>
              <a:pathLst>
                <a:path w="1325" h="2711" extrusionOk="0">
                  <a:moveTo>
                    <a:pt x="663" y="1"/>
                  </a:moveTo>
                  <a:cubicBezTo>
                    <a:pt x="253" y="1"/>
                    <a:pt x="1" y="316"/>
                    <a:pt x="1" y="662"/>
                  </a:cubicBezTo>
                  <a:lnTo>
                    <a:pt x="1" y="2048"/>
                  </a:lnTo>
                  <a:cubicBezTo>
                    <a:pt x="1" y="2427"/>
                    <a:pt x="316" y="2710"/>
                    <a:pt x="663" y="2710"/>
                  </a:cubicBezTo>
                  <a:cubicBezTo>
                    <a:pt x="694" y="2710"/>
                    <a:pt x="789" y="2710"/>
                    <a:pt x="820" y="2679"/>
                  </a:cubicBezTo>
                  <a:lnTo>
                    <a:pt x="757" y="2584"/>
                  </a:lnTo>
                  <a:cubicBezTo>
                    <a:pt x="631" y="2490"/>
                    <a:pt x="631" y="2238"/>
                    <a:pt x="757" y="2111"/>
                  </a:cubicBezTo>
                  <a:cubicBezTo>
                    <a:pt x="804" y="2064"/>
                    <a:pt x="891" y="2041"/>
                    <a:pt x="978" y="2041"/>
                  </a:cubicBezTo>
                  <a:cubicBezTo>
                    <a:pt x="1064" y="2041"/>
                    <a:pt x="1151" y="2064"/>
                    <a:pt x="1198" y="2111"/>
                  </a:cubicBezTo>
                  <a:lnTo>
                    <a:pt x="1293" y="2206"/>
                  </a:lnTo>
                  <a:cubicBezTo>
                    <a:pt x="1293" y="2175"/>
                    <a:pt x="1324" y="2080"/>
                    <a:pt x="1324" y="2048"/>
                  </a:cubicBezTo>
                  <a:lnTo>
                    <a:pt x="1324" y="662"/>
                  </a:lnTo>
                  <a:cubicBezTo>
                    <a:pt x="1324" y="284"/>
                    <a:pt x="1041" y="1"/>
                    <a:pt x="663" y="1"/>
                  </a:cubicBezTo>
                  <a:close/>
                </a:path>
              </a:pathLst>
            </a:custGeom>
            <a:grpFill/>
            <a:ln>
              <a:noFill/>
            </a:ln>
          </p:spPr>
          <p:txBody>
            <a:bodyPr spcFirstLastPara="1" wrap="square" lIns="121900" tIns="121900" rIns="121900" bIns="121900" anchor="ctr" anchorCtr="0">
              <a:noAutofit/>
            </a:bodyPr>
            <a:lstStyle/>
            <a:p>
              <a:endParaRPr sz="2400"/>
            </a:p>
          </p:txBody>
        </p:sp>
        <p:sp>
          <p:nvSpPr>
            <p:cNvPr id="478" name="Google Shape;8652;p63">
              <a:extLst>
                <a:ext uri="{FF2B5EF4-FFF2-40B4-BE49-F238E27FC236}">
                  <a16:creationId xmlns:a16="http://schemas.microsoft.com/office/drawing/2014/main" id="{F95254F8-65C6-FD2D-D585-920F7E182D95}"/>
                </a:ext>
              </a:extLst>
            </p:cNvPr>
            <p:cNvSpPr/>
            <p:nvPr/>
          </p:nvSpPr>
          <p:spPr>
            <a:xfrm>
              <a:off x="-35085250" y="3338325"/>
              <a:ext cx="69325" cy="69350"/>
            </a:xfrm>
            <a:custGeom>
              <a:avLst/>
              <a:gdLst/>
              <a:ahLst/>
              <a:cxnLst/>
              <a:rect l="l" t="t" r="r" b="b"/>
              <a:pathLst>
                <a:path w="2773" h="2774" extrusionOk="0">
                  <a:moveTo>
                    <a:pt x="1387" y="1"/>
                  </a:moveTo>
                  <a:cubicBezTo>
                    <a:pt x="631" y="1"/>
                    <a:pt x="1" y="631"/>
                    <a:pt x="1" y="1387"/>
                  </a:cubicBezTo>
                  <a:cubicBezTo>
                    <a:pt x="64" y="2143"/>
                    <a:pt x="631" y="2773"/>
                    <a:pt x="1387" y="2773"/>
                  </a:cubicBezTo>
                  <a:cubicBezTo>
                    <a:pt x="2143" y="2773"/>
                    <a:pt x="2773" y="2143"/>
                    <a:pt x="2773" y="1387"/>
                  </a:cubicBezTo>
                  <a:cubicBezTo>
                    <a:pt x="2773" y="631"/>
                    <a:pt x="2143" y="1"/>
                    <a:pt x="1387" y="1"/>
                  </a:cubicBezTo>
                  <a:close/>
                </a:path>
              </a:pathLst>
            </a:custGeom>
            <a:grpFill/>
            <a:ln>
              <a:noFill/>
            </a:ln>
          </p:spPr>
          <p:txBody>
            <a:bodyPr spcFirstLastPara="1" wrap="square" lIns="121900" tIns="121900" rIns="121900" bIns="121900" anchor="ctr" anchorCtr="0">
              <a:noAutofit/>
            </a:bodyPr>
            <a:lstStyle/>
            <a:p>
              <a:endParaRPr sz="2400"/>
            </a:p>
          </p:txBody>
        </p:sp>
        <p:sp>
          <p:nvSpPr>
            <p:cNvPr id="479" name="Google Shape;8653;p63">
              <a:extLst>
                <a:ext uri="{FF2B5EF4-FFF2-40B4-BE49-F238E27FC236}">
                  <a16:creationId xmlns:a16="http://schemas.microsoft.com/office/drawing/2014/main" id="{E9FFF4AA-1640-4662-7E19-7811EE7A05AC}"/>
                </a:ext>
              </a:extLst>
            </p:cNvPr>
            <p:cNvSpPr/>
            <p:nvPr/>
          </p:nvSpPr>
          <p:spPr>
            <a:xfrm>
              <a:off x="-35118325" y="3424175"/>
              <a:ext cx="137075" cy="69350"/>
            </a:xfrm>
            <a:custGeom>
              <a:avLst/>
              <a:gdLst/>
              <a:ahLst/>
              <a:cxnLst/>
              <a:rect l="l" t="t" r="r" b="b"/>
              <a:pathLst>
                <a:path w="5483" h="2774" extrusionOk="0">
                  <a:moveTo>
                    <a:pt x="2741" y="1"/>
                  </a:moveTo>
                  <a:cubicBezTo>
                    <a:pt x="1387" y="1"/>
                    <a:pt x="221" y="1040"/>
                    <a:pt x="32" y="2364"/>
                  </a:cubicBezTo>
                  <a:cubicBezTo>
                    <a:pt x="0" y="2553"/>
                    <a:pt x="158" y="2773"/>
                    <a:pt x="347" y="2773"/>
                  </a:cubicBezTo>
                  <a:lnTo>
                    <a:pt x="5104" y="2773"/>
                  </a:lnTo>
                  <a:cubicBezTo>
                    <a:pt x="5325" y="2773"/>
                    <a:pt x="5482" y="2553"/>
                    <a:pt x="5482" y="2364"/>
                  </a:cubicBezTo>
                  <a:cubicBezTo>
                    <a:pt x="5262" y="1040"/>
                    <a:pt x="4127" y="1"/>
                    <a:pt x="274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480" name="Google Shape;8660;p63">
            <a:extLst>
              <a:ext uri="{FF2B5EF4-FFF2-40B4-BE49-F238E27FC236}">
                <a16:creationId xmlns:a16="http://schemas.microsoft.com/office/drawing/2014/main" id="{D8704BDA-F9D2-0F64-C131-D45A0234DC22}"/>
              </a:ext>
            </a:extLst>
          </p:cNvPr>
          <p:cNvGrpSpPr/>
          <p:nvPr/>
        </p:nvGrpSpPr>
        <p:grpSpPr>
          <a:xfrm>
            <a:off x="5316640" y="2490918"/>
            <a:ext cx="423713" cy="445985"/>
            <a:chOff x="-33277650" y="3226875"/>
            <a:chExt cx="277275" cy="291850"/>
          </a:xfrm>
          <a:solidFill>
            <a:srgbClr val="6C1D35"/>
          </a:solidFill>
        </p:grpSpPr>
        <p:sp>
          <p:nvSpPr>
            <p:cNvPr id="481" name="Google Shape;8661;p63">
              <a:extLst>
                <a:ext uri="{FF2B5EF4-FFF2-40B4-BE49-F238E27FC236}">
                  <a16:creationId xmlns:a16="http://schemas.microsoft.com/office/drawing/2014/main" id="{C71BE031-890A-80A1-1768-FE97CBBBD6A6}"/>
                </a:ext>
              </a:extLst>
            </p:cNvPr>
            <p:cNvSpPr/>
            <p:nvPr/>
          </p:nvSpPr>
          <p:spPr>
            <a:xfrm>
              <a:off x="-33071300" y="3440725"/>
              <a:ext cx="33100" cy="33900"/>
            </a:xfrm>
            <a:custGeom>
              <a:avLst/>
              <a:gdLst/>
              <a:ahLst/>
              <a:cxnLst/>
              <a:rect l="l" t="t" r="r" b="b"/>
              <a:pathLst>
                <a:path w="1324" h="1356" extrusionOk="0">
                  <a:moveTo>
                    <a:pt x="662" y="0"/>
                  </a:moveTo>
                  <a:cubicBezTo>
                    <a:pt x="284" y="0"/>
                    <a:pt x="1" y="315"/>
                    <a:pt x="1" y="693"/>
                  </a:cubicBezTo>
                  <a:cubicBezTo>
                    <a:pt x="1" y="1040"/>
                    <a:pt x="284" y="1355"/>
                    <a:pt x="662" y="1355"/>
                  </a:cubicBezTo>
                  <a:cubicBezTo>
                    <a:pt x="1040" y="1355"/>
                    <a:pt x="1324" y="1040"/>
                    <a:pt x="1324" y="693"/>
                  </a:cubicBezTo>
                  <a:cubicBezTo>
                    <a:pt x="1324" y="315"/>
                    <a:pt x="1040" y="0"/>
                    <a:pt x="662" y="0"/>
                  </a:cubicBezTo>
                  <a:close/>
                </a:path>
              </a:pathLst>
            </a:custGeom>
            <a:grpFill/>
            <a:ln>
              <a:noFill/>
            </a:ln>
          </p:spPr>
          <p:txBody>
            <a:bodyPr spcFirstLastPara="1" wrap="square" lIns="121900" tIns="121900" rIns="121900" bIns="121900" anchor="ctr" anchorCtr="0">
              <a:noAutofit/>
            </a:bodyPr>
            <a:lstStyle/>
            <a:p>
              <a:endParaRPr sz="2400"/>
            </a:p>
          </p:txBody>
        </p:sp>
        <p:sp>
          <p:nvSpPr>
            <p:cNvPr id="482" name="Google Shape;8662;p63">
              <a:extLst>
                <a:ext uri="{FF2B5EF4-FFF2-40B4-BE49-F238E27FC236}">
                  <a16:creationId xmlns:a16="http://schemas.microsoft.com/office/drawing/2014/main" id="{E435D041-AFAD-0F75-57CD-5B782511A8C6}"/>
                </a:ext>
              </a:extLst>
            </p:cNvPr>
            <p:cNvSpPr/>
            <p:nvPr/>
          </p:nvSpPr>
          <p:spPr>
            <a:xfrm>
              <a:off x="-33157925" y="3227275"/>
              <a:ext cx="17350" cy="103200"/>
            </a:xfrm>
            <a:custGeom>
              <a:avLst/>
              <a:gdLst/>
              <a:ahLst/>
              <a:cxnLst/>
              <a:rect l="l" t="t" r="r" b="b"/>
              <a:pathLst>
                <a:path w="694" h="4128" extrusionOk="0">
                  <a:moveTo>
                    <a:pt x="347" y="1"/>
                  </a:moveTo>
                  <a:cubicBezTo>
                    <a:pt x="158" y="1"/>
                    <a:pt x="0" y="158"/>
                    <a:pt x="0" y="347"/>
                  </a:cubicBezTo>
                  <a:lnTo>
                    <a:pt x="0" y="4128"/>
                  </a:lnTo>
                  <a:cubicBezTo>
                    <a:pt x="95" y="4096"/>
                    <a:pt x="221" y="4096"/>
                    <a:pt x="347" y="4096"/>
                  </a:cubicBezTo>
                  <a:cubicBezTo>
                    <a:pt x="473" y="4096"/>
                    <a:pt x="567" y="4096"/>
                    <a:pt x="693" y="4128"/>
                  </a:cubicBezTo>
                  <a:lnTo>
                    <a:pt x="693" y="347"/>
                  </a:lnTo>
                  <a:cubicBezTo>
                    <a:pt x="693" y="158"/>
                    <a:pt x="536" y="1"/>
                    <a:pt x="347" y="1"/>
                  </a:cubicBezTo>
                  <a:close/>
                </a:path>
              </a:pathLst>
            </a:custGeom>
            <a:grpFill/>
            <a:ln>
              <a:noFill/>
            </a:ln>
          </p:spPr>
          <p:txBody>
            <a:bodyPr spcFirstLastPara="1" wrap="square" lIns="121900" tIns="121900" rIns="121900" bIns="121900" anchor="ctr" anchorCtr="0">
              <a:noAutofit/>
            </a:bodyPr>
            <a:lstStyle/>
            <a:p>
              <a:endParaRPr sz="2400"/>
            </a:p>
          </p:txBody>
        </p:sp>
        <p:sp>
          <p:nvSpPr>
            <p:cNvPr id="483" name="Google Shape;8663;p63">
              <a:extLst>
                <a:ext uri="{FF2B5EF4-FFF2-40B4-BE49-F238E27FC236}">
                  <a16:creationId xmlns:a16="http://schemas.microsoft.com/office/drawing/2014/main" id="{A7167B83-1486-8070-F4D4-55BE4FCAAA7C}"/>
                </a:ext>
              </a:extLst>
            </p:cNvPr>
            <p:cNvSpPr/>
            <p:nvPr/>
          </p:nvSpPr>
          <p:spPr>
            <a:xfrm>
              <a:off x="-33175250" y="3347650"/>
              <a:ext cx="51200" cy="51350"/>
            </a:xfrm>
            <a:custGeom>
              <a:avLst/>
              <a:gdLst/>
              <a:ahLst/>
              <a:cxnLst/>
              <a:rect l="l" t="t" r="r" b="b"/>
              <a:pathLst>
                <a:path w="2048" h="2054" extrusionOk="0">
                  <a:moveTo>
                    <a:pt x="938" y="0"/>
                  </a:moveTo>
                  <a:cubicBezTo>
                    <a:pt x="417" y="0"/>
                    <a:pt x="0" y="451"/>
                    <a:pt x="0" y="1014"/>
                  </a:cubicBezTo>
                  <a:cubicBezTo>
                    <a:pt x="0" y="1549"/>
                    <a:pt x="473" y="2054"/>
                    <a:pt x="1040" y="2054"/>
                  </a:cubicBezTo>
                  <a:cubicBezTo>
                    <a:pt x="1575" y="2054"/>
                    <a:pt x="2048" y="1581"/>
                    <a:pt x="2048" y="1014"/>
                  </a:cubicBezTo>
                  <a:cubicBezTo>
                    <a:pt x="2048" y="447"/>
                    <a:pt x="1575" y="6"/>
                    <a:pt x="1040" y="6"/>
                  </a:cubicBezTo>
                  <a:cubicBezTo>
                    <a:pt x="1006" y="2"/>
                    <a:pt x="972" y="0"/>
                    <a:pt x="938" y="0"/>
                  </a:cubicBezTo>
                  <a:close/>
                </a:path>
              </a:pathLst>
            </a:custGeom>
            <a:grpFill/>
            <a:ln>
              <a:noFill/>
            </a:ln>
          </p:spPr>
          <p:txBody>
            <a:bodyPr spcFirstLastPara="1" wrap="square" lIns="121900" tIns="121900" rIns="121900" bIns="121900" anchor="ctr" anchorCtr="0">
              <a:noAutofit/>
            </a:bodyPr>
            <a:lstStyle/>
            <a:p>
              <a:endParaRPr sz="2400"/>
            </a:p>
          </p:txBody>
        </p:sp>
        <p:sp>
          <p:nvSpPr>
            <p:cNvPr id="484" name="Google Shape;8664;p63">
              <a:extLst>
                <a:ext uri="{FF2B5EF4-FFF2-40B4-BE49-F238E27FC236}">
                  <a16:creationId xmlns:a16="http://schemas.microsoft.com/office/drawing/2014/main" id="{8B3BF153-30F9-447D-26EC-192FADAFA39B}"/>
                </a:ext>
              </a:extLst>
            </p:cNvPr>
            <p:cNvSpPr/>
            <p:nvPr/>
          </p:nvSpPr>
          <p:spPr>
            <a:xfrm>
              <a:off x="-33224875" y="3404500"/>
              <a:ext cx="159900" cy="114225"/>
            </a:xfrm>
            <a:custGeom>
              <a:avLst/>
              <a:gdLst/>
              <a:ahLst/>
              <a:cxnLst/>
              <a:rect l="l" t="t" r="r" b="b"/>
              <a:pathLst>
                <a:path w="6396" h="4569" extrusionOk="0">
                  <a:moveTo>
                    <a:pt x="1954" y="0"/>
                  </a:moveTo>
                  <a:lnTo>
                    <a:pt x="0" y="2520"/>
                  </a:lnTo>
                  <a:lnTo>
                    <a:pt x="0" y="4222"/>
                  </a:lnTo>
                  <a:cubicBezTo>
                    <a:pt x="0" y="4411"/>
                    <a:pt x="158" y="4568"/>
                    <a:pt x="347" y="4568"/>
                  </a:cubicBezTo>
                  <a:lnTo>
                    <a:pt x="3781" y="4568"/>
                  </a:lnTo>
                  <a:cubicBezTo>
                    <a:pt x="3970" y="4568"/>
                    <a:pt x="4127" y="4411"/>
                    <a:pt x="4127" y="4222"/>
                  </a:cubicBezTo>
                  <a:lnTo>
                    <a:pt x="4127" y="3875"/>
                  </a:lnTo>
                  <a:lnTo>
                    <a:pt x="5136" y="3875"/>
                  </a:lnTo>
                  <a:cubicBezTo>
                    <a:pt x="5577" y="3844"/>
                    <a:pt x="6018" y="3718"/>
                    <a:pt x="6396" y="3434"/>
                  </a:cubicBezTo>
                  <a:cubicBezTo>
                    <a:pt x="5986" y="3277"/>
                    <a:pt x="5608" y="2930"/>
                    <a:pt x="5514" y="2489"/>
                  </a:cubicBezTo>
                  <a:lnTo>
                    <a:pt x="4442" y="2489"/>
                  </a:lnTo>
                  <a:cubicBezTo>
                    <a:pt x="3497" y="2489"/>
                    <a:pt x="2741" y="1733"/>
                    <a:pt x="2741" y="788"/>
                  </a:cubicBezTo>
                  <a:lnTo>
                    <a:pt x="2741" y="410"/>
                  </a:lnTo>
                  <a:cubicBezTo>
                    <a:pt x="2426" y="315"/>
                    <a:pt x="2206" y="189"/>
                    <a:pt x="1954" y="0"/>
                  </a:cubicBezTo>
                  <a:close/>
                </a:path>
              </a:pathLst>
            </a:custGeom>
            <a:grpFill/>
            <a:ln>
              <a:noFill/>
            </a:ln>
          </p:spPr>
          <p:txBody>
            <a:bodyPr spcFirstLastPara="1" wrap="square" lIns="121900" tIns="121900" rIns="121900" bIns="121900" anchor="ctr" anchorCtr="0">
              <a:noAutofit/>
            </a:bodyPr>
            <a:lstStyle/>
            <a:p>
              <a:endParaRPr sz="2400"/>
            </a:p>
          </p:txBody>
        </p:sp>
        <p:sp>
          <p:nvSpPr>
            <p:cNvPr id="485" name="Google Shape;8665;p63">
              <a:extLst>
                <a:ext uri="{FF2B5EF4-FFF2-40B4-BE49-F238E27FC236}">
                  <a16:creationId xmlns:a16="http://schemas.microsoft.com/office/drawing/2014/main" id="{4BD3D23E-7F79-2B15-364E-4C9B31D82182}"/>
                </a:ext>
              </a:extLst>
            </p:cNvPr>
            <p:cNvSpPr/>
            <p:nvPr/>
          </p:nvSpPr>
          <p:spPr>
            <a:xfrm>
              <a:off x="-33141400" y="3312350"/>
              <a:ext cx="127625" cy="138625"/>
            </a:xfrm>
            <a:custGeom>
              <a:avLst/>
              <a:gdLst/>
              <a:ahLst/>
              <a:cxnLst/>
              <a:rect l="l" t="t" r="r" b="b"/>
              <a:pathLst>
                <a:path w="5105" h="5545" extrusionOk="0">
                  <a:moveTo>
                    <a:pt x="4128" y="0"/>
                  </a:moveTo>
                  <a:lnTo>
                    <a:pt x="694" y="662"/>
                  </a:lnTo>
                  <a:lnTo>
                    <a:pt x="694" y="1040"/>
                  </a:lnTo>
                  <a:cubicBezTo>
                    <a:pt x="1103" y="1355"/>
                    <a:pt x="1387" y="1827"/>
                    <a:pt x="1387" y="2426"/>
                  </a:cubicBezTo>
                  <a:cubicBezTo>
                    <a:pt x="1387" y="3245"/>
                    <a:pt x="788" y="3938"/>
                    <a:pt x="1" y="4127"/>
                  </a:cubicBezTo>
                  <a:lnTo>
                    <a:pt x="1" y="4505"/>
                  </a:lnTo>
                  <a:cubicBezTo>
                    <a:pt x="1" y="5072"/>
                    <a:pt x="473" y="5545"/>
                    <a:pt x="1009" y="5545"/>
                  </a:cubicBezTo>
                  <a:lnTo>
                    <a:pt x="2080" y="5545"/>
                  </a:lnTo>
                  <a:cubicBezTo>
                    <a:pt x="2238" y="4946"/>
                    <a:pt x="2742" y="4505"/>
                    <a:pt x="3372" y="4505"/>
                  </a:cubicBezTo>
                  <a:cubicBezTo>
                    <a:pt x="3624" y="4505"/>
                    <a:pt x="3844" y="4600"/>
                    <a:pt x="4065" y="4726"/>
                  </a:cubicBezTo>
                  <a:lnTo>
                    <a:pt x="4065" y="4127"/>
                  </a:lnTo>
                  <a:lnTo>
                    <a:pt x="4128" y="4127"/>
                  </a:lnTo>
                  <a:cubicBezTo>
                    <a:pt x="4443" y="4064"/>
                    <a:pt x="4758" y="3938"/>
                    <a:pt x="4916" y="3655"/>
                  </a:cubicBezTo>
                  <a:cubicBezTo>
                    <a:pt x="5105" y="3340"/>
                    <a:pt x="5105" y="2993"/>
                    <a:pt x="4947" y="2678"/>
                  </a:cubicBezTo>
                  <a:lnTo>
                    <a:pt x="4128" y="1008"/>
                  </a:lnTo>
                  <a:lnTo>
                    <a:pt x="4128" y="0"/>
                  </a:lnTo>
                  <a:close/>
                </a:path>
              </a:pathLst>
            </a:custGeom>
            <a:grpFill/>
            <a:ln>
              <a:noFill/>
            </a:ln>
          </p:spPr>
          <p:txBody>
            <a:bodyPr spcFirstLastPara="1" wrap="square" lIns="121900" tIns="121900" rIns="121900" bIns="121900" anchor="ctr" anchorCtr="0">
              <a:noAutofit/>
            </a:bodyPr>
            <a:lstStyle/>
            <a:p>
              <a:endParaRPr sz="2400"/>
            </a:p>
          </p:txBody>
        </p:sp>
        <p:sp>
          <p:nvSpPr>
            <p:cNvPr id="486" name="Google Shape;8666;p63">
              <a:extLst>
                <a:ext uri="{FF2B5EF4-FFF2-40B4-BE49-F238E27FC236}">
                  <a16:creationId xmlns:a16="http://schemas.microsoft.com/office/drawing/2014/main" id="{3F58A525-42EA-FE11-7AF5-EF8112EE0B85}"/>
                </a:ext>
              </a:extLst>
            </p:cNvPr>
            <p:cNvSpPr/>
            <p:nvPr/>
          </p:nvSpPr>
          <p:spPr>
            <a:xfrm>
              <a:off x="-33122500" y="3226875"/>
              <a:ext cx="122125" cy="83925"/>
            </a:xfrm>
            <a:custGeom>
              <a:avLst/>
              <a:gdLst/>
              <a:ahLst/>
              <a:cxnLst/>
              <a:rect l="l" t="t" r="r" b="b"/>
              <a:pathLst>
                <a:path w="4885" h="3357" extrusionOk="0">
                  <a:moveTo>
                    <a:pt x="3376" y="1"/>
                  </a:moveTo>
                  <a:cubicBezTo>
                    <a:pt x="3025" y="1"/>
                    <a:pt x="2679" y="143"/>
                    <a:pt x="2427" y="426"/>
                  </a:cubicBezTo>
                  <a:lnTo>
                    <a:pt x="2143" y="678"/>
                  </a:lnTo>
                  <a:lnTo>
                    <a:pt x="1" y="678"/>
                  </a:lnTo>
                  <a:lnTo>
                    <a:pt x="1" y="3356"/>
                  </a:lnTo>
                  <a:lnTo>
                    <a:pt x="4191" y="2537"/>
                  </a:lnTo>
                  <a:lnTo>
                    <a:pt x="4349" y="2379"/>
                  </a:lnTo>
                  <a:cubicBezTo>
                    <a:pt x="4884" y="1844"/>
                    <a:pt x="4884" y="962"/>
                    <a:pt x="4349" y="426"/>
                  </a:cubicBezTo>
                  <a:cubicBezTo>
                    <a:pt x="4081" y="143"/>
                    <a:pt x="3726" y="1"/>
                    <a:pt x="3376" y="1"/>
                  </a:cubicBezTo>
                  <a:close/>
                </a:path>
              </a:pathLst>
            </a:custGeom>
            <a:grpFill/>
            <a:ln>
              <a:noFill/>
            </a:ln>
          </p:spPr>
          <p:txBody>
            <a:bodyPr spcFirstLastPara="1" wrap="square" lIns="121900" tIns="121900" rIns="121900" bIns="121900" anchor="ctr" anchorCtr="0">
              <a:noAutofit/>
            </a:bodyPr>
            <a:lstStyle/>
            <a:p>
              <a:endParaRPr sz="2400"/>
            </a:p>
          </p:txBody>
        </p:sp>
        <p:sp>
          <p:nvSpPr>
            <p:cNvPr id="487" name="Google Shape;8667;p63">
              <a:extLst>
                <a:ext uri="{FF2B5EF4-FFF2-40B4-BE49-F238E27FC236}">
                  <a16:creationId xmlns:a16="http://schemas.microsoft.com/office/drawing/2014/main" id="{FAC11103-BF55-A237-F0B9-561797075C59}"/>
                </a:ext>
              </a:extLst>
            </p:cNvPr>
            <p:cNvSpPr/>
            <p:nvPr/>
          </p:nvSpPr>
          <p:spPr>
            <a:xfrm>
              <a:off x="-33277650" y="3245400"/>
              <a:ext cx="102400" cy="198500"/>
            </a:xfrm>
            <a:custGeom>
              <a:avLst/>
              <a:gdLst/>
              <a:ahLst/>
              <a:cxnLst/>
              <a:rect l="l" t="t" r="r" b="b"/>
              <a:pathLst>
                <a:path w="4096" h="7940" extrusionOk="0">
                  <a:moveTo>
                    <a:pt x="4096" y="0"/>
                  </a:moveTo>
                  <a:cubicBezTo>
                    <a:pt x="1828" y="95"/>
                    <a:pt x="0" y="1985"/>
                    <a:pt x="0" y="4316"/>
                  </a:cubicBezTo>
                  <a:cubicBezTo>
                    <a:pt x="0" y="5766"/>
                    <a:pt x="757" y="7120"/>
                    <a:pt x="1954" y="7939"/>
                  </a:cubicBezTo>
                  <a:lnTo>
                    <a:pt x="3592" y="5829"/>
                  </a:lnTo>
                  <a:cubicBezTo>
                    <a:pt x="3466" y="5576"/>
                    <a:pt x="3434" y="5356"/>
                    <a:pt x="3434" y="5104"/>
                  </a:cubicBezTo>
                  <a:cubicBezTo>
                    <a:pt x="3434" y="4568"/>
                    <a:pt x="3718" y="4033"/>
                    <a:pt x="4096" y="3718"/>
                  </a:cubicBezTo>
                  <a:lnTo>
                    <a:pt x="4096" y="0"/>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488" name="Google Shape;8698;p63">
            <a:extLst>
              <a:ext uri="{FF2B5EF4-FFF2-40B4-BE49-F238E27FC236}">
                <a16:creationId xmlns:a16="http://schemas.microsoft.com/office/drawing/2014/main" id="{021873FB-0D3D-AC0E-AED5-DC274C33CC1C}"/>
              </a:ext>
            </a:extLst>
          </p:cNvPr>
          <p:cNvGrpSpPr/>
          <p:nvPr/>
        </p:nvGrpSpPr>
        <p:grpSpPr>
          <a:xfrm>
            <a:off x="3073760" y="2491226"/>
            <a:ext cx="418861" cy="445375"/>
            <a:chOff x="-34755225" y="3202075"/>
            <a:chExt cx="274100" cy="291450"/>
          </a:xfrm>
          <a:solidFill>
            <a:srgbClr val="6C1D35"/>
          </a:solidFill>
        </p:grpSpPr>
        <p:sp>
          <p:nvSpPr>
            <p:cNvPr id="489" name="Google Shape;8699;p63">
              <a:extLst>
                <a:ext uri="{FF2B5EF4-FFF2-40B4-BE49-F238E27FC236}">
                  <a16:creationId xmlns:a16="http://schemas.microsoft.com/office/drawing/2014/main" id="{E486C552-9361-5E29-81E2-F9EE73602E49}"/>
                </a:ext>
              </a:extLst>
            </p:cNvPr>
            <p:cNvSpPr/>
            <p:nvPr/>
          </p:nvSpPr>
          <p:spPr>
            <a:xfrm>
              <a:off x="-34703250" y="3389525"/>
              <a:ext cx="84300" cy="34675"/>
            </a:xfrm>
            <a:custGeom>
              <a:avLst/>
              <a:gdLst/>
              <a:ahLst/>
              <a:cxnLst/>
              <a:rect l="l" t="t" r="r" b="b"/>
              <a:pathLst>
                <a:path w="3372" h="1387" extrusionOk="0">
                  <a:moveTo>
                    <a:pt x="1670" y="1"/>
                  </a:moveTo>
                  <a:cubicBezTo>
                    <a:pt x="883" y="1"/>
                    <a:pt x="158" y="599"/>
                    <a:pt x="0" y="1387"/>
                  </a:cubicBezTo>
                  <a:lnTo>
                    <a:pt x="3371" y="1387"/>
                  </a:lnTo>
                  <a:cubicBezTo>
                    <a:pt x="3214" y="599"/>
                    <a:pt x="2489" y="1"/>
                    <a:pt x="1670" y="1"/>
                  </a:cubicBezTo>
                  <a:close/>
                </a:path>
              </a:pathLst>
            </a:custGeom>
            <a:grpFill/>
            <a:ln>
              <a:noFill/>
            </a:ln>
          </p:spPr>
          <p:txBody>
            <a:bodyPr spcFirstLastPara="1" wrap="square" lIns="121900" tIns="121900" rIns="121900" bIns="121900" anchor="ctr" anchorCtr="0">
              <a:noAutofit/>
            </a:bodyPr>
            <a:lstStyle/>
            <a:p>
              <a:endParaRPr sz="2400"/>
            </a:p>
          </p:txBody>
        </p:sp>
        <p:sp>
          <p:nvSpPr>
            <p:cNvPr id="490" name="Google Shape;8700;p63">
              <a:extLst>
                <a:ext uri="{FF2B5EF4-FFF2-40B4-BE49-F238E27FC236}">
                  <a16:creationId xmlns:a16="http://schemas.microsoft.com/office/drawing/2014/main" id="{03FE1D06-7E72-4039-1EF8-8979EF887AA7}"/>
                </a:ext>
              </a:extLst>
            </p:cNvPr>
            <p:cNvSpPr/>
            <p:nvPr/>
          </p:nvSpPr>
          <p:spPr>
            <a:xfrm>
              <a:off x="-34636300" y="3348575"/>
              <a:ext cx="69325" cy="75625"/>
            </a:xfrm>
            <a:custGeom>
              <a:avLst/>
              <a:gdLst/>
              <a:ahLst/>
              <a:cxnLst/>
              <a:rect l="l" t="t" r="r" b="b"/>
              <a:pathLst>
                <a:path w="2773" h="3025" extrusionOk="0">
                  <a:moveTo>
                    <a:pt x="2111" y="0"/>
                  </a:moveTo>
                  <a:lnTo>
                    <a:pt x="1387" y="221"/>
                  </a:lnTo>
                  <a:cubicBezTo>
                    <a:pt x="1298" y="265"/>
                    <a:pt x="1179" y="290"/>
                    <a:pt x="1049" y="290"/>
                  </a:cubicBezTo>
                  <a:cubicBezTo>
                    <a:pt x="808" y="290"/>
                    <a:pt x="531" y="205"/>
                    <a:pt x="347" y="0"/>
                  </a:cubicBezTo>
                  <a:lnTo>
                    <a:pt x="347" y="0"/>
                  </a:lnTo>
                  <a:cubicBezTo>
                    <a:pt x="378" y="63"/>
                    <a:pt x="378" y="189"/>
                    <a:pt x="378" y="315"/>
                  </a:cubicBezTo>
                  <a:cubicBezTo>
                    <a:pt x="378" y="662"/>
                    <a:pt x="221" y="977"/>
                    <a:pt x="0" y="1229"/>
                  </a:cubicBezTo>
                  <a:cubicBezTo>
                    <a:pt x="725" y="1575"/>
                    <a:pt x="1229" y="2237"/>
                    <a:pt x="1355" y="3025"/>
                  </a:cubicBezTo>
                  <a:lnTo>
                    <a:pt x="2773" y="3025"/>
                  </a:lnTo>
                  <a:lnTo>
                    <a:pt x="2773" y="221"/>
                  </a:lnTo>
                  <a:cubicBezTo>
                    <a:pt x="2521" y="189"/>
                    <a:pt x="2300" y="126"/>
                    <a:pt x="2111" y="0"/>
                  </a:cubicBezTo>
                  <a:close/>
                </a:path>
              </a:pathLst>
            </a:custGeom>
            <a:grpFill/>
            <a:ln>
              <a:noFill/>
            </a:ln>
          </p:spPr>
          <p:txBody>
            <a:bodyPr spcFirstLastPara="1" wrap="square" lIns="121900" tIns="121900" rIns="121900" bIns="121900" anchor="ctr" anchorCtr="0">
              <a:noAutofit/>
            </a:bodyPr>
            <a:lstStyle/>
            <a:p>
              <a:endParaRPr sz="2400"/>
            </a:p>
          </p:txBody>
        </p:sp>
        <p:sp>
          <p:nvSpPr>
            <p:cNvPr id="491" name="Google Shape;8701;p63">
              <a:extLst>
                <a:ext uri="{FF2B5EF4-FFF2-40B4-BE49-F238E27FC236}">
                  <a16:creationId xmlns:a16="http://schemas.microsoft.com/office/drawing/2014/main" id="{06618A33-1736-0C21-3EE3-16BA91B5568C}"/>
                </a:ext>
              </a:extLst>
            </p:cNvPr>
            <p:cNvSpPr/>
            <p:nvPr/>
          </p:nvSpPr>
          <p:spPr>
            <a:xfrm>
              <a:off x="-34752875" y="3253275"/>
              <a:ext cx="126050" cy="170925"/>
            </a:xfrm>
            <a:custGeom>
              <a:avLst/>
              <a:gdLst/>
              <a:ahLst/>
              <a:cxnLst/>
              <a:rect l="l" t="t" r="r" b="b"/>
              <a:pathLst>
                <a:path w="5042" h="6837" extrusionOk="0">
                  <a:moveTo>
                    <a:pt x="1" y="0"/>
                  </a:moveTo>
                  <a:lnTo>
                    <a:pt x="1" y="6837"/>
                  </a:lnTo>
                  <a:lnTo>
                    <a:pt x="1418" y="6837"/>
                  </a:lnTo>
                  <a:cubicBezTo>
                    <a:pt x="1450" y="6018"/>
                    <a:pt x="1954" y="5356"/>
                    <a:pt x="2679" y="4978"/>
                  </a:cubicBezTo>
                  <a:cubicBezTo>
                    <a:pt x="2427" y="4757"/>
                    <a:pt x="2301" y="4442"/>
                    <a:pt x="2301" y="4064"/>
                  </a:cubicBezTo>
                  <a:cubicBezTo>
                    <a:pt x="2301" y="3340"/>
                    <a:pt x="2931" y="2710"/>
                    <a:pt x="3687" y="2710"/>
                  </a:cubicBezTo>
                  <a:cubicBezTo>
                    <a:pt x="4128" y="2710"/>
                    <a:pt x="4474" y="2899"/>
                    <a:pt x="4758" y="3214"/>
                  </a:cubicBezTo>
                  <a:cubicBezTo>
                    <a:pt x="4726" y="3056"/>
                    <a:pt x="4758" y="2899"/>
                    <a:pt x="4789" y="2741"/>
                  </a:cubicBezTo>
                  <a:lnTo>
                    <a:pt x="5041" y="2016"/>
                  </a:lnTo>
                  <a:cubicBezTo>
                    <a:pt x="4821" y="1607"/>
                    <a:pt x="4758" y="1134"/>
                    <a:pt x="4758" y="662"/>
                  </a:cubicBezTo>
                  <a:cubicBezTo>
                    <a:pt x="4758" y="410"/>
                    <a:pt x="4789" y="189"/>
                    <a:pt x="4821" y="0"/>
                  </a:cubicBezTo>
                  <a:close/>
                </a:path>
              </a:pathLst>
            </a:custGeom>
            <a:grpFill/>
            <a:ln>
              <a:noFill/>
            </a:ln>
          </p:spPr>
          <p:txBody>
            <a:bodyPr spcFirstLastPara="1" wrap="square" lIns="121900" tIns="121900" rIns="121900" bIns="121900" anchor="ctr" anchorCtr="0">
              <a:noAutofit/>
            </a:bodyPr>
            <a:lstStyle/>
            <a:p>
              <a:endParaRPr sz="2400"/>
            </a:p>
          </p:txBody>
        </p:sp>
        <p:sp>
          <p:nvSpPr>
            <p:cNvPr id="492" name="Google Shape;8702;p63">
              <a:extLst>
                <a:ext uri="{FF2B5EF4-FFF2-40B4-BE49-F238E27FC236}">
                  <a16:creationId xmlns:a16="http://schemas.microsoft.com/office/drawing/2014/main" id="{56B193E8-D55E-B468-5774-EADF73844106}"/>
                </a:ext>
              </a:extLst>
            </p:cNvPr>
            <p:cNvSpPr/>
            <p:nvPr/>
          </p:nvSpPr>
          <p:spPr>
            <a:xfrm>
              <a:off x="-34677250" y="3338325"/>
              <a:ext cx="33875" cy="33900"/>
            </a:xfrm>
            <a:custGeom>
              <a:avLst/>
              <a:gdLst/>
              <a:ahLst/>
              <a:cxnLst/>
              <a:rect l="l" t="t" r="r" b="b"/>
              <a:pathLst>
                <a:path w="1355" h="1356" extrusionOk="0">
                  <a:moveTo>
                    <a:pt x="662" y="1"/>
                  </a:moveTo>
                  <a:cubicBezTo>
                    <a:pt x="315" y="1"/>
                    <a:pt x="0" y="316"/>
                    <a:pt x="0" y="694"/>
                  </a:cubicBezTo>
                  <a:cubicBezTo>
                    <a:pt x="0" y="1040"/>
                    <a:pt x="315" y="1355"/>
                    <a:pt x="662" y="1355"/>
                  </a:cubicBezTo>
                  <a:cubicBezTo>
                    <a:pt x="1040" y="1355"/>
                    <a:pt x="1355" y="1040"/>
                    <a:pt x="1355" y="694"/>
                  </a:cubicBezTo>
                  <a:cubicBezTo>
                    <a:pt x="1355" y="316"/>
                    <a:pt x="1040" y="1"/>
                    <a:pt x="662" y="1"/>
                  </a:cubicBezTo>
                  <a:close/>
                </a:path>
              </a:pathLst>
            </a:custGeom>
            <a:grpFill/>
            <a:ln>
              <a:noFill/>
            </a:ln>
          </p:spPr>
          <p:txBody>
            <a:bodyPr spcFirstLastPara="1" wrap="square" lIns="121900" tIns="121900" rIns="121900" bIns="121900" anchor="ctr" anchorCtr="0">
              <a:noAutofit/>
            </a:bodyPr>
            <a:lstStyle/>
            <a:p>
              <a:endParaRPr sz="2400"/>
            </a:p>
          </p:txBody>
        </p:sp>
        <p:sp>
          <p:nvSpPr>
            <p:cNvPr id="493" name="Google Shape;8703;p63">
              <a:extLst>
                <a:ext uri="{FF2B5EF4-FFF2-40B4-BE49-F238E27FC236}">
                  <a16:creationId xmlns:a16="http://schemas.microsoft.com/office/drawing/2014/main" id="{768CBF87-E7E1-7098-74E8-A56304B9340B}"/>
                </a:ext>
              </a:extLst>
            </p:cNvPr>
            <p:cNvSpPr/>
            <p:nvPr/>
          </p:nvSpPr>
          <p:spPr>
            <a:xfrm>
              <a:off x="-34618200" y="3202500"/>
              <a:ext cx="137075" cy="135850"/>
            </a:xfrm>
            <a:custGeom>
              <a:avLst/>
              <a:gdLst/>
              <a:ahLst/>
              <a:cxnLst/>
              <a:rect l="l" t="t" r="r" b="b"/>
              <a:pathLst>
                <a:path w="5483" h="5434" extrusionOk="0">
                  <a:moveTo>
                    <a:pt x="2710" y="992"/>
                  </a:moveTo>
                  <a:cubicBezTo>
                    <a:pt x="2899" y="992"/>
                    <a:pt x="3057" y="1149"/>
                    <a:pt x="3057" y="1338"/>
                  </a:cubicBezTo>
                  <a:cubicBezTo>
                    <a:pt x="3057" y="1559"/>
                    <a:pt x="2899" y="1716"/>
                    <a:pt x="2710" y="1716"/>
                  </a:cubicBezTo>
                  <a:cubicBezTo>
                    <a:pt x="2521" y="1716"/>
                    <a:pt x="2364" y="1559"/>
                    <a:pt x="2364" y="1338"/>
                  </a:cubicBezTo>
                  <a:cubicBezTo>
                    <a:pt x="2395" y="1149"/>
                    <a:pt x="2553" y="992"/>
                    <a:pt x="2710" y="992"/>
                  </a:cubicBezTo>
                  <a:close/>
                  <a:moveTo>
                    <a:pt x="2742" y="2346"/>
                  </a:moveTo>
                  <a:cubicBezTo>
                    <a:pt x="2962" y="2346"/>
                    <a:pt x="3120" y="2504"/>
                    <a:pt x="3120" y="2693"/>
                  </a:cubicBezTo>
                  <a:lnTo>
                    <a:pt x="3120" y="4079"/>
                  </a:lnTo>
                  <a:cubicBezTo>
                    <a:pt x="3120" y="4268"/>
                    <a:pt x="2962" y="4426"/>
                    <a:pt x="2742" y="4426"/>
                  </a:cubicBezTo>
                  <a:cubicBezTo>
                    <a:pt x="2553" y="4426"/>
                    <a:pt x="2395" y="4268"/>
                    <a:pt x="2395" y="4079"/>
                  </a:cubicBezTo>
                  <a:lnTo>
                    <a:pt x="2395" y="2693"/>
                  </a:lnTo>
                  <a:cubicBezTo>
                    <a:pt x="2395" y="2504"/>
                    <a:pt x="2553" y="2346"/>
                    <a:pt x="2742" y="2346"/>
                  </a:cubicBezTo>
                  <a:close/>
                  <a:moveTo>
                    <a:pt x="2646" y="0"/>
                  </a:moveTo>
                  <a:cubicBezTo>
                    <a:pt x="1359" y="0"/>
                    <a:pt x="1" y="1099"/>
                    <a:pt x="1" y="2724"/>
                  </a:cubicBezTo>
                  <a:cubicBezTo>
                    <a:pt x="1" y="3197"/>
                    <a:pt x="127" y="3638"/>
                    <a:pt x="348" y="4016"/>
                  </a:cubicBezTo>
                  <a:lnTo>
                    <a:pt x="33" y="4961"/>
                  </a:lnTo>
                  <a:cubicBezTo>
                    <a:pt x="1" y="5087"/>
                    <a:pt x="33" y="5245"/>
                    <a:pt x="127" y="5339"/>
                  </a:cubicBezTo>
                  <a:cubicBezTo>
                    <a:pt x="167" y="5399"/>
                    <a:pt x="245" y="5421"/>
                    <a:pt x="329" y="5421"/>
                  </a:cubicBezTo>
                  <a:cubicBezTo>
                    <a:pt x="377" y="5421"/>
                    <a:pt x="427" y="5414"/>
                    <a:pt x="474" y="5402"/>
                  </a:cubicBezTo>
                  <a:lnTo>
                    <a:pt x="1419" y="5087"/>
                  </a:lnTo>
                  <a:cubicBezTo>
                    <a:pt x="1797" y="5339"/>
                    <a:pt x="2238" y="5434"/>
                    <a:pt x="2742" y="5434"/>
                  </a:cubicBezTo>
                  <a:cubicBezTo>
                    <a:pt x="4254" y="5434"/>
                    <a:pt x="5483" y="4237"/>
                    <a:pt x="5483" y="2724"/>
                  </a:cubicBezTo>
                  <a:cubicBezTo>
                    <a:pt x="5483" y="1275"/>
                    <a:pt x="4317" y="78"/>
                    <a:pt x="2899" y="15"/>
                  </a:cubicBezTo>
                  <a:cubicBezTo>
                    <a:pt x="2815" y="5"/>
                    <a:pt x="2731" y="0"/>
                    <a:pt x="2646" y="0"/>
                  </a:cubicBezTo>
                  <a:close/>
                </a:path>
              </a:pathLst>
            </a:custGeom>
            <a:grpFill/>
            <a:ln>
              <a:noFill/>
            </a:ln>
          </p:spPr>
          <p:txBody>
            <a:bodyPr spcFirstLastPara="1" wrap="square" lIns="121900" tIns="121900" rIns="121900" bIns="121900" anchor="ctr" anchorCtr="0">
              <a:noAutofit/>
            </a:bodyPr>
            <a:lstStyle/>
            <a:p>
              <a:endParaRPr sz="2400"/>
            </a:p>
          </p:txBody>
        </p:sp>
        <p:sp>
          <p:nvSpPr>
            <p:cNvPr id="494" name="Google Shape;8704;p63">
              <a:extLst>
                <a:ext uri="{FF2B5EF4-FFF2-40B4-BE49-F238E27FC236}">
                  <a16:creationId xmlns:a16="http://schemas.microsoft.com/office/drawing/2014/main" id="{D831B7FD-ACFF-C8E1-D2E6-D47B3F268538}"/>
                </a:ext>
              </a:extLst>
            </p:cNvPr>
            <p:cNvSpPr/>
            <p:nvPr/>
          </p:nvSpPr>
          <p:spPr>
            <a:xfrm>
              <a:off x="-34755225" y="3440725"/>
              <a:ext cx="188250" cy="52800"/>
            </a:xfrm>
            <a:custGeom>
              <a:avLst/>
              <a:gdLst/>
              <a:ahLst/>
              <a:cxnLst/>
              <a:rect l="l" t="t" r="r" b="b"/>
              <a:pathLst>
                <a:path w="7530" h="2112" extrusionOk="0">
                  <a:moveTo>
                    <a:pt x="0" y="0"/>
                  </a:moveTo>
                  <a:lnTo>
                    <a:pt x="0" y="1071"/>
                  </a:lnTo>
                  <a:cubicBezTo>
                    <a:pt x="0" y="1670"/>
                    <a:pt x="473" y="2111"/>
                    <a:pt x="1040" y="2111"/>
                  </a:cubicBezTo>
                  <a:lnTo>
                    <a:pt x="6490" y="2111"/>
                  </a:lnTo>
                  <a:cubicBezTo>
                    <a:pt x="7057" y="2111"/>
                    <a:pt x="7530" y="1639"/>
                    <a:pt x="7530" y="1071"/>
                  </a:cubicBezTo>
                  <a:lnTo>
                    <a:pt x="7530" y="0"/>
                  </a:lnTo>
                  <a:close/>
                </a:path>
              </a:pathLst>
            </a:custGeom>
            <a:grpFill/>
            <a:ln>
              <a:noFill/>
            </a:ln>
          </p:spPr>
          <p:txBody>
            <a:bodyPr spcFirstLastPara="1" wrap="square" lIns="121900" tIns="121900" rIns="121900" bIns="121900" anchor="ctr" anchorCtr="0">
              <a:noAutofit/>
            </a:bodyPr>
            <a:lstStyle/>
            <a:p>
              <a:endParaRPr sz="2400"/>
            </a:p>
          </p:txBody>
        </p:sp>
        <p:sp>
          <p:nvSpPr>
            <p:cNvPr id="495" name="Google Shape;8705;p63">
              <a:extLst>
                <a:ext uri="{FF2B5EF4-FFF2-40B4-BE49-F238E27FC236}">
                  <a16:creationId xmlns:a16="http://schemas.microsoft.com/office/drawing/2014/main" id="{1DB65400-AA14-1B16-DB1E-CF4B45972727}"/>
                </a:ext>
              </a:extLst>
            </p:cNvPr>
            <p:cNvSpPr/>
            <p:nvPr/>
          </p:nvSpPr>
          <p:spPr>
            <a:xfrm>
              <a:off x="-34754450" y="3202075"/>
              <a:ext cx="153600" cy="33900"/>
            </a:xfrm>
            <a:custGeom>
              <a:avLst/>
              <a:gdLst/>
              <a:ahLst/>
              <a:cxnLst/>
              <a:rect l="l" t="t" r="r" b="b"/>
              <a:pathLst>
                <a:path w="6144" h="1356" extrusionOk="0">
                  <a:moveTo>
                    <a:pt x="1040" y="0"/>
                  </a:moveTo>
                  <a:cubicBezTo>
                    <a:pt x="473" y="0"/>
                    <a:pt x="1" y="473"/>
                    <a:pt x="1" y="1009"/>
                  </a:cubicBezTo>
                  <a:lnTo>
                    <a:pt x="1" y="1355"/>
                  </a:lnTo>
                  <a:lnTo>
                    <a:pt x="5104" y="1355"/>
                  </a:lnTo>
                  <a:cubicBezTo>
                    <a:pt x="5293" y="819"/>
                    <a:pt x="5672" y="347"/>
                    <a:pt x="6144"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496" name="Google Shape;8711;p63">
            <a:extLst>
              <a:ext uri="{FF2B5EF4-FFF2-40B4-BE49-F238E27FC236}">
                <a16:creationId xmlns:a16="http://schemas.microsoft.com/office/drawing/2014/main" id="{2E5C155E-7D5C-A8FC-3C18-1AF59A7F1436}"/>
              </a:ext>
            </a:extLst>
          </p:cNvPr>
          <p:cNvGrpSpPr/>
          <p:nvPr/>
        </p:nvGrpSpPr>
        <p:grpSpPr>
          <a:xfrm>
            <a:off x="5870701" y="2490631"/>
            <a:ext cx="446559" cy="446559"/>
            <a:chOff x="-32927950" y="3227275"/>
            <a:chExt cx="292225" cy="292225"/>
          </a:xfrm>
          <a:solidFill>
            <a:srgbClr val="6C1D35"/>
          </a:solidFill>
        </p:grpSpPr>
        <p:sp>
          <p:nvSpPr>
            <p:cNvPr id="497" name="Google Shape;8712;p63">
              <a:extLst>
                <a:ext uri="{FF2B5EF4-FFF2-40B4-BE49-F238E27FC236}">
                  <a16:creationId xmlns:a16="http://schemas.microsoft.com/office/drawing/2014/main" id="{2AD90BC0-601D-3FEF-87CF-6B9BD08508FE}"/>
                </a:ext>
              </a:extLst>
            </p:cNvPr>
            <p:cNvSpPr/>
            <p:nvPr/>
          </p:nvSpPr>
          <p:spPr>
            <a:xfrm>
              <a:off x="-32927950" y="3228075"/>
              <a:ext cx="69325" cy="291425"/>
            </a:xfrm>
            <a:custGeom>
              <a:avLst/>
              <a:gdLst/>
              <a:ahLst/>
              <a:cxnLst/>
              <a:rect l="l" t="t" r="r" b="b"/>
              <a:pathLst>
                <a:path w="2773" h="11657" extrusionOk="0">
                  <a:moveTo>
                    <a:pt x="1733" y="0"/>
                  </a:moveTo>
                  <a:cubicBezTo>
                    <a:pt x="1198" y="0"/>
                    <a:pt x="725" y="473"/>
                    <a:pt x="725" y="1040"/>
                  </a:cubicBezTo>
                  <a:lnTo>
                    <a:pt x="725" y="1386"/>
                  </a:lnTo>
                  <a:lnTo>
                    <a:pt x="347" y="1386"/>
                  </a:lnTo>
                  <a:cubicBezTo>
                    <a:pt x="158" y="1386"/>
                    <a:pt x="1" y="1544"/>
                    <a:pt x="1" y="1733"/>
                  </a:cubicBezTo>
                  <a:cubicBezTo>
                    <a:pt x="1" y="1922"/>
                    <a:pt x="158" y="2079"/>
                    <a:pt x="347" y="2079"/>
                  </a:cubicBezTo>
                  <a:lnTo>
                    <a:pt x="725" y="2079"/>
                  </a:lnTo>
                  <a:lnTo>
                    <a:pt x="725" y="3466"/>
                  </a:lnTo>
                  <a:lnTo>
                    <a:pt x="347" y="3466"/>
                  </a:lnTo>
                  <a:cubicBezTo>
                    <a:pt x="158" y="3466"/>
                    <a:pt x="1" y="3623"/>
                    <a:pt x="1" y="3812"/>
                  </a:cubicBezTo>
                  <a:cubicBezTo>
                    <a:pt x="1" y="4033"/>
                    <a:pt x="158" y="4190"/>
                    <a:pt x="347" y="4190"/>
                  </a:cubicBezTo>
                  <a:lnTo>
                    <a:pt x="725" y="4190"/>
                  </a:lnTo>
                  <a:lnTo>
                    <a:pt x="725" y="5608"/>
                  </a:lnTo>
                  <a:lnTo>
                    <a:pt x="347" y="5608"/>
                  </a:lnTo>
                  <a:cubicBezTo>
                    <a:pt x="158" y="5608"/>
                    <a:pt x="1" y="5765"/>
                    <a:pt x="1" y="5954"/>
                  </a:cubicBezTo>
                  <a:cubicBezTo>
                    <a:pt x="1" y="6143"/>
                    <a:pt x="158" y="6301"/>
                    <a:pt x="347" y="6301"/>
                  </a:cubicBezTo>
                  <a:lnTo>
                    <a:pt x="725" y="6301"/>
                  </a:lnTo>
                  <a:lnTo>
                    <a:pt x="725" y="7687"/>
                  </a:lnTo>
                  <a:lnTo>
                    <a:pt x="347" y="7687"/>
                  </a:lnTo>
                  <a:cubicBezTo>
                    <a:pt x="158" y="7687"/>
                    <a:pt x="1" y="7845"/>
                    <a:pt x="1" y="8034"/>
                  </a:cubicBezTo>
                  <a:cubicBezTo>
                    <a:pt x="1" y="8223"/>
                    <a:pt x="158" y="8380"/>
                    <a:pt x="347" y="8380"/>
                  </a:cubicBezTo>
                  <a:lnTo>
                    <a:pt x="725" y="8380"/>
                  </a:lnTo>
                  <a:lnTo>
                    <a:pt x="725" y="9767"/>
                  </a:lnTo>
                  <a:lnTo>
                    <a:pt x="347" y="9767"/>
                  </a:lnTo>
                  <a:lnTo>
                    <a:pt x="347" y="9577"/>
                  </a:lnTo>
                  <a:cubicBezTo>
                    <a:pt x="158" y="9577"/>
                    <a:pt x="1" y="9735"/>
                    <a:pt x="1" y="9924"/>
                  </a:cubicBezTo>
                  <a:cubicBezTo>
                    <a:pt x="1" y="10113"/>
                    <a:pt x="158" y="10271"/>
                    <a:pt x="347" y="10271"/>
                  </a:cubicBezTo>
                  <a:lnTo>
                    <a:pt x="725" y="10271"/>
                  </a:lnTo>
                  <a:lnTo>
                    <a:pt x="725" y="10649"/>
                  </a:lnTo>
                  <a:cubicBezTo>
                    <a:pt x="725" y="11184"/>
                    <a:pt x="1198" y="11657"/>
                    <a:pt x="1733" y="11657"/>
                  </a:cubicBezTo>
                  <a:lnTo>
                    <a:pt x="2773" y="11657"/>
                  </a:lnTo>
                  <a:lnTo>
                    <a:pt x="2773" y="0"/>
                  </a:lnTo>
                  <a:close/>
                </a:path>
              </a:pathLst>
            </a:custGeom>
            <a:grpFill/>
            <a:ln>
              <a:noFill/>
            </a:ln>
          </p:spPr>
          <p:txBody>
            <a:bodyPr spcFirstLastPara="1" wrap="square" lIns="121900" tIns="121900" rIns="121900" bIns="121900" anchor="ctr" anchorCtr="0">
              <a:noAutofit/>
            </a:bodyPr>
            <a:lstStyle/>
            <a:p>
              <a:endParaRPr sz="2400"/>
            </a:p>
          </p:txBody>
        </p:sp>
        <p:sp>
          <p:nvSpPr>
            <p:cNvPr id="498" name="Google Shape;8713;p63">
              <a:extLst>
                <a:ext uri="{FF2B5EF4-FFF2-40B4-BE49-F238E27FC236}">
                  <a16:creationId xmlns:a16="http://schemas.microsoft.com/office/drawing/2014/main" id="{79FB8874-C890-BB0F-5B12-B59BB31E47BB}"/>
                </a:ext>
              </a:extLst>
            </p:cNvPr>
            <p:cNvSpPr/>
            <p:nvPr/>
          </p:nvSpPr>
          <p:spPr>
            <a:xfrm>
              <a:off x="-32841300" y="3227275"/>
              <a:ext cx="154400" cy="291450"/>
            </a:xfrm>
            <a:custGeom>
              <a:avLst/>
              <a:gdLst/>
              <a:ahLst/>
              <a:cxnLst/>
              <a:rect l="l" t="t" r="r" b="b"/>
              <a:pathLst>
                <a:path w="6176" h="11658" extrusionOk="0">
                  <a:moveTo>
                    <a:pt x="4096" y="2048"/>
                  </a:moveTo>
                  <a:cubicBezTo>
                    <a:pt x="4285" y="2048"/>
                    <a:pt x="4442" y="2206"/>
                    <a:pt x="4442" y="2395"/>
                  </a:cubicBezTo>
                  <a:lnTo>
                    <a:pt x="4442" y="3750"/>
                  </a:lnTo>
                  <a:cubicBezTo>
                    <a:pt x="4442" y="3939"/>
                    <a:pt x="4285" y="4096"/>
                    <a:pt x="4096" y="4096"/>
                  </a:cubicBezTo>
                  <a:lnTo>
                    <a:pt x="3088" y="4096"/>
                  </a:lnTo>
                  <a:lnTo>
                    <a:pt x="3088" y="7562"/>
                  </a:lnTo>
                  <a:lnTo>
                    <a:pt x="4096" y="7562"/>
                  </a:lnTo>
                  <a:cubicBezTo>
                    <a:pt x="4285" y="7562"/>
                    <a:pt x="4442" y="7719"/>
                    <a:pt x="4442" y="7908"/>
                  </a:cubicBezTo>
                  <a:lnTo>
                    <a:pt x="4442" y="9294"/>
                  </a:lnTo>
                  <a:cubicBezTo>
                    <a:pt x="4442" y="9483"/>
                    <a:pt x="4285" y="9641"/>
                    <a:pt x="4096" y="9641"/>
                  </a:cubicBezTo>
                  <a:lnTo>
                    <a:pt x="3088" y="9641"/>
                  </a:lnTo>
                  <a:cubicBezTo>
                    <a:pt x="2332" y="9641"/>
                    <a:pt x="1701" y="9011"/>
                    <a:pt x="1701" y="8255"/>
                  </a:cubicBezTo>
                  <a:lnTo>
                    <a:pt x="1701" y="3435"/>
                  </a:lnTo>
                  <a:cubicBezTo>
                    <a:pt x="1701" y="2678"/>
                    <a:pt x="2332" y="2048"/>
                    <a:pt x="3088" y="2048"/>
                  </a:cubicBezTo>
                  <a:close/>
                  <a:moveTo>
                    <a:pt x="0" y="1"/>
                  </a:moveTo>
                  <a:lnTo>
                    <a:pt x="0" y="11657"/>
                  </a:lnTo>
                  <a:lnTo>
                    <a:pt x="5167" y="11657"/>
                  </a:lnTo>
                  <a:cubicBezTo>
                    <a:pt x="5703" y="11657"/>
                    <a:pt x="6175" y="11185"/>
                    <a:pt x="6175" y="10618"/>
                  </a:cubicBezTo>
                  <a:lnTo>
                    <a:pt x="6175" y="1009"/>
                  </a:lnTo>
                  <a:cubicBezTo>
                    <a:pt x="6175" y="473"/>
                    <a:pt x="5703" y="1"/>
                    <a:pt x="5167" y="1"/>
                  </a:cubicBezTo>
                  <a:close/>
                </a:path>
              </a:pathLst>
            </a:custGeom>
            <a:grpFill/>
            <a:ln>
              <a:noFill/>
            </a:ln>
          </p:spPr>
          <p:txBody>
            <a:bodyPr spcFirstLastPara="1" wrap="square" lIns="121900" tIns="121900" rIns="121900" bIns="121900" anchor="ctr" anchorCtr="0">
              <a:noAutofit/>
            </a:bodyPr>
            <a:lstStyle/>
            <a:p>
              <a:endParaRPr sz="2400"/>
            </a:p>
          </p:txBody>
        </p:sp>
        <p:sp>
          <p:nvSpPr>
            <p:cNvPr id="499" name="Google Shape;8714;p63">
              <a:extLst>
                <a:ext uri="{FF2B5EF4-FFF2-40B4-BE49-F238E27FC236}">
                  <a16:creationId xmlns:a16="http://schemas.microsoft.com/office/drawing/2014/main" id="{EAD1B1C5-0AC0-3383-72F4-CFEE266C0AA4}"/>
                </a:ext>
              </a:extLst>
            </p:cNvPr>
            <p:cNvSpPr/>
            <p:nvPr/>
          </p:nvSpPr>
          <p:spPr>
            <a:xfrm>
              <a:off x="-32669600" y="3261925"/>
              <a:ext cx="33875" cy="51225"/>
            </a:xfrm>
            <a:custGeom>
              <a:avLst/>
              <a:gdLst/>
              <a:ahLst/>
              <a:cxnLst/>
              <a:rect l="l" t="t" r="r" b="b"/>
              <a:pathLst>
                <a:path w="1355" h="2049" extrusionOk="0">
                  <a:moveTo>
                    <a:pt x="0" y="1"/>
                  </a:moveTo>
                  <a:lnTo>
                    <a:pt x="0" y="2049"/>
                  </a:lnTo>
                  <a:lnTo>
                    <a:pt x="1355" y="2049"/>
                  </a:lnTo>
                  <a:lnTo>
                    <a:pt x="1355" y="347"/>
                  </a:lnTo>
                  <a:cubicBezTo>
                    <a:pt x="1355" y="158"/>
                    <a:pt x="1197" y="1"/>
                    <a:pt x="1008" y="1"/>
                  </a:cubicBezTo>
                  <a:close/>
                </a:path>
              </a:pathLst>
            </a:custGeom>
            <a:grpFill/>
            <a:ln>
              <a:noFill/>
            </a:ln>
          </p:spPr>
          <p:txBody>
            <a:bodyPr spcFirstLastPara="1" wrap="square" lIns="121900" tIns="121900" rIns="121900" bIns="121900" anchor="ctr" anchorCtr="0">
              <a:noAutofit/>
            </a:bodyPr>
            <a:lstStyle/>
            <a:p>
              <a:endParaRPr sz="2400"/>
            </a:p>
          </p:txBody>
        </p:sp>
        <p:sp>
          <p:nvSpPr>
            <p:cNvPr id="500" name="Google Shape;8715;p63">
              <a:extLst>
                <a:ext uri="{FF2B5EF4-FFF2-40B4-BE49-F238E27FC236}">
                  <a16:creationId xmlns:a16="http://schemas.microsoft.com/office/drawing/2014/main" id="{11470CEA-DA02-9AC7-F554-DE9758DFF7BB}"/>
                </a:ext>
              </a:extLst>
            </p:cNvPr>
            <p:cNvSpPr/>
            <p:nvPr/>
          </p:nvSpPr>
          <p:spPr>
            <a:xfrm>
              <a:off x="-32669600" y="3329675"/>
              <a:ext cx="33875" cy="35450"/>
            </a:xfrm>
            <a:custGeom>
              <a:avLst/>
              <a:gdLst/>
              <a:ahLst/>
              <a:cxnLst/>
              <a:rect l="l" t="t" r="r" b="b"/>
              <a:pathLst>
                <a:path w="1355" h="1418" extrusionOk="0">
                  <a:moveTo>
                    <a:pt x="0" y="0"/>
                  </a:moveTo>
                  <a:lnTo>
                    <a:pt x="0" y="1418"/>
                  </a:lnTo>
                  <a:lnTo>
                    <a:pt x="1355" y="1418"/>
                  </a:lnTo>
                  <a:lnTo>
                    <a:pt x="1355" y="0"/>
                  </a:lnTo>
                  <a:close/>
                </a:path>
              </a:pathLst>
            </a:custGeom>
            <a:grpFill/>
            <a:ln>
              <a:noFill/>
            </a:ln>
          </p:spPr>
          <p:txBody>
            <a:bodyPr spcFirstLastPara="1" wrap="square" lIns="121900" tIns="121900" rIns="121900" bIns="121900" anchor="ctr" anchorCtr="0">
              <a:noAutofit/>
            </a:bodyPr>
            <a:lstStyle/>
            <a:p>
              <a:endParaRPr sz="2400"/>
            </a:p>
          </p:txBody>
        </p:sp>
        <p:sp>
          <p:nvSpPr>
            <p:cNvPr id="501" name="Google Shape;8716;p63">
              <a:extLst>
                <a:ext uri="{FF2B5EF4-FFF2-40B4-BE49-F238E27FC236}">
                  <a16:creationId xmlns:a16="http://schemas.microsoft.com/office/drawing/2014/main" id="{B4217D3D-F2B3-FCE9-5C3E-29EFD171E84B}"/>
                </a:ext>
              </a:extLst>
            </p:cNvPr>
            <p:cNvSpPr/>
            <p:nvPr/>
          </p:nvSpPr>
          <p:spPr>
            <a:xfrm>
              <a:off x="-32669600" y="3381650"/>
              <a:ext cx="33875" cy="51225"/>
            </a:xfrm>
            <a:custGeom>
              <a:avLst/>
              <a:gdLst/>
              <a:ahLst/>
              <a:cxnLst/>
              <a:rect l="l" t="t" r="r" b="b"/>
              <a:pathLst>
                <a:path w="1355" h="2049" extrusionOk="0">
                  <a:moveTo>
                    <a:pt x="0" y="0"/>
                  </a:moveTo>
                  <a:lnTo>
                    <a:pt x="0" y="2048"/>
                  </a:lnTo>
                  <a:lnTo>
                    <a:pt x="1008" y="2048"/>
                  </a:lnTo>
                  <a:cubicBezTo>
                    <a:pt x="1197" y="2048"/>
                    <a:pt x="1355" y="1891"/>
                    <a:pt x="1355" y="1702"/>
                  </a:cubicBezTo>
                  <a:lnTo>
                    <a:pt x="1355" y="0"/>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502" name="Google Shape;8757;p63">
            <a:extLst>
              <a:ext uri="{FF2B5EF4-FFF2-40B4-BE49-F238E27FC236}">
                <a16:creationId xmlns:a16="http://schemas.microsoft.com/office/drawing/2014/main" id="{94F89441-2A64-600B-ED64-B8E627BA0E99}"/>
              </a:ext>
            </a:extLst>
          </p:cNvPr>
          <p:cNvGrpSpPr/>
          <p:nvPr/>
        </p:nvGrpSpPr>
        <p:grpSpPr>
          <a:xfrm>
            <a:off x="3612265" y="2490900"/>
            <a:ext cx="451372" cy="446024"/>
            <a:chOff x="-34408675" y="3202075"/>
            <a:chExt cx="295375" cy="291875"/>
          </a:xfrm>
          <a:solidFill>
            <a:srgbClr val="6C1D35"/>
          </a:solidFill>
        </p:grpSpPr>
        <p:sp>
          <p:nvSpPr>
            <p:cNvPr id="503" name="Google Shape;8758;p63">
              <a:extLst>
                <a:ext uri="{FF2B5EF4-FFF2-40B4-BE49-F238E27FC236}">
                  <a16:creationId xmlns:a16="http://schemas.microsoft.com/office/drawing/2014/main" id="{9E2AF205-E4E1-0FA4-C3F0-24B42F3E9728}"/>
                </a:ext>
              </a:extLst>
            </p:cNvPr>
            <p:cNvSpPr/>
            <p:nvPr/>
          </p:nvSpPr>
          <p:spPr>
            <a:xfrm>
              <a:off x="-34274775" y="3202075"/>
              <a:ext cx="161475" cy="161475"/>
            </a:xfrm>
            <a:custGeom>
              <a:avLst/>
              <a:gdLst/>
              <a:ahLst/>
              <a:cxnLst/>
              <a:rect l="l" t="t" r="r" b="b"/>
              <a:pathLst>
                <a:path w="6459" h="6459" extrusionOk="0">
                  <a:moveTo>
                    <a:pt x="3718" y="0"/>
                  </a:moveTo>
                  <a:cubicBezTo>
                    <a:pt x="3560" y="0"/>
                    <a:pt x="3434" y="63"/>
                    <a:pt x="3403" y="189"/>
                  </a:cubicBezTo>
                  <a:cubicBezTo>
                    <a:pt x="3340" y="315"/>
                    <a:pt x="3340" y="473"/>
                    <a:pt x="3466" y="536"/>
                  </a:cubicBezTo>
                  <a:lnTo>
                    <a:pt x="4190" y="1261"/>
                  </a:lnTo>
                  <a:lnTo>
                    <a:pt x="1260" y="4159"/>
                  </a:lnTo>
                  <a:lnTo>
                    <a:pt x="567" y="3466"/>
                  </a:lnTo>
                  <a:cubicBezTo>
                    <a:pt x="496" y="3395"/>
                    <a:pt x="390" y="3360"/>
                    <a:pt x="288" y="3360"/>
                  </a:cubicBezTo>
                  <a:cubicBezTo>
                    <a:pt x="254" y="3360"/>
                    <a:pt x="221" y="3363"/>
                    <a:pt x="189" y="3371"/>
                  </a:cubicBezTo>
                  <a:cubicBezTo>
                    <a:pt x="95" y="3403"/>
                    <a:pt x="0" y="3560"/>
                    <a:pt x="0" y="3686"/>
                  </a:cubicBezTo>
                  <a:lnTo>
                    <a:pt x="0" y="6081"/>
                  </a:lnTo>
                  <a:cubicBezTo>
                    <a:pt x="0" y="6301"/>
                    <a:pt x="158" y="6459"/>
                    <a:pt x="347" y="6459"/>
                  </a:cubicBezTo>
                  <a:lnTo>
                    <a:pt x="2773" y="6459"/>
                  </a:lnTo>
                  <a:cubicBezTo>
                    <a:pt x="2930" y="6459"/>
                    <a:pt x="3025" y="6364"/>
                    <a:pt x="3088" y="6238"/>
                  </a:cubicBezTo>
                  <a:cubicBezTo>
                    <a:pt x="3119" y="6144"/>
                    <a:pt x="3119" y="5986"/>
                    <a:pt x="2993" y="5892"/>
                  </a:cubicBezTo>
                  <a:lnTo>
                    <a:pt x="2300" y="5199"/>
                  </a:lnTo>
                  <a:lnTo>
                    <a:pt x="5198" y="2269"/>
                  </a:lnTo>
                  <a:lnTo>
                    <a:pt x="5923" y="2993"/>
                  </a:lnTo>
                  <a:cubicBezTo>
                    <a:pt x="5969" y="3039"/>
                    <a:pt x="6066" y="3069"/>
                    <a:pt x="6164" y="3069"/>
                  </a:cubicBezTo>
                  <a:cubicBezTo>
                    <a:pt x="6200" y="3069"/>
                    <a:pt x="6236" y="3065"/>
                    <a:pt x="6270" y="3056"/>
                  </a:cubicBezTo>
                  <a:cubicBezTo>
                    <a:pt x="6396" y="3025"/>
                    <a:pt x="6459" y="2867"/>
                    <a:pt x="6459" y="2741"/>
                  </a:cubicBezTo>
                  <a:lnTo>
                    <a:pt x="6459" y="347"/>
                  </a:lnTo>
                  <a:cubicBezTo>
                    <a:pt x="6459" y="158"/>
                    <a:pt x="6301" y="0"/>
                    <a:pt x="6112" y="0"/>
                  </a:cubicBezTo>
                  <a:close/>
                </a:path>
              </a:pathLst>
            </a:custGeom>
            <a:grpFill/>
            <a:ln>
              <a:noFill/>
            </a:ln>
          </p:spPr>
          <p:txBody>
            <a:bodyPr spcFirstLastPara="1" wrap="square" lIns="121900" tIns="121900" rIns="121900" bIns="121900" anchor="ctr" anchorCtr="0">
              <a:noAutofit/>
            </a:bodyPr>
            <a:lstStyle/>
            <a:p>
              <a:endParaRPr sz="2400"/>
            </a:p>
          </p:txBody>
        </p:sp>
        <p:sp>
          <p:nvSpPr>
            <p:cNvPr id="504" name="Google Shape;8759;p63">
              <a:extLst>
                <a:ext uri="{FF2B5EF4-FFF2-40B4-BE49-F238E27FC236}">
                  <a16:creationId xmlns:a16="http://schemas.microsoft.com/office/drawing/2014/main" id="{156A5CCE-2DAE-ADC2-28A6-61850DDECF2B}"/>
                </a:ext>
              </a:extLst>
            </p:cNvPr>
            <p:cNvSpPr/>
            <p:nvPr/>
          </p:nvSpPr>
          <p:spPr>
            <a:xfrm>
              <a:off x="-34378750" y="3263175"/>
              <a:ext cx="76425" cy="73600"/>
            </a:xfrm>
            <a:custGeom>
              <a:avLst/>
              <a:gdLst/>
              <a:ahLst/>
              <a:cxnLst/>
              <a:rect l="l" t="t" r="r" b="b"/>
              <a:pathLst>
                <a:path w="3057" h="2944" extrusionOk="0">
                  <a:moveTo>
                    <a:pt x="970" y="1"/>
                  </a:moveTo>
                  <a:cubicBezTo>
                    <a:pt x="685" y="1"/>
                    <a:pt x="405" y="114"/>
                    <a:pt x="221" y="297"/>
                  </a:cubicBezTo>
                  <a:lnTo>
                    <a:pt x="1" y="549"/>
                  </a:lnTo>
                  <a:lnTo>
                    <a:pt x="2395" y="2944"/>
                  </a:lnTo>
                  <a:lnTo>
                    <a:pt x="2678" y="2755"/>
                  </a:lnTo>
                  <a:cubicBezTo>
                    <a:pt x="3056" y="2345"/>
                    <a:pt x="3056" y="1683"/>
                    <a:pt x="2678" y="1274"/>
                  </a:cubicBezTo>
                  <a:lnTo>
                    <a:pt x="1670" y="297"/>
                  </a:lnTo>
                  <a:cubicBezTo>
                    <a:pt x="1478" y="90"/>
                    <a:pt x="1222" y="1"/>
                    <a:pt x="970" y="1"/>
                  </a:cubicBezTo>
                  <a:close/>
                </a:path>
              </a:pathLst>
            </a:custGeom>
            <a:grpFill/>
            <a:ln>
              <a:noFill/>
            </a:ln>
          </p:spPr>
          <p:txBody>
            <a:bodyPr spcFirstLastPara="1" wrap="square" lIns="121900" tIns="121900" rIns="121900" bIns="121900" anchor="ctr" anchorCtr="0">
              <a:noAutofit/>
            </a:bodyPr>
            <a:lstStyle/>
            <a:p>
              <a:endParaRPr sz="2400"/>
            </a:p>
          </p:txBody>
        </p:sp>
        <p:sp>
          <p:nvSpPr>
            <p:cNvPr id="505" name="Google Shape;8760;p63">
              <a:extLst>
                <a:ext uri="{FF2B5EF4-FFF2-40B4-BE49-F238E27FC236}">
                  <a16:creationId xmlns:a16="http://schemas.microsoft.com/office/drawing/2014/main" id="{B97FAFA8-84E6-5051-1FCC-80FB497BBDF1}"/>
                </a:ext>
              </a:extLst>
            </p:cNvPr>
            <p:cNvSpPr/>
            <p:nvPr/>
          </p:nvSpPr>
          <p:spPr>
            <a:xfrm>
              <a:off x="-34250375" y="3392300"/>
              <a:ext cx="77225" cy="74425"/>
            </a:xfrm>
            <a:custGeom>
              <a:avLst/>
              <a:gdLst/>
              <a:ahLst/>
              <a:cxnLst/>
              <a:rect l="l" t="t" r="r" b="b"/>
              <a:pathLst>
                <a:path w="3089" h="2977" extrusionOk="0">
                  <a:moveTo>
                    <a:pt x="999" y="0"/>
                  </a:moveTo>
                  <a:cubicBezTo>
                    <a:pt x="787" y="0"/>
                    <a:pt x="577" y="66"/>
                    <a:pt x="410" y="205"/>
                  </a:cubicBezTo>
                  <a:cubicBezTo>
                    <a:pt x="379" y="205"/>
                    <a:pt x="316" y="268"/>
                    <a:pt x="284" y="299"/>
                  </a:cubicBezTo>
                  <a:lnTo>
                    <a:pt x="1" y="583"/>
                  </a:lnTo>
                  <a:lnTo>
                    <a:pt x="2427" y="2977"/>
                  </a:lnTo>
                  <a:lnTo>
                    <a:pt x="2679" y="2693"/>
                  </a:lnTo>
                  <a:cubicBezTo>
                    <a:pt x="3088" y="2315"/>
                    <a:pt x="3088" y="1622"/>
                    <a:pt x="2679" y="1244"/>
                  </a:cubicBezTo>
                  <a:lnTo>
                    <a:pt x="1734" y="299"/>
                  </a:lnTo>
                  <a:cubicBezTo>
                    <a:pt x="1540" y="105"/>
                    <a:pt x="1267" y="0"/>
                    <a:pt x="999" y="0"/>
                  </a:cubicBezTo>
                  <a:close/>
                </a:path>
              </a:pathLst>
            </a:custGeom>
            <a:grpFill/>
            <a:ln>
              <a:noFill/>
            </a:ln>
          </p:spPr>
          <p:txBody>
            <a:bodyPr spcFirstLastPara="1" wrap="square" lIns="121900" tIns="121900" rIns="121900" bIns="121900" anchor="ctr" anchorCtr="0">
              <a:noAutofit/>
            </a:bodyPr>
            <a:lstStyle/>
            <a:p>
              <a:endParaRPr sz="2400"/>
            </a:p>
          </p:txBody>
        </p:sp>
        <p:sp>
          <p:nvSpPr>
            <p:cNvPr id="506" name="Google Shape;8761;p63">
              <a:extLst>
                <a:ext uri="{FF2B5EF4-FFF2-40B4-BE49-F238E27FC236}">
                  <a16:creationId xmlns:a16="http://schemas.microsoft.com/office/drawing/2014/main" id="{F8766BF7-2461-40F0-6E51-6BB9DDD1F91B}"/>
                </a:ext>
              </a:extLst>
            </p:cNvPr>
            <p:cNvSpPr/>
            <p:nvPr/>
          </p:nvSpPr>
          <p:spPr>
            <a:xfrm>
              <a:off x="-34408675" y="3290275"/>
              <a:ext cx="207150" cy="203675"/>
            </a:xfrm>
            <a:custGeom>
              <a:avLst/>
              <a:gdLst/>
              <a:ahLst/>
              <a:cxnLst/>
              <a:rect l="l" t="t" r="r" b="b"/>
              <a:pathLst>
                <a:path w="8286" h="8147" extrusionOk="0">
                  <a:moveTo>
                    <a:pt x="725" y="1"/>
                  </a:moveTo>
                  <a:cubicBezTo>
                    <a:pt x="95" y="631"/>
                    <a:pt x="0" y="1387"/>
                    <a:pt x="284" y="2017"/>
                  </a:cubicBezTo>
                  <a:cubicBezTo>
                    <a:pt x="1387" y="4223"/>
                    <a:pt x="3938" y="6774"/>
                    <a:pt x="6270" y="7972"/>
                  </a:cubicBezTo>
                  <a:cubicBezTo>
                    <a:pt x="6499" y="8086"/>
                    <a:pt x="6745" y="8147"/>
                    <a:pt x="6996" y="8147"/>
                  </a:cubicBezTo>
                  <a:cubicBezTo>
                    <a:pt x="7434" y="8147"/>
                    <a:pt x="7886" y="7963"/>
                    <a:pt x="8286" y="7562"/>
                  </a:cubicBezTo>
                  <a:lnTo>
                    <a:pt x="725" y="1"/>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507" name="Google Shape;8774;p63">
            <a:extLst>
              <a:ext uri="{FF2B5EF4-FFF2-40B4-BE49-F238E27FC236}">
                <a16:creationId xmlns:a16="http://schemas.microsoft.com/office/drawing/2014/main" id="{ED613A10-026C-E311-35CA-8C6F32E1F481}"/>
              </a:ext>
            </a:extLst>
          </p:cNvPr>
          <p:cNvGrpSpPr/>
          <p:nvPr/>
        </p:nvGrpSpPr>
        <p:grpSpPr>
          <a:xfrm>
            <a:off x="6435593" y="2498444"/>
            <a:ext cx="445375" cy="430933"/>
            <a:chOff x="-32568800" y="3232000"/>
            <a:chExt cx="291450" cy="282000"/>
          </a:xfrm>
          <a:solidFill>
            <a:srgbClr val="6C1D35"/>
          </a:solidFill>
        </p:grpSpPr>
        <p:sp>
          <p:nvSpPr>
            <p:cNvPr id="508" name="Google Shape;8775;p63">
              <a:extLst>
                <a:ext uri="{FF2B5EF4-FFF2-40B4-BE49-F238E27FC236}">
                  <a16:creationId xmlns:a16="http://schemas.microsoft.com/office/drawing/2014/main" id="{B8D32C56-631C-3D8F-5B49-71299BED61B8}"/>
                </a:ext>
              </a:extLst>
            </p:cNvPr>
            <p:cNvSpPr/>
            <p:nvPr/>
          </p:nvSpPr>
          <p:spPr>
            <a:xfrm>
              <a:off x="-32545150" y="3232000"/>
              <a:ext cx="244175" cy="246550"/>
            </a:xfrm>
            <a:custGeom>
              <a:avLst/>
              <a:gdLst/>
              <a:ahLst/>
              <a:cxnLst/>
              <a:rect l="l" t="t" r="r" b="b"/>
              <a:pathLst>
                <a:path w="9767" h="9862" extrusionOk="0">
                  <a:moveTo>
                    <a:pt x="4883" y="1"/>
                  </a:moveTo>
                  <a:cubicBezTo>
                    <a:pt x="4505" y="1"/>
                    <a:pt x="4222" y="316"/>
                    <a:pt x="4222" y="662"/>
                  </a:cubicBezTo>
                  <a:lnTo>
                    <a:pt x="4222" y="4128"/>
                  </a:lnTo>
                  <a:cubicBezTo>
                    <a:pt x="4159" y="4033"/>
                    <a:pt x="2899" y="1859"/>
                    <a:pt x="2772" y="1702"/>
                  </a:cubicBezTo>
                  <a:cubicBezTo>
                    <a:pt x="2639" y="1479"/>
                    <a:pt x="2394" y="1350"/>
                    <a:pt x="2151" y="1350"/>
                  </a:cubicBezTo>
                  <a:cubicBezTo>
                    <a:pt x="2051" y="1350"/>
                    <a:pt x="1951" y="1372"/>
                    <a:pt x="1859" y="1418"/>
                  </a:cubicBezTo>
                  <a:cubicBezTo>
                    <a:pt x="1512" y="1576"/>
                    <a:pt x="1386" y="2017"/>
                    <a:pt x="1544" y="2332"/>
                  </a:cubicBezTo>
                  <a:cubicBezTo>
                    <a:pt x="1544" y="2363"/>
                    <a:pt x="2804" y="4947"/>
                    <a:pt x="2836" y="4947"/>
                  </a:cubicBezTo>
                  <a:cubicBezTo>
                    <a:pt x="3434" y="4947"/>
                    <a:pt x="5261" y="4947"/>
                    <a:pt x="5261" y="6617"/>
                  </a:cubicBezTo>
                  <a:cubicBezTo>
                    <a:pt x="5261" y="6806"/>
                    <a:pt x="5104" y="6963"/>
                    <a:pt x="4883" y="6963"/>
                  </a:cubicBezTo>
                  <a:cubicBezTo>
                    <a:pt x="4694" y="6963"/>
                    <a:pt x="4537" y="6806"/>
                    <a:pt x="4537" y="6617"/>
                  </a:cubicBezTo>
                  <a:cubicBezTo>
                    <a:pt x="4537" y="6018"/>
                    <a:pt x="4253" y="5640"/>
                    <a:pt x="3056" y="5608"/>
                  </a:cubicBezTo>
                  <a:cubicBezTo>
                    <a:pt x="3056" y="5608"/>
                    <a:pt x="1260" y="4254"/>
                    <a:pt x="1197" y="4191"/>
                  </a:cubicBezTo>
                  <a:cubicBezTo>
                    <a:pt x="1060" y="4084"/>
                    <a:pt x="901" y="4029"/>
                    <a:pt x="745" y="4029"/>
                  </a:cubicBezTo>
                  <a:cubicBezTo>
                    <a:pt x="578" y="4029"/>
                    <a:pt x="414" y="4092"/>
                    <a:pt x="284" y="4222"/>
                  </a:cubicBezTo>
                  <a:cubicBezTo>
                    <a:pt x="0" y="4506"/>
                    <a:pt x="0" y="4915"/>
                    <a:pt x="284" y="5199"/>
                  </a:cubicBezTo>
                  <a:lnTo>
                    <a:pt x="1859" y="6774"/>
                  </a:lnTo>
                  <a:cubicBezTo>
                    <a:pt x="2048" y="6963"/>
                    <a:pt x="2142" y="7215"/>
                    <a:pt x="2142" y="7436"/>
                  </a:cubicBezTo>
                  <a:cubicBezTo>
                    <a:pt x="2142" y="8034"/>
                    <a:pt x="2520" y="8538"/>
                    <a:pt x="3088" y="8759"/>
                  </a:cubicBezTo>
                  <a:cubicBezTo>
                    <a:pt x="3245" y="8790"/>
                    <a:pt x="3371" y="8948"/>
                    <a:pt x="3434" y="9074"/>
                  </a:cubicBezTo>
                  <a:cubicBezTo>
                    <a:pt x="2426" y="8979"/>
                    <a:pt x="1260" y="8790"/>
                    <a:pt x="1103" y="8475"/>
                  </a:cubicBezTo>
                  <a:cubicBezTo>
                    <a:pt x="1103" y="8475"/>
                    <a:pt x="1197" y="8349"/>
                    <a:pt x="1638" y="8192"/>
                  </a:cubicBezTo>
                  <a:cubicBezTo>
                    <a:pt x="1544" y="8003"/>
                    <a:pt x="1481" y="7751"/>
                    <a:pt x="1481" y="7530"/>
                  </a:cubicBezTo>
                  <a:cubicBezTo>
                    <a:pt x="756" y="7782"/>
                    <a:pt x="441" y="8066"/>
                    <a:pt x="441" y="8475"/>
                  </a:cubicBezTo>
                  <a:cubicBezTo>
                    <a:pt x="441" y="9641"/>
                    <a:pt x="3718" y="9862"/>
                    <a:pt x="4883" y="9862"/>
                  </a:cubicBezTo>
                  <a:cubicBezTo>
                    <a:pt x="6081" y="9862"/>
                    <a:pt x="9357" y="9641"/>
                    <a:pt x="9357" y="8475"/>
                  </a:cubicBezTo>
                  <a:cubicBezTo>
                    <a:pt x="9357" y="8066"/>
                    <a:pt x="8979" y="7751"/>
                    <a:pt x="8317" y="7530"/>
                  </a:cubicBezTo>
                  <a:cubicBezTo>
                    <a:pt x="8317" y="7782"/>
                    <a:pt x="8286" y="8003"/>
                    <a:pt x="8160" y="8192"/>
                  </a:cubicBezTo>
                  <a:cubicBezTo>
                    <a:pt x="8286" y="8255"/>
                    <a:pt x="8349" y="8286"/>
                    <a:pt x="8443" y="8318"/>
                  </a:cubicBezTo>
                  <a:lnTo>
                    <a:pt x="8664" y="8444"/>
                  </a:lnTo>
                  <a:cubicBezTo>
                    <a:pt x="8475" y="8790"/>
                    <a:pt x="7372" y="8948"/>
                    <a:pt x="6364" y="9074"/>
                  </a:cubicBezTo>
                  <a:cubicBezTo>
                    <a:pt x="6427" y="8979"/>
                    <a:pt x="6553" y="8885"/>
                    <a:pt x="6711" y="8822"/>
                  </a:cubicBezTo>
                  <a:cubicBezTo>
                    <a:pt x="7246" y="8633"/>
                    <a:pt x="7656" y="8129"/>
                    <a:pt x="7656" y="7530"/>
                  </a:cubicBezTo>
                  <a:lnTo>
                    <a:pt x="7656" y="6428"/>
                  </a:lnTo>
                  <a:lnTo>
                    <a:pt x="9515" y="4569"/>
                  </a:lnTo>
                  <a:cubicBezTo>
                    <a:pt x="9767" y="4317"/>
                    <a:pt x="9767" y="3876"/>
                    <a:pt x="9515" y="3592"/>
                  </a:cubicBezTo>
                  <a:cubicBezTo>
                    <a:pt x="9373" y="3450"/>
                    <a:pt x="9192" y="3379"/>
                    <a:pt x="9010" y="3379"/>
                  </a:cubicBezTo>
                  <a:cubicBezTo>
                    <a:pt x="8829" y="3379"/>
                    <a:pt x="8648" y="3450"/>
                    <a:pt x="8506" y="3592"/>
                  </a:cubicBezTo>
                  <a:cubicBezTo>
                    <a:pt x="8191" y="3876"/>
                    <a:pt x="7498" y="4411"/>
                    <a:pt x="7026" y="4789"/>
                  </a:cubicBezTo>
                  <a:cubicBezTo>
                    <a:pt x="7089" y="4663"/>
                    <a:pt x="8191" y="2426"/>
                    <a:pt x="8254" y="2332"/>
                  </a:cubicBezTo>
                  <a:cubicBezTo>
                    <a:pt x="8412" y="1985"/>
                    <a:pt x="8286" y="1576"/>
                    <a:pt x="7939" y="1418"/>
                  </a:cubicBezTo>
                  <a:cubicBezTo>
                    <a:pt x="7847" y="1372"/>
                    <a:pt x="7747" y="1350"/>
                    <a:pt x="7647" y="1350"/>
                  </a:cubicBezTo>
                  <a:cubicBezTo>
                    <a:pt x="7404" y="1350"/>
                    <a:pt x="7159" y="1479"/>
                    <a:pt x="7026" y="1702"/>
                  </a:cubicBezTo>
                  <a:cubicBezTo>
                    <a:pt x="6900" y="1859"/>
                    <a:pt x="5639" y="4033"/>
                    <a:pt x="5576" y="4128"/>
                  </a:cubicBezTo>
                  <a:lnTo>
                    <a:pt x="5576" y="662"/>
                  </a:lnTo>
                  <a:cubicBezTo>
                    <a:pt x="5576" y="284"/>
                    <a:pt x="5261" y="1"/>
                    <a:pt x="4883" y="1"/>
                  </a:cubicBezTo>
                  <a:close/>
                </a:path>
              </a:pathLst>
            </a:custGeom>
            <a:grpFill/>
            <a:ln>
              <a:noFill/>
            </a:ln>
          </p:spPr>
          <p:txBody>
            <a:bodyPr spcFirstLastPara="1" wrap="square" lIns="121900" tIns="121900" rIns="121900" bIns="121900" anchor="ctr" anchorCtr="0">
              <a:noAutofit/>
            </a:bodyPr>
            <a:lstStyle/>
            <a:p>
              <a:endParaRPr sz="2400"/>
            </a:p>
          </p:txBody>
        </p:sp>
        <p:sp>
          <p:nvSpPr>
            <p:cNvPr id="509" name="Google Shape;8776;p63">
              <a:extLst>
                <a:ext uri="{FF2B5EF4-FFF2-40B4-BE49-F238E27FC236}">
                  <a16:creationId xmlns:a16="http://schemas.microsoft.com/office/drawing/2014/main" id="{CC4D8685-9434-E66F-4D0E-BE6901FFF95C}"/>
                </a:ext>
              </a:extLst>
            </p:cNvPr>
            <p:cNvSpPr/>
            <p:nvPr/>
          </p:nvSpPr>
          <p:spPr>
            <a:xfrm>
              <a:off x="-32568800" y="3392675"/>
              <a:ext cx="291450" cy="121325"/>
            </a:xfrm>
            <a:custGeom>
              <a:avLst/>
              <a:gdLst/>
              <a:ahLst/>
              <a:cxnLst/>
              <a:rect l="l" t="t" r="r" b="b"/>
              <a:pathLst>
                <a:path w="11658" h="4853" extrusionOk="0">
                  <a:moveTo>
                    <a:pt x="9578" y="1"/>
                  </a:moveTo>
                  <a:lnTo>
                    <a:pt x="9263" y="316"/>
                  </a:lnTo>
                  <a:lnTo>
                    <a:pt x="9263" y="631"/>
                  </a:lnTo>
                  <a:cubicBezTo>
                    <a:pt x="10335" y="1040"/>
                    <a:pt x="10965" y="1576"/>
                    <a:pt x="10965" y="2143"/>
                  </a:cubicBezTo>
                  <a:cubicBezTo>
                    <a:pt x="10965" y="3119"/>
                    <a:pt x="8885" y="4191"/>
                    <a:pt x="5829" y="4191"/>
                  </a:cubicBezTo>
                  <a:cubicBezTo>
                    <a:pt x="2805" y="4191"/>
                    <a:pt x="726" y="3119"/>
                    <a:pt x="726" y="2143"/>
                  </a:cubicBezTo>
                  <a:cubicBezTo>
                    <a:pt x="726" y="1607"/>
                    <a:pt x="1261" y="1103"/>
                    <a:pt x="2175" y="725"/>
                  </a:cubicBezTo>
                  <a:lnTo>
                    <a:pt x="1671" y="190"/>
                  </a:lnTo>
                  <a:cubicBezTo>
                    <a:pt x="631" y="725"/>
                    <a:pt x="1" y="1387"/>
                    <a:pt x="1" y="2111"/>
                  </a:cubicBezTo>
                  <a:cubicBezTo>
                    <a:pt x="1" y="3655"/>
                    <a:pt x="2584" y="4852"/>
                    <a:pt x="5829" y="4852"/>
                  </a:cubicBezTo>
                  <a:cubicBezTo>
                    <a:pt x="9106" y="4852"/>
                    <a:pt x="11658" y="3624"/>
                    <a:pt x="11658" y="2111"/>
                  </a:cubicBezTo>
                  <a:cubicBezTo>
                    <a:pt x="11658" y="1261"/>
                    <a:pt x="10870" y="505"/>
                    <a:pt x="9578"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510" name="Google Shape;7741;p61">
            <a:extLst>
              <a:ext uri="{FF2B5EF4-FFF2-40B4-BE49-F238E27FC236}">
                <a16:creationId xmlns:a16="http://schemas.microsoft.com/office/drawing/2014/main" id="{B56E72E4-0E98-D19D-1774-D98B8155B290}"/>
              </a:ext>
            </a:extLst>
          </p:cNvPr>
          <p:cNvGrpSpPr/>
          <p:nvPr/>
        </p:nvGrpSpPr>
        <p:grpSpPr>
          <a:xfrm>
            <a:off x="1461290" y="1373529"/>
            <a:ext cx="443607" cy="442464"/>
            <a:chOff x="-50504575" y="3550975"/>
            <a:chExt cx="300900" cy="300125"/>
          </a:xfrm>
          <a:solidFill>
            <a:srgbClr val="6C1D35"/>
          </a:solidFill>
        </p:grpSpPr>
        <p:sp>
          <p:nvSpPr>
            <p:cNvPr id="511" name="Google Shape;7742;p61">
              <a:extLst>
                <a:ext uri="{FF2B5EF4-FFF2-40B4-BE49-F238E27FC236}">
                  <a16:creationId xmlns:a16="http://schemas.microsoft.com/office/drawing/2014/main" id="{02AF11D9-93C8-2E02-B224-3A5E807A30C1}"/>
                </a:ext>
              </a:extLst>
            </p:cNvPr>
            <p:cNvSpPr/>
            <p:nvPr/>
          </p:nvSpPr>
          <p:spPr>
            <a:xfrm>
              <a:off x="-50504575" y="3550975"/>
              <a:ext cx="300900" cy="176475"/>
            </a:xfrm>
            <a:custGeom>
              <a:avLst/>
              <a:gdLst/>
              <a:ahLst/>
              <a:cxnLst/>
              <a:rect l="l" t="t" r="r" b="b"/>
              <a:pathLst>
                <a:path w="12036" h="7059" extrusionOk="0">
                  <a:moveTo>
                    <a:pt x="1072" y="1"/>
                  </a:moveTo>
                  <a:cubicBezTo>
                    <a:pt x="473" y="1"/>
                    <a:pt x="1" y="474"/>
                    <a:pt x="1" y="1072"/>
                  </a:cubicBezTo>
                  <a:cubicBezTo>
                    <a:pt x="1" y="1671"/>
                    <a:pt x="473" y="2143"/>
                    <a:pt x="1072" y="2143"/>
                  </a:cubicBezTo>
                  <a:cubicBezTo>
                    <a:pt x="1545" y="2143"/>
                    <a:pt x="1891" y="1828"/>
                    <a:pt x="2049" y="1419"/>
                  </a:cubicBezTo>
                  <a:lnTo>
                    <a:pt x="3592" y="1419"/>
                  </a:lnTo>
                  <a:cubicBezTo>
                    <a:pt x="2364" y="2175"/>
                    <a:pt x="1576" y="3467"/>
                    <a:pt x="1450" y="4916"/>
                  </a:cubicBezTo>
                  <a:lnTo>
                    <a:pt x="1072" y="4916"/>
                  </a:lnTo>
                  <a:cubicBezTo>
                    <a:pt x="883" y="4916"/>
                    <a:pt x="726" y="5073"/>
                    <a:pt x="726" y="5294"/>
                  </a:cubicBezTo>
                  <a:lnTo>
                    <a:pt x="726" y="6712"/>
                  </a:lnTo>
                  <a:cubicBezTo>
                    <a:pt x="726" y="6901"/>
                    <a:pt x="883" y="7058"/>
                    <a:pt x="1072" y="7058"/>
                  </a:cubicBezTo>
                  <a:lnTo>
                    <a:pt x="2490" y="7058"/>
                  </a:lnTo>
                  <a:cubicBezTo>
                    <a:pt x="2679" y="7058"/>
                    <a:pt x="2836" y="6901"/>
                    <a:pt x="2836" y="6712"/>
                  </a:cubicBezTo>
                  <a:lnTo>
                    <a:pt x="2836" y="5294"/>
                  </a:lnTo>
                  <a:cubicBezTo>
                    <a:pt x="2836" y="5073"/>
                    <a:pt x="2679" y="4916"/>
                    <a:pt x="2490" y="4916"/>
                  </a:cubicBezTo>
                  <a:lnTo>
                    <a:pt x="2175" y="4916"/>
                  </a:lnTo>
                  <a:cubicBezTo>
                    <a:pt x="2332" y="3309"/>
                    <a:pt x="3435" y="2017"/>
                    <a:pt x="4979" y="1576"/>
                  </a:cubicBezTo>
                  <a:lnTo>
                    <a:pt x="4979" y="1765"/>
                  </a:lnTo>
                  <a:cubicBezTo>
                    <a:pt x="4979" y="1986"/>
                    <a:pt x="5136" y="2143"/>
                    <a:pt x="5325" y="2143"/>
                  </a:cubicBezTo>
                  <a:lnTo>
                    <a:pt x="6743" y="2143"/>
                  </a:lnTo>
                  <a:cubicBezTo>
                    <a:pt x="6932" y="2143"/>
                    <a:pt x="7090" y="1986"/>
                    <a:pt x="7090" y="1765"/>
                  </a:cubicBezTo>
                  <a:lnTo>
                    <a:pt x="7090" y="1576"/>
                  </a:lnTo>
                  <a:cubicBezTo>
                    <a:pt x="8633" y="2017"/>
                    <a:pt x="9736" y="3340"/>
                    <a:pt x="9893" y="4916"/>
                  </a:cubicBezTo>
                  <a:lnTo>
                    <a:pt x="9578" y="4916"/>
                  </a:lnTo>
                  <a:cubicBezTo>
                    <a:pt x="9389" y="4916"/>
                    <a:pt x="9232" y="5073"/>
                    <a:pt x="9232" y="5294"/>
                  </a:cubicBezTo>
                  <a:lnTo>
                    <a:pt x="9232" y="6712"/>
                  </a:lnTo>
                  <a:cubicBezTo>
                    <a:pt x="9232" y="6901"/>
                    <a:pt x="9389" y="7058"/>
                    <a:pt x="9578" y="7058"/>
                  </a:cubicBezTo>
                  <a:lnTo>
                    <a:pt x="10996" y="7058"/>
                  </a:lnTo>
                  <a:cubicBezTo>
                    <a:pt x="11185" y="7058"/>
                    <a:pt x="11343" y="6901"/>
                    <a:pt x="11343" y="6712"/>
                  </a:cubicBezTo>
                  <a:lnTo>
                    <a:pt x="11343" y="5294"/>
                  </a:lnTo>
                  <a:cubicBezTo>
                    <a:pt x="11343" y="5073"/>
                    <a:pt x="11185" y="4916"/>
                    <a:pt x="10996" y="4916"/>
                  </a:cubicBezTo>
                  <a:lnTo>
                    <a:pt x="10587" y="4916"/>
                  </a:lnTo>
                  <a:cubicBezTo>
                    <a:pt x="10492" y="3467"/>
                    <a:pt x="9704" y="2175"/>
                    <a:pt x="8476" y="1419"/>
                  </a:cubicBezTo>
                  <a:lnTo>
                    <a:pt x="10020" y="1419"/>
                  </a:lnTo>
                  <a:cubicBezTo>
                    <a:pt x="10146" y="1860"/>
                    <a:pt x="10555" y="2143"/>
                    <a:pt x="10996" y="2143"/>
                  </a:cubicBezTo>
                  <a:cubicBezTo>
                    <a:pt x="11563" y="2143"/>
                    <a:pt x="12036" y="1671"/>
                    <a:pt x="12036" y="1072"/>
                  </a:cubicBezTo>
                  <a:cubicBezTo>
                    <a:pt x="12036" y="474"/>
                    <a:pt x="11563" y="1"/>
                    <a:pt x="10996" y="1"/>
                  </a:cubicBezTo>
                  <a:cubicBezTo>
                    <a:pt x="10524" y="1"/>
                    <a:pt x="10146" y="285"/>
                    <a:pt x="9988" y="726"/>
                  </a:cubicBezTo>
                  <a:lnTo>
                    <a:pt x="7090" y="726"/>
                  </a:lnTo>
                  <a:lnTo>
                    <a:pt x="7090" y="379"/>
                  </a:lnTo>
                  <a:cubicBezTo>
                    <a:pt x="7090" y="159"/>
                    <a:pt x="6932" y="1"/>
                    <a:pt x="6743" y="1"/>
                  </a:cubicBezTo>
                  <a:lnTo>
                    <a:pt x="5325" y="1"/>
                  </a:lnTo>
                  <a:cubicBezTo>
                    <a:pt x="5105" y="1"/>
                    <a:pt x="4979" y="159"/>
                    <a:pt x="4979" y="379"/>
                  </a:cubicBezTo>
                  <a:lnTo>
                    <a:pt x="4979" y="726"/>
                  </a:lnTo>
                  <a:lnTo>
                    <a:pt x="2049" y="726"/>
                  </a:lnTo>
                  <a:cubicBezTo>
                    <a:pt x="1891" y="316"/>
                    <a:pt x="1545" y="1"/>
                    <a:pt x="1072" y="1"/>
                  </a:cubicBezTo>
                  <a:close/>
                </a:path>
              </a:pathLst>
            </a:custGeom>
            <a:grpFill/>
            <a:ln>
              <a:noFill/>
            </a:ln>
          </p:spPr>
          <p:txBody>
            <a:bodyPr spcFirstLastPara="1" wrap="square" lIns="121900" tIns="121900" rIns="121900" bIns="121900" anchor="ctr" anchorCtr="0">
              <a:noAutofit/>
            </a:bodyPr>
            <a:lstStyle/>
            <a:p>
              <a:endParaRPr sz="2400"/>
            </a:p>
          </p:txBody>
        </p:sp>
        <p:sp>
          <p:nvSpPr>
            <p:cNvPr id="512" name="Google Shape;7743;p61">
              <a:extLst>
                <a:ext uri="{FF2B5EF4-FFF2-40B4-BE49-F238E27FC236}">
                  <a16:creationId xmlns:a16="http://schemas.microsoft.com/office/drawing/2014/main" id="{87A6D004-BA04-E98C-C8EC-0EF58A42C2D3}"/>
                </a:ext>
              </a:extLst>
            </p:cNvPr>
            <p:cNvSpPr/>
            <p:nvPr/>
          </p:nvSpPr>
          <p:spPr>
            <a:xfrm>
              <a:off x="-50432100" y="3622650"/>
              <a:ext cx="157550" cy="175675"/>
            </a:xfrm>
            <a:custGeom>
              <a:avLst/>
              <a:gdLst/>
              <a:ahLst/>
              <a:cxnLst/>
              <a:rect l="l" t="t" r="r" b="b"/>
              <a:pathLst>
                <a:path w="6302" h="7027" extrusionOk="0">
                  <a:moveTo>
                    <a:pt x="3182" y="1"/>
                  </a:moveTo>
                  <a:cubicBezTo>
                    <a:pt x="3064" y="1"/>
                    <a:pt x="2946" y="64"/>
                    <a:pt x="2899" y="190"/>
                  </a:cubicBezTo>
                  <a:lnTo>
                    <a:pt x="95" y="5105"/>
                  </a:lnTo>
                  <a:cubicBezTo>
                    <a:pt x="0" y="5231"/>
                    <a:pt x="0" y="5357"/>
                    <a:pt x="95" y="5451"/>
                  </a:cubicBezTo>
                  <a:lnTo>
                    <a:pt x="1103" y="7026"/>
                  </a:lnTo>
                  <a:lnTo>
                    <a:pt x="2804" y="7026"/>
                  </a:lnTo>
                  <a:lnTo>
                    <a:pt x="2804" y="5577"/>
                  </a:lnTo>
                  <a:cubicBezTo>
                    <a:pt x="2426" y="5420"/>
                    <a:pt x="2111" y="5010"/>
                    <a:pt x="2111" y="4569"/>
                  </a:cubicBezTo>
                  <a:cubicBezTo>
                    <a:pt x="2111" y="4002"/>
                    <a:pt x="2584" y="3529"/>
                    <a:pt x="3151" y="3529"/>
                  </a:cubicBezTo>
                  <a:cubicBezTo>
                    <a:pt x="3749" y="3529"/>
                    <a:pt x="4222" y="4002"/>
                    <a:pt x="4222" y="4569"/>
                  </a:cubicBezTo>
                  <a:cubicBezTo>
                    <a:pt x="4222" y="5042"/>
                    <a:pt x="3939" y="5420"/>
                    <a:pt x="3529" y="5577"/>
                  </a:cubicBezTo>
                  <a:lnTo>
                    <a:pt x="3529" y="7026"/>
                  </a:lnTo>
                  <a:lnTo>
                    <a:pt x="5199" y="7026"/>
                  </a:lnTo>
                  <a:lnTo>
                    <a:pt x="6238" y="5451"/>
                  </a:lnTo>
                  <a:cubicBezTo>
                    <a:pt x="6301" y="5325"/>
                    <a:pt x="6301" y="5199"/>
                    <a:pt x="6238" y="5105"/>
                  </a:cubicBezTo>
                  <a:lnTo>
                    <a:pt x="3466" y="190"/>
                  </a:lnTo>
                  <a:cubicBezTo>
                    <a:pt x="3419" y="64"/>
                    <a:pt x="3301" y="1"/>
                    <a:pt x="3182" y="1"/>
                  </a:cubicBezTo>
                  <a:close/>
                </a:path>
              </a:pathLst>
            </a:custGeom>
            <a:grpFill/>
            <a:ln>
              <a:noFill/>
            </a:ln>
          </p:spPr>
          <p:txBody>
            <a:bodyPr spcFirstLastPara="1" wrap="square" lIns="121900" tIns="121900" rIns="121900" bIns="121900" anchor="ctr" anchorCtr="0">
              <a:noAutofit/>
            </a:bodyPr>
            <a:lstStyle/>
            <a:p>
              <a:endParaRPr sz="2400"/>
            </a:p>
          </p:txBody>
        </p:sp>
        <p:sp>
          <p:nvSpPr>
            <p:cNvPr id="513" name="Google Shape;7744;p61">
              <a:extLst>
                <a:ext uri="{FF2B5EF4-FFF2-40B4-BE49-F238E27FC236}">
                  <a16:creationId xmlns:a16="http://schemas.microsoft.com/office/drawing/2014/main" id="{D312E33B-E13D-690F-1A08-39F49B551327}"/>
                </a:ext>
              </a:extLst>
            </p:cNvPr>
            <p:cNvSpPr/>
            <p:nvPr/>
          </p:nvSpPr>
          <p:spPr>
            <a:xfrm>
              <a:off x="-50414775" y="3815625"/>
              <a:ext cx="122900" cy="35475"/>
            </a:xfrm>
            <a:custGeom>
              <a:avLst/>
              <a:gdLst/>
              <a:ahLst/>
              <a:cxnLst/>
              <a:rect l="l" t="t" r="r" b="b"/>
              <a:pathLst>
                <a:path w="4916" h="1419" extrusionOk="0">
                  <a:moveTo>
                    <a:pt x="347" y="1"/>
                  </a:moveTo>
                  <a:cubicBezTo>
                    <a:pt x="158" y="1"/>
                    <a:pt x="0" y="158"/>
                    <a:pt x="0" y="379"/>
                  </a:cubicBezTo>
                  <a:lnTo>
                    <a:pt x="0" y="1072"/>
                  </a:lnTo>
                  <a:cubicBezTo>
                    <a:pt x="0" y="1261"/>
                    <a:pt x="158" y="1418"/>
                    <a:pt x="347" y="1418"/>
                  </a:cubicBezTo>
                  <a:lnTo>
                    <a:pt x="4569" y="1418"/>
                  </a:lnTo>
                  <a:cubicBezTo>
                    <a:pt x="4758" y="1418"/>
                    <a:pt x="4915" y="1261"/>
                    <a:pt x="4915" y="1072"/>
                  </a:cubicBezTo>
                  <a:lnTo>
                    <a:pt x="4915" y="379"/>
                  </a:lnTo>
                  <a:cubicBezTo>
                    <a:pt x="4915" y="190"/>
                    <a:pt x="4758" y="1"/>
                    <a:pt x="4569" y="1"/>
                  </a:cubicBezTo>
                  <a:close/>
                </a:path>
              </a:pathLst>
            </a:custGeom>
            <a:grpFill/>
            <a:ln>
              <a:noFill/>
            </a:ln>
          </p:spPr>
          <p:txBody>
            <a:bodyPr spcFirstLastPara="1" wrap="square" lIns="121900" tIns="121900" rIns="121900" bIns="121900" anchor="ctr" anchorCtr="0">
              <a:noAutofit/>
            </a:bodyPr>
            <a:lstStyle/>
            <a:p>
              <a:endParaRPr sz="2400"/>
            </a:p>
          </p:txBody>
        </p:sp>
        <p:sp>
          <p:nvSpPr>
            <p:cNvPr id="514" name="Google Shape;7745;p61">
              <a:extLst>
                <a:ext uri="{FF2B5EF4-FFF2-40B4-BE49-F238E27FC236}">
                  <a16:creationId xmlns:a16="http://schemas.microsoft.com/office/drawing/2014/main" id="{FADC83EC-91F9-8F81-F9C8-6C5709764DB4}"/>
                </a:ext>
              </a:extLst>
            </p:cNvPr>
            <p:cNvSpPr/>
            <p:nvPr/>
          </p:nvSpPr>
          <p:spPr>
            <a:xfrm>
              <a:off x="-50362000" y="3727425"/>
              <a:ext cx="18125" cy="17350"/>
            </a:xfrm>
            <a:custGeom>
              <a:avLst/>
              <a:gdLst/>
              <a:ahLst/>
              <a:cxnLst/>
              <a:rect l="l" t="t" r="r" b="b"/>
              <a:pathLst>
                <a:path w="725" h="694" extrusionOk="0">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515" name="Google Shape;7746;p61">
            <a:extLst>
              <a:ext uri="{FF2B5EF4-FFF2-40B4-BE49-F238E27FC236}">
                <a16:creationId xmlns:a16="http://schemas.microsoft.com/office/drawing/2014/main" id="{47EE37C4-4544-D5C7-D8EF-C4029F088A04}"/>
              </a:ext>
            </a:extLst>
          </p:cNvPr>
          <p:cNvGrpSpPr/>
          <p:nvPr/>
        </p:nvGrpSpPr>
        <p:grpSpPr>
          <a:xfrm>
            <a:off x="1461290" y="1919303"/>
            <a:ext cx="443607" cy="441285"/>
            <a:chOff x="-50503000" y="3921175"/>
            <a:chExt cx="300900" cy="299325"/>
          </a:xfrm>
          <a:solidFill>
            <a:srgbClr val="6C1D35"/>
          </a:solidFill>
        </p:grpSpPr>
        <p:sp>
          <p:nvSpPr>
            <p:cNvPr id="516" name="Google Shape;7747;p61">
              <a:extLst>
                <a:ext uri="{FF2B5EF4-FFF2-40B4-BE49-F238E27FC236}">
                  <a16:creationId xmlns:a16="http://schemas.microsoft.com/office/drawing/2014/main" id="{01E07E72-D727-9D93-D49E-FCC16B161810}"/>
                </a:ext>
              </a:extLst>
            </p:cNvPr>
            <p:cNvSpPr/>
            <p:nvPr/>
          </p:nvSpPr>
          <p:spPr>
            <a:xfrm>
              <a:off x="-50432900" y="3921175"/>
              <a:ext cx="177250" cy="53575"/>
            </a:xfrm>
            <a:custGeom>
              <a:avLst/>
              <a:gdLst/>
              <a:ahLst/>
              <a:cxnLst/>
              <a:rect l="l" t="t" r="r" b="b"/>
              <a:pathLst>
                <a:path w="7090" h="2143" extrusionOk="0">
                  <a:moveTo>
                    <a:pt x="1" y="0"/>
                  </a:moveTo>
                  <a:lnTo>
                    <a:pt x="1" y="2143"/>
                  </a:lnTo>
                  <a:lnTo>
                    <a:pt x="7089" y="2143"/>
                  </a:lnTo>
                  <a:lnTo>
                    <a:pt x="7089" y="0"/>
                  </a:lnTo>
                  <a:close/>
                </a:path>
              </a:pathLst>
            </a:custGeom>
            <a:grpFill/>
            <a:ln>
              <a:noFill/>
            </a:ln>
          </p:spPr>
          <p:txBody>
            <a:bodyPr spcFirstLastPara="1" wrap="square" lIns="121900" tIns="121900" rIns="121900" bIns="121900" anchor="ctr" anchorCtr="0">
              <a:noAutofit/>
            </a:bodyPr>
            <a:lstStyle/>
            <a:p>
              <a:endParaRPr sz="2400"/>
            </a:p>
          </p:txBody>
        </p:sp>
        <p:sp>
          <p:nvSpPr>
            <p:cNvPr id="517" name="Google Shape;7748;p61">
              <a:extLst>
                <a:ext uri="{FF2B5EF4-FFF2-40B4-BE49-F238E27FC236}">
                  <a16:creationId xmlns:a16="http://schemas.microsoft.com/office/drawing/2014/main" id="{68598C55-4CA1-A099-053E-EE96CE7C22F7}"/>
                </a:ext>
              </a:extLst>
            </p:cNvPr>
            <p:cNvSpPr/>
            <p:nvPr/>
          </p:nvSpPr>
          <p:spPr>
            <a:xfrm>
              <a:off x="-50503000" y="3921175"/>
              <a:ext cx="52800" cy="53575"/>
            </a:xfrm>
            <a:custGeom>
              <a:avLst/>
              <a:gdLst/>
              <a:ahLst/>
              <a:cxnLst/>
              <a:rect l="l" t="t" r="r" b="b"/>
              <a:pathLst>
                <a:path w="2112" h="2143" extrusionOk="0">
                  <a:moveTo>
                    <a:pt x="1797" y="0"/>
                  </a:moveTo>
                  <a:cubicBezTo>
                    <a:pt x="1734" y="0"/>
                    <a:pt x="1671" y="0"/>
                    <a:pt x="1639" y="63"/>
                  </a:cubicBezTo>
                  <a:lnTo>
                    <a:pt x="221" y="756"/>
                  </a:lnTo>
                  <a:cubicBezTo>
                    <a:pt x="95" y="851"/>
                    <a:pt x="1" y="945"/>
                    <a:pt x="1" y="1071"/>
                  </a:cubicBezTo>
                  <a:cubicBezTo>
                    <a:pt x="1" y="1197"/>
                    <a:pt x="95" y="1323"/>
                    <a:pt x="221" y="1386"/>
                  </a:cubicBezTo>
                  <a:lnTo>
                    <a:pt x="1639" y="2111"/>
                  </a:lnTo>
                  <a:cubicBezTo>
                    <a:pt x="1671" y="2143"/>
                    <a:pt x="1765" y="2143"/>
                    <a:pt x="1797" y="2143"/>
                  </a:cubicBezTo>
                  <a:lnTo>
                    <a:pt x="2112" y="2143"/>
                  </a:lnTo>
                  <a:lnTo>
                    <a:pt x="2112" y="0"/>
                  </a:lnTo>
                  <a:close/>
                </a:path>
              </a:pathLst>
            </a:custGeom>
            <a:grpFill/>
            <a:ln>
              <a:noFill/>
            </a:ln>
          </p:spPr>
          <p:txBody>
            <a:bodyPr spcFirstLastPara="1" wrap="square" lIns="121900" tIns="121900" rIns="121900" bIns="121900" anchor="ctr" anchorCtr="0">
              <a:noAutofit/>
            </a:bodyPr>
            <a:lstStyle/>
            <a:p>
              <a:endParaRPr sz="2400"/>
            </a:p>
          </p:txBody>
        </p:sp>
        <p:sp>
          <p:nvSpPr>
            <p:cNvPr id="518" name="Google Shape;7749;p61">
              <a:extLst>
                <a:ext uri="{FF2B5EF4-FFF2-40B4-BE49-F238E27FC236}">
                  <a16:creationId xmlns:a16="http://schemas.microsoft.com/office/drawing/2014/main" id="{8C228D2F-73F6-FC1B-2E95-9A3A1E7FDF7B}"/>
                </a:ext>
              </a:extLst>
            </p:cNvPr>
            <p:cNvSpPr/>
            <p:nvPr/>
          </p:nvSpPr>
          <p:spPr>
            <a:xfrm>
              <a:off x="-50237550" y="3921175"/>
              <a:ext cx="35450" cy="53575"/>
            </a:xfrm>
            <a:custGeom>
              <a:avLst/>
              <a:gdLst/>
              <a:ahLst/>
              <a:cxnLst/>
              <a:rect l="l" t="t" r="r" b="b"/>
              <a:pathLst>
                <a:path w="1418" h="2143" extrusionOk="0">
                  <a:moveTo>
                    <a:pt x="0" y="0"/>
                  </a:moveTo>
                  <a:lnTo>
                    <a:pt x="0" y="2143"/>
                  </a:lnTo>
                  <a:lnTo>
                    <a:pt x="347" y="2143"/>
                  </a:lnTo>
                  <a:cubicBezTo>
                    <a:pt x="945" y="2143"/>
                    <a:pt x="1418" y="1670"/>
                    <a:pt x="1418" y="1071"/>
                  </a:cubicBezTo>
                  <a:cubicBezTo>
                    <a:pt x="1418" y="473"/>
                    <a:pt x="945" y="0"/>
                    <a:pt x="347" y="0"/>
                  </a:cubicBezTo>
                  <a:close/>
                </a:path>
              </a:pathLst>
            </a:custGeom>
            <a:grpFill/>
            <a:ln>
              <a:noFill/>
            </a:ln>
          </p:spPr>
          <p:txBody>
            <a:bodyPr spcFirstLastPara="1" wrap="square" lIns="121900" tIns="121900" rIns="121900" bIns="121900" anchor="ctr" anchorCtr="0">
              <a:noAutofit/>
            </a:bodyPr>
            <a:lstStyle/>
            <a:p>
              <a:endParaRPr sz="2400"/>
            </a:p>
          </p:txBody>
        </p:sp>
        <p:sp>
          <p:nvSpPr>
            <p:cNvPr id="519" name="Google Shape;7750;p61">
              <a:extLst>
                <a:ext uri="{FF2B5EF4-FFF2-40B4-BE49-F238E27FC236}">
                  <a16:creationId xmlns:a16="http://schemas.microsoft.com/office/drawing/2014/main" id="{37C612E3-9A20-835E-35EC-3646F173D60D}"/>
                </a:ext>
              </a:extLst>
            </p:cNvPr>
            <p:cNvSpPr/>
            <p:nvPr/>
          </p:nvSpPr>
          <p:spPr>
            <a:xfrm>
              <a:off x="-50414775" y="4045625"/>
              <a:ext cx="159125" cy="122875"/>
            </a:xfrm>
            <a:custGeom>
              <a:avLst/>
              <a:gdLst/>
              <a:ahLst/>
              <a:cxnLst/>
              <a:rect l="l" t="t" r="r" b="b"/>
              <a:pathLst>
                <a:path w="6365" h="4915" extrusionOk="0">
                  <a:moveTo>
                    <a:pt x="0" y="0"/>
                  </a:moveTo>
                  <a:lnTo>
                    <a:pt x="0" y="4915"/>
                  </a:lnTo>
                  <a:lnTo>
                    <a:pt x="6364" y="4915"/>
                  </a:lnTo>
                  <a:lnTo>
                    <a:pt x="6364" y="0"/>
                  </a:lnTo>
                  <a:close/>
                </a:path>
              </a:pathLst>
            </a:custGeom>
            <a:grpFill/>
            <a:ln>
              <a:noFill/>
            </a:ln>
          </p:spPr>
          <p:txBody>
            <a:bodyPr spcFirstLastPara="1" wrap="square" lIns="121900" tIns="121900" rIns="121900" bIns="121900" anchor="ctr" anchorCtr="0">
              <a:noAutofit/>
            </a:bodyPr>
            <a:lstStyle/>
            <a:p>
              <a:endParaRPr sz="2400"/>
            </a:p>
          </p:txBody>
        </p:sp>
        <p:sp>
          <p:nvSpPr>
            <p:cNvPr id="520" name="Google Shape;7751;p61">
              <a:extLst>
                <a:ext uri="{FF2B5EF4-FFF2-40B4-BE49-F238E27FC236}">
                  <a16:creationId xmlns:a16="http://schemas.microsoft.com/office/drawing/2014/main" id="{CFFBD36B-E2B8-AFD6-E336-CEB1FF9A709A}"/>
                </a:ext>
              </a:extLst>
            </p:cNvPr>
            <p:cNvSpPr/>
            <p:nvPr/>
          </p:nvSpPr>
          <p:spPr>
            <a:xfrm>
              <a:off x="-50503000" y="3992050"/>
              <a:ext cx="300900" cy="228450"/>
            </a:xfrm>
            <a:custGeom>
              <a:avLst/>
              <a:gdLst/>
              <a:ahLst/>
              <a:cxnLst/>
              <a:rect l="l" t="t" r="r" b="b"/>
              <a:pathLst>
                <a:path w="12036" h="9138" extrusionOk="0">
                  <a:moveTo>
                    <a:pt x="1797" y="1387"/>
                  </a:moveTo>
                  <a:cubicBezTo>
                    <a:pt x="1986" y="1387"/>
                    <a:pt x="2143" y="1544"/>
                    <a:pt x="2143" y="1733"/>
                  </a:cubicBezTo>
                  <a:lnTo>
                    <a:pt x="2143" y="3151"/>
                  </a:lnTo>
                  <a:cubicBezTo>
                    <a:pt x="2143" y="3372"/>
                    <a:pt x="1986" y="3529"/>
                    <a:pt x="1797" y="3529"/>
                  </a:cubicBezTo>
                  <a:cubicBezTo>
                    <a:pt x="1608" y="3529"/>
                    <a:pt x="1450" y="3372"/>
                    <a:pt x="1450" y="3151"/>
                  </a:cubicBezTo>
                  <a:lnTo>
                    <a:pt x="1450" y="1733"/>
                  </a:lnTo>
                  <a:cubicBezTo>
                    <a:pt x="1450" y="1544"/>
                    <a:pt x="1608" y="1387"/>
                    <a:pt x="1797" y="1387"/>
                  </a:cubicBezTo>
                  <a:close/>
                  <a:moveTo>
                    <a:pt x="1797" y="4222"/>
                  </a:moveTo>
                  <a:cubicBezTo>
                    <a:pt x="1986" y="4222"/>
                    <a:pt x="2143" y="4380"/>
                    <a:pt x="2143" y="4569"/>
                  </a:cubicBezTo>
                  <a:cubicBezTo>
                    <a:pt x="2143" y="4789"/>
                    <a:pt x="1986" y="4947"/>
                    <a:pt x="1797" y="4947"/>
                  </a:cubicBezTo>
                  <a:cubicBezTo>
                    <a:pt x="1576" y="4947"/>
                    <a:pt x="1419" y="4789"/>
                    <a:pt x="1419" y="4569"/>
                  </a:cubicBezTo>
                  <a:cubicBezTo>
                    <a:pt x="1419" y="4380"/>
                    <a:pt x="1576" y="4222"/>
                    <a:pt x="1797" y="4222"/>
                  </a:cubicBezTo>
                  <a:close/>
                  <a:moveTo>
                    <a:pt x="1797" y="5609"/>
                  </a:moveTo>
                  <a:cubicBezTo>
                    <a:pt x="1986" y="5609"/>
                    <a:pt x="2143" y="5766"/>
                    <a:pt x="2143" y="5955"/>
                  </a:cubicBezTo>
                  <a:lnTo>
                    <a:pt x="2143" y="7373"/>
                  </a:lnTo>
                  <a:cubicBezTo>
                    <a:pt x="2143" y="7562"/>
                    <a:pt x="1986" y="7719"/>
                    <a:pt x="1797" y="7719"/>
                  </a:cubicBezTo>
                  <a:cubicBezTo>
                    <a:pt x="1608" y="7719"/>
                    <a:pt x="1450" y="7562"/>
                    <a:pt x="1450" y="7373"/>
                  </a:cubicBezTo>
                  <a:lnTo>
                    <a:pt x="1450" y="5955"/>
                  </a:lnTo>
                  <a:cubicBezTo>
                    <a:pt x="1450" y="5766"/>
                    <a:pt x="1608" y="5609"/>
                    <a:pt x="1797" y="5609"/>
                  </a:cubicBezTo>
                  <a:close/>
                  <a:moveTo>
                    <a:pt x="10272" y="1387"/>
                  </a:moveTo>
                  <a:cubicBezTo>
                    <a:pt x="10461" y="1387"/>
                    <a:pt x="10618" y="1544"/>
                    <a:pt x="10618" y="1733"/>
                  </a:cubicBezTo>
                  <a:lnTo>
                    <a:pt x="10618" y="7373"/>
                  </a:lnTo>
                  <a:cubicBezTo>
                    <a:pt x="10618" y="7562"/>
                    <a:pt x="10461" y="7719"/>
                    <a:pt x="10272" y="7719"/>
                  </a:cubicBezTo>
                  <a:lnTo>
                    <a:pt x="3183" y="7719"/>
                  </a:lnTo>
                  <a:cubicBezTo>
                    <a:pt x="2962" y="7719"/>
                    <a:pt x="2805" y="7562"/>
                    <a:pt x="2805" y="7373"/>
                  </a:cubicBezTo>
                  <a:lnTo>
                    <a:pt x="2805" y="1733"/>
                  </a:lnTo>
                  <a:cubicBezTo>
                    <a:pt x="2805" y="1544"/>
                    <a:pt x="2962" y="1387"/>
                    <a:pt x="3183" y="1387"/>
                  </a:cubicBezTo>
                  <a:close/>
                  <a:moveTo>
                    <a:pt x="1072" y="1"/>
                  </a:moveTo>
                  <a:cubicBezTo>
                    <a:pt x="474" y="1"/>
                    <a:pt x="1" y="473"/>
                    <a:pt x="1" y="1072"/>
                  </a:cubicBezTo>
                  <a:lnTo>
                    <a:pt x="1" y="8097"/>
                  </a:lnTo>
                  <a:cubicBezTo>
                    <a:pt x="1" y="8664"/>
                    <a:pt x="474" y="9137"/>
                    <a:pt x="1072" y="9137"/>
                  </a:cubicBezTo>
                  <a:lnTo>
                    <a:pt x="10965" y="9137"/>
                  </a:lnTo>
                  <a:cubicBezTo>
                    <a:pt x="11563" y="9137"/>
                    <a:pt x="12036" y="8664"/>
                    <a:pt x="12036" y="8097"/>
                  </a:cubicBezTo>
                  <a:lnTo>
                    <a:pt x="12036" y="1072"/>
                  </a:lnTo>
                  <a:cubicBezTo>
                    <a:pt x="12036" y="473"/>
                    <a:pt x="11563" y="1"/>
                    <a:pt x="10965"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521" name="Google Shape;7756;p61">
            <a:extLst>
              <a:ext uri="{FF2B5EF4-FFF2-40B4-BE49-F238E27FC236}">
                <a16:creationId xmlns:a16="http://schemas.microsoft.com/office/drawing/2014/main" id="{F60A50D2-8079-DFAB-E286-CD31BF577E6B}"/>
              </a:ext>
            </a:extLst>
          </p:cNvPr>
          <p:cNvGrpSpPr/>
          <p:nvPr/>
        </p:nvGrpSpPr>
        <p:grpSpPr>
          <a:xfrm>
            <a:off x="4206147" y="1400251"/>
            <a:ext cx="442428" cy="442428"/>
            <a:chOff x="-48630025" y="3569100"/>
            <a:chExt cx="300100" cy="300100"/>
          </a:xfrm>
          <a:solidFill>
            <a:srgbClr val="6C1D35"/>
          </a:solidFill>
        </p:grpSpPr>
        <p:sp>
          <p:nvSpPr>
            <p:cNvPr id="522" name="Google Shape;7757;p61">
              <a:extLst>
                <a:ext uri="{FF2B5EF4-FFF2-40B4-BE49-F238E27FC236}">
                  <a16:creationId xmlns:a16="http://schemas.microsoft.com/office/drawing/2014/main" id="{EE0791FA-AC49-7782-8F01-CA22567A4DB5}"/>
                </a:ext>
              </a:extLst>
            </p:cNvPr>
            <p:cNvSpPr/>
            <p:nvPr/>
          </p:nvSpPr>
          <p:spPr>
            <a:xfrm>
              <a:off x="-48400825" y="3710875"/>
              <a:ext cx="18150" cy="17350"/>
            </a:xfrm>
            <a:custGeom>
              <a:avLst/>
              <a:gdLst/>
              <a:ahLst/>
              <a:cxnLst/>
              <a:rect l="l" t="t" r="r" b="b"/>
              <a:pathLst>
                <a:path w="726" h="694" extrusionOk="0">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grpFill/>
            <a:ln>
              <a:noFill/>
            </a:ln>
          </p:spPr>
          <p:txBody>
            <a:bodyPr spcFirstLastPara="1" wrap="square" lIns="121900" tIns="121900" rIns="121900" bIns="121900" anchor="ctr" anchorCtr="0">
              <a:noAutofit/>
            </a:bodyPr>
            <a:lstStyle/>
            <a:p>
              <a:endParaRPr sz="2400"/>
            </a:p>
          </p:txBody>
        </p:sp>
        <p:sp>
          <p:nvSpPr>
            <p:cNvPr id="523" name="Google Shape;7758;p61">
              <a:extLst>
                <a:ext uri="{FF2B5EF4-FFF2-40B4-BE49-F238E27FC236}">
                  <a16:creationId xmlns:a16="http://schemas.microsoft.com/office/drawing/2014/main" id="{A8F4381E-8096-D68E-746F-57B22A0587B3}"/>
                </a:ext>
              </a:extLst>
            </p:cNvPr>
            <p:cNvSpPr/>
            <p:nvPr/>
          </p:nvSpPr>
          <p:spPr>
            <a:xfrm>
              <a:off x="-48400825" y="3781750"/>
              <a:ext cx="18150" cy="17350"/>
            </a:xfrm>
            <a:custGeom>
              <a:avLst/>
              <a:gdLst/>
              <a:ahLst/>
              <a:cxnLst/>
              <a:rect l="l" t="t" r="r" b="b"/>
              <a:pathLst>
                <a:path w="726" h="694" extrusionOk="0">
                  <a:moveTo>
                    <a:pt x="379" y="1"/>
                  </a:moveTo>
                  <a:cubicBezTo>
                    <a:pt x="158" y="1"/>
                    <a:pt x="1" y="158"/>
                    <a:pt x="1" y="347"/>
                  </a:cubicBezTo>
                  <a:cubicBezTo>
                    <a:pt x="1" y="536"/>
                    <a:pt x="158" y="694"/>
                    <a:pt x="379" y="694"/>
                  </a:cubicBezTo>
                  <a:cubicBezTo>
                    <a:pt x="568" y="694"/>
                    <a:pt x="725" y="536"/>
                    <a:pt x="725" y="347"/>
                  </a:cubicBezTo>
                  <a:cubicBezTo>
                    <a:pt x="725" y="158"/>
                    <a:pt x="568" y="1"/>
                    <a:pt x="379" y="1"/>
                  </a:cubicBezTo>
                  <a:close/>
                </a:path>
              </a:pathLst>
            </a:custGeom>
            <a:grpFill/>
            <a:ln>
              <a:noFill/>
            </a:ln>
          </p:spPr>
          <p:txBody>
            <a:bodyPr spcFirstLastPara="1" wrap="square" lIns="121900" tIns="121900" rIns="121900" bIns="121900" anchor="ctr" anchorCtr="0">
              <a:noAutofit/>
            </a:bodyPr>
            <a:lstStyle/>
            <a:p>
              <a:endParaRPr sz="2400"/>
            </a:p>
          </p:txBody>
        </p:sp>
        <p:sp>
          <p:nvSpPr>
            <p:cNvPr id="524" name="Google Shape;7759;p61">
              <a:extLst>
                <a:ext uri="{FF2B5EF4-FFF2-40B4-BE49-F238E27FC236}">
                  <a16:creationId xmlns:a16="http://schemas.microsoft.com/office/drawing/2014/main" id="{ACEB2E46-39E1-12EC-F930-1929F3BCE8DA}"/>
                </a:ext>
              </a:extLst>
            </p:cNvPr>
            <p:cNvSpPr/>
            <p:nvPr/>
          </p:nvSpPr>
          <p:spPr>
            <a:xfrm>
              <a:off x="-48488250" y="3710875"/>
              <a:ext cx="18150" cy="17350"/>
            </a:xfrm>
            <a:custGeom>
              <a:avLst/>
              <a:gdLst/>
              <a:ahLst/>
              <a:cxnLst/>
              <a:rect l="l" t="t" r="r" b="b"/>
              <a:pathLst>
                <a:path w="726" h="694" extrusionOk="0">
                  <a:moveTo>
                    <a:pt x="347" y="0"/>
                  </a:moveTo>
                  <a:cubicBezTo>
                    <a:pt x="158" y="0"/>
                    <a:pt x="1" y="158"/>
                    <a:pt x="1" y="347"/>
                  </a:cubicBezTo>
                  <a:cubicBezTo>
                    <a:pt x="1" y="536"/>
                    <a:pt x="158" y="694"/>
                    <a:pt x="347" y="694"/>
                  </a:cubicBezTo>
                  <a:cubicBezTo>
                    <a:pt x="536" y="694"/>
                    <a:pt x="694" y="536"/>
                    <a:pt x="694" y="347"/>
                  </a:cubicBezTo>
                  <a:cubicBezTo>
                    <a:pt x="725" y="158"/>
                    <a:pt x="536" y="0"/>
                    <a:pt x="347" y="0"/>
                  </a:cubicBezTo>
                  <a:close/>
                </a:path>
              </a:pathLst>
            </a:custGeom>
            <a:grpFill/>
            <a:ln>
              <a:noFill/>
            </a:ln>
          </p:spPr>
          <p:txBody>
            <a:bodyPr spcFirstLastPara="1" wrap="square" lIns="121900" tIns="121900" rIns="121900" bIns="121900" anchor="ctr" anchorCtr="0">
              <a:noAutofit/>
            </a:bodyPr>
            <a:lstStyle/>
            <a:p>
              <a:endParaRPr sz="2400"/>
            </a:p>
          </p:txBody>
        </p:sp>
        <p:sp>
          <p:nvSpPr>
            <p:cNvPr id="525" name="Google Shape;7760;p61">
              <a:extLst>
                <a:ext uri="{FF2B5EF4-FFF2-40B4-BE49-F238E27FC236}">
                  <a16:creationId xmlns:a16="http://schemas.microsoft.com/office/drawing/2014/main" id="{629C31CC-AA02-DFFB-FCA7-BC16DF358E03}"/>
                </a:ext>
              </a:extLst>
            </p:cNvPr>
            <p:cNvSpPr/>
            <p:nvPr/>
          </p:nvSpPr>
          <p:spPr>
            <a:xfrm>
              <a:off x="-48488250" y="3640000"/>
              <a:ext cx="18150" cy="17350"/>
            </a:xfrm>
            <a:custGeom>
              <a:avLst/>
              <a:gdLst/>
              <a:ahLst/>
              <a:cxnLst/>
              <a:rect l="l" t="t" r="r" b="b"/>
              <a:pathLst>
                <a:path w="726" h="694" extrusionOk="0">
                  <a:moveTo>
                    <a:pt x="347" y="0"/>
                  </a:moveTo>
                  <a:cubicBezTo>
                    <a:pt x="158" y="0"/>
                    <a:pt x="1" y="158"/>
                    <a:pt x="1" y="347"/>
                  </a:cubicBezTo>
                  <a:cubicBezTo>
                    <a:pt x="1" y="536"/>
                    <a:pt x="158" y="693"/>
                    <a:pt x="347" y="693"/>
                  </a:cubicBezTo>
                  <a:cubicBezTo>
                    <a:pt x="536" y="693"/>
                    <a:pt x="694" y="536"/>
                    <a:pt x="694" y="347"/>
                  </a:cubicBezTo>
                  <a:cubicBezTo>
                    <a:pt x="725" y="158"/>
                    <a:pt x="536" y="0"/>
                    <a:pt x="347" y="0"/>
                  </a:cubicBezTo>
                  <a:close/>
                </a:path>
              </a:pathLst>
            </a:custGeom>
            <a:grpFill/>
            <a:ln>
              <a:noFill/>
            </a:ln>
          </p:spPr>
          <p:txBody>
            <a:bodyPr spcFirstLastPara="1" wrap="square" lIns="121900" tIns="121900" rIns="121900" bIns="121900" anchor="ctr" anchorCtr="0">
              <a:noAutofit/>
            </a:bodyPr>
            <a:lstStyle/>
            <a:p>
              <a:endParaRPr sz="2400"/>
            </a:p>
          </p:txBody>
        </p:sp>
        <p:sp>
          <p:nvSpPr>
            <p:cNvPr id="526" name="Google Shape;7761;p61">
              <a:extLst>
                <a:ext uri="{FF2B5EF4-FFF2-40B4-BE49-F238E27FC236}">
                  <a16:creationId xmlns:a16="http://schemas.microsoft.com/office/drawing/2014/main" id="{DD5A3408-F6C4-0A75-55AB-D4F9CAF2259B}"/>
                </a:ext>
              </a:extLst>
            </p:cNvPr>
            <p:cNvSpPr/>
            <p:nvPr/>
          </p:nvSpPr>
          <p:spPr>
            <a:xfrm>
              <a:off x="-48400825" y="3640000"/>
              <a:ext cx="18150" cy="17350"/>
            </a:xfrm>
            <a:custGeom>
              <a:avLst/>
              <a:gdLst/>
              <a:ahLst/>
              <a:cxnLst/>
              <a:rect l="l" t="t" r="r" b="b"/>
              <a:pathLst>
                <a:path w="726" h="694" extrusionOk="0">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grpFill/>
            <a:ln>
              <a:noFill/>
            </a:ln>
          </p:spPr>
          <p:txBody>
            <a:bodyPr spcFirstLastPara="1" wrap="square" lIns="121900" tIns="121900" rIns="121900" bIns="121900" anchor="ctr" anchorCtr="0">
              <a:noAutofit/>
            </a:bodyPr>
            <a:lstStyle/>
            <a:p>
              <a:endParaRPr sz="2400"/>
            </a:p>
          </p:txBody>
        </p:sp>
        <p:sp>
          <p:nvSpPr>
            <p:cNvPr id="527" name="Google Shape;7762;p61">
              <a:extLst>
                <a:ext uri="{FF2B5EF4-FFF2-40B4-BE49-F238E27FC236}">
                  <a16:creationId xmlns:a16="http://schemas.microsoft.com/office/drawing/2014/main" id="{9D23BC19-08B3-4DC6-EEE2-B0CAEA037F91}"/>
                </a:ext>
              </a:extLst>
            </p:cNvPr>
            <p:cNvSpPr/>
            <p:nvPr/>
          </p:nvSpPr>
          <p:spPr>
            <a:xfrm>
              <a:off x="-48541800" y="3569100"/>
              <a:ext cx="211875" cy="300100"/>
            </a:xfrm>
            <a:custGeom>
              <a:avLst/>
              <a:gdLst/>
              <a:ahLst/>
              <a:cxnLst/>
              <a:rect l="l" t="t" r="r" b="b"/>
              <a:pathLst>
                <a:path w="8475" h="12004" extrusionOk="0">
                  <a:moveTo>
                    <a:pt x="2489" y="2080"/>
                  </a:moveTo>
                  <a:cubicBezTo>
                    <a:pt x="3088" y="2080"/>
                    <a:pt x="3560" y="2552"/>
                    <a:pt x="3560" y="3151"/>
                  </a:cubicBezTo>
                  <a:cubicBezTo>
                    <a:pt x="3560" y="3750"/>
                    <a:pt x="3088" y="4222"/>
                    <a:pt x="2489" y="4222"/>
                  </a:cubicBezTo>
                  <a:cubicBezTo>
                    <a:pt x="1891" y="4222"/>
                    <a:pt x="1418" y="3750"/>
                    <a:pt x="1418" y="3151"/>
                  </a:cubicBezTo>
                  <a:cubicBezTo>
                    <a:pt x="1418" y="2552"/>
                    <a:pt x="1891" y="2080"/>
                    <a:pt x="2489" y="2080"/>
                  </a:cubicBezTo>
                  <a:close/>
                  <a:moveTo>
                    <a:pt x="6018" y="2080"/>
                  </a:moveTo>
                  <a:cubicBezTo>
                    <a:pt x="6585" y="2080"/>
                    <a:pt x="7057" y="2552"/>
                    <a:pt x="7057" y="3151"/>
                  </a:cubicBezTo>
                  <a:cubicBezTo>
                    <a:pt x="7057" y="3750"/>
                    <a:pt x="6585" y="4222"/>
                    <a:pt x="6018" y="4222"/>
                  </a:cubicBezTo>
                  <a:cubicBezTo>
                    <a:pt x="5419" y="4222"/>
                    <a:pt x="4947" y="3750"/>
                    <a:pt x="4947" y="3151"/>
                  </a:cubicBezTo>
                  <a:cubicBezTo>
                    <a:pt x="4947" y="2552"/>
                    <a:pt x="5419" y="2080"/>
                    <a:pt x="6018" y="2080"/>
                  </a:cubicBezTo>
                  <a:close/>
                  <a:moveTo>
                    <a:pt x="2489" y="4915"/>
                  </a:moveTo>
                  <a:cubicBezTo>
                    <a:pt x="3088" y="4915"/>
                    <a:pt x="3560" y="5388"/>
                    <a:pt x="3560" y="5987"/>
                  </a:cubicBezTo>
                  <a:cubicBezTo>
                    <a:pt x="3560" y="6585"/>
                    <a:pt x="3088" y="7058"/>
                    <a:pt x="2489" y="7058"/>
                  </a:cubicBezTo>
                  <a:cubicBezTo>
                    <a:pt x="1891" y="7058"/>
                    <a:pt x="1418" y="6585"/>
                    <a:pt x="1418" y="5987"/>
                  </a:cubicBezTo>
                  <a:cubicBezTo>
                    <a:pt x="1418" y="5388"/>
                    <a:pt x="1891" y="4915"/>
                    <a:pt x="2489" y="4915"/>
                  </a:cubicBezTo>
                  <a:close/>
                  <a:moveTo>
                    <a:pt x="6018" y="4915"/>
                  </a:moveTo>
                  <a:cubicBezTo>
                    <a:pt x="6585" y="4915"/>
                    <a:pt x="7057" y="5388"/>
                    <a:pt x="7057" y="5987"/>
                  </a:cubicBezTo>
                  <a:cubicBezTo>
                    <a:pt x="7057" y="6585"/>
                    <a:pt x="6585" y="7058"/>
                    <a:pt x="6018" y="7058"/>
                  </a:cubicBezTo>
                  <a:cubicBezTo>
                    <a:pt x="5419" y="7058"/>
                    <a:pt x="4947" y="6585"/>
                    <a:pt x="4947" y="5987"/>
                  </a:cubicBezTo>
                  <a:cubicBezTo>
                    <a:pt x="4947" y="5388"/>
                    <a:pt x="5419" y="4915"/>
                    <a:pt x="6018" y="4915"/>
                  </a:cubicBezTo>
                  <a:close/>
                  <a:moveTo>
                    <a:pt x="2489" y="7751"/>
                  </a:moveTo>
                  <a:cubicBezTo>
                    <a:pt x="3088" y="7751"/>
                    <a:pt x="3560" y="8223"/>
                    <a:pt x="3560" y="8822"/>
                  </a:cubicBezTo>
                  <a:cubicBezTo>
                    <a:pt x="3560" y="9421"/>
                    <a:pt x="3088" y="9862"/>
                    <a:pt x="2489" y="9862"/>
                  </a:cubicBezTo>
                  <a:cubicBezTo>
                    <a:pt x="1891" y="9862"/>
                    <a:pt x="1418" y="9421"/>
                    <a:pt x="1418" y="8822"/>
                  </a:cubicBezTo>
                  <a:cubicBezTo>
                    <a:pt x="1418" y="8223"/>
                    <a:pt x="1891" y="7751"/>
                    <a:pt x="2489" y="7751"/>
                  </a:cubicBezTo>
                  <a:close/>
                  <a:moveTo>
                    <a:pt x="6018" y="7751"/>
                  </a:moveTo>
                  <a:cubicBezTo>
                    <a:pt x="6585" y="7751"/>
                    <a:pt x="7057" y="8223"/>
                    <a:pt x="7057" y="8822"/>
                  </a:cubicBezTo>
                  <a:cubicBezTo>
                    <a:pt x="7057" y="9421"/>
                    <a:pt x="6585" y="9862"/>
                    <a:pt x="6018" y="9862"/>
                  </a:cubicBezTo>
                  <a:cubicBezTo>
                    <a:pt x="5419" y="9862"/>
                    <a:pt x="4947" y="9421"/>
                    <a:pt x="4947" y="8822"/>
                  </a:cubicBezTo>
                  <a:cubicBezTo>
                    <a:pt x="4947" y="8223"/>
                    <a:pt x="5419" y="7751"/>
                    <a:pt x="6018" y="7751"/>
                  </a:cubicBezTo>
                  <a:close/>
                  <a:moveTo>
                    <a:pt x="1796" y="1"/>
                  </a:moveTo>
                  <a:cubicBezTo>
                    <a:pt x="788" y="1"/>
                    <a:pt x="0" y="788"/>
                    <a:pt x="0" y="1765"/>
                  </a:cubicBezTo>
                  <a:lnTo>
                    <a:pt x="0" y="10240"/>
                  </a:lnTo>
                  <a:cubicBezTo>
                    <a:pt x="0" y="11216"/>
                    <a:pt x="788" y="12004"/>
                    <a:pt x="1796" y="12004"/>
                  </a:cubicBezTo>
                  <a:lnTo>
                    <a:pt x="6711" y="12004"/>
                  </a:lnTo>
                  <a:cubicBezTo>
                    <a:pt x="7687" y="12004"/>
                    <a:pt x="8475" y="11216"/>
                    <a:pt x="8475" y="10240"/>
                  </a:cubicBezTo>
                  <a:lnTo>
                    <a:pt x="8475" y="1765"/>
                  </a:lnTo>
                  <a:cubicBezTo>
                    <a:pt x="8475" y="788"/>
                    <a:pt x="7687" y="1"/>
                    <a:pt x="6711" y="1"/>
                  </a:cubicBezTo>
                  <a:close/>
                </a:path>
              </a:pathLst>
            </a:custGeom>
            <a:grpFill/>
            <a:ln>
              <a:noFill/>
            </a:ln>
          </p:spPr>
          <p:txBody>
            <a:bodyPr spcFirstLastPara="1" wrap="square" lIns="121900" tIns="121900" rIns="121900" bIns="121900" anchor="ctr" anchorCtr="0">
              <a:noAutofit/>
            </a:bodyPr>
            <a:lstStyle/>
            <a:p>
              <a:endParaRPr sz="2400"/>
            </a:p>
          </p:txBody>
        </p:sp>
        <p:sp>
          <p:nvSpPr>
            <p:cNvPr id="528" name="Google Shape;7763;p61">
              <a:extLst>
                <a:ext uri="{FF2B5EF4-FFF2-40B4-BE49-F238E27FC236}">
                  <a16:creationId xmlns:a16="http://schemas.microsoft.com/office/drawing/2014/main" id="{801668DD-1B04-9736-07FC-3C3835C161B8}"/>
                </a:ext>
              </a:extLst>
            </p:cNvPr>
            <p:cNvSpPr/>
            <p:nvPr/>
          </p:nvSpPr>
          <p:spPr>
            <a:xfrm>
              <a:off x="-48488250" y="3781750"/>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36" y="694"/>
                    <a:pt x="694" y="536"/>
                    <a:pt x="694" y="347"/>
                  </a:cubicBezTo>
                  <a:cubicBezTo>
                    <a:pt x="725" y="158"/>
                    <a:pt x="536" y="1"/>
                    <a:pt x="347" y="1"/>
                  </a:cubicBezTo>
                  <a:close/>
                </a:path>
              </a:pathLst>
            </a:custGeom>
            <a:grpFill/>
            <a:ln>
              <a:noFill/>
            </a:ln>
          </p:spPr>
          <p:txBody>
            <a:bodyPr spcFirstLastPara="1" wrap="square" lIns="121900" tIns="121900" rIns="121900" bIns="121900" anchor="ctr" anchorCtr="0">
              <a:noAutofit/>
            </a:bodyPr>
            <a:lstStyle/>
            <a:p>
              <a:endParaRPr sz="2400"/>
            </a:p>
          </p:txBody>
        </p:sp>
        <p:sp>
          <p:nvSpPr>
            <p:cNvPr id="529" name="Google Shape;7764;p61">
              <a:extLst>
                <a:ext uri="{FF2B5EF4-FFF2-40B4-BE49-F238E27FC236}">
                  <a16:creationId xmlns:a16="http://schemas.microsoft.com/office/drawing/2014/main" id="{02263246-149E-01CA-602E-30E591A8C5F0}"/>
                </a:ext>
              </a:extLst>
            </p:cNvPr>
            <p:cNvSpPr/>
            <p:nvPr/>
          </p:nvSpPr>
          <p:spPr>
            <a:xfrm>
              <a:off x="-48630025" y="3569900"/>
              <a:ext cx="71700" cy="87450"/>
            </a:xfrm>
            <a:custGeom>
              <a:avLst/>
              <a:gdLst/>
              <a:ahLst/>
              <a:cxnLst/>
              <a:rect l="l" t="t" r="r" b="b"/>
              <a:pathLst>
                <a:path w="2868" h="3498" extrusionOk="0">
                  <a:moveTo>
                    <a:pt x="2490" y="0"/>
                  </a:moveTo>
                  <a:cubicBezTo>
                    <a:pt x="1765" y="0"/>
                    <a:pt x="1229" y="32"/>
                    <a:pt x="631" y="630"/>
                  </a:cubicBezTo>
                  <a:cubicBezTo>
                    <a:pt x="221" y="1040"/>
                    <a:pt x="1" y="1575"/>
                    <a:pt x="1" y="2142"/>
                  </a:cubicBezTo>
                  <a:cubicBezTo>
                    <a:pt x="1" y="2867"/>
                    <a:pt x="631" y="3497"/>
                    <a:pt x="1418" y="3497"/>
                  </a:cubicBezTo>
                  <a:cubicBezTo>
                    <a:pt x="2017" y="3497"/>
                    <a:pt x="2553" y="3119"/>
                    <a:pt x="2742" y="2552"/>
                  </a:cubicBezTo>
                  <a:cubicBezTo>
                    <a:pt x="2868" y="2237"/>
                    <a:pt x="2805" y="1922"/>
                    <a:pt x="2584" y="1701"/>
                  </a:cubicBezTo>
                  <a:cubicBezTo>
                    <a:pt x="2395" y="1449"/>
                    <a:pt x="2269" y="1134"/>
                    <a:pt x="2742" y="567"/>
                  </a:cubicBezTo>
                  <a:cubicBezTo>
                    <a:pt x="2836" y="441"/>
                    <a:pt x="2868" y="315"/>
                    <a:pt x="2805" y="189"/>
                  </a:cubicBezTo>
                  <a:cubicBezTo>
                    <a:pt x="2742" y="95"/>
                    <a:pt x="2584" y="0"/>
                    <a:pt x="2490" y="0"/>
                  </a:cubicBezTo>
                  <a:close/>
                </a:path>
              </a:pathLst>
            </a:custGeom>
            <a:grpFill/>
            <a:ln>
              <a:noFill/>
            </a:ln>
          </p:spPr>
          <p:txBody>
            <a:bodyPr spcFirstLastPara="1" wrap="square" lIns="121900" tIns="121900" rIns="121900" bIns="121900" anchor="ctr" anchorCtr="0">
              <a:noAutofit/>
            </a:bodyPr>
            <a:lstStyle/>
            <a:p>
              <a:endParaRPr sz="2400"/>
            </a:p>
          </p:txBody>
        </p:sp>
        <p:sp>
          <p:nvSpPr>
            <p:cNvPr id="530" name="Google Shape;7765;p61">
              <a:extLst>
                <a:ext uri="{FF2B5EF4-FFF2-40B4-BE49-F238E27FC236}">
                  <a16:creationId xmlns:a16="http://schemas.microsoft.com/office/drawing/2014/main" id="{76FB6A4A-3D62-24D1-CBD8-D427E9CCA413}"/>
                </a:ext>
              </a:extLst>
            </p:cNvPr>
            <p:cNvSpPr/>
            <p:nvPr/>
          </p:nvSpPr>
          <p:spPr>
            <a:xfrm>
              <a:off x="-48626875" y="3668350"/>
              <a:ext cx="64625" cy="42550"/>
            </a:xfrm>
            <a:custGeom>
              <a:avLst/>
              <a:gdLst/>
              <a:ahLst/>
              <a:cxnLst/>
              <a:rect l="l" t="t" r="r" b="b"/>
              <a:pathLst>
                <a:path w="2585" h="1702" extrusionOk="0">
                  <a:moveTo>
                    <a:pt x="316" y="0"/>
                  </a:moveTo>
                  <a:cubicBezTo>
                    <a:pt x="158" y="473"/>
                    <a:pt x="32" y="1103"/>
                    <a:pt x="1" y="1701"/>
                  </a:cubicBezTo>
                  <a:lnTo>
                    <a:pt x="2584" y="1701"/>
                  </a:lnTo>
                  <a:cubicBezTo>
                    <a:pt x="2521" y="1103"/>
                    <a:pt x="2427" y="504"/>
                    <a:pt x="2269" y="0"/>
                  </a:cubicBezTo>
                  <a:cubicBezTo>
                    <a:pt x="1954" y="158"/>
                    <a:pt x="1639" y="252"/>
                    <a:pt x="1292" y="252"/>
                  </a:cubicBezTo>
                  <a:cubicBezTo>
                    <a:pt x="946" y="252"/>
                    <a:pt x="631" y="158"/>
                    <a:pt x="316" y="0"/>
                  </a:cubicBezTo>
                  <a:close/>
                </a:path>
              </a:pathLst>
            </a:custGeom>
            <a:grpFill/>
            <a:ln>
              <a:noFill/>
            </a:ln>
          </p:spPr>
          <p:txBody>
            <a:bodyPr spcFirstLastPara="1" wrap="square" lIns="121900" tIns="121900" rIns="121900" bIns="121900" anchor="ctr" anchorCtr="0">
              <a:noAutofit/>
            </a:bodyPr>
            <a:lstStyle/>
            <a:p>
              <a:endParaRPr sz="2400"/>
            </a:p>
          </p:txBody>
        </p:sp>
        <p:sp>
          <p:nvSpPr>
            <p:cNvPr id="531" name="Google Shape;7766;p61">
              <a:extLst>
                <a:ext uri="{FF2B5EF4-FFF2-40B4-BE49-F238E27FC236}">
                  <a16:creationId xmlns:a16="http://schemas.microsoft.com/office/drawing/2014/main" id="{77DD8EAC-E732-8298-AD44-64FC79A32CAD}"/>
                </a:ext>
              </a:extLst>
            </p:cNvPr>
            <p:cNvSpPr/>
            <p:nvPr/>
          </p:nvSpPr>
          <p:spPr>
            <a:xfrm>
              <a:off x="-48630025" y="3727425"/>
              <a:ext cx="70925" cy="141775"/>
            </a:xfrm>
            <a:custGeom>
              <a:avLst/>
              <a:gdLst/>
              <a:ahLst/>
              <a:cxnLst/>
              <a:rect l="l" t="t" r="r" b="b"/>
              <a:pathLst>
                <a:path w="2837" h="5671" extrusionOk="0">
                  <a:moveTo>
                    <a:pt x="32" y="0"/>
                  </a:moveTo>
                  <a:cubicBezTo>
                    <a:pt x="1" y="347"/>
                    <a:pt x="1" y="756"/>
                    <a:pt x="1" y="1071"/>
                  </a:cubicBezTo>
                  <a:cubicBezTo>
                    <a:pt x="1" y="2741"/>
                    <a:pt x="316" y="5671"/>
                    <a:pt x="1418" y="5671"/>
                  </a:cubicBezTo>
                  <a:cubicBezTo>
                    <a:pt x="2521" y="5671"/>
                    <a:pt x="2836" y="2804"/>
                    <a:pt x="2836" y="1071"/>
                  </a:cubicBezTo>
                  <a:cubicBezTo>
                    <a:pt x="2836" y="756"/>
                    <a:pt x="2836" y="378"/>
                    <a:pt x="2805"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532" name="Google Shape;7767;p61">
            <a:extLst>
              <a:ext uri="{FF2B5EF4-FFF2-40B4-BE49-F238E27FC236}">
                <a16:creationId xmlns:a16="http://schemas.microsoft.com/office/drawing/2014/main" id="{71596490-C72A-3364-50DC-08A4D6CCDBB1}"/>
              </a:ext>
            </a:extLst>
          </p:cNvPr>
          <p:cNvGrpSpPr/>
          <p:nvPr/>
        </p:nvGrpSpPr>
        <p:grpSpPr>
          <a:xfrm>
            <a:off x="4206736" y="1944845"/>
            <a:ext cx="441248" cy="440105"/>
            <a:chOff x="-48629225" y="3938500"/>
            <a:chExt cx="299300" cy="298525"/>
          </a:xfrm>
          <a:solidFill>
            <a:srgbClr val="6C1D35"/>
          </a:solidFill>
        </p:grpSpPr>
        <p:sp>
          <p:nvSpPr>
            <p:cNvPr id="533" name="Google Shape;7768;p61">
              <a:extLst>
                <a:ext uri="{FF2B5EF4-FFF2-40B4-BE49-F238E27FC236}">
                  <a16:creationId xmlns:a16="http://schemas.microsoft.com/office/drawing/2014/main" id="{6FFEC442-94B2-B61E-7504-E570C2DE7563}"/>
                </a:ext>
              </a:extLst>
            </p:cNvPr>
            <p:cNvSpPr/>
            <p:nvPr/>
          </p:nvSpPr>
          <p:spPr>
            <a:xfrm>
              <a:off x="-48629225" y="3938500"/>
              <a:ext cx="299300" cy="298525"/>
            </a:xfrm>
            <a:custGeom>
              <a:avLst/>
              <a:gdLst/>
              <a:ahLst/>
              <a:cxnLst/>
              <a:rect l="l" t="t" r="r" b="b"/>
              <a:pathLst>
                <a:path w="11972" h="11941" extrusionOk="0">
                  <a:moveTo>
                    <a:pt x="5955" y="2111"/>
                  </a:moveTo>
                  <a:cubicBezTo>
                    <a:pt x="8097" y="2111"/>
                    <a:pt x="9830" y="3844"/>
                    <a:pt x="9830" y="5986"/>
                  </a:cubicBezTo>
                  <a:cubicBezTo>
                    <a:pt x="9798" y="8129"/>
                    <a:pt x="8066" y="9830"/>
                    <a:pt x="5955" y="9830"/>
                  </a:cubicBezTo>
                  <a:cubicBezTo>
                    <a:pt x="3875" y="9830"/>
                    <a:pt x="2080" y="8129"/>
                    <a:pt x="2080" y="5986"/>
                  </a:cubicBezTo>
                  <a:cubicBezTo>
                    <a:pt x="2080" y="3844"/>
                    <a:pt x="3812" y="2111"/>
                    <a:pt x="5955" y="2111"/>
                  </a:cubicBezTo>
                  <a:close/>
                  <a:moveTo>
                    <a:pt x="5293" y="0"/>
                  </a:moveTo>
                  <a:cubicBezTo>
                    <a:pt x="5167" y="0"/>
                    <a:pt x="5041" y="63"/>
                    <a:pt x="4978" y="189"/>
                  </a:cubicBezTo>
                  <a:lnTo>
                    <a:pt x="4631" y="882"/>
                  </a:lnTo>
                  <a:cubicBezTo>
                    <a:pt x="4190" y="1009"/>
                    <a:pt x="3749" y="1166"/>
                    <a:pt x="3371" y="1418"/>
                  </a:cubicBezTo>
                  <a:lnTo>
                    <a:pt x="2615" y="1166"/>
                  </a:lnTo>
                  <a:cubicBezTo>
                    <a:pt x="2584" y="1158"/>
                    <a:pt x="2550" y="1154"/>
                    <a:pt x="2517" y="1154"/>
                  </a:cubicBezTo>
                  <a:cubicBezTo>
                    <a:pt x="2416" y="1154"/>
                    <a:pt x="2316" y="1190"/>
                    <a:pt x="2269" y="1261"/>
                  </a:cubicBezTo>
                  <a:lnTo>
                    <a:pt x="1260" y="2237"/>
                  </a:lnTo>
                  <a:cubicBezTo>
                    <a:pt x="1197" y="2300"/>
                    <a:pt x="1166" y="2458"/>
                    <a:pt x="1197" y="2584"/>
                  </a:cubicBezTo>
                  <a:lnTo>
                    <a:pt x="1418" y="3340"/>
                  </a:lnTo>
                  <a:cubicBezTo>
                    <a:pt x="1197" y="3718"/>
                    <a:pt x="1040" y="4159"/>
                    <a:pt x="914" y="4600"/>
                  </a:cubicBezTo>
                  <a:lnTo>
                    <a:pt x="221" y="4947"/>
                  </a:lnTo>
                  <a:cubicBezTo>
                    <a:pt x="95" y="5010"/>
                    <a:pt x="0" y="5136"/>
                    <a:pt x="0" y="5262"/>
                  </a:cubicBezTo>
                  <a:lnTo>
                    <a:pt x="0" y="6679"/>
                  </a:lnTo>
                  <a:cubicBezTo>
                    <a:pt x="0" y="6805"/>
                    <a:pt x="95" y="6931"/>
                    <a:pt x="221" y="6994"/>
                  </a:cubicBezTo>
                  <a:lnTo>
                    <a:pt x="914" y="7341"/>
                  </a:lnTo>
                  <a:cubicBezTo>
                    <a:pt x="1040" y="7782"/>
                    <a:pt x="1229" y="8223"/>
                    <a:pt x="1418" y="8601"/>
                  </a:cubicBezTo>
                  <a:lnTo>
                    <a:pt x="1197" y="9357"/>
                  </a:lnTo>
                  <a:cubicBezTo>
                    <a:pt x="1166" y="9483"/>
                    <a:pt x="1197" y="9641"/>
                    <a:pt x="1260" y="9704"/>
                  </a:cubicBezTo>
                  <a:lnTo>
                    <a:pt x="2269" y="10680"/>
                  </a:lnTo>
                  <a:cubicBezTo>
                    <a:pt x="2316" y="10751"/>
                    <a:pt x="2416" y="10787"/>
                    <a:pt x="2517" y="10787"/>
                  </a:cubicBezTo>
                  <a:cubicBezTo>
                    <a:pt x="2550" y="10787"/>
                    <a:pt x="2584" y="10783"/>
                    <a:pt x="2615" y="10775"/>
                  </a:cubicBezTo>
                  <a:lnTo>
                    <a:pt x="3371" y="10523"/>
                  </a:lnTo>
                  <a:cubicBezTo>
                    <a:pt x="3749" y="10775"/>
                    <a:pt x="4190" y="10933"/>
                    <a:pt x="4631" y="11059"/>
                  </a:cubicBezTo>
                  <a:lnTo>
                    <a:pt x="4978" y="11752"/>
                  </a:lnTo>
                  <a:cubicBezTo>
                    <a:pt x="5041" y="11878"/>
                    <a:pt x="5167" y="11941"/>
                    <a:pt x="5293" y="11941"/>
                  </a:cubicBezTo>
                  <a:lnTo>
                    <a:pt x="6711" y="11941"/>
                  </a:lnTo>
                  <a:cubicBezTo>
                    <a:pt x="6837" y="11941"/>
                    <a:pt x="6931" y="11878"/>
                    <a:pt x="7026" y="11752"/>
                  </a:cubicBezTo>
                  <a:lnTo>
                    <a:pt x="7372" y="11059"/>
                  </a:lnTo>
                  <a:cubicBezTo>
                    <a:pt x="7813" y="10933"/>
                    <a:pt x="8255" y="10775"/>
                    <a:pt x="8633" y="10523"/>
                  </a:cubicBezTo>
                  <a:lnTo>
                    <a:pt x="9389" y="10775"/>
                  </a:lnTo>
                  <a:cubicBezTo>
                    <a:pt x="9420" y="10783"/>
                    <a:pt x="9452" y="10787"/>
                    <a:pt x="9483" y="10787"/>
                  </a:cubicBezTo>
                  <a:cubicBezTo>
                    <a:pt x="9576" y="10787"/>
                    <a:pt x="9664" y="10751"/>
                    <a:pt x="9735" y="10680"/>
                  </a:cubicBezTo>
                  <a:lnTo>
                    <a:pt x="10712" y="9704"/>
                  </a:lnTo>
                  <a:cubicBezTo>
                    <a:pt x="10806" y="9641"/>
                    <a:pt x="10838" y="9483"/>
                    <a:pt x="10806" y="9357"/>
                  </a:cubicBezTo>
                  <a:lnTo>
                    <a:pt x="10554" y="8601"/>
                  </a:lnTo>
                  <a:cubicBezTo>
                    <a:pt x="10806" y="8223"/>
                    <a:pt x="10964" y="7782"/>
                    <a:pt x="11058" y="7341"/>
                  </a:cubicBezTo>
                  <a:lnTo>
                    <a:pt x="11783" y="6994"/>
                  </a:lnTo>
                  <a:cubicBezTo>
                    <a:pt x="11909" y="6931"/>
                    <a:pt x="11972" y="6805"/>
                    <a:pt x="11972" y="6679"/>
                  </a:cubicBezTo>
                  <a:lnTo>
                    <a:pt x="11972" y="5262"/>
                  </a:lnTo>
                  <a:cubicBezTo>
                    <a:pt x="11972" y="5136"/>
                    <a:pt x="11909" y="5041"/>
                    <a:pt x="11783" y="4947"/>
                  </a:cubicBezTo>
                  <a:lnTo>
                    <a:pt x="11058" y="4600"/>
                  </a:lnTo>
                  <a:cubicBezTo>
                    <a:pt x="10964" y="4159"/>
                    <a:pt x="10743" y="3718"/>
                    <a:pt x="10554" y="3340"/>
                  </a:cubicBezTo>
                  <a:lnTo>
                    <a:pt x="10806" y="2584"/>
                  </a:lnTo>
                  <a:cubicBezTo>
                    <a:pt x="10838" y="2458"/>
                    <a:pt x="10806" y="2300"/>
                    <a:pt x="10712" y="2237"/>
                  </a:cubicBezTo>
                  <a:lnTo>
                    <a:pt x="9735" y="1261"/>
                  </a:lnTo>
                  <a:cubicBezTo>
                    <a:pt x="9664" y="1190"/>
                    <a:pt x="9558" y="1154"/>
                    <a:pt x="9469" y="1154"/>
                  </a:cubicBezTo>
                  <a:cubicBezTo>
                    <a:pt x="9440" y="1154"/>
                    <a:pt x="9412" y="1158"/>
                    <a:pt x="9389" y="1166"/>
                  </a:cubicBezTo>
                  <a:lnTo>
                    <a:pt x="8633" y="1418"/>
                  </a:lnTo>
                  <a:cubicBezTo>
                    <a:pt x="8255" y="1166"/>
                    <a:pt x="7813" y="1009"/>
                    <a:pt x="7372" y="882"/>
                  </a:cubicBezTo>
                  <a:lnTo>
                    <a:pt x="7026" y="189"/>
                  </a:lnTo>
                  <a:cubicBezTo>
                    <a:pt x="6931" y="63"/>
                    <a:pt x="6837" y="0"/>
                    <a:pt x="6711" y="0"/>
                  </a:cubicBezTo>
                  <a:close/>
                </a:path>
              </a:pathLst>
            </a:custGeom>
            <a:grpFill/>
            <a:ln>
              <a:noFill/>
            </a:ln>
          </p:spPr>
          <p:txBody>
            <a:bodyPr spcFirstLastPara="1" wrap="square" lIns="121900" tIns="121900" rIns="121900" bIns="121900" anchor="ctr" anchorCtr="0">
              <a:noAutofit/>
            </a:bodyPr>
            <a:lstStyle/>
            <a:p>
              <a:endParaRPr sz="2400"/>
            </a:p>
          </p:txBody>
        </p:sp>
        <p:sp>
          <p:nvSpPr>
            <p:cNvPr id="534" name="Google Shape;7769;p61">
              <a:extLst>
                <a:ext uri="{FF2B5EF4-FFF2-40B4-BE49-F238E27FC236}">
                  <a16:creationId xmlns:a16="http://schemas.microsoft.com/office/drawing/2014/main" id="{DAB2F5B0-ED1D-A02C-B71E-D934EB6232BA}"/>
                </a:ext>
              </a:extLst>
            </p:cNvPr>
            <p:cNvSpPr/>
            <p:nvPr/>
          </p:nvSpPr>
          <p:spPr>
            <a:xfrm>
              <a:off x="-48496900" y="4119650"/>
              <a:ext cx="35450" cy="47275"/>
            </a:xfrm>
            <a:custGeom>
              <a:avLst/>
              <a:gdLst/>
              <a:ahLst/>
              <a:cxnLst/>
              <a:rect l="l" t="t" r="r" b="b"/>
              <a:pathLst>
                <a:path w="1418" h="1891" extrusionOk="0">
                  <a:moveTo>
                    <a:pt x="0" y="0"/>
                  </a:moveTo>
                  <a:lnTo>
                    <a:pt x="0" y="1796"/>
                  </a:lnTo>
                  <a:cubicBezTo>
                    <a:pt x="221" y="1828"/>
                    <a:pt x="473" y="1891"/>
                    <a:pt x="693" y="1891"/>
                  </a:cubicBezTo>
                  <a:cubicBezTo>
                    <a:pt x="945" y="1891"/>
                    <a:pt x="1166" y="1828"/>
                    <a:pt x="1418" y="1796"/>
                  </a:cubicBezTo>
                  <a:lnTo>
                    <a:pt x="1418" y="0"/>
                  </a:lnTo>
                  <a:cubicBezTo>
                    <a:pt x="1166" y="63"/>
                    <a:pt x="945" y="95"/>
                    <a:pt x="693" y="95"/>
                  </a:cubicBezTo>
                  <a:cubicBezTo>
                    <a:pt x="473" y="95"/>
                    <a:pt x="189" y="63"/>
                    <a:pt x="0" y="0"/>
                  </a:cubicBezTo>
                  <a:close/>
                </a:path>
              </a:pathLst>
            </a:custGeom>
            <a:grpFill/>
            <a:ln>
              <a:noFill/>
            </a:ln>
          </p:spPr>
          <p:txBody>
            <a:bodyPr spcFirstLastPara="1" wrap="square" lIns="121900" tIns="121900" rIns="121900" bIns="121900" anchor="ctr" anchorCtr="0">
              <a:noAutofit/>
            </a:bodyPr>
            <a:lstStyle/>
            <a:p>
              <a:endParaRPr sz="2400"/>
            </a:p>
          </p:txBody>
        </p:sp>
        <p:sp>
          <p:nvSpPr>
            <p:cNvPr id="535" name="Google Shape;7770;p61">
              <a:extLst>
                <a:ext uri="{FF2B5EF4-FFF2-40B4-BE49-F238E27FC236}">
                  <a16:creationId xmlns:a16="http://schemas.microsoft.com/office/drawing/2014/main" id="{40761E08-50F1-30D8-DDF4-F968A32BF812}"/>
                </a:ext>
              </a:extLst>
            </p:cNvPr>
            <p:cNvSpPr/>
            <p:nvPr/>
          </p:nvSpPr>
          <p:spPr>
            <a:xfrm>
              <a:off x="-48495325" y="4073175"/>
              <a:ext cx="29950" cy="31325"/>
            </a:xfrm>
            <a:custGeom>
              <a:avLst/>
              <a:gdLst/>
              <a:ahLst/>
              <a:cxnLst/>
              <a:rect l="l" t="t" r="r" b="b"/>
              <a:pathLst>
                <a:path w="1198" h="1253" extrusionOk="0">
                  <a:moveTo>
                    <a:pt x="599" y="1"/>
                  </a:moveTo>
                  <a:lnTo>
                    <a:pt x="0" y="1135"/>
                  </a:lnTo>
                  <a:cubicBezTo>
                    <a:pt x="205" y="1214"/>
                    <a:pt x="410" y="1253"/>
                    <a:pt x="610" y="1253"/>
                  </a:cubicBezTo>
                  <a:cubicBezTo>
                    <a:pt x="811" y="1253"/>
                    <a:pt x="1008" y="1214"/>
                    <a:pt x="1197" y="1135"/>
                  </a:cubicBezTo>
                  <a:lnTo>
                    <a:pt x="599" y="1"/>
                  </a:lnTo>
                  <a:close/>
                </a:path>
              </a:pathLst>
            </a:custGeom>
            <a:grpFill/>
            <a:ln>
              <a:noFill/>
            </a:ln>
          </p:spPr>
          <p:txBody>
            <a:bodyPr spcFirstLastPara="1" wrap="square" lIns="121900" tIns="121900" rIns="121900" bIns="121900" anchor="ctr" anchorCtr="0">
              <a:noAutofit/>
            </a:bodyPr>
            <a:lstStyle/>
            <a:p>
              <a:endParaRPr sz="2400"/>
            </a:p>
          </p:txBody>
        </p:sp>
        <p:sp>
          <p:nvSpPr>
            <p:cNvPr id="536" name="Google Shape;7771;p61">
              <a:extLst>
                <a:ext uri="{FF2B5EF4-FFF2-40B4-BE49-F238E27FC236}">
                  <a16:creationId xmlns:a16="http://schemas.microsoft.com/office/drawing/2014/main" id="{A6E0C2A0-3A7E-A756-C1DB-D01EBE439F05}"/>
                </a:ext>
              </a:extLst>
            </p:cNvPr>
            <p:cNvSpPr/>
            <p:nvPr/>
          </p:nvSpPr>
          <p:spPr>
            <a:xfrm>
              <a:off x="-48559125" y="4009375"/>
              <a:ext cx="159900" cy="149675"/>
            </a:xfrm>
            <a:custGeom>
              <a:avLst/>
              <a:gdLst/>
              <a:ahLst/>
              <a:cxnLst/>
              <a:rect l="l" t="t" r="r" b="b"/>
              <a:pathLst>
                <a:path w="6396" h="5987" extrusionOk="0">
                  <a:moveTo>
                    <a:pt x="3151" y="1"/>
                  </a:moveTo>
                  <a:cubicBezTo>
                    <a:pt x="1418" y="1"/>
                    <a:pt x="0" y="1418"/>
                    <a:pt x="0" y="3151"/>
                  </a:cubicBezTo>
                  <a:cubicBezTo>
                    <a:pt x="0" y="4348"/>
                    <a:pt x="725" y="5420"/>
                    <a:pt x="1764" y="5987"/>
                  </a:cubicBezTo>
                  <a:lnTo>
                    <a:pt x="1764" y="3844"/>
                  </a:lnTo>
                  <a:cubicBezTo>
                    <a:pt x="1764" y="3687"/>
                    <a:pt x="2804" y="1734"/>
                    <a:pt x="2867" y="1608"/>
                  </a:cubicBezTo>
                  <a:cubicBezTo>
                    <a:pt x="2930" y="1482"/>
                    <a:pt x="3064" y="1418"/>
                    <a:pt x="3194" y="1418"/>
                  </a:cubicBezTo>
                  <a:cubicBezTo>
                    <a:pt x="3324" y="1418"/>
                    <a:pt x="3450" y="1482"/>
                    <a:pt x="3497" y="1608"/>
                  </a:cubicBezTo>
                  <a:cubicBezTo>
                    <a:pt x="3592" y="1734"/>
                    <a:pt x="4600" y="3718"/>
                    <a:pt x="4600" y="3844"/>
                  </a:cubicBezTo>
                  <a:lnTo>
                    <a:pt x="4600" y="5987"/>
                  </a:lnTo>
                  <a:cubicBezTo>
                    <a:pt x="5640" y="5451"/>
                    <a:pt x="6396" y="4411"/>
                    <a:pt x="6396" y="3151"/>
                  </a:cubicBezTo>
                  <a:cubicBezTo>
                    <a:pt x="6333" y="1418"/>
                    <a:pt x="4915" y="1"/>
                    <a:pt x="315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537" name="Google Shape;7778;p61">
            <a:extLst>
              <a:ext uri="{FF2B5EF4-FFF2-40B4-BE49-F238E27FC236}">
                <a16:creationId xmlns:a16="http://schemas.microsoft.com/office/drawing/2014/main" id="{36F1C121-2C55-FCFC-4BFD-F999D0C1CC8F}"/>
              </a:ext>
            </a:extLst>
          </p:cNvPr>
          <p:cNvGrpSpPr/>
          <p:nvPr/>
        </p:nvGrpSpPr>
        <p:grpSpPr>
          <a:xfrm>
            <a:off x="6957877" y="1428115"/>
            <a:ext cx="442464" cy="389023"/>
            <a:chOff x="-46779900" y="3588000"/>
            <a:chExt cx="300125" cy="263875"/>
          </a:xfrm>
          <a:solidFill>
            <a:srgbClr val="6C1D35"/>
          </a:solidFill>
        </p:grpSpPr>
        <p:sp>
          <p:nvSpPr>
            <p:cNvPr id="538" name="Google Shape;7779;p61">
              <a:extLst>
                <a:ext uri="{FF2B5EF4-FFF2-40B4-BE49-F238E27FC236}">
                  <a16:creationId xmlns:a16="http://schemas.microsoft.com/office/drawing/2014/main" id="{066BD42D-2FF1-070E-AB01-0DDE136D7CA0}"/>
                </a:ext>
              </a:extLst>
            </p:cNvPr>
            <p:cNvSpPr/>
            <p:nvPr/>
          </p:nvSpPr>
          <p:spPr>
            <a:xfrm>
              <a:off x="-46746025" y="3588000"/>
              <a:ext cx="230800" cy="263875"/>
            </a:xfrm>
            <a:custGeom>
              <a:avLst/>
              <a:gdLst/>
              <a:ahLst/>
              <a:cxnLst/>
              <a:rect l="l" t="t" r="r" b="b"/>
              <a:pathLst>
                <a:path w="9232" h="10555" extrusionOk="0">
                  <a:moveTo>
                    <a:pt x="4632" y="1"/>
                  </a:moveTo>
                  <a:cubicBezTo>
                    <a:pt x="3309" y="1"/>
                    <a:pt x="2017" y="442"/>
                    <a:pt x="1040" y="1355"/>
                  </a:cubicBezTo>
                  <a:cubicBezTo>
                    <a:pt x="694" y="1670"/>
                    <a:pt x="599" y="2206"/>
                    <a:pt x="851" y="2679"/>
                  </a:cubicBezTo>
                  <a:cubicBezTo>
                    <a:pt x="284" y="3403"/>
                    <a:pt x="1" y="4317"/>
                    <a:pt x="1" y="5262"/>
                  </a:cubicBezTo>
                  <a:lnTo>
                    <a:pt x="1" y="9484"/>
                  </a:lnTo>
                  <a:cubicBezTo>
                    <a:pt x="1" y="10082"/>
                    <a:pt x="473" y="10555"/>
                    <a:pt x="1072" y="10555"/>
                  </a:cubicBezTo>
                  <a:cubicBezTo>
                    <a:pt x="1670" y="10555"/>
                    <a:pt x="2143" y="10082"/>
                    <a:pt x="2143" y="9484"/>
                  </a:cubicBezTo>
                  <a:lnTo>
                    <a:pt x="2143" y="6680"/>
                  </a:lnTo>
                  <a:cubicBezTo>
                    <a:pt x="2143" y="6081"/>
                    <a:pt x="1670" y="5609"/>
                    <a:pt x="1072" y="5609"/>
                  </a:cubicBezTo>
                  <a:cubicBezTo>
                    <a:pt x="946" y="5609"/>
                    <a:pt x="851" y="5672"/>
                    <a:pt x="725" y="5703"/>
                  </a:cubicBezTo>
                  <a:lnTo>
                    <a:pt x="725" y="5262"/>
                  </a:lnTo>
                  <a:cubicBezTo>
                    <a:pt x="725" y="4474"/>
                    <a:pt x="946" y="3750"/>
                    <a:pt x="1387" y="3151"/>
                  </a:cubicBezTo>
                  <a:cubicBezTo>
                    <a:pt x="1499" y="3182"/>
                    <a:pt x="1620" y="3199"/>
                    <a:pt x="1745" y="3199"/>
                  </a:cubicBezTo>
                  <a:cubicBezTo>
                    <a:pt x="2005" y="3199"/>
                    <a:pt x="2276" y="3123"/>
                    <a:pt x="2489" y="2931"/>
                  </a:cubicBezTo>
                  <a:cubicBezTo>
                    <a:pt x="3057" y="2427"/>
                    <a:pt x="3836" y="2175"/>
                    <a:pt x="4616" y="2175"/>
                  </a:cubicBezTo>
                  <a:cubicBezTo>
                    <a:pt x="5396" y="2175"/>
                    <a:pt x="6176" y="2427"/>
                    <a:pt x="6743" y="2931"/>
                  </a:cubicBezTo>
                  <a:cubicBezTo>
                    <a:pt x="6942" y="3107"/>
                    <a:pt x="7187" y="3207"/>
                    <a:pt x="7468" y="3207"/>
                  </a:cubicBezTo>
                  <a:cubicBezTo>
                    <a:pt x="7588" y="3207"/>
                    <a:pt x="7714" y="3189"/>
                    <a:pt x="7845" y="3151"/>
                  </a:cubicBezTo>
                  <a:cubicBezTo>
                    <a:pt x="8286" y="3781"/>
                    <a:pt x="8507" y="4506"/>
                    <a:pt x="8507" y="5262"/>
                  </a:cubicBezTo>
                  <a:lnTo>
                    <a:pt x="8507" y="5703"/>
                  </a:lnTo>
                  <a:cubicBezTo>
                    <a:pt x="8412" y="5640"/>
                    <a:pt x="8286" y="5609"/>
                    <a:pt x="8160" y="5609"/>
                  </a:cubicBezTo>
                  <a:cubicBezTo>
                    <a:pt x="7562" y="5609"/>
                    <a:pt x="7089" y="6081"/>
                    <a:pt x="7089" y="6680"/>
                  </a:cubicBezTo>
                  <a:lnTo>
                    <a:pt x="7089" y="9484"/>
                  </a:lnTo>
                  <a:cubicBezTo>
                    <a:pt x="7089" y="10082"/>
                    <a:pt x="7562" y="10555"/>
                    <a:pt x="8160" y="10555"/>
                  </a:cubicBezTo>
                  <a:cubicBezTo>
                    <a:pt x="8759" y="10555"/>
                    <a:pt x="9232" y="10082"/>
                    <a:pt x="9232" y="9484"/>
                  </a:cubicBezTo>
                  <a:lnTo>
                    <a:pt x="9232" y="5262"/>
                  </a:lnTo>
                  <a:cubicBezTo>
                    <a:pt x="9232" y="4317"/>
                    <a:pt x="8948" y="3466"/>
                    <a:pt x="8412" y="2679"/>
                  </a:cubicBezTo>
                  <a:cubicBezTo>
                    <a:pt x="8664" y="2206"/>
                    <a:pt x="8570" y="1670"/>
                    <a:pt x="8223" y="1355"/>
                  </a:cubicBezTo>
                  <a:cubicBezTo>
                    <a:pt x="7215" y="442"/>
                    <a:pt x="5955" y="1"/>
                    <a:pt x="4632" y="1"/>
                  </a:cubicBezTo>
                  <a:close/>
                </a:path>
              </a:pathLst>
            </a:custGeom>
            <a:grpFill/>
            <a:ln>
              <a:noFill/>
            </a:ln>
          </p:spPr>
          <p:txBody>
            <a:bodyPr spcFirstLastPara="1" wrap="square" lIns="121900" tIns="121900" rIns="121900" bIns="121900" anchor="ctr" anchorCtr="0">
              <a:noAutofit/>
            </a:bodyPr>
            <a:lstStyle/>
            <a:p>
              <a:endParaRPr sz="2400"/>
            </a:p>
          </p:txBody>
        </p:sp>
        <p:sp>
          <p:nvSpPr>
            <p:cNvPr id="539" name="Google Shape;7780;p61">
              <a:extLst>
                <a:ext uri="{FF2B5EF4-FFF2-40B4-BE49-F238E27FC236}">
                  <a16:creationId xmlns:a16="http://schemas.microsoft.com/office/drawing/2014/main" id="{1D3319C1-8BBC-5A93-A323-A4501EA3DAB1}"/>
                </a:ext>
              </a:extLst>
            </p:cNvPr>
            <p:cNvSpPr/>
            <p:nvPr/>
          </p:nvSpPr>
          <p:spPr>
            <a:xfrm>
              <a:off x="-46674350" y="3710075"/>
              <a:ext cx="91400" cy="122900"/>
            </a:xfrm>
            <a:custGeom>
              <a:avLst/>
              <a:gdLst/>
              <a:ahLst/>
              <a:cxnLst/>
              <a:rect l="l" t="t" r="r" b="b"/>
              <a:pathLst>
                <a:path w="3656" h="4916" extrusionOk="0">
                  <a:moveTo>
                    <a:pt x="1765" y="1"/>
                  </a:moveTo>
                  <a:cubicBezTo>
                    <a:pt x="1544" y="1"/>
                    <a:pt x="1418" y="158"/>
                    <a:pt x="1418" y="348"/>
                  </a:cubicBezTo>
                  <a:lnTo>
                    <a:pt x="1418" y="2868"/>
                  </a:lnTo>
                  <a:cubicBezTo>
                    <a:pt x="1292" y="2805"/>
                    <a:pt x="1166" y="2773"/>
                    <a:pt x="1040" y="2773"/>
                  </a:cubicBezTo>
                  <a:cubicBezTo>
                    <a:pt x="473" y="2773"/>
                    <a:pt x="1" y="3246"/>
                    <a:pt x="1" y="3845"/>
                  </a:cubicBezTo>
                  <a:cubicBezTo>
                    <a:pt x="1" y="4443"/>
                    <a:pt x="473" y="4916"/>
                    <a:pt x="1040" y="4916"/>
                  </a:cubicBezTo>
                  <a:cubicBezTo>
                    <a:pt x="1639" y="4916"/>
                    <a:pt x="2111" y="4443"/>
                    <a:pt x="2111" y="3845"/>
                  </a:cubicBezTo>
                  <a:lnTo>
                    <a:pt x="2111" y="1450"/>
                  </a:lnTo>
                  <a:cubicBezTo>
                    <a:pt x="2363" y="1513"/>
                    <a:pt x="2521" y="1639"/>
                    <a:pt x="2584" y="1797"/>
                  </a:cubicBezTo>
                  <a:cubicBezTo>
                    <a:pt x="2868" y="2112"/>
                    <a:pt x="2931" y="2584"/>
                    <a:pt x="2836" y="3057"/>
                  </a:cubicBezTo>
                  <a:cubicBezTo>
                    <a:pt x="2773" y="3246"/>
                    <a:pt x="2899" y="3435"/>
                    <a:pt x="3057" y="3498"/>
                  </a:cubicBezTo>
                  <a:lnTo>
                    <a:pt x="3151" y="3498"/>
                  </a:lnTo>
                  <a:cubicBezTo>
                    <a:pt x="3309" y="3498"/>
                    <a:pt x="3466" y="3372"/>
                    <a:pt x="3498" y="3214"/>
                  </a:cubicBezTo>
                  <a:cubicBezTo>
                    <a:pt x="3655" y="2553"/>
                    <a:pt x="3529" y="1828"/>
                    <a:pt x="3151" y="1324"/>
                  </a:cubicBezTo>
                  <a:cubicBezTo>
                    <a:pt x="2899" y="1041"/>
                    <a:pt x="2552" y="820"/>
                    <a:pt x="2111" y="726"/>
                  </a:cubicBezTo>
                  <a:lnTo>
                    <a:pt x="2111" y="348"/>
                  </a:lnTo>
                  <a:cubicBezTo>
                    <a:pt x="2111" y="158"/>
                    <a:pt x="1954" y="1"/>
                    <a:pt x="1765" y="1"/>
                  </a:cubicBezTo>
                  <a:close/>
                </a:path>
              </a:pathLst>
            </a:custGeom>
            <a:grpFill/>
            <a:ln>
              <a:noFill/>
            </a:ln>
          </p:spPr>
          <p:txBody>
            <a:bodyPr spcFirstLastPara="1" wrap="square" lIns="121900" tIns="121900" rIns="121900" bIns="121900" anchor="ctr" anchorCtr="0">
              <a:noAutofit/>
            </a:bodyPr>
            <a:lstStyle/>
            <a:p>
              <a:endParaRPr sz="2400"/>
            </a:p>
          </p:txBody>
        </p:sp>
        <p:sp>
          <p:nvSpPr>
            <p:cNvPr id="540" name="Google Shape;7781;p61">
              <a:extLst>
                <a:ext uri="{FF2B5EF4-FFF2-40B4-BE49-F238E27FC236}">
                  <a16:creationId xmlns:a16="http://schemas.microsoft.com/office/drawing/2014/main" id="{D76167C5-9AB3-9B3F-1358-0C52448810E2}"/>
                </a:ext>
              </a:extLst>
            </p:cNvPr>
            <p:cNvSpPr/>
            <p:nvPr/>
          </p:nvSpPr>
          <p:spPr>
            <a:xfrm>
              <a:off x="-46779900" y="3754200"/>
              <a:ext cx="17350" cy="70125"/>
            </a:xfrm>
            <a:custGeom>
              <a:avLst/>
              <a:gdLst/>
              <a:ahLst/>
              <a:cxnLst/>
              <a:rect l="l" t="t" r="r" b="b"/>
              <a:pathLst>
                <a:path w="694" h="2805" extrusionOk="0">
                  <a:moveTo>
                    <a:pt x="694" y="0"/>
                  </a:moveTo>
                  <a:cubicBezTo>
                    <a:pt x="253" y="347"/>
                    <a:pt x="1" y="819"/>
                    <a:pt x="1" y="1418"/>
                  </a:cubicBezTo>
                  <a:cubicBezTo>
                    <a:pt x="1" y="2017"/>
                    <a:pt x="253" y="2458"/>
                    <a:pt x="694" y="2804"/>
                  </a:cubicBezTo>
                  <a:lnTo>
                    <a:pt x="694" y="0"/>
                  </a:lnTo>
                  <a:close/>
                </a:path>
              </a:pathLst>
            </a:custGeom>
            <a:grpFill/>
            <a:ln>
              <a:noFill/>
            </a:ln>
          </p:spPr>
          <p:txBody>
            <a:bodyPr spcFirstLastPara="1" wrap="square" lIns="121900" tIns="121900" rIns="121900" bIns="121900" anchor="ctr" anchorCtr="0">
              <a:noAutofit/>
            </a:bodyPr>
            <a:lstStyle/>
            <a:p>
              <a:endParaRPr sz="2400"/>
            </a:p>
          </p:txBody>
        </p:sp>
        <p:sp>
          <p:nvSpPr>
            <p:cNvPr id="541" name="Google Shape;7782;p61">
              <a:extLst>
                <a:ext uri="{FF2B5EF4-FFF2-40B4-BE49-F238E27FC236}">
                  <a16:creationId xmlns:a16="http://schemas.microsoft.com/office/drawing/2014/main" id="{625C47B5-0247-A207-553A-BDEF3A24CF65}"/>
                </a:ext>
              </a:extLst>
            </p:cNvPr>
            <p:cNvSpPr/>
            <p:nvPr/>
          </p:nvSpPr>
          <p:spPr>
            <a:xfrm>
              <a:off x="-46497925" y="3754200"/>
              <a:ext cx="18150" cy="70125"/>
            </a:xfrm>
            <a:custGeom>
              <a:avLst/>
              <a:gdLst/>
              <a:ahLst/>
              <a:cxnLst/>
              <a:rect l="l" t="t" r="r" b="b"/>
              <a:pathLst>
                <a:path w="726" h="2805" extrusionOk="0">
                  <a:moveTo>
                    <a:pt x="1" y="0"/>
                  </a:moveTo>
                  <a:lnTo>
                    <a:pt x="1" y="2804"/>
                  </a:lnTo>
                  <a:cubicBezTo>
                    <a:pt x="442" y="2489"/>
                    <a:pt x="725" y="1954"/>
                    <a:pt x="725" y="1418"/>
                  </a:cubicBezTo>
                  <a:cubicBezTo>
                    <a:pt x="725" y="851"/>
                    <a:pt x="442" y="347"/>
                    <a:pt x="1"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542" name="Google Shape;7783;p61">
            <a:extLst>
              <a:ext uri="{FF2B5EF4-FFF2-40B4-BE49-F238E27FC236}">
                <a16:creationId xmlns:a16="http://schemas.microsoft.com/office/drawing/2014/main" id="{44454226-7998-DA1D-63FF-BAFB73126064}"/>
              </a:ext>
            </a:extLst>
          </p:cNvPr>
          <p:cNvGrpSpPr/>
          <p:nvPr/>
        </p:nvGrpSpPr>
        <p:grpSpPr>
          <a:xfrm>
            <a:off x="6958467" y="1944845"/>
            <a:ext cx="441285" cy="440105"/>
            <a:chOff x="-46779100" y="3938500"/>
            <a:chExt cx="299325" cy="298525"/>
          </a:xfrm>
          <a:solidFill>
            <a:srgbClr val="6C1D35"/>
          </a:solidFill>
        </p:grpSpPr>
        <p:sp>
          <p:nvSpPr>
            <p:cNvPr id="543" name="Google Shape;7784;p61">
              <a:extLst>
                <a:ext uri="{FF2B5EF4-FFF2-40B4-BE49-F238E27FC236}">
                  <a16:creationId xmlns:a16="http://schemas.microsoft.com/office/drawing/2014/main" id="{556379F3-4C30-B192-54CA-A3B6FA5EF225}"/>
                </a:ext>
              </a:extLst>
            </p:cNvPr>
            <p:cNvSpPr/>
            <p:nvPr/>
          </p:nvSpPr>
          <p:spPr>
            <a:xfrm>
              <a:off x="-46656225" y="4061375"/>
              <a:ext cx="53575" cy="52775"/>
            </a:xfrm>
            <a:custGeom>
              <a:avLst/>
              <a:gdLst/>
              <a:ahLst/>
              <a:cxnLst/>
              <a:rect l="l" t="t" r="r" b="b"/>
              <a:pathLst>
                <a:path w="2143" h="2111" extrusionOk="0">
                  <a:moveTo>
                    <a:pt x="1071" y="0"/>
                  </a:moveTo>
                  <a:cubicBezTo>
                    <a:pt x="473" y="0"/>
                    <a:pt x="0" y="473"/>
                    <a:pt x="0" y="1071"/>
                  </a:cubicBezTo>
                  <a:cubicBezTo>
                    <a:pt x="0" y="1638"/>
                    <a:pt x="473" y="2111"/>
                    <a:pt x="1071" y="2111"/>
                  </a:cubicBezTo>
                  <a:cubicBezTo>
                    <a:pt x="1670" y="2111"/>
                    <a:pt x="2143" y="1638"/>
                    <a:pt x="2143" y="1071"/>
                  </a:cubicBezTo>
                  <a:cubicBezTo>
                    <a:pt x="2079" y="473"/>
                    <a:pt x="1607" y="0"/>
                    <a:pt x="1071" y="0"/>
                  </a:cubicBezTo>
                  <a:close/>
                </a:path>
              </a:pathLst>
            </a:custGeom>
            <a:grpFill/>
            <a:ln>
              <a:noFill/>
            </a:ln>
          </p:spPr>
          <p:txBody>
            <a:bodyPr spcFirstLastPara="1" wrap="square" lIns="121900" tIns="121900" rIns="121900" bIns="121900" anchor="ctr" anchorCtr="0">
              <a:noAutofit/>
            </a:bodyPr>
            <a:lstStyle/>
            <a:p>
              <a:endParaRPr sz="2400"/>
            </a:p>
          </p:txBody>
        </p:sp>
        <p:sp>
          <p:nvSpPr>
            <p:cNvPr id="544" name="Google Shape;7785;p61">
              <a:extLst>
                <a:ext uri="{FF2B5EF4-FFF2-40B4-BE49-F238E27FC236}">
                  <a16:creationId xmlns:a16="http://schemas.microsoft.com/office/drawing/2014/main" id="{3B2828F3-7C1C-2194-1AF2-5947EE92A27F}"/>
                </a:ext>
              </a:extLst>
            </p:cNvPr>
            <p:cNvSpPr/>
            <p:nvPr/>
          </p:nvSpPr>
          <p:spPr>
            <a:xfrm>
              <a:off x="-46779100" y="3938500"/>
              <a:ext cx="299325" cy="298525"/>
            </a:xfrm>
            <a:custGeom>
              <a:avLst/>
              <a:gdLst/>
              <a:ahLst/>
              <a:cxnLst/>
              <a:rect l="l" t="t" r="r" b="b"/>
              <a:pathLst>
                <a:path w="11973" h="11941" extrusionOk="0">
                  <a:moveTo>
                    <a:pt x="6301" y="1418"/>
                  </a:moveTo>
                  <a:cubicBezTo>
                    <a:pt x="8538" y="1607"/>
                    <a:pt x="10366" y="3371"/>
                    <a:pt x="10523" y="5608"/>
                  </a:cubicBezTo>
                  <a:lnTo>
                    <a:pt x="9798" y="5608"/>
                  </a:lnTo>
                  <a:cubicBezTo>
                    <a:pt x="9641" y="3781"/>
                    <a:pt x="8160" y="2300"/>
                    <a:pt x="6301" y="2111"/>
                  </a:cubicBezTo>
                  <a:lnTo>
                    <a:pt x="6301" y="1418"/>
                  </a:lnTo>
                  <a:close/>
                  <a:moveTo>
                    <a:pt x="5640" y="1450"/>
                  </a:moveTo>
                  <a:lnTo>
                    <a:pt x="5640" y="2143"/>
                  </a:lnTo>
                  <a:cubicBezTo>
                    <a:pt x="3781" y="2300"/>
                    <a:pt x="2332" y="3812"/>
                    <a:pt x="2111" y="5671"/>
                  </a:cubicBezTo>
                  <a:lnTo>
                    <a:pt x="1418" y="5671"/>
                  </a:lnTo>
                  <a:cubicBezTo>
                    <a:pt x="1576" y="3371"/>
                    <a:pt x="3371" y="1607"/>
                    <a:pt x="5640" y="1450"/>
                  </a:cubicBezTo>
                  <a:close/>
                  <a:moveTo>
                    <a:pt x="6333" y="2899"/>
                  </a:moveTo>
                  <a:cubicBezTo>
                    <a:pt x="7782" y="3056"/>
                    <a:pt x="8948" y="4190"/>
                    <a:pt x="9105" y="5671"/>
                  </a:cubicBezTo>
                  <a:lnTo>
                    <a:pt x="8790" y="5671"/>
                  </a:lnTo>
                  <a:cubicBezTo>
                    <a:pt x="8570" y="5671"/>
                    <a:pt x="8412" y="5829"/>
                    <a:pt x="8412" y="6018"/>
                  </a:cubicBezTo>
                  <a:cubicBezTo>
                    <a:pt x="8412" y="6175"/>
                    <a:pt x="8570" y="6333"/>
                    <a:pt x="8790" y="6333"/>
                  </a:cubicBezTo>
                  <a:lnTo>
                    <a:pt x="9105" y="6333"/>
                  </a:lnTo>
                  <a:cubicBezTo>
                    <a:pt x="8948" y="7782"/>
                    <a:pt x="7782" y="8916"/>
                    <a:pt x="6333" y="9137"/>
                  </a:cubicBezTo>
                  <a:lnTo>
                    <a:pt x="6333" y="8822"/>
                  </a:lnTo>
                  <a:cubicBezTo>
                    <a:pt x="6333" y="8601"/>
                    <a:pt x="6175" y="8444"/>
                    <a:pt x="5986" y="8444"/>
                  </a:cubicBezTo>
                  <a:cubicBezTo>
                    <a:pt x="5797" y="8444"/>
                    <a:pt x="5640" y="8601"/>
                    <a:pt x="5640" y="8822"/>
                  </a:cubicBezTo>
                  <a:lnTo>
                    <a:pt x="5640" y="9137"/>
                  </a:lnTo>
                  <a:cubicBezTo>
                    <a:pt x="4191" y="8979"/>
                    <a:pt x="3025" y="7814"/>
                    <a:pt x="2867" y="6364"/>
                  </a:cubicBezTo>
                  <a:lnTo>
                    <a:pt x="3182" y="6364"/>
                  </a:lnTo>
                  <a:cubicBezTo>
                    <a:pt x="3403" y="6364"/>
                    <a:pt x="3560" y="6207"/>
                    <a:pt x="3560" y="6018"/>
                  </a:cubicBezTo>
                  <a:cubicBezTo>
                    <a:pt x="3560" y="5829"/>
                    <a:pt x="3403" y="5671"/>
                    <a:pt x="3182" y="5671"/>
                  </a:cubicBezTo>
                  <a:lnTo>
                    <a:pt x="2867" y="5671"/>
                  </a:lnTo>
                  <a:cubicBezTo>
                    <a:pt x="3025" y="4190"/>
                    <a:pt x="4191" y="3056"/>
                    <a:pt x="5640" y="2899"/>
                  </a:cubicBezTo>
                  <a:lnTo>
                    <a:pt x="5640" y="3214"/>
                  </a:lnTo>
                  <a:cubicBezTo>
                    <a:pt x="5640" y="3403"/>
                    <a:pt x="5797" y="3560"/>
                    <a:pt x="5986" y="3560"/>
                  </a:cubicBezTo>
                  <a:cubicBezTo>
                    <a:pt x="6175" y="3560"/>
                    <a:pt x="6333" y="3403"/>
                    <a:pt x="6333" y="3214"/>
                  </a:cubicBezTo>
                  <a:lnTo>
                    <a:pt x="6333" y="2899"/>
                  </a:lnTo>
                  <a:close/>
                  <a:moveTo>
                    <a:pt x="2111" y="6333"/>
                  </a:moveTo>
                  <a:cubicBezTo>
                    <a:pt x="2269" y="8192"/>
                    <a:pt x="3781" y="9641"/>
                    <a:pt x="5640" y="9830"/>
                  </a:cubicBezTo>
                  <a:lnTo>
                    <a:pt x="5640" y="10554"/>
                  </a:lnTo>
                  <a:cubicBezTo>
                    <a:pt x="3371" y="10334"/>
                    <a:pt x="1576" y="8570"/>
                    <a:pt x="1418" y="6333"/>
                  </a:cubicBezTo>
                  <a:close/>
                  <a:moveTo>
                    <a:pt x="10523" y="6333"/>
                  </a:moveTo>
                  <a:cubicBezTo>
                    <a:pt x="10366" y="8570"/>
                    <a:pt x="8538" y="10334"/>
                    <a:pt x="6301" y="10554"/>
                  </a:cubicBezTo>
                  <a:lnTo>
                    <a:pt x="6301" y="9830"/>
                  </a:lnTo>
                  <a:cubicBezTo>
                    <a:pt x="8160" y="9672"/>
                    <a:pt x="9609" y="8192"/>
                    <a:pt x="9798" y="6333"/>
                  </a:cubicBezTo>
                  <a:close/>
                  <a:moveTo>
                    <a:pt x="5986" y="0"/>
                  </a:moveTo>
                  <a:cubicBezTo>
                    <a:pt x="5797" y="0"/>
                    <a:pt x="5640" y="158"/>
                    <a:pt x="5640" y="347"/>
                  </a:cubicBezTo>
                  <a:lnTo>
                    <a:pt x="5640" y="725"/>
                  </a:lnTo>
                  <a:cubicBezTo>
                    <a:pt x="2993" y="882"/>
                    <a:pt x="914" y="3025"/>
                    <a:pt x="757" y="5608"/>
                  </a:cubicBezTo>
                  <a:lnTo>
                    <a:pt x="347" y="5608"/>
                  </a:lnTo>
                  <a:cubicBezTo>
                    <a:pt x="158" y="5608"/>
                    <a:pt x="0" y="5766"/>
                    <a:pt x="0" y="5986"/>
                  </a:cubicBezTo>
                  <a:cubicBezTo>
                    <a:pt x="0" y="6175"/>
                    <a:pt x="158" y="6333"/>
                    <a:pt x="347" y="6333"/>
                  </a:cubicBezTo>
                  <a:lnTo>
                    <a:pt x="757" y="6333"/>
                  </a:lnTo>
                  <a:cubicBezTo>
                    <a:pt x="914" y="8979"/>
                    <a:pt x="3025" y="11059"/>
                    <a:pt x="5640" y="11216"/>
                  </a:cubicBezTo>
                  <a:lnTo>
                    <a:pt x="5640" y="11594"/>
                  </a:lnTo>
                  <a:cubicBezTo>
                    <a:pt x="5640" y="11783"/>
                    <a:pt x="5797" y="11941"/>
                    <a:pt x="5986" y="11941"/>
                  </a:cubicBezTo>
                  <a:cubicBezTo>
                    <a:pt x="6175" y="11941"/>
                    <a:pt x="6333" y="11783"/>
                    <a:pt x="6333" y="11594"/>
                  </a:cubicBezTo>
                  <a:lnTo>
                    <a:pt x="6333" y="11216"/>
                  </a:lnTo>
                  <a:cubicBezTo>
                    <a:pt x="8979" y="11059"/>
                    <a:pt x="11059" y="8916"/>
                    <a:pt x="11216" y="6333"/>
                  </a:cubicBezTo>
                  <a:lnTo>
                    <a:pt x="11626" y="6333"/>
                  </a:lnTo>
                  <a:cubicBezTo>
                    <a:pt x="11815" y="6333"/>
                    <a:pt x="11972" y="6175"/>
                    <a:pt x="11972" y="5986"/>
                  </a:cubicBezTo>
                  <a:cubicBezTo>
                    <a:pt x="11972" y="5766"/>
                    <a:pt x="11815" y="5608"/>
                    <a:pt x="11626" y="5608"/>
                  </a:cubicBezTo>
                  <a:lnTo>
                    <a:pt x="11216" y="5608"/>
                  </a:lnTo>
                  <a:cubicBezTo>
                    <a:pt x="11059" y="2993"/>
                    <a:pt x="8948" y="882"/>
                    <a:pt x="6333" y="725"/>
                  </a:cubicBezTo>
                  <a:lnTo>
                    <a:pt x="6333" y="347"/>
                  </a:lnTo>
                  <a:cubicBezTo>
                    <a:pt x="6333" y="158"/>
                    <a:pt x="6175" y="0"/>
                    <a:pt x="5986"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545" name="Google Shape;7803;p61">
            <a:extLst>
              <a:ext uri="{FF2B5EF4-FFF2-40B4-BE49-F238E27FC236}">
                <a16:creationId xmlns:a16="http://schemas.microsoft.com/office/drawing/2014/main" id="{6D4E850A-EC0B-9725-3738-E3C5FAEA9386}"/>
              </a:ext>
            </a:extLst>
          </p:cNvPr>
          <p:cNvGrpSpPr/>
          <p:nvPr/>
        </p:nvGrpSpPr>
        <p:grpSpPr>
          <a:xfrm>
            <a:off x="2010138" y="1373529"/>
            <a:ext cx="442428" cy="442464"/>
            <a:chOff x="-50134375" y="3550975"/>
            <a:chExt cx="300100" cy="300125"/>
          </a:xfrm>
          <a:solidFill>
            <a:srgbClr val="6C1D35"/>
          </a:solidFill>
        </p:grpSpPr>
        <p:sp>
          <p:nvSpPr>
            <p:cNvPr id="546" name="Google Shape;7804;p61">
              <a:extLst>
                <a:ext uri="{FF2B5EF4-FFF2-40B4-BE49-F238E27FC236}">
                  <a16:creationId xmlns:a16="http://schemas.microsoft.com/office/drawing/2014/main" id="{61285EAB-060E-EB55-FBBE-DBD8156175A6}"/>
                </a:ext>
              </a:extLst>
            </p:cNvPr>
            <p:cNvSpPr/>
            <p:nvPr/>
          </p:nvSpPr>
          <p:spPr>
            <a:xfrm>
              <a:off x="-50134375" y="3550975"/>
              <a:ext cx="300100" cy="300125"/>
            </a:xfrm>
            <a:custGeom>
              <a:avLst/>
              <a:gdLst/>
              <a:ahLst/>
              <a:cxnLst/>
              <a:rect l="l" t="t" r="r" b="b"/>
              <a:pathLst>
                <a:path w="12004" h="12005" extrusionOk="0">
                  <a:moveTo>
                    <a:pt x="9893" y="1419"/>
                  </a:moveTo>
                  <a:lnTo>
                    <a:pt x="9893" y="1797"/>
                  </a:lnTo>
                  <a:cubicBezTo>
                    <a:pt x="9893" y="1986"/>
                    <a:pt x="10050" y="2143"/>
                    <a:pt x="10239" y="2143"/>
                  </a:cubicBezTo>
                  <a:lnTo>
                    <a:pt x="10586" y="2143"/>
                  </a:lnTo>
                  <a:lnTo>
                    <a:pt x="10586" y="9893"/>
                  </a:lnTo>
                  <a:lnTo>
                    <a:pt x="10239" y="9893"/>
                  </a:lnTo>
                  <a:cubicBezTo>
                    <a:pt x="10050" y="9893"/>
                    <a:pt x="9893" y="10051"/>
                    <a:pt x="9893" y="10240"/>
                  </a:cubicBezTo>
                  <a:lnTo>
                    <a:pt x="9893" y="10587"/>
                  </a:lnTo>
                  <a:lnTo>
                    <a:pt x="2143" y="10587"/>
                  </a:lnTo>
                  <a:lnTo>
                    <a:pt x="2143" y="10240"/>
                  </a:lnTo>
                  <a:cubicBezTo>
                    <a:pt x="2143" y="10051"/>
                    <a:pt x="1985" y="9893"/>
                    <a:pt x="1765" y="9893"/>
                  </a:cubicBezTo>
                  <a:lnTo>
                    <a:pt x="1418" y="9893"/>
                  </a:lnTo>
                  <a:lnTo>
                    <a:pt x="1418" y="2143"/>
                  </a:lnTo>
                  <a:lnTo>
                    <a:pt x="1765" y="2143"/>
                  </a:lnTo>
                  <a:cubicBezTo>
                    <a:pt x="1985" y="2143"/>
                    <a:pt x="2143" y="1986"/>
                    <a:pt x="2143" y="1797"/>
                  </a:cubicBezTo>
                  <a:lnTo>
                    <a:pt x="2143" y="1419"/>
                  </a:lnTo>
                  <a:close/>
                  <a:moveTo>
                    <a:pt x="347" y="1"/>
                  </a:moveTo>
                  <a:cubicBezTo>
                    <a:pt x="158" y="1"/>
                    <a:pt x="0" y="159"/>
                    <a:pt x="0" y="348"/>
                  </a:cubicBezTo>
                  <a:lnTo>
                    <a:pt x="0" y="1797"/>
                  </a:lnTo>
                  <a:cubicBezTo>
                    <a:pt x="0" y="1986"/>
                    <a:pt x="158" y="2143"/>
                    <a:pt x="347" y="2143"/>
                  </a:cubicBezTo>
                  <a:lnTo>
                    <a:pt x="693" y="2143"/>
                  </a:lnTo>
                  <a:lnTo>
                    <a:pt x="693" y="9893"/>
                  </a:lnTo>
                  <a:lnTo>
                    <a:pt x="347" y="9893"/>
                  </a:lnTo>
                  <a:cubicBezTo>
                    <a:pt x="158" y="9893"/>
                    <a:pt x="0" y="10051"/>
                    <a:pt x="0" y="10240"/>
                  </a:cubicBezTo>
                  <a:lnTo>
                    <a:pt x="0" y="11658"/>
                  </a:lnTo>
                  <a:cubicBezTo>
                    <a:pt x="0" y="11847"/>
                    <a:pt x="158" y="12004"/>
                    <a:pt x="347" y="12004"/>
                  </a:cubicBezTo>
                  <a:lnTo>
                    <a:pt x="1765" y="12004"/>
                  </a:lnTo>
                  <a:cubicBezTo>
                    <a:pt x="1985" y="12004"/>
                    <a:pt x="2111" y="11847"/>
                    <a:pt x="2111" y="11658"/>
                  </a:cubicBezTo>
                  <a:lnTo>
                    <a:pt x="2111" y="11311"/>
                  </a:lnTo>
                  <a:lnTo>
                    <a:pt x="9893" y="11311"/>
                  </a:lnTo>
                  <a:lnTo>
                    <a:pt x="9893" y="11658"/>
                  </a:lnTo>
                  <a:cubicBezTo>
                    <a:pt x="9893" y="11847"/>
                    <a:pt x="10050" y="12004"/>
                    <a:pt x="10239" y="12004"/>
                  </a:cubicBezTo>
                  <a:lnTo>
                    <a:pt x="11657" y="12004"/>
                  </a:lnTo>
                  <a:cubicBezTo>
                    <a:pt x="11846" y="12004"/>
                    <a:pt x="12004" y="11847"/>
                    <a:pt x="12004" y="11658"/>
                  </a:cubicBezTo>
                  <a:lnTo>
                    <a:pt x="12004" y="10240"/>
                  </a:lnTo>
                  <a:cubicBezTo>
                    <a:pt x="12004" y="10051"/>
                    <a:pt x="11846" y="9893"/>
                    <a:pt x="11657" y="9893"/>
                  </a:cubicBezTo>
                  <a:lnTo>
                    <a:pt x="11311" y="9893"/>
                  </a:lnTo>
                  <a:lnTo>
                    <a:pt x="11311" y="2143"/>
                  </a:lnTo>
                  <a:lnTo>
                    <a:pt x="11657" y="2143"/>
                  </a:lnTo>
                  <a:cubicBezTo>
                    <a:pt x="11846" y="2143"/>
                    <a:pt x="12004" y="1986"/>
                    <a:pt x="12004" y="1797"/>
                  </a:cubicBezTo>
                  <a:lnTo>
                    <a:pt x="12004" y="348"/>
                  </a:lnTo>
                  <a:cubicBezTo>
                    <a:pt x="12004" y="159"/>
                    <a:pt x="11846" y="1"/>
                    <a:pt x="11657" y="1"/>
                  </a:cubicBezTo>
                  <a:lnTo>
                    <a:pt x="10239" y="1"/>
                  </a:lnTo>
                  <a:cubicBezTo>
                    <a:pt x="10050" y="1"/>
                    <a:pt x="9893" y="159"/>
                    <a:pt x="9893" y="348"/>
                  </a:cubicBezTo>
                  <a:lnTo>
                    <a:pt x="9893" y="726"/>
                  </a:lnTo>
                  <a:lnTo>
                    <a:pt x="2111" y="726"/>
                  </a:lnTo>
                  <a:lnTo>
                    <a:pt x="2111" y="348"/>
                  </a:lnTo>
                  <a:cubicBezTo>
                    <a:pt x="2111" y="159"/>
                    <a:pt x="1985" y="1"/>
                    <a:pt x="1765" y="1"/>
                  </a:cubicBezTo>
                  <a:close/>
                </a:path>
              </a:pathLst>
            </a:custGeom>
            <a:grpFill/>
            <a:ln>
              <a:noFill/>
            </a:ln>
          </p:spPr>
          <p:txBody>
            <a:bodyPr spcFirstLastPara="1" wrap="square" lIns="121900" tIns="121900" rIns="121900" bIns="121900" anchor="ctr" anchorCtr="0">
              <a:noAutofit/>
            </a:bodyPr>
            <a:lstStyle/>
            <a:p>
              <a:endParaRPr sz="2400"/>
            </a:p>
          </p:txBody>
        </p:sp>
        <p:sp>
          <p:nvSpPr>
            <p:cNvPr id="547" name="Google Shape;7805;p61">
              <a:extLst>
                <a:ext uri="{FF2B5EF4-FFF2-40B4-BE49-F238E27FC236}">
                  <a16:creationId xmlns:a16="http://schemas.microsoft.com/office/drawing/2014/main" id="{748D7B54-D648-890A-11B3-54937316B31B}"/>
                </a:ext>
              </a:extLst>
            </p:cNvPr>
            <p:cNvSpPr/>
            <p:nvPr/>
          </p:nvSpPr>
          <p:spPr>
            <a:xfrm>
              <a:off x="-50054825" y="3603750"/>
              <a:ext cx="141800" cy="194575"/>
            </a:xfrm>
            <a:custGeom>
              <a:avLst/>
              <a:gdLst/>
              <a:ahLst/>
              <a:cxnLst/>
              <a:rect l="l" t="t" r="r" b="b"/>
              <a:pathLst>
                <a:path w="5672" h="7783" extrusionOk="0">
                  <a:moveTo>
                    <a:pt x="347" y="1"/>
                  </a:moveTo>
                  <a:cubicBezTo>
                    <a:pt x="158" y="1"/>
                    <a:pt x="0" y="158"/>
                    <a:pt x="0" y="347"/>
                  </a:cubicBezTo>
                  <a:lnTo>
                    <a:pt x="0" y="1765"/>
                  </a:lnTo>
                  <a:cubicBezTo>
                    <a:pt x="0" y="1873"/>
                    <a:pt x="74" y="1922"/>
                    <a:pt x="151" y="1922"/>
                  </a:cubicBezTo>
                  <a:cubicBezTo>
                    <a:pt x="186" y="1922"/>
                    <a:pt x="222" y="1911"/>
                    <a:pt x="252" y="1891"/>
                  </a:cubicBezTo>
                  <a:lnTo>
                    <a:pt x="725" y="1419"/>
                  </a:lnTo>
                  <a:lnTo>
                    <a:pt x="2143" y="1419"/>
                  </a:lnTo>
                  <a:lnTo>
                    <a:pt x="2143" y="7089"/>
                  </a:lnTo>
                  <a:lnTo>
                    <a:pt x="1670" y="7562"/>
                  </a:lnTo>
                  <a:cubicBezTo>
                    <a:pt x="1576" y="7625"/>
                    <a:pt x="1670" y="7782"/>
                    <a:pt x="1765" y="7782"/>
                  </a:cubicBezTo>
                  <a:lnTo>
                    <a:pt x="3907" y="7782"/>
                  </a:lnTo>
                  <a:cubicBezTo>
                    <a:pt x="4064" y="7782"/>
                    <a:pt x="4096" y="7625"/>
                    <a:pt x="4033" y="7562"/>
                  </a:cubicBezTo>
                  <a:lnTo>
                    <a:pt x="3560" y="7089"/>
                  </a:lnTo>
                  <a:lnTo>
                    <a:pt x="3560" y="1419"/>
                  </a:lnTo>
                  <a:lnTo>
                    <a:pt x="4978" y="1419"/>
                  </a:lnTo>
                  <a:lnTo>
                    <a:pt x="5451" y="1891"/>
                  </a:lnTo>
                  <a:cubicBezTo>
                    <a:pt x="5467" y="1908"/>
                    <a:pt x="5491" y="1916"/>
                    <a:pt x="5517" y="1916"/>
                  </a:cubicBezTo>
                  <a:cubicBezTo>
                    <a:pt x="5587" y="1916"/>
                    <a:pt x="5671" y="1857"/>
                    <a:pt x="5671" y="1765"/>
                  </a:cubicBezTo>
                  <a:lnTo>
                    <a:pt x="5671" y="347"/>
                  </a:lnTo>
                  <a:cubicBezTo>
                    <a:pt x="5671" y="158"/>
                    <a:pt x="5514" y="1"/>
                    <a:pt x="5325"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548" name="Google Shape;7806;p61">
            <a:extLst>
              <a:ext uri="{FF2B5EF4-FFF2-40B4-BE49-F238E27FC236}">
                <a16:creationId xmlns:a16="http://schemas.microsoft.com/office/drawing/2014/main" id="{CAC89BDF-2825-3922-0739-A3882884D44C}"/>
              </a:ext>
            </a:extLst>
          </p:cNvPr>
          <p:cNvGrpSpPr/>
          <p:nvPr/>
        </p:nvGrpSpPr>
        <p:grpSpPr>
          <a:xfrm>
            <a:off x="2010138" y="1918420"/>
            <a:ext cx="442428" cy="442169"/>
            <a:chOff x="-50134375" y="3920575"/>
            <a:chExt cx="300100" cy="299925"/>
          </a:xfrm>
          <a:solidFill>
            <a:srgbClr val="6C1D35"/>
          </a:solidFill>
        </p:grpSpPr>
        <p:sp>
          <p:nvSpPr>
            <p:cNvPr id="549" name="Google Shape;7807;p61">
              <a:extLst>
                <a:ext uri="{FF2B5EF4-FFF2-40B4-BE49-F238E27FC236}">
                  <a16:creationId xmlns:a16="http://schemas.microsoft.com/office/drawing/2014/main" id="{869AE031-DC78-84DA-0DB6-0E5F2E3E4470}"/>
                </a:ext>
              </a:extLst>
            </p:cNvPr>
            <p:cNvSpPr/>
            <p:nvPr/>
          </p:nvSpPr>
          <p:spPr>
            <a:xfrm>
              <a:off x="-49985525" y="3920575"/>
              <a:ext cx="151250" cy="151850"/>
            </a:xfrm>
            <a:custGeom>
              <a:avLst/>
              <a:gdLst/>
              <a:ahLst/>
              <a:cxnLst/>
              <a:rect l="l" t="t" r="r" b="b"/>
              <a:pathLst>
                <a:path w="6050" h="6074" extrusionOk="0">
                  <a:moveTo>
                    <a:pt x="1986" y="1"/>
                  </a:moveTo>
                  <a:cubicBezTo>
                    <a:pt x="1537" y="1"/>
                    <a:pt x="1088" y="166"/>
                    <a:pt x="757" y="497"/>
                  </a:cubicBezTo>
                  <a:lnTo>
                    <a:pt x="1" y="1284"/>
                  </a:lnTo>
                  <a:lnTo>
                    <a:pt x="4758" y="6073"/>
                  </a:lnTo>
                  <a:lnTo>
                    <a:pt x="5546" y="5317"/>
                  </a:lnTo>
                  <a:cubicBezTo>
                    <a:pt x="5861" y="5002"/>
                    <a:pt x="6050" y="4529"/>
                    <a:pt x="6050" y="4057"/>
                  </a:cubicBezTo>
                  <a:cubicBezTo>
                    <a:pt x="6050" y="3616"/>
                    <a:pt x="5861" y="3143"/>
                    <a:pt x="5546" y="2828"/>
                  </a:cubicBezTo>
                  <a:lnTo>
                    <a:pt x="3214" y="497"/>
                  </a:lnTo>
                  <a:cubicBezTo>
                    <a:pt x="2883" y="166"/>
                    <a:pt x="2434" y="1"/>
                    <a:pt x="1986" y="1"/>
                  </a:cubicBezTo>
                  <a:close/>
                </a:path>
              </a:pathLst>
            </a:custGeom>
            <a:grpFill/>
            <a:ln>
              <a:noFill/>
            </a:ln>
          </p:spPr>
          <p:txBody>
            <a:bodyPr spcFirstLastPara="1" wrap="square" lIns="121900" tIns="121900" rIns="121900" bIns="121900" anchor="ctr" anchorCtr="0">
              <a:noAutofit/>
            </a:bodyPr>
            <a:lstStyle/>
            <a:p>
              <a:endParaRPr sz="2400"/>
            </a:p>
          </p:txBody>
        </p:sp>
        <p:sp>
          <p:nvSpPr>
            <p:cNvPr id="550" name="Google Shape;7808;p61">
              <a:extLst>
                <a:ext uri="{FF2B5EF4-FFF2-40B4-BE49-F238E27FC236}">
                  <a16:creationId xmlns:a16="http://schemas.microsoft.com/office/drawing/2014/main" id="{8EEE30DF-5071-6CA9-9860-A4AF643D56AF}"/>
                </a:ext>
              </a:extLst>
            </p:cNvPr>
            <p:cNvSpPr/>
            <p:nvPr/>
          </p:nvSpPr>
          <p:spPr>
            <a:xfrm>
              <a:off x="-50134375" y="4069250"/>
              <a:ext cx="151250" cy="151250"/>
            </a:xfrm>
            <a:custGeom>
              <a:avLst/>
              <a:gdLst/>
              <a:ahLst/>
              <a:cxnLst/>
              <a:rect l="l" t="t" r="r" b="b"/>
              <a:pathLst>
                <a:path w="6050" h="6050" extrusionOk="0">
                  <a:moveTo>
                    <a:pt x="1292" y="0"/>
                  </a:moveTo>
                  <a:lnTo>
                    <a:pt x="504" y="756"/>
                  </a:lnTo>
                  <a:cubicBezTo>
                    <a:pt x="189" y="1071"/>
                    <a:pt x="0" y="1544"/>
                    <a:pt x="0" y="2016"/>
                  </a:cubicBezTo>
                  <a:cubicBezTo>
                    <a:pt x="0" y="2489"/>
                    <a:pt x="189" y="2899"/>
                    <a:pt x="504" y="3277"/>
                  </a:cubicBezTo>
                  <a:lnTo>
                    <a:pt x="2804" y="5545"/>
                  </a:lnTo>
                  <a:cubicBezTo>
                    <a:pt x="3119" y="5860"/>
                    <a:pt x="3592" y="6049"/>
                    <a:pt x="4064" y="6049"/>
                  </a:cubicBezTo>
                  <a:cubicBezTo>
                    <a:pt x="4537" y="6049"/>
                    <a:pt x="4947" y="5860"/>
                    <a:pt x="5325" y="5545"/>
                  </a:cubicBezTo>
                  <a:lnTo>
                    <a:pt x="6049" y="4757"/>
                  </a:lnTo>
                  <a:lnTo>
                    <a:pt x="1292" y="0"/>
                  </a:lnTo>
                  <a:close/>
                </a:path>
              </a:pathLst>
            </a:custGeom>
            <a:grpFill/>
            <a:ln>
              <a:noFill/>
            </a:ln>
          </p:spPr>
          <p:txBody>
            <a:bodyPr spcFirstLastPara="1" wrap="square" lIns="121900" tIns="121900" rIns="121900" bIns="121900" anchor="ctr" anchorCtr="0">
              <a:noAutofit/>
            </a:bodyPr>
            <a:lstStyle/>
            <a:p>
              <a:endParaRPr sz="2400"/>
            </a:p>
          </p:txBody>
        </p:sp>
        <p:sp>
          <p:nvSpPr>
            <p:cNvPr id="551" name="Google Shape;7809;p61">
              <a:extLst>
                <a:ext uri="{FF2B5EF4-FFF2-40B4-BE49-F238E27FC236}">
                  <a16:creationId xmlns:a16="http://schemas.microsoft.com/office/drawing/2014/main" id="{6987E020-B8E0-9B17-6E1F-630841A2669E}"/>
                </a:ext>
              </a:extLst>
            </p:cNvPr>
            <p:cNvSpPr/>
            <p:nvPr/>
          </p:nvSpPr>
          <p:spPr>
            <a:xfrm>
              <a:off x="-50090275" y="3964500"/>
              <a:ext cx="211100" cy="211100"/>
            </a:xfrm>
            <a:custGeom>
              <a:avLst/>
              <a:gdLst/>
              <a:ahLst/>
              <a:cxnLst/>
              <a:rect l="l" t="t" r="r" b="b"/>
              <a:pathLst>
                <a:path w="8444" h="8444" extrusionOk="0">
                  <a:moveTo>
                    <a:pt x="2446" y="4316"/>
                  </a:moveTo>
                  <a:cubicBezTo>
                    <a:pt x="2537" y="4316"/>
                    <a:pt x="2631" y="4348"/>
                    <a:pt x="2710" y="4411"/>
                  </a:cubicBezTo>
                  <a:lnTo>
                    <a:pt x="4033" y="5734"/>
                  </a:lnTo>
                  <a:cubicBezTo>
                    <a:pt x="4191" y="5828"/>
                    <a:pt x="4191" y="6080"/>
                    <a:pt x="4033" y="6238"/>
                  </a:cubicBezTo>
                  <a:cubicBezTo>
                    <a:pt x="3970" y="6301"/>
                    <a:pt x="3884" y="6332"/>
                    <a:pt x="3789" y="6332"/>
                  </a:cubicBezTo>
                  <a:cubicBezTo>
                    <a:pt x="3694" y="6332"/>
                    <a:pt x="3592" y="6301"/>
                    <a:pt x="3498" y="6238"/>
                  </a:cubicBezTo>
                  <a:lnTo>
                    <a:pt x="2206" y="4946"/>
                  </a:lnTo>
                  <a:cubicBezTo>
                    <a:pt x="2080" y="4820"/>
                    <a:pt x="2080" y="4568"/>
                    <a:pt x="2206" y="4411"/>
                  </a:cubicBezTo>
                  <a:cubicBezTo>
                    <a:pt x="2269" y="4348"/>
                    <a:pt x="2356" y="4316"/>
                    <a:pt x="2446" y="4316"/>
                  </a:cubicBezTo>
                  <a:close/>
                  <a:moveTo>
                    <a:pt x="3687" y="0"/>
                  </a:moveTo>
                  <a:lnTo>
                    <a:pt x="1" y="3686"/>
                  </a:lnTo>
                  <a:lnTo>
                    <a:pt x="4789" y="8443"/>
                  </a:lnTo>
                  <a:lnTo>
                    <a:pt x="8444" y="4789"/>
                  </a:lnTo>
                  <a:lnTo>
                    <a:pt x="3687" y="0"/>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552" name="Google Shape;7820;p61">
            <a:extLst>
              <a:ext uri="{FF2B5EF4-FFF2-40B4-BE49-F238E27FC236}">
                <a16:creationId xmlns:a16="http://schemas.microsoft.com/office/drawing/2014/main" id="{4B31B4E2-2CC9-6820-C66D-2C31A5EA2B89}"/>
              </a:ext>
            </a:extLst>
          </p:cNvPr>
          <p:cNvGrpSpPr/>
          <p:nvPr/>
        </p:nvGrpSpPr>
        <p:grpSpPr>
          <a:xfrm>
            <a:off x="4799883" y="1401172"/>
            <a:ext cx="371589" cy="441507"/>
            <a:chOff x="-48233050" y="3569725"/>
            <a:chExt cx="252050" cy="299475"/>
          </a:xfrm>
          <a:solidFill>
            <a:srgbClr val="6C1D35"/>
          </a:solidFill>
        </p:grpSpPr>
        <p:sp>
          <p:nvSpPr>
            <p:cNvPr id="553" name="Google Shape;7821;p61">
              <a:extLst>
                <a:ext uri="{FF2B5EF4-FFF2-40B4-BE49-F238E27FC236}">
                  <a16:creationId xmlns:a16="http://schemas.microsoft.com/office/drawing/2014/main" id="{6FED50FB-C53C-A270-867B-D5F23D228CAF}"/>
                </a:ext>
              </a:extLst>
            </p:cNvPr>
            <p:cNvSpPr/>
            <p:nvPr/>
          </p:nvSpPr>
          <p:spPr>
            <a:xfrm>
              <a:off x="-48233050" y="3569725"/>
              <a:ext cx="252050" cy="299475"/>
            </a:xfrm>
            <a:custGeom>
              <a:avLst/>
              <a:gdLst/>
              <a:ahLst/>
              <a:cxnLst/>
              <a:rect l="l" t="t" r="r" b="b"/>
              <a:pathLst>
                <a:path w="10082" h="11979" extrusionOk="0">
                  <a:moveTo>
                    <a:pt x="5230" y="1393"/>
                  </a:moveTo>
                  <a:cubicBezTo>
                    <a:pt x="5419" y="1393"/>
                    <a:pt x="5577" y="1551"/>
                    <a:pt x="5577" y="1740"/>
                  </a:cubicBezTo>
                  <a:lnTo>
                    <a:pt x="5577" y="1960"/>
                  </a:lnTo>
                  <a:cubicBezTo>
                    <a:pt x="5703" y="2023"/>
                    <a:pt x="5829" y="2086"/>
                    <a:pt x="5923" y="2181"/>
                  </a:cubicBezTo>
                  <a:lnTo>
                    <a:pt x="6144" y="2055"/>
                  </a:lnTo>
                  <a:cubicBezTo>
                    <a:pt x="6194" y="2025"/>
                    <a:pt x="6251" y="2011"/>
                    <a:pt x="6308" y="2011"/>
                  </a:cubicBezTo>
                  <a:cubicBezTo>
                    <a:pt x="6430" y="2011"/>
                    <a:pt x="6552" y="2074"/>
                    <a:pt x="6616" y="2181"/>
                  </a:cubicBezTo>
                  <a:lnTo>
                    <a:pt x="7309" y="3410"/>
                  </a:lnTo>
                  <a:cubicBezTo>
                    <a:pt x="7467" y="3725"/>
                    <a:pt x="7246" y="3819"/>
                    <a:pt x="6963" y="3977"/>
                  </a:cubicBezTo>
                  <a:lnTo>
                    <a:pt x="6963" y="4386"/>
                  </a:lnTo>
                  <a:cubicBezTo>
                    <a:pt x="7246" y="4544"/>
                    <a:pt x="7467" y="4670"/>
                    <a:pt x="7309" y="4985"/>
                  </a:cubicBezTo>
                  <a:lnTo>
                    <a:pt x="6616" y="6182"/>
                  </a:lnTo>
                  <a:cubicBezTo>
                    <a:pt x="6531" y="6289"/>
                    <a:pt x="6417" y="6366"/>
                    <a:pt x="6303" y="6366"/>
                  </a:cubicBezTo>
                  <a:cubicBezTo>
                    <a:pt x="6249" y="6366"/>
                    <a:pt x="6195" y="6349"/>
                    <a:pt x="6144" y="6308"/>
                  </a:cubicBezTo>
                  <a:lnTo>
                    <a:pt x="5923" y="6182"/>
                  </a:lnTo>
                  <a:cubicBezTo>
                    <a:pt x="5829" y="6277"/>
                    <a:pt x="5703" y="6340"/>
                    <a:pt x="5577" y="6403"/>
                  </a:cubicBezTo>
                  <a:lnTo>
                    <a:pt x="5577" y="6623"/>
                  </a:lnTo>
                  <a:cubicBezTo>
                    <a:pt x="5577" y="6812"/>
                    <a:pt x="5419" y="6970"/>
                    <a:pt x="5230" y="6970"/>
                  </a:cubicBezTo>
                  <a:lnTo>
                    <a:pt x="3812" y="6970"/>
                  </a:lnTo>
                  <a:cubicBezTo>
                    <a:pt x="3623" y="6970"/>
                    <a:pt x="3466" y="6812"/>
                    <a:pt x="3466" y="6623"/>
                  </a:cubicBezTo>
                  <a:lnTo>
                    <a:pt x="3466" y="6403"/>
                  </a:lnTo>
                  <a:cubicBezTo>
                    <a:pt x="3340" y="6340"/>
                    <a:pt x="3214" y="6277"/>
                    <a:pt x="3119" y="6182"/>
                  </a:cubicBezTo>
                  <a:lnTo>
                    <a:pt x="2899" y="6308"/>
                  </a:lnTo>
                  <a:cubicBezTo>
                    <a:pt x="2848" y="6338"/>
                    <a:pt x="2791" y="6352"/>
                    <a:pt x="2734" y="6352"/>
                  </a:cubicBezTo>
                  <a:cubicBezTo>
                    <a:pt x="2613" y="6352"/>
                    <a:pt x="2490" y="6289"/>
                    <a:pt x="2426" y="6182"/>
                  </a:cubicBezTo>
                  <a:lnTo>
                    <a:pt x="1733" y="4985"/>
                  </a:lnTo>
                  <a:cubicBezTo>
                    <a:pt x="1638" y="4827"/>
                    <a:pt x="1670" y="4575"/>
                    <a:pt x="1859" y="4512"/>
                  </a:cubicBezTo>
                  <a:lnTo>
                    <a:pt x="2048" y="4386"/>
                  </a:lnTo>
                  <a:lnTo>
                    <a:pt x="2048" y="3977"/>
                  </a:lnTo>
                  <a:lnTo>
                    <a:pt x="1859" y="3882"/>
                  </a:lnTo>
                  <a:cubicBezTo>
                    <a:pt x="1702" y="3788"/>
                    <a:pt x="1607" y="3536"/>
                    <a:pt x="1733" y="3410"/>
                  </a:cubicBezTo>
                  <a:lnTo>
                    <a:pt x="2426" y="2181"/>
                  </a:lnTo>
                  <a:cubicBezTo>
                    <a:pt x="2490" y="2074"/>
                    <a:pt x="2612" y="1997"/>
                    <a:pt x="2733" y="1997"/>
                  </a:cubicBezTo>
                  <a:cubicBezTo>
                    <a:pt x="2790" y="1997"/>
                    <a:pt x="2848" y="2014"/>
                    <a:pt x="2899" y="2055"/>
                  </a:cubicBezTo>
                  <a:lnTo>
                    <a:pt x="3119" y="2181"/>
                  </a:lnTo>
                  <a:cubicBezTo>
                    <a:pt x="3214" y="2086"/>
                    <a:pt x="3340" y="2023"/>
                    <a:pt x="3466" y="1960"/>
                  </a:cubicBezTo>
                  <a:lnTo>
                    <a:pt x="3466" y="1740"/>
                  </a:lnTo>
                  <a:cubicBezTo>
                    <a:pt x="3466" y="1551"/>
                    <a:pt x="3623" y="1393"/>
                    <a:pt x="3812" y="1393"/>
                  </a:cubicBezTo>
                  <a:close/>
                  <a:moveTo>
                    <a:pt x="4547" y="0"/>
                  </a:moveTo>
                  <a:cubicBezTo>
                    <a:pt x="3499" y="0"/>
                    <a:pt x="2484" y="337"/>
                    <a:pt x="1670" y="984"/>
                  </a:cubicBezTo>
                  <a:cubicBezTo>
                    <a:pt x="630" y="1866"/>
                    <a:pt x="0" y="3158"/>
                    <a:pt x="0" y="4544"/>
                  </a:cubicBezTo>
                  <a:cubicBezTo>
                    <a:pt x="0" y="5804"/>
                    <a:pt x="504" y="6970"/>
                    <a:pt x="1418" y="7852"/>
                  </a:cubicBezTo>
                  <a:lnTo>
                    <a:pt x="1418" y="11632"/>
                  </a:lnTo>
                  <a:cubicBezTo>
                    <a:pt x="1418" y="11821"/>
                    <a:pt x="1575" y="11979"/>
                    <a:pt x="1765" y="11979"/>
                  </a:cubicBezTo>
                  <a:lnTo>
                    <a:pt x="5986" y="11979"/>
                  </a:lnTo>
                  <a:cubicBezTo>
                    <a:pt x="6175" y="11979"/>
                    <a:pt x="6333" y="11821"/>
                    <a:pt x="6333" y="11632"/>
                  </a:cubicBezTo>
                  <a:lnTo>
                    <a:pt x="6333" y="10530"/>
                  </a:lnTo>
                  <a:lnTo>
                    <a:pt x="8097" y="10530"/>
                  </a:lnTo>
                  <a:cubicBezTo>
                    <a:pt x="8286" y="10530"/>
                    <a:pt x="8444" y="10372"/>
                    <a:pt x="8444" y="10183"/>
                  </a:cubicBezTo>
                  <a:lnTo>
                    <a:pt x="8444" y="8387"/>
                  </a:lnTo>
                  <a:lnTo>
                    <a:pt x="9042" y="8387"/>
                  </a:lnTo>
                  <a:cubicBezTo>
                    <a:pt x="9389" y="8387"/>
                    <a:pt x="9767" y="8198"/>
                    <a:pt x="9956" y="7883"/>
                  </a:cubicBezTo>
                  <a:cubicBezTo>
                    <a:pt x="10082" y="7568"/>
                    <a:pt x="10082" y="7190"/>
                    <a:pt x="9924" y="6875"/>
                  </a:cubicBezTo>
                  <a:lnTo>
                    <a:pt x="9042" y="5237"/>
                  </a:lnTo>
                  <a:cubicBezTo>
                    <a:pt x="9137" y="4701"/>
                    <a:pt x="9137" y="4134"/>
                    <a:pt x="9011" y="3599"/>
                  </a:cubicBezTo>
                  <a:cubicBezTo>
                    <a:pt x="8664" y="1866"/>
                    <a:pt x="7246" y="480"/>
                    <a:pt x="5545" y="102"/>
                  </a:cubicBezTo>
                  <a:cubicBezTo>
                    <a:pt x="5213" y="34"/>
                    <a:pt x="4878" y="0"/>
                    <a:pt x="4547" y="0"/>
                  </a:cubicBezTo>
                  <a:close/>
                </a:path>
              </a:pathLst>
            </a:custGeom>
            <a:grpFill/>
            <a:ln>
              <a:noFill/>
            </a:ln>
          </p:spPr>
          <p:txBody>
            <a:bodyPr spcFirstLastPara="1" wrap="square" lIns="121900" tIns="121900" rIns="121900" bIns="121900" anchor="ctr" anchorCtr="0">
              <a:noAutofit/>
            </a:bodyPr>
            <a:lstStyle/>
            <a:p>
              <a:endParaRPr sz="2400"/>
            </a:p>
          </p:txBody>
        </p:sp>
        <p:sp>
          <p:nvSpPr>
            <p:cNvPr id="554" name="Google Shape;7822;p61">
              <a:extLst>
                <a:ext uri="{FF2B5EF4-FFF2-40B4-BE49-F238E27FC236}">
                  <a16:creationId xmlns:a16="http://schemas.microsoft.com/office/drawing/2014/main" id="{1403DBE8-04E5-00FA-DAD6-258A9480A6BE}"/>
                </a:ext>
              </a:extLst>
            </p:cNvPr>
            <p:cNvSpPr/>
            <p:nvPr/>
          </p:nvSpPr>
          <p:spPr>
            <a:xfrm>
              <a:off x="-48170050" y="3622650"/>
              <a:ext cx="100050" cy="103225"/>
            </a:xfrm>
            <a:custGeom>
              <a:avLst/>
              <a:gdLst/>
              <a:ahLst/>
              <a:cxnLst/>
              <a:rect l="l" t="t" r="r" b="b"/>
              <a:pathLst>
                <a:path w="4002" h="4129" extrusionOk="0">
                  <a:moveTo>
                    <a:pt x="1985" y="1009"/>
                  </a:moveTo>
                  <a:cubicBezTo>
                    <a:pt x="2584" y="1009"/>
                    <a:pt x="3057" y="1482"/>
                    <a:pt x="3057" y="2080"/>
                  </a:cubicBezTo>
                  <a:cubicBezTo>
                    <a:pt x="3057" y="2647"/>
                    <a:pt x="2584" y="3120"/>
                    <a:pt x="1985" y="3120"/>
                  </a:cubicBezTo>
                  <a:cubicBezTo>
                    <a:pt x="1418" y="3120"/>
                    <a:pt x="946" y="2647"/>
                    <a:pt x="946" y="2080"/>
                  </a:cubicBezTo>
                  <a:cubicBezTo>
                    <a:pt x="946" y="1482"/>
                    <a:pt x="1418" y="1009"/>
                    <a:pt x="1985" y="1009"/>
                  </a:cubicBezTo>
                  <a:close/>
                  <a:moveTo>
                    <a:pt x="1639" y="1"/>
                  </a:moveTo>
                  <a:lnTo>
                    <a:pt x="1639" y="127"/>
                  </a:lnTo>
                  <a:cubicBezTo>
                    <a:pt x="1639" y="284"/>
                    <a:pt x="1576" y="410"/>
                    <a:pt x="1418" y="442"/>
                  </a:cubicBezTo>
                  <a:cubicBezTo>
                    <a:pt x="1198" y="537"/>
                    <a:pt x="1009" y="631"/>
                    <a:pt x="851" y="757"/>
                  </a:cubicBezTo>
                  <a:cubicBezTo>
                    <a:pt x="770" y="818"/>
                    <a:pt x="689" y="853"/>
                    <a:pt x="607" y="853"/>
                  </a:cubicBezTo>
                  <a:cubicBezTo>
                    <a:pt x="562" y="853"/>
                    <a:pt x="518" y="842"/>
                    <a:pt x="473" y="820"/>
                  </a:cubicBezTo>
                  <a:lnTo>
                    <a:pt x="347" y="726"/>
                  </a:lnTo>
                  <a:lnTo>
                    <a:pt x="1" y="1324"/>
                  </a:lnTo>
                  <a:lnTo>
                    <a:pt x="127" y="1387"/>
                  </a:lnTo>
                  <a:cubicBezTo>
                    <a:pt x="221" y="1482"/>
                    <a:pt x="316" y="1639"/>
                    <a:pt x="253" y="1765"/>
                  </a:cubicBezTo>
                  <a:cubicBezTo>
                    <a:pt x="221" y="1986"/>
                    <a:pt x="221" y="2143"/>
                    <a:pt x="253" y="2395"/>
                  </a:cubicBezTo>
                  <a:cubicBezTo>
                    <a:pt x="316" y="2553"/>
                    <a:pt x="221" y="2647"/>
                    <a:pt x="127" y="2742"/>
                  </a:cubicBezTo>
                  <a:lnTo>
                    <a:pt x="1" y="2805"/>
                  </a:lnTo>
                  <a:lnTo>
                    <a:pt x="347" y="3403"/>
                  </a:lnTo>
                  <a:lnTo>
                    <a:pt x="473" y="3340"/>
                  </a:lnTo>
                  <a:cubicBezTo>
                    <a:pt x="532" y="3297"/>
                    <a:pt x="590" y="3273"/>
                    <a:pt x="649" y="3273"/>
                  </a:cubicBezTo>
                  <a:cubicBezTo>
                    <a:pt x="716" y="3273"/>
                    <a:pt x="784" y="3304"/>
                    <a:pt x="851" y="3372"/>
                  </a:cubicBezTo>
                  <a:cubicBezTo>
                    <a:pt x="1009" y="3529"/>
                    <a:pt x="1198" y="3592"/>
                    <a:pt x="1418" y="3687"/>
                  </a:cubicBezTo>
                  <a:cubicBezTo>
                    <a:pt x="1576" y="3718"/>
                    <a:pt x="1639" y="3876"/>
                    <a:pt x="1639" y="4002"/>
                  </a:cubicBezTo>
                  <a:lnTo>
                    <a:pt x="1639" y="4128"/>
                  </a:lnTo>
                  <a:lnTo>
                    <a:pt x="2364" y="4128"/>
                  </a:lnTo>
                  <a:lnTo>
                    <a:pt x="2364" y="4002"/>
                  </a:lnTo>
                  <a:cubicBezTo>
                    <a:pt x="2364" y="3845"/>
                    <a:pt x="2427" y="3718"/>
                    <a:pt x="2584" y="3687"/>
                  </a:cubicBezTo>
                  <a:cubicBezTo>
                    <a:pt x="2805" y="3592"/>
                    <a:pt x="2994" y="3498"/>
                    <a:pt x="3151" y="3372"/>
                  </a:cubicBezTo>
                  <a:cubicBezTo>
                    <a:pt x="3224" y="3317"/>
                    <a:pt x="3298" y="3283"/>
                    <a:pt x="3371" y="3283"/>
                  </a:cubicBezTo>
                  <a:cubicBezTo>
                    <a:pt x="3424" y="3283"/>
                    <a:pt x="3476" y="3301"/>
                    <a:pt x="3529" y="3340"/>
                  </a:cubicBezTo>
                  <a:lnTo>
                    <a:pt x="3655" y="3403"/>
                  </a:lnTo>
                  <a:lnTo>
                    <a:pt x="4002" y="2805"/>
                  </a:lnTo>
                  <a:lnTo>
                    <a:pt x="3876" y="2742"/>
                  </a:lnTo>
                  <a:cubicBezTo>
                    <a:pt x="3781" y="2647"/>
                    <a:pt x="3687" y="2490"/>
                    <a:pt x="3750" y="2395"/>
                  </a:cubicBezTo>
                  <a:cubicBezTo>
                    <a:pt x="3781" y="2143"/>
                    <a:pt x="3781" y="1986"/>
                    <a:pt x="3750" y="1765"/>
                  </a:cubicBezTo>
                  <a:cubicBezTo>
                    <a:pt x="3687" y="1608"/>
                    <a:pt x="3781" y="1482"/>
                    <a:pt x="3876" y="1387"/>
                  </a:cubicBezTo>
                  <a:lnTo>
                    <a:pt x="4002" y="1324"/>
                  </a:lnTo>
                  <a:lnTo>
                    <a:pt x="3655" y="726"/>
                  </a:lnTo>
                  <a:lnTo>
                    <a:pt x="3529" y="820"/>
                  </a:lnTo>
                  <a:cubicBezTo>
                    <a:pt x="3477" y="846"/>
                    <a:pt x="3425" y="861"/>
                    <a:pt x="3373" y="861"/>
                  </a:cubicBezTo>
                  <a:cubicBezTo>
                    <a:pt x="3299" y="861"/>
                    <a:pt x="3225" y="831"/>
                    <a:pt x="3151" y="757"/>
                  </a:cubicBezTo>
                  <a:cubicBezTo>
                    <a:pt x="2994" y="600"/>
                    <a:pt x="2805" y="537"/>
                    <a:pt x="2584" y="442"/>
                  </a:cubicBezTo>
                  <a:cubicBezTo>
                    <a:pt x="2427" y="410"/>
                    <a:pt x="2364" y="253"/>
                    <a:pt x="2364" y="127"/>
                  </a:cubicBezTo>
                  <a:lnTo>
                    <a:pt x="2364" y="1"/>
                  </a:lnTo>
                  <a:close/>
                </a:path>
              </a:pathLst>
            </a:custGeom>
            <a:grpFill/>
            <a:ln>
              <a:noFill/>
            </a:ln>
          </p:spPr>
          <p:txBody>
            <a:bodyPr spcFirstLastPara="1" wrap="square" lIns="121900" tIns="121900" rIns="121900" bIns="121900" anchor="ctr" anchorCtr="0">
              <a:noAutofit/>
            </a:bodyPr>
            <a:lstStyle/>
            <a:p>
              <a:endParaRPr sz="2400"/>
            </a:p>
          </p:txBody>
        </p:sp>
        <p:sp>
          <p:nvSpPr>
            <p:cNvPr id="555" name="Google Shape;7823;p61">
              <a:extLst>
                <a:ext uri="{FF2B5EF4-FFF2-40B4-BE49-F238E27FC236}">
                  <a16:creationId xmlns:a16="http://schemas.microsoft.com/office/drawing/2014/main" id="{3E24F1C5-4E7A-6FF9-80EF-D57E9451CBD7}"/>
                </a:ext>
              </a:extLst>
            </p:cNvPr>
            <p:cNvSpPr/>
            <p:nvPr/>
          </p:nvSpPr>
          <p:spPr>
            <a:xfrm>
              <a:off x="-48129100" y="3665200"/>
              <a:ext cx="18150" cy="18125"/>
            </a:xfrm>
            <a:custGeom>
              <a:avLst/>
              <a:gdLst/>
              <a:ahLst/>
              <a:cxnLst/>
              <a:rect l="l" t="t" r="r" b="b"/>
              <a:pathLst>
                <a:path w="726" h="725" extrusionOk="0">
                  <a:moveTo>
                    <a:pt x="347" y="0"/>
                  </a:moveTo>
                  <a:cubicBezTo>
                    <a:pt x="158" y="0"/>
                    <a:pt x="1" y="158"/>
                    <a:pt x="1" y="378"/>
                  </a:cubicBezTo>
                  <a:cubicBezTo>
                    <a:pt x="1" y="567"/>
                    <a:pt x="158" y="725"/>
                    <a:pt x="347" y="725"/>
                  </a:cubicBezTo>
                  <a:cubicBezTo>
                    <a:pt x="568" y="725"/>
                    <a:pt x="726" y="567"/>
                    <a:pt x="726" y="378"/>
                  </a:cubicBezTo>
                  <a:cubicBezTo>
                    <a:pt x="726" y="158"/>
                    <a:pt x="568" y="0"/>
                    <a:pt x="347"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556" name="Google Shape;7824;p61">
            <a:extLst>
              <a:ext uri="{FF2B5EF4-FFF2-40B4-BE49-F238E27FC236}">
                <a16:creationId xmlns:a16="http://schemas.microsoft.com/office/drawing/2014/main" id="{DC7D4950-6BEA-BDDD-824C-766B07B39FA4}"/>
              </a:ext>
            </a:extLst>
          </p:cNvPr>
          <p:cNvGrpSpPr/>
          <p:nvPr/>
        </p:nvGrpSpPr>
        <p:grpSpPr>
          <a:xfrm>
            <a:off x="4829479" y="1941344"/>
            <a:ext cx="312397" cy="445929"/>
            <a:chOff x="-48216525" y="3936125"/>
            <a:chExt cx="211900" cy="302475"/>
          </a:xfrm>
          <a:solidFill>
            <a:srgbClr val="6C1D35"/>
          </a:solidFill>
        </p:grpSpPr>
        <p:sp>
          <p:nvSpPr>
            <p:cNvPr id="557" name="Google Shape;7825;p61">
              <a:extLst>
                <a:ext uri="{FF2B5EF4-FFF2-40B4-BE49-F238E27FC236}">
                  <a16:creationId xmlns:a16="http://schemas.microsoft.com/office/drawing/2014/main" id="{15F661CF-AC8D-3C65-A43C-EED7A94AFCFD}"/>
                </a:ext>
              </a:extLst>
            </p:cNvPr>
            <p:cNvSpPr/>
            <p:nvPr/>
          </p:nvSpPr>
          <p:spPr>
            <a:xfrm>
              <a:off x="-48207850" y="3955825"/>
              <a:ext cx="105550" cy="158325"/>
            </a:xfrm>
            <a:custGeom>
              <a:avLst/>
              <a:gdLst/>
              <a:ahLst/>
              <a:cxnLst/>
              <a:rect l="l" t="t" r="r" b="b"/>
              <a:pathLst>
                <a:path w="4222" h="6333" extrusionOk="0">
                  <a:moveTo>
                    <a:pt x="2080" y="2080"/>
                  </a:moveTo>
                  <a:cubicBezTo>
                    <a:pt x="2300" y="2080"/>
                    <a:pt x="2458" y="2237"/>
                    <a:pt x="2458" y="2458"/>
                  </a:cubicBezTo>
                  <a:lnTo>
                    <a:pt x="2458" y="3151"/>
                  </a:lnTo>
                  <a:cubicBezTo>
                    <a:pt x="2458" y="3340"/>
                    <a:pt x="2300" y="3497"/>
                    <a:pt x="2080" y="3497"/>
                  </a:cubicBezTo>
                  <a:cubicBezTo>
                    <a:pt x="1891" y="3497"/>
                    <a:pt x="1733" y="3340"/>
                    <a:pt x="1733" y="3151"/>
                  </a:cubicBezTo>
                  <a:lnTo>
                    <a:pt x="1733" y="2458"/>
                  </a:lnTo>
                  <a:cubicBezTo>
                    <a:pt x="1733" y="2237"/>
                    <a:pt x="1891" y="2080"/>
                    <a:pt x="2080" y="2080"/>
                  </a:cubicBezTo>
                  <a:close/>
                  <a:moveTo>
                    <a:pt x="2080" y="4222"/>
                  </a:moveTo>
                  <a:cubicBezTo>
                    <a:pt x="2300" y="4222"/>
                    <a:pt x="2458" y="4380"/>
                    <a:pt x="2458" y="4569"/>
                  </a:cubicBezTo>
                  <a:lnTo>
                    <a:pt x="2458" y="5293"/>
                  </a:lnTo>
                  <a:cubicBezTo>
                    <a:pt x="2458" y="5482"/>
                    <a:pt x="2300" y="5640"/>
                    <a:pt x="2080" y="5640"/>
                  </a:cubicBezTo>
                  <a:cubicBezTo>
                    <a:pt x="1891" y="5640"/>
                    <a:pt x="1733" y="5482"/>
                    <a:pt x="1733" y="5293"/>
                  </a:cubicBezTo>
                  <a:lnTo>
                    <a:pt x="1733" y="4569"/>
                  </a:lnTo>
                  <a:cubicBezTo>
                    <a:pt x="1733" y="4380"/>
                    <a:pt x="1891" y="4222"/>
                    <a:pt x="2080" y="4222"/>
                  </a:cubicBezTo>
                  <a:close/>
                  <a:moveTo>
                    <a:pt x="2111" y="0"/>
                  </a:moveTo>
                  <a:cubicBezTo>
                    <a:pt x="1891" y="0"/>
                    <a:pt x="1733" y="158"/>
                    <a:pt x="1733" y="347"/>
                  </a:cubicBezTo>
                  <a:lnTo>
                    <a:pt x="1733" y="757"/>
                  </a:lnTo>
                  <a:cubicBezTo>
                    <a:pt x="1544" y="788"/>
                    <a:pt x="1355" y="914"/>
                    <a:pt x="1198" y="1072"/>
                  </a:cubicBezTo>
                  <a:lnTo>
                    <a:pt x="883" y="757"/>
                  </a:lnTo>
                  <a:cubicBezTo>
                    <a:pt x="820" y="694"/>
                    <a:pt x="733" y="662"/>
                    <a:pt x="642" y="662"/>
                  </a:cubicBezTo>
                  <a:cubicBezTo>
                    <a:pt x="552" y="662"/>
                    <a:pt x="457" y="694"/>
                    <a:pt x="378" y="757"/>
                  </a:cubicBezTo>
                  <a:cubicBezTo>
                    <a:pt x="252" y="883"/>
                    <a:pt x="252" y="1103"/>
                    <a:pt x="378" y="1261"/>
                  </a:cubicBezTo>
                  <a:lnTo>
                    <a:pt x="788" y="1702"/>
                  </a:lnTo>
                  <a:cubicBezTo>
                    <a:pt x="757" y="1859"/>
                    <a:pt x="725" y="2017"/>
                    <a:pt x="725" y="2174"/>
                  </a:cubicBezTo>
                  <a:lnTo>
                    <a:pt x="378" y="2174"/>
                  </a:lnTo>
                  <a:cubicBezTo>
                    <a:pt x="158" y="2174"/>
                    <a:pt x="0" y="2332"/>
                    <a:pt x="0" y="2521"/>
                  </a:cubicBezTo>
                  <a:cubicBezTo>
                    <a:pt x="0" y="2710"/>
                    <a:pt x="158" y="2867"/>
                    <a:pt x="378" y="2867"/>
                  </a:cubicBezTo>
                  <a:lnTo>
                    <a:pt x="725" y="2867"/>
                  </a:lnTo>
                  <a:lnTo>
                    <a:pt x="725" y="3592"/>
                  </a:lnTo>
                  <a:lnTo>
                    <a:pt x="378" y="3592"/>
                  </a:lnTo>
                  <a:cubicBezTo>
                    <a:pt x="158" y="3592"/>
                    <a:pt x="0" y="3750"/>
                    <a:pt x="0" y="3939"/>
                  </a:cubicBezTo>
                  <a:cubicBezTo>
                    <a:pt x="0" y="4128"/>
                    <a:pt x="158" y="4285"/>
                    <a:pt x="378" y="4285"/>
                  </a:cubicBezTo>
                  <a:lnTo>
                    <a:pt x="725" y="4285"/>
                  </a:lnTo>
                  <a:lnTo>
                    <a:pt x="725" y="5010"/>
                  </a:lnTo>
                  <a:lnTo>
                    <a:pt x="347" y="5010"/>
                  </a:lnTo>
                  <a:lnTo>
                    <a:pt x="347" y="4915"/>
                  </a:lnTo>
                  <a:cubicBezTo>
                    <a:pt x="158" y="4915"/>
                    <a:pt x="0" y="5073"/>
                    <a:pt x="0" y="5293"/>
                  </a:cubicBezTo>
                  <a:cubicBezTo>
                    <a:pt x="0" y="5482"/>
                    <a:pt x="158" y="5640"/>
                    <a:pt x="347" y="5640"/>
                  </a:cubicBezTo>
                  <a:lnTo>
                    <a:pt x="725" y="5640"/>
                  </a:lnTo>
                  <a:lnTo>
                    <a:pt x="725" y="6333"/>
                  </a:lnTo>
                  <a:lnTo>
                    <a:pt x="3497" y="6333"/>
                  </a:lnTo>
                  <a:lnTo>
                    <a:pt x="3497" y="5640"/>
                  </a:lnTo>
                  <a:lnTo>
                    <a:pt x="3876" y="5640"/>
                  </a:lnTo>
                  <a:cubicBezTo>
                    <a:pt x="4065" y="5640"/>
                    <a:pt x="4222" y="5482"/>
                    <a:pt x="4222" y="5293"/>
                  </a:cubicBezTo>
                  <a:cubicBezTo>
                    <a:pt x="4222" y="5073"/>
                    <a:pt x="4065" y="4915"/>
                    <a:pt x="3876" y="4915"/>
                  </a:cubicBezTo>
                  <a:lnTo>
                    <a:pt x="3497" y="4915"/>
                  </a:lnTo>
                  <a:lnTo>
                    <a:pt x="3497" y="4222"/>
                  </a:lnTo>
                  <a:lnTo>
                    <a:pt x="3876" y="4222"/>
                  </a:lnTo>
                  <a:cubicBezTo>
                    <a:pt x="4065" y="4222"/>
                    <a:pt x="4222" y="4065"/>
                    <a:pt x="4222" y="3876"/>
                  </a:cubicBezTo>
                  <a:cubicBezTo>
                    <a:pt x="4222" y="3655"/>
                    <a:pt x="4065" y="3497"/>
                    <a:pt x="3876" y="3497"/>
                  </a:cubicBezTo>
                  <a:lnTo>
                    <a:pt x="3497" y="3497"/>
                  </a:lnTo>
                  <a:lnTo>
                    <a:pt x="3497" y="2804"/>
                  </a:lnTo>
                  <a:lnTo>
                    <a:pt x="3876" y="2804"/>
                  </a:lnTo>
                  <a:cubicBezTo>
                    <a:pt x="4065" y="2804"/>
                    <a:pt x="4222" y="2647"/>
                    <a:pt x="4222" y="2458"/>
                  </a:cubicBezTo>
                  <a:cubicBezTo>
                    <a:pt x="4222" y="2237"/>
                    <a:pt x="4065" y="2080"/>
                    <a:pt x="3876" y="2080"/>
                  </a:cubicBezTo>
                  <a:lnTo>
                    <a:pt x="3497" y="2080"/>
                  </a:lnTo>
                  <a:cubicBezTo>
                    <a:pt x="3497" y="1418"/>
                    <a:pt x="3088" y="914"/>
                    <a:pt x="2458" y="757"/>
                  </a:cubicBezTo>
                  <a:lnTo>
                    <a:pt x="2458" y="347"/>
                  </a:lnTo>
                  <a:cubicBezTo>
                    <a:pt x="2458" y="158"/>
                    <a:pt x="2300" y="0"/>
                    <a:pt x="2111" y="0"/>
                  </a:cubicBezTo>
                  <a:close/>
                </a:path>
              </a:pathLst>
            </a:custGeom>
            <a:grpFill/>
            <a:ln>
              <a:noFill/>
            </a:ln>
          </p:spPr>
          <p:txBody>
            <a:bodyPr spcFirstLastPara="1" wrap="square" lIns="121900" tIns="121900" rIns="121900" bIns="121900" anchor="ctr" anchorCtr="0">
              <a:noAutofit/>
            </a:bodyPr>
            <a:lstStyle/>
            <a:p>
              <a:endParaRPr sz="2400"/>
            </a:p>
          </p:txBody>
        </p:sp>
        <p:sp>
          <p:nvSpPr>
            <p:cNvPr id="558" name="Google Shape;7826;p61">
              <a:extLst>
                <a:ext uri="{FF2B5EF4-FFF2-40B4-BE49-F238E27FC236}">
                  <a16:creationId xmlns:a16="http://schemas.microsoft.com/office/drawing/2014/main" id="{8564D008-D0CE-3963-7BCD-B2FE3A1C6614}"/>
                </a:ext>
              </a:extLst>
            </p:cNvPr>
            <p:cNvSpPr/>
            <p:nvPr/>
          </p:nvSpPr>
          <p:spPr>
            <a:xfrm>
              <a:off x="-48192100" y="4184225"/>
              <a:ext cx="163850" cy="54375"/>
            </a:xfrm>
            <a:custGeom>
              <a:avLst/>
              <a:gdLst/>
              <a:ahLst/>
              <a:cxnLst/>
              <a:rect l="l" t="t" r="r" b="b"/>
              <a:pathLst>
                <a:path w="6554" h="2175" extrusionOk="0">
                  <a:moveTo>
                    <a:pt x="0" y="1"/>
                  </a:moveTo>
                  <a:lnTo>
                    <a:pt x="442" y="1891"/>
                  </a:lnTo>
                  <a:cubicBezTo>
                    <a:pt x="473" y="2049"/>
                    <a:pt x="631" y="2175"/>
                    <a:pt x="788" y="2175"/>
                  </a:cubicBezTo>
                  <a:lnTo>
                    <a:pt x="5703" y="2175"/>
                  </a:lnTo>
                  <a:cubicBezTo>
                    <a:pt x="5860" y="2175"/>
                    <a:pt x="6018" y="2049"/>
                    <a:pt x="6081" y="1891"/>
                  </a:cubicBezTo>
                  <a:lnTo>
                    <a:pt x="6554" y="1"/>
                  </a:lnTo>
                  <a:close/>
                </a:path>
              </a:pathLst>
            </a:custGeom>
            <a:grpFill/>
            <a:ln>
              <a:noFill/>
            </a:ln>
          </p:spPr>
          <p:txBody>
            <a:bodyPr spcFirstLastPara="1" wrap="square" lIns="121900" tIns="121900" rIns="121900" bIns="121900" anchor="ctr" anchorCtr="0">
              <a:noAutofit/>
            </a:bodyPr>
            <a:lstStyle/>
            <a:p>
              <a:endParaRPr sz="2400"/>
            </a:p>
          </p:txBody>
        </p:sp>
        <p:sp>
          <p:nvSpPr>
            <p:cNvPr id="559" name="Google Shape;7827;p61">
              <a:extLst>
                <a:ext uri="{FF2B5EF4-FFF2-40B4-BE49-F238E27FC236}">
                  <a16:creationId xmlns:a16="http://schemas.microsoft.com/office/drawing/2014/main" id="{AFB5D565-A782-B553-CC57-249A0701CCBD}"/>
                </a:ext>
              </a:extLst>
            </p:cNvPr>
            <p:cNvSpPr/>
            <p:nvPr/>
          </p:nvSpPr>
          <p:spPr>
            <a:xfrm>
              <a:off x="-48216525" y="4131475"/>
              <a:ext cx="211900" cy="34675"/>
            </a:xfrm>
            <a:custGeom>
              <a:avLst/>
              <a:gdLst/>
              <a:ahLst/>
              <a:cxnLst/>
              <a:rect l="l" t="t" r="r" b="b"/>
              <a:pathLst>
                <a:path w="8476" h="1387" extrusionOk="0">
                  <a:moveTo>
                    <a:pt x="347" y="0"/>
                  </a:moveTo>
                  <a:cubicBezTo>
                    <a:pt x="158" y="0"/>
                    <a:pt x="1" y="126"/>
                    <a:pt x="1" y="347"/>
                  </a:cubicBezTo>
                  <a:cubicBezTo>
                    <a:pt x="1" y="914"/>
                    <a:pt x="473" y="1386"/>
                    <a:pt x="1072" y="1386"/>
                  </a:cubicBezTo>
                  <a:lnTo>
                    <a:pt x="7405" y="1386"/>
                  </a:lnTo>
                  <a:cubicBezTo>
                    <a:pt x="8003" y="1386"/>
                    <a:pt x="8476" y="914"/>
                    <a:pt x="8476" y="347"/>
                  </a:cubicBezTo>
                  <a:cubicBezTo>
                    <a:pt x="8413" y="158"/>
                    <a:pt x="8255" y="0"/>
                    <a:pt x="8066" y="0"/>
                  </a:cubicBezTo>
                  <a:close/>
                </a:path>
              </a:pathLst>
            </a:custGeom>
            <a:grpFill/>
            <a:ln>
              <a:noFill/>
            </a:ln>
          </p:spPr>
          <p:txBody>
            <a:bodyPr spcFirstLastPara="1" wrap="square" lIns="121900" tIns="121900" rIns="121900" bIns="121900" anchor="ctr" anchorCtr="0">
              <a:noAutofit/>
            </a:bodyPr>
            <a:lstStyle/>
            <a:p>
              <a:endParaRPr sz="2400"/>
            </a:p>
          </p:txBody>
        </p:sp>
        <p:sp>
          <p:nvSpPr>
            <p:cNvPr id="560" name="Google Shape;7828;p61">
              <a:extLst>
                <a:ext uri="{FF2B5EF4-FFF2-40B4-BE49-F238E27FC236}">
                  <a16:creationId xmlns:a16="http://schemas.microsoft.com/office/drawing/2014/main" id="{73A48AF6-DA26-B222-1867-76CB04FA9328}"/>
                </a:ext>
              </a:extLst>
            </p:cNvPr>
            <p:cNvSpPr/>
            <p:nvPr/>
          </p:nvSpPr>
          <p:spPr>
            <a:xfrm>
              <a:off x="-48113350" y="3936125"/>
              <a:ext cx="98475" cy="178025"/>
            </a:xfrm>
            <a:custGeom>
              <a:avLst/>
              <a:gdLst/>
              <a:ahLst/>
              <a:cxnLst/>
              <a:rect l="l" t="t" r="r" b="b"/>
              <a:pathLst>
                <a:path w="3939" h="7121" extrusionOk="0">
                  <a:moveTo>
                    <a:pt x="1860" y="2175"/>
                  </a:moveTo>
                  <a:cubicBezTo>
                    <a:pt x="2049" y="2175"/>
                    <a:pt x="2206" y="2332"/>
                    <a:pt x="2206" y="2521"/>
                  </a:cubicBezTo>
                  <a:lnTo>
                    <a:pt x="2206" y="3246"/>
                  </a:lnTo>
                  <a:cubicBezTo>
                    <a:pt x="2206" y="3435"/>
                    <a:pt x="2049" y="3592"/>
                    <a:pt x="1860" y="3592"/>
                  </a:cubicBezTo>
                  <a:cubicBezTo>
                    <a:pt x="1671" y="3592"/>
                    <a:pt x="1513" y="3435"/>
                    <a:pt x="1513" y="3246"/>
                  </a:cubicBezTo>
                  <a:lnTo>
                    <a:pt x="1513" y="2521"/>
                  </a:lnTo>
                  <a:cubicBezTo>
                    <a:pt x="1513" y="2332"/>
                    <a:pt x="1671" y="2175"/>
                    <a:pt x="1860" y="2175"/>
                  </a:cubicBezTo>
                  <a:close/>
                  <a:moveTo>
                    <a:pt x="1860" y="4285"/>
                  </a:moveTo>
                  <a:cubicBezTo>
                    <a:pt x="2049" y="4285"/>
                    <a:pt x="2206" y="4443"/>
                    <a:pt x="2206" y="4632"/>
                  </a:cubicBezTo>
                  <a:lnTo>
                    <a:pt x="2206" y="5357"/>
                  </a:lnTo>
                  <a:cubicBezTo>
                    <a:pt x="2206" y="5546"/>
                    <a:pt x="2049" y="5703"/>
                    <a:pt x="1860" y="5703"/>
                  </a:cubicBezTo>
                  <a:cubicBezTo>
                    <a:pt x="1671" y="5703"/>
                    <a:pt x="1513" y="5546"/>
                    <a:pt x="1513" y="5357"/>
                  </a:cubicBezTo>
                  <a:lnTo>
                    <a:pt x="1513" y="4632"/>
                  </a:lnTo>
                  <a:cubicBezTo>
                    <a:pt x="1513" y="4443"/>
                    <a:pt x="1671" y="4285"/>
                    <a:pt x="1860" y="4285"/>
                  </a:cubicBezTo>
                  <a:close/>
                  <a:moveTo>
                    <a:pt x="1860" y="1"/>
                  </a:moveTo>
                  <a:cubicBezTo>
                    <a:pt x="1671" y="1"/>
                    <a:pt x="1513" y="158"/>
                    <a:pt x="1513" y="347"/>
                  </a:cubicBezTo>
                  <a:lnTo>
                    <a:pt x="1513" y="757"/>
                  </a:lnTo>
                  <a:cubicBezTo>
                    <a:pt x="1324" y="788"/>
                    <a:pt x="1104" y="914"/>
                    <a:pt x="946" y="1072"/>
                  </a:cubicBezTo>
                  <a:lnTo>
                    <a:pt x="631" y="757"/>
                  </a:lnTo>
                  <a:cubicBezTo>
                    <a:pt x="584" y="694"/>
                    <a:pt x="497" y="662"/>
                    <a:pt x="403" y="662"/>
                  </a:cubicBezTo>
                  <a:cubicBezTo>
                    <a:pt x="308" y="662"/>
                    <a:pt x="206" y="694"/>
                    <a:pt x="127" y="757"/>
                  </a:cubicBezTo>
                  <a:cubicBezTo>
                    <a:pt x="1" y="883"/>
                    <a:pt x="1" y="1104"/>
                    <a:pt x="127" y="1261"/>
                  </a:cubicBezTo>
                  <a:lnTo>
                    <a:pt x="505" y="1702"/>
                  </a:lnTo>
                  <a:cubicBezTo>
                    <a:pt x="474" y="1860"/>
                    <a:pt x="442" y="2017"/>
                    <a:pt x="442" y="2175"/>
                  </a:cubicBezTo>
                  <a:lnTo>
                    <a:pt x="442" y="2238"/>
                  </a:lnTo>
                  <a:cubicBezTo>
                    <a:pt x="820" y="2395"/>
                    <a:pt x="1135" y="2742"/>
                    <a:pt x="1135" y="3214"/>
                  </a:cubicBezTo>
                  <a:cubicBezTo>
                    <a:pt x="1135" y="3498"/>
                    <a:pt x="1041" y="3750"/>
                    <a:pt x="883" y="3939"/>
                  </a:cubicBezTo>
                  <a:cubicBezTo>
                    <a:pt x="1041" y="4128"/>
                    <a:pt x="1135" y="4380"/>
                    <a:pt x="1135" y="4632"/>
                  </a:cubicBezTo>
                  <a:cubicBezTo>
                    <a:pt x="1135" y="4916"/>
                    <a:pt x="1041" y="5168"/>
                    <a:pt x="883" y="5357"/>
                  </a:cubicBezTo>
                  <a:cubicBezTo>
                    <a:pt x="1041" y="5546"/>
                    <a:pt x="1135" y="5798"/>
                    <a:pt x="1135" y="6081"/>
                  </a:cubicBezTo>
                  <a:cubicBezTo>
                    <a:pt x="1135" y="6554"/>
                    <a:pt x="883" y="6932"/>
                    <a:pt x="442" y="7058"/>
                  </a:cubicBezTo>
                  <a:lnTo>
                    <a:pt x="442" y="7121"/>
                  </a:lnTo>
                  <a:lnTo>
                    <a:pt x="3246" y="7121"/>
                  </a:lnTo>
                  <a:lnTo>
                    <a:pt x="3246" y="5703"/>
                  </a:lnTo>
                  <a:lnTo>
                    <a:pt x="3593" y="5703"/>
                  </a:lnTo>
                  <a:cubicBezTo>
                    <a:pt x="3782" y="5703"/>
                    <a:pt x="3939" y="5546"/>
                    <a:pt x="3939" y="5357"/>
                  </a:cubicBezTo>
                  <a:cubicBezTo>
                    <a:pt x="3939" y="5168"/>
                    <a:pt x="3782" y="5010"/>
                    <a:pt x="3593" y="5010"/>
                  </a:cubicBezTo>
                  <a:lnTo>
                    <a:pt x="3246" y="5010"/>
                  </a:lnTo>
                  <a:lnTo>
                    <a:pt x="3246" y="4285"/>
                  </a:lnTo>
                  <a:lnTo>
                    <a:pt x="3593" y="4285"/>
                  </a:lnTo>
                  <a:cubicBezTo>
                    <a:pt x="3782" y="4285"/>
                    <a:pt x="3939" y="4128"/>
                    <a:pt x="3939" y="3939"/>
                  </a:cubicBezTo>
                  <a:cubicBezTo>
                    <a:pt x="3939" y="3750"/>
                    <a:pt x="3782" y="3592"/>
                    <a:pt x="3593" y="3592"/>
                  </a:cubicBezTo>
                  <a:lnTo>
                    <a:pt x="3246" y="3592"/>
                  </a:lnTo>
                  <a:lnTo>
                    <a:pt x="3246" y="2868"/>
                  </a:lnTo>
                  <a:lnTo>
                    <a:pt x="3593" y="2868"/>
                  </a:lnTo>
                  <a:cubicBezTo>
                    <a:pt x="3782" y="2868"/>
                    <a:pt x="3939" y="2710"/>
                    <a:pt x="3939" y="2521"/>
                  </a:cubicBezTo>
                  <a:cubicBezTo>
                    <a:pt x="3939" y="2332"/>
                    <a:pt x="3782" y="2175"/>
                    <a:pt x="3593" y="2175"/>
                  </a:cubicBezTo>
                  <a:lnTo>
                    <a:pt x="3246" y="2175"/>
                  </a:lnTo>
                  <a:cubicBezTo>
                    <a:pt x="3246" y="2017"/>
                    <a:pt x="3183" y="1860"/>
                    <a:pt x="3151" y="1702"/>
                  </a:cubicBezTo>
                  <a:lnTo>
                    <a:pt x="3593" y="1261"/>
                  </a:lnTo>
                  <a:cubicBezTo>
                    <a:pt x="3719" y="1135"/>
                    <a:pt x="3719" y="914"/>
                    <a:pt x="3593" y="757"/>
                  </a:cubicBezTo>
                  <a:cubicBezTo>
                    <a:pt x="3530" y="694"/>
                    <a:pt x="3443" y="662"/>
                    <a:pt x="3352" y="662"/>
                  </a:cubicBezTo>
                  <a:cubicBezTo>
                    <a:pt x="3262" y="662"/>
                    <a:pt x="3167" y="694"/>
                    <a:pt x="3088" y="757"/>
                  </a:cubicBezTo>
                  <a:lnTo>
                    <a:pt x="2773" y="1072"/>
                  </a:lnTo>
                  <a:cubicBezTo>
                    <a:pt x="2616" y="946"/>
                    <a:pt x="2427" y="820"/>
                    <a:pt x="2206" y="757"/>
                  </a:cubicBezTo>
                  <a:lnTo>
                    <a:pt x="2206" y="347"/>
                  </a:lnTo>
                  <a:cubicBezTo>
                    <a:pt x="2206" y="158"/>
                    <a:pt x="2049" y="1"/>
                    <a:pt x="1860"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561" name="Google Shape;7835;p61">
            <a:extLst>
              <a:ext uri="{FF2B5EF4-FFF2-40B4-BE49-F238E27FC236}">
                <a16:creationId xmlns:a16="http://schemas.microsoft.com/office/drawing/2014/main" id="{0D5F15AC-27B1-F8C2-5AF6-063A5EC555AB}"/>
              </a:ext>
            </a:extLst>
          </p:cNvPr>
          <p:cNvGrpSpPr/>
          <p:nvPr/>
        </p:nvGrpSpPr>
        <p:grpSpPr>
          <a:xfrm>
            <a:off x="7508675" y="1400251"/>
            <a:ext cx="442428" cy="443607"/>
            <a:chOff x="-46409700" y="3569100"/>
            <a:chExt cx="300100" cy="300900"/>
          </a:xfrm>
          <a:solidFill>
            <a:srgbClr val="6C1D35"/>
          </a:solidFill>
        </p:grpSpPr>
        <p:sp>
          <p:nvSpPr>
            <p:cNvPr id="562" name="Google Shape;7836;p61">
              <a:extLst>
                <a:ext uri="{FF2B5EF4-FFF2-40B4-BE49-F238E27FC236}">
                  <a16:creationId xmlns:a16="http://schemas.microsoft.com/office/drawing/2014/main" id="{EF66FE8D-AE1B-E3D9-4E79-ADA21FDCA8DA}"/>
                </a:ext>
              </a:extLst>
            </p:cNvPr>
            <p:cNvSpPr/>
            <p:nvPr/>
          </p:nvSpPr>
          <p:spPr>
            <a:xfrm>
              <a:off x="-46234850" y="3569100"/>
              <a:ext cx="18125" cy="52800"/>
            </a:xfrm>
            <a:custGeom>
              <a:avLst/>
              <a:gdLst/>
              <a:ahLst/>
              <a:cxnLst/>
              <a:rect l="l" t="t" r="r" b="b"/>
              <a:pathLst>
                <a:path w="725" h="2112" extrusionOk="0">
                  <a:moveTo>
                    <a:pt x="0" y="1"/>
                  </a:moveTo>
                  <a:lnTo>
                    <a:pt x="0" y="2111"/>
                  </a:lnTo>
                  <a:lnTo>
                    <a:pt x="725" y="2111"/>
                  </a:lnTo>
                  <a:lnTo>
                    <a:pt x="725" y="1"/>
                  </a:lnTo>
                  <a:close/>
                </a:path>
              </a:pathLst>
            </a:custGeom>
            <a:grpFill/>
            <a:ln>
              <a:noFill/>
            </a:ln>
          </p:spPr>
          <p:txBody>
            <a:bodyPr spcFirstLastPara="1" wrap="square" lIns="121900" tIns="121900" rIns="121900" bIns="121900" anchor="ctr" anchorCtr="0">
              <a:noAutofit/>
            </a:bodyPr>
            <a:lstStyle/>
            <a:p>
              <a:endParaRPr sz="2400"/>
            </a:p>
          </p:txBody>
        </p:sp>
        <p:sp>
          <p:nvSpPr>
            <p:cNvPr id="563" name="Google Shape;7837;p61">
              <a:extLst>
                <a:ext uri="{FF2B5EF4-FFF2-40B4-BE49-F238E27FC236}">
                  <a16:creationId xmlns:a16="http://schemas.microsoft.com/office/drawing/2014/main" id="{77D424CA-C859-8524-5FAF-E06A12D3290C}"/>
                </a:ext>
              </a:extLst>
            </p:cNvPr>
            <p:cNvSpPr/>
            <p:nvPr/>
          </p:nvSpPr>
          <p:spPr>
            <a:xfrm>
              <a:off x="-46270300" y="3745525"/>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grpFill/>
            <a:ln>
              <a:noFill/>
            </a:ln>
          </p:spPr>
          <p:txBody>
            <a:bodyPr spcFirstLastPara="1" wrap="square" lIns="121900" tIns="121900" rIns="121900" bIns="121900" anchor="ctr" anchorCtr="0">
              <a:noAutofit/>
            </a:bodyPr>
            <a:lstStyle/>
            <a:p>
              <a:endParaRPr sz="2400"/>
            </a:p>
          </p:txBody>
        </p:sp>
        <p:sp>
          <p:nvSpPr>
            <p:cNvPr id="564" name="Google Shape;7838;p61">
              <a:extLst>
                <a:ext uri="{FF2B5EF4-FFF2-40B4-BE49-F238E27FC236}">
                  <a16:creationId xmlns:a16="http://schemas.microsoft.com/office/drawing/2014/main" id="{DB629062-1FB7-6B7C-7EDD-7C14AADCA3E8}"/>
                </a:ext>
              </a:extLst>
            </p:cNvPr>
            <p:cNvSpPr/>
            <p:nvPr/>
          </p:nvSpPr>
          <p:spPr>
            <a:xfrm>
              <a:off x="-46305750" y="3710875"/>
              <a:ext cx="89025" cy="88225"/>
            </a:xfrm>
            <a:custGeom>
              <a:avLst/>
              <a:gdLst/>
              <a:ahLst/>
              <a:cxnLst/>
              <a:rect l="l" t="t" r="r" b="b"/>
              <a:pathLst>
                <a:path w="3561" h="3529" extrusionOk="0">
                  <a:moveTo>
                    <a:pt x="1765" y="662"/>
                  </a:moveTo>
                  <a:cubicBezTo>
                    <a:pt x="2364" y="662"/>
                    <a:pt x="2836" y="1135"/>
                    <a:pt x="2836" y="1733"/>
                  </a:cubicBezTo>
                  <a:cubicBezTo>
                    <a:pt x="2836" y="2332"/>
                    <a:pt x="2364" y="2804"/>
                    <a:pt x="1765" y="2804"/>
                  </a:cubicBezTo>
                  <a:cubicBezTo>
                    <a:pt x="1198" y="2804"/>
                    <a:pt x="725" y="2332"/>
                    <a:pt x="725" y="1733"/>
                  </a:cubicBezTo>
                  <a:cubicBezTo>
                    <a:pt x="725" y="1135"/>
                    <a:pt x="1198" y="662"/>
                    <a:pt x="1765" y="662"/>
                  </a:cubicBezTo>
                  <a:close/>
                  <a:moveTo>
                    <a:pt x="1765" y="0"/>
                  </a:moveTo>
                  <a:cubicBezTo>
                    <a:pt x="788" y="0"/>
                    <a:pt x="1" y="788"/>
                    <a:pt x="1" y="1765"/>
                  </a:cubicBezTo>
                  <a:cubicBezTo>
                    <a:pt x="1" y="2741"/>
                    <a:pt x="788" y="3529"/>
                    <a:pt x="1765" y="3529"/>
                  </a:cubicBezTo>
                  <a:cubicBezTo>
                    <a:pt x="2773" y="3529"/>
                    <a:pt x="3561" y="2741"/>
                    <a:pt x="3561" y="1765"/>
                  </a:cubicBezTo>
                  <a:cubicBezTo>
                    <a:pt x="3561" y="788"/>
                    <a:pt x="2773" y="0"/>
                    <a:pt x="1765" y="0"/>
                  </a:cubicBezTo>
                  <a:close/>
                </a:path>
              </a:pathLst>
            </a:custGeom>
            <a:grpFill/>
            <a:ln>
              <a:noFill/>
            </a:ln>
          </p:spPr>
          <p:txBody>
            <a:bodyPr spcFirstLastPara="1" wrap="square" lIns="121900" tIns="121900" rIns="121900" bIns="121900" anchor="ctr" anchorCtr="0">
              <a:noAutofit/>
            </a:bodyPr>
            <a:lstStyle/>
            <a:p>
              <a:endParaRPr sz="2400"/>
            </a:p>
          </p:txBody>
        </p:sp>
        <p:sp>
          <p:nvSpPr>
            <p:cNvPr id="565" name="Google Shape;7839;p61">
              <a:extLst>
                <a:ext uri="{FF2B5EF4-FFF2-40B4-BE49-F238E27FC236}">
                  <a16:creationId xmlns:a16="http://schemas.microsoft.com/office/drawing/2014/main" id="{24B77A86-F463-FC25-4A65-C2C37001B1CF}"/>
                </a:ext>
              </a:extLst>
            </p:cNvPr>
            <p:cNvSpPr/>
            <p:nvPr/>
          </p:nvSpPr>
          <p:spPr>
            <a:xfrm>
              <a:off x="-46409700" y="3569900"/>
              <a:ext cx="300100" cy="300100"/>
            </a:xfrm>
            <a:custGeom>
              <a:avLst/>
              <a:gdLst/>
              <a:ahLst/>
              <a:cxnLst/>
              <a:rect l="l" t="t" r="r" b="b"/>
              <a:pathLst>
                <a:path w="12004" h="12004" extrusionOk="0">
                  <a:moveTo>
                    <a:pt x="5923" y="4978"/>
                  </a:moveTo>
                  <a:cubicBezTo>
                    <a:pt x="7278" y="4978"/>
                    <a:pt x="8381" y="6081"/>
                    <a:pt x="8381" y="7404"/>
                  </a:cubicBezTo>
                  <a:cubicBezTo>
                    <a:pt x="8412" y="8758"/>
                    <a:pt x="7309" y="9830"/>
                    <a:pt x="5923" y="9830"/>
                  </a:cubicBezTo>
                  <a:cubicBezTo>
                    <a:pt x="4600" y="9830"/>
                    <a:pt x="3497" y="8727"/>
                    <a:pt x="3497" y="7404"/>
                  </a:cubicBezTo>
                  <a:cubicBezTo>
                    <a:pt x="3497" y="6081"/>
                    <a:pt x="4600" y="4978"/>
                    <a:pt x="5923" y="4978"/>
                  </a:cubicBezTo>
                  <a:close/>
                  <a:moveTo>
                    <a:pt x="2426" y="9861"/>
                  </a:moveTo>
                  <a:cubicBezTo>
                    <a:pt x="2647" y="9861"/>
                    <a:pt x="2773" y="10019"/>
                    <a:pt x="2773" y="10208"/>
                  </a:cubicBezTo>
                  <a:cubicBezTo>
                    <a:pt x="2773" y="10397"/>
                    <a:pt x="2647" y="10554"/>
                    <a:pt x="2426" y="10554"/>
                  </a:cubicBezTo>
                  <a:lnTo>
                    <a:pt x="1733" y="10554"/>
                  </a:lnTo>
                  <a:cubicBezTo>
                    <a:pt x="1512" y="10554"/>
                    <a:pt x="1386" y="10397"/>
                    <a:pt x="1386" y="10208"/>
                  </a:cubicBezTo>
                  <a:cubicBezTo>
                    <a:pt x="1386" y="10019"/>
                    <a:pt x="1512" y="9861"/>
                    <a:pt x="1733" y="9861"/>
                  </a:cubicBezTo>
                  <a:close/>
                  <a:moveTo>
                    <a:pt x="347" y="0"/>
                  </a:moveTo>
                  <a:cubicBezTo>
                    <a:pt x="158" y="0"/>
                    <a:pt x="0" y="158"/>
                    <a:pt x="0" y="347"/>
                  </a:cubicBezTo>
                  <a:lnTo>
                    <a:pt x="0" y="11657"/>
                  </a:lnTo>
                  <a:cubicBezTo>
                    <a:pt x="0" y="11846"/>
                    <a:pt x="158" y="12003"/>
                    <a:pt x="347" y="12003"/>
                  </a:cubicBezTo>
                  <a:lnTo>
                    <a:pt x="11657" y="12003"/>
                  </a:lnTo>
                  <a:cubicBezTo>
                    <a:pt x="11846" y="12003"/>
                    <a:pt x="12004" y="11846"/>
                    <a:pt x="12004" y="11657"/>
                  </a:cubicBezTo>
                  <a:lnTo>
                    <a:pt x="12004" y="2489"/>
                  </a:lnTo>
                  <a:cubicBezTo>
                    <a:pt x="11909" y="2331"/>
                    <a:pt x="11878" y="2237"/>
                    <a:pt x="11846" y="2205"/>
                  </a:cubicBezTo>
                  <a:lnTo>
                    <a:pt x="9830" y="189"/>
                  </a:lnTo>
                  <a:lnTo>
                    <a:pt x="9830" y="3875"/>
                  </a:lnTo>
                  <a:cubicBezTo>
                    <a:pt x="9830" y="4064"/>
                    <a:pt x="9672" y="4222"/>
                    <a:pt x="9483" y="4222"/>
                  </a:cubicBezTo>
                  <a:lnTo>
                    <a:pt x="2458" y="4222"/>
                  </a:lnTo>
                  <a:cubicBezTo>
                    <a:pt x="2269" y="4222"/>
                    <a:pt x="2111" y="4064"/>
                    <a:pt x="2111" y="3875"/>
                  </a:cubicBezTo>
                  <a:lnTo>
                    <a:pt x="2111" y="0"/>
                  </a:lnTo>
                  <a:close/>
                </a:path>
              </a:pathLst>
            </a:custGeom>
            <a:grpFill/>
            <a:ln>
              <a:noFill/>
            </a:ln>
          </p:spPr>
          <p:txBody>
            <a:bodyPr spcFirstLastPara="1" wrap="square" lIns="121900" tIns="121900" rIns="121900" bIns="121900" anchor="ctr" anchorCtr="0">
              <a:noAutofit/>
            </a:bodyPr>
            <a:lstStyle/>
            <a:p>
              <a:endParaRPr sz="2400"/>
            </a:p>
          </p:txBody>
        </p:sp>
        <p:sp>
          <p:nvSpPr>
            <p:cNvPr id="566" name="Google Shape;7840;p61">
              <a:extLst>
                <a:ext uri="{FF2B5EF4-FFF2-40B4-BE49-F238E27FC236}">
                  <a16:creationId xmlns:a16="http://schemas.microsoft.com/office/drawing/2014/main" id="{E23A6FD7-2141-DF1C-B4D5-37F2A72FE1BB}"/>
                </a:ext>
              </a:extLst>
            </p:cNvPr>
            <p:cNvSpPr/>
            <p:nvPr/>
          </p:nvSpPr>
          <p:spPr>
            <a:xfrm>
              <a:off x="-46341175" y="3569100"/>
              <a:ext cx="159125" cy="87450"/>
            </a:xfrm>
            <a:custGeom>
              <a:avLst/>
              <a:gdLst/>
              <a:ahLst/>
              <a:cxnLst/>
              <a:rect l="l" t="t" r="r" b="b"/>
              <a:pathLst>
                <a:path w="6365" h="3498" extrusionOk="0">
                  <a:moveTo>
                    <a:pt x="0" y="1"/>
                  </a:moveTo>
                  <a:lnTo>
                    <a:pt x="0" y="3498"/>
                  </a:lnTo>
                  <a:lnTo>
                    <a:pt x="6364" y="3498"/>
                  </a:lnTo>
                  <a:lnTo>
                    <a:pt x="6364" y="1"/>
                  </a:lnTo>
                  <a:lnTo>
                    <a:pt x="5640" y="1"/>
                  </a:lnTo>
                  <a:lnTo>
                    <a:pt x="5640" y="2426"/>
                  </a:lnTo>
                  <a:cubicBezTo>
                    <a:pt x="5640" y="2647"/>
                    <a:pt x="5482" y="2773"/>
                    <a:pt x="5293" y="2773"/>
                  </a:cubicBezTo>
                  <a:lnTo>
                    <a:pt x="3875" y="2773"/>
                  </a:lnTo>
                  <a:cubicBezTo>
                    <a:pt x="3655" y="2773"/>
                    <a:pt x="3497" y="2647"/>
                    <a:pt x="3497" y="2426"/>
                  </a:cubicBezTo>
                  <a:lnTo>
                    <a:pt x="3497" y="1"/>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567" name="Google Shape;7841;p61">
            <a:extLst>
              <a:ext uri="{FF2B5EF4-FFF2-40B4-BE49-F238E27FC236}">
                <a16:creationId xmlns:a16="http://schemas.microsoft.com/office/drawing/2014/main" id="{C0355652-FA34-312A-0A5F-2ACB3A43ED94}"/>
              </a:ext>
            </a:extLst>
          </p:cNvPr>
          <p:cNvGrpSpPr/>
          <p:nvPr/>
        </p:nvGrpSpPr>
        <p:grpSpPr>
          <a:xfrm>
            <a:off x="7493583" y="1942524"/>
            <a:ext cx="472613" cy="445929"/>
            <a:chOff x="-46422300" y="3936925"/>
            <a:chExt cx="320575" cy="302475"/>
          </a:xfrm>
          <a:solidFill>
            <a:srgbClr val="6C1D35"/>
          </a:solidFill>
        </p:grpSpPr>
        <p:sp>
          <p:nvSpPr>
            <p:cNvPr id="568" name="Google Shape;7842;p61">
              <a:extLst>
                <a:ext uri="{FF2B5EF4-FFF2-40B4-BE49-F238E27FC236}">
                  <a16:creationId xmlns:a16="http://schemas.microsoft.com/office/drawing/2014/main" id="{E43F43C2-369B-EF16-616B-9B9E4E1E8F5A}"/>
                </a:ext>
              </a:extLst>
            </p:cNvPr>
            <p:cNvSpPr/>
            <p:nvPr/>
          </p:nvSpPr>
          <p:spPr>
            <a:xfrm>
              <a:off x="-46254550" y="3936925"/>
              <a:ext cx="152825" cy="300900"/>
            </a:xfrm>
            <a:custGeom>
              <a:avLst/>
              <a:gdLst/>
              <a:ahLst/>
              <a:cxnLst/>
              <a:rect l="l" t="t" r="r" b="b"/>
              <a:pathLst>
                <a:path w="6113" h="12036" extrusionOk="0">
                  <a:moveTo>
                    <a:pt x="1418" y="0"/>
                  </a:moveTo>
                  <a:cubicBezTo>
                    <a:pt x="631" y="0"/>
                    <a:pt x="1" y="630"/>
                    <a:pt x="1" y="1418"/>
                  </a:cubicBezTo>
                  <a:lnTo>
                    <a:pt x="1" y="10617"/>
                  </a:lnTo>
                  <a:cubicBezTo>
                    <a:pt x="1" y="11405"/>
                    <a:pt x="631" y="12035"/>
                    <a:pt x="1418" y="12035"/>
                  </a:cubicBezTo>
                  <a:cubicBezTo>
                    <a:pt x="2332" y="12035"/>
                    <a:pt x="3120" y="11405"/>
                    <a:pt x="3403" y="10554"/>
                  </a:cubicBezTo>
                  <a:lnTo>
                    <a:pt x="3403" y="10554"/>
                  </a:lnTo>
                  <a:cubicBezTo>
                    <a:pt x="3309" y="10554"/>
                    <a:pt x="3246" y="10617"/>
                    <a:pt x="3151" y="10617"/>
                  </a:cubicBezTo>
                  <a:cubicBezTo>
                    <a:pt x="2332" y="10617"/>
                    <a:pt x="1513" y="10302"/>
                    <a:pt x="914" y="9672"/>
                  </a:cubicBezTo>
                  <a:cubicBezTo>
                    <a:pt x="788" y="9546"/>
                    <a:pt x="788" y="9294"/>
                    <a:pt x="914" y="9137"/>
                  </a:cubicBezTo>
                  <a:cubicBezTo>
                    <a:pt x="1024" y="9095"/>
                    <a:pt x="1128" y="9072"/>
                    <a:pt x="1221" y="9072"/>
                  </a:cubicBezTo>
                  <a:cubicBezTo>
                    <a:pt x="1341" y="9072"/>
                    <a:pt x="1442" y="9111"/>
                    <a:pt x="1513" y="9200"/>
                  </a:cubicBezTo>
                  <a:cubicBezTo>
                    <a:pt x="1998" y="9685"/>
                    <a:pt x="2614" y="9906"/>
                    <a:pt x="3224" y="9906"/>
                  </a:cubicBezTo>
                  <a:cubicBezTo>
                    <a:pt x="4477" y="9906"/>
                    <a:pt x="5703" y="8971"/>
                    <a:pt x="5703" y="7467"/>
                  </a:cubicBezTo>
                  <a:cubicBezTo>
                    <a:pt x="5703" y="7215"/>
                    <a:pt x="5672" y="6994"/>
                    <a:pt x="5609" y="6742"/>
                  </a:cubicBezTo>
                  <a:cubicBezTo>
                    <a:pt x="5010" y="7372"/>
                    <a:pt x="4191" y="7814"/>
                    <a:pt x="3246" y="7814"/>
                  </a:cubicBezTo>
                  <a:cubicBezTo>
                    <a:pt x="3025" y="7814"/>
                    <a:pt x="2868" y="7656"/>
                    <a:pt x="2868" y="7467"/>
                  </a:cubicBezTo>
                  <a:cubicBezTo>
                    <a:pt x="2868" y="7246"/>
                    <a:pt x="3025" y="7089"/>
                    <a:pt x="3246" y="7089"/>
                  </a:cubicBezTo>
                  <a:cubicBezTo>
                    <a:pt x="4065" y="7089"/>
                    <a:pt x="4821" y="6679"/>
                    <a:pt x="5231" y="6049"/>
                  </a:cubicBezTo>
                  <a:cubicBezTo>
                    <a:pt x="6113" y="4789"/>
                    <a:pt x="5640" y="3088"/>
                    <a:pt x="4254" y="2426"/>
                  </a:cubicBezTo>
                  <a:cubicBezTo>
                    <a:pt x="4128" y="3844"/>
                    <a:pt x="2931" y="4978"/>
                    <a:pt x="1450" y="4978"/>
                  </a:cubicBezTo>
                  <a:cubicBezTo>
                    <a:pt x="1261" y="4978"/>
                    <a:pt x="1103" y="4821"/>
                    <a:pt x="1103" y="4632"/>
                  </a:cubicBezTo>
                  <a:cubicBezTo>
                    <a:pt x="1103" y="4411"/>
                    <a:pt x="1261" y="4253"/>
                    <a:pt x="1450" y="4253"/>
                  </a:cubicBezTo>
                  <a:cubicBezTo>
                    <a:pt x="2616" y="4253"/>
                    <a:pt x="3561" y="3308"/>
                    <a:pt x="3561" y="2174"/>
                  </a:cubicBezTo>
                  <a:lnTo>
                    <a:pt x="3561" y="2143"/>
                  </a:lnTo>
                  <a:cubicBezTo>
                    <a:pt x="3561" y="945"/>
                    <a:pt x="2616" y="0"/>
                    <a:pt x="1418" y="0"/>
                  </a:cubicBezTo>
                  <a:close/>
                </a:path>
              </a:pathLst>
            </a:custGeom>
            <a:grpFill/>
            <a:ln>
              <a:noFill/>
            </a:ln>
          </p:spPr>
          <p:txBody>
            <a:bodyPr spcFirstLastPara="1" wrap="square" lIns="121900" tIns="121900" rIns="121900" bIns="121900" anchor="ctr" anchorCtr="0">
              <a:noAutofit/>
            </a:bodyPr>
            <a:lstStyle/>
            <a:p>
              <a:endParaRPr sz="2400"/>
            </a:p>
          </p:txBody>
        </p:sp>
        <p:sp>
          <p:nvSpPr>
            <p:cNvPr id="569" name="Google Shape;7843;p61">
              <a:extLst>
                <a:ext uri="{FF2B5EF4-FFF2-40B4-BE49-F238E27FC236}">
                  <a16:creationId xmlns:a16="http://schemas.microsoft.com/office/drawing/2014/main" id="{1E41B178-2D17-DC34-2ABE-F2DB9E9339DA}"/>
                </a:ext>
              </a:extLst>
            </p:cNvPr>
            <p:cNvSpPr/>
            <p:nvPr/>
          </p:nvSpPr>
          <p:spPr>
            <a:xfrm>
              <a:off x="-46422300" y="3938500"/>
              <a:ext cx="152025" cy="300900"/>
            </a:xfrm>
            <a:custGeom>
              <a:avLst/>
              <a:gdLst/>
              <a:ahLst/>
              <a:cxnLst/>
              <a:rect l="l" t="t" r="r" b="b"/>
              <a:pathLst>
                <a:path w="6081" h="12036" extrusionOk="0">
                  <a:moveTo>
                    <a:pt x="4726" y="0"/>
                  </a:moveTo>
                  <a:cubicBezTo>
                    <a:pt x="3529" y="0"/>
                    <a:pt x="2584" y="977"/>
                    <a:pt x="2584" y="2111"/>
                  </a:cubicBezTo>
                  <a:lnTo>
                    <a:pt x="2584" y="2143"/>
                  </a:lnTo>
                  <a:cubicBezTo>
                    <a:pt x="2584" y="3308"/>
                    <a:pt x="3529" y="4253"/>
                    <a:pt x="4663" y="4253"/>
                  </a:cubicBezTo>
                  <a:cubicBezTo>
                    <a:pt x="4883" y="4253"/>
                    <a:pt x="5041" y="4411"/>
                    <a:pt x="5041" y="4600"/>
                  </a:cubicBezTo>
                  <a:cubicBezTo>
                    <a:pt x="5041" y="4789"/>
                    <a:pt x="4883" y="4947"/>
                    <a:pt x="4663" y="4947"/>
                  </a:cubicBezTo>
                  <a:cubicBezTo>
                    <a:pt x="3214" y="4947"/>
                    <a:pt x="2048" y="3812"/>
                    <a:pt x="1890" y="2395"/>
                  </a:cubicBezTo>
                  <a:cubicBezTo>
                    <a:pt x="441" y="3056"/>
                    <a:pt x="0" y="4758"/>
                    <a:pt x="882" y="6018"/>
                  </a:cubicBezTo>
                  <a:cubicBezTo>
                    <a:pt x="1323" y="6648"/>
                    <a:pt x="2111" y="7057"/>
                    <a:pt x="2930" y="7057"/>
                  </a:cubicBezTo>
                  <a:cubicBezTo>
                    <a:pt x="3151" y="7057"/>
                    <a:pt x="3277" y="7215"/>
                    <a:pt x="3277" y="7435"/>
                  </a:cubicBezTo>
                  <a:cubicBezTo>
                    <a:pt x="3277" y="7625"/>
                    <a:pt x="3151" y="7782"/>
                    <a:pt x="2930" y="7782"/>
                  </a:cubicBezTo>
                  <a:cubicBezTo>
                    <a:pt x="1985" y="7782"/>
                    <a:pt x="1166" y="7341"/>
                    <a:pt x="567" y="6711"/>
                  </a:cubicBezTo>
                  <a:cubicBezTo>
                    <a:pt x="504" y="6963"/>
                    <a:pt x="441" y="7183"/>
                    <a:pt x="441" y="7435"/>
                  </a:cubicBezTo>
                  <a:cubicBezTo>
                    <a:pt x="441" y="8940"/>
                    <a:pt x="1695" y="9874"/>
                    <a:pt x="2958" y="9874"/>
                  </a:cubicBezTo>
                  <a:cubicBezTo>
                    <a:pt x="3572" y="9874"/>
                    <a:pt x="4188" y="9653"/>
                    <a:pt x="4663" y="9168"/>
                  </a:cubicBezTo>
                  <a:cubicBezTo>
                    <a:pt x="4726" y="9105"/>
                    <a:pt x="4813" y="9074"/>
                    <a:pt x="4903" y="9074"/>
                  </a:cubicBezTo>
                  <a:cubicBezTo>
                    <a:pt x="4994" y="9074"/>
                    <a:pt x="5088" y="9105"/>
                    <a:pt x="5167" y="9168"/>
                  </a:cubicBezTo>
                  <a:cubicBezTo>
                    <a:pt x="5293" y="9263"/>
                    <a:pt x="5293" y="9515"/>
                    <a:pt x="5167" y="9672"/>
                  </a:cubicBezTo>
                  <a:cubicBezTo>
                    <a:pt x="4600" y="10271"/>
                    <a:pt x="3812" y="10617"/>
                    <a:pt x="2930" y="10617"/>
                  </a:cubicBezTo>
                  <a:cubicBezTo>
                    <a:pt x="2867" y="10617"/>
                    <a:pt x="2773" y="10617"/>
                    <a:pt x="2710" y="10586"/>
                  </a:cubicBezTo>
                  <a:lnTo>
                    <a:pt x="2710" y="10586"/>
                  </a:lnTo>
                  <a:cubicBezTo>
                    <a:pt x="2962" y="11405"/>
                    <a:pt x="3749" y="12035"/>
                    <a:pt x="4663" y="12035"/>
                  </a:cubicBezTo>
                  <a:cubicBezTo>
                    <a:pt x="5450" y="12035"/>
                    <a:pt x="6081" y="11405"/>
                    <a:pt x="6081" y="10617"/>
                  </a:cubicBezTo>
                  <a:lnTo>
                    <a:pt x="6081" y="1450"/>
                  </a:lnTo>
                  <a:cubicBezTo>
                    <a:pt x="6081" y="599"/>
                    <a:pt x="5450" y="0"/>
                    <a:pt x="4726"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570" name="Google Shape;7844;p61">
            <a:extLst>
              <a:ext uri="{FF2B5EF4-FFF2-40B4-BE49-F238E27FC236}">
                <a16:creationId xmlns:a16="http://schemas.microsoft.com/office/drawing/2014/main" id="{DD1B0D75-3FA1-5547-C7AA-C721BE5E33ED}"/>
              </a:ext>
            </a:extLst>
          </p:cNvPr>
          <p:cNvGrpSpPr/>
          <p:nvPr/>
        </p:nvGrpSpPr>
        <p:grpSpPr>
          <a:xfrm>
            <a:off x="9707323" y="1387499"/>
            <a:ext cx="443607" cy="442428"/>
            <a:chOff x="-44914800" y="3560450"/>
            <a:chExt cx="300900" cy="300100"/>
          </a:xfrm>
          <a:solidFill>
            <a:srgbClr val="6C1D35"/>
          </a:solidFill>
        </p:grpSpPr>
        <p:sp>
          <p:nvSpPr>
            <p:cNvPr id="571" name="Google Shape;7845;p61">
              <a:extLst>
                <a:ext uri="{FF2B5EF4-FFF2-40B4-BE49-F238E27FC236}">
                  <a16:creationId xmlns:a16="http://schemas.microsoft.com/office/drawing/2014/main" id="{943FB51E-5806-A7C0-EC9D-C697662FABDC}"/>
                </a:ext>
              </a:extLst>
            </p:cNvPr>
            <p:cNvSpPr/>
            <p:nvPr/>
          </p:nvSpPr>
          <p:spPr>
            <a:xfrm>
              <a:off x="-44914800" y="3560450"/>
              <a:ext cx="300900" cy="300100"/>
            </a:xfrm>
            <a:custGeom>
              <a:avLst/>
              <a:gdLst/>
              <a:ahLst/>
              <a:cxnLst/>
              <a:rect l="l" t="t" r="r" b="b"/>
              <a:pathLst>
                <a:path w="12036" h="12004" extrusionOk="0">
                  <a:moveTo>
                    <a:pt x="9893" y="1418"/>
                  </a:moveTo>
                  <a:lnTo>
                    <a:pt x="9893" y="1764"/>
                  </a:lnTo>
                  <a:cubicBezTo>
                    <a:pt x="9893" y="1953"/>
                    <a:pt x="10051" y="2111"/>
                    <a:pt x="10240" y="2111"/>
                  </a:cubicBezTo>
                  <a:lnTo>
                    <a:pt x="10618" y="2111"/>
                  </a:lnTo>
                  <a:lnTo>
                    <a:pt x="10618" y="9924"/>
                  </a:lnTo>
                  <a:lnTo>
                    <a:pt x="10240" y="9924"/>
                  </a:lnTo>
                  <a:cubicBezTo>
                    <a:pt x="10051" y="9924"/>
                    <a:pt x="9893" y="10082"/>
                    <a:pt x="9893" y="10271"/>
                  </a:cubicBezTo>
                  <a:lnTo>
                    <a:pt x="9893" y="10617"/>
                  </a:lnTo>
                  <a:lnTo>
                    <a:pt x="2143" y="10617"/>
                  </a:lnTo>
                  <a:lnTo>
                    <a:pt x="2143" y="10271"/>
                  </a:lnTo>
                  <a:cubicBezTo>
                    <a:pt x="2143" y="10082"/>
                    <a:pt x="1985" y="9924"/>
                    <a:pt x="1796" y="9924"/>
                  </a:cubicBezTo>
                  <a:lnTo>
                    <a:pt x="1450" y="9924"/>
                  </a:lnTo>
                  <a:lnTo>
                    <a:pt x="1450" y="2142"/>
                  </a:lnTo>
                  <a:lnTo>
                    <a:pt x="1796" y="2142"/>
                  </a:lnTo>
                  <a:cubicBezTo>
                    <a:pt x="1985" y="2142"/>
                    <a:pt x="2143" y="1985"/>
                    <a:pt x="2143" y="1796"/>
                  </a:cubicBezTo>
                  <a:lnTo>
                    <a:pt x="2143" y="1418"/>
                  </a:lnTo>
                  <a:close/>
                  <a:moveTo>
                    <a:pt x="379" y="0"/>
                  </a:moveTo>
                  <a:cubicBezTo>
                    <a:pt x="158" y="0"/>
                    <a:pt x="1" y="158"/>
                    <a:pt x="1" y="347"/>
                  </a:cubicBezTo>
                  <a:lnTo>
                    <a:pt x="1" y="1764"/>
                  </a:lnTo>
                  <a:cubicBezTo>
                    <a:pt x="1" y="1953"/>
                    <a:pt x="158" y="2111"/>
                    <a:pt x="379" y="2111"/>
                  </a:cubicBezTo>
                  <a:lnTo>
                    <a:pt x="725" y="2111"/>
                  </a:lnTo>
                  <a:lnTo>
                    <a:pt x="725" y="9861"/>
                  </a:lnTo>
                  <a:lnTo>
                    <a:pt x="379" y="9861"/>
                  </a:lnTo>
                  <a:cubicBezTo>
                    <a:pt x="158" y="9861"/>
                    <a:pt x="1" y="10019"/>
                    <a:pt x="1" y="10208"/>
                  </a:cubicBezTo>
                  <a:lnTo>
                    <a:pt x="1" y="11657"/>
                  </a:lnTo>
                  <a:cubicBezTo>
                    <a:pt x="1" y="11846"/>
                    <a:pt x="158" y="12003"/>
                    <a:pt x="379" y="12003"/>
                  </a:cubicBezTo>
                  <a:lnTo>
                    <a:pt x="1796" y="12003"/>
                  </a:lnTo>
                  <a:cubicBezTo>
                    <a:pt x="1985" y="12003"/>
                    <a:pt x="2143" y="11846"/>
                    <a:pt x="2143" y="11657"/>
                  </a:cubicBezTo>
                  <a:lnTo>
                    <a:pt x="2143" y="11279"/>
                  </a:lnTo>
                  <a:lnTo>
                    <a:pt x="9893" y="11279"/>
                  </a:lnTo>
                  <a:lnTo>
                    <a:pt x="9893" y="11657"/>
                  </a:lnTo>
                  <a:cubicBezTo>
                    <a:pt x="9893" y="11846"/>
                    <a:pt x="10051" y="12003"/>
                    <a:pt x="10240" y="12003"/>
                  </a:cubicBezTo>
                  <a:lnTo>
                    <a:pt x="11657" y="12003"/>
                  </a:lnTo>
                  <a:cubicBezTo>
                    <a:pt x="11878" y="12003"/>
                    <a:pt x="12036" y="11846"/>
                    <a:pt x="12036" y="11657"/>
                  </a:cubicBezTo>
                  <a:lnTo>
                    <a:pt x="12036" y="10208"/>
                  </a:lnTo>
                  <a:cubicBezTo>
                    <a:pt x="12036" y="10019"/>
                    <a:pt x="11878" y="9861"/>
                    <a:pt x="11657" y="9861"/>
                  </a:cubicBezTo>
                  <a:lnTo>
                    <a:pt x="11311" y="9861"/>
                  </a:lnTo>
                  <a:lnTo>
                    <a:pt x="11311" y="2111"/>
                  </a:lnTo>
                  <a:lnTo>
                    <a:pt x="11657" y="2111"/>
                  </a:lnTo>
                  <a:cubicBezTo>
                    <a:pt x="11878" y="2111"/>
                    <a:pt x="12036" y="1953"/>
                    <a:pt x="12036" y="1764"/>
                  </a:cubicBezTo>
                  <a:lnTo>
                    <a:pt x="12036" y="347"/>
                  </a:lnTo>
                  <a:cubicBezTo>
                    <a:pt x="12036" y="158"/>
                    <a:pt x="11878" y="0"/>
                    <a:pt x="11657" y="0"/>
                  </a:cubicBezTo>
                  <a:lnTo>
                    <a:pt x="10240" y="0"/>
                  </a:lnTo>
                  <a:cubicBezTo>
                    <a:pt x="10051" y="0"/>
                    <a:pt x="9893" y="158"/>
                    <a:pt x="9893" y="347"/>
                  </a:cubicBezTo>
                  <a:lnTo>
                    <a:pt x="9893" y="693"/>
                  </a:lnTo>
                  <a:lnTo>
                    <a:pt x="2143" y="693"/>
                  </a:lnTo>
                  <a:lnTo>
                    <a:pt x="2143" y="347"/>
                  </a:lnTo>
                  <a:cubicBezTo>
                    <a:pt x="2143" y="158"/>
                    <a:pt x="1985" y="0"/>
                    <a:pt x="1796" y="0"/>
                  </a:cubicBezTo>
                  <a:close/>
                </a:path>
              </a:pathLst>
            </a:custGeom>
            <a:grpFill/>
            <a:ln>
              <a:noFill/>
            </a:ln>
          </p:spPr>
          <p:txBody>
            <a:bodyPr spcFirstLastPara="1" wrap="square" lIns="121900" tIns="121900" rIns="121900" bIns="121900" anchor="ctr" anchorCtr="0">
              <a:noAutofit/>
            </a:bodyPr>
            <a:lstStyle/>
            <a:p>
              <a:endParaRPr sz="2400"/>
            </a:p>
          </p:txBody>
        </p:sp>
        <p:sp>
          <p:nvSpPr>
            <p:cNvPr id="572" name="Google Shape;7846;p61">
              <a:extLst>
                <a:ext uri="{FF2B5EF4-FFF2-40B4-BE49-F238E27FC236}">
                  <a16:creationId xmlns:a16="http://schemas.microsoft.com/office/drawing/2014/main" id="{08D2F807-F741-C44E-973A-A0AD1EA4AE11}"/>
                </a:ext>
              </a:extLst>
            </p:cNvPr>
            <p:cNvSpPr/>
            <p:nvPr/>
          </p:nvSpPr>
          <p:spPr>
            <a:xfrm>
              <a:off x="-44861250" y="3632100"/>
              <a:ext cx="193800" cy="146525"/>
            </a:xfrm>
            <a:custGeom>
              <a:avLst/>
              <a:gdLst/>
              <a:ahLst/>
              <a:cxnLst/>
              <a:rect l="l" t="t" r="r" b="b"/>
              <a:pathLst>
                <a:path w="7752" h="5861" extrusionOk="0">
                  <a:moveTo>
                    <a:pt x="3845" y="1009"/>
                  </a:moveTo>
                  <a:cubicBezTo>
                    <a:pt x="4443" y="1009"/>
                    <a:pt x="4916" y="1482"/>
                    <a:pt x="4916" y="2080"/>
                  </a:cubicBezTo>
                  <a:cubicBezTo>
                    <a:pt x="4916" y="2679"/>
                    <a:pt x="4443" y="3151"/>
                    <a:pt x="3845" y="3151"/>
                  </a:cubicBezTo>
                  <a:cubicBezTo>
                    <a:pt x="3277" y="3151"/>
                    <a:pt x="2805" y="2679"/>
                    <a:pt x="2805" y="2080"/>
                  </a:cubicBezTo>
                  <a:cubicBezTo>
                    <a:pt x="2805" y="1482"/>
                    <a:pt x="3277" y="1009"/>
                    <a:pt x="3845" y="1009"/>
                  </a:cubicBezTo>
                  <a:close/>
                  <a:moveTo>
                    <a:pt x="348" y="1"/>
                  </a:moveTo>
                  <a:cubicBezTo>
                    <a:pt x="158" y="1"/>
                    <a:pt x="1" y="159"/>
                    <a:pt x="1" y="348"/>
                  </a:cubicBezTo>
                  <a:lnTo>
                    <a:pt x="1" y="5829"/>
                  </a:lnTo>
                  <a:lnTo>
                    <a:pt x="2206" y="3624"/>
                  </a:lnTo>
                  <a:cubicBezTo>
                    <a:pt x="2269" y="3561"/>
                    <a:pt x="2356" y="3530"/>
                    <a:pt x="2447" y="3530"/>
                  </a:cubicBezTo>
                  <a:cubicBezTo>
                    <a:pt x="2537" y="3530"/>
                    <a:pt x="2632" y="3561"/>
                    <a:pt x="2710" y="3624"/>
                  </a:cubicBezTo>
                  <a:lnTo>
                    <a:pt x="3939" y="4821"/>
                  </a:lnTo>
                  <a:lnTo>
                    <a:pt x="5042" y="3656"/>
                  </a:lnTo>
                  <a:cubicBezTo>
                    <a:pt x="5136" y="3561"/>
                    <a:pt x="5199" y="3530"/>
                    <a:pt x="5294" y="3530"/>
                  </a:cubicBezTo>
                  <a:cubicBezTo>
                    <a:pt x="5388" y="3530"/>
                    <a:pt x="5483" y="3561"/>
                    <a:pt x="5546" y="3656"/>
                  </a:cubicBezTo>
                  <a:lnTo>
                    <a:pt x="7751" y="5861"/>
                  </a:lnTo>
                  <a:lnTo>
                    <a:pt x="7751" y="379"/>
                  </a:lnTo>
                  <a:cubicBezTo>
                    <a:pt x="7720" y="159"/>
                    <a:pt x="7562" y="1"/>
                    <a:pt x="7373" y="1"/>
                  </a:cubicBezTo>
                  <a:close/>
                </a:path>
              </a:pathLst>
            </a:custGeom>
            <a:grpFill/>
            <a:ln>
              <a:noFill/>
            </a:ln>
          </p:spPr>
          <p:txBody>
            <a:bodyPr spcFirstLastPara="1" wrap="square" lIns="121900" tIns="121900" rIns="121900" bIns="121900" anchor="ctr" anchorCtr="0">
              <a:noAutofit/>
            </a:bodyPr>
            <a:lstStyle/>
            <a:p>
              <a:endParaRPr sz="2400"/>
            </a:p>
          </p:txBody>
        </p:sp>
        <p:sp>
          <p:nvSpPr>
            <p:cNvPr id="573" name="Google Shape;7847;p61">
              <a:extLst>
                <a:ext uri="{FF2B5EF4-FFF2-40B4-BE49-F238E27FC236}">
                  <a16:creationId xmlns:a16="http://schemas.microsoft.com/office/drawing/2014/main" id="{169EEFE2-E9F8-BEC9-1AC8-78427EC9944C}"/>
                </a:ext>
              </a:extLst>
            </p:cNvPr>
            <p:cNvSpPr/>
            <p:nvPr/>
          </p:nvSpPr>
          <p:spPr>
            <a:xfrm>
              <a:off x="-44773800" y="3675425"/>
              <a:ext cx="18125" cy="17350"/>
            </a:xfrm>
            <a:custGeom>
              <a:avLst/>
              <a:gdLst/>
              <a:ahLst/>
              <a:cxnLst/>
              <a:rect l="l" t="t" r="r" b="b"/>
              <a:pathLst>
                <a:path w="725" h="694" extrusionOk="0">
                  <a:moveTo>
                    <a:pt x="347" y="1"/>
                  </a:moveTo>
                  <a:cubicBezTo>
                    <a:pt x="158" y="1"/>
                    <a:pt x="0" y="158"/>
                    <a:pt x="0" y="347"/>
                  </a:cubicBezTo>
                  <a:cubicBezTo>
                    <a:pt x="0" y="536"/>
                    <a:pt x="158" y="694"/>
                    <a:pt x="347" y="694"/>
                  </a:cubicBezTo>
                  <a:cubicBezTo>
                    <a:pt x="567" y="694"/>
                    <a:pt x="725" y="536"/>
                    <a:pt x="725" y="347"/>
                  </a:cubicBezTo>
                  <a:cubicBezTo>
                    <a:pt x="725" y="158"/>
                    <a:pt x="567" y="1"/>
                    <a:pt x="347" y="1"/>
                  </a:cubicBezTo>
                  <a:close/>
                </a:path>
              </a:pathLst>
            </a:custGeom>
            <a:grpFill/>
            <a:ln>
              <a:noFill/>
            </a:ln>
          </p:spPr>
          <p:txBody>
            <a:bodyPr spcFirstLastPara="1" wrap="square" lIns="121900" tIns="121900" rIns="121900" bIns="121900" anchor="ctr" anchorCtr="0">
              <a:noAutofit/>
            </a:bodyPr>
            <a:lstStyle/>
            <a:p>
              <a:endParaRPr sz="2400"/>
            </a:p>
          </p:txBody>
        </p:sp>
        <p:sp>
          <p:nvSpPr>
            <p:cNvPr id="574" name="Google Shape;7848;p61">
              <a:extLst>
                <a:ext uri="{FF2B5EF4-FFF2-40B4-BE49-F238E27FC236}">
                  <a16:creationId xmlns:a16="http://schemas.microsoft.com/office/drawing/2014/main" id="{9F640F60-5491-D4F5-3AFF-308E8C3AB184}"/>
                </a:ext>
              </a:extLst>
            </p:cNvPr>
            <p:cNvSpPr/>
            <p:nvPr/>
          </p:nvSpPr>
          <p:spPr>
            <a:xfrm>
              <a:off x="-44750975" y="3741600"/>
              <a:ext cx="70900" cy="48050"/>
            </a:xfrm>
            <a:custGeom>
              <a:avLst/>
              <a:gdLst/>
              <a:ahLst/>
              <a:cxnLst/>
              <a:rect l="l" t="t" r="r" b="b"/>
              <a:pathLst>
                <a:path w="2836" h="1922" extrusionOk="0">
                  <a:moveTo>
                    <a:pt x="883" y="0"/>
                  </a:moveTo>
                  <a:lnTo>
                    <a:pt x="1" y="945"/>
                  </a:lnTo>
                  <a:lnTo>
                    <a:pt x="1009" y="1922"/>
                  </a:lnTo>
                  <a:lnTo>
                    <a:pt x="2836" y="1922"/>
                  </a:lnTo>
                  <a:lnTo>
                    <a:pt x="883" y="0"/>
                  </a:lnTo>
                  <a:close/>
                </a:path>
              </a:pathLst>
            </a:custGeom>
            <a:grpFill/>
            <a:ln>
              <a:noFill/>
            </a:ln>
          </p:spPr>
          <p:txBody>
            <a:bodyPr spcFirstLastPara="1" wrap="square" lIns="121900" tIns="121900" rIns="121900" bIns="121900" anchor="ctr" anchorCtr="0">
              <a:noAutofit/>
            </a:bodyPr>
            <a:lstStyle/>
            <a:p>
              <a:endParaRPr sz="2400"/>
            </a:p>
          </p:txBody>
        </p:sp>
        <p:sp>
          <p:nvSpPr>
            <p:cNvPr id="575" name="Google Shape;7849;p61">
              <a:extLst>
                <a:ext uri="{FF2B5EF4-FFF2-40B4-BE49-F238E27FC236}">
                  <a16:creationId xmlns:a16="http://schemas.microsoft.com/office/drawing/2014/main" id="{669673E4-8C1C-1EEB-2A05-AF23A28FF326}"/>
                </a:ext>
              </a:extLst>
            </p:cNvPr>
            <p:cNvSpPr/>
            <p:nvPr/>
          </p:nvSpPr>
          <p:spPr>
            <a:xfrm>
              <a:off x="-44848625" y="3740025"/>
              <a:ext cx="97675" cy="49625"/>
            </a:xfrm>
            <a:custGeom>
              <a:avLst/>
              <a:gdLst/>
              <a:ahLst/>
              <a:cxnLst/>
              <a:rect l="l" t="t" r="r" b="b"/>
              <a:pathLst>
                <a:path w="3907" h="1985" extrusionOk="0">
                  <a:moveTo>
                    <a:pt x="1985" y="0"/>
                  </a:moveTo>
                  <a:lnTo>
                    <a:pt x="0" y="1985"/>
                  </a:lnTo>
                  <a:lnTo>
                    <a:pt x="3907" y="1985"/>
                  </a:lnTo>
                  <a:lnTo>
                    <a:pt x="1985" y="0"/>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576" name="Google Shape;7860;p61">
            <a:extLst>
              <a:ext uri="{FF2B5EF4-FFF2-40B4-BE49-F238E27FC236}">
                <a16:creationId xmlns:a16="http://schemas.microsoft.com/office/drawing/2014/main" id="{1AD716E4-59F0-588E-22D3-AE1D195558CE}"/>
              </a:ext>
            </a:extLst>
          </p:cNvPr>
          <p:cNvGrpSpPr/>
          <p:nvPr/>
        </p:nvGrpSpPr>
        <p:grpSpPr>
          <a:xfrm>
            <a:off x="2558213" y="1373899"/>
            <a:ext cx="441248" cy="443239"/>
            <a:chOff x="-49764975" y="3551225"/>
            <a:chExt cx="299300" cy="300650"/>
          </a:xfrm>
          <a:solidFill>
            <a:srgbClr val="6C1D35"/>
          </a:solidFill>
        </p:grpSpPr>
        <p:sp>
          <p:nvSpPr>
            <p:cNvPr id="577" name="Google Shape;7861;p61">
              <a:extLst>
                <a:ext uri="{FF2B5EF4-FFF2-40B4-BE49-F238E27FC236}">
                  <a16:creationId xmlns:a16="http://schemas.microsoft.com/office/drawing/2014/main" id="{0884FFD8-9247-9BA7-8750-4D74CD96F89A}"/>
                </a:ext>
              </a:extLst>
            </p:cNvPr>
            <p:cNvSpPr/>
            <p:nvPr/>
          </p:nvSpPr>
          <p:spPr>
            <a:xfrm>
              <a:off x="-49764975" y="3657325"/>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40" y="725"/>
                  </a:lnTo>
                  <a:cubicBezTo>
                    <a:pt x="1260" y="725"/>
                    <a:pt x="1418" y="567"/>
                    <a:pt x="1418" y="378"/>
                  </a:cubicBezTo>
                  <a:cubicBezTo>
                    <a:pt x="1386" y="158"/>
                    <a:pt x="1197" y="0"/>
                    <a:pt x="1040" y="0"/>
                  </a:cubicBezTo>
                  <a:close/>
                </a:path>
              </a:pathLst>
            </a:custGeom>
            <a:grpFill/>
            <a:ln>
              <a:noFill/>
            </a:ln>
          </p:spPr>
          <p:txBody>
            <a:bodyPr spcFirstLastPara="1" wrap="square" lIns="121900" tIns="121900" rIns="121900" bIns="121900" anchor="ctr" anchorCtr="0">
              <a:noAutofit/>
            </a:bodyPr>
            <a:lstStyle/>
            <a:p>
              <a:endParaRPr sz="2400"/>
            </a:p>
          </p:txBody>
        </p:sp>
        <p:sp>
          <p:nvSpPr>
            <p:cNvPr id="578" name="Google Shape;7862;p61">
              <a:extLst>
                <a:ext uri="{FF2B5EF4-FFF2-40B4-BE49-F238E27FC236}">
                  <a16:creationId xmlns:a16="http://schemas.microsoft.com/office/drawing/2014/main" id="{7EA4FEC6-8657-39D8-6D05-1D9B6C3F5002}"/>
                </a:ext>
              </a:extLst>
            </p:cNvPr>
            <p:cNvSpPr/>
            <p:nvPr/>
          </p:nvSpPr>
          <p:spPr>
            <a:xfrm>
              <a:off x="-49763400" y="3598250"/>
              <a:ext cx="31525" cy="29950"/>
            </a:xfrm>
            <a:custGeom>
              <a:avLst/>
              <a:gdLst/>
              <a:ahLst/>
              <a:cxnLst/>
              <a:rect l="l" t="t" r="r" b="b"/>
              <a:pathLst>
                <a:path w="1261" h="1198" extrusionOk="0">
                  <a:moveTo>
                    <a:pt x="390" y="0"/>
                  </a:moveTo>
                  <a:cubicBezTo>
                    <a:pt x="299" y="0"/>
                    <a:pt x="205" y="32"/>
                    <a:pt x="126" y="95"/>
                  </a:cubicBezTo>
                  <a:cubicBezTo>
                    <a:pt x="0" y="221"/>
                    <a:pt x="0" y="441"/>
                    <a:pt x="126" y="599"/>
                  </a:cubicBezTo>
                  <a:lnTo>
                    <a:pt x="630" y="1103"/>
                  </a:lnTo>
                  <a:cubicBezTo>
                    <a:pt x="693" y="1166"/>
                    <a:pt x="780" y="1197"/>
                    <a:pt x="870" y="1197"/>
                  </a:cubicBezTo>
                  <a:cubicBezTo>
                    <a:pt x="961" y="1197"/>
                    <a:pt x="1056" y="1166"/>
                    <a:pt x="1134" y="1103"/>
                  </a:cubicBezTo>
                  <a:cubicBezTo>
                    <a:pt x="1260" y="1008"/>
                    <a:pt x="1260" y="756"/>
                    <a:pt x="1134" y="599"/>
                  </a:cubicBezTo>
                  <a:lnTo>
                    <a:pt x="630" y="95"/>
                  </a:lnTo>
                  <a:cubicBezTo>
                    <a:pt x="567" y="32"/>
                    <a:pt x="481" y="0"/>
                    <a:pt x="390" y="0"/>
                  </a:cubicBezTo>
                  <a:close/>
                </a:path>
              </a:pathLst>
            </a:custGeom>
            <a:grpFill/>
            <a:ln>
              <a:noFill/>
            </a:ln>
          </p:spPr>
          <p:txBody>
            <a:bodyPr spcFirstLastPara="1" wrap="square" lIns="121900" tIns="121900" rIns="121900" bIns="121900" anchor="ctr" anchorCtr="0">
              <a:noAutofit/>
            </a:bodyPr>
            <a:lstStyle/>
            <a:p>
              <a:endParaRPr sz="2400"/>
            </a:p>
          </p:txBody>
        </p:sp>
        <p:sp>
          <p:nvSpPr>
            <p:cNvPr id="579" name="Google Shape;7863;p61">
              <a:extLst>
                <a:ext uri="{FF2B5EF4-FFF2-40B4-BE49-F238E27FC236}">
                  <a16:creationId xmlns:a16="http://schemas.microsoft.com/office/drawing/2014/main" id="{91FC870A-A967-1535-9D71-4F947FE5DA1E}"/>
                </a:ext>
              </a:extLst>
            </p:cNvPr>
            <p:cNvSpPr/>
            <p:nvPr/>
          </p:nvSpPr>
          <p:spPr>
            <a:xfrm>
              <a:off x="-49763400" y="3703975"/>
              <a:ext cx="31525" cy="30550"/>
            </a:xfrm>
            <a:custGeom>
              <a:avLst/>
              <a:gdLst/>
              <a:ahLst/>
              <a:cxnLst/>
              <a:rect l="l" t="t" r="r" b="b"/>
              <a:pathLst>
                <a:path w="1261" h="1222" extrusionOk="0">
                  <a:moveTo>
                    <a:pt x="882" y="1"/>
                  </a:moveTo>
                  <a:cubicBezTo>
                    <a:pt x="796" y="1"/>
                    <a:pt x="709" y="40"/>
                    <a:pt x="630" y="119"/>
                  </a:cubicBezTo>
                  <a:lnTo>
                    <a:pt x="126" y="623"/>
                  </a:lnTo>
                  <a:cubicBezTo>
                    <a:pt x="0" y="749"/>
                    <a:pt x="0" y="970"/>
                    <a:pt x="126" y="1127"/>
                  </a:cubicBezTo>
                  <a:cubicBezTo>
                    <a:pt x="189" y="1190"/>
                    <a:pt x="276" y="1222"/>
                    <a:pt x="366" y="1222"/>
                  </a:cubicBezTo>
                  <a:cubicBezTo>
                    <a:pt x="457" y="1222"/>
                    <a:pt x="551" y="1190"/>
                    <a:pt x="630" y="1127"/>
                  </a:cubicBezTo>
                  <a:lnTo>
                    <a:pt x="1134" y="623"/>
                  </a:lnTo>
                  <a:cubicBezTo>
                    <a:pt x="1260" y="497"/>
                    <a:pt x="1260" y="276"/>
                    <a:pt x="1134" y="119"/>
                  </a:cubicBezTo>
                  <a:cubicBezTo>
                    <a:pt x="1056" y="40"/>
                    <a:pt x="969" y="1"/>
                    <a:pt x="882" y="1"/>
                  </a:cubicBezTo>
                  <a:close/>
                </a:path>
              </a:pathLst>
            </a:custGeom>
            <a:grpFill/>
            <a:ln>
              <a:noFill/>
            </a:ln>
          </p:spPr>
          <p:txBody>
            <a:bodyPr spcFirstLastPara="1" wrap="square" lIns="121900" tIns="121900" rIns="121900" bIns="121900" anchor="ctr" anchorCtr="0">
              <a:noAutofit/>
            </a:bodyPr>
            <a:lstStyle/>
            <a:p>
              <a:endParaRPr sz="2400"/>
            </a:p>
          </p:txBody>
        </p:sp>
        <p:sp>
          <p:nvSpPr>
            <p:cNvPr id="580" name="Google Shape;7864;p61">
              <a:extLst>
                <a:ext uri="{FF2B5EF4-FFF2-40B4-BE49-F238E27FC236}">
                  <a16:creationId xmlns:a16="http://schemas.microsoft.com/office/drawing/2014/main" id="{03CCB663-88AD-D0CC-FC66-233FAACDD565}"/>
                </a:ext>
              </a:extLst>
            </p:cNvPr>
            <p:cNvSpPr/>
            <p:nvPr/>
          </p:nvSpPr>
          <p:spPr>
            <a:xfrm>
              <a:off x="-49501125" y="3657325"/>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grpFill/>
            <a:ln>
              <a:noFill/>
            </a:ln>
          </p:spPr>
          <p:txBody>
            <a:bodyPr spcFirstLastPara="1" wrap="square" lIns="121900" tIns="121900" rIns="121900" bIns="121900" anchor="ctr" anchorCtr="0">
              <a:noAutofit/>
            </a:bodyPr>
            <a:lstStyle/>
            <a:p>
              <a:endParaRPr sz="2400"/>
            </a:p>
          </p:txBody>
        </p:sp>
        <p:sp>
          <p:nvSpPr>
            <p:cNvPr id="581" name="Google Shape;7865;p61">
              <a:extLst>
                <a:ext uri="{FF2B5EF4-FFF2-40B4-BE49-F238E27FC236}">
                  <a16:creationId xmlns:a16="http://schemas.microsoft.com/office/drawing/2014/main" id="{59CEEC9D-B0B5-7588-AE53-BFC7DAF50F4B}"/>
                </a:ext>
              </a:extLst>
            </p:cNvPr>
            <p:cNvSpPr/>
            <p:nvPr/>
          </p:nvSpPr>
          <p:spPr>
            <a:xfrm>
              <a:off x="-49499550" y="3598250"/>
              <a:ext cx="31525" cy="30550"/>
            </a:xfrm>
            <a:custGeom>
              <a:avLst/>
              <a:gdLst/>
              <a:ahLst/>
              <a:cxnLst/>
              <a:rect l="l" t="t" r="r" b="b"/>
              <a:pathLst>
                <a:path w="1261" h="1222" extrusionOk="0">
                  <a:moveTo>
                    <a:pt x="906" y="0"/>
                  </a:moveTo>
                  <a:cubicBezTo>
                    <a:pt x="812" y="0"/>
                    <a:pt x="709" y="32"/>
                    <a:pt x="630" y="95"/>
                  </a:cubicBezTo>
                  <a:lnTo>
                    <a:pt x="126" y="599"/>
                  </a:lnTo>
                  <a:cubicBezTo>
                    <a:pt x="0" y="725"/>
                    <a:pt x="0" y="945"/>
                    <a:pt x="126" y="1103"/>
                  </a:cubicBezTo>
                  <a:cubicBezTo>
                    <a:pt x="205" y="1182"/>
                    <a:pt x="292" y="1221"/>
                    <a:pt x="378" y="1221"/>
                  </a:cubicBezTo>
                  <a:cubicBezTo>
                    <a:pt x="465" y="1221"/>
                    <a:pt x="552" y="1182"/>
                    <a:pt x="630" y="1103"/>
                  </a:cubicBezTo>
                  <a:lnTo>
                    <a:pt x="1134" y="599"/>
                  </a:lnTo>
                  <a:cubicBezTo>
                    <a:pt x="1260" y="473"/>
                    <a:pt x="1260" y="252"/>
                    <a:pt x="1134" y="95"/>
                  </a:cubicBezTo>
                  <a:cubicBezTo>
                    <a:pt x="1087" y="32"/>
                    <a:pt x="1001" y="0"/>
                    <a:pt x="906" y="0"/>
                  </a:cubicBezTo>
                  <a:close/>
                </a:path>
              </a:pathLst>
            </a:custGeom>
            <a:grpFill/>
            <a:ln>
              <a:noFill/>
            </a:ln>
          </p:spPr>
          <p:txBody>
            <a:bodyPr spcFirstLastPara="1" wrap="square" lIns="121900" tIns="121900" rIns="121900" bIns="121900" anchor="ctr" anchorCtr="0">
              <a:noAutofit/>
            </a:bodyPr>
            <a:lstStyle/>
            <a:p>
              <a:endParaRPr sz="2400"/>
            </a:p>
          </p:txBody>
        </p:sp>
        <p:sp>
          <p:nvSpPr>
            <p:cNvPr id="582" name="Google Shape;7866;p61">
              <a:extLst>
                <a:ext uri="{FF2B5EF4-FFF2-40B4-BE49-F238E27FC236}">
                  <a16:creationId xmlns:a16="http://schemas.microsoft.com/office/drawing/2014/main" id="{5F94D569-D74A-682E-26E7-5DC4DA0F4496}"/>
                </a:ext>
              </a:extLst>
            </p:cNvPr>
            <p:cNvSpPr/>
            <p:nvPr/>
          </p:nvSpPr>
          <p:spPr>
            <a:xfrm>
              <a:off x="-49499550" y="3704575"/>
              <a:ext cx="31525" cy="29950"/>
            </a:xfrm>
            <a:custGeom>
              <a:avLst/>
              <a:gdLst/>
              <a:ahLst/>
              <a:cxnLst/>
              <a:rect l="l" t="t" r="r" b="b"/>
              <a:pathLst>
                <a:path w="1261" h="1198" extrusionOk="0">
                  <a:moveTo>
                    <a:pt x="390" y="0"/>
                  </a:moveTo>
                  <a:cubicBezTo>
                    <a:pt x="300" y="0"/>
                    <a:pt x="205" y="32"/>
                    <a:pt x="126" y="95"/>
                  </a:cubicBezTo>
                  <a:cubicBezTo>
                    <a:pt x="0" y="221"/>
                    <a:pt x="0" y="441"/>
                    <a:pt x="126" y="599"/>
                  </a:cubicBezTo>
                  <a:lnTo>
                    <a:pt x="630" y="1103"/>
                  </a:lnTo>
                  <a:cubicBezTo>
                    <a:pt x="693" y="1166"/>
                    <a:pt x="780" y="1198"/>
                    <a:pt x="871" y="1198"/>
                  </a:cubicBezTo>
                  <a:cubicBezTo>
                    <a:pt x="961" y="1198"/>
                    <a:pt x="1056" y="1166"/>
                    <a:pt x="1134" y="1103"/>
                  </a:cubicBezTo>
                  <a:cubicBezTo>
                    <a:pt x="1260" y="1009"/>
                    <a:pt x="1260" y="757"/>
                    <a:pt x="1134" y="599"/>
                  </a:cubicBezTo>
                  <a:lnTo>
                    <a:pt x="630" y="95"/>
                  </a:lnTo>
                  <a:cubicBezTo>
                    <a:pt x="567" y="32"/>
                    <a:pt x="481" y="0"/>
                    <a:pt x="390" y="0"/>
                  </a:cubicBezTo>
                  <a:close/>
                </a:path>
              </a:pathLst>
            </a:custGeom>
            <a:grpFill/>
            <a:ln>
              <a:noFill/>
            </a:ln>
          </p:spPr>
          <p:txBody>
            <a:bodyPr spcFirstLastPara="1" wrap="square" lIns="121900" tIns="121900" rIns="121900" bIns="121900" anchor="ctr" anchorCtr="0">
              <a:noAutofit/>
            </a:bodyPr>
            <a:lstStyle/>
            <a:p>
              <a:endParaRPr sz="2400"/>
            </a:p>
          </p:txBody>
        </p:sp>
        <p:sp>
          <p:nvSpPr>
            <p:cNvPr id="583" name="Google Shape;7867;p61">
              <a:extLst>
                <a:ext uri="{FF2B5EF4-FFF2-40B4-BE49-F238E27FC236}">
                  <a16:creationId xmlns:a16="http://schemas.microsoft.com/office/drawing/2014/main" id="{8F6941B5-519D-1040-3898-631BA4259BBA}"/>
                </a:ext>
              </a:extLst>
            </p:cNvPr>
            <p:cNvSpPr/>
            <p:nvPr/>
          </p:nvSpPr>
          <p:spPr>
            <a:xfrm>
              <a:off x="-49725600" y="3551225"/>
              <a:ext cx="215050" cy="210875"/>
            </a:xfrm>
            <a:custGeom>
              <a:avLst/>
              <a:gdLst/>
              <a:ahLst/>
              <a:cxnLst/>
              <a:rect l="l" t="t" r="r" b="b"/>
              <a:pathLst>
                <a:path w="8602" h="8435" extrusionOk="0">
                  <a:moveTo>
                    <a:pt x="4354" y="0"/>
                  </a:moveTo>
                  <a:cubicBezTo>
                    <a:pt x="4070" y="0"/>
                    <a:pt x="3783" y="28"/>
                    <a:pt x="3497" y="86"/>
                  </a:cubicBezTo>
                  <a:cubicBezTo>
                    <a:pt x="1922" y="401"/>
                    <a:pt x="630" y="1724"/>
                    <a:pt x="252" y="3299"/>
                  </a:cubicBezTo>
                  <a:cubicBezTo>
                    <a:pt x="0" y="4654"/>
                    <a:pt x="347" y="6040"/>
                    <a:pt x="1261" y="7017"/>
                  </a:cubicBezTo>
                  <a:cubicBezTo>
                    <a:pt x="1607" y="7395"/>
                    <a:pt x="1828" y="7930"/>
                    <a:pt x="1922" y="8434"/>
                  </a:cubicBezTo>
                  <a:lnTo>
                    <a:pt x="3025" y="8434"/>
                  </a:lnTo>
                  <a:lnTo>
                    <a:pt x="3025" y="5284"/>
                  </a:lnTo>
                  <a:cubicBezTo>
                    <a:pt x="3025" y="5158"/>
                    <a:pt x="4064" y="3141"/>
                    <a:pt x="4127" y="3047"/>
                  </a:cubicBezTo>
                  <a:cubicBezTo>
                    <a:pt x="4190" y="2921"/>
                    <a:pt x="4317" y="2858"/>
                    <a:pt x="4443" y="2858"/>
                  </a:cubicBezTo>
                  <a:cubicBezTo>
                    <a:pt x="4569" y="2858"/>
                    <a:pt x="4695" y="2921"/>
                    <a:pt x="4758" y="3047"/>
                  </a:cubicBezTo>
                  <a:cubicBezTo>
                    <a:pt x="4852" y="3141"/>
                    <a:pt x="5860" y="5158"/>
                    <a:pt x="5860" y="5284"/>
                  </a:cubicBezTo>
                  <a:lnTo>
                    <a:pt x="5860" y="8434"/>
                  </a:lnTo>
                  <a:lnTo>
                    <a:pt x="6963" y="8434"/>
                  </a:lnTo>
                  <a:cubicBezTo>
                    <a:pt x="7057" y="7930"/>
                    <a:pt x="7278" y="7395"/>
                    <a:pt x="7625" y="6985"/>
                  </a:cubicBezTo>
                  <a:cubicBezTo>
                    <a:pt x="8255" y="6260"/>
                    <a:pt x="8601" y="5284"/>
                    <a:pt x="8601" y="4244"/>
                  </a:cubicBezTo>
                  <a:cubicBezTo>
                    <a:pt x="8601" y="2984"/>
                    <a:pt x="8066" y="1787"/>
                    <a:pt x="7026" y="936"/>
                  </a:cubicBezTo>
                  <a:cubicBezTo>
                    <a:pt x="6270" y="327"/>
                    <a:pt x="5327" y="0"/>
                    <a:pt x="4354" y="0"/>
                  </a:cubicBezTo>
                  <a:close/>
                </a:path>
              </a:pathLst>
            </a:custGeom>
            <a:grpFill/>
            <a:ln>
              <a:noFill/>
            </a:ln>
          </p:spPr>
          <p:txBody>
            <a:bodyPr spcFirstLastPara="1" wrap="square" lIns="121900" tIns="121900" rIns="121900" bIns="121900" anchor="ctr" anchorCtr="0">
              <a:noAutofit/>
            </a:bodyPr>
            <a:lstStyle/>
            <a:p>
              <a:endParaRPr sz="2400"/>
            </a:p>
          </p:txBody>
        </p:sp>
        <p:sp>
          <p:nvSpPr>
            <p:cNvPr id="584" name="Google Shape;7868;p61">
              <a:extLst>
                <a:ext uri="{FF2B5EF4-FFF2-40B4-BE49-F238E27FC236}">
                  <a16:creationId xmlns:a16="http://schemas.microsoft.com/office/drawing/2014/main" id="{04B6DDC9-DEFC-5F04-902B-CF1EAA33FACC}"/>
                </a:ext>
              </a:extLst>
            </p:cNvPr>
            <p:cNvSpPr/>
            <p:nvPr/>
          </p:nvSpPr>
          <p:spPr>
            <a:xfrm>
              <a:off x="-49633450" y="3697475"/>
              <a:ext cx="35475" cy="65400"/>
            </a:xfrm>
            <a:custGeom>
              <a:avLst/>
              <a:gdLst/>
              <a:ahLst/>
              <a:cxnLst/>
              <a:rect l="l" t="t" r="r" b="b"/>
              <a:pathLst>
                <a:path w="1419" h="2616" extrusionOk="0">
                  <a:moveTo>
                    <a:pt x="0" y="1"/>
                  </a:moveTo>
                  <a:lnTo>
                    <a:pt x="0" y="2616"/>
                  </a:lnTo>
                  <a:lnTo>
                    <a:pt x="1418" y="2616"/>
                  </a:lnTo>
                  <a:lnTo>
                    <a:pt x="1418" y="1"/>
                  </a:lnTo>
                  <a:cubicBezTo>
                    <a:pt x="1198" y="95"/>
                    <a:pt x="946" y="127"/>
                    <a:pt x="725" y="127"/>
                  </a:cubicBezTo>
                  <a:cubicBezTo>
                    <a:pt x="473" y="127"/>
                    <a:pt x="252" y="95"/>
                    <a:pt x="0" y="1"/>
                  </a:cubicBezTo>
                  <a:close/>
                </a:path>
              </a:pathLst>
            </a:custGeom>
            <a:grpFill/>
            <a:ln>
              <a:noFill/>
            </a:ln>
          </p:spPr>
          <p:txBody>
            <a:bodyPr spcFirstLastPara="1" wrap="square" lIns="121900" tIns="121900" rIns="121900" bIns="121900" anchor="ctr" anchorCtr="0">
              <a:noAutofit/>
            </a:bodyPr>
            <a:lstStyle/>
            <a:p>
              <a:endParaRPr sz="2400"/>
            </a:p>
          </p:txBody>
        </p:sp>
        <p:sp>
          <p:nvSpPr>
            <p:cNvPr id="585" name="Google Shape;7869;p61">
              <a:extLst>
                <a:ext uri="{FF2B5EF4-FFF2-40B4-BE49-F238E27FC236}">
                  <a16:creationId xmlns:a16="http://schemas.microsoft.com/office/drawing/2014/main" id="{9BF60797-1ED3-46CB-F740-9997F6070C5C}"/>
                </a:ext>
              </a:extLst>
            </p:cNvPr>
            <p:cNvSpPr/>
            <p:nvPr/>
          </p:nvSpPr>
          <p:spPr>
            <a:xfrm>
              <a:off x="-49676775" y="3780975"/>
              <a:ext cx="123675" cy="34675"/>
            </a:xfrm>
            <a:custGeom>
              <a:avLst/>
              <a:gdLst/>
              <a:ahLst/>
              <a:cxnLst/>
              <a:rect l="l" t="t" r="r" b="b"/>
              <a:pathLst>
                <a:path w="4947" h="1387" extrusionOk="0">
                  <a:moveTo>
                    <a:pt x="1" y="0"/>
                  </a:moveTo>
                  <a:lnTo>
                    <a:pt x="1" y="347"/>
                  </a:lnTo>
                  <a:cubicBezTo>
                    <a:pt x="1" y="946"/>
                    <a:pt x="473" y="1387"/>
                    <a:pt x="1072" y="1387"/>
                  </a:cubicBezTo>
                  <a:lnTo>
                    <a:pt x="3876" y="1387"/>
                  </a:lnTo>
                  <a:cubicBezTo>
                    <a:pt x="4474" y="1387"/>
                    <a:pt x="4947" y="946"/>
                    <a:pt x="4947" y="347"/>
                  </a:cubicBezTo>
                  <a:lnTo>
                    <a:pt x="4947" y="0"/>
                  </a:lnTo>
                  <a:close/>
                </a:path>
              </a:pathLst>
            </a:custGeom>
            <a:grpFill/>
            <a:ln>
              <a:noFill/>
            </a:ln>
          </p:spPr>
          <p:txBody>
            <a:bodyPr spcFirstLastPara="1" wrap="square" lIns="121900" tIns="121900" rIns="121900" bIns="121900" anchor="ctr" anchorCtr="0">
              <a:noAutofit/>
            </a:bodyPr>
            <a:lstStyle/>
            <a:p>
              <a:endParaRPr sz="2400"/>
            </a:p>
          </p:txBody>
        </p:sp>
        <p:sp>
          <p:nvSpPr>
            <p:cNvPr id="586" name="Google Shape;7870;p61">
              <a:extLst>
                <a:ext uri="{FF2B5EF4-FFF2-40B4-BE49-F238E27FC236}">
                  <a16:creationId xmlns:a16="http://schemas.microsoft.com/office/drawing/2014/main" id="{131FA101-59EB-003C-B5A7-29B190911015}"/>
                </a:ext>
              </a:extLst>
            </p:cNvPr>
            <p:cNvSpPr/>
            <p:nvPr/>
          </p:nvSpPr>
          <p:spPr>
            <a:xfrm>
              <a:off x="-49630300" y="3651800"/>
              <a:ext cx="29150" cy="31325"/>
            </a:xfrm>
            <a:custGeom>
              <a:avLst/>
              <a:gdLst/>
              <a:ahLst/>
              <a:cxnLst/>
              <a:rect l="l" t="t" r="r" b="b"/>
              <a:pathLst>
                <a:path w="1166" h="1253" extrusionOk="0">
                  <a:moveTo>
                    <a:pt x="599" y="1"/>
                  </a:moveTo>
                  <a:lnTo>
                    <a:pt x="0" y="1135"/>
                  </a:lnTo>
                  <a:cubicBezTo>
                    <a:pt x="189" y="1214"/>
                    <a:pt x="386" y="1253"/>
                    <a:pt x="583" y="1253"/>
                  </a:cubicBezTo>
                  <a:cubicBezTo>
                    <a:pt x="780" y="1253"/>
                    <a:pt x="977" y="1214"/>
                    <a:pt x="1166" y="1135"/>
                  </a:cubicBezTo>
                  <a:lnTo>
                    <a:pt x="599" y="1"/>
                  </a:lnTo>
                  <a:close/>
                </a:path>
              </a:pathLst>
            </a:custGeom>
            <a:grpFill/>
            <a:ln>
              <a:noFill/>
            </a:ln>
          </p:spPr>
          <p:txBody>
            <a:bodyPr spcFirstLastPara="1" wrap="square" lIns="121900" tIns="121900" rIns="121900" bIns="121900" anchor="ctr" anchorCtr="0">
              <a:noAutofit/>
            </a:bodyPr>
            <a:lstStyle/>
            <a:p>
              <a:endParaRPr sz="2400"/>
            </a:p>
          </p:txBody>
        </p:sp>
        <p:sp>
          <p:nvSpPr>
            <p:cNvPr id="587" name="Google Shape;7871;p61">
              <a:extLst>
                <a:ext uri="{FF2B5EF4-FFF2-40B4-BE49-F238E27FC236}">
                  <a16:creationId xmlns:a16="http://schemas.microsoft.com/office/drawing/2014/main" id="{5D4DC298-9166-A9E2-79E2-708C64E7F063}"/>
                </a:ext>
              </a:extLst>
            </p:cNvPr>
            <p:cNvSpPr/>
            <p:nvPr/>
          </p:nvSpPr>
          <p:spPr>
            <a:xfrm>
              <a:off x="-49657875" y="3833750"/>
              <a:ext cx="85100" cy="18125"/>
            </a:xfrm>
            <a:custGeom>
              <a:avLst/>
              <a:gdLst/>
              <a:ahLst/>
              <a:cxnLst/>
              <a:rect l="l" t="t" r="r" b="b"/>
              <a:pathLst>
                <a:path w="3404" h="725" extrusionOk="0">
                  <a:moveTo>
                    <a:pt x="1" y="0"/>
                  </a:moveTo>
                  <a:cubicBezTo>
                    <a:pt x="158" y="410"/>
                    <a:pt x="536" y="725"/>
                    <a:pt x="977" y="725"/>
                  </a:cubicBezTo>
                  <a:lnTo>
                    <a:pt x="2395" y="725"/>
                  </a:lnTo>
                  <a:cubicBezTo>
                    <a:pt x="2868" y="725"/>
                    <a:pt x="3246" y="410"/>
                    <a:pt x="3403"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588" name="Google Shape;7872;p61">
            <a:extLst>
              <a:ext uri="{FF2B5EF4-FFF2-40B4-BE49-F238E27FC236}">
                <a16:creationId xmlns:a16="http://schemas.microsoft.com/office/drawing/2014/main" id="{49A8CB8F-F080-4F04-9D9E-EA18C9F160D4}"/>
              </a:ext>
            </a:extLst>
          </p:cNvPr>
          <p:cNvGrpSpPr/>
          <p:nvPr/>
        </p:nvGrpSpPr>
        <p:grpSpPr>
          <a:xfrm>
            <a:off x="2555303" y="1917830"/>
            <a:ext cx="447072" cy="442759"/>
            <a:chOff x="-49766550" y="3920175"/>
            <a:chExt cx="303250" cy="300325"/>
          </a:xfrm>
          <a:solidFill>
            <a:srgbClr val="6C1D35"/>
          </a:solidFill>
        </p:grpSpPr>
        <p:sp>
          <p:nvSpPr>
            <p:cNvPr id="589" name="Google Shape;7873;p61">
              <a:extLst>
                <a:ext uri="{FF2B5EF4-FFF2-40B4-BE49-F238E27FC236}">
                  <a16:creationId xmlns:a16="http://schemas.microsoft.com/office/drawing/2014/main" id="{92DC4843-B2C5-C6D2-4196-92911E669FA8}"/>
                </a:ext>
              </a:extLst>
            </p:cNvPr>
            <p:cNvSpPr/>
            <p:nvPr/>
          </p:nvSpPr>
          <p:spPr>
            <a:xfrm>
              <a:off x="-49764975" y="3920175"/>
              <a:ext cx="228425" cy="89225"/>
            </a:xfrm>
            <a:custGeom>
              <a:avLst/>
              <a:gdLst/>
              <a:ahLst/>
              <a:cxnLst/>
              <a:rect l="l" t="t" r="r" b="b"/>
              <a:pathLst>
                <a:path w="9137" h="3569" extrusionOk="0">
                  <a:moveTo>
                    <a:pt x="4568" y="1"/>
                  </a:moveTo>
                  <a:cubicBezTo>
                    <a:pt x="2284" y="1"/>
                    <a:pt x="0" y="592"/>
                    <a:pt x="0" y="1773"/>
                  </a:cubicBezTo>
                  <a:cubicBezTo>
                    <a:pt x="0" y="2970"/>
                    <a:pt x="2300" y="3569"/>
                    <a:pt x="4568" y="3569"/>
                  </a:cubicBezTo>
                  <a:cubicBezTo>
                    <a:pt x="6837" y="3569"/>
                    <a:pt x="9137" y="2970"/>
                    <a:pt x="9137" y="1773"/>
                  </a:cubicBezTo>
                  <a:cubicBezTo>
                    <a:pt x="9137" y="592"/>
                    <a:pt x="6852" y="1"/>
                    <a:pt x="4568" y="1"/>
                  </a:cubicBezTo>
                  <a:close/>
                </a:path>
              </a:pathLst>
            </a:custGeom>
            <a:grpFill/>
            <a:ln>
              <a:noFill/>
            </a:ln>
          </p:spPr>
          <p:txBody>
            <a:bodyPr spcFirstLastPara="1" wrap="square" lIns="121900" tIns="121900" rIns="121900" bIns="121900" anchor="ctr" anchorCtr="0">
              <a:noAutofit/>
            </a:bodyPr>
            <a:lstStyle/>
            <a:p>
              <a:endParaRPr sz="2400"/>
            </a:p>
          </p:txBody>
        </p:sp>
        <p:sp>
          <p:nvSpPr>
            <p:cNvPr id="590" name="Google Shape;7874;p61">
              <a:extLst>
                <a:ext uri="{FF2B5EF4-FFF2-40B4-BE49-F238E27FC236}">
                  <a16:creationId xmlns:a16="http://schemas.microsoft.com/office/drawing/2014/main" id="{18D40492-471A-49F2-8DDD-5C2816910BE7}"/>
                </a:ext>
              </a:extLst>
            </p:cNvPr>
            <p:cNvSpPr/>
            <p:nvPr/>
          </p:nvSpPr>
          <p:spPr>
            <a:xfrm>
              <a:off x="-49764975" y="3998350"/>
              <a:ext cx="141775" cy="115800"/>
            </a:xfrm>
            <a:custGeom>
              <a:avLst/>
              <a:gdLst/>
              <a:ahLst/>
              <a:cxnLst/>
              <a:rect l="l" t="t" r="r" b="b"/>
              <a:pathLst>
                <a:path w="5671" h="4632" extrusionOk="0">
                  <a:moveTo>
                    <a:pt x="0" y="1"/>
                  </a:moveTo>
                  <a:lnTo>
                    <a:pt x="0" y="3939"/>
                  </a:lnTo>
                  <a:cubicBezTo>
                    <a:pt x="0" y="4317"/>
                    <a:pt x="315" y="4632"/>
                    <a:pt x="693" y="4632"/>
                  </a:cubicBezTo>
                  <a:cubicBezTo>
                    <a:pt x="1103" y="4632"/>
                    <a:pt x="1418" y="4317"/>
                    <a:pt x="1418" y="3939"/>
                  </a:cubicBezTo>
                  <a:lnTo>
                    <a:pt x="1418" y="2868"/>
                  </a:lnTo>
                  <a:cubicBezTo>
                    <a:pt x="1418" y="2269"/>
                    <a:pt x="1890" y="1796"/>
                    <a:pt x="2457" y="1796"/>
                  </a:cubicBezTo>
                  <a:cubicBezTo>
                    <a:pt x="3056" y="1796"/>
                    <a:pt x="3529" y="2269"/>
                    <a:pt x="3529" y="2868"/>
                  </a:cubicBezTo>
                  <a:lnTo>
                    <a:pt x="3529" y="3592"/>
                  </a:lnTo>
                  <a:cubicBezTo>
                    <a:pt x="3529" y="3781"/>
                    <a:pt x="3686" y="3939"/>
                    <a:pt x="3875" y="3939"/>
                  </a:cubicBezTo>
                  <a:cubicBezTo>
                    <a:pt x="4096" y="3939"/>
                    <a:pt x="4253" y="3781"/>
                    <a:pt x="4253" y="3592"/>
                  </a:cubicBezTo>
                  <a:lnTo>
                    <a:pt x="4253" y="2868"/>
                  </a:lnTo>
                  <a:cubicBezTo>
                    <a:pt x="4253" y="2427"/>
                    <a:pt x="4568" y="1954"/>
                    <a:pt x="5041" y="1828"/>
                  </a:cubicBezTo>
                  <a:cubicBezTo>
                    <a:pt x="5104" y="1796"/>
                    <a:pt x="5198" y="1796"/>
                    <a:pt x="5293" y="1796"/>
                  </a:cubicBezTo>
                  <a:cubicBezTo>
                    <a:pt x="5513" y="1796"/>
                    <a:pt x="5671" y="1639"/>
                    <a:pt x="5671" y="1450"/>
                  </a:cubicBezTo>
                  <a:lnTo>
                    <a:pt x="5671" y="1040"/>
                  </a:lnTo>
                  <a:cubicBezTo>
                    <a:pt x="5293" y="1103"/>
                    <a:pt x="4946" y="1103"/>
                    <a:pt x="4600" y="1103"/>
                  </a:cubicBezTo>
                  <a:cubicBezTo>
                    <a:pt x="2899" y="1103"/>
                    <a:pt x="1008" y="788"/>
                    <a:pt x="0" y="1"/>
                  </a:cubicBezTo>
                  <a:close/>
                </a:path>
              </a:pathLst>
            </a:custGeom>
            <a:grpFill/>
            <a:ln>
              <a:noFill/>
            </a:ln>
          </p:spPr>
          <p:txBody>
            <a:bodyPr spcFirstLastPara="1" wrap="square" lIns="121900" tIns="121900" rIns="121900" bIns="121900" anchor="ctr" anchorCtr="0">
              <a:noAutofit/>
            </a:bodyPr>
            <a:lstStyle/>
            <a:p>
              <a:endParaRPr sz="2400"/>
            </a:p>
          </p:txBody>
        </p:sp>
        <p:sp>
          <p:nvSpPr>
            <p:cNvPr id="591" name="Google Shape;7875;p61">
              <a:extLst>
                <a:ext uri="{FF2B5EF4-FFF2-40B4-BE49-F238E27FC236}">
                  <a16:creationId xmlns:a16="http://schemas.microsoft.com/office/drawing/2014/main" id="{F7A8CF6E-9569-EEA0-ABE2-A13874E1312C}"/>
                </a:ext>
              </a:extLst>
            </p:cNvPr>
            <p:cNvSpPr/>
            <p:nvPr/>
          </p:nvSpPr>
          <p:spPr>
            <a:xfrm>
              <a:off x="-49627150" y="3996000"/>
              <a:ext cx="163850" cy="148100"/>
            </a:xfrm>
            <a:custGeom>
              <a:avLst/>
              <a:gdLst/>
              <a:ahLst/>
              <a:cxnLst/>
              <a:rect l="l" t="t" r="r" b="b"/>
              <a:pathLst>
                <a:path w="6554" h="5924" extrusionOk="0">
                  <a:moveTo>
                    <a:pt x="3655" y="725"/>
                  </a:moveTo>
                  <a:cubicBezTo>
                    <a:pt x="4348" y="1040"/>
                    <a:pt x="5041" y="1544"/>
                    <a:pt x="5451" y="2206"/>
                  </a:cubicBezTo>
                  <a:cubicBezTo>
                    <a:pt x="5766" y="2678"/>
                    <a:pt x="5860" y="3308"/>
                    <a:pt x="5671" y="3875"/>
                  </a:cubicBezTo>
                  <a:cubicBezTo>
                    <a:pt x="5451" y="4411"/>
                    <a:pt x="5041" y="4852"/>
                    <a:pt x="4443" y="5041"/>
                  </a:cubicBezTo>
                  <a:cubicBezTo>
                    <a:pt x="4171" y="5132"/>
                    <a:pt x="3899" y="5193"/>
                    <a:pt x="3655" y="5198"/>
                  </a:cubicBezTo>
                  <a:lnTo>
                    <a:pt x="3655" y="5198"/>
                  </a:lnTo>
                  <a:lnTo>
                    <a:pt x="3655" y="725"/>
                  </a:lnTo>
                  <a:close/>
                  <a:moveTo>
                    <a:pt x="3718" y="0"/>
                  </a:moveTo>
                  <a:cubicBezTo>
                    <a:pt x="3088" y="599"/>
                    <a:pt x="1985" y="914"/>
                    <a:pt x="820" y="1071"/>
                  </a:cubicBezTo>
                  <a:lnTo>
                    <a:pt x="820" y="1544"/>
                  </a:lnTo>
                  <a:cubicBezTo>
                    <a:pt x="820" y="2048"/>
                    <a:pt x="473" y="2489"/>
                    <a:pt x="0" y="2584"/>
                  </a:cubicBezTo>
                  <a:lnTo>
                    <a:pt x="1009" y="3938"/>
                  </a:lnTo>
                  <a:cubicBezTo>
                    <a:pt x="1619" y="4793"/>
                    <a:pt x="2554" y="5263"/>
                    <a:pt x="3557" y="5263"/>
                  </a:cubicBezTo>
                  <a:cubicBezTo>
                    <a:pt x="3579" y="5263"/>
                    <a:pt x="3601" y="5263"/>
                    <a:pt x="3624" y="5262"/>
                  </a:cubicBezTo>
                  <a:lnTo>
                    <a:pt x="3624" y="5262"/>
                  </a:lnTo>
                  <a:lnTo>
                    <a:pt x="3624" y="5923"/>
                  </a:lnTo>
                  <a:cubicBezTo>
                    <a:pt x="3970" y="5923"/>
                    <a:pt x="4317" y="5829"/>
                    <a:pt x="4632" y="5734"/>
                  </a:cubicBezTo>
                  <a:cubicBezTo>
                    <a:pt x="5419" y="5451"/>
                    <a:pt x="6018" y="4852"/>
                    <a:pt x="6301" y="4096"/>
                  </a:cubicBezTo>
                  <a:cubicBezTo>
                    <a:pt x="6553" y="3371"/>
                    <a:pt x="6459" y="2521"/>
                    <a:pt x="6018" y="1859"/>
                  </a:cubicBezTo>
                  <a:cubicBezTo>
                    <a:pt x="5451" y="1040"/>
                    <a:pt x="4632" y="410"/>
                    <a:pt x="3718" y="0"/>
                  </a:cubicBezTo>
                  <a:close/>
                </a:path>
              </a:pathLst>
            </a:custGeom>
            <a:grpFill/>
            <a:ln>
              <a:noFill/>
            </a:ln>
          </p:spPr>
          <p:txBody>
            <a:bodyPr spcFirstLastPara="1" wrap="square" lIns="121900" tIns="121900" rIns="121900" bIns="121900" anchor="ctr" anchorCtr="0">
              <a:noAutofit/>
            </a:bodyPr>
            <a:lstStyle/>
            <a:p>
              <a:endParaRPr sz="2400"/>
            </a:p>
          </p:txBody>
        </p:sp>
        <p:sp>
          <p:nvSpPr>
            <p:cNvPr id="592" name="Google Shape;7876;p61">
              <a:extLst>
                <a:ext uri="{FF2B5EF4-FFF2-40B4-BE49-F238E27FC236}">
                  <a16:creationId xmlns:a16="http://schemas.microsoft.com/office/drawing/2014/main" id="{989D7479-B6E7-8BB6-52CC-035360A5E91D}"/>
                </a:ext>
              </a:extLst>
            </p:cNvPr>
            <p:cNvSpPr/>
            <p:nvPr/>
          </p:nvSpPr>
          <p:spPr>
            <a:xfrm>
              <a:off x="-49766550" y="4061375"/>
              <a:ext cx="230000" cy="159125"/>
            </a:xfrm>
            <a:custGeom>
              <a:avLst/>
              <a:gdLst/>
              <a:ahLst/>
              <a:cxnLst/>
              <a:rect l="l" t="t" r="r" b="b"/>
              <a:pathLst>
                <a:path w="9200" h="6365" extrusionOk="0">
                  <a:moveTo>
                    <a:pt x="2489" y="0"/>
                  </a:moveTo>
                  <a:cubicBezTo>
                    <a:pt x="2300" y="0"/>
                    <a:pt x="2142" y="158"/>
                    <a:pt x="2142" y="347"/>
                  </a:cubicBezTo>
                  <a:lnTo>
                    <a:pt x="2142" y="1418"/>
                  </a:lnTo>
                  <a:cubicBezTo>
                    <a:pt x="2142" y="2205"/>
                    <a:pt x="1481" y="2836"/>
                    <a:pt x="725" y="2836"/>
                  </a:cubicBezTo>
                  <a:cubicBezTo>
                    <a:pt x="441" y="2836"/>
                    <a:pt x="221" y="2741"/>
                    <a:pt x="0" y="2647"/>
                  </a:cubicBezTo>
                  <a:lnTo>
                    <a:pt x="0" y="4600"/>
                  </a:lnTo>
                  <a:cubicBezTo>
                    <a:pt x="0" y="5734"/>
                    <a:pt x="2331" y="6364"/>
                    <a:pt x="4631" y="6364"/>
                  </a:cubicBezTo>
                  <a:cubicBezTo>
                    <a:pt x="6900" y="6364"/>
                    <a:pt x="9200" y="5797"/>
                    <a:pt x="9200" y="4600"/>
                  </a:cubicBezTo>
                  <a:lnTo>
                    <a:pt x="9200" y="3340"/>
                  </a:lnTo>
                  <a:cubicBezTo>
                    <a:pt x="9121" y="3353"/>
                    <a:pt x="9033" y="3360"/>
                    <a:pt x="8938" y="3360"/>
                  </a:cubicBezTo>
                  <a:cubicBezTo>
                    <a:pt x="8153" y="3360"/>
                    <a:pt x="6857" y="2888"/>
                    <a:pt x="5986" y="1764"/>
                  </a:cubicBezTo>
                  <a:lnTo>
                    <a:pt x="4978" y="378"/>
                  </a:lnTo>
                  <a:lnTo>
                    <a:pt x="4978" y="1071"/>
                  </a:lnTo>
                  <a:cubicBezTo>
                    <a:pt x="4978" y="1638"/>
                    <a:pt x="4505" y="2111"/>
                    <a:pt x="3907" y="2111"/>
                  </a:cubicBezTo>
                  <a:cubicBezTo>
                    <a:pt x="3308" y="2111"/>
                    <a:pt x="2836" y="1638"/>
                    <a:pt x="2836" y="1071"/>
                  </a:cubicBezTo>
                  <a:lnTo>
                    <a:pt x="2836" y="347"/>
                  </a:lnTo>
                  <a:cubicBezTo>
                    <a:pt x="2836" y="158"/>
                    <a:pt x="2678" y="0"/>
                    <a:pt x="2489"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593" name="Google Shape;7884;p61">
            <a:extLst>
              <a:ext uri="{FF2B5EF4-FFF2-40B4-BE49-F238E27FC236}">
                <a16:creationId xmlns:a16="http://schemas.microsoft.com/office/drawing/2014/main" id="{7444ADE7-20F8-3F03-47D4-F65506602383}"/>
              </a:ext>
            </a:extLst>
          </p:cNvPr>
          <p:cNvGrpSpPr/>
          <p:nvPr/>
        </p:nvGrpSpPr>
        <p:grpSpPr>
          <a:xfrm>
            <a:off x="5393991" y="1400251"/>
            <a:ext cx="285676" cy="442428"/>
            <a:chOff x="-47839250" y="3569100"/>
            <a:chExt cx="193775" cy="300100"/>
          </a:xfrm>
          <a:solidFill>
            <a:srgbClr val="6C1D35"/>
          </a:solidFill>
        </p:grpSpPr>
        <p:sp>
          <p:nvSpPr>
            <p:cNvPr id="594" name="Google Shape;7885;p61">
              <a:extLst>
                <a:ext uri="{FF2B5EF4-FFF2-40B4-BE49-F238E27FC236}">
                  <a16:creationId xmlns:a16="http://schemas.microsoft.com/office/drawing/2014/main" id="{F0F31A15-8EB7-F922-C12D-CE850CA5C069}"/>
                </a:ext>
              </a:extLst>
            </p:cNvPr>
            <p:cNvSpPr/>
            <p:nvPr/>
          </p:nvSpPr>
          <p:spPr>
            <a:xfrm>
              <a:off x="-47786475" y="3657325"/>
              <a:ext cx="51225" cy="51200"/>
            </a:xfrm>
            <a:custGeom>
              <a:avLst/>
              <a:gdLst/>
              <a:ahLst/>
              <a:cxnLst/>
              <a:rect l="l" t="t" r="r" b="b"/>
              <a:pathLst>
                <a:path w="2049" h="2048" extrusionOk="0">
                  <a:moveTo>
                    <a:pt x="1072" y="0"/>
                  </a:moveTo>
                  <a:cubicBezTo>
                    <a:pt x="473" y="0"/>
                    <a:pt x="1" y="473"/>
                    <a:pt x="1" y="1071"/>
                  </a:cubicBezTo>
                  <a:cubicBezTo>
                    <a:pt x="1" y="1544"/>
                    <a:pt x="284" y="1890"/>
                    <a:pt x="725" y="2048"/>
                  </a:cubicBezTo>
                  <a:lnTo>
                    <a:pt x="725" y="1071"/>
                  </a:lnTo>
                  <a:cubicBezTo>
                    <a:pt x="725" y="882"/>
                    <a:pt x="883" y="725"/>
                    <a:pt x="1072" y="725"/>
                  </a:cubicBezTo>
                  <a:lnTo>
                    <a:pt x="2048" y="725"/>
                  </a:lnTo>
                  <a:cubicBezTo>
                    <a:pt x="1891" y="315"/>
                    <a:pt x="1513" y="0"/>
                    <a:pt x="1072" y="0"/>
                  </a:cubicBezTo>
                  <a:close/>
                </a:path>
              </a:pathLst>
            </a:custGeom>
            <a:grpFill/>
            <a:ln>
              <a:noFill/>
            </a:ln>
          </p:spPr>
          <p:txBody>
            <a:bodyPr spcFirstLastPara="1" wrap="square" lIns="121900" tIns="121900" rIns="121900" bIns="121900" anchor="ctr" anchorCtr="0">
              <a:noAutofit/>
            </a:bodyPr>
            <a:lstStyle/>
            <a:p>
              <a:endParaRPr sz="2400"/>
            </a:p>
          </p:txBody>
        </p:sp>
        <p:sp>
          <p:nvSpPr>
            <p:cNvPr id="595" name="Google Shape;7886;p61">
              <a:extLst>
                <a:ext uri="{FF2B5EF4-FFF2-40B4-BE49-F238E27FC236}">
                  <a16:creationId xmlns:a16="http://schemas.microsoft.com/office/drawing/2014/main" id="{4FC2D8C8-4276-3E25-F5E0-C9DB0D430BDC}"/>
                </a:ext>
              </a:extLst>
            </p:cNvPr>
            <p:cNvSpPr/>
            <p:nvPr/>
          </p:nvSpPr>
          <p:spPr>
            <a:xfrm>
              <a:off x="-47751025" y="3692750"/>
              <a:ext cx="15775" cy="15775"/>
            </a:xfrm>
            <a:custGeom>
              <a:avLst/>
              <a:gdLst/>
              <a:ahLst/>
              <a:cxnLst/>
              <a:rect l="l" t="t" r="r" b="b"/>
              <a:pathLst>
                <a:path w="631" h="631" extrusionOk="0">
                  <a:moveTo>
                    <a:pt x="0" y="1"/>
                  </a:moveTo>
                  <a:lnTo>
                    <a:pt x="0" y="631"/>
                  </a:lnTo>
                  <a:cubicBezTo>
                    <a:pt x="315" y="536"/>
                    <a:pt x="504" y="284"/>
                    <a:pt x="630" y="1"/>
                  </a:cubicBezTo>
                  <a:close/>
                </a:path>
              </a:pathLst>
            </a:custGeom>
            <a:grpFill/>
            <a:ln>
              <a:noFill/>
            </a:ln>
          </p:spPr>
          <p:txBody>
            <a:bodyPr spcFirstLastPara="1" wrap="square" lIns="121900" tIns="121900" rIns="121900" bIns="121900" anchor="ctr" anchorCtr="0">
              <a:noAutofit/>
            </a:bodyPr>
            <a:lstStyle/>
            <a:p>
              <a:endParaRPr sz="2400"/>
            </a:p>
          </p:txBody>
        </p:sp>
        <p:sp>
          <p:nvSpPr>
            <p:cNvPr id="596" name="Google Shape;7887;p61">
              <a:extLst>
                <a:ext uri="{FF2B5EF4-FFF2-40B4-BE49-F238E27FC236}">
                  <a16:creationId xmlns:a16="http://schemas.microsoft.com/office/drawing/2014/main" id="{AA0D0FFD-65AA-4EA3-98BD-32F418A2362D}"/>
                </a:ext>
              </a:extLst>
            </p:cNvPr>
            <p:cNvSpPr/>
            <p:nvPr/>
          </p:nvSpPr>
          <p:spPr>
            <a:xfrm>
              <a:off x="-47838450" y="3569100"/>
              <a:ext cx="192975" cy="35475"/>
            </a:xfrm>
            <a:custGeom>
              <a:avLst/>
              <a:gdLst/>
              <a:ahLst/>
              <a:cxnLst/>
              <a:rect l="l" t="t" r="r" b="b"/>
              <a:pathLst>
                <a:path w="7719" h="1419" extrusionOk="0">
                  <a:moveTo>
                    <a:pt x="347" y="1"/>
                  </a:moveTo>
                  <a:cubicBezTo>
                    <a:pt x="158" y="1"/>
                    <a:pt x="0" y="158"/>
                    <a:pt x="0" y="347"/>
                  </a:cubicBezTo>
                  <a:lnTo>
                    <a:pt x="0" y="1418"/>
                  </a:lnTo>
                  <a:lnTo>
                    <a:pt x="7719" y="1418"/>
                  </a:lnTo>
                  <a:lnTo>
                    <a:pt x="7719" y="347"/>
                  </a:lnTo>
                  <a:cubicBezTo>
                    <a:pt x="7719" y="158"/>
                    <a:pt x="7561" y="1"/>
                    <a:pt x="7372" y="1"/>
                  </a:cubicBezTo>
                  <a:close/>
                </a:path>
              </a:pathLst>
            </a:custGeom>
            <a:grpFill/>
            <a:ln>
              <a:noFill/>
            </a:ln>
          </p:spPr>
          <p:txBody>
            <a:bodyPr spcFirstLastPara="1" wrap="square" lIns="121900" tIns="121900" rIns="121900" bIns="121900" anchor="ctr" anchorCtr="0">
              <a:noAutofit/>
            </a:bodyPr>
            <a:lstStyle/>
            <a:p>
              <a:endParaRPr sz="2400"/>
            </a:p>
          </p:txBody>
        </p:sp>
        <p:sp>
          <p:nvSpPr>
            <p:cNvPr id="597" name="Google Shape;7888;p61">
              <a:extLst>
                <a:ext uri="{FF2B5EF4-FFF2-40B4-BE49-F238E27FC236}">
                  <a16:creationId xmlns:a16="http://schemas.microsoft.com/office/drawing/2014/main" id="{7DB890A4-CA9C-3433-5368-B6C1DFEC7B00}"/>
                </a:ext>
              </a:extLst>
            </p:cNvPr>
            <p:cNvSpPr/>
            <p:nvPr/>
          </p:nvSpPr>
          <p:spPr>
            <a:xfrm>
              <a:off x="-47751025" y="3691975"/>
              <a:ext cx="53575" cy="53575"/>
            </a:xfrm>
            <a:custGeom>
              <a:avLst/>
              <a:gdLst/>
              <a:ahLst/>
              <a:cxnLst/>
              <a:rect l="l" t="t" r="r" b="b"/>
              <a:pathLst>
                <a:path w="2143" h="2143" extrusionOk="0">
                  <a:moveTo>
                    <a:pt x="1386" y="0"/>
                  </a:moveTo>
                  <a:cubicBezTo>
                    <a:pt x="1229" y="662"/>
                    <a:pt x="725" y="1229"/>
                    <a:pt x="0" y="1387"/>
                  </a:cubicBezTo>
                  <a:lnTo>
                    <a:pt x="0" y="2143"/>
                  </a:lnTo>
                  <a:lnTo>
                    <a:pt x="2143" y="2143"/>
                  </a:lnTo>
                  <a:lnTo>
                    <a:pt x="2143" y="0"/>
                  </a:lnTo>
                  <a:close/>
                </a:path>
              </a:pathLst>
            </a:custGeom>
            <a:grpFill/>
            <a:ln>
              <a:noFill/>
            </a:ln>
          </p:spPr>
          <p:txBody>
            <a:bodyPr spcFirstLastPara="1" wrap="square" lIns="121900" tIns="121900" rIns="121900" bIns="121900" anchor="ctr" anchorCtr="0">
              <a:noAutofit/>
            </a:bodyPr>
            <a:lstStyle/>
            <a:p>
              <a:endParaRPr sz="2400"/>
            </a:p>
          </p:txBody>
        </p:sp>
        <p:sp>
          <p:nvSpPr>
            <p:cNvPr id="598" name="Google Shape;7889;p61">
              <a:extLst>
                <a:ext uri="{FF2B5EF4-FFF2-40B4-BE49-F238E27FC236}">
                  <a16:creationId xmlns:a16="http://schemas.microsoft.com/office/drawing/2014/main" id="{5E31D03D-D24C-DE0D-B9B1-8236D23E20B9}"/>
                </a:ext>
              </a:extLst>
            </p:cNvPr>
            <p:cNvSpPr/>
            <p:nvPr/>
          </p:nvSpPr>
          <p:spPr>
            <a:xfrm>
              <a:off x="-47839250" y="3621875"/>
              <a:ext cx="193000" cy="159125"/>
            </a:xfrm>
            <a:custGeom>
              <a:avLst/>
              <a:gdLst/>
              <a:ahLst/>
              <a:cxnLst/>
              <a:rect l="l" t="t" r="r" b="b"/>
              <a:pathLst>
                <a:path w="7720" h="6365" extrusionOk="0">
                  <a:moveTo>
                    <a:pt x="3183" y="725"/>
                  </a:moveTo>
                  <a:cubicBezTo>
                    <a:pt x="4033" y="725"/>
                    <a:pt x="4758" y="1324"/>
                    <a:pt x="4915" y="2143"/>
                  </a:cubicBezTo>
                  <a:lnTo>
                    <a:pt x="6018" y="2143"/>
                  </a:lnTo>
                  <a:cubicBezTo>
                    <a:pt x="6207" y="2143"/>
                    <a:pt x="6365" y="2300"/>
                    <a:pt x="6365" y="2489"/>
                  </a:cubicBezTo>
                  <a:lnTo>
                    <a:pt x="6365" y="5293"/>
                  </a:lnTo>
                  <a:cubicBezTo>
                    <a:pt x="6365" y="5482"/>
                    <a:pt x="6207" y="5640"/>
                    <a:pt x="6018" y="5640"/>
                  </a:cubicBezTo>
                  <a:lnTo>
                    <a:pt x="3214" y="5640"/>
                  </a:lnTo>
                  <a:cubicBezTo>
                    <a:pt x="3025" y="5640"/>
                    <a:pt x="2868" y="5482"/>
                    <a:pt x="2868" y="5293"/>
                  </a:cubicBezTo>
                  <a:lnTo>
                    <a:pt x="2868" y="4191"/>
                  </a:lnTo>
                  <a:cubicBezTo>
                    <a:pt x="2080" y="4033"/>
                    <a:pt x="1450" y="3308"/>
                    <a:pt x="1450" y="2458"/>
                  </a:cubicBezTo>
                  <a:cubicBezTo>
                    <a:pt x="1418" y="1513"/>
                    <a:pt x="2206" y="725"/>
                    <a:pt x="3183" y="725"/>
                  </a:cubicBezTo>
                  <a:close/>
                  <a:moveTo>
                    <a:pt x="1" y="0"/>
                  </a:moveTo>
                  <a:lnTo>
                    <a:pt x="1" y="6364"/>
                  </a:lnTo>
                  <a:lnTo>
                    <a:pt x="7719" y="6364"/>
                  </a:lnTo>
                  <a:lnTo>
                    <a:pt x="7719" y="0"/>
                  </a:lnTo>
                  <a:close/>
                </a:path>
              </a:pathLst>
            </a:custGeom>
            <a:grpFill/>
            <a:ln>
              <a:noFill/>
            </a:ln>
          </p:spPr>
          <p:txBody>
            <a:bodyPr spcFirstLastPara="1" wrap="square" lIns="121900" tIns="121900" rIns="121900" bIns="121900" anchor="ctr" anchorCtr="0">
              <a:noAutofit/>
            </a:bodyPr>
            <a:lstStyle/>
            <a:p>
              <a:endParaRPr sz="2400"/>
            </a:p>
          </p:txBody>
        </p:sp>
        <p:sp>
          <p:nvSpPr>
            <p:cNvPr id="599" name="Google Shape;7890;p61">
              <a:extLst>
                <a:ext uri="{FF2B5EF4-FFF2-40B4-BE49-F238E27FC236}">
                  <a16:creationId xmlns:a16="http://schemas.microsoft.com/office/drawing/2014/main" id="{94B78B44-83CE-3208-AF15-CA530543574D}"/>
                </a:ext>
              </a:extLst>
            </p:cNvPr>
            <p:cNvSpPr/>
            <p:nvPr/>
          </p:nvSpPr>
          <p:spPr>
            <a:xfrm>
              <a:off x="-47839250" y="3799075"/>
              <a:ext cx="193000" cy="70125"/>
            </a:xfrm>
            <a:custGeom>
              <a:avLst/>
              <a:gdLst/>
              <a:ahLst/>
              <a:cxnLst/>
              <a:rect l="l" t="t" r="r" b="b"/>
              <a:pathLst>
                <a:path w="7720" h="2805" extrusionOk="0">
                  <a:moveTo>
                    <a:pt x="4600" y="663"/>
                  </a:moveTo>
                  <a:cubicBezTo>
                    <a:pt x="4789" y="663"/>
                    <a:pt x="4947" y="820"/>
                    <a:pt x="4947" y="1041"/>
                  </a:cubicBezTo>
                  <a:cubicBezTo>
                    <a:pt x="4947" y="1230"/>
                    <a:pt x="4789" y="1387"/>
                    <a:pt x="4600" y="1387"/>
                  </a:cubicBezTo>
                  <a:lnTo>
                    <a:pt x="3183" y="1387"/>
                  </a:lnTo>
                  <a:cubicBezTo>
                    <a:pt x="2994" y="1387"/>
                    <a:pt x="2836" y="1230"/>
                    <a:pt x="2836" y="1041"/>
                  </a:cubicBezTo>
                  <a:cubicBezTo>
                    <a:pt x="2836" y="852"/>
                    <a:pt x="2994" y="663"/>
                    <a:pt x="3183" y="663"/>
                  </a:cubicBezTo>
                  <a:close/>
                  <a:moveTo>
                    <a:pt x="1" y="1"/>
                  </a:moveTo>
                  <a:lnTo>
                    <a:pt x="1" y="2458"/>
                  </a:lnTo>
                  <a:cubicBezTo>
                    <a:pt x="1" y="2647"/>
                    <a:pt x="158" y="2805"/>
                    <a:pt x="347" y="2805"/>
                  </a:cubicBezTo>
                  <a:lnTo>
                    <a:pt x="7341" y="2805"/>
                  </a:lnTo>
                  <a:cubicBezTo>
                    <a:pt x="7562" y="2805"/>
                    <a:pt x="7719" y="2647"/>
                    <a:pt x="7719" y="2458"/>
                  </a:cubicBezTo>
                  <a:lnTo>
                    <a:pt x="7719" y="1"/>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600" name="Google Shape;7891;p61">
            <a:extLst>
              <a:ext uri="{FF2B5EF4-FFF2-40B4-BE49-F238E27FC236}">
                <a16:creationId xmlns:a16="http://schemas.microsoft.com/office/drawing/2014/main" id="{53ADD340-D5AC-6B61-5CEA-CAC84BF4D23B}"/>
              </a:ext>
            </a:extLst>
          </p:cNvPr>
          <p:cNvGrpSpPr/>
          <p:nvPr/>
        </p:nvGrpSpPr>
        <p:grpSpPr>
          <a:xfrm>
            <a:off x="5315615" y="1943666"/>
            <a:ext cx="442428" cy="443607"/>
            <a:chOff x="-47892800" y="3937700"/>
            <a:chExt cx="300100" cy="300900"/>
          </a:xfrm>
          <a:solidFill>
            <a:srgbClr val="6C1D35"/>
          </a:solidFill>
        </p:grpSpPr>
        <p:sp>
          <p:nvSpPr>
            <p:cNvPr id="601" name="Google Shape;7892;p61">
              <a:extLst>
                <a:ext uri="{FF2B5EF4-FFF2-40B4-BE49-F238E27FC236}">
                  <a16:creationId xmlns:a16="http://schemas.microsoft.com/office/drawing/2014/main" id="{AFB51E6A-B7BA-D643-70BE-0F565656F7DC}"/>
                </a:ext>
              </a:extLst>
            </p:cNvPr>
            <p:cNvSpPr/>
            <p:nvPr/>
          </p:nvSpPr>
          <p:spPr>
            <a:xfrm>
              <a:off x="-47858150" y="3937700"/>
              <a:ext cx="70900" cy="44150"/>
            </a:xfrm>
            <a:custGeom>
              <a:avLst/>
              <a:gdLst/>
              <a:ahLst/>
              <a:cxnLst/>
              <a:rect l="l" t="t" r="r" b="b"/>
              <a:pathLst>
                <a:path w="2836" h="1766" extrusionOk="0">
                  <a:moveTo>
                    <a:pt x="1418" y="1"/>
                  </a:moveTo>
                  <a:cubicBezTo>
                    <a:pt x="631" y="1"/>
                    <a:pt x="1" y="694"/>
                    <a:pt x="1" y="1419"/>
                  </a:cubicBezTo>
                  <a:lnTo>
                    <a:pt x="1" y="1765"/>
                  </a:lnTo>
                  <a:cubicBezTo>
                    <a:pt x="442" y="1545"/>
                    <a:pt x="914" y="1419"/>
                    <a:pt x="1418" y="1419"/>
                  </a:cubicBezTo>
                  <a:cubicBezTo>
                    <a:pt x="1922" y="1419"/>
                    <a:pt x="2395" y="1545"/>
                    <a:pt x="2836" y="1765"/>
                  </a:cubicBezTo>
                  <a:lnTo>
                    <a:pt x="2836" y="1419"/>
                  </a:lnTo>
                  <a:cubicBezTo>
                    <a:pt x="2836" y="631"/>
                    <a:pt x="2206" y="1"/>
                    <a:pt x="1418" y="1"/>
                  </a:cubicBezTo>
                  <a:close/>
                </a:path>
              </a:pathLst>
            </a:custGeom>
            <a:grpFill/>
            <a:ln>
              <a:noFill/>
            </a:ln>
          </p:spPr>
          <p:txBody>
            <a:bodyPr spcFirstLastPara="1" wrap="square" lIns="121900" tIns="121900" rIns="121900" bIns="121900" anchor="ctr" anchorCtr="0">
              <a:noAutofit/>
            </a:bodyPr>
            <a:lstStyle/>
            <a:p>
              <a:endParaRPr sz="2400"/>
            </a:p>
          </p:txBody>
        </p:sp>
        <p:sp>
          <p:nvSpPr>
            <p:cNvPr id="602" name="Google Shape;7893;p61">
              <a:extLst>
                <a:ext uri="{FF2B5EF4-FFF2-40B4-BE49-F238E27FC236}">
                  <a16:creationId xmlns:a16="http://schemas.microsoft.com/office/drawing/2014/main" id="{C499E540-93F4-FC93-72AD-283190F9F8F3}"/>
                </a:ext>
              </a:extLst>
            </p:cNvPr>
            <p:cNvSpPr/>
            <p:nvPr/>
          </p:nvSpPr>
          <p:spPr>
            <a:xfrm>
              <a:off x="-47892800" y="3991275"/>
              <a:ext cx="141000" cy="105550"/>
            </a:xfrm>
            <a:custGeom>
              <a:avLst/>
              <a:gdLst/>
              <a:ahLst/>
              <a:cxnLst/>
              <a:rect l="l" t="t" r="r" b="b"/>
              <a:pathLst>
                <a:path w="5640" h="4222" extrusionOk="0">
                  <a:moveTo>
                    <a:pt x="2836" y="0"/>
                  </a:moveTo>
                  <a:cubicBezTo>
                    <a:pt x="1292" y="0"/>
                    <a:pt x="32" y="1260"/>
                    <a:pt x="32" y="2804"/>
                  </a:cubicBezTo>
                  <a:lnTo>
                    <a:pt x="32" y="3875"/>
                  </a:lnTo>
                  <a:cubicBezTo>
                    <a:pt x="0" y="4064"/>
                    <a:pt x="158" y="4222"/>
                    <a:pt x="347" y="4222"/>
                  </a:cubicBezTo>
                  <a:lnTo>
                    <a:pt x="5293" y="4222"/>
                  </a:lnTo>
                  <a:cubicBezTo>
                    <a:pt x="5482" y="4222"/>
                    <a:pt x="5640" y="4064"/>
                    <a:pt x="5640" y="3875"/>
                  </a:cubicBezTo>
                  <a:lnTo>
                    <a:pt x="5640" y="2804"/>
                  </a:lnTo>
                  <a:cubicBezTo>
                    <a:pt x="5640" y="1260"/>
                    <a:pt x="4380" y="0"/>
                    <a:pt x="2836" y="0"/>
                  </a:cubicBezTo>
                  <a:close/>
                </a:path>
              </a:pathLst>
            </a:custGeom>
            <a:grpFill/>
            <a:ln>
              <a:noFill/>
            </a:ln>
          </p:spPr>
          <p:txBody>
            <a:bodyPr spcFirstLastPara="1" wrap="square" lIns="121900" tIns="121900" rIns="121900" bIns="121900" anchor="ctr" anchorCtr="0">
              <a:noAutofit/>
            </a:bodyPr>
            <a:lstStyle/>
            <a:p>
              <a:endParaRPr sz="2400"/>
            </a:p>
          </p:txBody>
        </p:sp>
        <p:sp>
          <p:nvSpPr>
            <p:cNvPr id="603" name="Google Shape;7894;p61">
              <a:extLst>
                <a:ext uri="{FF2B5EF4-FFF2-40B4-BE49-F238E27FC236}">
                  <a16:creationId xmlns:a16="http://schemas.microsoft.com/office/drawing/2014/main" id="{A53A0226-1C5C-F92B-33C2-B00DC9670AC0}"/>
                </a:ext>
              </a:extLst>
            </p:cNvPr>
            <p:cNvSpPr/>
            <p:nvPr/>
          </p:nvSpPr>
          <p:spPr>
            <a:xfrm>
              <a:off x="-47773875" y="3956600"/>
              <a:ext cx="119750" cy="89025"/>
            </a:xfrm>
            <a:custGeom>
              <a:avLst/>
              <a:gdLst/>
              <a:ahLst/>
              <a:cxnLst/>
              <a:rect l="l" t="t" r="r" b="b"/>
              <a:pathLst>
                <a:path w="4790" h="3561" extrusionOk="0">
                  <a:moveTo>
                    <a:pt x="1" y="1"/>
                  </a:moveTo>
                  <a:cubicBezTo>
                    <a:pt x="95" y="253"/>
                    <a:pt x="127" y="474"/>
                    <a:pt x="127" y="726"/>
                  </a:cubicBezTo>
                  <a:lnTo>
                    <a:pt x="127" y="1419"/>
                  </a:lnTo>
                  <a:lnTo>
                    <a:pt x="158" y="1419"/>
                  </a:lnTo>
                  <a:cubicBezTo>
                    <a:pt x="442" y="1639"/>
                    <a:pt x="694" y="1860"/>
                    <a:pt x="883" y="2143"/>
                  </a:cubicBezTo>
                  <a:cubicBezTo>
                    <a:pt x="1702" y="2301"/>
                    <a:pt x="2427" y="2805"/>
                    <a:pt x="2805" y="3561"/>
                  </a:cubicBezTo>
                  <a:cubicBezTo>
                    <a:pt x="3214" y="3120"/>
                    <a:pt x="3750" y="2805"/>
                    <a:pt x="4380" y="2805"/>
                  </a:cubicBezTo>
                  <a:cubicBezTo>
                    <a:pt x="4506" y="2805"/>
                    <a:pt x="4663" y="2805"/>
                    <a:pt x="4789" y="2836"/>
                  </a:cubicBezTo>
                  <a:cubicBezTo>
                    <a:pt x="4033" y="1167"/>
                    <a:pt x="2332" y="1"/>
                    <a:pt x="410" y="1"/>
                  </a:cubicBezTo>
                  <a:close/>
                </a:path>
              </a:pathLst>
            </a:custGeom>
            <a:grpFill/>
            <a:ln>
              <a:noFill/>
            </a:ln>
          </p:spPr>
          <p:txBody>
            <a:bodyPr spcFirstLastPara="1" wrap="square" lIns="121900" tIns="121900" rIns="121900" bIns="121900" anchor="ctr" anchorCtr="0">
              <a:noAutofit/>
            </a:bodyPr>
            <a:lstStyle/>
            <a:p>
              <a:endParaRPr sz="2400"/>
            </a:p>
          </p:txBody>
        </p:sp>
        <p:sp>
          <p:nvSpPr>
            <p:cNvPr id="604" name="Google Shape;7895;p61">
              <a:extLst>
                <a:ext uri="{FF2B5EF4-FFF2-40B4-BE49-F238E27FC236}">
                  <a16:creationId xmlns:a16="http://schemas.microsoft.com/office/drawing/2014/main" id="{51574B78-CA1E-A23B-7354-7B3C817CC766}"/>
                </a:ext>
              </a:extLst>
            </p:cNvPr>
            <p:cNvSpPr/>
            <p:nvPr/>
          </p:nvSpPr>
          <p:spPr>
            <a:xfrm>
              <a:off x="-47699050" y="4043250"/>
              <a:ext cx="71700" cy="70900"/>
            </a:xfrm>
            <a:custGeom>
              <a:avLst/>
              <a:gdLst/>
              <a:ahLst/>
              <a:cxnLst/>
              <a:rect l="l" t="t" r="r" b="b"/>
              <a:pathLst>
                <a:path w="2868" h="2836" extrusionOk="0">
                  <a:moveTo>
                    <a:pt x="1450" y="0"/>
                  </a:moveTo>
                  <a:cubicBezTo>
                    <a:pt x="662" y="0"/>
                    <a:pt x="1" y="694"/>
                    <a:pt x="1" y="1418"/>
                  </a:cubicBezTo>
                  <a:cubicBezTo>
                    <a:pt x="1" y="2206"/>
                    <a:pt x="662" y="2836"/>
                    <a:pt x="1450" y="2836"/>
                  </a:cubicBezTo>
                  <a:cubicBezTo>
                    <a:pt x="2237" y="2836"/>
                    <a:pt x="2868" y="2206"/>
                    <a:pt x="2868" y="1418"/>
                  </a:cubicBezTo>
                  <a:cubicBezTo>
                    <a:pt x="2868" y="631"/>
                    <a:pt x="2237" y="0"/>
                    <a:pt x="1450" y="0"/>
                  </a:cubicBezTo>
                  <a:close/>
                </a:path>
              </a:pathLst>
            </a:custGeom>
            <a:grpFill/>
            <a:ln>
              <a:noFill/>
            </a:ln>
          </p:spPr>
          <p:txBody>
            <a:bodyPr spcFirstLastPara="1" wrap="square" lIns="121900" tIns="121900" rIns="121900" bIns="121900" anchor="ctr" anchorCtr="0">
              <a:noAutofit/>
            </a:bodyPr>
            <a:lstStyle/>
            <a:p>
              <a:endParaRPr sz="2400"/>
            </a:p>
          </p:txBody>
        </p:sp>
        <p:sp>
          <p:nvSpPr>
            <p:cNvPr id="605" name="Google Shape;7896;p61">
              <a:extLst>
                <a:ext uri="{FF2B5EF4-FFF2-40B4-BE49-F238E27FC236}">
                  <a16:creationId xmlns:a16="http://schemas.microsoft.com/office/drawing/2014/main" id="{D0C230A9-B7BA-23AE-D7A8-C06CE58D740A}"/>
                </a:ext>
              </a:extLst>
            </p:cNvPr>
            <p:cNvSpPr/>
            <p:nvPr/>
          </p:nvSpPr>
          <p:spPr>
            <a:xfrm>
              <a:off x="-47770725" y="4124375"/>
              <a:ext cx="178025" cy="114225"/>
            </a:xfrm>
            <a:custGeom>
              <a:avLst/>
              <a:gdLst/>
              <a:ahLst/>
              <a:cxnLst/>
              <a:rect l="l" t="t" r="r" b="b"/>
              <a:pathLst>
                <a:path w="7121" h="4569" extrusionOk="0">
                  <a:moveTo>
                    <a:pt x="3183" y="0"/>
                  </a:moveTo>
                  <a:lnTo>
                    <a:pt x="3183" y="2426"/>
                  </a:lnTo>
                  <a:lnTo>
                    <a:pt x="2490" y="2426"/>
                  </a:lnTo>
                  <a:lnTo>
                    <a:pt x="2490" y="2080"/>
                  </a:lnTo>
                  <a:cubicBezTo>
                    <a:pt x="2490" y="1891"/>
                    <a:pt x="2332" y="1733"/>
                    <a:pt x="2143" y="1733"/>
                  </a:cubicBezTo>
                  <a:cubicBezTo>
                    <a:pt x="1954" y="1733"/>
                    <a:pt x="1796" y="1891"/>
                    <a:pt x="1796" y="2080"/>
                  </a:cubicBezTo>
                  <a:lnTo>
                    <a:pt x="1796" y="2426"/>
                  </a:lnTo>
                  <a:cubicBezTo>
                    <a:pt x="788" y="2426"/>
                    <a:pt x="1" y="3214"/>
                    <a:pt x="1" y="4222"/>
                  </a:cubicBezTo>
                  <a:cubicBezTo>
                    <a:pt x="1" y="4411"/>
                    <a:pt x="158" y="4569"/>
                    <a:pt x="379" y="4569"/>
                  </a:cubicBezTo>
                  <a:lnTo>
                    <a:pt x="6711" y="4569"/>
                  </a:lnTo>
                  <a:cubicBezTo>
                    <a:pt x="6900" y="4569"/>
                    <a:pt x="7058" y="4411"/>
                    <a:pt x="7058" y="4222"/>
                  </a:cubicBezTo>
                  <a:cubicBezTo>
                    <a:pt x="7121" y="3214"/>
                    <a:pt x="6302" y="2426"/>
                    <a:pt x="5325" y="2426"/>
                  </a:cubicBezTo>
                  <a:lnTo>
                    <a:pt x="5325" y="0"/>
                  </a:lnTo>
                  <a:cubicBezTo>
                    <a:pt x="5010" y="190"/>
                    <a:pt x="4663" y="284"/>
                    <a:pt x="4254" y="284"/>
                  </a:cubicBezTo>
                  <a:cubicBezTo>
                    <a:pt x="3876" y="284"/>
                    <a:pt x="3529" y="158"/>
                    <a:pt x="3183" y="0"/>
                  </a:cubicBezTo>
                  <a:close/>
                </a:path>
              </a:pathLst>
            </a:custGeom>
            <a:grpFill/>
            <a:ln>
              <a:noFill/>
            </a:ln>
          </p:spPr>
          <p:txBody>
            <a:bodyPr spcFirstLastPara="1" wrap="square" lIns="121900" tIns="121900" rIns="121900" bIns="121900" anchor="ctr" anchorCtr="0">
              <a:noAutofit/>
            </a:bodyPr>
            <a:lstStyle/>
            <a:p>
              <a:endParaRPr sz="2400"/>
            </a:p>
          </p:txBody>
        </p:sp>
        <p:sp>
          <p:nvSpPr>
            <p:cNvPr id="606" name="Google Shape;7897;p61">
              <a:extLst>
                <a:ext uri="{FF2B5EF4-FFF2-40B4-BE49-F238E27FC236}">
                  <a16:creationId xmlns:a16="http://schemas.microsoft.com/office/drawing/2014/main" id="{8A8F0093-E52D-ACE3-1DB7-8911750655BF}"/>
                </a:ext>
              </a:extLst>
            </p:cNvPr>
            <p:cNvSpPr/>
            <p:nvPr/>
          </p:nvSpPr>
          <p:spPr>
            <a:xfrm>
              <a:off x="-47830575" y="41322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grpFill/>
            <a:ln>
              <a:noFill/>
            </a:ln>
          </p:spPr>
          <p:txBody>
            <a:bodyPr spcFirstLastPara="1" wrap="square" lIns="121900" tIns="121900" rIns="121900" bIns="121900" anchor="ctr" anchorCtr="0">
              <a:noAutofit/>
            </a:bodyPr>
            <a:lstStyle/>
            <a:p>
              <a:endParaRPr sz="2400"/>
            </a:p>
          </p:txBody>
        </p:sp>
        <p:sp>
          <p:nvSpPr>
            <p:cNvPr id="607" name="Google Shape;7898;p61">
              <a:extLst>
                <a:ext uri="{FF2B5EF4-FFF2-40B4-BE49-F238E27FC236}">
                  <a16:creationId xmlns:a16="http://schemas.microsoft.com/office/drawing/2014/main" id="{66403C16-C580-74AF-8F21-6A93A8B8D6D0}"/>
                </a:ext>
              </a:extLst>
            </p:cNvPr>
            <p:cNvSpPr/>
            <p:nvPr/>
          </p:nvSpPr>
          <p:spPr>
            <a:xfrm>
              <a:off x="-47785675" y="4112375"/>
              <a:ext cx="37825" cy="36250"/>
            </a:xfrm>
            <a:custGeom>
              <a:avLst/>
              <a:gdLst/>
              <a:ahLst/>
              <a:cxnLst/>
              <a:rect l="l" t="t" r="r" b="b"/>
              <a:pathLst>
                <a:path w="1513" h="1450" extrusionOk="0">
                  <a:moveTo>
                    <a:pt x="402" y="0"/>
                  </a:moveTo>
                  <a:cubicBezTo>
                    <a:pt x="307" y="0"/>
                    <a:pt x="205" y="24"/>
                    <a:pt x="126" y="71"/>
                  </a:cubicBezTo>
                  <a:cubicBezTo>
                    <a:pt x="0" y="197"/>
                    <a:pt x="0" y="449"/>
                    <a:pt x="126" y="607"/>
                  </a:cubicBezTo>
                  <a:lnTo>
                    <a:pt x="882" y="1331"/>
                  </a:lnTo>
                  <a:cubicBezTo>
                    <a:pt x="961" y="1410"/>
                    <a:pt x="1055" y="1449"/>
                    <a:pt x="1146" y="1449"/>
                  </a:cubicBezTo>
                  <a:cubicBezTo>
                    <a:pt x="1237" y="1449"/>
                    <a:pt x="1323" y="1410"/>
                    <a:pt x="1386" y="1331"/>
                  </a:cubicBezTo>
                  <a:cubicBezTo>
                    <a:pt x="1512" y="1237"/>
                    <a:pt x="1512" y="985"/>
                    <a:pt x="1386" y="827"/>
                  </a:cubicBezTo>
                  <a:lnTo>
                    <a:pt x="630" y="71"/>
                  </a:lnTo>
                  <a:cubicBezTo>
                    <a:pt x="583" y="24"/>
                    <a:pt x="496" y="0"/>
                    <a:pt x="402" y="0"/>
                  </a:cubicBezTo>
                  <a:close/>
                </a:path>
              </a:pathLst>
            </a:custGeom>
            <a:grpFill/>
            <a:ln>
              <a:noFill/>
            </a:ln>
          </p:spPr>
          <p:txBody>
            <a:bodyPr spcFirstLastPara="1" wrap="square" lIns="121900" tIns="121900" rIns="121900" bIns="121900" anchor="ctr" anchorCtr="0">
              <a:noAutofit/>
            </a:bodyPr>
            <a:lstStyle/>
            <a:p>
              <a:endParaRPr sz="2400"/>
            </a:p>
          </p:txBody>
        </p:sp>
        <p:sp>
          <p:nvSpPr>
            <p:cNvPr id="608" name="Google Shape;7899;p61">
              <a:extLst>
                <a:ext uri="{FF2B5EF4-FFF2-40B4-BE49-F238E27FC236}">
                  <a16:creationId xmlns:a16="http://schemas.microsoft.com/office/drawing/2014/main" id="{4FE15294-1251-9361-90D7-ED589D201F22}"/>
                </a:ext>
              </a:extLst>
            </p:cNvPr>
            <p:cNvSpPr/>
            <p:nvPr/>
          </p:nvSpPr>
          <p:spPr>
            <a:xfrm>
              <a:off x="-47892800" y="4112750"/>
              <a:ext cx="37825" cy="36250"/>
            </a:xfrm>
            <a:custGeom>
              <a:avLst/>
              <a:gdLst/>
              <a:ahLst/>
              <a:cxnLst/>
              <a:rect l="l" t="t" r="r" b="b"/>
              <a:pathLst>
                <a:path w="1513" h="1450" extrusionOk="0">
                  <a:moveTo>
                    <a:pt x="1111" y="1"/>
                  </a:moveTo>
                  <a:cubicBezTo>
                    <a:pt x="1016" y="1"/>
                    <a:pt x="930" y="40"/>
                    <a:pt x="883" y="119"/>
                  </a:cubicBezTo>
                  <a:lnTo>
                    <a:pt x="126" y="844"/>
                  </a:lnTo>
                  <a:cubicBezTo>
                    <a:pt x="0" y="970"/>
                    <a:pt x="0" y="1222"/>
                    <a:pt x="126" y="1379"/>
                  </a:cubicBezTo>
                  <a:cubicBezTo>
                    <a:pt x="189" y="1426"/>
                    <a:pt x="276" y="1450"/>
                    <a:pt x="367" y="1450"/>
                  </a:cubicBezTo>
                  <a:cubicBezTo>
                    <a:pt x="457" y="1450"/>
                    <a:pt x="552" y="1426"/>
                    <a:pt x="630" y="1379"/>
                  </a:cubicBezTo>
                  <a:lnTo>
                    <a:pt x="1387" y="623"/>
                  </a:lnTo>
                  <a:cubicBezTo>
                    <a:pt x="1513" y="497"/>
                    <a:pt x="1513" y="276"/>
                    <a:pt x="1387" y="119"/>
                  </a:cubicBezTo>
                  <a:cubicBezTo>
                    <a:pt x="1308" y="40"/>
                    <a:pt x="1205" y="1"/>
                    <a:pt x="111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609" name="Google Shape;7907;p61">
            <a:extLst>
              <a:ext uri="{FF2B5EF4-FFF2-40B4-BE49-F238E27FC236}">
                <a16:creationId xmlns:a16="http://schemas.microsoft.com/office/drawing/2014/main" id="{038315D6-97FD-1D7F-CF74-A4E2A80E206C}"/>
              </a:ext>
            </a:extLst>
          </p:cNvPr>
          <p:cNvGrpSpPr/>
          <p:nvPr/>
        </p:nvGrpSpPr>
        <p:grpSpPr>
          <a:xfrm>
            <a:off x="8056553" y="1399662"/>
            <a:ext cx="442428" cy="402401"/>
            <a:chOff x="-46042675" y="3568700"/>
            <a:chExt cx="300100" cy="272950"/>
          </a:xfrm>
          <a:solidFill>
            <a:srgbClr val="6C1D35"/>
          </a:solidFill>
        </p:grpSpPr>
        <p:sp>
          <p:nvSpPr>
            <p:cNvPr id="610" name="Google Shape;7908;p61">
              <a:extLst>
                <a:ext uri="{FF2B5EF4-FFF2-40B4-BE49-F238E27FC236}">
                  <a16:creationId xmlns:a16="http://schemas.microsoft.com/office/drawing/2014/main" id="{850792D3-22CF-5752-C751-6CE3CF91015D}"/>
                </a:ext>
              </a:extLst>
            </p:cNvPr>
            <p:cNvSpPr/>
            <p:nvPr/>
          </p:nvSpPr>
          <p:spPr>
            <a:xfrm>
              <a:off x="-46042675" y="3758125"/>
              <a:ext cx="115025" cy="83525"/>
            </a:xfrm>
            <a:custGeom>
              <a:avLst/>
              <a:gdLst/>
              <a:ahLst/>
              <a:cxnLst/>
              <a:rect l="l" t="t" r="r" b="b"/>
              <a:pathLst>
                <a:path w="4601" h="3341" extrusionOk="0">
                  <a:moveTo>
                    <a:pt x="1985" y="1"/>
                  </a:moveTo>
                  <a:lnTo>
                    <a:pt x="127" y="1797"/>
                  </a:lnTo>
                  <a:cubicBezTo>
                    <a:pt x="32" y="1891"/>
                    <a:pt x="1" y="2017"/>
                    <a:pt x="32" y="2112"/>
                  </a:cubicBezTo>
                  <a:cubicBezTo>
                    <a:pt x="95" y="2238"/>
                    <a:pt x="158" y="2332"/>
                    <a:pt x="284" y="2364"/>
                  </a:cubicBezTo>
                  <a:lnTo>
                    <a:pt x="3277" y="3340"/>
                  </a:lnTo>
                  <a:lnTo>
                    <a:pt x="3403" y="3340"/>
                  </a:lnTo>
                  <a:cubicBezTo>
                    <a:pt x="3466" y="3340"/>
                    <a:pt x="3592" y="3309"/>
                    <a:pt x="3624" y="3214"/>
                  </a:cubicBezTo>
                  <a:lnTo>
                    <a:pt x="4600" y="2238"/>
                  </a:lnTo>
                  <a:lnTo>
                    <a:pt x="2395" y="1639"/>
                  </a:lnTo>
                  <a:cubicBezTo>
                    <a:pt x="2367" y="1650"/>
                    <a:pt x="2340" y="1656"/>
                    <a:pt x="2316" y="1656"/>
                  </a:cubicBezTo>
                  <a:cubicBezTo>
                    <a:pt x="2206" y="1656"/>
                    <a:pt x="2143" y="1548"/>
                    <a:pt x="2143" y="1418"/>
                  </a:cubicBezTo>
                  <a:lnTo>
                    <a:pt x="1985" y="1"/>
                  </a:lnTo>
                  <a:close/>
                </a:path>
              </a:pathLst>
            </a:custGeom>
            <a:grpFill/>
            <a:ln>
              <a:noFill/>
            </a:ln>
          </p:spPr>
          <p:txBody>
            <a:bodyPr spcFirstLastPara="1" wrap="square" lIns="121900" tIns="121900" rIns="121900" bIns="121900" anchor="ctr" anchorCtr="0">
              <a:noAutofit/>
            </a:bodyPr>
            <a:lstStyle/>
            <a:p>
              <a:endParaRPr sz="2400"/>
            </a:p>
          </p:txBody>
        </p:sp>
        <p:sp>
          <p:nvSpPr>
            <p:cNvPr id="611" name="Google Shape;7909;p61">
              <a:extLst>
                <a:ext uri="{FF2B5EF4-FFF2-40B4-BE49-F238E27FC236}">
                  <a16:creationId xmlns:a16="http://schemas.microsoft.com/office/drawing/2014/main" id="{A0F8F9C4-2D73-443A-2B50-84D5A0859B57}"/>
                </a:ext>
              </a:extLst>
            </p:cNvPr>
            <p:cNvSpPr/>
            <p:nvPr/>
          </p:nvSpPr>
          <p:spPr>
            <a:xfrm>
              <a:off x="-45866250" y="3654175"/>
              <a:ext cx="37825" cy="37825"/>
            </a:xfrm>
            <a:custGeom>
              <a:avLst/>
              <a:gdLst/>
              <a:ahLst/>
              <a:cxnLst/>
              <a:rect l="l" t="t" r="r" b="b"/>
              <a:pathLst>
                <a:path w="1513" h="1513" extrusionOk="0">
                  <a:moveTo>
                    <a:pt x="1009" y="0"/>
                  </a:moveTo>
                  <a:lnTo>
                    <a:pt x="1" y="1008"/>
                  </a:lnTo>
                  <a:lnTo>
                    <a:pt x="505" y="1512"/>
                  </a:lnTo>
                  <a:lnTo>
                    <a:pt x="1513" y="504"/>
                  </a:lnTo>
                  <a:lnTo>
                    <a:pt x="1009" y="0"/>
                  </a:lnTo>
                  <a:close/>
                </a:path>
              </a:pathLst>
            </a:custGeom>
            <a:grpFill/>
            <a:ln>
              <a:noFill/>
            </a:ln>
          </p:spPr>
          <p:txBody>
            <a:bodyPr spcFirstLastPara="1" wrap="square" lIns="121900" tIns="121900" rIns="121900" bIns="121900" anchor="ctr" anchorCtr="0">
              <a:noAutofit/>
            </a:bodyPr>
            <a:lstStyle/>
            <a:p>
              <a:endParaRPr sz="2400"/>
            </a:p>
          </p:txBody>
        </p:sp>
        <p:sp>
          <p:nvSpPr>
            <p:cNvPr id="612" name="Google Shape;7910;p61">
              <a:extLst>
                <a:ext uri="{FF2B5EF4-FFF2-40B4-BE49-F238E27FC236}">
                  <a16:creationId xmlns:a16="http://schemas.microsoft.com/office/drawing/2014/main" id="{3F84B7BE-3841-B960-05D8-5990F9984FBF}"/>
                </a:ext>
              </a:extLst>
            </p:cNvPr>
            <p:cNvSpPr/>
            <p:nvPr/>
          </p:nvSpPr>
          <p:spPr>
            <a:xfrm>
              <a:off x="-45828450" y="3629750"/>
              <a:ext cx="25225" cy="25225"/>
            </a:xfrm>
            <a:custGeom>
              <a:avLst/>
              <a:gdLst/>
              <a:ahLst/>
              <a:cxnLst/>
              <a:rect l="l" t="t" r="r" b="b"/>
              <a:pathLst>
                <a:path w="1009" h="1009" extrusionOk="0">
                  <a:moveTo>
                    <a:pt x="505" y="0"/>
                  </a:moveTo>
                  <a:lnTo>
                    <a:pt x="1" y="505"/>
                  </a:lnTo>
                  <a:lnTo>
                    <a:pt x="505" y="1009"/>
                  </a:lnTo>
                  <a:lnTo>
                    <a:pt x="1009" y="505"/>
                  </a:lnTo>
                  <a:lnTo>
                    <a:pt x="505" y="0"/>
                  </a:lnTo>
                  <a:close/>
                </a:path>
              </a:pathLst>
            </a:custGeom>
            <a:grpFill/>
            <a:ln>
              <a:noFill/>
            </a:ln>
          </p:spPr>
          <p:txBody>
            <a:bodyPr spcFirstLastPara="1" wrap="square" lIns="121900" tIns="121900" rIns="121900" bIns="121900" anchor="ctr" anchorCtr="0">
              <a:noAutofit/>
            </a:bodyPr>
            <a:lstStyle/>
            <a:p>
              <a:endParaRPr sz="2400"/>
            </a:p>
          </p:txBody>
        </p:sp>
        <p:sp>
          <p:nvSpPr>
            <p:cNvPr id="613" name="Google Shape;7911;p61">
              <a:extLst>
                <a:ext uri="{FF2B5EF4-FFF2-40B4-BE49-F238E27FC236}">
                  <a16:creationId xmlns:a16="http://schemas.microsoft.com/office/drawing/2014/main" id="{25AADB57-EBC6-B1D1-4E26-E871616C682A}"/>
                </a:ext>
              </a:extLst>
            </p:cNvPr>
            <p:cNvSpPr/>
            <p:nvPr/>
          </p:nvSpPr>
          <p:spPr>
            <a:xfrm>
              <a:off x="-45979675" y="3568700"/>
              <a:ext cx="237100" cy="237800"/>
            </a:xfrm>
            <a:custGeom>
              <a:avLst/>
              <a:gdLst/>
              <a:ahLst/>
              <a:cxnLst/>
              <a:rect l="l" t="t" r="r" b="b"/>
              <a:pathLst>
                <a:path w="9484" h="9512" extrusionOk="0">
                  <a:moveTo>
                    <a:pt x="6499" y="1615"/>
                  </a:moveTo>
                  <a:cubicBezTo>
                    <a:pt x="6593" y="1615"/>
                    <a:pt x="6696" y="1639"/>
                    <a:pt x="6774" y="1686"/>
                  </a:cubicBezTo>
                  <a:lnTo>
                    <a:pt x="7751" y="2695"/>
                  </a:lnTo>
                  <a:cubicBezTo>
                    <a:pt x="7909" y="2852"/>
                    <a:pt x="7909" y="3073"/>
                    <a:pt x="7751" y="3199"/>
                  </a:cubicBezTo>
                  <a:lnTo>
                    <a:pt x="5262" y="5687"/>
                  </a:lnTo>
                  <a:cubicBezTo>
                    <a:pt x="5215" y="5750"/>
                    <a:pt x="5128" y="5782"/>
                    <a:pt x="5034" y="5782"/>
                  </a:cubicBezTo>
                  <a:cubicBezTo>
                    <a:pt x="4939" y="5782"/>
                    <a:pt x="4837" y="5750"/>
                    <a:pt x="4758" y="5687"/>
                  </a:cubicBezTo>
                  <a:lnTo>
                    <a:pt x="3782" y="4711"/>
                  </a:lnTo>
                  <a:cubicBezTo>
                    <a:pt x="3656" y="4585"/>
                    <a:pt x="3656" y="4333"/>
                    <a:pt x="3782" y="4175"/>
                  </a:cubicBezTo>
                  <a:lnTo>
                    <a:pt x="6270" y="1686"/>
                  </a:lnTo>
                  <a:cubicBezTo>
                    <a:pt x="6318" y="1639"/>
                    <a:pt x="6404" y="1615"/>
                    <a:pt x="6499" y="1615"/>
                  </a:cubicBezTo>
                  <a:close/>
                  <a:moveTo>
                    <a:pt x="3506" y="5593"/>
                  </a:moveTo>
                  <a:cubicBezTo>
                    <a:pt x="3600" y="5593"/>
                    <a:pt x="3703" y="5624"/>
                    <a:pt x="3782" y="5687"/>
                  </a:cubicBezTo>
                  <a:cubicBezTo>
                    <a:pt x="3939" y="5845"/>
                    <a:pt x="3939" y="6034"/>
                    <a:pt x="3782" y="6192"/>
                  </a:cubicBezTo>
                  <a:lnTo>
                    <a:pt x="2553" y="7420"/>
                  </a:lnTo>
                  <a:cubicBezTo>
                    <a:pt x="2490" y="7483"/>
                    <a:pt x="2403" y="7515"/>
                    <a:pt x="2313" y="7515"/>
                  </a:cubicBezTo>
                  <a:cubicBezTo>
                    <a:pt x="2222" y="7515"/>
                    <a:pt x="2128" y="7483"/>
                    <a:pt x="2049" y="7420"/>
                  </a:cubicBezTo>
                  <a:cubicBezTo>
                    <a:pt x="1923" y="7294"/>
                    <a:pt x="1923" y="7074"/>
                    <a:pt x="2049" y="6916"/>
                  </a:cubicBezTo>
                  <a:lnTo>
                    <a:pt x="3277" y="5687"/>
                  </a:lnTo>
                  <a:cubicBezTo>
                    <a:pt x="3325" y="5624"/>
                    <a:pt x="3411" y="5593"/>
                    <a:pt x="3506" y="5593"/>
                  </a:cubicBezTo>
                  <a:close/>
                  <a:moveTo>
                    <a:pt x="7034" y="1"/>
                  </a:moveTo>
                  <a:cubicBezTo>
                    <a:pt x="6396" y="1"/>
                    <a:pt x="5766" y="237"/>
                    <a:pt x="5325" y="710"/>
                  </a:cubicBezTo>
                  <a:lnTo>
                    <a:pt x="127" y="5908"/>
                  </a:lnTo>
                  <a:cubicBezTo>
                    <a:pt x="32" y="6003"/>
                    <a:pt x="1" y="6129"/>
                    <a:pt x="1" y="6192"/>
                  </a:cubicBezTo>
                  <a:lnTo>
                    <a:pt x="221" y="8428"/>
                  </a:lnTo>
                  <a:cubicBezTo>
                    <a:pt x="221" y="8586"/>
                    <a:pt x="347" y="8712"/>
                    <a:pt x="505" y="8743"/>
                  </a:cubicBezTo>
                  <a:lnTo>
                    <a:pt x="3214" y="9500"/>
                  </a:lnTo>
                  <a:cubicBezTo>
                    <a:pt x="3248" y="9508"/>
                    <a:pt x="3282" y="9512"/>
                    <a:pt x="3316" y="9512"/>
                  </a:cubicBezTo>
                  <a:cubicBezTo>
                    <a:pt x="3408" y="9512"/>
                    <a:pt x="3500" y="9483"/>
                    <a:pt x="3592" y="9437"/>
                  </a:cubicBezTo>
                  <a:lnTo>
                    <a:pt x="8791" y="4238"/>
                  </a:lnTo>
                  <a:cubicBezTo>
                    <a:pt x="9263" y="3766"/>
                    <a:pt x="9484" y="3167"/>
                    <a:pt x="9484" y="2505"/>
                  </a:cubicBezTo>
                  <a:cubicBezTo>
                    <a:pt x="9484" y="1812"/>
                    <a:pt x="9200" y="1182"/>
                    <a:pt x="8791" y="710"/>
                  </a:cubicBezTo>
                  <a:cubicBezTo>
                    <a:pt x="8318" y="237"/>
                    <a:pt x="7672" y="1"/>
                    <a:pt x="7034"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614" name="Google Shape;7912;p61">
            <a:extLst>
              <a:ext uri="{FF2B5EF4-FFF2-40B4-BE49-F238E27FC236}">
                <a16:creationId xmlns:a16="http://schemas.microsoft.com/office/drawing/2014/main" id="{1590CA87-AE54-2676-A4CE-E5A157C5F208}"/>
              </a:ext>
            </a:extLst>
          </p:cNvPr>
          <p:cNvGrpSpPr/>
          <p:nvPr/>
        </p:nvGrpSpPr>
        <p:grpSpPr>
          <a:xfrm>
            <a:off x="8108796" y="1943850"/>
            <a:ext cx="337939" cy="443423"/>
            <a:chOff x="-46007225" y="3937825"/>
            <a:chExt cx="229225" cy="300775"/>
          </a:xfrm>
          <a:solidFill>
            <a:srgbClr val="6C1D35"/>
          </a:solidFill>
        </p:grpSpPr>
        <p:sp>
          <p:nvSpPr>
            <p:cNvPr id="615" name="Google Shape;7913;p61">
              <a:extLst>
                <a:ext uri="{FF2B5EF4-FFF2-40B4-BE49-F238E27FC236}">
                  <a16:creationId xmlns:a16="http://schemas.microsoft.com/office/drawing/2014/main" id="{B3D66914-B1A7-004A-DEB5-59464569C2CE}"/>
                </a:ext>
              </a:extLst>
            </p:cNvPr>
            <p:cNvSpPr/>
            <p:nvPr/>
          </p:nvSpPr>
          <p:spPr>
            <a:xfrm>
              <a:off x="-45813475" y="3990475"/>
              <a:ext cx="35475" cy="17350"/>
            </a:xfrm>
            <a:custGeom>
              <a:avLst/>
              <a:gdLst/>
              <a:ahLst/>
              <a:cxnLst/>
              <a:rect l="l" t="t" r="r" b="b"/>
              <a:pathLst>
                <a:path w="1419" h="694" extrusionOk="0">
                  <a:moveTo>
                    <a:pt x="347" y="1"/>
                  </a:moveTo>
                  <a:cubicBezTo>
                    <a:pt x="158" y="1"/>
                    <a:pt x="0" y="158"/>
                    <a:pt x="0" y="347"/>
                  </a:cubicBezTo>
                  <a:cubicBezTo>
                    <a:pt x="0" y="536"/>
                    <a:pt x="158" y="694"/>
                    <a:pt x="347" y="694"/>
                  </a:cubicBezTo>
                  <a:lnTo>
                    <a:pt x="1072" y="694"/>
                  </a:lnTo>
                  <a:cubicBezTo>
                    <a:pt x="1261" y="694"/>
                    <a:pt x="1418" y="536"/>
                    <a:pt x="1418" y="347"/>
                  </a:cubicBezTo>
                  <a:cubicBezTo>
                    <a:pt x="1418" y="158"/>
                    <a:pt x="1261" y="1"/>
                    <a:pt x="1072" y="1"/>
                  </a:cubicBezTo>
                  <a:close/>
                </a:path>
              </a:pathLst>
            </a:custGeom>
            <a:grpFill/>
            <a:ln>
              <a:noFill/>
            </a:ln>
          </p:spPr>
          <p:txBody>
            <a:bodyPr spcFirstLastPara="1" wrap="square" lIns="121900" tIns="121900" rIns="121900" bIns="121900" anchor="ctr" anchorCtr="0">
              <a:noAutofit/>
            </a:bodyPr>
            <a:lstStyle/>
            <a:p>
              <a:endParaRPr sz="2400"/>
            </a:p>
          </p:txBody>
        </p:sp>
        <p:sp>
          <p:nvSpPr>
            <p:cNvPr id="616" name="Google Shape;7914;p61">
              <a:extLst>
                <a:ext uri="{FF2B5EF4-FFF2-40B4-BE49-F238E27FC236}">
                  <a16:creationId xmlns:a16="http://schemas.microsoft.com/office/drawing/2014/main" id="{2CBB3744-2D8B-9127-8DC4-F774F699AB29}"/>
                </a:ext>
              </a:extLst>
            </p:cNvPr>
            <p:cNvSpPr/>
            <p:nvPr/>
          </p:nvSpPr>
          <p:spPr>
            <a:xfrm>
              <a:off x="-46007225" y="3990475"/>
              <a:ext cx="35450" cy="17350"/>
            </a:xfrm>
            <a:custGeom>
              <a:avLst/>
              <a:gdLst/>
              <a:ahLst/>
              <a:cxnLst/>
              <a:rect l="l" t="t" r="r" b="b"/>
              <a:pathLst>
                <a:path w="1418" h="694" extrusionOk="0">
                  <a:moveTo>
                    <a:pt x="347" y="1"/>
                  </a:moveTo>
                  <a:cubicBezTo>
                    <a:pt x="158" y="1"/>
                    <a:pt x="0" y="158"/>
                    <a:pt x="0" y="347"/>
                  </a:cubicBezTo>
                  <a:cubicBezTo>
                    <a:pt x="0" y="536"/>
                    <a:pt x="158" y="694"/>
                    <a:pt x="347" y="694"/>
                  </a:cubicBezTo>
                  <a:lnTo>
                    <a:pt x="1071" y="694"/>
                  </a:lnTo>
                  <a:cubicBezTo>
                    <a:pt x="1260" y="694"/>
                    <a:pt x="1418" y="536"/>
                    <a:pt x="1418" y="347"/>
                  </a:cubicBezTo>
                  <a:cubicBezTo>
                    <a:pt x="1418" y="158"/>
                    <a:pt x="1260" y="1"/>
                    <a:pt x="1071" y="1"/>
                  </a:cubicBezTo>
                  <a:close/>
                </a:path>
              </a:pathLst>
            </a:custGeom>
            <a:grpFill/>
            <a:ln>
              <a:noFill/>
            </a:ln>
          </p:spPr>
          <p:txBody>
            <a:bodyPr spcFirstLastPara="1" wrap="square" lIns="121900" tIns="121900" rIns="121900" bIns="121900" anchor="ctr" anchorCtr="0">
              <a:noAutofit/>
            </a:bodyPr>
            <a:lstStyle/>
            <a:p>
              <a:endParaRPr sz="2400"/>
            </a:p>
          </p:txBody>
        </p:sp>
        <p:sp>
          <p:nvSpPr>
            <p:cNvPr id="617" name="Google Shape;7915;p61">
              <a:extLst>
                <a:ext uri="{FF2B5EF4-FFF2-40B4-BE49-F238E27FC236}">
                  <a16:creationId xmlns:a16="http://schemas.microsoft.com/office/drawing/2014/main" id="{CABF4784-8402-5E58-B54B-56B78FED68F8}"/>
                </a:ext>
              </a:extLst>
            </p:cNvPr>
            <p:cNvSpPr/>
            <p:nvPr/>
          </p:nvSpPr>
          <p:spPr>
            <a:xfrm>
              <a:off x="-45826875" y="3937825"/>
              <a:ext cx="35475" cy="26750"/>
            </a:xfrm>
            <a:custGeom>
              <a:avLst/>
              <a:gdLst/>
              <a:ahLst/>
              <a:cxnLst/>
              <a:rect l="l" t="t" r="r" b="b"/>
              <a:pathLst>
                <a:path w="1419" h="1070" extrusionOk="0">
                  <a:moveTo>
                    <a:pt x="993" y="0"/>
                  </a:moveTo>
                  <a:cubicBezTo>
                    <a:pt x="932" y="0"/>
                    <a:pt x="871" y="18"/>
                    <a:pt x="820" y="59"/>
                  </a:cubicBezTo>
                  <a:lnTo>
                    <a:pt x="221" y="405"/>
                  </a:lnTo>
                  <a:cubicBezTo>
                    <a:pt x="64" y="500"/>
                    <a:pt x="1" y="720"/>
                    <a:pt x="127" y="878"/>
                  </a:cubicBezTo>
                  <a:cubicBezTo>
                    <a:pt x="188" y="1000"/>
                    <a:pt x="288" y="1070"/>
                    <a:pt x="403" y="1070"/>
                  </a:cubicBezTo>
                  <a:cubicBezTo>
                    <a:pt x="466" y="1070"/>
                    <a:pt x="533" y="1049"/>
                    <a:pt x="599" y="1004"/>
                  </a:cubicBezTo>
                  <a:lnTo>
                    <a:pt x="1167" y="657"/>
                  </a:lnTo>
                  <a:cubicBezTo>
                    <a:pt x="1324" y="563"/>
                    <a:pt x="1419" y="342"/>
                    <a:pt x="1293" y="185"/>
                  </a:cubicBezTo>
                  <a:cubicBezTo>
                    <a:pt x="1250" y="78"/>
                    <a:pt x="1121" y="0"/>
                    <a:pt x="993" y="0"/>
                  </a:cubicBezTo>
                  <a:close/>
                </a:path>
              </a:pathLst>
            </a:custGeom>
            <a:grpFill/>
            <a:ln>
              <a:noFill/>
            </a:ln>
          </p:spPr>
          <p:txBody>
            <a:bodyPr spcFirstLastPara="1" wrap="square" lIns="121900" tIns="121900" rIns="121900" bIns="121900" anchor="ctr" anchorCtr="0">
              <a:noAutofit/>
            </a:bodyPr>
            <a:lstStyle/>
            <a:p>
              <a:endParaRPr sz="2400"/>
            </a:p>
          </p:txBody>
        </p:sp>
        <p:sp>
          <p:nvSpPr>
            <p:cNvPr id="618" name="Google Shape;7916;p61">
              <a:extLst>
                <a:ext uri="{FF2B5EF4-FFF2-40B4-BE49-F238E27FC236}">
                  <a16:creationId xmlns:a16="http://schemas.microsoft.com/office/drawing/2014/main" id="{B02BF310-FDA2-7F10-5CA8-3A72F3752C4B}"/>
                </a:ext>
              </a:extLst>
            </p:cNvPr>
            <p:cNvSpPr/>
            <p:nvPr/>
          </p:nvSpPr>
          <p:spPr>
            <a:xfrm>
              <a:off x="-45993850" y="4034625"/>
              <a:ext cx="35475" cy="25850"/>
            </a:xfrm>
            <a:custGeom>
              <a:avLst/>
              <a:gdLst/>
              <a:ahLst/>
              <a:cxnLst/>
              <a:rect l="l" t="t" r="r" b="b"/>
              <a:pathLst>
                <a:path w="1419" h="1034" extrusionOk="0">
                  <a:moveTo>
                    <a:pt x="1014" y="0"/>
                  </a:moveTo>
                  <a:cubicBezTo>
                    <a:pt x="958" y="0"/>
                    <a:pt x="901" y="10"/>
                    <a:pt x="851" y="30"/>
                  </a:cubicBezTo>
                  <a:lnTo>
                    <a:pt x="253" y="377"/>
                  </a:lnTo>
                  <a:cubicBezTo>
                    <a:pt x="95" y="472"/>
                    <a:pt x="1" y="692"/>
                    <a:pt x="127" y="850"/>
                  </a:cubicBezTo>
                  <a:cubicBezTo>
                    <a:pt x="191" y="956"/>
                    <a:pt x="313" y="1034"/>
                    <a:pt x="433" y="1034"/>
                  </a:cubicBezTo>
                  <a:cubicBezTo>
                    <a:pt x="491" y="1034"/>
                    <a:pt x="549" y="1016"/>
                    <a:pt x="599" y="976"/>
                  </a:cubicBezTo>
                  <a:lnTo>
                    <a:pt x="1198" y="629"/>
                  </a:lnTo>
                  <a:cubicBezTo>
                    <a:pt x="1356" y="566"/>
                    <a:pt x="1419" y="314"/>
                    <a:pt x="1324" y="156"/>
                  </a:cubicBezTo>
                  <a:cubicBezTo>
                    <a:pt x="1259" y="49"/>
                    <a:pt x="1136" y="0"/>
                    <a:pt x="1014" y="0"/>
                  </a:cubicBezTo>
                  <a:close/>
                </a:path>
              </a:pathLst>
            </a:custGeom>
            <a:grpFill/>
            <a:ln>
              <a:noFill/>
            </a:ln>
          </p:spPr>
          <p:txBody>
            <a:bodyPr spcFirstLastPara="1" wrap="square" lIns="121900" tIns="121900" rIns="121900" bIns="121900" anchor="ctr" anchorCtr="0">
              <a:noAutofit/>
            </a:bodyPr>
            <a:lstStyle/>
            <a:p>
              <a:endParaRPr sz="2400"/>
            </a:p>
          </p:txBody>
        </p:sp>
        <p:sp>
          <p:nvSpPr>
            <p:cNvPr id="619" name="Google Shape;7917;p61">
              <a:extLst>
                <a:ext uri="{FF2B5EF4-FFF2-40B4-BE49-F238E27FC236}">
                  <a16:creationId xmlns:a16="http://schemas.microsoft.com/office/drawing/2014/main" id="{4B73FE77-2743-2C81-0379-367C8110A61E}"/>
                </a:ext>
              </a:extLst>
            </p:cNvPr>
            <p:cNvSpPr/>
            <p:nvPr/>
          </p:nvSpPr>
          <p:spPr>
            <a:xfrm>
              <a:off x="-45825300" y="4034625"/>
              <a:ext cx="34675" cy="25725"/>
            </a:xfrm>
            <a:custGeom>
              <a:avLst/>
              <a:gdLst/>
              <a:ahLst/>
              <a:cxnLst/>
              <a:rect l="l" t="t" r="r" b="b"/>
              <a:pathLst>
                <a:path w="1387" h="1029" extrusionOk="0">
                  <a:moveTo>
                    <a:pt x="399" y="0"/>
                  </a:moveTo>
                  <a:cubicBezTo>
                    <a:pt x="270" y="0"/>
                    <a:pt x="138" y="49"/>
                    <a:pt x="95" y="156"/>
                  </a:cubicBezTo>
                  <a:cubicBezTo>
                    <a:pt x="1" y="314"/>
                    <a:pt x="32" y="566"/>
                    <a:pt x="190" y="629"/>
                  </a:cubicBezTo>
                  <a:lnTo>
                    <a:pt x="789" y="976"/>
                  </a:lnTo>
                  <a:cubicBezTo>
                    <a:pt x="848" y="1011"/>
                    <a:pt x="920" y="1029"/>
                    <a:pt x="991" y="1029"/>
                  </a:cubicBezTo>
                  <a:cubicBezTo>
                    <a:pt x="1108" y="1029"/>
                    <a:pt x="1222" y="980"/>
                    <a:pt x="1261" y="881"/>
                  </a:cubicBezTo>
                  <a:cubicBezTo>
                    <a:pt x="1387" y="692"/>
                    <a:pt x="1324" y="503"/>
                    <a:pt x="1135" y="408"/>
                  </a:cubicBezTo>
                  <a:lnTo>
                    <a:pt x="568" y="30"/>
                  </a:lnTo>
                  <a:cubicBezTo>
                    <a:pt x="518" y="10"/>
                    <a:pt x="459" y="0"/>
                    <a:pt x="399" y="0"/>
                  </a:cubicBezTo>
                  <a:close/>
                </a:path>
              </a:pathLst>
            </a:custGeom>
            <a:grpFill/>
            <a:ln>
              <a:noFill/>
            </a:ln>
          </p:spPr>
          <p:txBody>
            <a:bodyPr spcFirstLastPara="1" wrap="square" lIns="121900" tIns="121900" rIns="121900" bIns="121900" anchor="ctr" anchorCtr="0">
              <a:noAutofit/>
            </a:bodyPr>
            <a:lstStyle/>
            <a:p>
              <a:endParaRPr sz="2400"/>
            </a:p>
          </p:txBody>
        </p:sp>
        <p:sp>
          <p:nvSpPr>
            <p:cNvPr id="620" name="Google Shape;7918;p61">
              <a:extLst>
                <a:ext uri="{FF2B5EF4-FFF2-40B4-BE49-F238E27FC236}">
                  <a16:creationId xmlns:a16="http://schemas.microsoft.com/office/drawing/2014/main" id="{42EF150A-C302-A29F-B91F-481324C347DA}"/>
                </a:ext>
              </a:extLst>
            </p:cNvPr>
            <p:cNvSpPr/>
            <p:nvPr/>
          </p:nvSpPr>
          <p:spPr>
            <a:xfrm>
              <a:off x="-45992275" y="3938175"/>
              <a:ext cx="33900" cy="25525"/>
            </a:xfrm>
            <a:custGeom>
              <a:avLst/>
              <a:gdLst/>
              <a:ahLst/>
              <a:cxnLst/>
              <a:rect l="l" t="t" r="r" b="b"/>
              <a:pathLst>
                <a:path w="1356" h="1021" extrusionOk="0">
                  <a:moveTo>
                    <a:pt x="372" y="0"/>
                  </a:moveTo>
                  <a:cubicBezTo>
                    <a:pt x="250" y="0"/>
                    <a:pt x="128" y="64"/>
                    <a:pt x="64" y="171"/>
                  </a:cubicBezTo>
                  <a:cubicBezTo>
                    <a:pt x="1" y="328"/>
                    <a:pt x="32" y="549"/>
                    <a:pt x="190" y="643"/>
                  </a:cubicBezTo>
                  <a:lnTo>
                    <a:pt x="788" y="990"/>
                  </a:lnTo>
                  <a:cubicBezTo>
                    <a:pt x="838" y="1010"/>
                    <a:pt x="895" y="1020"/>
                    <a:pt x="951" y="1020"/>
                  </a:cubicBezTo>
                  <a:cubicBezTo>
                    <a:pt x="1073" y="1020"/>
                    <a:pt x="1196" y="972"/>
                    <a:pt x="1261" y="864"/>
                  </a:cubicBezTo>
                  <a:cubicBezTo>
                    <a:pt x="1356" y="706"/>
                    <a:pt x="1293" y="517"/>
                    <a:pt x="1135" y="391"/>
                  </a:cubicBezTo>
                  <a:lnTo>
                    <a:pt x="536" y="45"/>
                  </a:lnTo>
                  <a:cubicBezTo>
                    <a:pt x="486" y="15"/>
                    <a:pt x="429" y="0"/>
                    <a:pt x="372" y="0"/>
                  </a:cubicBezTo>
                  <a:close/>
                </a:path>
              </a:pathLst>
            </a:custGeom>
            <a:grpFill/>
            <a:ln>
              <a:noFill/>
            </a:ln>
          </p:spPr>
          <p:txBody>
            <a:bodyPr spcFirstLastPara="1" wrap="square" lIns="121900" tIns="121900" rIns="121900" bIns="121900" anchor="ctr" anchorCtr="0">
              <a:noAutofit/>
            </a:bodyPr>
            <a:lstStyle/>
            <a:p>
              <a:endParaRPr sz="2400"/>
            </a:p>
          </p:txBody>
        </p:sp>
        <p:sp>
          <p:nvSpPr>
            <p:cNvPr id="621" name="Google Shape;7919;p61">
              <a:extLst>
                <a:ext uri="{FF2B5EF4-FFF2-40B4-BE49-F238E27FC236}">
                  <a16:creationId xmlns:a16="http://schemas.microsoft.com/office/drawing/2014/main" id="{6E68C4E4-A2CA-3284-CEE6-FABE8DFB5C43}"/>
                </a:ext>
              </a:extLst>
            </p:cNvPr>
            <p:cNvSpPr/>
            <p:nvPr/>
          </p:nvSpPr>
          <p:spPr>
            <a:xfrm>
              <a:off x="-45953675" y="4078700"/>
              <a:ext cx="122900" cy="35450"/>
            </a:xfrm>
            <a:custGeom>
              <a:avLst/>
              <a:gdLst/>
              <a:ahLst/>
              <a:cxnLst/>
              <a:rect l="l" t="t" r="r" b="b"/>
              <a:pathLst>
                <a:path w="4916" h="1418" extrusionOk="0">
                  <a:moveTo>
                    <a:pt x="347" y="0"/>
                  </a:moveTo>
                  <a:cubicBezTo>
                    <a:pt x="158" y="0"/>
                    <a:pt x="1" y="158"/>
                    <a:pt x="1" y="378"/>
                  </a:cubicBezTo>
                  <a:cubicBezTo>
                    <a:pt x="1" y="567"/>
                    <a:pt x="158" y="725"/>
                    <a:pt x="347" y="725"/>
                  </a:cubicBezTo>
                  <a:lnTo>
                    <a:pt x="1040" y="725"/>
                  </a:lnTo>
                  <a:lnTo>
                    <a:pt x="1040" y="1418"/>
                  </a:lnTo>
                  <a:lnTo>
                    <a:pt x="3844" y="1418"/>
                  </a:lnTo>
                  <a:lnTo>
                    <a:pt x="3844" y="725"/>
                  </a:lnTo>
                  <a:lnTo>
                    <a:pt x="4569" y="725"/>
                  </a:lnTo>
                  <a:cubicBezTo>
                    <a:pt x="4758" y="725"/>
                    <a:pt x="4915" y="567"/>
                    <a:pt x="4915" y="378"/>
                  </a:cubicBezTo>
                  <a:cubicBezTo>
                    <a:pt x="4915" y="158"/>
                    <a:pt x="4758" y="0"/>
                    <a:pt x="4537" y="0"/>
                  </a:cubicBezTo>
                  <a:close/>
                </a:path>
              </a:pathLst>
            </a:custGeom>
            <a:grpFill/>
            <a:ln>
              <a:noFill/>
            </a:ln>
          </p:spPr>
          <p:txBody>
            <a:bodyPr spcFirstLastPara="1" wrap="square" lIns="121900" tIns="121900" rIns="121900" bIns="121900" anchor="ctr" anchorCtr="0">
              <a:noAutofit/>
            </a:bodyPr>
            <a:lstStyle/>
            <a:p>
              <a:endParaRPr sz="2400"/>
            </a:p>
          </p:txBody>
        </p:sp>
        <p:sp>
          <p:nvSpPr>
            <p:cNvPr id="622" name="Google Shape;7920;p61">
              <a:extLst>
                <a:ext uri="{FF2B5EF4-FFF2-40B4-BE49-F238E27FC236}">
                  <a16:creationId xmlns:a16="http://schemas.microsoft.com/office/drawing/2014/main" id="{86628AA2-4562-FA16-4211-FCCE18CD2519}"/>
                </a:ext>
              </a:extLst>
            </p:cNvPr>
            <p:cNvSpPr/>
            <p:nvPr/>
          </p:nvSpPr>
          <p:spPr>
            <a:xfrm>
              <a:off x="-45956025" y="3938325"/>
              <a:ext cx="126025" cy="123075"/>
            </a:xfrm>
            <a:custGeom>
              <a:avLst/>
              <a:gdLst/>
              <a:ahLst/>
              <a:cxnLst/>
              <a:rect l="l" t="t" r="r" b="b"/>
              <a:pathLst>
                <a:path w="5041" h="4923" extrusionOk="0">
                  <a:moveTo>
                    <a:pt x="2557" y="1"/>
                  </a:moveTo>
                  <a:cubicBezTo>
                    <a:pt x="2408" y="1"/>
                    <a:pt x="2259" y="13"/>
                    <a:pt x="2111" y="39"/>
                  </a:cubicBezTo>
                  <a:cubicBezTo>
                    <a:pt x="1134" y="196"/>
                    <a:pt x="315" y="1016"/>
                    <a:pt x="158" y="1992"/>
                  </a:cubicBezTo>
                  <a:cubicBezTo>
                    <a:pt x="0" y="2874"/>
                    <a:pt x="284" y="3410"/>
                    <a:pt x="693" y="4103"/>
                  </a:cubicBezTo>
                  <a:cubicBezTo>
                    <a:pt x="914" y="4355"/>
                    <a:pt x="1071" y="4639"/>
                    <a:pt x="1134" y="4922"/>
                  </a:cubicBezTo>
                  <a:lnTo>
                    <a:pt x="2237" y="4922"/>
                  </a:lnTo>
                  <a:lnTo>
                    <a:pt x="2237" y="2780"/>
                  </a:lnTo>
                  <a:lnTo>
                    <a:pt x="1890" y="2780"/>
                  </a:lnTo>
                  <a:cubicBezTo>
                    <a:pt x="1701" y="2780"/>
                    <a:pt x="1544" y="2622"/>
                    <a:pt x="1544" y="2433"/>
                  </a:cubicBezTo>
                  <a:cubicBezTo>
                    <a:pt x="1544" y="2244"/>
                    <a:pt x="1701" y="2087"/>
                    <a:pt x="1890" y="2087"/>
                  </a:cubicBezTo>
                  <a:lnTo>
                    <a:pt x="3308" y="2087"/>
                  </a:lnTo>
                  <a:cubicBezTo>
                    <a:pt x="3497" y="2087"/>
                    <a:pt x="3655" y="2244"/>
                    <a:pt x="3655" y="2433"/>
                  </a:cubicBezTo>
                  <a:cubicBezTo>
                    <a:pt x="3655" y="2622"/>
                    <a:pt x="3497" y="2780"/>
                    <a:pt x="3308" y="2780"/>
                  </a:cubicBezTo>
                  <a:lnTo>
                    <a:pt x="2962" y="2780"/>
                  </a:lnTo>
                  <a:lnTo>
                    <a:pt x="2962" y="4922"/>
                  </a:lnTo>
                  <a:lnTo>
                    <a:pt x="4064" y="4922"/>
                  </a:lnTo>
                  <a:cubicBezTo>
                    <a:pt x="4127" y="4639"/>
                    <a:pt x="4348" y="4355"/>
                    <a:pt x="4505" y="4040"/>
                  </a:cubicBezTo>
                  <a:cubicBezTo>
                    <a:pt x="4820" y="3536"/>
                    <a:pt x="5041" y="3158"/>
                    <a:pt x="5041" y="2433"/>
                  </a:cubicBezTo>
                  <a:cubicBezTo>
                    <a:pt x="5041" y="1740"/>
                    <a:pt x="4726" y="1016"/>
                    <a:pt x="4190" y="543"/>
                  </a:cubicBezTo>
                  <a:cubicBezTo>
                    <a:pt x="3714" y="192"/>
                    <a:pt x="3138" y="1"/>
                    <a:pt x="2557" y="1"/>
                  </a:cubicBezTo>
                  <a:close/>
                </a:path>
              </a:pathLst>
            </a:custGeom>
            <a:grpFill/>
            <a:ln>
              <a:noFill/>
            </a:ln>
          </p:spPr>
          <p:txBody>
            <a:bodyPr spcFirstLastPara="1" wrap="square" lIns="121900" tIns="121900" rIns="121900" bIns="121900" anchor="ctr" anchorCtr="0">
              <a:noAutofit/>
            </a:bodyPr>
            <a:lstStyle/>
            <a:p>
              <a:endParaRPr sz="2400"/>
            </a:p>
          </p:txBody>
        </p:sp>
        <p:sp>
          <p:nvSpPr>
            <p:cNvPr id="623" name="Google Shape;7921;p61">
              <a:extLst>
                <a:ext uri="{FF2B5EF4-FFF2-40B4-BE49-F238E27FC236}">
                  <a16:creationId xmlns:a16="http://schemas.microsoft.com/office/drawing/2014/main" id="{651850B1-837F-B4FE-2001-BB81EF9F87DB}"/>
                </a:ext>
              </a:extLst>
            </p:cNvPr>
            <p:cNvSpPr/>
            <p:nvPr/>
          </p:nvSpPr>
          <p:spPr>
            <a:xfrm>
              <a:off x="-45927675" y="4132250"/>
              <a:ext cx="70125" cy="39400"/>
            </a:xfrm>
            <a:custGeom>
              <a:avLst/>
              <a:gdLst/>
              <a:ahLst/>
              <a:cxnLst/>
              <a:rect l="l" t="t" r="r" b="b"/>
              <a:pathLst>
                <a:path w="2805" h="1576" extrusionOk="0">
                  <a:moveTo>
                    <a:pt x="0" y="1"/>
                  </a:moveTo>
                  <a:lnTo>
                    <a:pt x="0" y="1576"/>
                  </a:lnTo>
                  <a:lnTo>
                    <a:pt x="158" y="1450"/>
                  </a:lnTo>
                  <a:cubicBezTo>
                    <a:pt x="536" y="1198"/>
                    <a:pt x="969" y="1072"/>
                    <a:pt x="1402" y="1072"/>
                  </a:cubicBezTo>
                  <a:cubicBezTo>
                    <a:pt x="1835" y="1072"/>
                    <a:pt x="2269" y="1198"/>
                    <a:pt x="2647" y="1450"/>
                  </a:cubicBezTo>
                  <a:lnTo>
                    <a:pt x="2804" y="1576"/>
                  </a:lnTo>
                  <a:lnTo>
                    <a:pt x="2804" y="1"/>
                  </a:lnTo>
                  <a:close/>
                </a:path>
              </a:pathLst>
            </a:custGeom>
            <a:grpFill/>
            <a:ln>
              <a:noFill/>
            </a:ln>
          </p:spPr>
          <p:txBody>
            <a:bodyPr spcFirstLastPara="1" wrap="square" lIns="121900" tIns="121900" rIns="121900" bIns="121900" anchor="ctr" anchorCtr="0">
              <a:noAutofit/>
            </a:bodyPr>
            <a:lstStyle/>
            <a:p>
              <a:endParaRPr sz="2400"/>
            </a:p>
          </p:txBody>
        </p:sp>
        <p:sp>
          <p:nvSpPr>
            <p:cNvPr id="624" name="Google Shape;7922;p61">
              <a:extLst>
                <a:ext uri="{FF2B5EF4-FFF2-40B4-BE49-F238E27FC236}">
                  <a16:creationId xmlns:a16="http://schemas.microsoft.com/office/drawing/2014/main" id="{59144A29-C3C1-A3A7-DFAE-111463BE2D7F}"/>
                </a:ext>
              </a:extLst>
            </p:cNvPr>
            <p:cNvSpPr/>
            <p:nvPr/>
          </p:nvSpPr>
          <p:spPr>
            <a:xfrm>
              <a:off x="-45921375" y="4176950"/>
              <a:ext cx="59100" cy="61650"/>
            </a:xfrm>
            <a:custGeom>
              <a:avLst/>
              <a:gdLst/>
              <a:ahLst/>
              <a:cxnLst/>
              <a:rect l="l" t="t" r="r" b="b"/>
              <a:pathLst>
                <a:path w="2364" h="2466" extrusionOk="0">
                  <a:moveTo>
                    <a:pt x="1158" y="0"/>
                  </a:moveTo>
                  <a:cubicBezTo>
                    <a:pt x="859" y="0"/>
                    <a:pt x="567" y="87"/>
                    <a:pt x="315" y="260"/>
                  </a:cubicBezTo>
                  <a:lnTo>
                    <a:pt x="0" y="481"/>
                  </a:lnTo>
                  <a:lnTo>
                    <a:pt x="851" y="2277"/>
                  </a:lnTo>
                  <a:cubicBezTo>
                    <a:pt x="945" y="2371"/>
                    <a:pt x="1040" y="2466"/>
                    <a:pt x="1166" y="2466"/>
                  </a:cubicBezTo>
                  <a:cubicBezTo>
                    <a:pt x="1292" y="2466"/>
                    <a:pt x="1418" y="2371"/>
                    <a:pt x="1481" y="2277"/>
                  </a:cubicBezTo>
                  <a:lnTo>
                    <a:pt x="2363" y="481"/>
                  </a:lnTo>
                  <a:lnTo>
                    <a:pt x="2048" y="260"/>
                  </a:lnTo>
                  <a:cubicBezTo>
                    <a:pt x="1765" y="87"/>
                    <a:pt x="1457" y="0"/>
                    <a:pt x="1158"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625" name="Google Shape;7923;p61">
            <a:extLst>
              <a:ext uri="{FF2B5EF4-FFF2-40B4-BE49-F238E27FC236}">
                <a16:creationId xmlns:a16="http://schemas.microsoft.com/office/drawing/2014/main" id="{3ACC7C44-7FB9-5276-BBF0-751DC7EBF056}"/>
              </a:ext>
            </a:extLst>
          </p:cNvPr>
          <p:cNvGrpSpPr/>
          <p:nvPr/>
        </p:nvGrpSpPr>
        <p:grpSpPr>
          <a:xfrm>
            <a:off x="9734615" y="1931503"/>
            <a:ext cx="389023" cy="445339"/>
            <a:chOff x="-44895900" y="3929450"/>
            <a:chExt cx="263875" cy="302075"/>
          </a:xfrm>
          <a:solidFill>
            <a:srgbClr val="6C1D35"/>
          </a:solidFill>
        </p:grpSpPr>
        <p:sp>
          <p:nvSpPr>
            <p:cNvPr id="626" name="Google Shape;7924;p61">
              <a:extLst>
                <a:ext uri="{FF2B5EF4-FFF2-40B4-BE49-F238E27FC236}">
                  <a16:creationId xmlns:a16="http://schemas.microsoft.com/office/drawing/2014/main" id="{E7FB027E-88DF-D9A9-D505-E0EA0239449A}"/>
                </a:ext>
              </a:extLst>
            </p:cNvPr>
            <p:cNvSpPr/>
            <p:nvPr/>
          </p:nvSpPr>
          <p:spPr>
            <a:xfrm>
              <a:off x="-44813975" y="4100750"/>
              <a:ext cx="101625" cy="50425"/>
            </a:xfrm>
            <a:custGeom>
              <a:avLst/>
              <a:gdLst/>
              <a:ahLst/>
              <a:cxnLst/>
              <a:rect l="l" t="t" r="r" b="b"/>
              <a:pathLst>
                <a:path w="4065" h="2017" extrusionOk="0">
                  <a:moveTo>
                    <a:pt x="2017" y="0"/>
                  </a:moveTo>
                  <a:lnTo>
                    <a:pt x="0" y="977"/>
                  </a:lnTo>
                  <a:lnTo>
                    <a:pt x="2017" y="2017"/>
                  </a:lnTo>
                  <a:lnTo>
                    <a:pt x="4064" y="977"/>
                  </a:lnTo>
                  <a:lnTo>
                    <a:pt x="2017" y="0"/>
                  </a:lnTo>
                  <a:close/>
                </a:path>
              </a:pathLst>
            </a:custGeom>
            <a:grpFill/>
            <a:ln>
              <a:noFill/>
            </a:ln>
          </p:spPr>
          <p:txBody>
            <a:bodyPr spcFirstLastPara="1" wrap="square" lIns="121900" tIns="121900" rIns="121900" bIns="121900" anchor="ctr" anchorCtr="0">
              <a:noAutofit/>
            </a:bodyPr>
            <a:lstStyle/>
            <a:p>
              <a:endParaRPr sz="2400"/>
            </a:p>
          </p:txBody>
        </p:sp>
        <p:sp>
          <p:nvSpPr>
            <p:cNvPr id="627" name="Google Shape;7925;p61">
              <a:extLst>
                <a:ext uri="{FF2B5EF4-FFF2-40B4-BE49-F238E27FC236}">
                  <a16:creationId xmlns:a16="http://schemas.microsoft.com/office/drawing/2014/main" id="{79343C2F-60CD-3317-7FEB-5DB9764A11BD}"/>
                </a:ext>
              </a:extLst>
            </p:cNvPr>
            <p:cNvSpPr/>
            <p:nvPr/>
          </p:nvSpPr>
          <p:spPr>
            <a:xfrm>
              <a:off x="-44885650" y="3929450"/>
              <a:ext cx="244175" cy="87825"/>
            </a:xfrm>
            <a:custGeom>
              <a:avLst/>
              <a:gdLst/>
              <a:ahLst/>
              <a:cxnLst/>
              <a:rect l="l" t="t" r="r" b="b"/>
              <a:pathLst>
                <a:path w="9767" h="3513" extrusionOk="0">
                  <a:moveTo>
                    <a:pt x="4832" y="0"/>
                  </a:moveTo>
                  <a:cubicBezTo>
                    <a:pt x="4781" y="0"/>
                    <a:pt x="4726" y="16"/>
                    <a:pt x="4663" y="47"/>
                  </a:cubicBezTo>
                  <a:lnTo>
                    <a:pt x="0" y="2410"/>
                  </a:lnTo>
                  <a:lnTo>
                    <a:pt x="2080" y="3513"/>
                  </a:lnTo>
                  <a:lnTo>
                    <a:pt x="4726" y="2158"/>
                  </a:lnTo>
                  <a:cubicBezTo>
                    <a:pt x="4758" y="2142"/>
                    <a:pt x="4805" y="2134"/>
                    <a:pt x="4852" y="2134"/>
                  </a:cubicBezTo>
                  <a:cubicBezTo>
                    <a:pt x="4899" y="2134"/>
                    <a:pt x="4947" y="2142"/>
                    <a:pt x="4978" y="2158"/>
                  </a:cubicBezTo>
                  <a:lnTo>
                    <a:pt x="7625" y="3513"/>
                  </a:lnTo>
                  <a:lnTo>
                    <a:pt x="9767" y="2442"/>
                  </a:lnTo>
                  <a:lnTo>
                    <a:pt x="4978" y="47"/>
                  </a:lnTo>
                  <a:cubicBezTo>
                    <a:pt x="4931" y="16"/>
                    <a:pt x="4884" y="0"/>
                    <a:pt x="4832" y="0"/>
                  </a:cubicBezTo>
                  <a:close/>
                </a:path>
              </a:pathLst>
            </a:custGeom>
            <a:grpFill/>
            <a:ln>
              <a:noFill/>
            </a:ln>
          </p:spPr>
          <p:txBody>
            <a:bodyPr spcFirstLastPara="1" wrap="square" lIns="121900" tIns="121900" rIns="121900" bIns="121900" anchor="ctr" anchorCtr="0">
              <a:noAutofit/>
            </a:bodyPr>
            <a:lstStyle/>
            <a:p>
              <a:endParaRPr sz="2400"/>
            </a:p>
          </p:txBody>
        </p:sp>
        <p:sp>
          <p:nvSpPr>
            <p:cNvPr id="628" name="Google Shape;7926;p61">
              <a:extLst>
                <a:ext uri="{FF2B5EF4-FFF2-40B4-BE49-F238E27FC236}">
                  <a16:creationId xmlns:a16="http://schemas.microsoft.com/office/drawing/2014/main" id="{532C1281-E886-E824-6429-C7B962C70EB7}"/>
                </a:ext>
              </a:extLst>
            </p:cNvPr>
            <p:cNvSpPr/>
            <p:nvPr/>
          </p:nvSpPr>
          <p:spPr>
            <a:xfrm>
              <a:off x="-44825000" y="4006225"/>
              <a:ext cx="52000" cy="105575"/>
            </a:xfrm>
            <a:custGeom>
              <a:avLst/>
              <a:gdLst/>
              <a:ahLst/>
              <a:cxnLst/>
              <a:rect l="l" t="t" r="r" b="b"/>
              <a:pathLst>
                <a:path w="2080" h="4223" extrusionOk="0">
                  <a:moveTo>
                    <a:pt x="2080" y="1"/>
                  </a:moveTo>
                  <a:lnTo>
                    <a:pt x="0" y="1009"/>
                  </a:lnTo>
                  <a:lnTo>
                    <a:pt x="0" y="4222"/>
                  </a:lnTo>
                  <a:lnTo>
                    <a:pt x="2080" y="3151"/>
                  </a:lnTo>
                  <a:lnTo>
                    <a:pt x="2080" y="1"/>
                  </a:lnTo>
                  <a:close/>
                </a:path>
              </a:pathLst>
            </a:custGeom>
            <a:grpFill/>
            <a:ln>
              <a:noFill/>
            </a:ln>
          </p:spPr>
          <p:txBody>
            <a:bodyPr spcFirstLastPara="1" wrap="square" lIns="121900" tIns="121900" rIns="121900" bIns="121900" anchor="ctr" anchorCtr="0">
              <a:noAutofit/>
            </a:bodyPr>
            <a:lstStyle/>
            <a:p>
              <a:endParaRPr sz="2400"/>
            </a:p>
          </p:txBody>
        </p:sp>
        <p:sp>
          <p:nvSpPr>
            <p:cNvPr id="629" name="Google Shape;7927;p61">
              <a:extLst>
                <a:ext uri="{FF2B5EF4-FFF2-40B4-BE49-F238E27FC236}">
                  <a16:creationId xmlns:a16="http://schemas.microsoft.com/office/drawing/2014/main" id="{D23366B2-C624-DF1A-1D92-3CF0815ADC44}"/>
                </a:ext>
              </a:extLst>
            </p:cNvPr>
            <p:cNvSpPr/>
            <p:nvPr/>
          </p:nvSpPr>
          <p:spPr>
            <a:xfrm>
              <a:off x="-44754900" y="4005450"/>
              <a:ext cx="122875" cy="222925"/>
            </a:xfrm>
            <a:custGeom>
              <a:avLst/>
              <a:gdLst/>
              <a:ahLst/>
              <a:cxnLst/>
              <a:rect l="l" t="t" r="r" b="b"/>
              <a:pathLst>
                <a:path w="4915" h="8917" extrusionOk="0">
                  <a:moveTo>
                    <a:pt x="4915" y="0"/>
                  </a:moveTo>
                  <a:lnTo>
                    <a:pt x="2804" y="1040"/>
                  </a:lnTo>
                  <a:lnTo>
                    <a:pt x="2804" y="4789"/>
                  </a:lnTo>
                  <a:cubicBezTo>
                    <a:pt x="2804" y="4915"/>
                    <a:pt x="2710" y="5041"/>
                    <a:pt x="2615" y="5104"/>
                  </a:cubicBezTo>
                  <a:lnTo>
                    <a:pt x="0" y="6396"/>
                  </a:lnTo>
                  <a:lnTo>
                    <a:pt x="0" y="8916"/>
                  </a:lnTo>
                  <a:lnTo>
                    <a:pt x="4726" y="6396"/>
                  </a:lnTo>
                  <a:cubicBezTo>
                    <a:pt x="4852" y="6333"/>
                    <a:pt x="4915" y="6207"/>
                    <a:pt x="4915" y="6081"/>
                  </a:cubicBezTo>
                  <a:lnTo>
                    <a:pt x="4915" y="0"/>
                  </a:lnTo>
                  <a:close/>
                </a:path>
              </a:pathLst>
            </a:custGeom>
            <a:grpFill/>
            <a:ln>
              <a:noFill/>
            </a:ln>
          </p:spPr>
          <p:txBody>
            <a:bodyPr spcFirstLastPara="1" wrap="square" lIns="121900" tIns="121900" rIns="121900" bIns="121900" anchor="ctr" anchorCtr="0">
              <a:noAutofit/>
            </a:bodyPr>
            <a:lstStyle/>
            <a:p>
              <a:endParaRPr sz="2400"/>
            </a:p>
          </p:txBody>
        </p:sp>
        <p:sp>
          <p:nvSpPr>
            <p:cNvPr id="630" name="Google Shape;7928;p61">
              <a:extLst>
                <a:ext uri="{FF2B5EF4-FFF2-40B4-BE49-F238E27FC236}">
                  <a16:creationId xmlns:a16="http://schemas.microsoft.com/office/drawing/2014/main" id="{2186BD70-55BF-14F6-26A0-C23D587802BF}"/>
                </a:ext>
              </a:extLst>
            </p:cNvPr>
            <p:cNvSpPr/>
            <p:nvPr/>
          </p:nvSpPr>
          <p:spPr>
            <a:xfrm>
              <a:off x="-44754900" y="4006225"/>
              <a:ext cx="52775" cy="105575"/>
            </a:xfrm>
            <a:custGeom>
              <a:avLst/>
              <a:gdLst/>
              <a:ahLst/>
              <a:cxnLst/>
              <a:rect l="l" t="t" r="r" b="b"/>
              <a:pathLst>
                <a:path w="2111" h="4223" extrusionOk="0">
                  <a:moveTo>
                    <a:pt x="0" y="1"/>
                  </a:moveTo>
                  <a:lnTo>
                    <a:pt x="0" y="3151"/>
                  </a:lnTo>
                  <a:lnTo>
                    <a:pt x="2111" y="4222"/>
                  </a:lnTo>
                  <a:lnTo>
                    <a:pt x="2111" y="1009"/>
                  </a:lnTo>
                  <a:lnTo>
                    <a:pt x="0" y="1"/>
                  </a:lnTo>
                  <a:close/>
                </a:path>
              </a:pathLst>
            </a:custGeom>
            <a:grpFill/>
            <a:ln>
              <a:noFill/>
            </a:ln>
          </p:spPr>
          <p:txBody>
            <a:bodyPr spcFirstLastPara="1" wrap="square" lIns="121900" tIns="121900" rIns="121900" bIns="121900" anchor="ctr" anchorCtr="0">
              <a:noAutofit/>
            </a:bodyPr>
            <a:lstStyle/>
            <a:p>
              <a:endParaRPr sz="2400"/>
            </a:p>
          </p:txBody>
        </p:sp>
        <p:sp>
          <p:nvSpPr>
            <p:cNvPr id="631" name="Google Shape;7929;p61">
              <a:extLst>
                <a:ext uri="{FF2B5EF4-FFF2-40B4-BE49-F238E27FC236}">
                  <a16:creationId xmlns:a16="http://schemas.microsoft.com/office/drawing/2014/main" id="{87643EFE-0194-F9C4-C523-265BDB5E371A}"/>
                </a:ext>
              </a:extLst>
            </p:cNvPr>
            <p:cNvSpPr/>
            <p:nvPr/>
          </p:nvSpPr>
          <p:spPr>
            <a:xfrm>
              <a:off x="-44895900" y="4006225"/>
              <a:ext cx="122900" cy="225300"/>
            </a:xfrm>
            <a:custGeom>
              <a:avLst/>
              <a:gdLst/>
              <a:ahLst/>
              <a:cxnLst/>
              <a:rect l="l" t="t" r="r" b="b"/>
              <a:pathLst>
                <a:path w="4916" h="9012" extrusionOk="0">
                  <a:moveTo>
                    <a:pt x="1" y="1"/>
                  </a:moveTo>
                  <a:lnTo>
                    <a:pt x="1" y="6176"/>
                  </a:lnTo>
                  <a:cubicBezTo>
                    <a:pt x="1" y="6302"/>
                    <a:pt x="95" y="6428"/>
                    <a:pt x="190" y="6491"/>
                  </a:cubicBezTo>
                  <a:lnTo>
                    <a:pt x="4916" y="9011"/>
                  </a:lnTo>
                  <a:lnTo>
                    <a:pt x="4916" y="6428"/>
                  </a:lnTo>
                  <a:lnTo>
                    <a:pt x="2332" y="5105"/>
                  </a:lnTo>
                  <a:lnTo>
                    <a:pt x="2301" y="5105"/>
                  </a:lnTo>
                  <a:cubicBezTo>
                    <a:pt x="2206" y="5073"/>
                    <a:pt x="2143" y="4947"/>
                    <a:pt x="2143" y="4853"/>
                  </a:cubicBezTo>
                  <a:lnTo>
                    <a:pt x="2143" y="1103"/>
                  </a:lnTo>
                  <a:lnTo>
                    <a:pt x="1" y="1"/>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632" name="Google Shape;7938;p61">
            <a:extLst>
              <a:ext uri="{FF2B5EF4-FFF2-40B4-BE49-F238E27FC236}">
                <a16:creationId xmlns:a16="http://schemas.microsoft.com/office/drawing/2014/main" id="{A13AD199-9DA9-72C7-8992-FBDB0F758CCD}"/>
              </a:ext>
            </a:extLst>
          </p:cNvPr>
          <p:cNvGrpSpPr/>
          <p:nvPr/>
        </p:nvGrpSpPr>
        <p:grpSpPr>
          <a:xfrm>
            <a:off x="3139532" y="1373530"/>
            <a:ext cx="378592" cy="443607"/>
            <a:chOff x="-49375900" y="3550975"/>
            <a:chExt cx="256800" cy="300900"/>
          </a:xfrm>
          <a:solidFill>
            <a:srgbClr val="6C1D35"/>
          </a:solidFill>
        </p:grpSpPr>
        <p:sp>
          <p:nvSpPr>
            <p:cNvPr id="633" name="Google Shape;7939;p61">
              <a:extLst>
                <a:ext uri="{FF2B5EF4-FFF2-40B4-BE49-F238E27FC236}">
                  <a16:creationId xmlns:a16="http://schemas.microsoft.com/office/drawing/2014/main" id="{C1982651-699B-AE32-280E-391D0C702FC4}"/>
                </a:ext>
              </a:extLst>
            </p:cNvPr>
            <p:cNvSpPr/>
            <p:nvPr/>
          </p:nvSpPr>
          <p:spPr>
            <a:xfrm>
              <a:off x="-49231775" y="3638425"/>
              <a:ext cx="59100" cy="59075"/>
            </a:xfrm>
            <a:custGeom>
              <a:avLst/>
              <a:gdLst/>
              <a:ahLst/>
              <a:cxnLst/>
              <a:rect l="l" t="t" r="r" b="b"/>
              <a:pathLst>
                <a:path w="2364" h="2363" extrusionOk="0">
                  <a:moveTo>
                    <a:pt x="1" y="0"/>
                  </a:moveTo>
                  <a:lnTo>
                    <a:pt x="1513" y="2363"/>
                  </a:lnTo>
                  <a:lnTo>
                    <a:pt x="2364" y="0"/>
                  </a:lnTo>
                  <a:close/>
                </a:path>
              </a:pathLst>
            </a:custGeom>
            <a:grpFill/>
            <a:ln>
              <a:noFill/>
            </a:ln>
          </p:spPr>
          <p:txBody>
            <a:bodyPr spcFirstLastPara="1" wrap="square" lIns="121900" tIns="121900" rIns="121900" bIns="121900" anchor="ctr" anchorCtr="0">
              <a:noAutofit/>
            </a:bodyPr>
            <a:lstStyle/>
            <a:p>
              <a:endParaRPr sz="2400"/>
            </a:p>
          </p:txBody>
        </p:sp>
        <p:sp>
          <p:nvSpPr>
            <p:cNvPr id="634" name="Google Shape;7940;p61">
              <a:extLst>
                <a:ext uri="{FF2B5EF4-FFF2-40B4-BE49-F238E27FC236}">
                  <a16:creationId xmlns:a16="http://schemas.microsoft.com/office/drawing/2014/main" id="{D73380E8-6BE7-F14D-0EDD-6EFA73234E42}"/>
                </a:ext>
              </a:extLst>
            </p:cNvPr>
            <p:cNvSpPr/>
            <p:nvPr/>
          </p:nvSpPr>
          <p:spPr>
            <a:xfrm>
              <a:off x="-49291625" y="3726625"/>
              <a:ext cx="87450" cy="123675"/>
            </a:xfrm>
            <a:custGeom>
              <a:avLst/>
              <a:gdLst/>
              <a:ahLst/>
              <a:cxnLst/>
              <a:rect l="l" t="t" r="r" b="b"/>
              <a:pathLst>
                <a:path w="3498" h="4947" extrusionOk="0">
                  <a:moveTo>
                    <a:pt x="1" y="1"/>
                  </a:moveTo>
                  <a:lnTo>
                    <a:pt x="1733" y="4947"/>
                  </a:lnTo>
                  <a:lnTo>
                    <a:pt x="3498" y="1"/>
                  </a:lnTo>
                  <a:close/>
                </a:path>
              </a:pathLst>
            </a:custGeom>
            <a:grpFill/>
            <a:ln>
              <a:noFill/>
            </a:ln>
          </p:spPr>
          <p:txBody>
            <a:bodyPr spcFirstLastPara="1" wrap="square" lIns="121900" tIns="121900" rIns="121900" bIns="121900" anchor="ctr" anchorCtr="0">
              <a:noAutofit/>
            </a:bodyPr>
            <a:lstStyle/>
            <a:p>
              <a:endParaRPr sz="2400"/>
            </a:p>
          </p:txBody>
        </p:sp>
        <p:sp>
          <p:nvSpPr>
            <p:cNvPr id="635" name="Google Shape;7941;p61">
              <a:extLst>
                <a:ext uri="{FF2B5EF4-FFF2-40B4-BE49-F238E27FC236}">
                  <a16:creationId xmlns:a16="http://schemas.microsoft.com/office/drawing/2014/main" id="{EC46B904-A17B-09C1-392E-96E11774E2FC}"/>
                </a:ext>
              </a:extLst>
            </p:cNvPr>
            <p:cNvSpPr/>
            <p:nvPr/>
          </p:nvSpPr>
          <p:spPr>
            <a:xfrm>
              <a:off x="-49288475" y="3647075"/>
              <a:ext cx="81150" cy="61450"/>
            </a:xfrm>
            <a:custGeom>
              <a:avLst/>
              <a:gdLst/>
              <a:ahLst/>
              <a:cxnLst/>
              <a:rect l="l" t="t" r="r" b="b"/>
              <a:pathLst>
                <a:path w="3246" h="2458" extrusionOk="0">
                  <a:moveTo>
                    <a:pt x="1607" y="1"/>
                  </a:moveTo>
                  <a:lnTo>
                    <a:pt x="1" y="2458"/>
                  </a:lnTo>
                  <a:lnTo>
                    <a:pt x="3246" y="2458"/>
                  </a:lnTo>
                  <a:lnTo>
                    <a:pt x="1607" y="1"/>
                  </a:lnTo>
                  <a:close/>
                </a:path>
              </a:pathLst>
            </a:custGeom>
            <a:grpFill/>
            <a:ln>
              <a:noFill/>
            </a:ln>
          </p:spPr>
          <p:txBody>
            <a:bodyPr spcFirstLastPara="1" wrap="square" lIns="121900" tIns="121900" rIns="121900" bIns="121900" anchor="ctr" anchorCtr="0">
              <a:noAutofit/>
            </a:bodyPr>
            <a:lstStyle/>
            <a:p>
              <a:endParaRPr sz="2400"/>
            </a:p>
          </p:txBody>
        </p:sp>
        <p:sp>
          <p:nvSpPr>
            <p:cNvPr id="636" name="Google Shape;7942;p61">
              <a:extLst>
                <a:ext uri="{FF2B5EF4-FFF2-40B4-BE49-F238E27FC236}">
                  <a16:creationId xmlns:a16="http://schemas.microsoft.com/office/drawing/2014/main" id="{BDFFA088-060D-6774-5734-084C49E198AA}"/>
                </a:ext>
              </a:extLst>
            </p:cNvPr>
            <p:cNvSpPr/>
            <p:nvPr/>
          </p:nvSpPr>
          <p:spPr>
            <a:xfrm>
              <a:off x="-49375900" y="3648650"/>
              <a:ext cx="59100" cy="59875"/>
            </a:xfrm>
            <a:custGeom>
              <a:avLst/>
              <a:gdLst/>
              <a:ahLst/>
              <a:cxnLst/>
              <a:rect l="l" t="t" r="r" b="b"/>
              <a:pathLst>
                <a:path w="2364" h="2395" extrusionOk="0">
                  <a:moveTo>
                    <a:pt x="1513" y="1"/>
                  </a:moveTo>
                  <a:lnTo>
                    <a:pt x="1" y="2395"/>
                  </a:lnTo>
                  <a:lnTo>
                    <a:pt x="2363" y="2395"/>
                  </a:lnTo>
                  <a:lnTo>
                    <a:pt x="1513" y="1"/>
                  </a:lnTo>
                  <a:close/>
                </a:path>
              </a:pathLst>
            </a:custGeom>
            <a:grpFill/>
            <a:ln>
              <a:noFill/>
            </a:ln>
          </p:spPr>
          <p:txBody>
            <a:bodyPr spcFirstLastPara="1" wrap="square" lIns="121900" tIns="121900" rIns="121900" bIns="121900" anchor="ctr" anchorCtr="0">
              <a:noAutofit/>
            </a:bodyPr>
            <a:lstStyle/>
            <a:p>
              <a:endParaRPr sz="2400"/>
            </a:p>
          </p:txBody>
        </p:sp>
        <p:sp>
          <p:nvSpPr>
            <p:cNvPr id="637" name="Google Shape;7943;p61">
              <a:extLst>
                <a:ext uri="{FF2B5EF4-FFF2-40B4-BE49-F238E27FC236}">
                  <a16:creationId xmlns:a16="http://schemas.microsoft.com/office/drawing/2014/main" id="{624C9694-E3A2-FA89-3BB4-88189BD3240B}"/>
                </a:ext>
              </a:extLst>
            </p:cNvPr>
            <p:cNvSpPr/>
            <p:nvPr/>
          </p:nvSpPr>
          <p:spPr>
            <a:xfrm>
              <a:off x="-49229400" y="3726625"/>
              <a:ext cx="109500" cy="125250"/>
            </a:xfrm>
            <a:custGeom>
              <a:avLst/>
              <a:gdLst/>
              <a:ahLst/>
              <a:cxnLst/>
              <a:rect l="l" t="t" r="r" b="b"/>
              <a:pathLst>
                <a:path w="4380" h="5010" extrusionOk="0">
                  <a:moveTo>
                    <a:pt x="1765" y="1"/>
                  </a:moveTo>
                  <a:lnTo>
                    <a:pt x="0" y="5010"/>
                  </a:lnTo>
                  <a:lnTo>
                    <a:pt x="4380" y="1"/>
                  </a:lnTo>
                  <a:close/>
                </a:path>
              </a:pathLst>
            </a:custGeom>
            <a:grpFill/>
            <a:ln>
              <a:noFill/>
            </a:ln>
          </p:spPr>
          <p:txBody>
            <a:bodyPr spcFirstLastPara="1" wrap="square" lIns="121900" tIns="121900" rIns="121900" bIns="121900" anchor="ctr" anchorCtr="0">
              <a:noAutofit/>
            </a:bodyPr>
            <a:lstStyle/>
            <a:p>
              <a:endParaRPr sz="2400"/>
            </a:p>
          </p:txBody>
        </p:sp>
        <p:sp>
          <p:nvSpPr>
            <p:cNvPr id="638" name="Google Shape;7944;p61">
              <a:extLst>
                <a:ext uri="{FF2B5EF4-FFF2-40B4-BE49-F238E27FC236}">
                  <a16:creationId xmlns:a16="http://schemas.microsoft.com/office/drawing/2014/main" id="{9B0D954A-4657-194F-69BA-43EE579ACD0D}"/>
                </a:ext>
              </a:extLst>
            </p:cNvPr>
            <p:cNvSpPr/>
            <p:nvPr/>
          </p:nvSpPr>
          <p:spPr>
            <a:xfrm>
              <a:off x="-49179000" y="3648650"/>
              <a:ext cx="59900" cy="59875"/>
            </a:xfrm>
            <a:custGeom>
              <a:avLst/>
              <a:gdLst/>
              <a:ahLst/>
              <a:cxnLst/>
              <a:rect l="l" t="t" r="r" b="b"/>
              <a:pathLst>
                <a:path w="2396" h="2395" extrusionOk="0">
                  <a:moveTo>
                    <a:pt x="851" y="1"/>
                  </a:moveTo>
                  <a:lnTo>
                    <a:pt x="1" y="2395"/>
                  </a:lnTo>
                  <a:lnTo>
                    <a:pt x="2395" y="2395"/>
                  </a:lnTo>
                  <a:lnTo>
                    <a:pt x="851" y="1"/>
                  </a:lnTo>
                  <a:close/>
                </a:path>
              </a:pathLst>
            </a:custGeom>
            <a:grpFill/>
            <a:ln>
              <a:noFill/>
            </a:ln>
          </p:spPr>
          <p:txBody>
            <a:bodyPr spcFirstLastPara="1" wrap="square" lIns="121900" tIns="121900" rIns="121900" bIns="121900" anchor="ctr" anchorCtr="0">
              <a:noAutofit/>
            </a:bodyPr>
            <a:lstStyle/>
            <a:p>
              <a:endParaRPr sz="2400"/>
            </a:p>
          </p:txBody>
        </p:sp>
        <p:sp>
          <p:nvSpPr>
            <p:cNvPr id="639" name="Google Shape;7945;p61">
              <a:extLst>
                <a:ext uri="{FF2B5EF4-FFF2-40B4-BE49-F238E27FC236}">
                  <a16:creationId xmlns:a16="http://schemas.microsoft.com/office/drawing/2014/main" id="{442F1110-D75A-FA1B-562A-1E95F96EF230}"/>
                </a:ext>
              </a:extLst>
            </p:cNvPr>
            <p:cNvSpPr/>
            <p:nvPr/>
          </p:nvSpPr>
          <p:spPr>
            <a:xfrm>
              <a:off x="-49323125" y="3638425"/>
              <a:ext cx="59100" cy="59075"/>
            </a:xfrm>
            <a:custGeom>
              <a:avLst/>
              <a:gdLst/>
              <a:ahLst/>
              <a:cxnLst/>
              <a:rect l="l" t="t" r="r" b="b"/>
              <a:pathLst>
                <a:path w="2364" h="2363" extrusionOk="0">
                  <a:moveTo>
                    <a:pt x="0" y="0"/>
                  </a:moveTo>
                  <a:lnTo>
                    <a:pt x="819" y="2363"/>
                  </a:lnTo>
                  <a:lnTo>
                    <a:pt x="2363" y="0"/>
                  </a:lnTo>
                  <a:close/>
                </a:path>
              </a:pathLst>
            </a:custGeom>
            <a:grpFill/>
            <a:ln>
              <a:noFill/>
            </a:ln>
          </p:spPr>
          <p:txBody>
            <a:bodyPr spcFirstLastPara="1" wrap="square" lIns="121900" tIns="121900" rIns="121900" bIns="121900" anchor="ctr" anchorCtr="0">
              <a:noAutofit/>
            </a:bodyPr>
            <a:lstStyle/>
            <a:p>
              <a:endParaRPr sz="2400"/>
            </a:p>
          </p:txBody>
        </p:sp>
        <p:sp>
          <p:nvSpPr>
            <p:cNvPr id="640" name="Google Shape;7946;p61">
              <a:extLst>
                <a:ext uri="{FF2B5EF4-FFF2-40B4-BE49-F238E27FC236}">
                  <a16:creationId xmlns:a16="http://schemas.microsoft.com/office/drawing/2014/main" id="{E7A85F9E-1C0A-4E75-C1DF-7194CD76E051}"/>
                </a:ext>
              </a:extLst>
            </p:cNvPr>
            <p:cNvSpPr/>
            <p:nvPr/>
          </p:nvSpPr>
          <p:spPr>
            <a:xfrm>
              <a:off x="-49375100" y="3726625"/>
              <a:ext cx="108700" cy="125250"/>
            </a:xfrm>
            <a:custGeom>
              <a:avLst/>
              <a:gdLst/>
              <a:ahLst/>
              <a:cxnLst/>
              <a:rect l="l" t="t" r="r" b="b"/>
              <a:pathLst>
                <a:path w="4348" h="5010" extrusionOk="0">
                  <a:moveTo>
                    <a:pt x="0" y="1"/>
                  </a:moveTo>
                  <a:lnTo>
                    <a:pt x="4348" y="5010"/>
                  </a:lnTo>
                  <a:lnTo>
                    <a:pt x="2583" y="1"/>
                  </a:lnTo>
                  <a:close/>
                </a:path>
              </a:pathLst>
            </a:custGeom>
            <a:grpFill/>
            <a:ln>
              <a:noFill/>
            </a:ln>
          </p:spPr>
          <p:txBody>
            <a:bodyPr spcFirstLastPara="1" wrap="square" lIns="121900" tIns="121900" rIns="121900" bIns="121900" anchor="ctr" anchorCtr="0">
              <a:noAutofit/>
            </a:bodyPr>
            <a:lstStyle/>
            <a:p>
              <a:endParaRPr sz="2400"/>
            </a:p>
          </p:txBody>
        </p:sp>
        <p:sp>
          <p:nvSpPr>
            <p:cNvPr id="641" name="Google Shape;7947;p61">
              <a:extLst>
                <a:ext uri="{FF2B5EF4-FFF2-40B4-BE49-F238E27FC236}">
                  <a16:creationId xmlns:a16="http://schemas.microsoft.com/office/drawing/2014/main" id="{6FA9FFEE-BD1E-43C2-34F7-61339B4BC86D}"/>
                </a:ext>
              </a:extLst>
            </p:cNvPr>
            <p:cNvSpPr/>
            <p:nvPr/>
          </p:nvSpPr>
          <p:spPr>
            <a:xfrm>
              <a:off x="-49256975" y="3550975"/>
              <a:ext cx="17350" cy="53600"/>
            </a:xfrm>
            <a:custGeom>
              <a:avLst/>
              <a:gdLst/>
              <a:ahLst/>
              <a:cxnLst/>
              <a:rect l="l" t="t" r="r" b="b"/>
              <a:pathLst>
                <a:path w="694" h="2144" extrusionOk="0">
                  <a:moveTo>
                    <a:pt x="347" y="1"/>
                  </a:moveTo>
                  <a:cubicBezTo>
                    <a:pt x="158" y="1"/>
                    <a:pt x="1" y="159"/>
                    <a:pt x="1" y="348"/>
                  </a:cubicBezTo>
                  <a:lnTo>
                    <a:pt x="1" y="1797"/>
                  </a:lnTo>
                  <a:cubicBezTo>
                    <a:pt x="1" y="1986"/>
                    <a:pt x="158" y="2143"/>
                    <a:pt x="347" y="2143"/>
                  </a:cubicBezTo>
                  <a:cubicBezTo>
                    <a:pt x="536" y="2143"/>
                    <a:pt x="694" y="1986"/>
                    <a:pt x="694" y="1797"/>
                  </a:cubicBezTo>
                  <a:lnTo>
                    <a:pt x="694" y="348"/>
                  </a:lnTo>
                  <a:cubicBezTo>
                    <a:pt x="694" y="159"/>
                    <a:pt x="536" y="1"/>
                    <a:pt x="347" y="1"/>
                  </a:cubicBezTo>
                  <a:close/>
                </a:path>
              </a:pathLst>
            </a:custGeom>
            <a:grpFill/>
            <a:ln>
              <a:noFill/>
            </a:ln>
          </p:spPr>
          <p:txBody>
            <a:bodyPr spcFirstLastPara="1" wrap="square" lIns="121900" tIns="121900" rIns="121900" bIns="121900" anchor="ctr" anchorCtr="0">
              <a:noAutofit/>
            </a:bodyPr>
            <a:lstStyle/>
            <a:p>
              <a:endParaRPr sz="2400"/>
            </a:p>
          </p:txBody>
        </p:sp>
        <p:sp>
          <p:nvSpPr>
            <p:cNvPr id="642" name="Google Shape;7948;p61">
              <a:extLst>
                <a:ext uri="{FF2B5EF4-FFF2-40B4-BE49-F238E27FC236}">
                  <a16:creationId xmlns:a16="http://schemas.microsoft.com/office/drawing/2014/main" id="{9B602B51-52AA-9AC6-B816-82333F4DD9D4}"/>
                </a:ext>
              </a:extLst>
            </p:cNvPr>
            <p:cNvSpPr/>
            <p:nvPr/>
          </p:nvSpPr>
          <p:spPr>
            <a:xfrm>
              <a:off x="-49323125" y="3575850"/>
              <a:ext cx="43350" cy="32650"/>
            </a:xfrm>
            <a:custGeom>
              <a:avLst/>
              <a:gdLst/>
              <a:ahLst/>
              <a:cxnLst/>
              <a:rect l="l" t="t" r="r" b="b"/>
              <a:pathLst>
                <a:path w="1734" h="1306" extrusionOk="0">
                  <a:moveTo>
                    <a:pt x="371" y="0"/>
                  </a:moveTo>
                  <a:cubicBezTo>
                    <a:pt x="259" y="0"/>
                    <a:pt x="147" y="56"/>
                    <a:pt x="63" y="140"/>
                  </a:cubicBezTo>
                  <a:cubicBezTo>
                    <a:pt x="0" y="298"/>
                    <a:pt x="32" y="518"/>
                    <a:pt x="189" y="613"/>
                  </a:cubicBezTo>
                  <a:lnTo>
                    <a:pt x="1166" y="1274"/>
                  </a:lnTo>
                  <a:cubicBezTo>
                    <a:pt x="1261" y="1306"/>
                    <a:pt x="1292" y="1306"/>
                    <a:pt x="1387" y="1306"/>
                  </a:cubicBezTo>
                  <a:cubicBezTo>
                    <a:pt x="1481" y="1306"/>
                    <a:pt x="1607" y="1211"/>
                    <a:pt x="1639" y="1148"/>
                  </a:cubicBezTo>
                  <a:cubicBezTo>
                    <a:pt x="1733" y="991"/>
                    <a:pt x="1702" y="802"/>
                    <a:pt x="1544" y="676"/>
                  </a:cubicBezTo>
                  <a:lnTo>
                    <a:pt x="536" y="46"/>
                  </a:lnTo>
                  <a:cubicBezTo>
                    <a:pt x="483" y="14"/>
                    <a:pt x="427" y="0"/>
                    <a:pt x="371" y="0"/>
                  </a:cubicBezTo>
                  <a:close/>
                </a:path>
              </a:pathLst>
            </a:custGeom>
            <a:grpFill/>
            <a:ln>
              <a:noFill/>
            </a:ln>
          </p:spPr>
          <p:txBody>
            <a:bodyPr spcFirstLastPara="1" wrap="square" lIns="121900" tIns="121900" rIns="121900" bIns="121900" anchor="ctr" anchorCtr="0">
              <a:noAutofit/>
            </a:bodyPr>
            <a:lstStyle/>
            <a:p>
              <a:endParaRPr sz="2400"/>
            </a:p>
          </p:txBody>
        </p:sp>
        <p:sp>
          <p:nvSpPr>
            <p:cNvPr id="643" name="Google Shape;7949;p61">
              <a:extLst>
                <a:ext uri="{FF2B5EF4-FFF2-40B4-BE49-F238E27FC236}">
                  <a16:creationId xmlns:a16="http://schemas.microsoft.com/office/drawing/2014/main" id="{CA4DE2ED-4E80-308F-8BE3-880E125A7CAD}"/>
                </a:ext>
              </a:extLst>
            </p:cNvPr>
            <p:cNvSpPr/>
            <p:nvPr/>
          </p:nvSpPr>
          <p:spPr>
            <a:xfrm>
              <a:off x="-49217575" y="3575525"/>
              <a:ext cx="44900" cy="32975"/>
            </a:xfrm>
            <a:custGeom>
              <a:avLst/>
              <a:gdLst/>
              <a:ahLst/>
              <a:cxnLst/>
              <a:rect l="l" t="t" r="r" b="b"/>
              <a:pathLst>
                <a:path w="1796" h="1319" extrusionOk="0">
                  <a:moveTo>
                    <a:pt x="1370" y="0"/>
                  </a:moveTo>
                  <a:cubicBezTo>
                    <a:pt x="1309" y="0"/>
                    <a:pt x="1248" y="18"/>
                    <a:pt x="1197" y="59"/>
                  </a:cubicBezTo>
                  <a:lnTo>
                    <a:pt x="221" y="689"/>
                  </a:lnTo>
                  <a:cubicBezTo>
                    <a:pt x="63" y="752"/>
                    <a:pt x="0" y="1004"/>
                    <a:pt x="95" y="1161"/>
                  </a:cubicBezTo>
                  <a:cubicBezTo>
                    <a:pt x="158" y="1287"/>
                    <a:pt x="252" y="1319"/>
                    <a:pt x="378" y="1319"/>
                  </a:cubicBezTo>
                  <a:cubicBezTo>
                    <a:pt x="473" y="1319"/>
                    <a:pt x="536" y="1287"/>
                    <a:pt x="567" y="1287"/>
                  </a:cubicBezTo>
                  <a:lnTo>
                    <a:pt x="1575" y="657"/>
                  </a:lnTo>
                  <a:cubicBezTo>
                    <a:pt x="1733" y="563"/>
                    <a:pt x="1796" y="342"/>
                    <a:pt x="1670" y="185"/>
                  </a:cubicBezTo>
                  <a:cubicBezTo>
                    <a:pt x="1627" y="78"/>
                    <a:pt x="1498" y="0"/>
                    <a:pt x="1370"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644" name="Google Shape;7950;p61">
            <a:extLst>
              <a:ext uri="{FF2B5EF4-FFF2-40B4-BE49-F238E27FC236}">
                <a16:creationId xmlns:a16="http://schemas.microsoft.com/office/drawing/2014/main" id="{5620EC03-3979-C76B-5DC2-723A0B4AFF0B}"/>
              </a:ext>
            </a:extLst>
          </p:cNvPr>
          <p:cNvGrpSpPr/>
          <p:nvPr/>
        </p:nvGrpSpPr>
        <p:grpSpPr>
          <a:xfrm>
            <a:off x="3133746" y="1918125"/>
            <a:ext cx="390165" cy="443607"/>
            <a:chOff x="-49378250" y="3920375"/>
            <a:chExt cx="264650" cy="300900"/>
          </a:xfrm>
          <a:solidFill>
            <a:srgbClr val="6C1D35"/>
          </a:solidFill>
        </p:grpSpPr>
        <p:sp>
          <p:nvSpPr>
            <p:cNvPr id="645" name="Google Shape;7951;p61">
              <a:extLst>
                <a:ext uri="{FF2B5EF4-FFF2-40B4-BE49-F238E27FC236}">
                  <a16:creationId xmlns:a16="http://schemas.microsoft.com/office/drawing/2014/main" id="{D46ACCB3-79A5-7A2D-ABEF-CFA1BA6D7FCD}"/>
                </a:ext>
              </a:extLst>
            </p:cNvPr>
            <p:cNvSpPr/>
            <p:nvPr/>
          </p:nvSpPr>
          <p:spPr>
            <a:xfrm>
              <a:off x="-49272725" y="4185025"/>
              <a:ext cx="70925" cy="35475"/>
            </a:xfrm>
            <a:custGeom>
              <a:avLst/>
              <a:gdLst/>
              <a:ahLst/>
              <a:cxnLst/>
              <a:rect l="l" t="t" r="r" b="b"/>
              <a:pathLst>
                <a:path w="2837" h="1419" extrusionOk="0">
                  <a:moveTo>
                    <a:pt x="32" y="0"/>
                  </a:moveTo>
                  <a:lnTo>
                    <a:pt x="32" y="378"/>
                  </a:lnTo>
                  <a:lnTo>
                    <a:pt x="1" y="378"/>
                  </a:lnTo>
                  <a:cubicBezTo>
                    <a:pt x="1" y="945"/>
                    <a:pt x="473" y="1418"/>
                    <a:pt x="1040" y="1418"/>
                  </a:cubicBezTo>
                  <a:lnTo>
                    <a:pt x="1765" y="1418"/>
                  </a:lnTo>
                  <a:cubicBezTo>
                    <a:pt x="2364" y="1418"/>
                    <a:pt x="2836" y="945"/>
                    <a:pt x="2836" y="378"/>
                  </a:cubicBezTo>
                  <a:lnTo>
                    <a:pt x="2836" y="0"/>
                  </a:lnTo>
                  <a:close/>
                </a:path>
              </a:pathLst>
            </a:custGeom>
            <a:grpFill/>
            <a:ln>
              <a:noFill/>
            </a:ln>
          </p:spPr>
          <p:txBody>
            <a:bodyPr spcFirstLastPara="1" wrap="square" lIns="121900" tIns="121900" rIns="121900" bIns="121900" anchor="ctr" anchorCtr="0">
              <a:noAutofit/>
            </a:bodyPr>
            <a:lstStyle/>
            <a:p>
              <a:endParaRPr sz="2400"/>
            </a:p>
          </p:txBody>
        </p:sp>
        <p:sp>
          <p:nvSpPr>
            <p:cNvPr id="646" name="Google Shape;7952;p61">
              <a:extLst>
                <a:ext uri="{FF2B5EF4-FFF2-40B4-BE49-F238E27FC236}">
                  <a16:creationId xmlns:a16="http://schemas.microsoft.com/office/drawing/2014/main" id="{3194E57C-70BD-E97C-16AD-1DB02EFFD1BC}"/>
                </a:ext>
              </a:extLst>
            </p:cNvPr>
            <p:cNvSpPr/>
            <p:nvPr/>
          </p:nvSpPr>
          <p:spPr>
            <a:xfrm>
              <a:off x="-49378250" y="3920375"/>
              <a:ext cx="87425" cy="300900"/>
            </a:xfrm>
            <a:custGeom>
              <a:avLst/>
              <a:gdLst/>
              <a:ahLst/>
              <a:cxnLst/>
              <a:rect l="l" t="t" r="r" b="b"/>
              <a:pathLst>
                <a:path w="3497" h="12036" extrusionOk="0">
                  <a:moveTo>
                    <a:pt x="347" y="1"/>
                  </a:moveTo>
                  <a:cubicBezTo>
                    <a:pt x="158" y="1"/>
                    <a:pt x="0" y="158"/>
                    <a:pt x="0" y="347"/>
                  </a:cubicBezTo>
                  <a:lnTo>
                    <a:pt x="0" y="1418"/>
                  </a:lnTo>
                  <a:lnTo>
                    <a:pt x="1764" y="1418"/>
                  </a:lnTo>
                  <a:cubicBezTo>
                    <a:pt x="1953" y="1418"/>
                    <a:pt x="2111" y="1576"/>
                    <a:pt x="2111" y="1765"/>
                  </a:cubicBezTo>
                  <a:cubicBezTo>
                    <a:pt x="2111" y="1954"/>
                    <a:pt x="1953" y="2112"/>
                    <a:pt x="1764" y="2112"/>
                  </a:cubicBezTo>
                  <a:lnTo>
                    <a:pt x="0" y="2112"/>
                  </a:lnTo>
                  <a:lnTo>
                    <a:pt x="0" y="2836"/>
                  </a:lnTo>
                  <a:lnTo>
                    <a:pt x="1071" y="2836"/>
                  </a:lnTo>
                  <a:cubicBezTo>
                    <a:pt x="1260" y="2836"/>
                    <a:pt x="1418" y="2994"/>
                    <a:pt x="1418" y="3183"/>
                  </a:cubicBezTo>
                  <a:cubicBezTo>
                    <a:pt x="1418" y="3372"/>
                    <a:pt x="1260" y="3529"/>
                    <a:pt x="1071" y="3529"/>
                  </a:cubicBezTo>
                  <a:lnTo>
                    <a:pt x="0" y="3529"/>
                  </a:lnTo>
                  <a:lnTo>
                    <a:pt x="0" y="4254"/>
                  </a:lnTo>
                  <a:lnTo>
                    <a:pt x="1764" y="4254"/>
                  </a:lnTo>
                  <a:cubicBezTo>
                    <a:pt x="1953" y="4254"/>
                    <a:pt x="2111" y="4411"/>
                    <a:pt x="2111" y="4600"/>
                  </a:cubicBezTo>
                  <a:cubicBezTo>
                    <a:pt x="2111" y="4789"/>
                    <a:pt x="1953" y="4947"/>
                    <a:pt x="1764" y="4947"/>
                  </a:cubicBezTo>
                  <a:lnTo>
                    <a:pt x="0" y="4947"/>
                  </a:lnTo>
                  <a:lnTo>
                    <a:pt x="0" y="5672"/>
                  </a:lnTo>
                  <a:lnTo>
                    <a:pt x="1071" y="5672"/>
                  </a:lnTo>
                  <a:cubicBezTo>
                    <a:pt x="1260" y="5672"/>
                    <a:pt x="1418" y="5829"/>
                    <a:pt x="1418" y="6018"/>
                  </a:cubicBezTo>
                  <a:cubicBezTo>
                    <a:pt x="1418" y="6207"/>
                    <a:pt x="1260" y="6365"/>
                    <a:pt x="1071" y="6365"/>
                  </a:cubicBezTo>
                  <a:lnTo>
                    <a:pt x="0" y="6365"/>
                  </a:lnTo>
                  <a:lnTo>
                    <a:pt x="0" y="7089"/>
                  </a:lnTo>
                  <a:lnTo>
                    <a:pt x="1764" y="7089"/>
                  </a:lnTo>
                  <a:cubicBezTo>
                    <a:pt x="1953" y="7089"/>
                    <a:pt x="2111" y="7247"/>
                    <a:pt x="2111" y="7436"/>
                  </a:cubicBezTo>
                  <a:cubicBezTo>
                    <a:pt x="2111" y="7625"/>
                    <a:pt x="1953" y="7782"/>
                    <a:pt x="1764" y="7782"/>
                  </a:cubicBezTo>
                  <a:lnTo>
                    <a:pt x="0" y="7782"/>
                  </a:lnTo>
                  <a:lnTo>
                    <a:pt x="0" y="8507"/>
                  </a:lnTo>
                  <a:lnTo>
                    <a:pt x="1071" y="8507"/>
                  </a:lnTo>
                  <a:cubicBezTo>
                    <a:pt x="1260" y="8507"/>
                    <a:pt x="1418" y="8665"/>
                    <a:pt x="1418" y="8854"/>
                  </a:cubicBezTo>
                  <a:cubicBezTo>
                    <a:pt x="1418" y="9043"/>
                    <a:pt x="1260" y="9200"/>
                    <a:pt x="1071" y="9200"/>
                  </a:cubicBezTo>
                  <a:lnTo>
                    <a:pt x="0" y="9200"/>
                  </a:lnTo>
                  <a:lnTo>
                    <a:pt x="0" y="9925"/>
                  </a:lnTo>
                  <a:lnTo>
                    <a:pt x="1764" y="9925"/>
                  </a:lnTo>
                  <a:cubicBezTo>
                    <a:pt x="1953" y="9925"/>
                    <a:pt x="2111" y="10082"/>
                    <a:pt x="2111" y="10271"/>
                  </a:cubicBezTo>
                  <a:cubicBezTo>
                    <a:pt x="2111" y="10460"/>
                    <a:pt x="1953" y="10618"/>
                    <a:pt x="1764" y="10618"/>
                  </a:cubicBezTo>
                  <a:lnTo>
                    <a:pt x="0" y="10618"/>
                  </a:lnTo>
                  <a:lnTo>
                    <a:pt x="0" y="11689"/>
                  </a:lnTo>
                  <a:cubicBezTo>
                    <a:pt x="0" y="11878"/>
                    <a:pt x="158" y="12036"/>
                    <a:pt x="347" y="12036"/>
                  </a:cubicBezTo>
                  <a:lnTo>
                    <a:pt x="3151" y="12036"/>
                  </a:lnTo>
                  <a:cubicBezTo>
                    <a:pt x="3340" y="12036"/>
                    <a:pt x="3497" y="11878"/>
                    <a:pt x="3497" y="11689"/>
                  </a:cubicBezTo>
                  <a:lnTo>
                    <a:pt x="3497" y="379"/>
                  </a:lnTo>
                  <a:cubicBezTo>
                    <a:pt x="3497" y="158"/>
                    <a:pt x="3340" y="1"/>
                    <a:pt x="3151" y="1"/>
                  </a:cubicBezTo>
                  <a:close/>
                </a:path>
              </a:pathLst>
            </a:custGeom>
            <a:grpFill/>
            <a:ln>
              <a:noFill/>
            </a:ln>
          </p:spPr>
          <p:txBody>
            <a:bodyPr spcFirstLastPara="1" wrap="square" lIns="121900" tIns="121900" rIns="121900" bIns="121900" anchor="ctr" anchorCtr="0">
              <a:noAutofit/>
            </a:bodyPr>
            <a:lstStyle/>
            <a:p>
              <a:endParaRPr sz="2400"/>
            </a:p>
          </p:txBody>
        </p:sp>
        <p:sp>
          <p:nvSpPr>
            <p:cNvPr id="647" name="Google Shape;7953;p61">
              <a:extLst>
                <a:ext uri="{FF2B5EF4-FFF2-40B4-BE49-F238E27FC236}">
                  <a16:creationId xmlns:a16="http://schemas.microsoft.com/office/drawing/2014/main" id="{32A7C143-F198-3C8C-F7FA-9ECB5D60D4B1}"/>
                </a:ext>
              </a:extLst>
            </p:cNvPr>
            <p:cNvSpPr/>
            <p:nvPr/>
          </p:nvSpPr>
          <p:spPr>
            <a:xfrm>
              <a:off x="-49185300" y="3920375"/>
              <a:ext cx="71700" cy="87450"/>
            </a:xfrm>
            <a:custGeom>
              <a:avLst/>
              <a:gdLst/>
              <a:ahLst/>
              <a:cxnLst/>
              <a:rect l="l" t="t" r="r" b="b"/>
              <a:pathLst>
                <a:path w="2868" h="3498" extrusionOk="0">
                  <a:moveTo>
                    <a:pt x="2490" y="1"/>
                  </a:moveTo>
                  <a:cubicBezTo>
                    <a:pt x="1765" y="1"/>
                    <a:pt x="1229" y="32"/>
                    <a:pt x="631" y="631"/>
                  </a:cubicBezTo>
                  <a:cubicBezTo>
                    <a:pt x="253" y="1040"/>
                    <a:pt x="1" y="1576"/>
                    <a:pt x="1" y="2143"/>
                  </a:cubicBezTo>
                  <a:cubicBezTo>
                    <a:pt x="1" y="2868"/>
                    <a:pt x="631" y="3498"/>
                    <a:pt x="1418" y="3498"/>
                  </a:cubicBezTo>
                  <a:cubicBezTo>
                    <a:pt x="2017" y="3498"/>
                    <a:pt x="2553" y="3120"/>
                    <a:pt x="2742" y="2553"/>
                  </a:cubicBezTo>
                  <a:cubicBezTo>
                    <a:pt x="2868" y="2238"/>
                    <a:pt x="2805" y="1923"/>
                    <a:pt x="2616" y="1702"/>
                  </a:cubicBezTo>
                  <a:cubicBezTo>
                    <a:pt x="2395" y="1450"/>
                    <a:pt x="2269" y="1135"/>
                    <a:pt x="2742" y="568"/>
                  </a:cubicBezTo>
                  <a:cubicBezTo>
                    <a:pt x="2836" y="442"/>
                    <a:pt x="2868" y="316"/>
                    <a:pt x="2805" y="190"/>
                  </a:cubicBezTo>
                  <a:cubicBezTo>
                    <a:pt x="2742" y="95"/>
                    <a:pt x="2616" y="1"/>
                    <a:pt x="2490" y="1"/>
                  </a:cubicBezTo>
                  <a:close/>
                </a:path>
              </a:pathLst>
            </a:custGeom>
            <a:grpFill/>
            <a:ln>
              <a:noFill/>
            </a:ln>
          </p:spPr>
          <p:txBody>
            <a:bodyPr spcFirstLastPara="1" wrap="square" lIns="121900" tIns="121900" rIns="121900" bIns="121900" anchor="ctr" anchorCtr="0">
              <a:noAutofit/>
            </a:bodyPr>
            <a:lstStyle/>
            <a:p>
              <a:endParaRPr sz="2400"/>
            </a:p>
          </p:txBody>
        </p:sp>
        <p:sp>
          <p:nvSpPr>
            <p:cNvPr id="648" name="Google Shape;7954;p61">
              <a:extLst>
                <a:ext uri="{FF2B5EF4-FFF2-40B4-BE49-F238E27FC236}">
                  <a16:creationId xmlns:a16="http://schemas.microsoft.com/office/drawing/2014/main" id="{FB6F4D97-0EC1-6117-3299-56A6FF0AF41C}"/>
                </a:ext>
              </a:extLst>
            </p:cNvPr>
            <p:cNvSpPr/>
            <p:nvPr/>
          </p:nvSpPr>
          <p:spPr>
            <a:xfrm>
              <a:off x="-49182150" y="4019625"/>
              <a:ext cx="64625" cy="42550"/>
            </a:xfrm>
            <a:custGeom>
              <a:avLst/>
              <a:gdLst/>
              <a:ahLst/>
              <a:cxnLst/>
              <a:rect l="l" t="t" r="r" b="b"/>
              <a:pathLst>
                <a:path w="2585" h="1702" extrusionOk="0">
                  <a:moveTo>
                    <a:pt x="316" y="0"/>
                  </a:moveTo>
                  <a:cubicBezTo>
                    <a:pt x="158" y="473"/>
                    <a:pt x="32" y="1103"/>
                    <a:pt x="1" y="1702"/>
                  </a:cubicBezTo>
                  <a:lnTo>
                    <a:pt x="2584" y="1702"/>
                  </a:lnTo>
                  <a:cubicBezTo>
                    <a:pt x="2521" y="1103"/>
                    <a:pt x="2427" y="504"/>
                    <a:pt x="2269" y="0"/>
                  </a:cubicBezTo>
                  <a:cubicBezTo>
                    <a:pt x="1954" y="158"/>
                    <a:pt x="1639" y="252"/>
                    <a:pt x="1292" y="252"/>
                  </a:cubicBezTo>
                  <a:cubicBezTo>
                    <a:pt x="946" y="252"/>
                    <a:pt x="631" y="158"/>
                    <a:pt x="316" y="0"/>
                  </a:cubicBezTo>
                  <a:close/>
                </a:path>
              </a:pathLst>
            </a:custGeom>
            <a:grpFill/>
            <a:ln>
              <a:noFill/>
            </a:ln>
          </p:spPr>
          <p:txBody>
            <a:bodyPr spcFirstLastPara="1" wrap="square" lIns="121900" tIns="121900" rIns="121900" bIns="121900" anchor="ctr" anchorCtr="0">
              <a:noAutofit/>
            </a:bodyPr>
            <a:lstStyle/>
            <a:p>
              <a:endParaRPr sz="2400"/>
            </a:p>
          </p:txBody>
        </p:sp>
        <p:sp>
          <p:nvSpPr>
            <p:cNvPr id="649" name="Google Shape;7955;p61">
              <a:extLst>
                <a:ext uri="{FF2B5EF4-FFF2-40B4-BE49-F238E27FC236}">
                  <a16:creationId xmlns:a16="http://schemas.microsoft.com/office/drawing/2014/main" id="{67A79963-87C0-814A-C70B-005BDBAF2C35}"/>
                </a:ext>
              </a:extLst>
            </p:cNvPr>
            <p:cNvSpPr/>
            <p:nvPr/>
          </p:nvSpPr>
          <p:spPr>
            <a:xfrm>
              <a:off x="-49185300" y="4078700"/>
              <a:ext cx="70925" cy="141800"/>
            </a:xfrm>
            <a:custGeom>
              <a:avLst/>
              <a:gdLst/>
              <a:ahLst/>
              <a:cxnLst/>
              <a:rect l="l" t="t" r="r" b="b"/>
              <a:pathLst>
                <a:path w="2837" h="5672" extrusionOk="0">
                  <a:moveTo>
                    <a:pt x="32" y="0"/>
                  </a:moveTo>
                  <a:cubicBezTo>
                    <a:pt x="1" y="378"/>
                    <a:pt x="1" y="756"/>
                    <a:pt x="1" y="1071"/>
                  </a:cubicBezTo>
                  <a:cubicBezTo>
                    <a:pt x="1" y="2773"/>
                    <a:pt x="316" y="5671"/>
                    <a:pt x="1418" y="5671"/>
                  </a:cubicBezTo>
                  <a:cubicBezTo>
                    <a:pt x="2521" y="5671"/>
                    <a:pt x="2836" y="2804"/>
                    <a:pt x="2836" y="1071"/>
                  </a:cubicBezTo>
                  <a:cubicBezTo>
                    <a:pt x="2805" y="756"/>
                    <a:pt x="2805" y="410"/>
                    <a:pt x="2742" y="0"/>
                  </a:cubicBezTo>
                  <a:close/>
                </a:path>
              </a:pathLst>
            </a:custGeom>
            <a:grpFill/>
            <a:ln>
              <a:noFill/>
            </a:ln>
          </p:spPr>
          <p:txBody>
            <a:bodyPr spcFirstLastPara="1" wrap="square" lIns="121900" tIns="121900" rIns="121900" bIns="121900" anchor="ctr" anchorCtr="0">
              <a:noAutofit/>
            </a:bodyPr>
            <a:lstStyle/>
            <a:p>
              <a:endParaRPr sz="2400"/>
            </a:p>
          </p:txBody>
        </p:sp>
        <p:sp>
          <p:nvSpPr>
            <p:cNvPr id="650" name="Google Shape;7956;p61">
              <a:extLst>
                <a:ext uri="{FF2B5EF4-FFF2-40B4-BE49-F238E27FC236}">
                  <a16:creationId xmlns:a16="http://schemas.microsoft.com/office/drawing/2014/main" id="{BB9497D4-BB9A-138B-4880-09395442132C}"/>
                </a:ext>
              </a:extLst>
            </p:cNvPr>
            <p:cNvSpPr/>
            <p:nvPr/>
          </p:nvSpPr>
          <p:spPr>
            <a:xfrm>
              <a:off x="-49271150" y="3920375"/>
              <a:ext cx="65400" cy="70125"/>
            </a:xfrm>
            <a:custGeom>
              <a:avLst/>
              <a:gdLst/>
              <a:ahLst/>
              <a:cxnLst/>
              <a:rect l="l" t="t" r="r" b="b"/>
              <a:pathLst>
                <a:path w="2616" h="2805" extrusionOk="0">
                  <a:moveTo>
                    <a:pt x="1324" y="1"/>
                  </a:moveTo>
                  <a:cubicBezTo>
                    <a:pt x="1182" y="1"/>
                    <a:pt x="1040" y="64"/>
                    <a:pt x="977" y="190"/>
                  </a:cubicBezTo>
                  <a:lnTo>
                    <a:pt x="1" y="2805"/>
                  </a:lnTo>
                  <a:lnTo>
                    <a:pt x="2616" y="2805"/>
                  </a:lnTo>
                  <a:lnTo>
                    <a:pt x="1670" y="190"/>
                  </a:lnTo>
                  <a:cubicBezTo>
                    <a:pt x="1607" y="64"/>
                    <a:pt x="1466" y="1"/>
                    <a:pt x="1324" y="1"/>
                  </a:cubicBezTo>
                  <a:close/>
                </a:path>
              </a:pathLst>
            </a:custGeom>
            <a:grpFill/>
            <a:ln>
              <a:noFill/>
            </a:ln>
          </p:spPr>
          <p:txBody>
            <a:bodyPr spcFirstLastPara="1" wrap="square" lIns="121900" tIns="121900" rIns="121900" bIns="121900" anchor="ctr" anchorCtr="0">
              <a:noAutofit/>
            </a:bodyPr>
            <a:lstStyle/>
            <a:p>
              <a:endParaRPr sz="2400"/>
            </a:p>
          </p:txBody>
        </p:sp>
        <p:sp>
          <p:nvSpPr>
            <p:cNvPr id="651" name="Google Shape;7957;p61">
              <a:extLst>
                <a:ext uri="{FF2B5EF4-FFF2-40B4-BE49-F238E27FC236}">
                  <a16:creationId xmlns:a16="http://schemas.microsoft.com/office/drawing/2014/main" id="{25AB2DD7-96DD-F9E3-DC27-1D8FC6B605E4}"/>
                </a:ext>
              </a:extLst>
            </p:cNvPr>
            <p:cNvSpPr/>
            <p:nvPr/>
          </p:nvSpPr>
          <p:spPr>
            <a:xfrm>
              <a:off x="-49272725" y="4007800"/>
              <a:ext cx="70125" cy="159925"/>
            </a:xfrm>
            <a:custGeom>
              <a:avLst/>
              <a:gdLst/>
              <a:ahLst/>
              <a:cxnLst/>
              <a:rect l="l" t="t" r="r" b="b"/>
              <a:pathLst>
                <a:path w="2805" h="6397" extrusionOk="0">
                  <a:moveTo>
                    <a:pt x="1" y="1"/>
                  </a:moveTo>
                  <a:lnTo>
                    <a:pt x="1" y="6396"/>
                  </a:lnTo>
                  <a:lnTo>
                    <a:pt x="2805" y="6396"/>
                  </a:lnTo>
                  <a:lnTo>
                    <a:pt x="2805" y="1"/>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652" name="Google Shape;7972;p61">
            <a:extLst>
              <a:ext uri="{FF2B5EF4-FFF2-40B4-BE49-F238E27FC236}">
                <a16:creationId xmlns:a16="http://schemas.microsoft.com/office/drawing/2014/main" id="{3B8DB768-0D5B-36FB-A6D6-660D6EABD938}"/>
              </a:ext>
            </a:extLst>
          </p:cNvPr>
          <p:cNvGrpSpPr/>
          <p:nvPr/>
        </p:nvGrpSpPr>
        <p:grpSpPr>
          <a:xfrm>
            <a:off x="5864464" y="1400252"/>
            <a:ext cx="443569" cy="442169"/>
            <a:chOff x="-47524975" y="3569100"/>
            <a:chExt cx="300875" cy="299925"/>
          </a:xfrm>
          <a:solidFill>
            <a:srgbClr val="6C1D35"/>
          </a:solidFill>
        </p:grpSpPr>
        <p:sp>
          <p:nvSpPr>
            <p:cNvPr id="653" name="Google Shape;7973;p61">
              <a:extLst>
                <a:ext uri="{FF2B5EF4-FFF2-40B4-BE49-F238E27FC236}">
                  <a16:creationId xmlns:a16="http://schemas.microsoft.com/office/drawing/2014/main" id="{4F61862D-2F6C-9099-AAF1-E3E237C8DA4B}"/>
                </a:ext>
              </a:extLst>
            </p:cNvPr>
            <p:cNvSpPr/>
            <p:nvPr/>
          </p:nvSpPr>
          <p:spPr>
            <a:xfrm>
              <a:off x="-47524975" y="3755775"/>
              <a:ext cx="115000" cy="113250"/>
            </a:xfrm>
            <a:custGeom>
              <a:avLst/>
              <a:gdLst/>
              <a:ahLst/>
              <a:cxnLst/>
              <a:rect l="l" t="t" r="r" b="b"/>
              <a:pathLst>
                <a:path w="4600" h="4530" extrusionOk="0">
                  <a:moveTo>
                    <a:pt x="3088" y="0"/>
                  </a:moveTo>
                  <a:lnTo>
                    <a:pt x="378" y="2741"/>
                  </a:lnTo>
                  <a:cubicBezTo>
                    <a:pt x="0" y="3119"/>
                    <a:pt x="0" y="3781"/>
                    <a:pt x="378" y="4222"/>
                  </a:cubicBezTo>
                  <a:cubicBezTo>
                    <a:pt x="583" y="4427"/>
                    <a:pt x="851" y="4529"/>
                    <a:pt x="1123" y="4529"/>
                  </a:cubicBezTo>
                  <a:cubicBezTo>
                    <a:pt x="1394" y="4529"/>
                    <a:pt x="1670" y="4427"/>
                    <a:pt x="1890" y="4222"/>
                  </a:cubicBezTo>
                  <a:lnTo>
                    <a:pt x="4600" y="1512"/>
                  </a:lnTo>
                  <a:cubicBezTo>
                    <a:pt x="4001" y="1103"/>
                    <a:pt x="3497" y="599"/>
                    <a:pt x="3088" y="0"/>
                  </a:cubicBezTo>
                  <a:close/>
                </a:path>
              </a:pathLst>
            </a:custGeom>
            <a:grpFill/>
            <a:ln>
              <a:noFill/>
            </a:ln>
          </p:spPr>
          <p:txBody>
            <a:bodyPr spcFirstLastPara="1" wrap="square" lIns="121900" tIns="121900" rIns="121900" bIns="121900" anchor="ctr" anchorCtr="0">
              <a:noAutofit/>
            </a:bodyPr>
            <a:lstStyle/>
            <a:p>
              <a:endParaRPr sz="2400"/>
            </a:p>
          </p:txBody>
        </p:sp>
        <p:sp>
          <p:nvSpPr>
            <p:cNvPr id="654" name="Google Shape;7974;p61">
              <a:extLst>
                <a:ext uri="{FF2B5EF4-FFF2-40B4-BE49-F238E27FC236}">
                  <a16:creationId xmlns:a16="http://schemas.microsoft.com/office/drawing/2014/main" id="{8597C794-245E-0DB0-B293-1157AB1456D4}"/>
                </a:ext>
              </a:extLst>
            </p:cNvPr>
            <p:cNvSpPr/>
            <p:nvPr/>
          </p:nvSpPr>
          <p:spPr>
            <a:xfrm>
              <a:off x="-47346200" y="3674650"/>
              <a:ext cx="15775" cy="15775"/>
            </a:xfrm>
            <a:custGeom>
              <a:avLst/>
              <a:gdLst/>
              <a:ahLst/>
              <a:cxnLst/>
              <a:rect l="l" t="t" r="r" b="b"/>
              <a:pathLst>
                <a:path w="631" h="631" extrusionOk="0">
                  <a:moveTo>
                    <a:pt x="1" y="0"/>
                  </a:moveTo>
                  <a:lnTo>
                    <a:pt x="1" y="630"/>
                  </a:lnTo>
                  <a:cubicBezTo>
                    <a:pt x="284" y="536"/>
                    <a:pt x="505" y="315"/>
                    <a:pt x="631" y="0"/>
                  </a:cubicBezTo>
                  <a:close/>
                </a:path>
              </a:pathLst>
            </a:custGeom>
            <a:grpFill/>
            <a:ln>
              <a:noFill/>
            </a:ln>
          </p:spPr>
          <p:txBody>
            <a:bodyPr spcFirstLastPara="1" wrap="square" lIns="121900" tIns="121900" rIns="121900" bIns="121900" anchor="ctr" anchorCtr="0">
              <a:noAutofit/>
            </a:bodyPr>
            <a:lstStyle/>
            <a:p>
              <a:endParaRPr sz="2400"/>
            </a:p>
          </p:txBody>
        </p:sp>
        <p:sp>
          <p:nvSpPr>
            <p:cNvPr id="655" name="Google Shape;7975;p61">
              <a:extLst>
                <a:ext uri="{FF2B5EF4-FFF2-40B4-BE49-F238E27FC236}">
                  <a16:creationId xmlns:a16="http://schemas.microsoft.com/office/drawing/2014/main" id="{D4949893-1374-7C84-A27B-A25B562C153C}"/>
                </a:ext>
              </a:extLst>
            </p:cNvPr>
            <p:cNvSpPr/>
            <p:nvPr/>
          </p:nvSpPr>
          <p:spPr>
            <a:xfrm>
              <a:off x="-47382425" y="3640000"/>
              <a:ext cx="51225" cy="51200"/>
            </a:xfrm>
            <a:custGeom>
              <a:avLst/>
              <a:gdLst/>
              <a:ahLst/>
              <a:cxnLst/>
              <a:rect l="l" t="t" r="r" b="b"/>
              <a:pathLst>
                <a:path w="2049" h="2048" extrusionOk="0">
                  <a:moveTo>
                    <a:pt x="1040" y="0"/>
                  </a:moveTo>
                  <a:cubicBezTo>
                    <a:pt x="473" y="0"/>
                    <a:pt x="1" y="473"/>
                    <a:pt x="1" y="1071"/>
                  </a:cubicBezTo>
                  <a:cubicBezTo>
                    <a:pt x="1" y="1512"/>
                    <a:pt x="253" y="1890"/>
                    <a:pt x="694" y="2048"/>
                  </a:cubicBezTo>
                  <a:lnTo>
                    <a:pt x="694" y="1071"/>
                  </a:lnTo>
                  <a:cubicBezTo>
                    <a:pt x="694" y="851"/>
                    <a:pt x="851" y="693"/>
                    <a:pt x="1040" y="693"/>
                  </a:cubicBezTo>
                  <a:lnTo>
                    <a:pt x="2048" y="693"/>
                  </a:lnTo>
                  <a:cubicBezTo>
                    <a:pt x="1922" y="284"/>
                    <a:pt x="1513" y="0"/>
                    <a:pt x="1040" y="0"/>
                  </a:cubicBezTo>
                  <a:close/>
                </a:path>
              </a:pathLst>
            </a:custGeom>
            <a:grpFill/>
            <a:ln>
              <a:noFill/>
            </a:ln>
          </p:spPr>
          <p:txBody>
            <a:bodyPr spcFirstLastPara="1" wrap="square" lIns="121900" tIns="121900" rIns="121900" bIns="121900" anchor="ctr" anchorCtr="0">
              <a:noAutofit/>
            </a:bodyPr>
            <a:lstStyle/>
            <a:p>
              <a:endParaRPr sz="2400"/>
            </a:p>
          </p:txBody>
        </p:sp>
        <p:sp>
          <p:nvSpPr>
            <p:cNvPr id="656" name="Google Shape;7976;p61">
              <a:extLst>
                <a:ext uri="{FF2B5EF4-FFF2-40B4-BE49-F238E27FC236}">
                  <a16:creationId xmlns:a16="http://schemas.microsoft.com/office/drawing/2014/main" id="{BBE29F58-63B6-BACA-981C-1B345F4C717E}"/>
                </a:ext>
              </a:extLst>
            </p:cNvPr>
            <p:cNvSpPr/>
            <p:nvPr/>
          </p:nvSpPr>
          <p:spPr>
            <a:xfrm>
              <a:off x="-47346975" y="3674650"/>
              <a:ext cx="52800" cy="52800"/>
            </a:xfrm>
            <a:custGeom>
              <a:avLst/>
              <a:gdLst/>
              <a:ahLst/>
              <a:cxnLst/>
              <a:rect l="l" t="t" r="r" b="b"/>
              <a:pathLst>
                <a:path w="2112" h="2112" extrusionOk="0">
                  <a:moveTo>
                    <a:pt x="1355" y="0"/>
                  </a:moveTo>
                  <a:cubicBezTo>
                    <a:pt x="1261" y="693"/>
                    <a:pt x="693" y="1260"/>
                    <a:pt x="0" y="1355"/>
                  </a:cubicBezTo>
                  <a:lnTo>
                    <a:pt x="0" y="2111"/>
                  </a:lnTo>
                  <a:lnTo>
                    <a:pt x="2111" y="2111"/>
                  </a:lnTo>
                  <a:lnTo>
                    <a:pt x="2111" y="0"/>
                  </a:lnTo>
                  <a:close/>
                </a:path>
              </a:pathLst>
            </a:custGeom>
            <a:grpFill/>
            <a:ln>
              <a:noFill/>
            </a:ln>
          </p:spPr>
          <p:txBody>
            <a:bodyPr spcFirstLastPara="1" wrap="square" lIns="121900" tIns="121900" rIns="121900" bIns="121900" anchor="ctr" anchorCtr="0">
              <a:noAutofit/>
            </a:bodyPr>
            <a:lstStyle/>
            <a:p>
              <a:endParaRPr sz="2400"/>
            </a:p>
          </p:txBody>
        </p:sp>
        <p:sp>
          <p:nvSpPr>
            <p:cNvPr id="657" name="Google Shape;7977;p61">
              <a:extLst>
                <a:ext uri="{FF2B5EF4-FFF2-40B4-BE49-F238E27FC236}">
                  <a16:creationId xmlns:a16="http://schemas.microsoft.com/office/drawing/2014/main" id="{AA7502B4-FF80-786F-ED87-25466EF5D2EE}"/>
                </a:ext>
              </a:extLst>
            </p:cNvPr>
            <p:cNvSpPr/>
            <p:nvPr/>
          </p:nvSpPr>
          <p:spPr>
            <a:xfrm>
              <a:off x="-47452525" y="3569100"/>
              <a:ext cx="228425" cy="228425"/>
            </a:xfrm>
            <a:custGeom>
              <a:avLst/>
              <a:gdLst/>
              <a:ahLst/>
              <a:cxnLst/>
              <a:rect l="l" t="t" r="r" b="b"/>
              <a:pathLst>
                <a:path w="9137" h="9137" extrusionOk="0">
                  <a:moveTo>
                    <a:pt x="3907" y="2080"/>
                  </a:moveTo>
                  <a:cubicBezTo>
                    <a:pt x="4758" y="2080"/>
                    <a:pt x="5483" y="2679"/>
                    <a:pt x="5640" y="3498"/>
                  </a:cubicBezTo>
                  <a:lnTo>
                    <a:pt x="6743" y="3498"/>
                  </a:lnTo>
                  <a:cubicBezTo>
                    <a:pt x="6932" y="3498"/>
                    <a:pt x="7089" y="3655"/>
                    <a:pt x="7089" y="3844"/>
                  </a:cubicBezTo>
                  <a:lnTo>
                    <a:pt x="7089" y="6680"/>
                  </a:lnTo>
                  <a:lnTo>
                    <a:pt x="7058" y="6680"/>
                  </a:lnTo>
                  <a:cubicBezTo>
                    <a:pt x="7058" y="6900"/>
                    <a:pt x="6900" y="7058"/>
                    <a:pt x="6680" y="7058"/>
                  </a:cubicBezTo>
                  <a:lnTo>
                    <a:pt x="3907" y="7058"/>
                  </a:lnTo>
                  <a:cubicBezTo>
                    <a:pt x="3687" y="7058"/>
                    <a:pt x="3529" y="6900"/>
                    <a:pt x="3529" y="6680"/>
                  </a:cubicBezTo>
                  <a:lnTo>
                    <a:pt x="3529" y="5577"/>
                  </a:lnTo>
                  <a:cubicBezTo>
                    <a:pt x="2742" y="5419"/>
                    <a:pt x="2111" y="4726"/>
                    <a:pt x="2111" y="3844"/>
                  </a:cubicBezTo>
                  <a:cubicBezTo>
                    <a:pt x="2111" y="2868"/>
                    <a:pt x="2899" y="2080"/>
                    <a:pt x="3907" y="2080"/>
                  </a:cubicBezTo>
                  <a:close/>
                  <a:moveTo>
                    <a:pt x="4569" y="1"/>
                  </a:moveTo>
                  <a:cubicBezTo>
                    <a:pt x="2048" y="1"/>
                    <a:pt x="1" y="2048"/>
                    <a:pt x="1" y="4569"/>
                  </a:cubicBezTo>
                  <a:cubicBezTo>
                    <a:pt x="1" y="7089"/>
                    <a:pt x="2048" y="9137"/>
                    <a:pt x="4569" y="9137"/>
                  </a:cubicBezTo>
                  <a:cubicBezTo>
                    <a:pt x="7089" y="9137"/>
                    <a:pt x="9137" y="7089"/>
                    <a:pt x="9137" y="4569"/>
                  </a:cubicBezTo>
                  <a:cubicBezTo>
                    <a:pt x="9137" y="2048"/>
                    <a:pt x="7089" y="1"/>
                    <a:pt x="4569"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658" name="Google Shape;7978;p61">
            <a:extLst>
              <a:ext uri="{FF2B5EF4-FFF2-40B4-BE49-F238E27FC236}">
                <a16:creationId xmlns:a16="http://schemas.microsoft.com/office/drawing/2014/main" id="{7CB2827A-F7A9-D52C-8785-113F2C789C50}"/>
              </a:ext>
            </a:extLst>
          </p:cNvPr>
          <p:cNvGrpSpPr/>
          <p:nvPr/>
        </p:nvGrpSpPr>
        <p:grpSpPr>
          <a:xfrm>
            <a:off x="5865034" y="1997108"/>
            <a:ext cx="442428" cy="336760"/>
            <a:chOff x="-47523400" y="3973950"/>
            <a:chExt cx="300100" cy="228425"/>
          </a:xfrm>
          <a:solidFill>
            <a:srgbClr val="6C1D35"/>
          </a:solidFill>
        </p:grpSpPr>
        <p:sp>
          <p:nvSpPr>
            <p:cNvPr id="659" name="Google Shape;7979;p61">
              <a:extLst>
                <a:ext uri="{FF2B5EF4-FFF2-40B4-BE49-F238E27FC236}">
                  <a16:creationId xmlns:a16="http://schemas.microsoft.com/office/drawing/2014/main" id="{C0CF8BE4-1C0D-6988-9081-CBAF165E8C97}"/>
                </a:ext>
              </a:extLst>
            </p:cNvPr>
            <p:cNvSpPr/>
            <p:nvPr/>
          </p:nvSpPr>
          <p:spPr>
            <a:xfrm>
              <a:off x="-47417075" y="4061375"/>
              <a:ext cx="15775" cy="15775"/>
            </a:xfrm>
            <a:custGeom>
              <a:avLst/>
              <a:gdLst/>
              <a:ahLst/>
              <a:cxnLst/>
              <a:rect l="l" t="t" r="r" b="b"/>
              <a:pathLst>
                <a:path w="631" h="631" extrusionOk="0">
                  <a:moveTo>
                    <a:pt x="0" y="0"/>
                  </a:moveTo>
                  <a:lnTo>
                    <a:pt x="0" y="630"/>
                  </a:lnTo>
                  <a:cubicBezTo>
                    <a:pt x="284" y="536"/>
                    <a:pt x="504" y="315"/>
                    <a:pt x="630" y="0"/>
                  </a:cubicBezTo>
                  <a:close/>
                </a:path>
              </a:pathLst>
            </a:custGeom>
            <a:grpFill/>
            <a:ln>
              <a:noFill/>
            </a:ln>
          </p:spPr>
          <p:txBody>
            <a:bodyPr spcFirstLastPara="1" wrap="square" lIns="121900" tIns="121900" rIns="121900" bIns="121900" anchor="ctr" anchorCtr="0">
              <a:noAutofit/>
            </a:bodyPr>
            <a:lstStyle/>
            <a:p>
              <a:endParaRPr sz="2400"/>
            </a:p>
          </p:txBody>
        </p:sp>
        <p:sp>
          <p:nvSpPr>
            <p:cNvPr id="660" name="Google Shape;7980;p61">
              <a:extLst>
                <a:ext uri="{FF2B5EF4-FFF2-40B4-BE49-F238E27FC236}">
                  <a16:creationId xmlns:a16="http://schemas.microsoft.com/office/drawing/2014/main" id="{A4B86DC9-5A9D-78AD-6347-D4418640DBCB}"/>
                </a:ext>
              </a:extLst>
            </p:cNvPr>
            <p:cNvSpPr/>
            <p:nvPr/>
          </p:nvSpPr>
          <p:spPr>
            <a:xfrm>
              <a:off x="-47417875" y="4061375"/>
              <a:ext cx="52800" cy="52775"/>
            </a:xfrm>
            <a:custGeom>
              <a:avLst/>
              <a:gdLst/>
              <a:ahLst/>
              <a:cxnLst/>
              <a:rect l="l" t="t" r="r" b="b"/>
              <a:pathLst>
                <a:path w="2112" h="2111" extrusionOk="0">
                  <a:moveTo>
                    <a:pt x="1356" y="0"/>
                  </a:moveTo>
                  <a:cubicBezTo>
                    <a:pt x="1261" y="693"/>
                    <a:pt x="694" y="1260"/>
                    <a:pt x="1" y="1386"/>
                  </a:cubicBezTo>
                  <a:lnTo>
                    <a:pt x="1" y="2111"/>
                  </a:lnTo>
                  <a:lnTo>
                    <a:pt x="2112" y="2111"/>
                  </a:lnTo>
                  <a:lnTo>
                    <a:pt x="2112" y="0"/>
                  </a:lnTo>
                  <a:close/>
                </a:path>
              </a:pathLst>
            </a:custGeom>
            <a:grpFill/>
            <a:ln>
              <a:noFill/>
            </a:ln>
          </p:spPr>
          <p:txBody>
            <a:bodyPr spcFirstLastPara="1" wrap="square" lIns="121900" tIns="121900" rIns="121900" bIns="121900" anchor="ctr" anchorCtr="0">
              <a:noAutofit/>
            </a:bodyPr>
            <a:lstStyle/>
            <a:p>
              <a:endParaRPr sz="2400"/>
            </a:p>
          </p:txBody>
        </p:sp>
        <p:sp>
          <p:nvSpPr>
            <p:cNvPr id="661" name="Google Shape;7981;p61">
              <a:extLst>
                <a:ext uri="{FF2B5EF4-FFF2-40B4-BE49-F238E27FC236}">
                  <a16:creationId xmlns:a16="http://schemas.microsoft.com/office/drawing/2014/main" id="{84CE9A24-FD9B-9477-4916-556F2BD95286}"/>
                </a:ext>
              </a:extLst>
            </p:cNvPr>
            <p:cNvSpPr/>
            <p:nvPr/>
          </p:nvSpPr>
          <p:spPr>
            <a:xfrm>
              <a:off x="-47453300" y="4026700"/>
              <a:ext cx="51200" cy="51225"/>
            </a:xfrm>
            <a:custGeom>
              <a:avLst/>
              <a:gdLst/>
              <a:ahLst/>
              <a:cxnLst/>
              <a:rect l="l" t="t" r="r" b="b"/>
              <a:pathLst>
                <a:path w="2048" h="2049" extrusionOk="0">
                  <a:moveTo>
                    <a:pt x="1071" y="1"/>
                  </a:moveTo>
                  <a:cubicBezTo>
                    <a:pt x="473" y="1"/>
                    <a:pt x="0" y="473"/>
                    <a:pt x="0" y="1072"/>
                  </a:cubicBezTo>
                  <a:cubicBezTo>
                    <a:pt x="0" y="1545"/>
                    <a:pt x="284" y="1891"/>
                    <a:pt x="693" y="2049"/>
                  </a:cubicBezTo>
                  <a:lnTo>
                    <a:pt x="693" y="1072"/>
                  </a:lnTo>
                  <a:cubicBezTo>
                    <a:pt x="693" y="883"/>
                    <a:pt x="851" y="725"/>
                    <a:pt x="1071" y="725"/>
                  </a:cubicBezTo>
                  <a:lnTo>
                    <a:pt x="2048" y="725"/>
                  </a:lnTo>
                  <a:cubicBezTo>
                    <a:pt x="1922" y="284"/>
                    <a:pt x="1512" y="1"/>
                    <a:pt x="1071" y="1"/>
                  </a:cubicBezTo>
                  <a:close/>
                </a:path>
              </a:pathLst>
            </a:custGeom>
            <a:grpFill/>
            <a:ln>
              <a:noFill/>
            </a:ln>
          </p:spPr>
          <p:txBody>
            <a:bodyPr spcFirstLastPara="1" wrap="square" lIns="121900" tIns="121900" rIns="121900" bIns="121900" anchor="ctr" anchorCtr="0">
              <a:noAutofit/>
            </a:bodyPr>
            <a:lstStyle/>
            <a:p>
              <a:endParaRPr sz="2400"/>
            </a:p>
          </p:txBody>
        </p:sp>
        <p:sp>
          <p:nvSpPr>
            <p:cNvPr id="662" name="Google Shape;7982;p61">
              <a:extLst>
                <a:ext uri="{FF2B5EF4-FFF2-40B4-BE49-F238E27FC236}">
                  <a16:creationId xmlns:a16="http://schemas.microsoft.com/office/drawing/2014/main" id="{F698484B-1D9E-6559-617F-662D4AC52332}"/>
                </a:ext>
              </a:extLst>
            </p:cNvPr>
            <p:cNvSpPr/>
            <p:nvPr/>
          </p:nvSpPr>
          <p:spPr>
            <a:xfrm>
              <a:off x="-47506875" y="3973950"/>
              <a:ext cx="264675" cy="174875"/>
            </a:xfrm>
            <a:custGeom>
              <a:avLst/>
              <a:gdLst/>
              <a:ahLst/>
              <a:cxnLst/>
              <a:rect l="l" t="t" r="r" b="b"/>
              <a:pathLst>
                <a:path w="10587" h="6995" extrusionOk="0">
                  <a:moveTo>
                    <a:pt x="8854" y="1418"/>
                  </a:moveTo>
                  <a:cubicBezTo>
                    <a:pt x="9074" y="1418"/>
                    <a:pt x="9232" y="1575"/>
                    <a:pt x="9232" y="1764"/>
                  </a:cubicBezTo>
                  <a:cubicBezTo>
                    <a:pt x="9232" y="1953"/>
                    <a:pt x="9074" y="2111"/>
                    <a:pt x="8854" y="2111"/>
                  </a:cubicBezTo>
                  <a:lnTo>
                    <a:pt x="7436" y="2111"/>
                  </a:lnTo>
                  <a:cubicBezTo>
                    <a:pt x="7247" y="2111"/>
                    <a:pt x="7089" y="1953"/>
                    <a:pt x="7089" y="1764"/>
                  </a:cubicBezTo>
                  <a:cubicBezTo>
                    <a:pt x="7089" y="1575"/>
                    <a:pt x="7247" y="1418"/>
                    <a:pt x="7436" y="1418"/>
                  </a:cubicBezTo>
                  <a:close/>
                  <a:moveTo>
                    <a:pt x="8854" y="2772"/>
                  </a:moveTo>
                  <a:cubicBezTo>
                    <a:pt x="9074" y="2772"/>
                    <a:pt x="9232" y="2930"/>
                    <a:pt x="9232" y="3151"/>
                  </a:cubicBezTo>
                  <a:cubicBezTo>
                    <a:pt x="9232" y="3340"/>
                    <a:pt x="9074" y="3497"/>
                    <a:pt x="8854" y="3497"/>
                  </a:cubicBezTo>
                  <a:lnTo>
                    <a:pt x="7436" y="3497"/>
                  </a:lnTo>
                  <a:cubicBezTo>
                    <a:pt x="7247" y="3497"/>
                    <a:pt x="7089" y="3340"/>
                    <a:pt x="7089" y="3151"/>
                  </a:cubicBezTo>
                  <a:cubicBezTo>
                    <a:pt x="7089" y="2930"/>
                    <a:pt x="7247" y="2772"/>
                    <a:pt x="7436" y="2772"/>
                  </a:cubicBezTo>
                  <a:close/>
                  <a:moveTo>
                    <a:pt x="8854" y="4190"/>
                  </a:moveTo>
                  <a:cubicBezTo>
                    <a:pt x="9074" y="4190"/>
                    <a:pt x="9232" y="4348"/>
                    <a:pt x="9232" y="4568"/>
                  </a:cubicBezTo>
                  <a:cubicBezTo>
                    <a:pt x="9232" y="4757"/>
                    <a:pt x="9074" y="4915"/>
                    <a:pt x="8854" y="4915"/>
                  </a:cubicBezTo>
                  <a:lnTo>
                    <a:pt x="7436" y="4915"/>
                  </a:lnTo>
                  <a:cubicBezTo>
                    <a:pt x="7247" y="4915"/>
                    <a:pt x="7089" y="4757"/>
                    <a:pt x="7089" y="4568"/>
                  </a:cubicBezTo>
                  <a:cubicBezTo>
                    <a:pt x="7089" y="4348"/>
                    <a:pt x="7247" y="4190"/>
                    <a:pt x="7436" y="4190"/>
                  </a:cubicBezTo>
                  <a:close/>
                  <a:moveTo>
                    <a:pt x="3246" y="1355"/>
                  </a:moveTo>
                  <a:cubicBezTo>
                    <a:pt x="4096" y="1355"/>
                    <a:pt x="4821" y="1953"/>
                    <a:pt x="4979" y="2772"/>
                  </a:cubicBezTo>
                  <a:lnTo>
                    <a:pt x="6081" y="2772"/>
                  </a:lnTo>
                  <a:cubicBezTo>
                    <a:pt x="6270" y="2772"/>
                    <a:pt x="6428" y="2930"/>
                    <a:pt x="6428" y="3151"/>
                  </a:cubicBezTo>
                  <a:lnTo>
                    <a:pt x="6428" y="5986"/>
                  </a:lnTo>
                  <a:lnTo>
                    <a:pt x="6396" y="5986"/>
                  </a:lnTo>
                  <a:cubicBezTo>
                    <a:pt x="6396" y="6175"/>
                    <a:pt x="6239" y="6333"/>
                    <a:pt x="6018" y="6333"/>
                  </a:cubicBezTo>
                  <a:lnTo>
                    <a:pt x="3246" y="6333"/>
                  </a:lnTo>
                  <a:cubicBezTo>
                    <a:pt x="3025" y="6333"/>
                    <a:pt x="2868" y="6175"/>
                    <a:pt x="2868" y="5986"/>
                  </a:cubicBezTo>
                  <a:lnTo>
                    <a:pt x="2868" y="4883"/>
                  </a:lnTo>
                  <a:cubicBezTo>
                    <a:pt x="2080" y="4726"/>
                    <a:pt x="1450" y="4001"/>
                    <a:pt x="1450" y="3151"/>
                  </a:cubicBezTo>
                  <a:cubicBezTo>
                    <a:pt x="1450" y="2142"/>
                    <a:pt x="2238" y="1355"/>
                    <a:pt x="3246" y="1355"/>
                  </a:cubicBezTo>
                  <a:close/>
                  <a:moveTo>
                    <a:pt x="8854" y="5608"/>
                  </a:moveTo>
                  <a:cubicBezTo>
                    <a:pt x="9074" y="5608"/>
                    <a:pt x="9232" y="5765"/>
                    <a:pt x="9232" y="5986"/>
                  </a:cubicBezTo>
                  <a:cubicBezTo>
                    <a:pt x="9232" y="6175"/>
                    <a:pt x="9074" y="6333"/>
                    <a:pt x="8854" y="6333"/>
                  </a:cubicBezTo>
                  <a:lnTo>
                    <a:pt x="7436" y="6333"/>
                  </a:lnTo>
                  <a:cubicBezTo>
                    <a:pt x="7247" y="6333"/>
                    <a:pt x="7089" y="6175"/>
                    <a:pt x="7089" y="5986"/>
                  </a:cubicBezTo>
                  <a:cubicBezTo>
                    <a:pt x="7089" y="5765"/>
                    <a:pt x="7247" y="5608"/>
                    <a:pt x="7436" y="5608"/>
                  </a:cubicBezTo>
                  <a:close/>
                  <a:moveTo>
                    <a:pt x="347" y="0"/>
                  </a:moveTo>
                  <a:cubicBezTo>
                    <a:pt x="158" y="0"/>
                    <a:pt x="1" y="158"/>
                    <a:pt x="1" y="347"/>
                  </a:cubicBezTo>
                  <a:lnTo>
                    <a:pt x="1" y="6994"/>
                  </a:lnTo>
                  <a:lnTo>
                    <a:pt x="10586" y="6994"/>
                  </a:lnTo>
                  <a:lnTo>
                    <a:pt x="10586" y="347"/>
                  </a:lnTo>
                  <a:cubicBezTo>
                    <a:pt x="10586" y="158"/>
                    <a:pt x="10429" y="0"/>
                    <a:pt x="10240" y="0"/>
                  </a:cubicBezTo>
                  <a:close/>
                </a:path>
              </a:pathLst>
            </a:custGeom>
            <a:grpFill/>
            <a:ln>
              <a:noFill/>
            </a:ln>
          </p:spPr>
          <p:txBody>
            <a:bodyPr spcFirstLastPara="1" wrap="square" lIns="121900" tIns="121900" rIns="121900" bIns="121900" anchor="ctr" anchorCtr="0">
              <a:noAutofit/>
            </a:bodyPr>
            <a:lstStyle/>
            <a:p>
              <a:endParaRPr sz="2400"/>
            </a:p>
          </p:txBody>
        </p:sp>
        <p:sp>
          <p:nvSpPr>
            <p:cNvPr id="663" name="Google Shape;7983;p61">
              <a:extLst>
                <a:ext uri="{FF2B5EF4-FFF2-40B4-BE49-F238E27FC236}">
                  <a16:creationId xmlns:a16="http://schemas.microsoft.com/office/drawing/2014/main" id="{66256DBC-960F-41E7-EEA2-2BF5D564BAFF}"/>
                </a:ext>
              </a:extLst>
            </p:cNvPr>
            <p:cNvSpPr/>
            <p:nvPr/>
          </p:nvSpPr>
          <p:spPr>
            <a:xfrm>
              <a:off x="-47523400" y="4166900"/>
              <a:ext cx="300100" cy="35475"/>
            </a:xfrm>
            <a:custGeom>
              <a:avLst/>
              <a:gdLst/>
              <a:ahLst/>
              <a:cxnLst/>
              <a:rect l="l" t="t" r="r" b="b"/>
              <a:pathLst>
                <a:path w="12004" h="1419" extrusionOk="0">
                  <a:moveTo>
                    <a:pt x="0" y="1"/>
                  </a:moveTo>
                  <a:lnTo>
                    <a:pt x="0" y="1040"/>
                  </a:lnTo>
                  <a:cubicBezTo>
                    <a:pt x="0" y="1261"/>
                    <a:pt x="158" y="1418"/>
                    <a:pt x="347" y="1418"/>
                  </a:cubicBezTo>
                  <a:lnTo>
                    <a:pt x="11657" y="1418"/>
                  </a:lnTo>
                  <a:cubicBezTo>
                    <a:pt x="11846" y="1418"/>
                    <a:pt x="12004" y="1261"/>
                    <a:pt x="12004" y="1040"/>
                  </a:cubicBezTo>
                  <a:lnTo>
                    <a:pt x="12004" y="1"/>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664" name="Google Shape;7988;p61">
            <a:extLst>
              <a:ext uri="{FF2B5EF4-FFF2-40B4-BE49-F238E27FC236}">
                <a16:creationId xmlns:a16="http://schemas.microsoft.com/office/drawing/2014/main" id="{62D19FF6-9807-DA63-5940-79BDBD9A361A}"/>
              </a:ext>
            </a:extLst>
          </p:cNvPr>
          <p:cNvGrpSpPr/>
          <p:nvPr/>
        </p:nvGrpSpPr>
        <p:grpSpPr>
          <a:xfrm>
            <a:off x="8610059" y="1425792"/>
            <a:ext cx="443607" cy="391344"/>
            <a:chOff x="-45674075" y="3586425"/>
            <a:chExt cx="300900" cy="265450"/>
          </a:xfrm>
          <a:solidFill>
            <a:srgbClr val="6C1D35"/>
          </a:solidFill>
        </p:grpSpPr>
        <p:sp>
          <p:nvSpPr>
            <p:cNvPr id="665" name="Google Shape;7989;p61">
              <a:extLst>
                <a:ext uri="{FF2B5EF4-FFF2-40B4-BE49-F238E27FC236}">
                  <a16:creationId xmlns:a16="http://schemas.microsoft.com/office/drawing/2014/main" id="{D1EC45BB-7AFB-1DE9-7D2F-DE504ADDA427}"/>
                </a:ext>
              </a:extLst>
            </p:cNvPr>
            <p:cNvSpPr/>
            <p:nvPr/>
          </p:nvSpPr>
          <p:spPr>
            <a:xfrm>
              <a:off x="-45674075" y="3586425"/>
              <a:ext cx="300125" cy="70925"/>
            </a:xfrm>
            <a:custGeom>
              <a:avLst/>
              <a:gdLst/>
              <a:ahLst/>
              <a:cxnLst/>
              <a:rect l="l" t="t" r="r" b="b"/>
              <a:pathLst>
                <a:path w="12005" h="2837" extrusionOk="0">
                  <a:moveTo>
                    <a:pt x="6018" y="1418"/>
                  </a:moveTo>
                  <a:cubicBezTo>
                    <a:pt x="6207" y="1418"/>
                    <a:pt x="6365" y="1576"/>
                    <a:pt x="6365" y="1765"/>
                  </a:cubicBezTo>
                  <a:cubicBezTo>
                    <a:pt x="6365" y="1986"/>
                    <a:pt x="6207" y="2143"/>
                    <a:pt x="6018" y="2143"/>
                  </a:cubicBezTo>
                  <a:lnTo>
                    <a:pt x="5294" y="2143"/>
                  </a:lnTo>
                  <a:cubicBezTo>
                    <a:pt x="5105" y="2143"/>
                    <a:pt x="4947" y="1986"/>
                    <a:pt x="4947" y="1765"/>
                  </a:cubicBezTo>
                  <a:cubicBezTo>
                    <a:pt x="4947" y="1576"/>
                    <a:pt x="5105" y="1418"/>
                    <a:pt x="5294" y="1418"/>
                  </a:cubicBezTo>
                  <a:close/>
                  <a:moveTo>
                    <a:pt x="8129" y="1418"/>
                  </a:moveTo>
                  <a:cubicBezTo>
                    <a:pt x="8318" y="1418"/>
                    <a:pt x="8476" y="1576"/>
                    <a:pt x="8476" y="1765"/>
                  </a:cubicBezTo>
                  <a:cubicBezTo>
                    <a:pt x="8476" y="1986"/>
                    <a:pt x="8318" y="2143"/>
                    <a:pt x="8129" y="2143"/>
                  </a:cubicBezTo>
                  <a:lnTo>
                    <a:pt x="7436" y="2143"/>
                  </a:lnTo>
                  <a:cubicBezTo>
                    <a:pt x="7215" y="2143"/>
                    <a:pt x="7089" y="1986"/>
                    <a:pt x="7089" y="1765"/>
                  </a:cubicBezTo>
                  <a:cubicBezTo>
                    <a:pt x="7089" y="1576"/>
                    <a:pt x="7215" y="1418"/>
                    <a:pt x="7436" y="1418"/>
                  </a:cubicBezTo>
                  <a:close/>
                  <a:moveTo>
                    <a:pt x="10240" y="1418"/>
                  </a:moveTo>
                  <a:cubicBezTo>
                    <a:pt x="10429" y="1418"/>
                    <a:pt x="10587" y="1576"/>
                    <a:pt x="10587" y="1765"/>
                  </a:cubicBezTo>
                  <a:cubicBezTo>
                    <a:pt x="10587" y="1986"/>
                    <a:pt x="10429" y="2143"/>
                    <a:pt x="10240" y="2143"/>
                  </a:cubicBezTo>
                  <a:lnTo>
                    <a:pt x="9515" y="2143"/>
                  </a:lnTo>
                  <a:cubicBezTo>
                    <a:pt x="9326" y="2143"/>
                    <a:pt x="9169" y="1986"/>
                    <a:pt x="9169" y="1765"/>
                  </a:cubicBezTo>
                  <a:cubicBezTo>
                    <a:pt x="9169" y="1576"/>
                    <a:pt x="9326" y="1418"/>
                    <a:pt x="9515" y="1418"/>
                  </a:cubicBezTo>
                  <a:close/>
                  <a:moveTo>
                    <a:pt x="1041" y="1"/>
                  </a:moveTo>
                  <a:cubicBezTo>
                    <a:pt x="442" y="1"/>
                    <a:pt x="1" y="473"/>
                    <a:pt x="1" y="1072"/>
                  </a:cubicBezTo>
                  <a:lnTo>
                    <a:pt x="1" y="2836"/>
                  </a:lnTo>
                  <a:lnTo>
                    <a:pt x="12004" y="2836"/>
                  </a:lnTo>
                  <a:lnTo>
                    <a:pt x="12004" y="1072"/>
                  </a:lnTo>
                  <a:cubicBezTo>
                    <a:pt x="12004" y="473"/>
                    <a:pt x="11532" y="1"/>
                    <a:pt x="10933" y="1"/>
                  </a:cubicBezTo>
                  <a:close/>
                </a:path>
              </a:pathLst>
            </a:custGeom>
            <a:grpFill/>
            <a:ln>
              <a:noFill/>
            </a:ln>
          </p:spPr>
          <p:txBody>
            <a:bodyPr spcFirstLastPara="1" wrap="square" lIns="121900" tIns="121900" rIns="121900" bIns="121900" anchor="ctr" anchorCtr="0">
              <a:noAutofit/>
            </a:bodyPr>
            <a:lstStyle/>
            <a:p>
              <a:endParaRPr sz="2400"/>
            </a:p>
          </p:txBody>
        </p:sp>
        <p:sp>
          <p:nvSpPr>
            <p:cNvPr id="666" name="Google Shape;7990;p61">
              <a:extLst>
                <a:ext uri="{FF2B5EF4-FFF2-40B4-BE49-F238E27FC236}">
                  <a16:creationId xmlns:a16="http://schemas.microsoft.com/office/drawing/2014/main" id="{9C9810F2-9037-0D0E-FCC8-51663F4C5A8A}"/>
                </a:ext>
              </a:extLst>
            </p:cNvPr>
            <p:cNvSpPr/>
            <p:nvPr/>
          </p:nvSpPr>
          <p:spPr>
            <a:xfrm>
              <a:off x="-45673275" y="3675425"/>
              <a:ext cx="300100" cy="176450"/>
            </a:xfrm>
            <a:custGeom>
              <a:avLst/>
              <a:gdLst/>
              <a:ahLst/>
              <a:cxnLst/>
              <a:rect l="l" t="t" r="r" b="b"/>
              <a:pathLst>
                <a:path w="12004" h="7058" extrusionOk="0">
                  <a:moveTo>
                    <a:pt x="3852" y="1387"/>
                  </a:moveTo>
                  <a:cubicBezTo>
                    <a:pt x="3946" y="1387"/>
                    <a:pt x="4049" y="1418"/>
                    <a:pt x="4128" y="1481"/>
                  </a:cubicBezTo>
                  <a:cubicBezTo>
                    <a:pt x="4254" y="1607"/>
                    <a:pt x="4254" y="1828"/>
                    <a:pt x="4128" y="2017"/>
                  </a:cubicBezTo>
                  <a:lnTo>
                    <a:pt x="2993" y="3151"/>
                  </a:lnTo>
                  <a:lnTo>
                    <a:pt x="4128" y="4317"/>
                  </a:lnTo>
                  <a:cubicBezTo>
                    <a:pt x="4254" y="4443"/>
                    <a:pt x="4254" y="4695"/>
                    <a:pt x="4128" y="4852"/>
                  </a:cubicBezTo>
                  <a:cubicBezTo>
                    <a:pt x="4064" y="4900"/>
                    <a:pt x="3978" y="4923"/>
                    <a:pt x="3887" y="4923"/>
                  </a:cubicBezTo>
                  <a:cubicBezTo>
                    <a:pt x="3797" y="4923"/>
                    <a:pt x="3702" y="4900"/>
                    <a:pt x="3623" y="4852"/>
                  </a:cubicBezTo>
                  <a:lnTo>
                    <a:pt x="2206" y="3435"/>
                  </a:lnTo>
                  <a:cubicBezTo>
                    <a:pt x="2080" y="3309"/>
                    <a:pt x="2080" y="3057"/>
                    <a:pt x="2206" y="2899"/>
                  </a:cubicBezTo>
                  <a:lnTo>
                    <a:pt x="3623" y="1481"/>
                  </a:lnTo>
                  <a:cubicBezTo>
                    <a:pt x="3671" y="1418"/>
                    <a:pt x="3757" y="1387"/>
                    <a:pt x="3852" y="1387"/>
                  </a:cubicBezTo>
                  <a:close/>
                  <a:moveTo>
                    <a:pt x="8070" y="1450"/>
                  </a:moveTo>
                  <a:cubicBezTo>
                    <a:pt x="8168" y="1450"/>
                    <a:pt x="8270" y="1481"/>
                    <a:pt x="8349" y="1544"/>
                  </a:cubicBezTo>
                  <a:lnTo>
                    <a:pt x="9767" y="2962"/>
                  </a:lnTo>
                  <a:cubicBezTo>
                    <a:pt x="9861" y="3025"/>
                    <a:pt x="9861" y="3246"/>
                    <a:pt x="9767" y="3435"/>
                  </a:cubicBezTo>
                  <a:lnTo>
                    <a:pt x="8349" y="4852"/>
                  </a:lnTo>
                  <a:cubicBezTo>
                    <a:pt x="8286" y="4900"/>
                    <a:pt x="8192" y="4923"/>
                    <a:pt x="8093" y="4923"/>
                  </a:cubicBezTo>
                  <a:cubicBezTo>
                    <a:pt x="7995" y="4923"/>
                    <a:pt x="7892" y="4900"/>
                    <a:pt x="7814" y="4852"/>
                  </a:cubicBezTo>
                  <a:cubicBezTo>
                    <a:pt x="7719" y="4726"/>
                    <a:pt x="7719" y="4474"/>
                    <a:pt x="7814" y="4317"/>
                  </a:cubicBezTo>
                  <a:lnTo>
                    <a:pt x="8979" y="3183"/>
                  </a:lnTo>
                  <a:lnTo>
                    <a:pt x="7814" y="2049"/>
                  </a:lnTo>
                  <a:cubicBezTo>
                    <a:pt x="7719" y="1923"/>
                    <a:pt x="7719" y="1702"/>
                    <a:pt x="7814" y="1544"/>
                  </a:cubicBezTo>
                  <a:cubicBezTo>
                    <a:pt x="7877" y="1481"/>
                    <a:pt x="7971" y="1450"/>
                    <a:pt x="8070" y="1450"/>
                  </a:cubicBezTo>
                  <a:close/>
                  <a:moveTo>
                    <a:pt x="6704" y="737"/>
                  </a:moveTo>
                  <a:cubicBezTo>
                    <a:pt x="6738" y="737"/>
                    <a:pt x="6773" y="744"/>
                    <a:pt x="6805" y="757"/>
                  </a:cubicBezTo>
                  <a:cubicBezTo>
                    <a:pt x="6994" y="788"/>
                    <a:pt x="7089" y="977"/>
                    <a:pt x="7057" y="1166"/>
                  </a:cubicBezTo>
                  <a:lnTo>
                    <a:pt x="5608" y="5388"/>
                  </a:lnTo>
                  <a:cubicBezTo>
                    <a:pt x="5553" y="5553"/>
                    <a:pt x="5402" y="5646"/>
                    <a:pt x="5260" y="5646"/>
                  </a:cubicBezTo>
                  <a:cubicBezTo>
                    <a:pt x="5239" y="5646"/>
                    <a:pt x="5219" y="5644"/>
                    <a:pt x="5199" y="5640"/>
                  </a:cubicBezTo>
                  <a:cubicBezTo>
                    <a:pt x="4978" y="5546"/>
                    <a:pt x="4915" y="5357"/>
                    <a:pt x="4947" y="5199"/>
                  </a:cubicBezTo>
                  <a:lnTo>
                    <a:pt x="6364" y="977"/>
                  </a:lnTo>
                  <a:cubicBezTo>
                    <a:pt x="6439" y="828"/>
                    <a:pt x="6573" y="737"/>
                    <a:pt x="6704" y="737"/>
                  </a:cubicBezTo>
                  <a:close/>
                  <a:moveTo>
                    <a:pt x="0" y="1"/>
                  </a:moveTo>
                  <a:lnTo>
                    <a:pt x="0" y="5987"/>
                  </a:lnTo>
                  <a:cubicBezTo>
                    <a:pt x="0" y="6585"/>
                    <a:pt x="473" y="7058"/>
                    <a:pt x="1040" y="7058"/>
                  </a:cubicBezTo>
                  <a:lnTo>
                    <a:pt x="10933" y="7058"/>
                  </a:lnTo>
                  <a:cubicBezTo>
                    <a:pt x="11531" y="7058"/>
                    <a:pt x="12004" y="6585"/>
                    <a:pt x="12004" y="5987"/>
                  </a:cubicBezTo>
                  <a:lnTo>
                    <a:pt x="12004" y="1"/>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667" name="Google Shape;7991;p61">
            <a:extLst>
              <a:ext uri="{FF2B5EF4-FFF2-40B4-BE49-F238E27FC236}">
                <a16:creationId xmlns:a16="http://schemas.microsoft.com/office/drawing/2014/main" id="{5BD96740-99D0-B61E-4B19-BED826A58005}"/>
              </a:ext>
            </a:extLst>
          </p:cNvPr>
          <p:cNvGrpSpPr/>
          <p:nvPr/>
        </p:nvGrpSpPr>
        <p:grpSpPr>
          <a:xfrm>
            <a:off x="8611220" y="1943666"/>
            <a:ext cx="441285" cy="443607"/>
            <a:chOff x="-45673275" y="3937700"/>
            <a:chExt cx="299325" cy="300900"/>
          </a:xfrm>
          <a:solidFill>
            <a:srgbClr val="6C1D35"/>
          </a:solidFill>
        </p:grpSpPr>
        <p:sp>
          <p:nvSpPr>
            <p:cNvPr id="668" name="Google Shape;7992;p61">
              <a:extLst>
                <a:ext uri="{FF2B5EF4-FFF2-40B4-BE49-F238E27FC236}">
                  <a16:creationId xmlns:a16="http://schemas.microsoft.com/office/drawing/2014/main" id="{0C749BD9-6022-45C6-C43C-740439B429EF}"/>
                </a:ext>
              </a:extLst>
            </p:cNvPr>
            <p:cNvSpPr/>
            <p:nvPr/>
          </p:nvSpPr>
          <p:spPr>
            <a:xfrm>
              <a:off x="-45673275" y="3937700"/>
              <a:ext cx="285925" cy="135500"/>
            </a:xfrm>
            <a:custGeom>
              <a:avLst/>
              <a:gdLst/>
              <a:ahLst/>
              <a:cxnLst/>
              <a:rect l="l" t="t" r="r" b="b"/>
              <a:pathLst>
                <a:path w="11437" h="5420" extrusionOk="0">
                  <a:moveTo>
                    <a:pt x="11437" y="1"/>
                  </a:moveTo>
                  <a:lnTo>
                    <a:pt x="221" y="3435"/>
                  </a:lnTo>
                  <a:cubicBezTo>
                    <a:pt x="63" y="3466"/>
                    <a:pt x="0" y="3624"/>
                    <a:pt x="0" y="3781"/>
                  </a:cubicBezTo>
                  <a:cubicBezTo>
                    <a:pt x="0" y="3939"/>
                    <a:pt x="95" y="4065"/>
                    <a:pt x="221" y="4159"/>
                  </a:cubicBezTo>
                  <a:lnTo>
                    <a:pt x="4348" y="5420"/>
                  </a:lnTo>
                  <a:lnTo>
                    <a:pt x="11405" y="64"/>
                  </a:lnTo>
                  <a:lnTo>
                    <a:pt x="11437" y="1"/>
                  </a:lnTo>
                  <a:close/>
                </a:path>
              </a:pathLst>
            </a:custGeom>
            <a:grpFill/>
            <a:ln>
              <a:noFill/>
            </a:ln>
          </p:spPr>
          <p:txBody>
            <a:bodyPr spcFirstLastPara="1" wrap="square" lIns="121900" tIns="121900" rIns="121900" bIns="121900" anchor="ctr" anchorCtr="0">
              <a:noAutofit/>
            </a:bodyPr>
            <a:lstStyle/>
            <a:p>
              <a:endParaRPr sz="2400"/>
            </a:p>
          </p:txBody>
        </p:sp>
        <p:sp>
          <p:nvSpPr>
            <p:cNvPr id="669" name="Google Shape;7993;p61">
              <a:extLst>
                <a:ext uri="{FF2B5EF4-FFF2-40B4-BE49-F238E27FC236}">
                  <a16:creationId xmlns:a16="http://schemas.microsoft.com/office/drawing/2014/main" id="{1B65CC00-4FE4-7204-4DFC-850B2E977DC3}"/>
                </a:ext>
              </a:extLst>
            </p:cNvPr>
            <p:cNvSpPr/>
            <p:nvPr/>
          </p:nvSpPr>
          <p:spPr>
            <a:xfrm>
              <a:off x="-45577975" y="3990475"/>
              <a:ext cx="151250" cy="150925"/>
            </a:xfrm>
            <a:custGeom>
              <a:avLst/>
              <a:gdLst/>
              <a:ahLst/>
              <a:cxnLst/>
              <a:rect l="l" t="t" r="r" b="b"/>
              <a:pathLst>
                <a:path w="6050" h="6037" extrusionOk="0">
                  <a:moveTo>
                    <a:pt x="6049" y="1"/>
                  </a:moveTo>
                  <a:lnTo>
                    <a:pt x="536" y="4159"/>
                  </a:lnTo>
                  <a:lnTo>
                    <a:pt x="32" y="5577"/>
                  </a:lnTo>
                  <a:cubicBezTo>
                    <a:pt x="0" y="5703"/>
                    <a:pt x="32" y="5861"/>
                    <a:pt x="126" y="5955"/>
                  </a:cubicBezTo>
                  <a:cubicBezTo>
                    <a:pt x="186" y="6015"/>
                    <a:pt x="259" y="6037"/>
                    <a:pt x="336" y="6037"/>
                  </a:cubicBezTo>
                  <a:cubicBezTo>
                    <a:pt x="381" y="6037"/>
                    <a:pt x="427" y="6030"/>
                    <a:pt x="473" y="6018"/>
                  </a:cubicBezTo>
                  <a:lnTo>
                    <a:pt x="1891" y="5514"/>
                  </a:lnTo>
                  <a:lnTo>
                    <a:pt x="6049" y="1"/>
                  </a:lnTo>
                  <a:close/>
                </a:path>
              </a:pathLst>
            </a:custGeom>
            <a:grpFill/>
            <a:ln>
              <a:noFill/>
            </a:ln>
          </p:spPr>
          <p:txBody>
            <a:bodyPr spcFirstLastPara="1" wrap="square" lIns="121900" tIns="121900" rIns="121900" bIns="121900" anchor="ctr" anchorCtr="0">
              <a:noAutofit/>
            </a:bodyPr>
            <a:lstStyle/>
            <a:p>
              <a:endParaRPr sz="2400"/>
            </a:p>
          </p:txBody>
        </p:sp>
        <p:sp>
          <p:nvSpPr>
            <p:cNvPr id="670" name="Google Shape;7994;p61">
              <a:extLst>
                <a:ext uri="{FF2B5EF4-FFF2-40B4-BE49-F238E27FC236}">
                  <a16:creationId xmlns:a16="http://schemas.microsoft.com/office/drawing/2014/main" id="{905E5492-7A29-C0A3-3B57-5896CC3636D4}"/>
                </a:ext>
              </a:extLst>
            </p:cNvPr>
            <p:cNvSpPr/>
            <p:nvPr/>
          </p:nvSpPr>
          <p:spPr>
            <a:xfrm>
              <a:off x="-45509450" y="3951100"/>
              <a:ext cx="135500" cy="286725"/>
            </a:xfrm>
            <a:custGeom>
              <a:avLst/>
              <a:gdLst/>
              <a:ahLst/>
              <a:cxnLst/>
              <a:rect l="l" t="t" r="r" b="b"/>
              <a:pathLst>
                <a:path w="5420" h="11469" extrusionOk="0">
                  <a:moveTo>
                    <a:pt x="5419" y="0"/>
                  </a:moveTo>
                  <a:lnTo>
                    <a:pt x="5356" y="32"/>
                  </a:lnTo>
                  <a:lnTo>
                    <a:pt x="0" y="7089"/>
                  </a:lnTo>
                  <a:lnTo>
                    <a:pt x="1261" y="11216"/>
                  </a:lnTo>
                  <a:cubicBezTo>
                    <a:pt x="1324" y="11374"/>
                    <a:pt x="1481" y="11468"/>
                    <a:pt x="1639" y="11468"/>
                  </a:cubicBezTo>
                  <a:cubicBezTo>
                    <a:pt x="1796" y="11468"/>
                    <a:pt x="1891" y="11342"/>
                    <a:pt x="1985" y="11216"/>
                  </a:cubicBezTo>
                  <a:lnTo>
                    <a:pt x="5419" y="0"/>
                  </a:lnTo>
                  <a:close/>
                </a:path>
              </a:pathLst>
            </a:custGeom>
            <a:grpFill/>
            <a:ln>
              <a:noFill/>
            </a:ln>
          </p:spPr>
          <p:txBody>
            <a:bodyPr spcFirstLastPara="1" wrap="square" lIns="121900" tIns="121900" rIns="121900" bIns="121900" anchor="ctr" anchorCtr="0">
              <a:noAutofit/>
            </a:bodyPr>
            <a:lstStyle/>
            <a:p>
              <a:endParaRPr sz="2400"/>
            </a:p>
          </p:txBody>
        </p:sp>
        <p:sp>
          <p:nvSpPr>
            <p:cNvPr id="671" name="Google Shape;7995;p61">
              <a:extLst>
                <a:ext uri="{FF2B5EF4-FFF2-40B4-BE49-F238E27FC236}">
                  <a16:creationId xmlns:a16="http://schemas.microsoft.com/office/drawing/2014/main" id="{605092E7-4AE4-33E5-B66B-7E5FEA48AC63}"/>
                </a:ext>
              </a:extLst>
            </p:cNvPr>
            <p:cNvSpPr/>
            <p:nvPr/>
          </p:nvSpPr>
          <p:spPr>
            <a:xfrm>
              <a:off x="-45670925" y="4114125"/>
              <a:ext cx="72500" cy="70325"/>
            </a:xfrm>
            <a:custGeom>
              <a:avLst/>
              <a:gdLst/>
              <a:ahLst/>
              <a:cxnLst/>
              <a:rect l="l" t="t" r="r" b="b"/>
              <a:pathLst>
                <a:path w="2900" h="2813" extrusionOk="0">
                  <a:moveTo>
                    <a:pt x="2521" y="1"/>
                  </a:moveTo>
                  <a:cubicBezTo>
                    <a:pt x="2435" y="1"/>
                    <a:pt x="2348" y="32"/>
                    <a:pt x="2269" y="95"/>
                  </a:cubicBezTo>
                  <a:lnTo>
                    <a:pt x="127" y="2206"/>
                  </a:lnTo>
                  <a:cubicBezTo>
                    <a:pt x="1" y="2332"/>
                    <a:pt x="1" y="2553"/>
                    <a:pt x="127" y="2742"/>
                  </a:cubicBezTo>
                  <a:cubicBezTo>
                    <a:pt x="190" y="2789"/>
                    <a:pt x="277" y="2813"/>
                    <a:pt x="371" y="2813"/>
                  </a:cubicBezTo>
                  <a:cubicBezTo>
                    <a:pt x="466" y="2813"/>
                    <a:pt x="568" y="2789"/>
                    <a:pt x="662" y="2742"/>
                  </a:cubicBezTo>
                  <a:lnTo>
                    <a:pt x="2773" y="600"/>
                  </a:lnTo>
                  <a:cubicBezTo>
                    <a:pt x="2899" y="473"/>
                    <a:pt x="2899" y="253"/>
                    <a:pt x="2773" y="95"/>
                  </a:cubicBezTo>
                  <a:cubicBezTo>
                    <a:pt x="2695" y="32"/>
                    <a:pt x="2608" y="1"/>
                    <a:pt x="2521" y="1"/>
                  </a:cubicBezTo>
                  <a:close/>
                </a:path>
              </a:pathLst>
            </a:custGeom>
            <a:grpFill/>
            <a:ln>
              <a:noFill/>
            </a:ln>
          </p:spPr>
          <p:txBody>
            <a:bodyPr spcFirstLastPara="1" wrap="square" lIns="121900" tIns="121900" rIns="121900" bIns="121900" anchor="ctr" anchorCtr="0">
              <a:noAutofit/>
            </a:bodyPr>
            <a:lstStyle/>
            <a:p>
              <a:endParaRPr sz="2400"/>
            </a:p>
          </p:txBody>
        </p:sp>
        <p:sp>
          <p:nvSpPr>
            <p:cNvPr id="672" name="Google Shape;7996;p61">
              <a:extLst>
                <a:ext uri="{FF2B5EF4-FFF2-40B4-BE49-F238E27FC236}">
                  <a16:creationId xmlns:a16="http://schemas.microsoft.com/office/drawing/2014/main" id="{D1B59171-9983-E161-D6E4-370985A8E7C7}"/>
                </a:ext>
              </a:extLst>
            </p:cNvPr>
            <p:cNvSpPr/>
            <p:nvPr/>
          </p:nvSpPr>
          <p:spPr>
            <a:xfrm>
              <a:off x="-45620500" y="4163550"/>
              <a:ext cx="70900" cy="71125"/>
            </a:xfrm>
            <a:custGeom>
              <a:avLst/>
              <a:gdLst/>
              <a:ahLst/>
              <a:cxnLst/>
              <a:rect l="l" t="t" r="r" b="b"/>
              <a:pathLst>
                <a:path w="2836" h="2845" extrusionOk="0">
                  <a:moveTo>
                    <a:pt x="2489" y="1"/>
                  </a:moveTo>
                  <a:cubicBezTo>
                    <a:pt x="2395" y="1"/>
                    <a:pt x="2300" y="24"/>
                    <a:pt x="2237" y="72"/>
                  </a:cubicBezTo>
                  <a:lnTo>
                    <a:pt x="126" y="2214"/>
                  </a:lnTo>
                  <a:cubicBezTo>
                    <a:pt x="0" y="2340"/>
                    <a:pt x="0" y="2561"/>
                    <a:pt x="126" y="2718"/>
                  </a:cubicBezTo>
                  <a:cubicBezTo>
                    <a:pt x="221" y="2781"/>
                    <a:pt x="284" y="2844"/>
                    <a:pt x="378" y="2844"/>
                  </a:cubicBezTo>
                  <a:cubicBezTo>
                    <a:pt x="441" y="2844"/>
                    <a:pt x="567" y="2781"/>
                    <a:pt x="599" y="2718"/>
                  </a:cubicBezTo>
                  <a:lnTo>
                    <a:pt x="2741" y="607"/>
                  </a:lnTo>
                  <a:cubicBezTo>
                    <a:pt x="2836" y="481"/>
                    <a:pt x="2836" y="229"/>
                    <a:pt x="2741" y="72"/>
                  </a:cubicBezTo>
                  <a:cubicBezTo>
                    <a:pt x="2678" y="24"/>
                    <a:pt x="2584" y="1"/>
                    <a:pt x="2489" y="1"/>
                  </a:cubicBezTo>
                  <a:close/>
                </a:path>
              </a:pathLst>
            </a:custGeom>
            <a:grpFill/>
            <a:ln>
              <a:noFill/>
            </a:ln>
          </p:spPr>
          <p:txBody>
            <a:bodyPr spcFirstLastPara="1" wrap="square" lIns="121900" tIns="121900" rIns="121900" bIns="121900" anchor="ctr" anchorCtr="0">
              <a:noAutofit/>
            </a:bodyPr>
            <a:lstStyle/>
            <a:p>
              <a:endParaRPr sz="2400"/>
            </a:p>
          </p:txBody>
        </p:sp>
        <p:sp>
          <p:nvSpPr>
            <p:cNvPr id="673" name="Google Shape;7997;p61">
              <a:extLst>
                <a:ext uri="{FF2B5EF4-FFF2-40B4-BE49-F238E27FC236}">
                  <a16:creationId xmlns:a16="http://schemas.microsoft.com/office/drawing/2014/main" id="{CFC74946-1CD6-E2C4-71B0-2270B05562E9}"/>
                </a:ext>
              </a:extLst>
            </p:cNvPr>
            <p:cNvSpPr/>
            <p:nvPr/>
          </p:nvSpPr>
          <p:spPr>
            <a:xfrm>
              <a:off x="-45673275" y="4159625"/>
              <a:ext cx="79575" cy="78975"/>
            </a:xfrm>
            <a:custGeom>
              <a:avLst/>
              <a:gdLst/>
              <a:ahLst/>
              <a:cxnLst/>
              <a:rect l="l" t="t" r="r" b="b"/>
              <a:pathLst>
                <a:path w="3183" h="3159" extrusionOk="0">
                  <a:moveTo>
                    <a:pt x="2816" y="0"/>
                  </a:moveTo>
                  <a:cubicBezTo>
                    <a:pt x="2726" y="0"/>
                    <a:pt x="2631" y="24"/>
                    <a:pt x="2552" y="71"/>
                  </a:cubicBezTo>
                  <a:lnTo>
                    <a:pt x="95" y="2529"/>
                  </a:lnTo>
                  <a:cubicBezTo>
                    <a:pt x="0" y="2655"/>
                    <a:pt x="0" y="2875"/>
                    <a:pt x="95" y="3033"/>
                  </a:cubicBezTo>
                  <a:cubicBezTo>
                    <a:pt x="189" y="3127"/>
                    <a:pt x="252" y="3159"/>
                    <a:pt x="347" y="3159"/>
                  </a:cubicBezTo>
                  <a:cubicBezTo>
                    <a:pt x="441" y="3159"/>
                    <a:pt x="536" y="3127"/>
                    <a:pt x="599" y="3033"/>
                  </a:cubicBezTo>
                  <a:lnTo>
                    <a:pt x="3025" y="607"/>
                  </a:lnTo>
                  <a:cubicBezTo>
                    <a:pt x="3182" y="449"/>
                    <a:pt x="3182" y="197"/>
                    <a:pt x="3056" y="71"/>
                  </a:cubicBezTo>
                  <a:cubicBezTo>
                    <a:pt x="2993" y="24"/>
                    <a:pt x="2907" y="0"/>
                    <a:pt x="2816"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674" name="Google Shape;8007;p61">
            <a:extLst>
              <a:ext uri="{FF2B5EF4-FFF2-40B4-BE49-F238E27FC236}">
                <a16:creationId xmlns:a16="http://schemas.microsoft.com/office/drawing/2014/main" id="{DC1124FC-ACB8-A25D-21CA-82CF9BC7B6C1}"/>
              </a:ext>
            </a:extLst>
          </p:cNvPr>
          <p:cNvGrpSpPr/>
          <p:nvPr/>
        </p:nvGrpSpPr>
        <p:grpSpPr>
          <a:xfrm>
            <a:off x="3656445" y="1373529"/>
            <a:ext cx="442428" cy="444787"/>
            <a:chOff x="-49027775" y="3550975"/>
            <a:chExt cx="300100" cy="301700"/>
          </a:xfrm>
          <a:solidFill>
            <a:srgbClr val="6C1D35"/>
          </a:solidFill>
        </p:grpSpPr>
        <p:sp>
          <p:nvSpPr>
            <p:cNvPr id="675" name="Google Shape;8008;p61">
              <a:extLst>
                <a:ext uri="{FF2B5EF4-FFF2-40B4-BE49-F238E27FC236}">
                  <a16:creationId xmlns:a16="http://schemas.microsoft.com/office/drawing/2014/main" id="{9A12C9AD-D023-EE21-3863-2070EB009A52}"/>
                </a:ext>
              </a:extLst>
            </p:cNvPr>
            <p:cNvSpPr/>
            <p:nvPr/>
          </p:nvSpPr>
          <p:spPr>
            <a:xfrm>
              <a:off x="-48941125" y="3613200"/>
              <a:ext cx="74050" cy="26825"/>
            </a:xfrm>
            <a:custGeom>
              <a:avLst/>
              <a:gdLst/>
              <a:ahLst/>
              <a:cxnLst/>
              <a:rect l="l" t="t" r="r" b="b"/>
              <a:pathLst>
                <a:path w="2962" h="1073" extrusionOk="0">
                  <a:moveTo>
                    <a:pt x="1260" y="1"/>
                  </a:moveTo>
                  <a:lnTo>
                    <a:pt x="0" y="1072"/>
                  </a:lnTo>
                  <a:lnTo>
                    <a:pt x="1702" y="1072"/>
                  </a:lnTo>
                  <a:lnTo>
                    <a:pt x="2962" y="1"/>
                  </a:lnTo>
                  <a:close/>
                </a:path>
              </a:pathLst>
            </a:custGeom>
            <a:grpFill/>
            <a:ln>
              <a:noFill/>
            </a:ln>
          </p:spPr>
          <p:txBody>
            <a:bodyPr spcFirstLastPara="1" wrap="square" lIns="121900" tIns="121900" rIns="121900" bIns="121900" anchor="ctr" anchorCtr="0">
              <a:noAutofit/>
            </a:bodyPr>
            <a:lstStyle/>
            <a:p>
              <a:endParaRPr sz="2400"/>
            </a:p>
          </p:txBody>
        </p:sp>
        <p:sp>
          <p:nvSpPr>
            <p:cNvPr id="676" name="Google Shape;8009;p61">
              <a:extLst>
                <a:ext uri="{FF2B5EF4-FFF2-40B4-BE49-F238E27FC236}">
                  <a16:creationId xmlns:a16="http://schemas.microsoft.com/office/drawing/2014/main" id="{C320F5A4-8BF6-810E-F0C9-8739CBC8A4E5}"/>
                </a:ext>
              </a:extLst>
            </p:cNvPr>
            <p:cNvSpPr/>
            <p:nvPr/>
          </p:nvSpPr>
          <p:spPr>
            <a:xfrm>
              <a:off x="-48871025" y="3613200"/>
              <a:ext cx="73275" cy="26825"/>
            </a:xfrm>
            <a:custGeom>
              <a:avLst/>
              <a:gdLst/>
              <a:ahLst/>
              <a:cxnLst/>
              <a:rect l="l" t="t" r="r" b="b"/>
              <a:pathLst>
                <a:path w="2931" h="1073" extrusionOk="0">
                  <a:moveTo>
                    <a:pt x="1260" y="1"/>
                  </a:moveTo>
                  <a:lnTo>
                    <a:pt x="0" y="1072"/>
                  </a:lnTo>
                  <a:lnTo>
                    <a:pt x="1670" y="1072"/>
                  </a:lnTo>
                  <a:lnTo>
                    <a:pt x="2930" y="1"/>
                  </a:lnTo>
                  <a:close/>
                </a:path>
              </a:pathLst>
            </a:custGeom>
            <a:grpFill/>
            <a:ln>
              <a:noFill/>
            </a:ln>
          </p:spPr>
          <p:txBody>
            <a:bodyPr spcFirstLastPara="1" wrap="square" lIns="121900" tIns="121900" rIns="121900" bIns="121900" anchor="ctr" anchorCtr="0">
              <a:noAutofit/>
            </a:bodyPr>
            <a:lstStyle/>
            <a:p>
              <a:endParaRPr sz="2400"/>
            </a:p>
          </p:txBody>
        </p:sp>
        <p:sp>
          <p:nvSpPr>
            <p:cNvPr id="677" name="Google Shape;8010;p61">
              <a:extLst>
                <a:ext uri="{FF2B5EF4-FFF2-40B4-BE49-F238E27FC236}">
                  <a16:creationId xmlns:a16="http://schemas.microsoft.com/office/drawing/2014/main" id="{412C3A8D-C455-75F7-A6E5-0438E5E35967}"/>
                </a:ext>
              </a:extLst>
            </p:cNvPr>
            <p:cNvSpPr/>
            <p:nvPr/>
          </p:nvSpPr>
          <p:spPr>
            <a:xfrm>
              <a:off x="-48893075" y="3552550"/>
              <a:ext cx="95325" cy="43350"/>
            </a:xfrm>
            <a:custGeom>
              <a:avLst/>
              <a:gdLst/>
              <a:ahLst/>
              <a:cxnLst/>
              <a:rect l="l" t="t" r="r" b="b"/>
              <a:pathLst>
                <a:path w="3813" h="1734" extrusionOk="0">
                  <a:moveTo>
                    <a:pt x="0" y="1"/>
                  </a:moveTo>
                  <a:lnTo>
                    <a:pt x="2142" y="1734"/>
                  </a:lnTo>
                  <a:lnTo>
                    <a:pt x="3812" y="1734"/>
                  </a:lnTo>
                  <a:lnTo>
                    <a:pt x="1733" y="1"/>
                  </a:lnTo>
                  <a:close/>
                </a:path>
              </a:pathLst>
            </a:custGeom>
            <a:grpFill/>
            <a:ln>
              <a:noFill/>
            </a:ln>
          </p:spPr>
          <p:txBody>
            <a:bodyPr spcFirstLastPara="1" wrap="square" lIns="121900" tIns="121900" rIns="121900" bIns="121900" anchor="ctr" anchorCtr="0">
              <a:noAutofit/>
            </a:bodyPr>
            <a:lstStyle/>
            <a:p>
              <a:endParaRPr sz="2400"/>
            </a:p>
          </p:txBody>
        </p:sp>
        <p:sp>
          <p:nvSpPr>
            <p:cNvPr id="678" name="Google Shape;8011;p61">
              <a:extLst>
                <a:ext uri="{FF2B5EF4-FFF2-40B4-BE49-F238E27FC236}">
                  <a16:creationId xmlns:a16="http://schemas.microsoft.com/office/drawing/2014/main" id="{0F4F7EAF-C8B4-09B9-BE3F-F805C14F65A0}"/>
                </a:ext>
              </a:extLst>
            </p:cNvPr>
            <p:cNvSpPr/>
            <p:nvPr/>
          </p:nvSpPr>
          <p:spPr>
            <a:xfrm>
              <a:off x="-49027775" y="3550975"/>
              <a:ext cx="100050" cy="87475"/>
            </a:xfrm>
            <a:custGeom>
              <a:avLst/>
              <a:gdLst/>
              <a:ahLst/>
              <a:cxnLst/>
              <a:rect l="l" t="t" r="r" b="b"/>
              <a:pathLst>
                <a:path w="4002" h="3499" extrusionOk="0">
                  <a:moveTo>
                    <a:pt x="2112" y="1797"/>
                  </a:moveTo>
                  <a:cubicBezTo>
                    <a:pt x="2332" y="1797"/>
                    <a:pt x="2490" y="1923"/>
                    <a:pt x="2490" y="2143"/>
                  </a:cubicBezTo>
                  <a:cubicBezTo>
                    <a:pt x="2490" y="2332"/>
                    <a:pt x="2332" y="2490"/>
                    <a:pt x="2112" y="2490"/>
                  </a:cubicBezTo>
                  <a:cubicBezTo>
                    <a:pt x="1923" y="2490"/>
                    <a:pt x="1765" y="2332"/>
                    <a:pt x="1765" y="2143"/>
                  </a:cubicBezTo>
                  <a:cubicBezTo>
                    <a:pt x="1765" y="1923"/>
                    <a:pt x="1923" y="1797"/>
                    <a:pt x="2112" y="1797"/>
                  </a:cubicBezTo>
                  <a:close/>
                  <a:moveTo>
                    <a:pt x="1072" y="1"/>
                  </a:moveTo>
                  <a:cubicBezTo>
                    <a:pt x="473" y="1"/>
                    <a:pt x="1" y="474"/>
                    <a:pt x="1" y="1072"/>
                  </a:cubicBezTo>
                  <a:lnTo>
                    <a:pt x="1" y="3498"/>
                  </a:lnTo>
                  <a:lnTo>
                    <a:pt x="2364" y="3498"/>
                  </a:lnTo>
                  <a:lnTo>
                    <a:pt x="4002" y="2143"/>
                  </a:lnTo>
                  <a:lnTo>
                    <a:pt x="1481" y="1"/>
                  </a:lnTo>
                  <a:close/>
                </a:path>
              </a:pathLst>
            </a:custGeom>
            <a:grpFill/>
            <a:ln>
              <a:noFill/>
            </a:ln>
          </p:spPr>
          <p:txBody>
            <a:bodyPr spcFirstLastPara="1" wrap="square" lIns="121900" tIns="121900" rIns="121900" bIns="121900" anchor="ctr" anchorCtr="0">
              <a:noAutofit/>
            </a:bodyPr>
            <a:lstStyle/>
            <a:p>
              <a:endParaRPr sz="2400"/>
            </a:p>
          </p:txBody>
        </p:sp>
        <p:sp>
          <p:nvSpPr>
            <p:cNvPr id="679" name="Google Shape;8012;p61">
              <a:extLst>
                <a:ext uri="{FF2B5EF4-FFF2-40B4-BE49-F238E27FC236}">
                  <a16:creationId xmlns:a16="http://schemas.microsoft.com/office/drawing/2014/main" id="{50344875-ACFB-1467-BE40-A361CB869571}"/>
                </a:ext>
              </a:extLst>
            </p:cNvPr>
            <p:cNvSpPr/>
            <p:nvPr/>
          </p:nvSpPr>
          <p:spPr>
            <a:xfrm>
              <a:off x="-48962400" y="3552550"/>
              <a:ext cx="95325" cy="43350"/>
            </a:xfrm>
            <a:custGeom>
              <a:avLst/>
              <a:gdLst/>
              <a:ahLst/>
              <a:cxnLst/>
              <a:rect l="l" t="t" r="r" b="b"/>
              <a:pathLst>
                <a:path w="3813" h="1734" extrusionOk="0">
                  <a:moveTo>
                    <a:pt x="1" y="1"/>
                  </a:moveTo>
                  <a:lnTo>
                    <a:pt x="2111" y="1734"/>
                  </a:lnTo>
                  <a:lnTo>
                    <a:pt x="3813" y="1734"/>
                  </a:lnTo>
                  <a:lnTo>
                    <a:pt x="1702" y="1"/>
                  </a:lnTo>
                  <a:close/>
                </a:path>
              </a:pathLst>
            </a:custGeom>
            <a:grpFill/>
            <a:ln>
              <a:noFill/>
            </a:ln>
          </p:spPr>
          <p:txBody>
            <a:bodyPr spcFirstLastPara="1" wrap="square" lIns="121900" tIns="121900" rIns="121900" bIns="121900" anchor="ctr" anchorCtr="0">
              <a:noAutofit/>
            </a:bodyPr>
            <a:lstStyle/>
            <a:p>
              <a:endParaRPr sz="2400"/>
            </a:p>
          </p:txBody>
        </p:sp>
        <p:sp>
          <p:nvSpPr>
            <p:cNvPr id="680" name="Google Shape;8013;p61">
              <a:extLst>
                <a:ext uri="{FF2B5EF4-FFF2-40B4-BE49-F238E27FC236}">
                  <a16:creationId xmlns:a16="http://schemas.microsoft.com/office/drawing/2014/main" id="{043132EA-F39E-C5B0-A574-BD235C31CB39}"/>
                </a:ext>
              </a:extLst>
            </p:cNvPr>
            <p:cNvSpPr/>
            <p:nvPr/>
          </p:nvSpPr>
          <p:spPr>
            <a:xfrm>
              <a:off x="-49027775" y="3657325"/>
              <a:ext cx="300100" cy="195350"/>
            </a:xfrm>
            <a:custGeom>
              <a:avLst/>
              <a:gdLst/>
              <a:ahLst/>
              <a:cxnLst/>
              <a:rect l="l" t="t" r="r" b="b"/>
              <a:pathLst>
                <a:path w="12004" h="7814" extrusionOk="0">
                  <a:moveTo>
                    <a:pt x="5987" y="410"/>
                  </a:moveTo>
                  <a:cubicBezTo>
                    <a:pt x="7719" y="410"/>
                    <a:pt x="9137" y="1827"/>
                    <a:pt x="9137" y="3560"/>
                  </a:cubicBezTo>
                  <a:cubicBezTo>
                    <a:pt x="9137" y="5293"/>
                    <a:pt x="7719" y="6711"/>
                    <a:pt x="5987" y="6711"/>
                  </a:cubicBezTo>
                  <a:cubicBezTo>
                    <a:pt x="4254" y="6711"/>
                    <a:pt x="2836" y="5293"/>
                    <a:pt x="2836" y="3560"/>
                  </a:cubicBezTo>
                  <a:cubicBezTo>
                    <a:pt x="2836" y="1827"/>
                    <a:pt x="4254" y="410"/>
                    <a:pt x="5987" y="410"/>
                  </a:cubicBezTo>
                  <a:close/>
                  <a:moveTo>
                    <a:pt x="1" y="0"/>
                  </a:moveTo>
                  <a:lnTo>
                    <a:pt x="1" y="6742"/>
                  </a:lnTo>
                  <a:cubicBezTo>
                    <a:pt x="1" y="7341"/>
                    <a:pt x="473" y="7813"/>
                    <a:pt x="1072" y="7813"/>
                  </a:cubicBezTo>
                  <a:lnTo>
                    <a:pt x="10933" y="7813"/>
                  </a:lnTo>
                  <a:cubicBezTo>
                    <a:pt x="11532" y="7813"/>
                    <a:pt x="12004" y="7341"/>
                    <a:pt x="12004" y="6742"/>
                  </a:cubicBezTo>
                  <a:lnTo>
                    <a:pt x="12004" y="0"/>
                  </a:lnTo>
                  <a:close/>
                </a:path>
              </a:pathLst>
            </a:custGeom>
            <a:grpFill/>
            <a:ln>
              <a:noFill/>
            </a:ln>
          </p:spPr>
          <p:txBody>
            <a:bodyPr spcFirstLastPara="1" wrap="square" lIns="121900" tIns="121900" rIns="121900" bIns="121900" anchor="ctr" anchorCtr="0">
              <a:noAutofit/>
            </a:bodyPr>
            <a:lstStyle/>
            <a:p>
              <a:endParaRPr sz="2400"/>
            </a:p>
          </p:txBody>
        </p:sp>
        <p:sp>
          <p:nvSpPr>
            <p:cNvPr id="681" name="Google Shape;8014;p61">
              <a:extLst>
                <a:ext uri="{FF2B5EF4-FFF2-40B4-BE49-F238E27FC236}">
                  <a16:creationId xmlns:a16="http://schemas.microsoft.com/office/drawing/2014/main" id="{E2AA7626-8FD7-AA43-62DA-31610E02AF2A}"/>
                </a:ext>
              </a:extLst>
            </p:cNvPr>
            <p:cNvSpPr/>
            <p:nvPr/>
          </p:nvSpPr>
          <p:spPr>
            <a:xfrm>
              <a:off x="-48886775" y="3726625"/>
              <a:ext cx="28375" cy="37050"/>
            </a:xfrm>
            <a:custGeom>
              <a:avLst/>
              <a:gdLst/>
              <a:ahLst/>
              <a:cxnLst/>
              <a:rect l="l" t="t" r="r" b="b"/>
              <a:pathLst>
                <a:path w="1135" h="1482" extrusionOk="0">
                  <a:moveTo>
                    <a:pt x="0" y="1"/>
                  </a:moveTo>
                  <a:lnTo>
                    <a:pt x="0" y="1481"/>
                  </a:lnTo>
                  <a:lnTo>
                    <a:pt x="1134" y="757"/>
                  </a:lnTo>
                  <a:lnTo>
                    <a:pt x="0" y="1"/>
                  </a:lnTo>
                  <a:close/>
                </a:path>
              </a:pathLst>
            </a:custGeom>
            <a:grpFill/>
            <a:ln>
              <a:noFill/>
            </a:ln>
          </p:spPr>
          <p:txBody>
            <a:bodyPr spcFirstLastPara="1" wrap="square" lIns="121900" tIns="121900" rIns="121900" bIns="121900" anchor="ctr" anchorCtr="0">
              <a:noAutofit/>
            </a:bodyPr>
            <a:lstStyle/>
            <a:p>
              <a:endParaRPr sz="2400"/>
            </a:p>
          </p:txBody>
        </p:sp>
        <p:sp>
          <p:nvSpPr>
            <p:cNvPr id="682" name="Google Shape;8015;p61">
              <a:extLst>
                <a:ext uri="{FF2B5EF4-FFF2-40B4-BE49-F238E27FC236}">
                  <a16:creationId xmlns:a16="http://schemas.microsoft.com/office/drawing/2014/main" id="{B1836545-F3A6-DED3-C442-07EA720A2735}"/>
                </a:ext>
              </a:extLst>
            </p:cNvPr>
            <p:cNvSpPr/>
            <p:nvPr/>
          </p:nvSpPr>
          <p:spPr>
            <a:xfrm>
              <a:off x="-48822975" y="3550975"/>
              <a:ext cx="94525" cy="44925"/>
            </a:xfrm>
            <a:custGeom>
              <a:avLst/>
              <a:gdLst/>
              <a:ahLst/>
              <a:cxnLst/>
              <a:rect l="l" t="t" r="r" b="b"/>
              <a:pathLst>
                <a:path w="3781" h="1797" extrusionOk="0">
                  <a:moveTo>
                    <a:pt x="0" y="1"/>
                  </a:moveTo>
                  <a:lnTo>
                    <a:pt x="2111" y="1797"/>
                  </a:lnTo>
                  <a:lnTo>
                    <a:pt x="3781" y="1797"/>
                  </a:lnTo>
                  <a:lnTo>
                    <a:pt x="3781" y="1072"/>
                  </a:lnTo>
                  <a:cubicBezTo>
                    <a:pt x="3781" y="474"/>
                    <a:pt x="3308" y="1"/>
                    <a:pt x="2709" y="1"/>
                  </a:cubicBezTo>
                  <a:close/>
                </a:path>
              </a:pathLst>
            </a:custGeom>
            <a:grpFill/>
            <a:ln>
              <a:noFill/>
            </a:ln>
          </p:spPr>
          <p:txBody>
            <a:bodyPr spcFirstLastPara="1" wrap="square" lIns="121900" tIns="121900" rIns="121900" bIns="121900" anchor="ctr" anchorCtr="0">
              <a:noAutofit/>
            </a:bodyPr>
            <a:lstStyle/>
            <a:p>
              <a:endParaRPr sz="2400"/>
            </a:p>
          </p:txBody>
        </p:sp>
        <p:sp>
          <p:nvSpPr>
            <p:cNvPr id="683" name="Google Shape;8016;p61">
              <a:extLst>
                <a:ext uri="{FF2B5EF4-FFF2-40B4-BE49-F238E27FC236}">
                  <a16:creationId xmlns:a16="http://schemas.microsoft.com/office/drawing/2014/main" id="{5E80E9C0-6995-2E91-349F-30EEED4D4DC3}"/>
                </a:ext>
              </a:extLst>
            </p:cNvPr>
            <p:cNvSpPr/>
            <p:nvPr/>
          </p:nvSpPr>
          <p:spPr>
            <a:xfrm>
              <a:off x="-48939550" y="3684100"/>
              <a:ext cx="122100" cy="122100"/>
            </a:xfrm>
            <a:custGeom>
              <a:avLst/>
              <a:gdLst/>
              <a:ahLst/>
              <a:cxnLst/>
              <a:rect l="l" t="t" r="r" b="b"/>
              <a:pathLst>
                <a:path w="4884" h="4884" extrusionOk="0">
                  <a:moveTo>
                    <a:pt x="1741" y="757"/>
                  </a:moveTo>
                  <a:cubicBezTo>
                    <a:pt x="1812" y="757"/>
                    <a:pt x="1885" y="777"/>
                    <a:pt x="1954" y="819"/>
                  </a:cubicBezTo>
                  <a:lnTo>
                    <a:pt x="4064" y="2237"/>
                  </a:lnTo>
                  <a:cubicBezTo>
                    <a:pt x="4253" y="2300"/>
                    <a:pt x="4253" y="2615"/>
                    <a:pt x="4064" y="2773"/>
                  </a:cubicBezTo>
                  <a:lnTo>
                    <a:pt x="1954" y="4190"/>
                  </a:lnTo>
                  <a:cubicBezTo>
                    <a:pt x="1885" y="4233"/>
                    <a:pt x="1812" y="4253"/>
                    <a:pt x="1741" y="4253"/>
                  </a:cubicBezTo>
                  <a:cubicBezTo>
                    <a:pt x="1553" y="4253"/>
                    <a:pt x="1387" y="4113"/>
                    <a:pt x="1387" y="3907"/>
                  </a:cubicBezTo>
                  <a:lnTo>
                    <a:pt x="1387" y="1103"/>
                  </a:lnTo>
                  <a:cubicBezTo>
                    <a:pt x="1387" y="897"/>
                    <a:pt x="1553" y="757"/>
                    <a:pt x="1741" y="757"/>
                  </a:cubicBezTo>
                  <a:close/>
                  <a:moveTo>
                    <a:pt x="2458" y="0"/>
                  </a:moveTo>
                  <a:cubicBezTo>
                    <a:pt x="1103" y="0"/>
                    <a:pt x="0" y="1103"/>
                    <a:pt x="0" y="2458"/>
                  </a:cubicBezTo>
                  <a:cubicBezTo>
                    <a:pt x="0" y="3781"/>
                    <a:pt x="1103" y="4884"/>
                    <a:pt x="2458" y="4884"/>
                  </a:cubicBezTo>
                  <a:cubicBezTo>
                    <a:pt x="3781" y="4884"/>
                    <a:pt x="4884" y="3781"/>
                    <a:pt x="4884" y="2458"/>
                  </a:cubicBezTo>
                  <a:cubicBezTo>
                    <a:pt x="4884" y="1103"/>
                    <a:pt x="3812" y="0"/>
                    <a:pt x="2458" y="0"/>
                  </a:cubicBezTo>
                  <a:close/>
                </a:path>
              </a:pathLst>
            </a:custGeom>
            <a:grpFill/>
            <a:ln>
              <a:noFill/>
            </a:ln>
          </p:spPr>
          <p:txBody>
            <a:bodyPr spcFirstLastPara="1" wrap="square" lIns="121900" tIns="121900" rIns="121900" bIns="121900" anchor="ctr" anchorCtr="0">
              <a:noAutofit/>
            </a:bodyPr>
            <a:lstStyle/>
            <a:p>
              <a:endParaRPr sz="2400"/>
            </a:p>
          </p:txBody>
        </p:sp>
        <p:sp>
          <p:nvSpPr>
            <p:cNvPr id="684" name="Google Shape;8017;p61">
              <a:extLst>
                <a:ext uri="{FF2B5EF4-FFF2-40B4-BE49-F238E27FC236}">
                  <a16:creationId xmlns:a16="http://schemas.microsoft.com/office/drawing/2014/main" id="{26C41ED0-754C-BD31-9386-4B8A330186A8}"/>
                </a:ext>
              </a:extLst>
            </p:cNvPr>
            <p:cNvSpPr/>
            <p:nvPr/>
          </p:nvSpPr>
          <p:spPr>
            <a:xfrm>
              <a:off x="-48801725" y="3613200"/>
              <a:ext cx="73275" cy="26825"/>
            </a:xfrm>
            <a:custGeom>
              <a:avLst/>
              <a:gdLst/>
              <a:ahLst/>
              <a:cxnLst/>
              <a:rect l="l" t="t" r="r" b="b"/>
              <a:pathLst>
                <a:path w="2931" h="1073" extrusionOk="0">
                  <a:moveTo>
                    <a:pt x="1261" y="1"/>
                  </a:moveTo>
                  <a:lnTo>
                    <a:pt x="1" y="1072"/>
                  </a:lnTo>
                  <a:lnTo>
                    <a:pt x="2931" y="1072"/>
                  </a:lnTo>
                  <a:lnTo>
                    <a:pt x="2931" y="1"/>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685" name="Google Shape;8018;p61">
            <a:extLst>
              <a:ext uri="{FF2B5EF4-FFF2-40B4-BE49-F238E27FC236}">
                <a16:creationId xmlns:a16="http://schemas.microsoft.com/office/drawing/2014/main" id="{B3C38DD1-6E11-1F52-8D5C-8AF11C99ED32}"/>
              </a:ext>
            </a:extLst>
          </p:cNvPr>
          <p:cNvGrpSpPr/>
          <p:nvPr/>
        </p:nvGrpSpPr>
        <p:grpSpPr>
          <a:xfrm>
            <a:off x="3654048" y="1917830"/>
            <a:ext cx="447219" cy="442759"/>
            <a:chOff x="-49031025" y="3920175"/>
            <a:chExt cx="303350" cy="300325"/>
          </a:xfrm>
          <a:solidFill>
            <a:srgbClr val="6C1D35"/>
          </a:solidFill>
        </p:grpSpPr>
        <p:sp>
          <p:nvSpPr>
            <p:cNvPr id="686" name="Google Shape;8019;p61">
              <a:extLst>
                <a:ext uri="{FF2B5EF4-FFF2-40B4-BE49-F238E27FC236}">
                  <a16:creationId xmlns:a16="http://schemas.microsoft.com/office/drawing/2014/main" id="{3969779A-F483-C1D8-8BE2-D0D8C2C5DABE}"/>
                </a:ext>
              </a:extLst>
            </p:cNvPr>
            <p:cNvSpPr/>
            <p:nvPr/>
          </p:nvSpPr>
          <p:spPr>
            <a:xfrm>
              <a:off x="-49031025" y="4131875"/>
              <a:ext cx="109600" cy="88625"/>
            </a:xfrm>
            <a:custGeom>
              <a:avLst/>
              <a:gdLst/>
              <a:ahLst/>
              <a:cxnLst/>
              <a:rect l="l" t="t" r="r" b="b"/>
              <a:pathLst>
                <a:path w="4384" h="3545" extrusionOk="0">
                  <a:moveTo>
                    <a:pt x="472" y="1"/>
                  </a:moveTo>
                  <a:cubicBezTo>
                    <a:pt x="202" y="1"/>
                    <a:pt x="0" y="326"/>
                    <a:pt x="225" y="551"/>
                  </a:cubicBezTo>
                  <a:lnTo>
                    <a:pt x="2336" y="3387"/>
                  </a:lnTo>
                  <a:cubicBezTo>
                    <a:pt x="2399" y="3481"/>
                    <a:pt x="2494" y="3544"/>
                    <a:pt x="2620" y="3544"/>
                  </a:cubicBezTo>
                  <a:lnTo>
                    <a:pt x="4384" y="3544"/>
                  </a:lnTo>
                  <a:lnTo>
                    <a:pt x="2620" y="583"/>
                  </a:lnTo>
                  <a:lnTo>
                    <a:pt x="572" y="16"/>
                  </a:lnTo>
                  <a:cubicBezTo>
                    <a:pt x="538" y="5"/>
                    <a:pt x="505" y="1"/>
                    <a:pt x="472" y="1"/>
                  </a:cubicBezTo>
                  <a:close/>
                </a:path>
              </a:pathLst>
            </a:custGeom>
            <a:grpFill/>
            <a:ln>
              <a:noFill/>
            </a:ln>
          </p:spPr>
          <p:txBody>
            <a:bodyPr spcFirstLastPara="1" wrap="square" lIns="121900" tIns="121900" rIns="121900" bIns="121900" anchor="ctr" anchorCtr="0">
              <a:noAutofit/>
            </a:bodyPr>
            <a:lstStyle/>
            <a:p>
              <a:endParaRPr sz="2400"/>
            </a:p>
          </p:txBody>
        </p:sp>
        <p:sp>
          <p:nvSpPr>
            <p:cNvPr id="687" name="Google Shape;8020;p61">
              <a:extLst>
                <a:ext uri="{FF2B5EF4-FFF2-40B4-BE49-F238E27FC236}">
                  <a16:creationId xmlns:a16="http://schemas.microsoft.com/office/drawing/2014/main" id="{E334E603-5AAC-039F-518E-4470CBF02746}"/>
                </a:ext>
              </a:extLst>
            </p:cNvPr>
            <p:cNvSpPr/>
            <p:nvPr/>
          </p:nvSpPr>
          <p:spPr>
            <a:xfrm>
              <a:off x="-48921450" y="3920175"/>
              <a:ext cx="79575" cy="130975"/>
            </a:xfrm>
            <a:custGeom>
              <a:avLst/>
              <a:gdLst/>
              <a:ahLst/>
              <a:cxnLst/>
              <a:rect l="l" t="t" r="r" b="b"/>
              <a:pathLst>
                <a:path w="3183" h="5239" extrusionOk="0">
                  <a:moveTo>
                    <a:pt x="302" y="1"/>
                  </a:moveTo>
                  <a:cubicBezTo>
                    <a:pt x="275" y="1"/>
                    <a:pt x="248" y="3"/>
                    <a:pt x="221" y="9"/>
                  </a:cubicBezTo>
                  <a:cubicBezTo>
                    <a:pt x="64" y="40"/>
                    <a:pt x="1" y="198"/>
                    <a:pt x="1" y="355"/>
                  </a:cubicBezTo>
                  <a:lnTo>
                    <a:pt x="64" y="1269"/>
                  </a:lnTo>
                  <a:lnTo>
                    <a:pt x="2584" y="5239"/>
                  </a:lnTo>
                  <a:lnTo>
                    <a:pt x="3183" y="4199"/>
                  </a:lnTo>
                  <a:lnTo>
                    <a:pt x="631" y="166"/>
                  </a:lnTo>
                  <a:cubicBezTo>
                    <a:pt x="553" y="62"/>
                    <a:pt x="431" y="1"/>
                    <a:pt x="302" y="1"/>
                  </a:cubicBezTo>
                  <a:close/>
                </a:path>
              </a:pathLst>
            </a:custGeom>
            <a:grpFill/>
            <a:ln>
              <a:noFill/>
            </a:ln>
          </p:spPr>
          <p:txBody>
            <a:bodyPr spcFirstLastPara="1" wrap="square" lIns="121900" tIns="121900" rIns="121900" bIns="121900" anchor="ctr" anchorCtr="0">
              <a:noAutofit/>
            </a:bodyPr>
            <a:lstStyle/>
            <a:p>
              <a:endParaRPr sz="2400"/>
            </a:p>
          </p:txBody>
        </p:sp>
        <p:sp>
          <p:nvSpPr>
            <p:cNvPr id="688" name="Google Shape;8021;p61">
              <a:extLst>
                <a:ext uri="{FF2B5EF4-FFF2-40B4-BE49-F238E27FC236}">
                  <a16:creationId xmlns:a16="http://schemas.microsoft.com/office/drawing/2014/main" id="{060F42D3-7534-0CF0-FA64-44A126E54CEC}"/>
                </a:ext>
              </a:extLst>
            </p:cNvPr>
            <p:cNvSpPr/>
            <p:nvPr/>
          </p:nvSpPr>
          <p:spPr>
            <a:xfrm>
              <a:off x="-48842675" y="4008100"/>
              <a:ext cx="115000" cy="53300"/>
            </a:xfrm>
            <a:custGeom>
              <a:avLst/>
              <a:gdLst/>
              <a:ahLst/>
              <a:cxnLst/>
              <a:rect l="l" t="t" r="r" b="b"/>
              <a:pathLst>
                <a:path w="4600" h="2132" extrusionOk="0">
                  <a:moveTo>
                    <a:pt x="1359" y="0"/>
                  </a:moveTo>
                  <a:cubicBezTo>
                    <a:pt x="1245" y="0"/>
                    <a:pt x="1132" y="57"/>
                    <a:pt x="1072" y="178"/>
                  </a:cubicBezTo>
                  <a:lnTo>
                    <a:pt x="0" y="2131"/>
                  </a:lnTo>
                  <a:lnTo>
                    <a:pt x="4191" y="2131"/>
                  </a:lnTo>
                  <a:cubicBezTo>
                    <a:pt x="4317" y="2131"/>
                    <a:pt x="4506" y="2005"/>
                    <a:pt x="4537" y="1848"/>
                  </a:cubicBezTo>
                  <a:cubicBezTo>
                    <a:pt x="4600" y="1690"/>
                    <a:pt x="4537" y="1533"/>
                    <a:pt x="4380" y="1469"/>
                  </a:cubicBezTo>
                  <a:lnTo>
                    <a:pt x="1544" y="52"/>
                  </a:lnTo>
                  <a:cubicBezTo>
                    <a:pt x="1488" y="18"/>
                    <a:pt x="1423" y="0"/>
                    <a:pt x="1359" y="0"/>
                  </a:cubicBezTo>
                  <a:close/>
                </a:path>
              </a:pathLst>
            </a:custGeom>
            <a:grpFill/>
            <a:ln>
              <a:noFill/>
            </a:ln>
          </p:spPr>
          <p:txBody>
            <a:bodyPr spcFirstLastPara="1" wrap="square" lIns="121900" tIns="121900" rIns="121900" bIns="121900" anchor="ctr" anchorCtr="0">
              <a:noAutofit/>
            </a:bodyPr>
            <a:lstStyle/>
            <a:p>
              <a:endParaRPr sz="2400"/>
            </a:p>
          </p:txBody>
        </p:sp>
        <p:sp>
          <p:nvSpPr>
            <p:cNvPr id="689" name="Google Shape;8022;p61">
              <a:extLst>
                <a:ext uri="{FF2B5EF4-FFF2-40B4-BE49-F238E27FC236}">
                  <a16:creationId xmlns:a16="http://schemas.microsoft.com/office/drawing/2014/main" id="{08765E08-B736-C382-CD92-12EC96C1F24B}"/>
                </a:ext>
              </a:extLst>
            </p:cNvPr>
            <p:cNvSpPr/>
            <p:nvPr/>
          </p:nvSpPr>
          <p:spPr>
            <a:xfrm>
              <a:off x="-48838750" y="4078700"/>
              <a:ext cx="51225" cy="66975"/>
            </a:xfrm>
            <a:custGeom>
              <a:avLst/>
              <a:gdLst/>
              <a:ahLst/>
              <a:cxnLst/>
              <a:rect l="l" t="t" r="r" b="b"/>
              <a:pathLst>
                <a:path w="2049" h="2679" extrusionOk="0">
                  <a:moveTo>
                    <a:pt x="1" y="0"/>
                  </a:moveTo>
                  <a:lnTo>
                    <a:pt x="1734" y="2678"/>
                  </a:lnTo>
                  <a:lnTo>
                    <a:pt x="2049" y="0"/>
                  </a:lnTo>
                  <a:close/>
                </a:path>
              </a:pathLst>
            </a:custGeom>
            <a:grpFill/>
            <a:ln>
              <a:noFill/>
            </a:ln>
          </p:spPr>
          <p:txBody>
            <a:bodyPr spcFirstLastPara="1" wrap="square" lIns="121900" tIns="121900" rIns="121900" bIns="121900" anchor="ctr" anchorCtr="0">
              <a:noAutofit/>
            </a:bodyPr>
            <a:lstStyle/>
            <a:p>
              <a:endParaRPr sz="2400"/>
            </a:p>
          </p:txBody>
        </p:sp>
        <p:sp>
          <p:nvSpPr>
            <p:cNvPr id="690" name="Google Shape;8023;p61">
              <a:extLst>
                <a:ext uri="{FF2B5EF4-FFF2-40B4-BE49-F238E27FC236}">
                  <a16:creationId xmlns:a16="http://schemas.microsoft.com/office/drawing/2014/main" id="{28CDB62F-2FAD-C0C3-49D9-EF352F719288}"/>
                </a:ext>
              </a:extLst>
            </p:cNvPr>
            <p:cNvSpPr/>
            <p:nvPr/>
          </p:nvSpPr>
          <p:spPr>
            <a:xfrm>
              <a:off x="-48975000" y="3920575"/>
              <a:ext cx="173300" cy="248725"/>
            </a:xfrm>
            <a:custGeom>
              <a:avLst/>
              <a:gdLst/>
              <a:ahLst/>
              <a:cxnLst/>
              <a:rect l="l" t="t" r="r" b="b"/>
              <a:pathLst>
                <a:path w="6932" h="9949" extrusionOk="0">
                  <a:moveTo>
                    <a:pt x="374" y="0"/>
                  </a:moveTo>
                  <a:cubicBezTo>
                    <a:pt x="334" y="0"/>
                    <a:pt x="293" y="8"/>
                    <a:pt x="253" y="24"/>
                  </a:cubicBezTo>
                  <a:cubicBezTo>
                    <a:pt x="95" y="87"/>
                    <a:pt x="1" y="245"/>
                    <a:pt x="1" y="402"/>
                  </a:cubicBezTo>
                  <a:lnTo>
                    <a:pt x="694" y="7585"/>
                  </a:lnTo>
                  <a:lnTo>
                    <a:pt x="6932" y="9948"/>
                  </a:lnTo>
                  <a:lnTo>
                    <a:pt x="694" y="182"/>
                  </a:lnTo>
                  <a:cubicBezTo>
                    <a:pt x="600" y="65"/>
                    <a:pt x="489" y="0"/>
                    <a:pt x="374" y="0"/>
                  </a:cubicBezTo>
                  <a:close/>
                </a:path>
              </a:pathLst>
            </a:custGeom>
            <a:grpFill/>
            <a:ln>
              <a:noFill/>
            </a:ln>
          </p:spPr>
          <p:txBody>
            <a:bodyPr spcFirstLastPara="1" wrap="square" lIns="121900" tIns="121900" rIns="121900" bIns="121900" anchor="ctr" anchorCtr="0">
              <a:noAutofit/>
            </a:bodyPr>
            <a:lstStyle/>
            <a:p>
              <a:endParaRPr sz="2400"/>
            </a:p>
          </p:txBody>
        </p:sp>
        <p:sp>
          <p:nvSpPr>
            <p:cNvPr id="691" name="Google Shape;8024;p61">
              <a:extLst>
                <a:ext uri="{FF2B5EF4-FFF2-40B4-BE49-F238E27FC236}">
                  <a16:creationId xmlns:a16="http://schemas.microsoft.com/office/drawing/2014/main" id="{76CBF30E-5FAB-7B84-4F4E-82AB35D8718C}"/>
                </a:ext>
              </a:extLst>
            </p:cNvPr>
            <p:cNvSpPr/>
            <p:nvPr/>
          </p:nvSpPr>
          <p:spPr>
            <a:xfrm>
              <a:off x="-48955300" y="4129900"/>
              <a:ext cx="151250" cy="89800"/>
            </a:xfrm>
            <a:custGeom>
              <a:avLst/>
              <a:gdLst/>
              <a:ahLst/>
              <a:cxnLst/>
              <a:rect l="l" t="t" r="r" b="b"/>
              <a:pathLst>
                <a:path w="6050" h="3592" extrusionOk="0">
                  <a:moveTo>
                    <a:pt x="0" y="0"/>
                  </a:moveTo>
                  <a:lnTo>
                    <a:pt x="2174" y="3592"/>
                  </a:lnTo>
                  <a:lnTo>
                    <a:pt x="5167" y="3592"/>
                  </a:lnTo>
                  <a:cubicBezTo>
                    <a:pt x="5293" y="3592"/>
                    <a:pt x="5419" y="3529"/>
                    <a:pt x="5482" y="3403"/>
                  </a:cubicBezTo>
                  <a:lnTo>
                    <a:pt x="6049" y="2268"/>
                  </a:lnTo>
                  <a:lnTo>
                    <a:pt x="0" y="0"/>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692" name="Google Shape;8032;p61">
            <a:extLst>
              <a:ext uri="{FF2B5EF4-FFF2-40B4-BE49-F238E27FC236}">
                <a16:creationId xmlns:a16="http://schemas.microsoft.com/office/drawing/2014/main" id="{C7A97B17-63E4-DE1D-17F8-9B0929C82FB9}"/>
              </a:ext>
            </a:extLst>
          </p:cNvPr>
          <p:cNvGrpSpPr/>
          <p:nvPr/>
        </p:nvGrpSpPr>
        <p:grpSpPr>
          <a:xfrm>
            <a:off x="6409021" y="1400251"/>
            <a:ext cx="442428" cy="442428"/>
            <a:chOff x="-47154800" y="3569100"/>
            <a:chExt cx="300100" cy="300100"/>
          </a:xfrm>
          <a:solidFill>
            <a:srgbClr val="6C1D35"/>
          </a:solidFill>
        </p:grpSpPr>
        <p:sp>
          <p:nvSpPr>
            <p:cNvPr id="693" name="Google Shape;8033;p61">
              <a:extLst>
                <a:ext uri="{FF2B5EF4-FFF2-40B4-BE49-F238E27FC236}">
                  <a16:creationId xmlns:a16="http://schemas.microsoft.com/office/drawing/2014/main" id="{9B78E280-BB25-2647-269E-D52C71FFE1AF}"/>
                </a:ext>
              </a:extLst>
            </p:cNvPr>
            <p:cNvSpPr/>
            <p:nvPr/>
          </p:nvSpPr>
          <p:spPr>
            <a:xfrm>
              <a:off x="-46994900" y="3728200"/>
              <a:ext cx="140200" cy="141000"/>
            </a:xfrm>
            <a:custGeom>
              <a:avLst/>
              <a:gdLst/>
              <a:ahLst/>
              <a:cxnLst/>
              <a:rect l="l" t="t" r="r" b="b"/>
              <a:pathLst>
                <a:path w="5608" h="5640" extrusionOk="0">
                  <a:moveTo>
                    <a:pt x="2772" y="1733"/>
                  </a:moveTo>
                  <a:cubicBezTo>
                    <a:pt x="2961" y="1733"/>
                    <a:pt x="3119" y="1891"/>
                    <a:pt x="3119" y="2111"/>
                  </a:cubicBezTo>
                  <a:lnTo>
                    <a:pt x="3119" y="2458"/>
                  </a:lnTo>
                  <a:lnTo>
                    <a:pt x="3466" y="2458"/>
                  </a:lnTo>
                  <a:cubicBezTo>
                    <a:pt x="3655" y="2458"/>
                    <a:pt x="3812" y="2615"/>
                    <a:pt x="3812" y="2804"/>
                  </a:cubicBezTo>
                  <a:cubicBezTo>
                    <a:pt x="3812" y="2994"/>
                    <a:pt x="3655" y="3151"/>
                    <a:pt x="3466" y="3151"/>
                  </a:cubicBezTo>
                  <a:lnTo>
                    <a:pt x="2772" y="3151"/>
                  </a:lnTo>
                  <a:cubicBezTo>
                    <a:pt x="2552" y="3151"/>
                    <a:pt x="2426" y="2994"/>
                    <a:pt x="2426" y="2804"/>
                  </a:cubicBezTo>
                  <a:lnTo>
                    <a:pt x="2426" y="2111"/>
                  </a:lnTo>
                  <a:cubicBezTo>
                    <a:pt x="2426" y="1891"/>
                    <a:pt x="2552" y="1733"/>
                    <a:pt x="2772" y="1733"/>
                  </a:cubicBezTo>
                  <a:close/>
                  <a:moveTo>
                    <a:pt x="2457" y="1"/>
                  </a:moveTo>
                  <a:cubicBezTo>
                    <a:pt x="1197" y="158"/>
                    <a:pt x="221" y="1166"/>
                    <a:pt x="0" y="2458"/>
                  </a:cubicBezTo>
                  <a:lnTo>
                    <a:pt x="693" y="2458"/>
                  </a:lnTo>
                  <a:cubicBezTo>
                    <a:pt x="882" y="2458"/>
                    <a:pt x="1040" y="2615"/>
                    <a:pt x="1040" y="2804"/>
                  </a:cubicBezTo>
                  <a:cubicBezTo>
                    <a:pt x="1040" y="2994"/>
                    <a:pt x="882" y="3151"/>
                    <a:pt x="693" y="3151"/>
                  </a:cubicBezTo>
                  <a:lnTo>
                    <a:pt x="0" y="3151"/>
                  </a:lnTo>
                  <a:cubicBezTo>
                    <a:pt x="158" y="4411"/>
                    <a:pt x="1166" y="5451"/>
                    <a:pt x="2457" y="5608"/>
                  </a:cubicBezTo>
                  <a:lnTo>
                    <a:pt x="2457" y="4947"/>
                  </a:lnTo>
                  <a:cubicBezTo>
                    <a:pt x="2457" y="4726"/>
                    <a:pt x="2615" y="4569"/>
                    <a:pt x="2804" y="4569"/>
                  </a:cubicBezTo>
                  <a:cubicBezTo>
                    <a:pt x="2993" y="4569"/>
                    <a:pt x="3151" y="4726"/>
                    <a:pt x="3151" y="4947"/>
                  </a:cubicBezTo>
                  <a:lnTo>
                    <a:pt x="3151" y="5640"/>
                  </a:lnTo>
                  <a:cubicBezTo>
                    <a:pt x="4411" y="5482"/>
                    <a:pt x="5450" y="4474"/>
                    <a:pt x="5608" y="3214"/>
                  </a:cubicBezTo>
                  <a:lnTo>
                    <a:pt x="4883" y="3214"/>
                  </a:lnTo>
                  <a:cubicBezTo>
                    <a:pt x="4694" y="3151"/>
                    <a:pt x="4537" y="2994"/>
                    <a:pt x="4537" y="2804"/>
                  </a:cubicBezTo>
                  <a:cubicBezTo>
                    <a:pt x="4537" y="2615"/>
                    <a:pt x="4694" y="2458"/>
                    <a:pt x="4883" y="2458"/>
                  </a:cubicBezTo>
                  <a:lnTo>
                    <a:pt x="5608" y="2458"/>
                  </a:lnTo>
                  <a:cubicBezTo>
                    <a:pt x="5450" y="1198"/>
                    <a:pt x="4411" y="221"/>
                    <a:pt x="3151" y="1"/>
                  </a:cubicBezTo>
                  <a:lnTo>
                    <a:pt x="3151" y="694"/>
                  </a:lnTo>
                  <a:cubicBezTo>
                    <a:pt x="3151" y="883"/>
                    <a:pt x="2993" y="1040"/>
                    <a:pt x="2804" y="1040"/>
                  </a:cubicBezTo>
                  <a:cubicBezTo>
                    <a:pt x="2615" y="1040"/>
                    <a:pt x="2457" y="883"/>
                    <a:pt x="2457" y="694"/>
                  </a:cubicBezTo>
                  <a:lnTo>
                    <a:pt x="2457" y="1"/>
                  </a:lnTo>
                  <a:close/>
                </a:path>
              </a:pathLst>
            </a:custGeom>
            <a:grpFill/>
            <a:ln>
              <a:noFill/>
            </a:ln>
          </p:spPr>
          <p:txBody>
            <a:bodyPr spcFirstLastPara="1" wrap="square" lIns="121900" tIns="121900" rIns="121900" bIns="121900" anchor="ctr" anchorCtr="0">
              <a:noAutofit/>
            </a:bodyPr>
            <a:lstStyle/>
            <a:p>
              <a:endParaRPr sz="2400"/>
            </a:p>
          </p:txBody>
        </p:sp>
        <p:sp>
          <p:nvSpPr>
            <p:cNvPr id="694" name="Google Shape;8034;p61">
              <a:extLst>
                <a:ext uri="{FF2B5EF4-FFF2-40B4-BE49-F238E27FC236}">
                  <a16:creationId xmlns:a16="http://schemas.microsoft.com/office/drawing/2014/main" id="{C2B01AB7-0F1A-7835-F27B-AAC6A0766A3E}"/>
                </a:ext>
              </a:extLst>
            </p:cNvPr>
            <p:cNvSpPr/>
            <p:nvPr/>
          </p:nvSpPr>
          <p:spPr>
            <a:xfrm>
              <a:off x="-46978375" y="3574625"/>
              <a:ext cx="47275" cy="47275"/>
            </a:xfrm>
            <a:custGeom>
              <a:avLst/>
              <a:gdLst/>
              <a:ahLst/>
              <a:cxnLst/>
              <a:rect l="l" t="t" r="r" b="b"/>
              <a:pathLst>
                <a:path w="1891" h="1891" extrusionOk="0">
                  <a:moveTo>
                    <a:pt x="1" y="0"/>
                  </a:moveTo>
                  <a:lnTo>
                    <a:pt x="1" y="1890"/>
                  </a:lnTo>
                  <a:lnTo>
                    <a:pt x="1891" y="1890"/>
                  </a:lnTo>
                  <a:lnTo>
                    <a:pt x="1" y="0"/>
                  </a:lnTo>
                  <a:close/>
                </a:path>
              </a:pathLst>
            </a:custGeom>
            <a:grpFill/>
            <a:ln>
              <a:noFill/>
            </a:ln>
          </p:spPr>
          <p:txBody>
            <a:bodyPr spcFirstLastPara="1" wrap="square" lIns="121900" tIns="121900" rIns="121900" bIns="121900" anchor="ctr" anchorCtr="0">
              <a:noAutofit/>
            </a:bodyPr>
            <a:lstStyle/>
            <a:p>
              <a:endParaRPr sz="2400"/>
            </a:p>
          </p:txBody>
        </p:sp>
        <p:sp>
          <p:nvSpPr>
            <p:cNvPr id="695" name="Google Shape;8035;p61">
              <a:extLst>
                <a:ext uri="{FF2B5EF4-FFF2-40B4-BE49-F238E27FC236}">
                  <a16:creationId xmlns:a16="http://schemas.microsoft.com/office/drawing/2014/main" id="{909731EA-2C59-9FDA-4343-12A4BA9E921F}"/>
                </a:ext>
              </a:extLst>
            </p:cNvPr>
            <p:cNvSpPr/>
            <p:nvPr/>
          </p:nvSpPr>
          <p:spPr>
            <a:xfrm>
              <a:off x="-47075250" y="3665200"/>
              <a:ext cx="15775" cy="15775"/>
            </a:xfrm>
            <a:custGeom>
              <a:avLst/>
              <a:gdLst/>
              <a:ahLst/>
              <a:cxnLst/>
              <a:rect l="l" t="t" r="r" b="b"/>
              <a:pathLst>
                <a:path w="631" h="631" extrusionOk="0">
                  <a:moveTo>
                    <a:pt x="1" y="0"/>
                  </a:moveTo>
                  <a:lnTo>
                    <a:pt x="1" y="630"/>
                  </a:lnTo>
                  <a:cubicBezTo>
                    <a:pt x="316" y="536"/>
                    <a:pt x="505" y="284"/>
                    <a:pt x="631" y="0"/>
                  </a:cubicBezTo>
                  <a:close/>
                </a:path>
              </a:pathLst>
            </a:custGeom>
            <a:grpFill/>
            <a:ln>
              <a:noFill/>
            </a:ln>
          </p:spPr>
          <p:txBody>
            <a:bodyPr spcFirstLastPara="1" wrap="square" lIns="121900" tIns="121900" rIns="121900" bIns="121900" anchor="ctr" anchorCtr="0">
              <a:noAutofit/>
            </a:bodyPr>
            <a:lstStyle/>
            <a:p>
              <a:endParaRPr sz="2400"/>
            </a:p>
          </p:txBody>
        </p:sp>
        <p:sp>
          <p:nvSpPr>
            <p:cNvPr id="696" name="Google Shape;8036;p61">
              <a:extLst>
                <a:ext uri="{FF2B5EF4-FFF2-40B4-BE49-F238E27FC236}">
                  <a16:creationId xmlns:a16="http://schemas.microsoft.com/office/drawing/2014/main" id="{C19C7FC5-F4D9-A674-8741-450FF293C713}"/>
                </a:ext>
              </a:extLst>
            </p:cNvPr>
            <p:cNvSpPr/>
            <p:nvPr/>
          </p:nvSpPr>
          <p:spPr>
            <a:xfrm>
              <a:off x="-47110700" y="3631325"/>
              <a:ext cx="51225" cy="51225"/>
            </a:xfrm>
            <a:custGeom>
              <a:avLst/>
              <a:gdLst/>
              <a:ahLst/>
              <a:cxnLst/>
              <a:rect l="l" t="t" r="r" b="b"/>
              <a:pathLst>
                <a:path w="2049" h="2049" extrusionOk="0">
                  <a:moveTo>
                    <a:pt x="1040" y="0"/>
                  </a:moveTo>
                  <a:cubicBezTo>
                    <a:pt x="473" y="0"/>
                    <a:pt x="1" y="473"/>
                    <a:pt x="1" y="1040"/>
                  </a:cubicBezTo>
                  <a:cubicBezTo>
                    <a:pt x="1" y="1481"/>
                    <a:pt x="253" y="1859"/>
                    <a:pt x="694" y="2048"/>
                  </a:cubicBezTo>
                  <a:lnTo>
                    <a:pt x="694" y="1040"/>
                  </a:lnTo>
                  <a:cubicBezTo>
                    <a:pt x="694" y="851"/>
                    <a:pt x="851" y="694"/>
                    <a:pt x="1040" y="694"/>
                  </a:cubicBezTo>
                  <a:lnTo>
                    <a:pt x="2049" y="694"/>
                  </a:lnTo>
                  <a:cubicBezTo>
                    <a:pt x="1891" y="316"/>
                    <a:pt x="1482" y="0"/>
                    <a:pt x="1040" y="0"/>
                  </a:cubicBezTo>
                  <a:close/>
                </a:path>
              </a:pathLst>
            </a:custGeom>
            <a:grpFill/>
            <a:ln>
              <a:noFill/>
            </a:ln>
          </p:spPr>
          <p:txBody>
            <a:bodyPr spcFirstLastPara="1" wrap="square" lIns="121900" tIns="121900" rIns="121900" bIns="121900" anchor="ctr" anchorCtr="0">
              <a:noAutofit/>
            </a:bodyPr>
            <a:lstStyle/>
            <a:p>
              <a:endParaRPr sz="2400"/>
            </a:p>
          </p:txBody>
        </p:sp>
        <p:sp>
          <p:nvSpPr>
            <p:cNvPr id="697" name="Google Shape;8037;p61">
              <a:extLst>
                <a:ext uri="{FF2B5EF4-FFF2-40B4-BE49-F238E27FC236}">
                  <a16:creationId xmlns:a16="http://schemas.microsoft.com/office/drawing/2014/main" id="{3CAD481C-D97B-BDF5-2856-8BC11402851F}"/>
                </a:ext>
              </a:extLst>
            </p:cNvPr>
            <p:cNvSpPr/>
            <p:nvPr/>
          </p:nvSpPr>
          <p:spPr>
            <a:xfrm>
              <a:off x="-47075250" y="3665200"/>
              <a:ext cx="53575" cy="54350"/>
            </a:xfrm>
            <a:custGeom>
              <a:avLst/>
              <a:gdLst/>
              <a:ahLst/>
              <a:cxnLst/>
              <a:rect l="l" t="t" r="r" b="b"/>
              <a:pathLst>
                <a:path w="2143" h="2174" extrusionOk="0">
                  <a:moveTo>
                    <a:pt x="1355" y="0"/>
                  </a:moveTo>
                  <a:cubicBezTo>
                    <a:pt x="1229" y="693"/>
                    <a:pt x="694" y="1229"/>
                    <a:pt x="1" y="1386"/>
                  </a:cubicBezTo>
                  <a:lnTo>
                    <a:pt x="1" y="2174"/>
                  </a:lnTo>
                  <a:lnTo>
                    <a:pt x="2143" y="2174"/>
                  </a:lnTo>
                  <a:lnTo>
                    <a:pt x="2143" y="0"/>
                  </a:lnTo>
                  <a:close/>
                </a:path>
              </a:pathLst>
            </a:custGeom>
            <a:grpFill/>
            <a:ln>
              <a:noFill/>
            </a:ln>
          </p:spPr>
          <p:txBody>
            <a:bodyPr spcFirstLastPara="1" wrap="square" lIns="121900" tIns="121900" rIns="121900" bIns="121900" anchor="ctr" anchorCtr="0">
              <a:noAutofit/>
            </a:bodyPr>
            <a:lstStyle/>
            <a:p>
              <a:endParaRPr sz="2400"/>
            </a:p>
          </p:txBody>
        </p:sp>
        <p:sp>
          <p:nvSpPr>
            <p:cNvPr id="698" name="Google Shape;8038;p61">
              <a:extLst>
                <a:ext uri="{FF2B5EF4-FFF2-40B4-BE49-F238E27FC236}">
                  <a16:creationId xmlns:a16="http://schemas.microsoft.com/office/drawing/2014/main" id="{EC2A9392-66BA-993E-8D6B-60A5891F2715}"/>
                </a:ext>
              </a:extLst>
            </p:cNvPr>
            <p:cNvSpPr/>
            <p:nvPr/>
          </p:nvSpPr>
          <p:spPr>
            <a:xfrm>
              <a:off x="-47154800" y="3569100"/>
              <a:ext cx="229225" cy="300100"/>
            </a:xfrm>
            <a:custGeom>
              <a:avLst/>
              <a:gdLst/>
              <a:ahLst/>
              <a:cxnLst/>
              <a:rect l="l" t="t" r="r" b="b"/>
              <a:pathLst>
                <a:path w="9169" h="12004" extrusionOk="0">
                  <a:moveTo>
                    <a:pt x="2804" y="1765"/>
                  </a:moveTo>
                  <a:cubicBezTo>
                    <a:pt x="3687" y="1765"/>
                    <a:pt x="4380" y="2363"/>
                    <a:pt x="4537" y="3183"/>
                  </a:cubicBezTo>
                  <a:lnTo>
                    <a:pt x="5703" y="3183"/>
                  </a:lnTo>
                  <a:cubicBezTo>
                    <a:pt x="5892" y="3183"/>
                    <a:pt x="6049" y="3340"/>
                    <a:pt x="6049" y="3529"/>
                  </a:cubicBezTo>
                  <a:lnTo>
                    <a:pt x="6049" y="6428"/>
                  </a:lnTo>
                  <a:cubicBezTo>
                    <a:pt x="6049" y="6617"/>
                    <a:pt x="5892" y="6774"/>
                    <a:pt x="5703" y="6774"/>
                  </a:cubicBezTo>
                  <a:lnTo>
                    <a:pt x="2804" y="6774"/>
                  </a:lnTo>
                  <a:cubicBezTo>
                    <a:pt x="2615" y="6774"/>
                    <a:pt x="2458" y="6617"/>
                    <a:pt x="2458" y="6428"/>
                  </a:cubicBezTo>
                  <a:lnTo>
                    <a:pt x="2458" y="5262"/>
                  </a:lnTo>
                  <a:cubicBezTo>
                    <a:pt x="1670" y="5104"/>
                    <a:pt x="1040" y="4411"/>
                    <a:pt x="1040" y="3529"/>
                  </a:cubicBezTo>
                  <a:cubicBezTo>
                    <a:pt x="1040" y="2552"/>
                    <a:pt x="1828" y="1765"/>
                    <a:pt x="2804" y="1765"/>
                  </a:cubicBezTo>
                  <a:close/>
                  <a:moveTo>
                    <a:pt x="4191" y="8160"/>
                  </a:moveTo>
                  <a:cubicBezTo>
                    <a:pt x="4380" y="8160"/>
                    <a:pt x="4537" y="8318"/>
                    <a:pt x="4537" y="8507"/>
                  </a:cubicBezTo>
                  <a:cubicBezTo>
                    <a:pt x="4537" y="8696"/>
                    <a:pt x="4380" y="8853"/>
                    <a:pt x="4191" y="8853"/>
                  </a:cubicBezTo>
                  <a:lnTo>
                    <a:pt x="1387" y="8853"/>
                  </a:lnTo>
                  <a:cubicBezTo>
                    <a:pt x="1198" y="8853"/>
                    <a:pt x="1040" y="8696"/>
                    <a:pt x="1040" y="8507"/>
                  </a:cubicBezTo>
                  <a:cubicBezTo>
                    <a:pt x="1040" y="8318"/>
                    <a:pt x="1198" y="8160"/>
                    <a:pt x="1387" y="8160"/>
                  </a:cubicBezTo>
                  <a:close/>
                  <a:moveTo>
                    <a:pt x="4191" y="9515"/>
                  </a:moveTo>
                  <a:cubicBezTo>
                    <a:pt x="4380" y="9515"/>
                    <a:pt x="4537" y="9673"/>
                    <a:pt x="4537" y="9893"/>
                  </a:cubicBezTo>
                  <a:cubicBezTo>
                    <a:pt x="4537" y="10082"/>
                    <a:pt x="4380" y="10240"/>
                    <a:pt x="4191" y="10240"/>
                  </a:cubicBezTo>
                  <a:lnTo>
                    <a:pt x="1387" y="10240"/>
                  </a:lnTo>
                  <a:cubicBezTo>
                    <a:pt x="1198" y="10240"/>
                    <a:pt x="1040" y="10082"/>
                    <a:pt x="1040" y="9893"/>
                  </a:cubicBezTo>
                  <a:cubicBezTo>
                    <a:pt x="1040" y="9673"/>
                    <a:pt x="1198" y="9515"/>
                    <a:pt x="1387" y="9515"/>
                  </a:cubicBezTo>
                  <a:close/>
                  <a:moveTo>
                    <a:pt x="347" y="1"/>
                  </a:moveTo>
                  <a:cubicBezTo>
                    <a:pt x="158" y="1"/>
                    <a:pt x="1" y="158"/>
                    <a:pt x="1" y="347"/>
                  </a:cubicBezTo>
                  <a:lnTo>
                    <a:pt x="1" y="11657"/>
                  </a:lnTo>
                  <a:cubicBezTo>
                    <a:pt x="1" y="11846"/>
                    <a:pt x="158" y="12004"/>
                    <a:pt x="347" y="12004"/>
                  </a:cubicBezTo>
                  <a:lnTo>
                    <a:pt x="7089" y="12004"/>
                  </a:lnTo>
                  <a:cubicBezTo>
                    <a:pt x="6239" y="11342"/>
                    <a:pt x="5671" y="10366"/>
                    <a:pt x="5671" y="9168"/>
                  </a:cubicBezTo>
                  <a:cubicBezTo>
                    <a:pt x="5671" y="7247"/>
                    <a:pt x="7247" y="5671"/>
                    <a:pt x="9168" y="5671"/>
                  </a:cubicBezTo>
                  <a:lnTo>
                    <a:pt x="9168" y="2805"/>
                  </a:lnTo>
                  <a:lnTo>
                    <a:pt x="6711" y="2805"/>
                  </a:lnTo>
                  <a:cubicBezTo>
                    <a:pt x="6522" y="2805"/>
                    <a:pt x="6365" y="2647"/>
                    <a:pt x="6365" y="2426"/>
                  </a:cubicBezTo>
                  <a:lnTo>
                    <a:pt x="6365" y="1"/>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699" name="Google Shape;8039;p61">
            <a:extLst>
              <a:ext uri="{FF2B5EF4-FFF2-40B4-BE49-F238E27FC236}">
                <a16:creationId xmlns:a16="http://schemas.microsoft.com/office/drawing/2014/main" id="{B27F8D63-9AF2-B7ED-28CB-17A451324B30}"/>
              </a:ext>
            </a:extLst>
          </p:cNvPr>
          <p:cNvGrpSpPr/>
          <p:nvPr/>
        </p:nvGrpSpPr>
        <p:grpSpPr>
          <a:xfrm>
            <a:off x="6409609" y="1945987"/>
            <a:ext cx="441248" cy="440143"/>
            <a:chOff x="-47154000" y="3939275"/>
            <a:chExt cx="299300" cy="298550"/>
          </a:xfrm>
          <a:solidFill>
            <a:srgbClr val="6C1D35"/>
          </a:solidFill>
        </p:grpSpPr>
        <p:sp>
          <p:nvSpPr>
            <p:cNvPr id="700" name="Google Shape;8040;p61">
              <a:extLst>
                <a:ext uri="{FF2B5EF4-FFF2-40B4-BE49-F238E27FC236}">
                  <a16:creationId xmlns:a16="http://schemas.microsoft.com/office/drawing/2014/main" id="{83EBFD36-8077-3C0A-FED0-2BD107770946}"/>
                </a:ext>
              </a:extLst>
            </p:cNvPr>
            <p:cNvSpPr/>
            <p:nvPr/>
          </p:nvSpPr>
          <p:spPr>
            <a:xfrm>
              <a:off x="-47084700" y="4131475"/>
              <a:ext cx="159125" cy="106350"/>
            </a:xfrm>
            <a:custGeom>
              <a:avLst/>
              <a:gdLst/>
              <a:ahLst/>
              <a:cxnLst/>
              <a:rect l="l" t="t" r="r" b="b"/>
              <a:pathLst>
                <a:path w="6365" h="4254" extrusionOk="0">
                  <a:moveTo>
                    <a:pt x="4569" y="693"/>
                  </a:moveTo>
                  <a:cubicBezTo>
                    <a:pt x="4789" y="693"/>
                    <a:pt x="4947" y="851"/>
                    <a:pt x="4947" y="1040"/>
                  </a:cubicBezTo>
                  <a:cubicBezTo>
                    <a:pt x="4947" y="1260"/>
                    <a:pt x="4789" y="1418"/>
                    <a:pt x="4569" y="1418"/>
                  </a:cubicBezTo>
                  <a:lnTo>
                    <a:pt x="1796" y="1418"/>
                  </a:lnTo>
                  <a:cubicBezTo>
                    <a:pt x="1576" y="1418"/>
                    <a:pt x="1418" y="1260"/>
                    <a:pt x="1418" y="1040"/>
                  </a:cubicBezTo>
                  <a:cubicBezTo>
                    <a:pt x="1418" y="851"/>
                    <a:pt x="1576" y="693"/>
                    <a:pt x="1796" y="693"/>
                  </a:cubicBezTo>
                  <a:close/>
                  <a:moveTo>
                    <a:pt x="4569" y="2111"/>
                  </a:moveTo>
                  <a:cubicBezTo>
                    <a:pt x="4789" y="2111"/>
                    <a:pt x="4947" y="2268"/>
                    <a:pt x="4947" y="2457"/>
                  </a:cubicBezTo>
                  <a:cubicBezTo>
                    <a:pt x="4947" y="2678"/>
                    <a:pt x="4789" y="2835"/>
                    <a:pt x="4569" y="2835"/>
                  </a:cubicBezTo>
                  <a:lnTo>
                    <a:pt x="1796" y="2835"/>
                  </a:lnTo>
                  <a:cubicBezTo>
                    <a:pt x="1576" y="2835"/>
                    <a:pt x="1418" y="2678"/>
                    <a:pt x="1418" y="2457"/>
                  </a:cubicBezTo>
                  <a:cubicBezTo>
                    <a:pt x="1418" y="2268"/>
                    <a:pt x="1576" y="2111"/>
                    <a:pt x="1796" y="2111"/>
                  </a:cubicBezTo>
                  <a:close/>
                  <a:moveTo>
                    <a:pt x="0" y="0"/>
                  </a:moveTo>
                  <a:lnTo>
                    <a:pt x="0" y="1418"/>
                  </a:lnTo>
                  <a:lnTo>
                    <a:pt x="0" y="3875"/>
                  </a:lnTo>
                  <a:cubicBezTo>
                    <a:pt x="0" y="4096"/>
                    <a:pt x="158" y="4253"/>
                    <a:pt x="379" y="4253"/>
                  </a:cubicBezTo>
                  <a:lnTo>
                    <a:pt x="5986" y="4253"/>
                  </a:lnTo>
                  <a:cubicBezTo>
                    <a:pt x="6207" y="4253"/>
                    <a:pt x="6364" y="4096"/>
                    <a:pt x="6364" y="3875"/>
                  </a:cubicBezTo>
                  <a:lnTo>
                    <a:pt x="6364" y="1418"/>
                  </a:lnTo>
                  <a:lnTo>
                    <a:pt x="6364" y="0"/>
                  </a:lnTo>
                  <a:close/>
                </a:path>
              </a:pathLst>
            </a:custGeom>
            <a:grpFill/>
            <a:ln>
              <a:noFill/>
            </a:ln>
          </p:spPr>
          <p:txBody>
            <a:bodyPr spcFirstLastPara="1" wrap="square" lIns="121900" tIns="121900" rIns="121900" bIns="121900" anchor="ctr" anchorCtr="0">
              <a:noAutofit/>
            </a:bodyPr>
            <a:lstStyle/>
            <a:p>
              <a:endParaRPr sz="2400"/>
            </a:p>
          </p:txBody>
        </p:sp>
        <p:sp>
          <p:nvSpPr>
            <p:cNvPr id="701" name="Google Shape;8041;p61">
              <a:extLst>
                <a:ext uri="{FF2B5EF4-FFF2-40B4-BE49-F238E27FC236}">
                  <a16:creationId xmlns:a16="http://schemas.microsoft.com/office/drawing/2014/main" id="{CE605CB7-C642-33BA-36F6-99193FA62962}"/>
                </a:ext>
              </a:extLst>
            </p:cNvPr>
            <p:cNvSpPr/>
            <p:nvPr/>
          </p:nvSpPr>
          <p:spPr>
            <a:xfrm>
              <a:off x="-46979150" y="3943225"/>
              <a:ext cx="48050" cy="47275"/>
            </a:xfrm>
            <a:custGeom>
              <a:avLst/>
              <a:gdLst/>
              <a:ahLst/>
              <a:cxnLst/>
              <a:rect l="l" t="t" r="r" b="b"/>
              <a:pathLst>
                <a:path w="1922" h="1891" extrusionOk="0">
                  <a:moveTo>
                    <a:pt x="0" y="0"/>
                  </a:moveTo>
                  <a:lnTo>
                    <a:pt x="0" y="1891"/>
                  </a:lnTo>
                  <a:lnTo>
                    <a:pt x="1922" y="1891"/>
                  </a:lnTo>
                  <a:lnTo>
                    <a:pt x="0" y="0"/>
                  </a:lnTo>
                  <a:close/>
                </a:path>
              </a:pathLst>
            </a:custGeom>
            <a:grpFill/>
            <a:ln>
              <a:noFill/>
            </a:ln>
          </p:spPr>
          <p:txBody>
            <a:bodyPr spcFirstLastPara="1" wrap="square" lIns="121900" tIns="121900" rIns="121900" bIns="121900" anchor="ctr" anchorCtr="0">
              <a:noAutofit/>
            </a:bodyPr>
            <a:lstStyle/>
            <a:p>
              <a:endParaRPr sz="2400"/>
            </a:p>
          </p:txBody>
        </p:sp>
        <p:sp>
          <p:nvSpPr>
            <p:cNvPr id="702" name="Google Shape;8042;p61">
              <a:extLst>
                <a:ext uri="{FF2B5EF4-FFF2-40B4-BE49-F238E27FC236}">
                  <a16:creationId xmlns:a16="http://schemas.microsoft.com/office/drawing/2014/main" id="{46B6892D-E1C1-5C10-92DB-F340DA75AEE6}"/>
                </a:ext>
              </a:extLst>
            </p:cNvPr>
            <p:cNvSpPr/>
            <p:nvPr/>
          </p:nvSpPr>
          <p:spPr>
            <a:xfrm>
              <a:off x="-47154000" y="4026700"/>
              <a:ext cx="299300" cy="141025"/>
            </a:xfrm>
            <a:custGeom>
              <a:avLst/>
              <a:gdLst/>
              <a:ahLst/>
              <a:cxnLst/>
              <a:rect l="l" t="t" r="r" b="b"/>
              <a:pathLst>
                <a:path w="11972" h="5641" extrusionOk="0">
                  <a:moveTo>
                    <a:pt x="3151" y="2080"/>
                  </a:moveTo>
                  <a:cubicBezTo>
                    <a:pt x="3340" y="2080"/>
                    <a:pt x="3497" y="2238"/>
                    <a:pt x="3497" y="2458"/>
                  </a:cubicBezTo>
                  <a:cubicBezTo>
                    <a:pt x="3497" y="2647"/>
                    <a:pt x="3340" y="2805"/>
                    <a:pt x="3151" y="2805"/>
                  </a:cubicBezTo>
                  <a:cubicBezTo>
                    <a:pt x="2930" y="2805"/>
                    <a:pt x="2804" y="2647"/>
                    <a:pt x="2804" y="2458"/>
                  </a:cubicBezTo>
                  <a:cubicBezTo>
                    <a:pt x="2804" y="2238"/>
                    <a:pt x="2930" y="2080"/>
                    <a:pt x="3151" y="2080"/>
                  </a:cubicBezTo>
                  <a:close/>
                  <a:moveTo>
                    <a:pt x="4568" y="2080"/>
                  </a:moveTo>
                  <a:cubicBezTo>
                    <a:pt x="4757" y="2080"/>
                    <a:pt x="4915" y="2238"/>
                    <a:pt x="4915" y="2458"/>
                  </a:cubicBezTo>
                  <a:cubicBezTo>
                    <a:pt x="4915" y="2647"/>
                    <a:pt x="4757" y="2805"/>
                    <a:pt x="4568" y="2805"/>
                  </a:cubicBezTo>
                  <a:cubicBezTo>
                    <a:pt x="4348" y="2805"/>
                    <a:pt x="4190" y="2647"/>
                    <a:pt x="4190" y="2458"/>
                  </a:cubicBezTo>
                  <a:cubicBezTo>
                    <a:pt x="4190" y="2238"/>
                    <a:pt x="4348" y="2080"/>
                    <a:pt x="4568" y="2080"/>
                  </a:cubicBezTo>
                  <a:close/>
                  <a:moveTo>
                    <a:pt x="6648" y="2080"/>
                  </a:moveTo>
                  <a:cubicBezTo>
                    <a:pt x="6837" y="2080"/>
                    <a:pt x="6994" y="2238"/>
                    <a:pt x="6994" y="2458"/>
                  </a:cubicBezTo>
                  <a:cubicBezTo>
                    <a:pt x="6994" y="2647"/>
                    <a:pt x="6837" y="2805"/>
                    <a:pt x="6648" y="2805"/>
                  </a:cubicBezTo>
                  <a:lnTo>
                    <a:pt x="5923" y="2805"/>
                  </a:lnTo>
                  <a:cubicBezTo>
                    <a:pt x="5734" y="2805"/>
                    <a:pt x="5576" y="2647"/>
                    <a:pt x="5576" y="2458"/>
                  </a:cubicBezTo>
                  <a:cubicBezTo>
                    <a:pt x="5576" y="2238"/>
                    <a:pt x="5734" y="2080"/>
                    <a:pt x="5923" y="2080"/>
                  </a:cubicBezTo>
                  <a:close/>
                  <a:moveTo>
                    <a:pt x="8790" y="2080"/>
                  </a:moveTo>
                  <a:cubicBezTo>
                    <a:pt x="8979" y="2080"/>
                    <a:pt x="9136" y="2238"/>
                    <a:pt x="9136" y="2458"/>
                  </a:cubicBezTo>
                  <a:cubicBezTo>
                    <a:pt x="9136" y="2647"/>
                    <a:pt x="8979" y="2805"/>
                    <a:pt x="8790" y="2805"/>
                  </a:cubicBezTo>
                  <a:lnTo>
                    <a:pt x="8065" y="2805"/>
                  </a:lnTo>
                  <a:cubicBezTo>
                    <a:pt x="7876" y="2805"/>
                    <a:pt x="7719" y="2647"/>
                    <a:pt x="7719" y="2458"/>
                  </a:cubicBezTo>
                  <a:cubicBezTo>
                    <a:pt x="7719" y="2238"/>
                    <a:pt x="7876" y="2080"/>
                    <a:pt x="8065" y="2080"/>
                  </a:cubicBezTo>
                  <a:close/>
                  <a:moveTo>
                    <a:pt x="1071" y="1"/>
                  </a:moveTo>
                  <a:cubicBezTo>
                    <a:pt x="473" y="1"/>
                    <a:pt x="0" y="473"/>
                    <a:pt x="0" y="1072"/>
                  </a:cubicBezTo>
                  <a:lnTo>
                    <a:pt x="0" y="4569"/>
                  </a:lnTo>
                  <a:cubicBezTo>
                    <a:pt x="0" y="5168"/>
                    <a:pt x="473" y="5640"/>
                    <a:pt x="1071" y="5640"/>
                  </a:cubicBezTo>
                  <a:lnTo>
                    <a:pt x="2111" y="5640"/>
                  </a:lnTo>
                  <a:lnTo>
                    <a:pt x="2111" y="4223"/>
                  </a:lnTo>
                  <a:lnTo>
                    <a:pt x="1764" y="4223"/>
                  </a:lnTo>
                  <a:cubicBezTo>
                    <a:pt x="1575" y="4223"/>
                    <a:pt x="1418" y="4065"/>
                    <a:pt x="1418" y="3876"/>
                  </a:cubicBezTo>
                  <a:cubicBezTo>
                    <a:pt x="1418" y="3655"/>
                    <a:pt x="1575" y="3498"/>
                    <a:pt x="1764" y="3498"/>
                  </a:cubicBezTo>
                  <a:lnTo>
                    <a:pt x="10208" y="3498"/>
                  </a:lnTo>
                  <a:cubicBezTo>
                    <a:pt x="10397" y="3498"/>
                    <a:pt x="10554" y="3655"/>
                    <a:pt x="10554" y="3876"/>
                  </a:cubicBezTo>
                  <a:cubicBezTo>
                    <a:pt x="10554" y="4065"/>
                    <a:pt x="10397" y="4223"/>
                    <a:pt x="10208" y="4223"/>
                  </a:cubicBezTo>
                  <a:lnTo>
                    <a:pt x="9830" y="4223"/>
                  </a:lnTo>
                  <a:lnTo>
                    <a:pt x="9830" y="5640"/>
                  </a:lnTo>
                  <a:lnTo>
                    <a:pt x="10901" y="5640"/>
                  </a:lnTo>
                  <a:cubicBezTo>
                    <a:pt x="11499" y="5640"/>
                    <a:pt x="11972" y="5168"/>
                    <a:pt x="11972" y="4569"/>
                  </a:cubicBezTo>
                  <a:lnTo>
                    <a:pt x="11972" y="1072"/>
                  </a:lnTo>
                  <a:cubicBezTo>
                    <a:pt x="11972" y="473"/>
                    <a:pt x="11499" y="1"/>
                    <a:pt x="10901" y="1"/>
                  </a:cubicBezTo>
                  <a:lnTo>
                    <a:pt x="9830" y="1"/>
                  </a:lnTo>
                  <a:lnTo>
                    <a:pt x="9830" y="1072"/>
                  </a:lnTo>
                  <a:cubicBezTo>
                    <a:pt x="9830" y="1261"/>
                    <a:pt x="9672" y="1419"/>
                    <a:pt x="9483" y="1419"/>
                  </a:cubicBezTo>
                  <a:lnTo>
                    <a:pt x="2489" y="1419"/>
                  </a:lnTo>
                  <a:cubicBezTo>
                    <a:pt x="2268" y="1419"/>
                    <a:pt x="2111" y="1261"/>
                    <a:pt x="2111" y="1072"/>
                  </a:cubicBezTo>
                  <a:lnTo>
                    <a:pt x="2111" y="1"/>
                  </a:lnTo>
                  <a:close/>
                </a:path>
              </a:pathLst>
            </a:custGeom>
            <a:grpFill/>
            <a:ln>
              <a:noFill/>
            </a:ln>
          </p:spPr>
          <p:txBody>
            <a:bodyPr spcFirstLastPara="1" wrap="square" lIns="121900" tIns="121900" rIns="121900" bIns="121900" anchor="ctr" anchorCtr="0">
              <a:noAutofit/>
            </a:bodyPr>
            <a:lstStyle/>
            <a:p>
              <a:endParaRPr sz="2400"/>
            </a:p>
          </p:txBody>
        </p:sp>
        <p:sp>
          <p:nvSpPr>
            <p:cNvPr id="703" name="Google Shape;8043;p61">
              <a:extLst>
                <a:ext uri="{FF2B5EF4-FFF2-40B4-BE49-F238E27FC236}">
                  <a16:creationId xmlns:a16="http://schemas.microsoft.com/office/drawing/2014/main" id="{E29583EA-F675-1F32-E472-EE2F55580D25}"/>
                </a:ext>
              </a:extLst>
            </p:cNvPr>
            <p:cNvSpPr/>
            <p:nvPr/>
          </p:nvSpPr>
          <p:spPr>
            <a:xfrm>
              <a:off x="-47083125" y="3939275"/>
              <a:ext cx="158325" cy="106350"/>
            </a:xfrm>
            <a:custGeom>
              <a:avLst/>
              <a:gdLst/>
              <a:ahLst/>
              <a:cxnLst/>
              <a:rect l="l" t="t" r="r" b="b"/>
              <a:pathLst>
                <a:path w="6333" h="4254" extrusionOk="0">
                  <a:moveTo>
                    <a:pt x="347" y="1"/>
                  </a:moveTo>
                  <a:cubicBezTo>
                    <a:pt x="158" y="1"/>
                    <a:pt x="0" y="158"/>
                    <a:pt x="0" y="347"/>
                  </a:cubicBezTo>
                  <a:lnTo>
                    <a:pt x="0" y="3529"/>
                  </a:lnTo>
                  <a:lnTo>
                    <a:pt x="0" y="4254"/>
                  </a:lnTo>
                  <a:lnTo>
                    <a:pt x="6333" y="4254"/>
                  </a:lnTo>
                  <a:lnTo>
                    <a:pt x="6333" y="3498"/>
                  </a:lnTo>
                  <a:lnTo>
                    <a:pt x="6301" y="3498"/>
                  </a:lnTo>
                  <a:lnTo>
                    <a:pt x="6301" y="2805"/>
                  </a:lnTo>
                  <a:lnTo>
                    <a:pt x="3844" y="2805"/>
                  </a:lnTo>
                  <a:cubicBezTo>
                    <a:pt x="3655" y="2805"/>
                    <a:pt x="3498" y="2647"/>
                    <a:pt x="3498" y="2427"/>
                  </a:cubicBezTo>
                  <a:lnTo>
                    <a:pt x="3498" y="1"/>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704" name="Google Shape;8048;p61">
            <a:extLst>
              <a:ext uri="{FF2B5EF4-FFF2-40B4-BE49-F238E27FC236}">
                <a16:creationId xmlns:a16="http://schemas.microsoft.com/office/drawing/2014/main" id="{D9975E11-1029-7D92-81AF-4649647BA0AC}"/>
              </a:ext>
            </a:extLst>
          </p:cNvPr>
          <p:cNvGrpSpPr/>
          <p:nvPr/>
        </p:nvGrpSpPr>
        <p:grpSpPr>
          <a:xfrm>
            <a:off x="9180914" y="1401429"/>
            <a:ext cx="389023" cy="441248"/>
            <a:chOff x="-45286550" y="3569900"/>
            <a:chExt cx="263875" cy="299300"/>
          </a:xfrm>
          <a:solidFill>
            <a:srgbClr val="6C1D35"/>
          </a:solidFill>
        </p:grpSpPr>
        <p:sp>
          <p:nvSpPr>
            <p:cNvPr id="705" name="Google Shape;8049;p61">
              <a:extLst>
                <a:ext uri="{FF2B5EF4-FFF2-40B4-BE49-F238E27FC236}">
                  <a16:creationId xmlns:a16="http://schemas.microsoft.com/office/drawing/2014/main" id="{3D982F45-9447-89EA-4A79-E809BFD4341C}"/>
                </a:ext>
              </a:extLst>
            </p:cNvPr>
            <p:cNvSpPr/>
            <p:nvPr/>
          </p:nvSpPr>
          <p:spPr>
            <a:xfrm>
              <a:off x="-45234575" y="3728200"/>
              <a:ext cx="18150" cy="18150"/>
            </a:xfrm>
            <a:custGeom>
              <a:avLst/>
              <a:gdLst/>
              <a:ahLst/>
              <a:cxnLst/>
              <a:rect l="l" t="t" r="r" b="b"/>
              <a:pathLst>
                <a:path w="726" h="726" extrusionOk="0">
                  <a:moveTo>
                    <a:pt x="1" y="1"/>
                  </a:moveTo>
                  <a:lnTo>
                    <a:pt x="1" y="725"/>
                  </a:lnTo>
                  <a:lnTo>
                    <a:pt x="347" y="725"/>
                  </a:lnTo>
                  <a:cubicBezTo>
                    <a:pt x="568" y="725"/>
                    <a:pt x="725" y="568"/>
                    <a:pt x="725" y="379"/>
                  </a:cubicBezTo>
                  <a:cubicBezTo>
                    <a:pt x="725" y="127"/>
                    <a:pt x="568" y="1"/>
                    <a:pt x="347" y="1"/>
                  </a:cubicBezTo>
                  <a:close/>
                </a:path>
              </a:pathLst>
            </a:custGeom>
            <a:grpFill/>
            <a:ln>
              <a:noFill/>
            </a:ln>
          </p:spPr>
          <p:txBody>
            <a:bodyPr spcFirstLastPara="1" wrap="square" lIns="121900" tIns="121900" rIns="121900" bIns="121900" anchor="ctr" anchorCtr="0">
              <a:noAutofit/>
            </a:bodyPr>
            <a:lstStyle/>
            <a:p>
              <a:endParaRPr sz="2400"/>
            </a:p>
          </p:txBody>
        </p:sp>
        <p:sp>
          <p:nvSpPr>
            <p:cNvPr id="706" name="Google Shape;8050;p61">
              <a:extLst>
                <a:ext uri="{FF2B5EF4-FFF2-40B4-BE49-F238E27FC236}">
                  <a16:creationId xmlns:a16="http://schemas.microsoft.com/office/drawing/2014/main" id="{9170FBBE-CA99-9869-4145-E97BAA6E3360}"/>
                </a:ext>
              </a:extLst>
            </p:cNvPr>
            <p:cNvSpPr/>
            <p:nvPr/>
          </p:nvSpPr>
          <p:spPr>
            <a:xfrm>
              <a:off x="-45286550" y="3692750"/>
              <a:ext cx="263875" cy="122900"/>
            </a:xfrm>
            <a:custGeom>
              <a:avLst/>
              <a:gdLst/>
              <a:ahLst/>
              <a:cxnLst/>
              <a:rect l="l" t="t" r="r" b="b"/>
              <a:pathLst>
                <a:path w="10555" h="4916" extrusionOk="0">
                  <a:moveTo>
                    <a:pt x="2458" y="725"/>
                  </a:moveTo>
                  <a:cubicBezTo>
                    <a:pt x="3025" y="725"/>
                    <a:pt x="3497" y="1198"/>
                    <a:pt x="3497" y="1765"/>
                  </a:cubicBezTo>
                  <a:cubicBezTo>
                    <a:pt x="3497" y="2364"/>
                    <a:pt x="3025" y="2805"/>
                    <a:pt x="2426" y="2805"/>
                  </a:cubicBezTo>
                  <a:lnTo>
                    <a:pt x="2080" y="2805"/>
                  </a:lnTo>
                  <a:lnTo>
                    <a:pt x="2080" y="3876"/>
                  </a:lnTo>
                  <a:cubicBezTo>
                    <a:pt x="2080" y="4065"/>
                    <a:pt x="1922" y="4222"/>
                    <a:pt x="1733" y="4222"/>
                  </a:cubicBezTo>
                  <a:cubicBezTo>
                    <a:pt x="1544" y="4222"/>
                    <a:pt x="1387" y="4065"/>
                    <a:pt x="1387" y="3876"/>
                  </a:cubicBezTo>
                  <a:lnTo>
                    <a:pt x="1387" y="1072"/>
                  </a:lnTo>
                  <a:cubicBezTo>
                    <a:pt x="1387" y="883"/>
                    <a:pt x="1544" y="725"/>
                    <a:pt x="1733" y="725"/>
                  </a:cubicBezTo>
                  <a:close/>
                  <a:moveTo>
                    <a:pt x="5262" y="694"/>
                  </a:moveTo>
                  <a:cubicBezTo>
                    <a:pt x="5860" y="694"/>
                    <a:pt x="6333" y="1167"/>
                    <a:pt x="6333" y="1734"/>
                  </a:cubicBezTo>
                  <a:cubicBezTo>
                    <a:pt x="6333" y="1954"/>
                    <a:pt x="6175" y="2112"/>
                    <a:pt x="5986" y="2112"/>
                  </a:cubicBezTo>
                  <a:cubicBezTo>
                    <a:pt x="5797" y="2112"/>
                    <a:pt x="5640" y="1954"/>
                    <a:pt x="5640" y="1734"/>
                  </a:cubicBezTo>
                  <a:cubicBezTo>
                    <a:pt x="5640" y="1545"/>
                    <a:pt x="5482" y="1387"/>
                    <a:pt x="5262" y="1387"/>
                  </a:cubicBezTo>
                  <a:cubicBezTo>
                    <a:pt x="5073" y="1387"/>
                    <a:pt x="4915" y="1545"/>
                    <a:pt x="4915" y="1734"/>
                  </a:cubicBezTo>
                  <a:cubicBezTo>
                    <a:pt x="4915" y="1954"/>
                    <a:pt x="5073" y="2112"/>
                    <a:pt x="5262" y="2112"/>
                  </a:cubicBezTo>
                  <a:cubicBezTo>
                    <a:pt x="5860" y="2112"/>
                    <a:pt x="6333" y="2553"/>
                    <a:pt x="6333" y="3151"/>
                  </a:cubicBezTo>
                  <a:cubicBezTo>
                    <a:pt x="6333" y="3750"/>
                    <a:pt x="5860" y="4222"/>
                    <a:pt x="5262" y="4222"/>
                  </a:cubicBezTo>
                  <a:cubicBezTo>
                    <a:pt x="4695" y="4222"/>
                    <a:pt x="4222" y="3750"/>
                    <a:pt x="4222" y="3151"/>
                  </a:cubicBezTo>
                  <a:cubicBezTo>
                    <a:pt x="4222" y="2962"/>
                    <a:pt x="4379" y="2805"/>
                    <a:pt x="4569" y="2805"/>
                  </a:cubicBezTo>
                  <a:cubicBezTo>
                    <a:pt x="4758" y="2805"/>
                    <a:pt x="4915" y="2962"/>
                    <a:pt x="4915" y="3151"/>
                  </a:cubicBezTo>
                  <a:cubicBezTo>
                    <a:pt x="4915" y="3340"/>
                    <a:pt x="5073" y="3498"/>
                    <a:pt x="5262" y="3498"/>
                  </a:cubicBezTo>
                  <a:cubicBezTo>
                    <a:pt x="5482" y="3498"/>
                    <a:pt x="5640" y="3340"/>
                    <a:pt x="5640" y="3151"/>
                  </a:cubicBezTo>
                  <a:cubicBezTo>
                    <a:pt x="5640" y="2962"/>
                    <a:pt x="5482" y="2805"/>
                    <a:pt x="5262" y="2805"/>
                  </a:cubicBezTo>
                  <a:cubicBezTo>
                    <a:pt x="4695" y="2805"/>
                    <a:pt x="4222" y="2332"/>
                    <a:pt x="4222" y="1734"/>
                  </a:cubicBezTo>
                  <a:cubicBezTo>
                    <a:pt x="4222" y="1167"/>
                    <a:pt x="4695" y="694"/>
                    <a:pt x="5262" y="694"/>
                  </a:cubicBezTo>
                  <a:close/>
                  <a:moveTo>
                    <a:pt x="8066" y="725"/>
                  </a:moveTo>
                  <a:cubicBezTo>
                    <a:pt x="8664" y="725"/>
                    <a:pt x="9137" y="1198"/>
                    <a:pt x="9137" y="1765"/>
                  </a:cubicBezTo>
                  <a:lnTo>
                    <a:pt x="9137" y="3151"/>
                  </a:lnTo>
                  <a:cubicBezTo>
                    <a:pt x="9137" y="3750"/>
                    <a:pt x="8664" y="4222"/>
                    <a:pt x="8066" y="4222"/>
                  </a:cubicBezTo>
                  <a:lnTo>
                    <a:pt x="7372" y="4222"/>
                  </a:lnTo>
                  <a:cubicBezTo>
                    <a:pt x="7152" y="4222"/>
                    <a:pt x="6994" y="4065"/>
                    <a:pt x="6994" y="3876"/>
                  </a:cubicBezTo>
                  <a:lnTo>
                    <a:pt x="6994" y="1072"/>
                  </a:lnTo>
                  <a:cubicBezTo>
                    <a:pt x="6994" y="883"/>
                    <a:pt x="7152" y="725"/>
                    <a:pt x="7372" y="725"/>
                  </a:cubicBezTo>
                  <a:close/>
                  <a:moveTo>
                    <a:pt x="347" y="1"/>
                  </a:moveTo>
                  <a:cubicBezTo>
                    <a:pt x="158" y="1"/>
                    <a:pt x="0" y="158"/>
                    <a:pt x="0" y="347"/>
                  </a:cubicBezTo>
                  <a:lnTo>
                    <a:pt x="0" y="4569"/>
                  </a:lnTo>
                  <a:cubicBezTo>
                    <a:pt x="0" y="4758"/>
                    <a:pt x="158" y="4916"/>
                    <a:pt x="347" y="4916"/>
                  </a:cubicBezTo>
                  <a:lnTo>
                    <a:pt x="10208" y="4916"/>
                  </a:lnTo>
                  <a:cubicBezTo>
                    <a:pt x="10397" y="4916"/>
                    <a:pt x="10554" y="4758"/>
                    <a:pt x="10554" y="4569"/>
                  </a:cubicBezTo>
                  <a:lnTo>
                    <a:pt x="10554" y="347"/>
                  </a:lnTo>
                  <a:cubicBezTo>
                    <a:pt x="10554" y="158"/>
                    <a:pt x="10397" y="1"/>
                    <a:pt x="10208" y="1"/>
                  </a:cubicBezTo>
                  <a:close/>
                </a:path>
              </a:pathLst>
            </a:custGeom>
            <a:grpFill/>
            <a:ln>
              <a:noFill/>
            </a:ln>
          </p:spPr>
          <p:txBody>
            <a:bodyPr spcFirstLastPara="1" wrap="square" lIns="121900" tIns="121900" rIns="121900" bIns="121900" anchor="ctr" anchorCtr="0">
              <a:noAutofit/>
            </a:bodyPr>
            <a:lstStyle/>
            <a:p>
              <a:endParaRPr sz="2400"/>
            </a:p>
          </p:txBody>
        </p:sp>
        <p:sp>
          <p:nvSpPr>
            <p:cNvPr id="707" name="Google Shape;8051;p61">
              <a:extLst>
                <a:ext uri="{FF2B5EF4-FFF2-40B4-BE49-F238E27FC236}">
                  <a16:creationId xmlns:a16="http://schemas.microsoft.com/office/drawing/2014/main" id="{02C6EAEF-96B6-B19A-C4C7-7E7E4258066E}"/>
                </a:ext>
              </a:extLst>
            </p:cNvPr>
            <p:cNvSpPr/>
            <p:nvPr/>
          </p:nvSpPr>
          <p:spPr>
            <a:xfrm>
              <a:off x="-45093575" y="3728200"/>
              <a:ext cx="17325" cy="53575"/>
            </a:xfrm>
            <a:custGeom>
              <a:avLst/>
              <a:gdLst/>
              <a:ahLst/>
              <a:cxnLst/>
              <a:rect l="l" t="t" r="r" b="b"/>
              <a:pathLst>
                <a:path w="693" h="2143" extrusionOk="0">
                  <a:moveTo>
                    <a:pt x="0" y="1"/>
                  </a:moveTo>
                  <a:lnTo>
                    <a:pt x="0" y="2143"/>
                  </a:lnTo>
                  <a:lnTo>
                    <a:pt x="347" y="2143"/>
                  </a:lnTo>
                  <a:cubicBezTo>
                    <a:pt x="536" y="2143"/>
                    <a:pt x="693" y="1985"/>
                    <a:pt x="693" y="1796"/>
                  </a:cubicBezTo>
                  <a:lnTo>
                    <a:pt x="693" y="347"/>
                  </a:lnTo>
                  <a:cubicBezTo>
                    <a:pt x="693" y="127"/>
                    <a:pt x="536" y="1"/>
                    <a:pt x="347" y="1"/>
                  </a:cubicBezTo>
                  <a:close/>
                </a:path>
              </a:pathLst>
            </a:custGeom>
            <a:grpFill/>
            <a:ln>
              <a:noFill/>
            </a:ln>
          </p:spPr>
          <p:txBody>
            <a:bodyPr spcFirstLastPara="1" wrap="square" lIns="121900" tIns="121900" rIns="121900" bIns="121900" anchor="ctr" anchorCtr="0">
              <a:noAutofit/>
            </a:bodyPr>
            <a:lstStyle/>
            <a:p>
              <a:endParaRPr sz="2400"/>
            </a:p>
          </p:txBody>
        </p:sp>
        <p:sp>
          <p:nvSpPr>
            <p:cNvPr id="708" name="Google Shape;8052;p61">
              <a:extLst>
                <a:ext uri="{FF2B5EF4-FFF2-40B4-BE49-F238E27FC236}">
                  <a16:creationId xmlns:a16="http://schemas.microsoft.com/office/drawing/2014/main" id="{C4877931-F817-691E-5A66-77D4E87B9708}"/>
                </a:ext>
              </a:extLst>
            </p:cNvPr>
            <p:cNvSpPr/>
            <p:nvPr/>
          </p:nvSpPr>
          <p:spPr>
            <a:xfrm>
              <a:off x="-45268450" y="3569900"/>
              <a:ext cx="228450" cy="106350"/>
            </a:xfrm>
            <a:custGeom>
              <a:avLst/>
              <a:gdLst/>
              <a:ahLst/>
              <a:cxnLst/>
              <a:rect l="l" t="t" r="r" b="b"/>
              <a:pathLst>
                <a:path w="9138" h="4254" extrusionOk="0">
                  <a:moveTo>
                    <a:pt x="347" y="0"/>
                  </a:moveTo>
                  <a:cubicBezTo>
                    <a:pt x="158" y="0"/>
                    <a:pt x="1" y="158"/>
                    <a:pt x="1" y="347"/>
                  </a:cubicBezTo>
                  <a:lnTo>
                    <a:pt x="1" y="4253"/>
                  </a:lnTo>
                  <a:lnTo>
                    <a:pt x="9137" y="4253"/>
                  </a:lnTo>
                  <a:lnTo>
                    <a:pt x="9137" y="2804"/>
                  </a:lnTo>
                  <a:lnTo>
                    <a:pt x="6680" y="2804"/>
                  </a:lnTo>
                  <a:cubicBezTo>
                    <a:pt x="6491" y="2804"/>
                    <a:pt x="6333" y="2647"/>
                    <a:pt x="6333" y="2457"/>
                  </a:cubicBezTo>
                  <a:lnTo>
                    <a:pt x="6333" y="0"/>
                  </a:lnTo>
                  <a:close/>
                </a:path>
              </a:pathLst>
            </a:custGeom>
            <a:grpFill/>
            <a:ln>
              <a:noFill/>
            </a:ln>
          </p:spPr>
          <p:txBody>
            <a:bodyPr spcFirstLastPara="1" wrap="square" lIns="121900" tIns="121900" rIns="121900" bIns="121900" anchor="ctr" anchorCtr="0">
              <a:noAutofit/>
            </a:bodyPr>
            <a:lstStyle/>
            <a:p>
              <a:endParaRPr sz="2400"/>
            </a:p>
          </p:txBody>
        </p:sp>
        <p:sp>
          <p:nvSpPr>
            <p:cNvPr id="709" name="Google Shape;8053;p61">
              <a:extLst>
                <a:ext uri="{FF2B5EF4-FFF2-40B4-BE49-F238E27FC236}">
                  <a16:creationId xmlns:a16="http://schemas.microsoft.com/office/drawing/2014/main" id="{9EB435F7-B5A0-B77A-BDE1-899A44EF30F8}"/>
                </a:ext>
              </a:extLst>
            </p:cNvPr>
            <p:cNvSpPr/>
            <p:nvPr/>
          </p:nvSpPr>
          <p:spPr>
            <a:xfrm>
              <a:off x="-45093575" y="3574625"/>
              <a:ext cx="47275" cy="47275"/>
            </a:xfrm>
            <a:custGeom>
              <a:avLst/>
              <a:gdLst/>
              <a:ahLst/>
              <a:cxnLst/>
              <a:rect l="l" t="t" r="r" b="b"/>
              <a:pathLst>
                <a:path w="1891" h="1891" extrusionOk="0">
                  <a:moveTo>
                    <a:pt x="0" y="0"/>
                  </a:moveTo>
                  <a:lnTo>
                    <a:pt x="0" y="1890"/>
                  </a:lnTo>
                  <a:lnTo>
                    <a:pt x="1890" y="1890"/>
                  </a:lnTo>
                  <a:lnTo>
                    <a:pt x="0" y="0"/>
                  </a:lnTo>
                  <a:close/>
                </a:path>
              </a:pathLst>
            </a:custGeom>
            <a:grpFill/>
            <a:ln>
              <a:noFill/>
            </a:ln>
          </p:spPr>
          <p:txBody>
            <a:bodyPr spcFirstLastPara="1" wrap="square" lIns="121900" tIns="121900" rIns="121900" bIns="121900" anchor="ctr" anchorCtr="0">
              <a:noAutofit/>
            </a:bodyPr>
            <a:lstStyle/>
            <a:p>
              <a:endParaRPr sz="2400"/>
            </a:p>
          </p:txBody>
        </p:sp>
        <p:sp>
          <p:nvSpPr>
            <p:cNvPr id="710" name="Google Shape;8054;p61">
              <a:extLst>
                <a:ext uri="{FF2B5EF4-FFF2-40B4-BE49-F238E27FC236}">
                  <a16:creationId xmlns:a16="http://schemas.microsoft.com/office/drawing/2014/main" id="{C368A784-7206-68C1-D57A-3235CD8168C1}"/>
                </a:ext>
              </a:extLst>
            </p:cNvPr>
            <p:cNvSpPr/>
            <p:nvPr/>
          </p:nvSpPr>
          <p:spPr>
            <a:xfrm>
              <a:off x="-45269225" y="3833750"/>
              <a:ext cx="228425" cy="35450"/>
            </a:xfrm>
            <a:custGeom>
              <a:avLst/>
              <a:gdLst/>
              <a:ahLst/>
              <a:cxnLst/>
              <a:rect l="l" t="t" r="r" b="b"/>
              <a:pathLst>
                <a:path w="9137" h="1418" extrusionOk="0">
                  <a:moveTo>
                    <a:pt x="0" y="0"/>
                  </a:moveTo>
                  <a:lnTo>
                    <a:pt x="0" y="1071"/>
                  </a:lnTo>
                  <a:cubicBezTo>
                    <a:pt x="0" y="1260"/>
                    <a:pt x="158" y="1418"/>
                    <a:pt x="378" y="1418"/>
                  </a:cubicBezTo>
                  <a:lnTo>
                    <a:pt x="8790" y="1418"/>
                  </a:lnTo>
                  <a:cubicBezTo>
                    <a:pt x="8979" y="1418"/>
                    <a:pt x="9137" y="1260"/>
                    <a:pt x="9137" y="1071"/>
                  </a:cubicBezTo>
                  <a:lnTo>
                    <a:pt x="9137" y="0"/>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711" name="Google Shape;8055;p61">
            <a:extLst>
              <a:ext uri="{FF2B5EF4-FFF2-40B4-BE49-F238E27FC236}">
                <a16:creationId xmlns:a16="http://schemas.microsoft.com/office/drawing/2014/main" id="{4C3168C9-EC60-B577-08DC-06FB9875227B}"/>
              </a:ext>
            </a:extLst>
          </p:cNvPr>
          <p:cNvGrpSpPr/>
          <p:nvPr/>
        </p:nvGrpSpPr>
        <p:grpSpPr>
          <a:xfrm>
            <a:off x="9194846" y="1944845"/>
            <a:ext cx="361159" cy="442428"/>
            <a:chOff x="-45277900" y="3938500"/>
            <a:chExt cx="244975" cy="300100"/>
          </a:xfrm>
          <a:solidFill>
            <a:srgbClr val="6C1D35"/>
          </a:solidFill>
        </p:grpSpPr>
        <p:sp>
          <p:nvSpPr>
            <p:cNvPr id="712" name="Google Shape;8056;p61">
              <a:extLst>
                <a:ext uri="{FF2B5EF4-FFF2-40B4-BE49-F238E27FC236}">
                  <a16:creationId xmlns:a16="http://schemas.microsoft.com/office/drawing/2014/main" id="{5B566FC4-2779-127A-EC53-326447EF8E2C}"/>
                </a:ext>
              </a:extLst>
            </p:cNvPr>
            <p:cNvSpPr/>
            <p:nvPr/>
          </p:nvSpPr>
          <p:spPr>
            <a:xfrm>
              <a:off x="-45210950" y="4107825"/>
              <a:ext cx="23650" cy="24450"/>
            </a:xfrm>
            <a:custGeom>
              <a:avLst/>
              <a:gdLst/>
              <a:ahLst/>
              <a:cxnLst/>
              <a:rect l="l" t="t" r="r" b="b"/>
              <a:pathLst>
                <a:path w="946" h="978" extrusionOk="0">
                  <a:moveTo>
                    <a:pt x="473" y="1"/>
                  </a:moveTo>
                  <a:lnTo>
                    <a:pt x="1" y="978"/>
                  </a:lnTo>
                  <a:lnTo>
                    <a:pt x="946" y="978"/>
                  </a:lnTo>
                  <a:lnTo>
                    <a:pt x="473" y="1"/>
                  </a:lnTo>
                  <a:close/>
                </a:path>
              </a:pathLst>
            </a:custGeom>
            <a:grpFill/>
            <a:ln>
              <a:noFill/>
            </a:ln>
          </p:spPr>
          <p:txBody>
            <a:bodyPr spcFirstLastPara="1" wrap="square" lIns="121900" tIns="121900" rIns="121900" bIns="121900" anchor="ctr" anchorCtr="0">
              <a:noAutofit/>
            </a:bodyPr>
            <a:lstStyle/>
            <a:p>
              <a:endParaRPr sz="2400"/>
            </a:p>
          </p:txBody>
        </p:sp>
        <p:sp>
          <p:nvSpPr>
            <p:cNvPr id="713" name="Google Shape;8057;p61">
              <a:extLst>
                <a:ext uri="{FF2B5EF4-FFF2-40B4-BE49-F238E27FC236}">
                  <a16:creationId xmlns:a16="http://schemas.microsoft.com/office/drawing/2014/main" id="{FE6AFA8B-385E-C60C-D2A9-F4EE0C5C187E}"/>
                </a:ext>
              </a:extLst>
            </p:cNvPr>
            <p:cNvSpPr/>
            <p:nvPr/>
          </p:nvSpPr>
          <p:spPr>
            <a:xfrm>
              <a:off x="-45084925" y="3943225"/>
              <a:ext cx="47275" cy="47275"/>
            </a:xfrm>
            <a:custGeom>
              <a:avLst/>
              <a:gdLst/>
              <a:ahLst/>
              <a:cxnLst/>
              <a:rect l="l" t="t" r="r" b="b"/>
              <a:pathLst>
                <a:path w="1891" h="1891" extrusionOk="0">
                  <a:moveTo>
                    <a:pt x="1" y="0"/>
                  </a:moveTo>
                  <a:lnTo>
                    <a:pt x="1" y="1891"/>
                  </a:lnTo>
                  <a:lnTo>
                    <a:pt x="1891" y="1891"/>
                  </a:lnTo>
                  <a:lnTo>
                    <a:pt x="1" y="0"/>
                  </a:lnTo>
                  <a:close/>
                </a:path>
              </a:pathLst>
            </a:custGeom>
            <a:grpFill/>
            <a:ln>
              <a:noFill/>
            </a:ln>
          </p:spPr>
          <p:txBody>
            <a:bodyPr spcFirstLastPara="1" wrap="square" lIns="121900" tIns="121900" rIns="121900" bIns="121900" anchor="ctr" anchorCtr="0">
              <a:noAutofit/>
            </a:bodyPr>
            <a:lstStyle/>
            <a:p>
              <a:endParaRPr sz="2400"/>
            </a:p>
          </p:txBody>
        </p:sp>
        <p:sp>
          <p:nvSpPr>
            <p:cNvPr id="714" name="Google Shape;8058;p61">
              <a:extLst>
                <a:ext uri="{FF2B5EF4-FFF2-40B4-BE49-F238E27FC236}">
                  <a16:creationId xmlns:a16="http://schemas.microsoft.com/office/drawing/2014/main" id="{B503A3DE-E9CF-870A-CC59-C732B00943B8}"/>
                </a:ext>
              </a:extLst>
            </p:cNvPr>
            <p:cNvSpPr/>
            <p:nvPr/>
          </p:nvSpPr>
          <p:spPr>
            <a:xfrm>
              <a:off x="-45260575" y="3938500"/>
              <a:ext cx="227650" cy="300100"/>
            </a:xfrm>
            <a:custGeom>
              <a:avLst/>
              <a:gdLst/>
              <a:ahLst/>
              <a:cxnLst/>
              <a:rect l="l" t="t" r="r" b="b"/>
              <a:pathLst>
                <a:path w="9106" h="12004" extrusionOk="0">
                  <a:moveTo>
                    <a:pt x="348" y="0"/>
                  </a:moveTo>
                  <a:cubicBezTo>
                    <a:pt x="158" y="0"/>
                    <a:pt x="1" y="158"/>
                    <a:pt x="1" y="347"/>
                  </a:cubicBezTo>
                  <a:lnTo>
                    <a:pt x="1" y="4222"/>
                  </a:lnTo>
                  <a:lnTo>
                    <a:pt x="7342" y="4222"/>
                  </a:lnTo>
                  <a:cubicBezTo>
                    <a:pt x="7562" y="4222"/>
                    <a:pt x="7720" y="4380"/>
                    <a:pt x="7720" y="4600"/>
                  </a:cubicBezTo>
                  <a:lnTo>
                    <a:pt x="7720" y="10208"/>
                  </a:lnTo>
                  <a:cubicBezTo>
                    <a:pt x="7720" y="10428"/>
                    <a:pt x="7562" y="10586"/>
                    <a:pt x="7342" y="10586"/>
                  </a:cubicBezTo>
                  <a:lnTo>
                    <a:pt x="1" y="10586"/>
                  </a:lnTo>
                  <a:lnTo>
                    <a:pt x="1" y="11626"/>
                  </a:lnTo>
                  <a:cubicBezTo>
                    <a:pt x="1" y="11846"/>
                    <a:pt x="158" y="12004"/>
                    <a:pt x="348" y="12004"/>
                  </a:cubicBezTo>
                  <a:lnTo>
                    <a:pt x="8759" y="12004"/>
                  </a:lnTo>
                  <a:cubicBezTo>
                    <a:pt x="8980" y="12004"/>
                    <a:pt x="9106" y="11846"/>
                    <a:pt x="9106" y="11626"/>
                  </a:cubicBezTo>
                  <a:lnTo>
                    <a:pt x="9106" y="2804"/>
                  </a:lnTo>
                  <a:lnTo>
                    <a:pt x="6680" y="2804"/>
                  </a:lnTo>
                  <a:lnTo>
                    <a:pt x="6680" y="2773"/>
                  </a:lnTo>
                  <a:cubicBezTo>
                    <a:pt x="6491" y="2773"/>
                    <a:pt x="6333" y="2615"/>
                    <a:pt x="6333" y="2426"/>
                  </a:cubicBezTo>
                  <a:lnTo>
                    <a:pt x="6333" y="0"/>
                  </a:lnTo>
                  <a:close/>
                </a:path>
              </a:pathLst>
            </a:custGeom>
            <a:grpFill/>
            <a:ln>
              <a:noFill/>
            </a:ln>
          </p:spPr>
          <p:txBody>
            <a:bodyPr spcFirstLastPara="1" wrap="square" lIns="121900" tIns="121900" rIns="121900" bIns="121900" anchor="ctr" anchorCtr="0">
              <a:noAutofit/>
            </a:bodyPr>
            <a:lstStyle/>
            <a:p>
              <a:endParaRPr sz="2400"/>
            </a:p>
          </p:txBody>
        </p:sp>
        <p:sp>
          <p:nvSpPr>
            <p:cNvPr id="715" name="Google Shape;8059;p61">
              <a:extLst>
                <a:ext uri="{FF2B5EF4-FFF2-40B4-BE49-F238E27FC236}">
                  <a16:creationId xmlns:a16="http://schemas.microsoft.com/office/drawing/2014/main" id="{CAEED3E4-6D67-0603-31DC-5ABF7CA3E82D}"/>
                </a:ext>
              </a:extLst>
            </p:cNvPr>
            <p:cNvSpPr/>
            <p:nvPr/>
          </p:nvSpPr>
          <p:spPr>
            <a:xfrm>
              <a:off x="-45277900" y="4061375"/>
              <a:ext cx="193000" cy="122875"/>
            </a:xfrm>
            <a:custGeom>
              <a:avLst/>
              <a:gdLst/>
              <a:ahLst/>
              <a:cxnLst/>
              <a:rect l="l" t="t" r="r" b="b"/>
              <a:pathLst>
                <a:path w="7720" h="4915" extrusionOk="0">
                  <a:moveTo>
                    <a:pt x="5987" y="693"/>
                  </a:moveTo>
                  <a:cubicBezTo>
                    <a:pt x="6207" y="693"/>
                    <a:pt x="6333" y="851"/>
                    <a:pt x="6333" y="1071"/>
                  </a:cubicBezTo>
                  <a:cubicBezTo>
                    <a:pt x="6302" y="1260"/>
                    <a:pt x="6144" y="1418"/>
                    <a:pt x="5987" y="1418"/>
                  </a:cubicBezTo>
                  <a:cubicBezTo>
                    <a:pt x="5798" y="1418"/>
                    <a:pt x="5640" y="1260"/>
                    <a:pt x="5640" y="1071"/>
                  </a:cubicBezTo>
                  <a:cubicBezTo>
                    <a:pt x="5640" y="851"/>
                    <a:pt x="5798" y="693"/>
                    <a:pt x="5987" y="693"/>
                  </a:cubicBezTo>
                  <a:close/>
                  <a:moveTo>
                    <a:pt x="3246" y="701"/>
                  </a:moveTo>
                  <a:cubicBezTo>
                    <a:pt x="3372" y="701"/>
                    <a:pt x="3498" y="772"/>
                    <a:pt x="3561" y="914"/>
                  </a:cubicBezTo>
                  <a:lnTo>
                    <a:pt x="4979" y="3686"/>
                  </a:lnTo>
                  <a:cubicBezTo>
                    <a:pt x="4979" y="3907"/>
                    <a:pt x="4884" y="4096"/>
                    <a:pt x="4727" y="4159"/>
                  </a:cubicBezTo>
                  <a:cubicBezTo>
                    <a:pt x="4695" y="4222"/>
                    <a:pt x="4601" y="4222"/>
                    <a:pt x="4569" y="4222"/>
                  </a:cubicBezTo>
                  <a:cubicBezTo>
                    <a:pt x="4443" y="4222"/>
                    <a:pt x="4349" y="4127"/>
                    <a:pt x="4254" y="4001"/>
                  </a:cubicBezTo>
                  <a:lnTo>
                    <a:pt x="4033" y="3497"/>
                  </a:lnTo>
                  <a:lnTo>
                    <a:pt x="2364" y="3497"/>
                  </a:lnTo>
                  <a:lnTo>
                    <a:pt x="2143" y="4001"/>
                  </a:lnTo>
                  <a:cubicBezTo>
                    <a:pt x="2075" y="4115"/>
                    <a:pt x="1940" y="4196"/>
                    <a:pt x="1811" y="4196"/>
                  </a:cubicBezTo>
                  <a:cubicBezTo>
                    <a:pt x="1762" y="4196"/>
                    <a:pt x="1714" y="4185"/>
                    <a:pt x="1671" y="4159"/>
                  </a:cubicBezTo>
                  <a:cubicBezTo>
                    <a:pt x="1513" y="4096"/>
                    <a:pt x="1419" y="3844"/>
                    <a:pt x="1513" y="3686"/>
                  </a:cubicBezTo>
                  <a:lnTo>
                    <a:pt x="2931" y="914"/>
                  </a:lnTo>
                  <a:cubicBezTo>
                    <a:pt x="2994" y="772"/>
                    <a:pt x="3120" y="701"/>
                    <a:pt x="3246" y="701"/>
                  </a:cubicBezTo>
                  <a:close/>
                  <a:moveTo>
                    <a:pt x="5955" y="2079"/>
                  </a:moveTo>
                  <a:cubicBezTo>
                    <a:pt x="6144" y="2079"/>
                    <a:pt x="6302" y="2237"/>
                    <a:pt x="6302" y="2426"/>
                  </a:cubicBezTo>
                  <a:lnTo>
                    <a:pt x="6302" y="3844"/>
                  </a:lnTo>
                  <a:cubicBezTo>
                    <a:pt x="6302" y="4064"/>
                    <a:pt x="6144" y="4222"/>
                    <a:pt x="5955" y="4222"/>
                  </a:cubicBezTo>
                  <a:cubicBezTo>
                    <a:pt x="5766" y="4222"/>
                    <a:pt x="5609" y="4064"/>
                    <a:pt x="5609" y="3844"/>
                  </a:cubicBezTo>
                  <a:lnTo>
                    <a:pt x="5609" y="2426"/>
                  </a:lnTo>
                  <a:cubicBezTo>
                    <a:pt x="5609" y="2237"/>
                    <a:pt x="5766" y="2079"/>
                    <a:pt x="5955" y="2079"/>
                  </a:cubicBezTo>
                  <a:close/>
                  <a:moveTo>
                    <a:pt x="347" y="0"/>
                  </a:moveTo>
                  <a:cubicBezTo>
                    <a:pt x="158" y="0"/>
                    <a:pt x="1" y="158"/>
                    <a:pt x="1" y="347"/>
                  </a:cubicBezTo>
                  <a:lnTo>
                    <a:pt x="1" y="4568"/>
                  </a:lnTo>
                  <a:cubicBezTo>
                    <a:pt x="1" y="4757"/>
                    <a:pt x="158" y="4915"/>
                    <a:pt x="347" y="4915"/>
                  </a:cubicBezTo>
                  <a:lnTo>
                    <a:pt x="7720" y="4915"/>
                  </a:lnTo>
                  <a:lnTo>
                    <a:pt x="7720" y="0"/>
                  </a:lnTo>
                  <a:close/>
                </a:path>
              </a:pathLst>
            </a:custGeom>
            <a:grpFill/>
            <a:ln>
              <a:noFill/>
            </a:ln>
          </p:spPr>
          <p:txBody>
            <a:bodyPr spcFirstLastPara="1" wrap="square" lIns="121900" tIns="121900" rIns="121900" bIns="121900" anchor="ctr" anchorCtr="0">
              <a:noAutofit/>
            </a:bodyPr>
            <a:lstStyle/>
            <a:p>
              <a:endParaRPr sz="2400"/>
            </a:p>
          </p:txBody>
        </p:sp>
      </p:grpSp>
      <p:grpSp>
        <p:nvGrpSpPr>
          <p:cNvPr id="716" name="Google Shape;8060;p61">
            <a:extLst>
              <a:ext uri="{FF2B5EF4-FFF2-40B4-BE49-F238E27FC236}">
                <a16:creationId xmlns:a16="http://schemas.microsoft.com/office/drawing/2014/main" id="{365D3777-22A3-8292-1497-CF8D45CDCE7A}"/>
              </a:ext>
            </a:extLst>
          </p:cNvPr>
          <p:cNvGrpSpPr/>
          <p:nvPr/>
        </p:nvGrpSpPr>
        <p:grpSpPr>
          <a:xfrm>
            <a:off x="10304162" y="1388415"/>
            <a:ext cx="442428" cy="442428"/>
            <a:chOff x="-44502875" y="3576975"/>
            <a:chExt cx="300100" cy="300100"/>
          </a:xfrm>
          <a:solidFill>
            <a:srgbClr val="6C1D35"/>
          </a:solidFill>
        </p:grpSpPr>
        <p:sp>
          <p:nvSpPr>
            <p:cNvPr id="717" name="Google Shape;8061;p61">
              <a:extLst>
                <a:ext uri="{FF2B5EF4-FFF2-40B4-BE49-F238E27FC236}">
                  <a16:creationId xmlns:a16="http://schemas.microsoft.com/office/drawing/2014/main" id="{250E18C3-65C1-953E-FD79-83880EB95F8F}"/>
                </a:ext>
              </a:extLst>
            </p:cNvPr>
            <p:cNvSpPr/>
            <p:nvPr/>
          </p:nvSpPr>
          <p:spPr>
            <a:xfrm>
              <a:off x="-44466650" y="3576975"/>
              <a:ext cx="53600" cy="18925"/>
            </a:xfrm>
            <a:custGeom>
              <a:avLst/>
              <a:gdLst/>
              <a:ahLst/>
              <a:cxnLst/>
              <a:rect l="l" t="t" r="r" b="b"/>
              <a:pathLst>
                <a:path w="2144" h="757" extrusionOk="0">
                  <a:moveTo>
                    <a:pt x="348" y="1"/>
                  </a:moveTo>
                  <a:cubicBezTo>
                    <a:pt x="158" y="1"/>
                    <a:pt x="1" y="158"/>
                    <a:pt x="1" y="347"/>
                  </a:cubicBezTo>
                  <a:lnTo>
                    <a:pt x="1" y="757"/>
                  </a:lnTo>
                  <a:lnTo>
                    <a:pt x="2143" y="757"/>
                  </a:lnTo>
                  <a:lnTo>
                    <a:pt x="2143" y="347"/>
                  </a:lnTo>
                  <a:cubicBezTo>
                    <a:pt x="2143" y="158"/>
                    <a:pt x="1986" y="1"/>
                    <a:pt x="1765" y="1"/>
                  </a:cubicBezTo>
                  <a:close/>
                </a:path>
              </a:pathLst>
            </a:custGeom>
            <a:grpFill/>
            <a:ln>
              <a:noFill/>
            </a:ln>
          </p:spPr>
          <p:txBody>
            <a:bodyPr spcFirstLastPara="1" wrap="square" lIns="121900" tIns="121900" rIns="121900" bIns="121900" anchor="ctr" anchorCtr="0">
              <a:noAutofit/>
            </a:bodyPr>
            <a:lstStyle/>
            <a:p>
              <a:endParaRPr sz="2400"/>
            </a:p>
          </p:txBody>
        </p:sp>
        <p:sp>
          <p:nvSpPr>
            <p:cNvPr id="718" name="Google Shape;8062;p61">
              <a:extLst>
                <a:ext uri="{FF2B5EF4-FFF2-40B4-BE49-F238E27FC236}">
                  <a16:creationId xmlns:a16="http://schemas.microsoft.com/office/drawing/2014/main" id="{B02B9FA2-9A2F-1C00-339D-58CE9B856427}"/>
                </a:ext>
              </a:extLst>
            </p:cNvPr>
            <p:cNvSpPr/>
            <p:nvPr/>
          </p:nvSpPr>
          <p:spPr>
            <a:xfrm>
              <a:off x="-44502875" y="3595100"/>
              <a:ext cx="283575" cy="281975"/>
            </a:xfrm>
            <a:custGeom>
              <a:avLst/>
              <a:gdLst/>
              <a:ahLst/>
              <a:cxnLst/>
              <a:rect l="l" t="t" r="r" b="b"/>
              <a:pathLst>
                <a:path w="11343" h="11279" extrusionOk="0">
                  <a:moveTo>
                    <a:pt x="10945" y="0"/>
                  </a:moveTo>
                  <a:cubicBezTo>
                    <a:pt x="10854" y="0"/>
                    <a:pt x="10760" y="32"/>
                    <a:pt x="10681" y="95"/>
                  </a:cubicBezTo>
                  <a:lnTo>
                    <a:pt x="10082" y="693"/>
                  </a:lnTo>
                  <a:lnTo>
                    <a:pt x="347" y="693"/>
                  </a:lnTo>
                  <a:cubicBezTo>
                    <a:pt x="158" y="693"/>
                    <a:pt x="1" y="851"/>
                    <a:pt x="1" y="1040"/>
                  </a:cubicBezTo>
                  <a:lnTo>
                    <a:pt x="1" y="2458"/>
                  </a:lnTo>
                  <a:cubicBezTo>
                    <a:pt x="1" y="2647"/>
                    <a:pt x="158" y="2804"/>
                    <a:pt x="347" y="2804"/>
                  </a:cubicBezTo>
                  <a:lnTo>
                    <a:pt x="7940" y="2804"/>
                  </a:lnTo>
                  <a:lnTo>
                    <a:pt x="3561" y="7215"/>
                  </a:lnTo>
                  <a:lnTo>
                    <a:pt x="3561" y="3529"/>
                  </a:lnTo>
                  <a:lnTo>
                    <a:pt x="1418" y="3529"/>
                  </a:lnTo>
                  <a:lnTo>
                    <a:pt x="1418" y="9357"/>
                  </a:lnTo>
                  <a:lnTo>
                    <a:pt x="820" y="9956"/>
                  </a:lnTo>
                  <a:cubicBezTo>
                    <a:pt x="725" y="10050"/>
                    <a:pt x="725" y="10302"/>
                    <a:pt x="820" y="10460"/>
                  </a:cubicBezTo>
                  <a:cubicBezTo>
                    <a:pt x="914" y="10523"/>
                    <a:pt x="977" y="10586"/>
                    <a:pt x="1072" y="10586"/>
                  </a:cubicBezTo>
                  <a:cubicBezTo>
                    <a:pt x="1135" y="10586"/>
                    <a:pt x="1261" y="10523"/>
                    <a:pt x="1292" y="10460"/>
                  </a:cubicBezTo>
                  <a:lnTo>
                    <a:pt x="1891" y="9861"/>
                  </a:lnTo>
                  <a:lnTo>
                    <a:pt x="7719" y="9861"/>
                  </a:lnTo>
                  <a:lnTo>
                    <a:pt x="7719" y="7750"/>
                  </a:lnTo>
                  <a:lnTo>
                    <a:pt x="4033" y="7750"/>
                  </a:lnTo>
                  <a:lnTo>
                    <a:pt x="8444" y="3340"/>
                  </a:lnTo>
                  <a:lnTo>
                    <a:pt x="8444" y="10932"/>
                  </a:lnTo>
                  <a:cubicBezTo>
                    <a:pt x="8444" y="11121"/>
                    <a:pt x="8602" y="11279"/>
                    <a:pt x="8791" y="11279"/>
                  </a:cubicBezTo>
                  <a:lnTo>
                    <a:pt x="10208" y="11279"/>
                  </a:lnTo>
                  <a:cubicBezTo>
                    <a:pt x="10397" y="11279"/>
                    <a:pt x="10555" y="11121"/>
                    <a:pt x="10555" y="10932"/>
                  </a:cubicBezTo>
                  <a:lnTo>
                    <a:pt x="10555" y="1197"/>
                  </a:lnTo>
                  <a:lnTo>
                    <a:pt x="11153" y="599"/>
                  </a:lnTo>
                  <a:cubicBezTo>
                    <a:pt x="11343" y="441"/>
                    <a:pt x="11343" y="252"/>
                    <a:pt x="11185" y="95"/>
                  </a:cubicBezTo>
                  <a:cubicBezTo>
                    <a:pt x="11122" y="32"/>
                    <a:pt x="11035" y="0"/>
                    <a:pt x="10945" y="0"/>
                  </a:cubicBezTo>
                  <a:close/>
                </a:path>
              </a:pathLst>
            </a:custGeom>
            <a:grpFill/>
            <a:ln>
              <a:noFill/>
            </a:ln>
          </p:spPr>
          <p:txBody>
            <a:bodyPr spcFirstLastPara="1" wrap="square" lIns="121900" tIns="121900" rIns="121900" bIns="121900" anchor="ctr" anchorCtr="0">
              <a:noAutofit/>
            </a:bodyPr>
            <a:lstStyle/>
            <a:p>
              <a:endParaRPr sz="2400"/>
            </a:p>
          </p:txBody>
        </p:sp>
        <p:sp>
          <p:nvSpPr>
            <p:cNvPr id="719" name="Google Shape;8063;p61">
              <a:extLst>
                <a:ext uri="{FF2B5EF4-FFF2-40B4-BE49-F238E27FC236}">
                  <a16:creationId xmlns:a16="http://schemas.microsoft.com/office/drawing/2014/main" id="{69862C24-D30E-D1CB-99BA-FAA34BD0F1E5}"/>
                </a:ext>
              </a:extLst>
            </p:cNvPr>
            <p:cNvSpPr/>
            <p:nvPr/>
          </p:nvSpPr>
          <p:spPr>
            <a:xfrm>
              <a:off x="-44221675" y="3788850"/>
              <a:ext cx="18900" cy="52800"/>
            </a:xfrm>
            <a:custGeom>
              <a:avLst/>
              <a:gdLst/>
              <a:ahLst/>
              <a:cxnLst/>
              <a:rect l="l" t="t" r="r" b="b"/>
              <a:pathLst>
                <a:path w="756" h="2112" extrusionOk="0">
                  <a:moveTo>
                    <a:pt x="0" y="0"/>
                  </a:moveTo>
                  <a:lnTo>
                    <a:pt x="0" y="2111"/>
                  </a:lnTo>
                  <a:lnTo>
                    <a:pt x="410" y="2111"/>
                  </a:lnTo>
                  <a:cubicBezTo>
                    <a:pt x="599" y="2111"/>
                    <a:pt x="756" y="1954"/>
                    <a:pt x="756" y="1765"/>
                  </a:cubicBezTo>
                  <a:lnTo>
                    <a:pt x="756" y="347"/>
                  </a:lnTo>
                  <a:cubicBezTo>
                    <a:pt x="756" y="158"/>
                    <a:pt x="599" y="0"/>
                    <a:pt x="410" y="0"/>
                  </a:cubicBezTo>
                  <a:close/>
                </a:path>
              </a:pathLst>
            </a:custGeom>
            <a:grpFill/>
            <a:ln>
              <a:noFill/>
            </a:ln>
          </p:spPr>
          <p:txBody>
            <a:bodyPr spcFirstLastPara="1" wrap="square" lIns="121900" tIns="121900" rIns="121900" bIns="121900" anchor="ctr" anchorCtr="0">
              <a:noAutofit/>
            </a:bodyPr>
            <a:lstStyle/>
            <a:p>
              <a:endParaRPr sz="2400"/>
            </a:p>
          </p:txBody>
        </p:sp>
      </p:grpSp>
    </p:spTree>
    <p:extLst>
      <p:ext uri="{BB962C8B-B14F-4D97-AF65-F5344CB8AC3E}">
        <p14:creationId xmlns:p14="http://schemas.microsoft.com/office/powerpoint/2010/main" val="33031423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Freeform 61">
            <a:extLst>
              <a:ext uri="{FF2B5EF4-FFF2-40B4-BE49-F238E27FC236}">
                <a16:creationId xmlns:a16="http://schemas.microsoft.com/office/drawing/2014/main" id="{EF8EB319-4FCF-06AA-3BCC-83B0C176AA4C}"/>
              </a:ext>
            </a:extLst>
          </p:cNvPr>
          <p:cNvSpPr>
            <a:spLocks noChangeArrowheads="1"/>
          </p:cNvSpPr>
          <p:nvPr/>
        </p:nvSpPr>
        <p:spPr bwMode="auto">
          <a:xfrm>
            <a:off x="11184707" y="5806695"/>
            <a:ext cx="381147" cy="549655"/>
          </a:xfrm>
          <a:custGeom>
            <a:avLst/>
            <a:gdLst>
              <a:gd name="T0" fmla="*/ 2147483646 w 418"/>
              <a:gd name="T1" fmla="*/ 2147483646 h 602"/>
              <a:gd name="T2" fmla="*/ 2147483646 w 418"/>
              <a:gd name="T3" fmla="*/ 2147483646 h 602"/>
              <a:gd name="T4" fmla="*/ 2147483646 w 418"/>
              <a:gd name="T5" fmla="*/ 2147483646 h 602"/>
              <a:gd name="T6" fmla="*/ 2147483646 w 418"/>
              <a:gd name="T7" fmla="*/ 2147483646 h 602"/>
              <a:gd name="T8" fmla="*/ 2147483646 w 418"/>
              <a:gd name="T9" fmla="*/ 2147483646 h 602"/>
              <a:gd name="T10" fmla="*/ 2147483646 w 418"/>
              <a:gd name="T11" fmla="*/ 2147483646 h 602"/>
              <a:gd name="T12" fmla="*/ 2147483646 w 418"/>
              <a:gd name="T13" fmla="*/ 2147483646 h 602"/>
              <a:gd name="T14" fmla="*/ 2147483646 w 418"/>
              <a:gd name="T15" fmla="*/ 2147483646 h 602"/>
              <a:gd name="T16" fmla="*/ 2147483646 w 418"/>
              <a:gd name="T17" fmla="*/ 2147483646 h 602"/>
              <a:gd name="T18" fmla="*/ 2147483646 w 418"/>
              <a:gd name="T19" fmla="*/ 2147483646 h 602"/>
              <a:gd name="T20" fmla="*/ 2147483646 w 418"/>
              <a:gd name="T21" fmla="*/ 2147483646 h 602"/>
              <a:gd name="T22" fmla="*/ 2147483646 w 418"/>
              <a:gd name="T23" fmla="*/ 2147483646 h 602"/>
              <a:gd name="T24" fmla="*/ 2147483646 w 418"/>
              <a:gd name="T25" fmla="*/ 2147483646 h 602"/>
              <a:gd name="T26" fmla="*/ 0 w 418"/>
              <a:gd name="T27" fmla="*/ 2147483646 h 602"/>
              <a:gd name="T28" fmla="*/ 0 w 418"/>
              <a:gd name="T29" fmla="*/ 2147483646 h 602"/>
              <a:gd name="T30" fmla="*/ 0 w 418"/>
              <a:gd name="T31" fmla="*/ 2147483646 h 602"/>
              <a:gd name="T32" fmla="*/ 2147483646 w 418"/>
              <a:gd name="T33" fmla="*/ 2147483646 h 602"/>
              <a:gd name="T34" fmla="*/ 2147483646 w 418"/>
              <a:gd name="T35" fmla="*/ 2147483646 h 602"/>
              <a:gd name="T36" fmla="*/ 2147483646 w 418"/>
              <a:gd name="T37" fmla="*/ 2147483646 h 602"/>
              <a:gd name="T38" fmla="*/ 2147483646 w 418"/>
              <a:gd name="T39" fmla="*/ 2147483646 h 602"/>
              <a:gd name="T40" fmla="*/ 2147483646 w 418"/>
              <a:gd name="T41" fmla="*/ 2147483646 h 602"/>
              <a:gd name="T42" fmla="*/ 2147483646 w 418"/>
              <a:gd name="T43" fmla="*/ 2147483646 h 602"/>
              <a:gd name="T44" fmla="*/ 2147483646 w 418"/>
              <a:gd name="T45" fmla="*/ 2147483646 h 602"/>
              <a:gd name="T46" fmla="*/ 2147483646 w 418"/>
              <a:gd name="T47" fmla="*/ 2147483646 h 602"/>
              <a:gd name="T48" fmla="*/ 2147483646 w 418"/>
              <a:gd name="T49" fmla="*/ 2147483646 h 602"/>
              <a:gd name="T50" fmla="*/ 2147483646 w 418"/>
              <a:gd name="T51" fmla="*/ 2147483646 h 602"/>
              <a:gd name="T52" fmla="*/ 2147483646 w 418"/>
              <a:gd name="T53" fmla="*/ 2147483646 h 602"/>
              <a:gd name="T54" fmla="*/ 2147483646 w 418"/>
              <a:gd name="T55" fmla="*/ 2147483646 h 602"/>
              <a:gd name="T56" fmla="*/ 2147483646 w 418"/>
              <a:gd name="T57" fmla="*/ 2147483646 h 602"/>
              <a:gd name="T58" fmla="*/ 2147483646 w 418"/>
              <a:gd name="T59" fmla="*/ 0 h 602"/>
              <a:gd name="T60" fmla="*/ 2147483646 w 418"/>
              <a:gd name="T61" fmla="*/ 0 h 602"/>
              <a:gd name="T62" fmla="*/ 2147483646 w 418"/>
              <a:gd name="T63" fmla="*/ 2147483646 h 602"/>
              <a:gd name="T64" fmla="*/ 2147483646 w 418"/>
              <a:gd name="T65" fmla="*/ 2147483646 h 602"/>
              <a:gd name="T66" fmla="*/ 2147483646 w 418"/>
              <a:gd name="T67" fmla="*/ 2147483646 h 60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18" h="602">
                <a:moveTo>
                  <a:pt x="417" y="276"/>
                </a:moveTo>
                <a:lnTo>
                  <a:pt x="417" y="276"/>
                </a:lnTo>
                <a:cubicBezTo>
                  <a:pt x="417" y="382"/>
                  <a:pt x="339" y="466"/>
                  <a:pt x="233" y="480"/>
                </a:cubicBezTo>
                <a:cubicBezTo>
                  <a:pt x="233" y="544"/>
                  <a:pt x="233" y="544"/>
                  <a:pt x="233" y="544"/>
                </a:cubicBezTo>
                <a:cubicBezTo>
                  <a:pt x="332" y="544"/>
                  <a:pt x="332" y="544"/>
                  <a:pt x="332" y="544"/>
                </a:cubicBezTo>
                <a:cubicBezTo>
                  <a:pt x="346" y="544"/>
                  <a:pt x="360" y="558"/>
                  <a:pt x="360" y="572"/>
                </a:cubicBezTo>
                <a:cubicBezTo>
                  <a:pt x="360" y="594"/>
                  <a:pt x="346" y="601"/>
                  <a:pt x="332" y="601"/>
                </a:cubicBezTo>
                <a:cubicBezTo>
                  <a:pt x="205" y="601"/>
                  <a:pt x="205" y="601"/>
                  <a:pt x="205" y="601"/>
                </a:cubicBezTo>
                <a:cubicBezTo>
                  <a:pt x="85" y="601"/>
                  <a:pt x="85" y="601"/>
                  <a:pt x="85" y="601"/>
                </a:cubicBezTo>
                <a:cubicBezTo>
                  <a:pt x="71" y="601"/>
                  <a:pt x="56" y="594"/>
                  <a:pt x="56" y="572"/>
                </a:cubicBezTo>
                <a:cubicBezTo>
                  <a:pt x="56" y="558"/>
                  <a:pt x="71" y="544"/>
                  <a:pt x="85" y="544"/>
                </a:cubicBezTo>
                <a:cubicBezTo>
                  <a:pt x="177" y="544"/>
                  <a:pt x="177" y="544"/>
                  <a:pt x="177" y="544"/>
                </a:cubicBezTo>
                <a:cubicBezTo>
                  <a:pt x="177" y="480"/>
                  <a:pt x="177" y="480"/>
                  <a:pt x="177" y="480"/>
                </a:cubicBezTo>
                <a:cubicBezTo>
                  <a:pt x="78" y="466"/>
                  <a:pt x="0" y="382"/>
                  <a:pt x="0" y="276"/>
                </a:cubicBezTo>
                <a:cubicBezTo>
                  <a:pt x="0" y="254"/>
                  <a:pt x="14" y="247"/>
                  <a:pt x="28" y="247"/>
                </a:cubicBezTo>
                <a:cubicBezTo>
                  <a:pt x="42" y="247"/>
                  <a:pt x="56" y="254"/>
                  <a:pt x="56" y="276"/>
                </a:cubicBezTo>
                <a:cubicBezTo>
                  <a:pt x="56" y="353"/>
                  <a:pt x="127" y="424"/>
                  <a:pt x="205" y="424"/>
                </a:cubicBezTo>
                <a:cubicBezTo>
                  <a:pt x="290" y="424"/>
                  <a:pt x="360" y="353"/>
                  <a:pt x="360" y="276"/>
                </a:cubicBezTo>
                <a:cubicBezTo>
                  <a:pt x="360" y="254"/>
                  <a:pt x="367" y="247"/>
                  <a:pt x="389" y="247"/>
                </a:cubicBezTo>
                <a:cubicBezTo>
                  <a:pt x="403" y="247"/>
                  <a:pt x="417" y="254"/>
                  <a:pt x="417" y="276"/>
                </a:cubicBezTo>
                <a:close/>
                <a:moveTo>
                  <a:pt x="205" y="374"/>
                </a:moveTo>
                <a:lnTo>
                  <a:pt x="205" y="374"/>
                </a:lnTo>
                <a:cubicBezTo>
                  <a:pt x="141" y="374"/>
                  <a:pt x="92" y="325"/>
                  <a:pt x="92" y="261"/>
                </a:cubicBezTo>
                <a:cubicBezTo>
                  <a:pt x="92" y="113"/>
                  <a:pt x="92" y="113"/>
                  <a:pt x="92" y="113"/>
                </a:cubicBezTo>
                <a:cubicBezTo>
                  <a:pt x="92" y="49"/>
                  <a:pt x="141" y="0"/>
                  <a:pt x="205" y="0"/>
                </a:cubicBezTo>
                <a:cubicBezTo>
                  <a:pt x="269" y="0"/>
                  <a:pt x="318" y="49"/>
                  <a:pt x="318" y="113"/>
                </a:cubicBezTo>
                <a:cubicBezTo>
                  <a:pt x="318" y="261"/>
                  <a:pt x="318" y="261"/>
                  <a:pt x="318" y="261"/>
                </a:cubicBezTo>
                <a:cubicBezTo>
                  <a:pt x="318" y="325"/>
                  <a:pt x="269" y="374"/>
                  <a:pt x="205" y="37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01" name="Freeform 62">
            <a:extLst>
              <a:ext uri="{FF2B5EF4-FFF2-40B4-BE49-F238E27FC236}">
                <a16:creationId xmlns:a16="http://schemas.microsoft.com/office/drawing/2014/main" id="{2FDBDCF5-AF56-0F2C-19D9-FFE4BB519F36}"/>
              </a:ext>
            </a:extLst>
          </p:cNvPr>
          <p:cNvSpPr>
            <a:spLocks noChangeArrowheads="1"/>
          </p:cNvSpPr>
          <p:nvPr/>
        </p:nvSpPr>
        <p:spPr bwMode="auto">
          <a:xfrm>
            <a:off x="10173661" y="5806695"/>
            <a:ext cx="477437" cy="549655"/>
          </a:xfrm>
          <a:custGeom>
            <a:avLst/>
            <a:gdLst>
              <a:gd name="T0" fmla="*/ 2147483646 w 524"/>
              <a:gd name="T1" fmla="*/ 2147483646 h 602"/>
              <a:gd name="T2" fmla="*/ 2147483646 w 524"/>
              <a:gd name="T3" fmla="*/ 2147483646 h 602"/>
              <a:gd name="T4" fmla="*/ 2147483646 w 524"/>
              <a:gd name="T5" fmla="*/ 2147483646 h 602"/>
              <a:gd name="T6" fmla="*/ 2147483646 w 524"/>
              <a:gd name="T7" fmla="*/ 2147483646 h 602"/>
              <a:gd name="T8" fmla="*/ 2147483646 w 524"/>
              <a:gd name="T9" fmla="*/ 2147483646 h 602"/>
              <a:gd name="T10" fmla="*/ 2147483646 w 524"/>
              <a:gd name="T11" fmla="*/ 2147483646 h 602"/>
              <a:gd name="T12" fmla="*/ 2147483646 w 524"/>
              <a:gd name="T13" fmla="*/ 2147483646 h 602"/>
              <a:gd name="T14" fmla="*/ 2147483646 w 524"/>
              <a:gd name="T15" fmla="*/ 2147483646 h 602"/>
              <a:gd name="T16" fmla="*/ 2147483646 w 524"/>
              <a:gd name="T17" fmla="*/ 2147483646 h 602"/>
              <a:gd name="T18" fmla="*/ 2147483646 w 524"/>
              <a:gd name="T19" fmla="*/ 2147483646 h 602"/>
              <a:gd name="T20" fmla="*/ 2147483646 w 524"/>
              <a:gd name="T21" fmla="*/ 0 h 602"/>
              <a:gd name="T22" fmla="*/ 2147483646 w 524"/>
              <a:gd name="T23" fmla="*/ 2147483646 h 602"/>
              <a:gd name="T24" fmla="*/ 2147483646 w 524"/>
              <a:gd name="T25" fmla="*/ 2147483646 h 602"/>
              <a:gd name="T26" fmla="*/ 2147483646 w 524"/>
              <a:gd name="T27" fmla="*/ 2147483646 h 602"/>
              <a:gd name="T28" fmla="*/ 2147483646 w 524"/>
              <a:gd name="T29" fmla="*/ 2147483646 h 602"/>
              <a:gd name="T30" fmla="*/ 2147483646 w 524"/>
              <a:gd name="T31" fmla="*/ 2147483646 h 602"/>
              <a:gd name="T32" fmla="*/ 2147483646 w 524"/>
              <a:gd name="T33" fmla="*/ 2147483646 h 602"/>
              <a:gd name="T34" fmla="*/ 2147483646 w 524"/>
              <a:gd name="T35" fmla="*/ 2147483646 h 602"/>
              <a:gd name="T36" fmla="*/ 2147483646 w 524"/>
              <a:gd name="T37" fmla="*/ 2147483646 h 602"/>
              <a:gd name="T38" fmla="*/ 2147483646 w 524"/>
              <a:gd name="T39" fmla="*/ 2147483646 h 602"/>
              <a:gd name="T40" fmla="*/ 2147483646 w 524"/>
              <a:gd name="T41" fmla="*/ 2147483646 h 602"/>
              <a:gd name="T42" fmla="*/ 2147483646 w 524"/>
              <a:gd name="T43" fmla="*/ 2147483646 h 602"/>
              <a:gd name="T44" fmla="*/ 2147483646 w 524"/>
              <a:gd name="T45" fmla="*/ 2147483646 h 602"/>
              <a:gd name="T46" fmla="*/ 2147483646 w 524"/>
              <a:gd name="T47" fmla="*/ 2147483646 h 602"/>
              <a:gd name="T48" fmla="*/ 2147483646 w 524"/>
              <a:gd name="T49" fmla="*/ 2147483646 h 602"/>
              <a:gd name="T50" fmla="*/ 2147483646 w 524"/>
              <a:gd name="T51" fmla="*/ 2147483646 h 602"/>
              <a:gd name="T52" fmla="*/ 2147483646 w 524"/>
              <a:gd name="T53" fmla="*/ 2147483646 h 602"/>
              <a:gd name="T54" fmla="*/ 2147483646 w 524"/>
              <a:gd name="T55" fmla="*/ 2147483646 h 602"/>
              <a:gd name="T56" fmla="*/ 2147483646 w 524"/>
              <a:gd name="T57" fmla="*/ 2147483646 h 602"/>
              <a:gd name="T58" fmla="*/ 2147483646 w 524"/>
              <a:gd name="T59" fmla="*/ 2147483646 h 602"/>
              <a:gd name="T60" fmla="*/ 2147483646 w 524"/>
              <a:gd name="T61" fmla="*/ 2147483646 h 602"/>
              <a:gd name="T62" fmla="*/ 2147483646 w 524"/>
              <a:gd name="T63" fmla="*/ 2147483646 h 602"/>
              <a:gd name="T64" fmla="*/ 2147483646 w 524"/>
              <a:gd name="T65" fmla="*/ 2147483646 h 602"/>
              <a:gd name="T66" fmla="*/ 2147483646 w 524"/>
              <a:gd name="T67" fmla="*/ 2147483646 h 60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24" h="602">
                <a:moveTo>
                  <a:pt x="516" y="155"/>
                </a:moveTo>
                <a:lnTo>
                  <a:pt x="516" y="155"/>
                </a:lnTo>
                <a:cubicBezTo>
                  <a:pt x="22" y="473"/>
                  <a:pt x="22" y="473"/>
                  <a:pt x="22" y="473"/>
                </a:cubicBezTo>
                <a:cubicBezTo>
                  <a:pt x="22" y="473"/>
                  <a:pt x="22" y="480"/>
                  <a:pt x="14" y="480"/>
                </a:cubicBezTo>
                <a:cubicBezTo>
                  <a:pt x="7" y="480"/>
                  <a:pt x="0" y="473"/>
                  <a:pt x="0" y="466"/>
                </a:cubicBezTo>
                <a:cubicBezTo>
                  <a:pt x="0" y="459"/>
                  <a:pt x="7" y="452"/>
                  <a:pt x="7" y="452"/>
                </a:cubicBezTo>
                <a:cubicBezTo>
                  <a:pt x="502" y="127"/>
                  <a:pt x="502" y="127"/>
                  <a:pt x="502" y="127"/>
                </a:cubicBezTo>
                <a:cubicBezTo>
                  <a:pt x="502" y="127"/>
                  <a:pt x="502" y="127"/>
                  <a:pt x="509" y="127"/>
                </a:cubicBezTo>
                <a:cubicBezTo>
                  <a:pt x="516" y="127"/>
                  <a:pt x="523" y="134"/>
                  <a:pt x="523" y="141"/>
                </a:cubicBezTo>
                <a:cubicBezTo>
                  <a:pt x="523" y="148"/>
                  <a:pt x="516" y="148"/>
                  <a:pt x="516" y="155"/>
                </a:cubicBezTo>
                <a:close/>
                <a:moveTo>
                  <a:pt x="149" y="261"/>
                </a:moveTo>
                <a:lnTo>
                  <a:pt x="149" y="261"/>
                </a:lnTo>
                <a:cubicBezTo>
                  <a:pt x="149" y="113"/>
                  <a:pt x="149" y="113"/>
                  <a:pt x="149" y="113"/>
                </a:cubicBezTo>
                <a:cubicBezTo>
                  <a:pt x="149" y="49"/>
                  <a:pt x="198" y="0"/>
                  <a:pt x="262" y="0"/>
                </a:cubicBezTo>
                <a:cubicBezTo>
                  <a:pt x="325" y="0"/>
                  <a:pt x="375" y="49"/>
                  <a:pt x="375" y="113"/>
                </a:cubicBezTo>
                <a:cubicBezTo>
                  <a:pt x="375" y="177"/>
                  <a:pt x="375" y="177"/>
                  <a:pt x="375" y="177"/>
                </a:cubicBezTo>
                <a:cubicBezTo>
                  <a:pt x="163" y="318"/>
                  <a:pt x="163" y="318"/>
                  <a:pt x="163" y="318"/>
                </a:cubicBezTo>
                <a:cubicBezTo>
                  <a:pt x="156" y="304"/>
                  <a:pt x="149" y="283"/>
                  <a:pt x="149" y="261"/>
                </a:cubicBezTo>
                <a:close/>
                <a:moveTo>
                  <a:pt x="57" y="276"/>
                </a:moveTo>
                <a:lnTo>
                  <a:pt x="57" y="276"/>
                </a:lnTo>
                <a:cubicBezTo>
                  <a:pt x="57" y="254"/>
                  <a:pt x="64" y="247"/>
                  <a:pt x="85" y="247"/>
                </a:cubicBezTo>
                <a:cubicBezTo>
                  <a:pt x="99" y="247"/>
                  <a:pt x="113" y="254"/>
                  <a:pt x="113" y="276"/>
                </a:cubicBezTo>
                <a:cubicBezTo>
                  <a:pt x="113" y="297"/>
                  <a:pt x="113" y="318"/>
                  <a:pt x="127" y="339"/>
                </a:cubicBezTo>
                <a:cubicBezTo>
                  <a:pt x="78" y="374"/>
                  <a:pt x="78" y="374"/>
                  <a:pt x="78" y="374"/>
                </a:cubicBezTo>
                <a:cubicBezTo>
                  <a:pt x="64" y="339"/>
                  <a:pt x="57" y="311"/>
                  <a:pt x="57" y="276"/>
                </a:cubicBezTo>
                <a:close/>
                <a:moveTo>
                  <a:pt x="234" y="374"/>
                </a:moveTo>
                <a:lnTo>
                  <a:pt x="234" y="374"/>
                </a:lnTo>
                <a:cubicBezTo>
                  <a:pt x="375" y="283"/>
                  <a:pt x="375" y="283"/>
                  <a:pt x="375" y="283"/>
                </a:cubicBezTo>
                <a:cubicBezTo>
                  <a:pt x="368" y="332"/>
                  <a:pt x="318" y="374"/>
                  <a:pt x="262" y="374"/>
                </a:cubicBezTo>
                <a:cubicBezTo>
                  <a:pt x="255" y="374"/>
                  <a:pt x="241" y="374"/>
                  <a:pt x="234" y="374"/>
                </a:cubicBezTo>
                <a:close/>
                <a:moveTo>
                  <a:pt x="142" y="544"/>
                </a:moveTo>
                <a:lnTo>
                  <a:pt x="142" y="544"/>
                </a:lnTo>
                <a:cubicBezTo>
                  <a:pt x="234" y="544"/>
                  <a:pt x="234" y="544"/>
                  <a:pt x="234" y="544"/>
                </a:cubicBezTo>
                <a:cubicBezTo>
                  <a:pt x="234" y="480"/>
                  <a:pt x="234" y="480"/>
                  <a:pt x="234" y="480"/>
                </a:cubicBezTo>
                <a:cubicBezTo>
                  <a:pt x="198" y="473"/>
                  <a:pt x="163" y="459"/>
                  <a:pt x="135" y="438"/>
                </a:cubicBezTo>
                <a:cubicBezTo>
                  <a:pt x="184" y="403"/>
                  <a:pt x="184" y="403"/>
                  <a:pt x="184" y="403"/>
                </a:cubicBezTo>
                <a:cubicBezTo>
                  <a:pt x="205" y="417"/>
                  <a:pt x="234" y="424"/>
                  <a:pt x="262" y="424"/>
                </a:cubicBezTo>
                <a:cubicBezTo>
                  <a:pt x="269" y="424"/>
                  <a:pt x="269" y="424"/>
                  <a:pt x="276" y="424"/>
                </a:cubicBezTo>
                <a:lnTo>
                  <a:pt x="283" y="424"/>
                </a:lnTo>
                <a:cubicBezTo>
                  <a:pt x="354" y="410"/>
                  <a:pt x="410" y="346"/>
                  <a:pt x="410" y="276"/>
                </a:cubicBezTo>
                <a:cubicBezTo>
                  <a:pt x="410" y="254"/>
                  <a:pt x="424" y="247"/>
                  <a:pt x="438" y="247"/>
                </a:cubicBezTo>
                <a:cubicBezTo>
                  <a:pt x="460" y="247"/>
                  <a:pt x="467" y="254"/>
                  <a:pt x="467" y="276"/>
                </a:cubicBezTo>
                <a:cubicBezTo>
                  <a:pt x="467" y="382"/>
                  <a:pt x="389" y="466"/>
                  <a:pt x="290" y="480"/>
                </a:cubicBezTo>
                <a:cubicBezTo>
                  <a:pt x="290" y="544"/>
                  <a:pt x="290" y="544"/>
                  <a:pt x="290" y="544"/>
                </a:cubicBezTo>
                <a:cubicBezTo>
                  <a:pt x="382" y="544"/>
                  <a:pt x="382" y="544"/>
                  <a:pt x="382" y="544"/>
                </a:cubicBezTo>
                <a:cubicBezTo>
                  <a:pt x="403" y="544"/>
                  <a:pt x="410" y="558"/>
                  <a:pt x="410" y="572"/>
                </a:cubicBezTo>
                <a:cubicBezTo>
                  <a:pt x="410" y="594"/>
                  <a:pt x="403" y="601"/>
                  <a:pt x="382" y="601"/>
                </a:cubicBezTo>
                <a:cubicBezTo>
                  <a:pt x="290" y="601"/>
                  <a:pt x="290" y="601"/>
                  <a:pt x="290" y="601"/>
                </a:cubicBezTo>
                <a:cubicBezTo>
                  <a:pt x="142" y="601"/>
                  <a:pt x="142" y="601"/>
                  <a:pt x="142" y="601"/>
                </a:cubicBezTo>
                <a:cubicBezTo>
                  <a:pt x="120" y="601"/>
                  <a:pt x="113" y="594"/>
                  <a:pt x="113" y="572"/>
                </a:cubicBezTo>
                <a:cubicBezTo>
                  <a:pt x="113" y="558"/>
                  <a:pt x="120" y="544"/>
                  <a:pt x="142" y="54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02" name="Freeform 63">
            <a:extLst>
              <a:ext uri="{FF2B5EF4-FFF2-40B4-BE49-F238E27FC236}">
                <a16:creationId xmlns:a16="http://schemas.microsoft.com/office/drawing/2014/main" id="{FF33F481-5EA3-E75C-0AD8-902F7B4A6EEF}"/>
              </a:ext>
            </a:extLst>
          </p:cNvPr>
          <p:cNvSpPr>
            <a:spLocks noChangeArrowheads="1"/>
          </p:cNvSpPr>
          <p:nvPr/>
        </p:nvSpPr>
        <p:spPr bwMode="auto">
          <a:xfrm>
            <a:off x="9254891" y="5850827"/>
            <a:ext cx="393185" cy="469416"/>
          </a:xfrm>
          <a:custGeom>
            <a:avLst/>
            <a:gdLst>
              <a:gd name="T0" fmla="*/ 2147483646 w 432"/>
              <a:gd name="T1" fmla="*/ 2147483646 h 517"/>
              <a:gd name="T2" fmla="*/ 2147483646 w 432"/>
              <a:gd name="T3" fmla="*/ 2147483646 h 517"/>
              <a:gd name="T4" fmla="*/ 2147483646 w 432"/>
              <a:gd name="T5" fmla="*/ 2147483646 h 517"/>
              <a:gd name="T6" fmla="*/ 0 w 432"/>
              <a:gd name="T7" fmla="*/ 2147483646 h 517"/>
              <a:gd name="T8" fmla="*/ 2147483646 w 432"/>
              <a:gd name="T9" fmla="*/ 2147483646 h 517"/>
              <a:gd name="T10" fmla="*/ 2147483646 w 432"/>
              <a:gd name="T11" fmla="*/ 2147483646 h 517"/>
              <a:gd name="T12" fmla="*/ 2147483646 w 432"/>
              <a:gd name="T13" fmla="*/ 2147483646 h 517"/>
              <a:gd name="T14" fmla="*/ 2147483646 w 432"/>
              <a:gd name="T15" fmla="*/ 2147483646 h 517"/>
              <a:gd name="T16" fmla="*/ 2147483646 w 432"/>
              <a:gd name="T17" fmla="*/ 0 h 517"/>
              <a:gd name="T18" fmla="*/ 2147483646 w 432"/>
              <a:gd name="T19" fmla="*/ 2147483646 h 517"/>
              <a:gd name="T20" fmla="*/ 2147483646 w 432"/>
              <a:gd name="T21" fmla="*/ 2147483646 h 517"/>
              <a:gd name="T22" fmla="*/ 2147483646 w 432"/>
              <a:gd name="T23" fmla="*/ 2147483646 h 517"/>
              <a:gd name="T24" fmla="*/ 2147483646 w 432"/>
              <a:gd name="T25" fmla="*/ 2147483646 h 517"/>
              <a:gd name="T26" fmla="*/ 2147483646 w 432"/>
              <a:gd name="T27" fmla="*/ 2147483646 h 517"/>
              <a:gd name="T28" fmla="*/ 2147483646 w 432"/>
              <a:gd name="T29" fmla="*/ 2147483646 h 517"/>
              <a:gd name="T30" fmla="*/ 2147483646 w 432"/>
              <a:gd name="T31" fmla="*/ 2147483646 h 517"/>
              <a:gd name="T32" fmla="*/ 2147483646 w 432"/>
              <a:gd name="T33" fmla="*/ 2147483646 h 517"/>
              <a:gd name="T34" fmla="*/ 2147483646 w 432"/>
              <a:gd name="T35" fmla="*/ 2147483646 h 517"/>
              <a:gd name="T36" fmla="*/ 2147483646 w 432"/>
              <a:gd name="T37" fmla="*/ 2147483646 h 517"/>
              <a:gd name="T38" fmla="*/ 2147483646 w 432"/>
              <a:gd name="T39" fmla="*/ 2147483646 h 51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432" h="517">
                <a:moveTo>
                  <a:pt x="402" y="431"/>
                </a:moveTo>
                <a:lnTo>
                  <a:pt x="402" y="431"/>
                </a:lnTo>
                <a:cubicBezTo>
                  <a:pt x="28" y="431"/>
                  <a:pt x="28" y="431"/>
                  <a:pt x="28" y="431"/>
                </a:cubicBezTo>
                <a:cubicBezTo>
                  <a:pt x="14" y="431"/>
                  <a:pt x="0" y="417"/>
                  <a:pt x="0" y="403"/>
                </a:cubicBezTo>
                <a:cubicBezTo>
                  <a:pt x="0" y="389"/>
                  <a:pt x="14" y="375"/>
                  <a:pt x="28" y="375"/>
                </a:cubicBezTo>
                <a:cubicBezTo>
                  <a:pt x="42" y="375"/>
                  <a:pt x="56" y="361"/>
                  <a:pt x="56" y="347"/>
                </a:cubicBezTo>
                <a:cubicBezTo>
                  <a:pt x="56" y="156"/>
                  <a:pt x="56" y="156"/>
                  <a:pt x="56" y="156"/>
                </a:cubicBezTo>
                <a:cubicBezTo>
                  <a:pt x="56" y="85"/>
                  <a:pt x="113" y="29"/>
                  <a:pt x="191" y="29"/>
                </a:cubicBezTo>
                <a:cubicBezTo>
                  <a:pt x="191" y="7"/>
                  <a:pt x="198" y="0"/>
                  <a:pt x="219" y="0"/>
                </a:cubicBezTo>
                <a:cubicBezTo>
                  <a:pt x="233" y="0"/>
                  <a:pt x="247" y="7"/>
                  <a:pt x="247" y="29"/>
                </a:cubicBezTo>
                <a:cubicBezTo>
                  <a:pt x="318" y="29"/>
                  <a:pt x="374" y="85"/>
                  <a:pt x="374" y="156"/>
                </a:cubicBezTo>
                <a:cubicBezTo>
                  <a:pt x="374" y="347"/>
                  <a:pt x="374" y="347"/>
                  <a:pt x="374" y="347"/>
                </a:cubicBezTo>
                <a:cubicBezTo>
                  <a:pt x="374" y="361"/>
                  <a:pt x="388" y="375"/>
                  <a:pt x="402" y="375"/>
                </a:cubicBezTo>
                <a:cubicBezTo>
                  <a:pt x="424" y="375"/>
                  <a:pt x="431" y="389"/>
                  <a:pt x="431" y="403"/>
                </a:cubicBezTo>
                <a:cubicBezTo>
                  <a:pt x="431" y="417"/>
                  <a:pt x="424" y="431"/>
                  <a:pt x="402" y="431"/>
                </a:cubicBezTo>
                <a:close/>
                <a:moveTo>
                  <a:pt x="219" y="516"/>
                </a:moveTo>
                <a:lnTo>
                  <a:pt x="219" y="516"/>
                </a:lnTo>
                <a:cubicBezTo>
                  <a:pt x="184" y="516"/>
                  <a:pt x="162" y="488"/>
                  <a:pt x="162" y="460"/>
                </a:cubicBezTo>
                <a:cubicBezTo>
                  <a:pt x="275" y="460"/>
                  <a:pt x="275" y="460"/>
                  <a:pt x="275" y="460"/>
                </a:cubicBezTo>
                <a:cubicBezTo>
                  <a:pt x="275" y="488"/>
                  <a:pt x="247" y="516"/>
                  <a:pt x="219" y="516"/>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03" name="Freeform 64">
            <a:extLst>
              <a:ext uri="{FF2B5EF4-FFF2-40B4-BE49-F238E27FC236}">
                <a16:creationId xmlns:a16="http://schemas.microsoft.com/office/drawing/2014/main" id="{EF91317A-3518-4DF1-E62F-57BB3E53BF7E}"/>
              </a:ext>
            </a:extLst>
          </p:cNvPr>
          <p:cNvSpPr>
            <a:spLocks noChangeArrowheads="1"/>
          </p:cNvSpPr>
          <p:nvPr/>
        </p:nvSpPr>
        <p:spPr bwMode="auto">
          <a:xfrm>
            <a:off x="8380256" y="5955141"/>
            <a:ext cx="224677" cy="264798"/>
          </a:xfrm>
          <a:custGeom>
            <a:avLst/>
            <a:gdLst>
              <a:gd name="T0" fmla="*/ 2147483646 w 249"/>
              <a:gd name="T1" fmla="*/ 2147483646 h 291"/>
              <a:gd name="T2" fmla="*/ 2147483646 w 249"/>
              <a:gd name="T3" fmla="*/ 2147483646 h 291"/>
              <a:gd name="T4" fmla="*/ 2147483646 w 249"/>
              <a:gd name="T5" fmla="*/ 2147483646 h 291"/>
              <a:gd name="T6" fmla="*/ 2147483646 w 249"/>
              <a:gd name="T7" fmla="*/ 2147483646 h 291"/>
              <a:gd name="T8" fmla="*/ 0 w 249"/>
              <a:gd name="T9" fmla="*/ 2147483646 h 291"/>
              <a:gd name="T10" fmla="*/ 2147483646 w 249"/>
              <a:gd name="T11" fmla="*/ 2147483646 h 291"/>
              <a:gd name="T12" fmla="*/ 2147483646 w 249"/>
              <a:gd name="T13" fmla="*/ 2147483646 h 291"/>
              <a:gd name="T14" fmla="*/ 2147483646 w 249"/>
              <a:gd name="T15" fmla="*/ 2147483646 h 291"/>
              <a:gd name="T16" fmla="*/ 2147483646 w 249"/>
              <a:gd name="T17" fmla="*/ 2147483646 h 291"/>
              <a:gd name="T18" fmla="*/ 2147483646 w 249"/>
              <a:gd name="T19" fmla="*/ 2147483646 h 291"/>
              <a:gd name="T20" fmla="*/ 2147483646 w 249"/>
              <a:gd name="T21" fmla="*/ 2147483646 h 291"/>
              <a:gd name="T22" fmla="*/ 2147483646 w 249"/>
              <a:gd name="T23" fmla="*/ 0 h 291"/>
              <a:gd name="T24" fmla="*/ 2147483646 w 249"/>
              <a:gd name="T25" fmla="*/ 2147483646 h 291"/>
              <a:gd name="T26" fmla="*/ 2147483646 w 249"/>
              <a:gd name="T27" fmla="*/ 2147483646 h 291"/>
              <a:gd name="T28" fmla="*/ 2147483646 w 249"/>
              <a:gd name="T29" fmla="*/ 2147483646 h 291"/>
              <a:gd name="T30" fmla="*/ 2147483646 w 249"/>
              <a:gd name="T31" fmla="*/ 2147483646 h 291"/>
              <a:gd name="T32" fmla="*/ 2147483646 w 249"/>
              <a:gd name="T33" fmla="*/ 2147483646 h 291"/>
              <a:gd name="T34" fmla="*/ 2147483646 w 249"/>
              <a:gd name="T35" fmla="*/ 2147483646 h 291"/>
              <a:gd name="T36" fmla="*/ 2147483646 w 249"/>
              <a:gd name="T37" fmla="*/ 2147483646 h 291"/>
              <a:gd name="T38" fmla="*/ 2147483646 w 249"/>
              <a:gd name="T39" fmla="*/ 2147483646 h 291"/>
              <a:gd name="T40" fmla="*/ 2147483646 w 249"/>
              <a:gd name="T41" fmla="*/ 2147483646 h 291"/>
              <a:gd name="T42" fmla="*/ 2147483646 w 249"/>
              <a:gd name="T43" fmla="*/ 2147483646 h 291"/>
              <a:gd name="T44" fmla="*/ 2147483646 w 249"/>
              <a:gd name="T45" fmla="*/ 2147483646 h 291"/>
              <a:gd name="T46" fmla="*/ 2147483646 w 249"/>
              <a:gd name="T47" fmla="*/ 2147483646 h 291"/>
              <a:gd name="T48" fmla="*/ 2147483646 w 249"/>
              <a:gd name="T49" fmla="*/ 2147483646 h 291"/>
              <a:gd name="T50" fmla="*/ 0 w 249"/>
              <a:gd name="T51" fmla="*/ 2147483646 h 291"/>
              <a:gd name="T52" fmla="*/ 2147483646 w 249"/>
              <a:gd name="T53" fmla="*/ 2147483646 h 29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49" h="291">
                <a:moveTo>
                  <a:pt x="248" y="177"/>
                </a:moveTo>
                <a:lnTo>
                  <a:pt x="248" y="177"/>
                </a:lnTo>
                <a:cubicBezTo>
                  <a:pt x="248" y="191"/>
                  <a:pt x="234" y="205"/>
                  <a:pt x="220" y="205"/>
                </a:cubicBezTo>
                <a:cubicBezTo>
                  <a:pt x="29" y="205"/>
                  <a:pt x="29" y="205"/>
                  <a:pt x="29" y="205"/>
                </a:cubicBezTo>
                <a:cubicBezTo>
                  <a:pt x="15" y="205"/>
                  <a:pt x="0" y="191"/>
                  <a:pt x="0" y="177"/>
                </a:cubicBezTo>
                <a:cubicBezTo>
                  <a:pt x="0" y="170"/>
                  <a:pt x="0" y="163"/>
                  <a:pt x="7" y="163"/>
                </a:cubicBezTo>
                <a:cubicBezTo>
                  <a:pt x="100" y="15"/>
                  <a:pt x="100" y="15"/>
                  <a:pt x="100" y="15"/>
                </a:cubicBezTo>
                <a:cubicBezTo>
                  <a:pt x="107" y="0"/>
                  <a:pt x="114" y="0"/>
                  <a:pt x="121" y="0"/>
                </a:cubicBezTo>
                <a:cubicBezTo>
                  <a:pt x="135" y="0"/>
                  <a:pt x="142" y="0"/>
                  <a:pt x="149" y="15"/>
                </a:cubicBezTo>
                <a:cubicBezTo>
                  <a:pt x="241" y="163"/>
                  <a:pt x="241" y="163"/>
                  <a:pt x="241" y="163"/>
                </a:cubicBezTo>
                <a:cubicBezTo>
                  <a:pt x="241" y="163"/>
                  <a:pt x="248" y="170"/>
                  <a:pt x="248" y="177"/>
                </a:cubicBezTo>
                <a:close/>
                <a:moveTo>
                  <a:pt x="29" y="234"/>
                </a:moveTo>
                <a:lnTo>
                  <a:pt x="29" y="234"/>
                </a:lnTo>
                <a:cubicBezTo>
                  <a:pt x="220" y="234"/>
                  <a:pt x="220" y="234"/>
                  <a:pt x="220" y="234"/>
                </a:cubicBezTo>
                <a:cubicBezTo>
                  <a:pt x="234" y="234"/>
                  <a:pt x="248" y="248"/>
                  <a:pt x="248" y="262"/>
                </a:cubicBezTo>
                <a:cubicBezTo>
                  <a:pt x="248" y="276"/>
                  <a:pt x="234" y="290"/>
                  <a:pt x="220" y="290"/>
                </a:cubicBezTo>
                <a:cubicBezTo>
                  <a:pt x="29" y="290"/>
                  <a:pt x="29" y="290"/>
                  <a:pt x="29" y="290"/>
                </a:cubicBezTo>
                <a:cubicBezTo>
                  <a:pt x="15" y="290"/>
                  <a:pt x="0" y="276"/>
                  <a:pt x="0" y="262"/>
                </a:cubicBezTo>
                <a:cubicBezTo>
                  <a:pt x="0" y="248"/>
                  <a:pt x="15" y="234"/>
                  <a:pt x="29" y="23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04" name="Freeform 65">
            <a:extLst>
              <a:ext uri="{FF2B5EF4-FFF2-40B4-BE49-F238E27FC236}">
                <a16:creationId xmlns:a16="http://schemas.microsoft.com/office/drawing/2014/main" id="{95885386-B46A-DC50-5729-3B6C198742BD}"/>
              </a:ext>
            </a:extLst>
          </p:cNvPr>
          <p:cNvSpPr>
            <a:spLocks noChangeArrowheads="1"/>
          </p:cNvSpPr>
          <p:nvPr/>
        </p:nvSpPr>
        <p:spPr bwMode="auto">
          <a:xfrm>
            <a:off x="7429392" y="5967179"/>
            <a:ext cx="208629" cy="224677"/>
          </a:xfrm>
          <a:custGeom>
            <a:avLst/>
            <a:gdLst>
              <a:gd name="T0" fmla="*/ 0 w 228"/>
              <a:gd name="T1" fmla="*/ 2147483646 h 248"/>
              <a:gd name="T2" fmla="*/ 0 w 228"/>
              <a:gd name="T3" fmla="*/ 2147483646 h 248"/>
              <a:gd name="T4" fmla="*/ 0 w 228"/>
              <a:gd name="T5" fmla="*/ 2147483646 h 248"/>
              <a:gd name="T6" fmla="*/ 0 w 228"/>
              <a:gd name="T7" fmla="*/ 2147483646 h 248"/>
              <a:gd name="T8" fmla="*/ 2147483646 w 228"/>
              <a:gd name="T9" fmla="*/ 2147483646 h 248"/>
              <a:gd name="T10" fmla="*/ 2147483646 w 228"/>
              <a:gd name="T11" fmla="*/ 2147483646 h 248"/>
              <a:gd name="T12" fmla="*/ 2147483646 w 228"/>
              <a:gd name="T13" fmla="*/ 2147483646 h 248"/>
              <a:gd name="T14" fmla="*/ 2147483646 w 228"/>
              <a:gd name="T15" fmla="*/ 2147483646 h 248"/>
              <a:gd name="T16" fmla="*/ 2147483646 w 228"/>
              <a:gd name="T17" fmla="*/ 2147483646 h 248"/>
              <a:gd name="T18" fmla="*/ 2147483646 w 228"/>
              <a:gd name="T19" fmla="*/ 2147483646 h 248"/>
              <a:gd name="T20" fmla="*/ 2147483646 w 228"/>
              <a:gd name="T21" fmla="*/ 2147483646 h 248"/>
              <a:gd name="T22" fmla="*/ 2147483646 w 228"/>
              <a:gd name="T23" fmla="*/ 2147483646 h 248"/>
              <a:gd name="T24" fmla="*/ 2147483646 w 228"/>
              <a:gd name="T25" fmla="*/ 0 h 248"/>
              <a:gd name="T26" fmla="*/ 2147483646 w 228"/>
              <a:gd name="T27" fmla="*/ 2147483646 h 248"/>
              <a:gd name="T28" fmla="*/ 2147483646 w 228"/>
              <a:gd name="T29" fmla="*/ 2147483646 h 248"/>
              <a:gd name="T30" fmla="*/ 2147483646 w 228"/>
              <a:gd name="T31" fmla="*/ 2147483646 h 248"/>
              <a:gd name="T32" fmla="*/ 2147483646 w 228"/>
              <a:gd name="T33" fmla="*/ 2147483646 h 248"/>
              <a:gd name="T34" fmla="*/ 2147483646 w 228"/>
              <a:gd name="T35" fmla="*/ 0 h 248"/>
              <a:gd name="T36" fmla="*/ 0 w 228"/>
              <a:gd name="T37" fmla="*/ 2147483646 h 24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28" h="248">
                <a:moveTo>
                  <a:pt x="0" y="28"/>
                </a:moveTo>
                <a:lnTo>
                  <a:pt x="0" y="28"/>
                </a:lnTo>
                <a:cubicBezTo>
                  <a:pt x="0" y="219"/>
                  <a:pt x="0" y="219"/>
                  <a:pt x="0" y="219"/>
                </a:cubicBezTo>
                <a:cubicBezTo>
                  <a:pt x="0" y="233"/>
                  <a:pt x="15" y="247"/>
                  <a:pt x="29" y="247"/>
                </a:cubicBezTo>
                <a:cubicBezTo>
                  <a:pt x="36" y="247"/>
                  <a:pt x="43" y="247"/>
                  <a:pt x="43" y="240"/>
                </a:cubicBezTo>
                <a:cubicBezTo>
                  <a:pt x="170" y="162"/>
                  <a:pt x="170" y="162"/>
                  <a:pt x="170" y="162"/>
                </a:cubicBezTo>
                <a:cubicBezTo>
                  <a:pt x="170" y="219"/>
                  <a:pt x="170" y="219"/>
                  <a:pt x="170" y="219"/>
                </a:cubicBezTo>
                <a:cubicBezTo>
                  <a:pt x="170" y="233"/>
                  <a:pt x="184" y="247"/>
                  <a:pt x="198" y="247"/>
                </a:cubicBezTo>
                <a:cubicBezTo>
                  <a:pt x="213" y="247"/>
                  <a:pt x="227" y="233"/>
                  <a:pt x="227" y="219"/>
                </a:cubicBezTo>
                <a:cubicBezTo>
                  <a:pt x="227" y="28"/>
                  <a:pt x="227" y="28"/>
                  <a:pt x="227" y="28"/>
                </a:cubicBezTo>
                <a:cubicBezTo>
                  <a:pt x="227" y="14"/>
                  <a:pt x="213" y="0"/>
                  <a:pt x="198" y="0"/>
                </a:cubicBezTo>
                <a:cubicBezTo>
                  <a:pt x="184" y="0"/>
                  <a:pt x="170" y="14"/>
                  <a:pt x="170" y="28"/>
                </a:cubicBezTo>
                <a:cubicBezTo>
                  <a:pt x="170" y="84"/>
                  <a:pt x="170" y="84"/>
                  <a:pt x="170" y="84"/>
                </a:cubicBezTo>
                <a:cubicBezTo>
                  <a:pt x="43" y="7"/>
                  <a:pt x="43" y="7"/>
                  <a:pt x="43" y="7"/>
                </a:cubicBezTo>
                <a:cubicBezTo>
                  <a:pt x="43" y="7"/>
                  <a:pt x="36" y="0"/>
                  <a:pt x="29" y="0"/>
                </a:cubicBezTo>
                <a:cubicBezTo>
                  <a:pt x="15" y="0"/>
                  <a:pt x="0" y="14"/>
                  <a:pt x="0" y="28"/>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05" name="Freeform 66">
            <a:extLst>
              <a:ext uri="{FF2B5EF4-FFF2-40B4-BE49-F238E27FC236}">
                <a16:creationId xmlns:a16="http://schemas.microsoft.com/office/drawing/2014/main" id="{844FBE16-F661-3DF5-8771-32E40DAE01E5}"/>
              </a:ext>
            </a:extLst>
          </p:cNvPr>
          <p:cNvSpPr>
            <a:spLocks noChangeArrowheads="1"/>
          </p:cNvSpPr>
          <p:nvPr/>
        </p:nvSpPr>
        <p:spPr bwMode="auto">
          <a:xfrm>
            <a:off x="6470502" y="5967179"/>
            <a:ext cx="208629" cy="224677"/>
          </a:xfrm>
          <a:custGeom>
            <a:avLst/>
            <a:gdLst>
              <a:gd name="T0" fmla="*/ 2147483646 w 228"/>
              <a:gd name="T1" fmla="*/ 2147483646 h 248"/>
              <a:gd name="T2" fmla="*/ 2147483646 w 228"/>
              <a:gd name="T3" fmla="*/ 2147483646 h 248"/>
              <a:gd name="T4" fmla="*/ 2147483646 w 228"/>
              <a:gd name="T5" fmla="*/ 2147483646 h 248"/>
              <a:gd name="T6" fmla="*/ 2147483646 w 228"/>
              <a:gd name="T7" fmla="*/ 2147483646 h 248"/>
              <a:gd name="T8" fmla="*/ 2147483646 w 228"/>
              <a:gd name="T9" fmla="*/ 2147483646 h 248"/>
              <a:gd name="T10" fmla="*/ 2147483646 w 228"/>
              <a:gd name="T11" fmla="*/ 2147483646 h 248"/>
              <a:gd name="T12" fmla="*/ 2147483646 w 228"/>
              <a:gd name="T13" fmla="*/ 2147483646 h 248"/>
              <a:gd name="T14" fmla="*/ 2147483646 w 228"/>
              <a:gd name="T15" fmla="*/ 2147483646 h 248"/>
              <a:gd name="T16" fmla="*/ 2147483646 w 228"/>
              <a:gd name="T17" fmla="*/ 2147483646 h 248"/>
              <a:gd name="T18" fmla="*/ 2147483646 w 228"/>
              <a:gd name="T19" fmla="*/ 2147483646 h 248"/>
              <a:gd name="T20" fmla="*/ 0 w 228"/>
              <a:gd name="T21" fmla="*/ 2147483646 h 248"/>
              <a:gd name="T22" fmla="*/ 0 w 228"/>
              <a:gd name="T23" fmla="*/ 2147483646 h 248"/>
              <a:gd name="T24" fmla="*/ 2147483646 w 228"/>
              <a:gd name="T25" fmla="*/ 0 h 248"/>
              <a:gd name="T26" fmla="*/ 2147483646 w 228"/>
              <a:gd name="T27" fmla="*/ 2147483646 h 248"/>
              <a:gd name="T28" fmla="*/ 2147483646 w 228"/>
              <a:gd name="T29" fmla="*/ 2147483646 h 248"/>
              <a:gd name="T30" fmla="*/ 2147483646 w 228"/>
              <a:gd name="T31" fmla="*/ 2147483646 h 248"/>
              <a:gd name="T32" fmla="*/ 2147483646 w 228"/>
              <a:gd name="T33" fmla="*/ 2147483646 h 248"/>
              <a:gd name="T34" fmla="*/ 2147483646 w 228"/>
              <a:gd name="T35" fmla="*/ 0 h 248"/>
              <a:gd name="T36" fmla="*/ 2147483646 w 228"/>
              <a:gd name="T37" fmla="*/ 2147483646 h 24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28" h="248">
                <a:moveTo>
                  <a:pt x="227" y="28"/>
                </a:moveTo>
                <a:lnTo>
                  <a:pt x="227" y="28"/>
                </a:lnTo>
                <a:cubicBezTo>
                  <a:pt x="227" y="219"/>
                  <a:pt x="227" y="219"/>
                  <a:pt x="227" y="219"/>
                </a:cubicBezTo>
                <a:cubicBezTo>
                  <a:pt x="227" y="233"/>
                  <a:pt x="212" y="247"/>
                  <a:pt x="198" y="247"/>
                </a:cubicBezTo>
                <a:cubicBezTo>
                  <a:pt x="191" y="247"/>
                  <a:pt x="184" y="247"/>
                  <a:pt x="184" y="240"/>
                </a:cubicBezTo>
                <a:cubicBezTo>
                  <a:pt x="57" y="162"/>
                  <a:pt x="57" y="162"/>
                  <a:pt x="57" y="162"/>
                </a:cubicBezTo>
                <a:cubicBezTo>
                  <a:pt x="57" y="219"/>
                  <a:pt x="57" y="219"/>
                  <a:pt x="57" y="219"/>
                </a:cubicBezTo>
                <a:cubicBezTo>
                  <a:pt x="57" y="233"/>
                  <a:pt x="43" y="247"/>
                  <a:pt x="29" y="247"/>
                </a:cubicBezTo>
                <a:cubicBezTo>
                  <a:pt x="7" y="247"/>
                  <a:pt x="0" y="233"/>
                  <a:pt x="0" y="219"/>
                </a:cubicBezTo>
                <a:cubicBezTo>
                  <a:pt x="0" y="28"/>
                  <a:pt x="0" y="28"/>
                  <a:pt x="0" y="28"/>
                </a:cubicBezTo>
                <a:cubicBezTo>
                  <a:pt x="0" y="14"/>
                  <a:pt x="7" y="0"/>
                  <a:pt x="29" y="0"/>
                </a:cubicBezTo>
                <a:cubicBezTo>
                  <a:pt x="43" y="0"/>
                  <a:pt x="57" y="14"/>
                  <a:pt x="57" y="28"/>
                </a:cubicBezTo>
                <a:cubicBezTo>
                  <a:pt x="57" y="84"/>
                  <a:pt x="57" y="84"/>
                  <a:pt x="57" y="84"/>
                </a:cubicBezTo>
                <a:cubicBezTo>
                  <a:pt x="184" y="7"/>
                  <a:pt x="184" y="7"/>
                  <a:pt x="184" y="7"/>
                </a:cubicBezTo>
                <a:cubicBezTo>
                  <a:pt x="184" y="7"/>
                  <a:pt x="191" y="0"/>
                  <a:pt x="198" y="0"/>
                </a:cubicBezTo>
                <a:cubicBezTo>
                  <a:pt x="212" y="0"/>
                  <a:pt x="227" y="14"/>
                  <a:pt x="227" y="28"/>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06" name="Freeform 67">
            <a:extLst>
              <a:ext uri="{FF2B5EF4-FFF2-40B4-BE49-F238E27FC236}">
                <a16:creationId xmlns:a16="http://schemas.microsoft.com/office/drawing/2014/main" id="{BD45D40F-CBD0-4230-DA7A-4DA1DB150B15}"/>
              </a:ext>
            </a:extLst>
          </p:cNvPr>
          <p:cNvSpPr>
            <a:spLocks noChangeArrowheads="1"/>
          </p:cNvSpPr>
          <p:nvPr/>
        </p:nvSpPr>
        <p:spPr bwMode="auto">
          <a:xfrm>
            <a:off x="5447420" y="5967179"/>
            <a:ext cx="328991" cy="224677"/>
          </a:xfrm>
          <a:custGeom>
            <a:avLst/>
            <a:gdLst>
              <a:gd name="T0" fmla="*/ 0 w 361"/>
              <a:gd name="T1" fmla="*/ 2147483646 h 248"/>
              <a:gd name="T2" fmla="*/ 0 w 361"/>
              <a:gd name="T3" fmla="*/ 2147483646 h 248"/>
              <a:gd name="T4" fmla="*/ 0 w 361"/>
              <a:gd name="T5" fmla="*/ 2147483646 h 248"/>
              <a:gd name="T6" fmla="*/ 2147483646 w 361"/>
              <a:gd name="T7" fmla="*/ 2147483646 h 248"/>
              <a:gd name="T8" fmla="*/ 2147483646 w 361"/>
              <a:gd name="T9" fmla="*/ 2147483646 h 248"/>
              <a:gd name="T10" fmla="*/ 2147483646 w 361"/>
              <a:gd name="T11" fmla="*/ 2147483646 h 248"/>
              <a:gd name="T12" fmla="*/ 2147483646 w 361"/>
              <a:gd name="T13" fmla="*/ 2147483646 h 248"/>
              <a:gd name="T14" fmla="*/ 2147483646 w 361"/>
              <a:gd name="T15" fmla="*/ 2147483646 h 248"/>
              <a:gd name="T16" fmla="*/ 2147483646 w 361"/>
              <a:gd name="T17" fmla="*/ 2147483646 h 248"/>
              <a:gd name="T18" fmla="*/ 2147483646 w 361"/>
              <a:gd name="T19" fmla="*/ 2147483646 h 248"/>
              <a:gd name="T20" fmla="*/ 2147483646 w 361"/>
              <a:gd name="T21" fmla="*/ 2147483646 h 248"/>
              <a:gd name="T22" fmla="*/ 2147483646 w 361"/>
              <a:gd name="T23" fmla="*/ 2147483646 h 248"/>
              <a:gd name="T24" fmla="*/ 2147483646 w 361"/>
              <a:gd name="T25" fmla="*/ 2147483646 h 248"/>
              <a:gd name="T26" fmla="*/ 2147483646 w 361"/>
              <a:gd name="T27" fmla="*/ 2147483646 h 248"/>
              <a:gd name="T28" fmla="*/ 2147483646 w 361"/>
              <a:gd name="T29" fmla="*/ 2147483646 h 248"/>
              <a:gd name="T30" fmla="*/ 2147483646 w 361"/>
              <a:gd name="T31" fmla="*/ 2147483646 h 248"/>
              <a:gd name="T32" fmla="*/ 2147483646 w 361"/>
              <a:gd name="T33" fmla="*/ 2147483646 h 248"/>
              <a:gd name="T34" fmla="*/ 2147483646 w 361"/>
              <a:gd name="T35" fmla="*/ 2147483646 h 248"/>
              <a:gd name="T36" fmla="*/ 2147483646 w 361"/>
              <a:gd name="T37" fmla="*/ 2147483646 h 248"/>
              <a:gd name="T38" fmla="*/ 2147483646 w 361"/>
              <a:gd name="T39" fmla="*/ 2147483646 h 248"/>
              <a:gd name="T40" fmla="*/ 2147483646 w 361"/>
              <a:gd name="T41" fmla="*/ 2147483646 h 248"/>
              <a:gd name="T42" fmla="*/ 2147483646 w 361"/>
              <a:gd name="T43" fmla="*/ 2147483646 h 248"/>
              <a:gd name="T44" fmla="*/ 2147483646 w 361"/>
              <a:gd name="T45" fmla="*/ 0 h 248"/>
              <a:gd name="T46" fmla="*/ 2147483646 w 361"/>
              <a:gd name="T47" fmla="*/ 2147483646 h 248"/>
              <a:gd name="T48" fmla="*/ 2147483646 w 361"/>
              <a:gd name="T49" fmla="*/ 2147483646 h 248"/>
              <a:gd name="T50" fmla="*/ 2147483646 w 361"/>
              <a:gd name="T51" fmla="*/ 2147483646 h 248"/>
              <a:gd name="T52" fmla="*/ 2147483646 w 361"/>
              <a:gd name="T53" fmla="*/ 2147483646 h 248"/>
              <a:gd name="T54" fmla="*/ 2147483646 w 361"/>
              <a:gd name="T55" fmla="*/ 2147483646 h 248"/>
              <a:gd name="T56" fmla="*/ 2147483646 w 361"/>
              <a:gd name="T57" fmla="*/ 0 h 248"/>
              <a:gd name="T58" fmla="*/ 0 w 361"/>
              <a:gd name="T59" fmla="*/ 2147483646 h 24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361" h="248">
                <a:moveTo>
                  <a:pt x="0" y="28"/>
                </a:moveTo>
                <a:lnTo>
                  <a:pt x="0" y="28"/>
                </a:lnTo>
                <a:cubicBezTo>
                  <a:pt x="0" y="219"/>
                  <a:pt x="0" y="219"/>
                  <a:pt x="0" y="219"/>
                </a:cubicBezTo>
                <a:cubicBezTo>
                  <a:pt x="0" y="233"/>
                  <a:pt x="14" y="247"/>
                  <a:pt x="28" y="247"/>
                </a:cubicBezTo>
                <a:cubicBezTo>
                  <a:pt x="35" y="247"/>
                  <a:pt x="42" y="247"/>
                  <a:pt x="42" y="240"/>
                </a:cubicBezTo>
                <a:cubicBezTo>
                  <a:pt x="148" y="176"/>
                  <a:pt x="148" y="176"/>
                  <a:pt x="148" y="176"/>
                </a:cubicBezTo>
                <a:cubicBezTo>
                  <a:pt x="148" y="219"/>
                  <a:pt x="148" y="219"/>
                  <a:pt x="148" y="219"/>
                </a:cubicBezTo>
                <a:cubicBezTo>
                  <a:pt x="148" y="233"/>
                  <a:pt x="162" y="247"/>
                  <a:pt x="176" y="247"/>
                </a:cubicBezTo>
                <a:cubicBezTo>
                  <a:pt x="183" y="247"/>
                  <a:pt x="191" y="247"/>
                  <a:pt x="191" y="240"/>
                </a:cubicBezTo>
                <a:cubicBezTo>
                  <a:pt x="346" y="148"/>
                  <a:pt x="346" y="148"/>
                  <a:pt x="346" y="148"/>
                </a:cubicBezTo>
                <a:cubicBezTo>
                  <a:pt x="353" y="141"/>
                  <a:pt x="360" y="134"/>
                  <a:pt x="360" y="127"/>
                </a:cubicBezTo>
                <a:cubicBezTo>
                  <a:pt x="360" y="113"/>
                  <a:pt x="353" y="106"/>
                  <a:pt x="346" y="99"/>
                </a:cubicBezTo>
                <a:cubicBezTo>
                  <a:pt x="191" y="7"/>
                  <a:pt x="191" y="7"/>
                  <a:pt x="191" y="7"/>
                </a:cubicBezTo>
                <a:cubicBezTo>
                  <a:pt x="191" y="7"/>
                  <a:pt x="183" y="0"/>
                  <a:pt x="176" y="0"/>
                </a:cubicBezTo>
                <a:cubicBezTo>
                  <a:pt x="162" y="0"/>
                  <a:pt x="148" y="14"/>
                  <a:pt x="148" y="28"/>
                </a:cubicBezTo>
                <a:cubicBezTo>
                  <a:pt x="148" y="70"/>
                  <a:pt x="148" y="70"/>
                  <a:pt x="148" y="70"/>
                </a:cubicBezTo>
                <a:cubicBezTo>
                  <a:pt x="42" y="7"/>
                  <a:pt x="42" y="7"/>
                  <a:pt x="42" y="7"/>
                </a:cubicBezTo>
                <a:cubicBezTo>
                  <a:pt x="42" y="7"/>
                  <a:pt x="35" y="0"/>
                  <a:pt x="28" y="0"/>
                </a:cubicBezTo>
                <a:cubicBezTo>
                  <a:pt x="14" y="0"/>
                  <a:pt x="0" y="14"/>
                  <a:pt x="0" y="28"/>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07" name="Freeform 68">
            <a:extLst>
              <a:ext uri="{FF2B5EF4-FFF2-40B4-BE49-F238E27FC236}">
                <a16:creationId xmlns:a16="http://schemas.microsoft.com/office/drawing/2014/main" id="{59A311C4-6A36-EEAA-7D57-D2B22ACC02D4}"/>
              </a:ext>
            </a:extLst>
          </p:cNvPr>
          <p:cNvSpPr>
            <a:spLocks noChangeArrowheads="1"/>
          </p:cNvSpPr>
          <p:nvPr/>
        </p:nvSpPr>
        <p:spPr bwMode="auto">
          <a:xfrm>
            <a:off x="4492543" y="5967179"/>
            <a:ext cx="320967" cy="224677"/>
          </a:xfrm>
          <a:custGeom>
            <a:avLst/>
            <a:gdLst>
              <a:gd name="T0" fmla="*/ 2147483646 w 354"/>
              <a:gd name="T1" fmla="*/ 2147483646 h 248"/>
              <a:gd name="T2" fmla="*/ 2147483646 w 354"/>
              <a:gd name="T3" fmla="*/ 2147483646 h 248"/>
              <a:gd name="T4" fmla="*/ 2147483646 w 354"/>
              <a:gd name="T5" fmla="*/ 2147483646 h 248"/>
              <a:gd name="T6" fmla="*/ 2147483646 w 354"/>
              <a:gd name="T7" fmla="*/ 2147483646 h 248"/>
              <a:gd name="T8" fmla="*/ 2147483646 w 354"/>
              <a:gd name="T9" fmla="*/ 2147483646 h 248"/>
              <a:gd name="T10" fmla="*/ 2147483646 w 354"/>
              <a:gd name="T11" fmla="*/ 2147483646 h 248"/>
              <a:gd name="T12" fmla="*/ 2147483646 w 354"/>
              <a:gd name="T13" fmla="*/ 2147483646 h 248"/>
              <a:gd name="T14" fmla="*/ 2147483646 w 354"/>
              <a:gd name="T15" fmla="*/ 2147483646 h 248"/>
              <a:gd name="T16" fmla="*/ 2147483646 w 354"/>
              <a:gd name="T17" fmla="*/ 2147483646 h 248"/>
              <a:gd name="T18" fmla="*/ 2147483646 w 354"/>
              <a:gd name="T19" fmla="*/ 2147483646 h 248"/>
              <a:gd name="T20" fmla="*/ 2147483646 w 354"/>
              <a:gd name="T21" fmla="*/ 2147483646 h 248"/>
              <a:gd name="T22" fmla="*/ 2147483646 w 354"/>
              <a:gd name="T23" fmla="*/ 2147483646 h 248"/>
              <a:gd name="T24" fmla="*/ 2147483646 w 354"/>
              <a:gd name="T25" fmla="*/ 2147483646 h 248"/>
              <a:gd name="T26" fmla="*/ 2147483646 w 354"/>
              <a:gd name="T27" fmla="*/ 2147483646 h 248"/>
              <a:gd name="T28" fmla="*/ 2147483646 w 354"/>
              <a:gd name="T29" fmla="*/ 2147483646 h 248"/>
              <a:gd name="T30" fmla="*/ 0 w 354"/>
              <a:gd name="T31" fmla="*/ 2147483646 h 248"/>
              <a:gd name="T32" fmla="*/ 2147483646 w 354"/>
              <a:gd name="T33" fmla="*/ 2147483646 h 248"/>
              <a:gd name="T34" fmla="*/ 2147483646 w 354"/>
              <a:gd name="T35" fmla="*/ 2147483646 h 248"/>
              <a:gd name="T36" fmla="*/ 2147483646 w 354"/>
              <a:gd name="T37" fmla="*/ 2147483646 h 248"/>
              <a:gd name="T38" fmla="*/ 2147483646 w 354"/>
              <a:gd name="T39" fmla="*/ 2147483646 h 248"/>
              <a:gd name="T40" fmla="*/ 2147483646 w 354"/>
              <a:gd name="T41" fmla="*/ 2147483646 h 248"/>
              <a:gd name="T42" fmla="*/ 2147483646 w 354"/>
              <a:gd name="T43" fmla="*/ 2147483646 h 248"/>
              <a:gd name="T44" fmla="*/ 2147483646 w 354"/>
              <a:gd name="T45" fmla="*/ 0 h 248"/>
              <a:gd name="T46" fmla="*/ 2147483646 w 354"/>
              <a:gd name="T47" fmla="*/ 2147483646 h 248"/>
              <a:gd name="T48" fmla="*/ 2147483646 w 354"/>
              <a:gd name="T49" fmla="*/ 2147483646 h 248"/>
              <a:gd name="T50" fmla="*/ 2147483646 w 354"/>
              <a:gd name="T51" fmla="*/ 2147483646 h 248"/>
              <a:gd name="T52" fmla="*/ 2147483646 w 354"/>
              <a:gd name="T53" fmla="*/ 2147483646 h 248"/>
              <a:gd name="T54" fmla="*/ 2147483646 w 354"/>
              <a:gd name="T55" fmla="*/ 2147483646 h 248"/>
              <a:gd name="T56" fmla="*/ 2147483646 w 354"/>
              <a:gd name="T57" fmla="*/ 0 h 248"/>
              <a:gd name="T58" fmla="*/ 2147483646 w 354"/>
              <a:gd name="T59" fmla="*/ 2147483646 h 24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354" h="248">
                <a:moveTo>
                  <a:pt x="353" y="28"/>
                </a:moveTo>
                <a:lnTo>
                  <a:pt x="353" y="28"/>
                </a:lnTo>
                <a:cubicBezTo>
                  <a:pt x="353" y="219"/>
                  <a:pt x="353" y="219"/>
                  <a:pt x="353" y="219"/>
                </a:cubicBezTo>
                <a:cubicBezTo>
                  <a:pt x="353" y="233"/>
                  <a:pt x="346" y="247"/>
                  <a:pt x="325" y="247"/>
                </a:cubicBezTo>
                <a:cubicBezTo>
                  <a:pt x="325" y="247"/>
                  <a:pt x="318" y="247"/>
                  <a:pt x="311" y="240"/>
                </a:cubicBezTo>
                <a:cubicBezTo>
                  <a:pt x="205" y="176"/>
                  <a:pt x="205" y="176"/>
                  <a:pt x="205" y="176"/>
                </a:cubicBezTo>
                <a:cubicBezTo>
                  <a:pt x="205" y="219"/>
                  <a:pt x="205" y="219"/>
                  <a:pt x="205" y="219"/>
                </a:cubicBezTo>
                <a:cubicBezTo>
                  <a:pt x="205" y="233"/>
                  <a:pt x="190" y="247"/>
                  <a:pt x="176" y="247"/>
                </a:cubicBezTo>
                <a:cubicBezTo>
                  <a:pt x="169" y="247"/>
                  <a:pt x="162" y="247"/>
                  <a:pt x="162" y="240"/>
                </a:cubicBezTo>
                <a:cubicBezTo>
                  <a:pt x="14" y="148"/>
                  <a:pt x="14" y="148"/>
                  <a:pt x="14" y="148"/>
                </a:cubicBezTo>
                <a:cubicBezTo>
                  <a:pt x="0" y="141"/>
                  <a:pt x="0" y="134"/>
                  <a:pt x="0" y="127"/>
                </a:cubicBezTo>
                <a:cubicBezTo>
                  <a:pt x="0" y="113"/>
                  <a:pt x="0" y="106"/>
                  <a:pt x="14" y="99"/>
                </a:cubicBezTo>
                <a:cubicBezTo>
                  <a:pt x="162" y="7"/>
                  <a:pt x="162" y="7"/>
                  <a:pt x="162" y="7"/>
                </a:cubicBezTo>
                <a:cubicBezTo>
                  <a:pt x="162" y="7"/>
                  <a:pt x="169" y="0"/>
                  <a:pt x="176" y="0"/>
                </a:cubicBezTo>
                <a:cubicBezTo>
                  <a:pt x="190" y="0"/>
                  <a:pt x="205" y="14"/>
                  <a:pt x="205" y="28"/>
                </a:cubicBezTo>
                <a:cubicBezTo>
                  <a:pt x="205" y="70"/>
                  <a:pt x="205" y="70"/>
                  <a:pt x="205" y="70"/>
                </a:cubicBezTo>
                <a:cubicBezTo>
                  <a:pt x="311" y="7"/>
                  <a:pt x="311" y="7"/>
                  <a:pt x="311" y="7"/>
                </a:cubicBezTo>
                <a:cubicBezTo>
                  <a:pt x="318" y="7"/>
                  <a:pt x="325" y="0"/>
                  <a:pt x="325" y="0"/>
                </a:cubicBezTo>
                <a:cubicBezTo>
                  <a:pt x="346" y="0"/>
                  <a:pt x="353" y="14"/>
                  <a:pt x="353" y="28"/>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08" name="Freeform 69">
            <a:extLst>
              <a:ext uri="{FF2B5EF4-FFF2-40B4-BE49-F238E27FC236}">
                <a16:creationId xmlns:a16="http://schemas.microsoft.com/office/drawing/2014/main" id="{60D3648D-EA6A-8DF9-649F-104CCCDABC0A}"/>
              </a:ext>
            </a:extLst>
          </p:cNvPr>
          <p:cNvSpPr>
            <a:spLocks noChangeArrowheads="1"/>
          </p:cNvSpPr>
          <p:nvPr/>
        </p:nvSpPr>
        <p:spPr bwMode="auto">
          <a:xfrm>
            <a:off x="3613895" y="5967179"/>
            <a:ext cx="156473" cy="224677"/>
          </a:xfrm>
          <a:custGeom>
            <a:avLst/>
            <a:gdLst>
              <a:gd name="T0" fmla="*/ 2147483646 w 171"/>
              <a:gd name="T1" fmla="*/ 2147483646 h 248"/>
              <a:gd name="T2" fmla="*/ 2147483646 w 171"/>
              <a:gd name="T3" fmla="*/ 2147483646 h 248"/>
              <a:gd name="T4" fmla="*/ 2147483646 w 171"/>
              <a:gd name="T5" fmla="*/ 2147483646 h 248"/>
              <a:gd name="T6" fmla="*/ 2147483646 w 171"/>
              <a:gd name="T7" fmla="*/ 2147483646 h 248"/>
              <a:gd name="T8" fmla="*/ 2147483646 w 171"/>
              <a:gd name="T9" fmla="*/ 0 h 248"/>
              <a:gd name="T10" fmla="*/ 2147483646 w 171"/>
              <a:gd name="T11" fmla="*/ 2147483646 h 248"/>
              <a:gd name="T12" fmla="*/ 2147483646 w 171"/>
              <a:gd name="T13" fmla="*/ 2147483646 h 248"/>
              <a:gd name="T14" fmla="*/ 2147483646 w 171"/>
              <a:gd name="T15" fmla="*/ 2147483646 h 248"/>
              <a:gd name="T16" fmla="*/ 2147483646 w 171"/>
              <a:gd name="T17" fmla="*/ 2147483646 h 248"/>
              <a:gd name="T18" fmla="*/ 2147483646 w 171"/>
              <a:gd name="T19" fmla="*/ 2147483646 h 248"/>
              <a:gd name="T20" fmla="*/ 0 w 171"/>
              <a:gd name="T21" fmla="*/ 2147483646 h 248"/>
              <a:gd name="T22" fmla="*/ 0 w 171"/>
              <a:gd name="T23" fmla="*/ 2147483646 h 248"/>
              <a:gd name="T24" fmla="*/ 2147483646 w 171"/>
              <a:gd name="T25" fmla="*/ 0 h 248"/>
              <a:gd name="T26" fmla="*/ 2147483646 w 171"/>
              <a:gd name="T27" fmla="*/ 2147483646 h 248"/>
              <a:gd name="T28" fmla="*/ 2147483646 w 171"/>
              <a:gd name="T29" fmla="*/ 2147483646 h 248"/>
              <a:gd name="T30" fmla="*/ 2147483646 w 171"/>
              <a:gd name="T31" fmla="*/ 2147483646 h 2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1" h="248">
                <a:moveTo>
                  <a:pt x="142" y="247"/>
                </a:moveTo>
                <a:lnTo>
                  <a:pt x="142" y="247"/>
                </a:lnTo>
                <a:cubicBezTo>
                  <a:pt x="121" y="247"/>
                  <a:pt x="114" y="233"/>
                  <a:pt x="114" y="219"/>
                </a:cubicBezTo>
                <a:cubicBezTo>
                  <a:pt x="114" y="28"/>
                  <a:pt x="114" y="28"/>
                  <a:pt x="114" y="28"/>
                </a:cubicBezTo>
                <a:cubicBezTo>
                  <a:pt x="114" y="14"/>
                  <a:pt x="121" y="0"/>
                  <a:pt x="142" y="0"/>
                </a:cubicBezTo>
                <a:cubicBezTo>
                  <a:pt x="156" y="0"/>
                  <a:pt x="170" y="14"/>
                  <a:pt x="170" y="28"/>
                </a:cubicBezTo>
                <a:cubicBezTo>
                  <a:pt x="170" y="219"/>
                  <a:pt x="170" y="219"/>
                  <a:pt x="170" y="219"/>
                </a:cubicBezTo>
                <a:cubicBezTo>
                  <a:pt x="170" y="233"/>
                  <a:pt x="156" y="247"/>
                  <a:pt x="142" y="247"/>
                </a:cubicBezTo>
                <a:close/>
                <a:moveTo>
                  <a:pt x="29" y="247"/>
                </a:moveTo>
                <a:lnTo>
                  <a:pt x="29" y="247"/>
                </a:lnTo>
                <a:cubicBezTo>
                  <a:pt x="7" y="247"/>
                  <a:pt x="0" y="233"/>
                  <a:pt x="0" y="219"/>
                </a:cubicBezTo>
                <a:cubicBezTo>
                  <a:pt x="0" y="28"/>
                  <a:pt x="0" y="28"/>
                  <a:pt x="0" y="28"/>
                </a:cubicBezTo>
                <a:cubicBezTo>
                  <a:pt x="0" y="14"/>
                  <a:pt x="7" y="0"/>
                  <a:pt x="29" y="0"/>
                </a:cubicBezTo>
                <a:cubicBezTo>
                  <a:pt x="43" y="0"/>
                  <a:pt x="57" y="14"/>
                  <a:pt x="57" y="28"/>
                </a:cubicBezTo>
                <a:cubicBezTo>
                  <a:pt x="57" y="219"/>
                  <a:pt x="57" y="219"/>
                  <a:pt x="57" y="219"/>
                </a:cubicBezTo>
                <a:cubicBezTo>
                  <a:pt x="57" y="233"/>
                  <a:pt x="43" y="247"/>
                  <a:pt x="29" y="24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09" name="Freeform 70">
            <a:extLst>
              <a:ext uri="{FF2B5EF4-FFF2-40B4-BE49-F238E27FC236}">
                <a16:creationId xmlns:a16="http://schemas.microsoft.com/office/drawing/2014/main" id="{1610C9AA-1CD4-2FD6-C911-B98807CE0AB0}"/>
              </a:ext>
            </a:extLst>
          </p:cNvPr>
          <p:cNvSpPr>
            <a:spLocks noChangeArrowheads="1"/>
          </p:cNvSpPr>
          <p:nvPr/>
        </p:nvSpPr>
        <p:spPr bwMode="auto">
          <a:xfrm>
            <a:off x="2614886" y="5963165"/>
            <a:ext cx="236712" cy="236714"/>
          </a:xfrm>
          <a:custGeom>
            <a:avLst/>
            <a:gdLst>
              <a:gd name="T0" fmla="*/ 2147483646 w 262"/>
              <a:gd name="T1" fmla="*/ 2147483646 h 262"/>
              <a:gd name="T2" fmla="*/ 2147483646 w 262"/>
              <a:gd name="T3" fmla="*/ 2147483646 h 262"/>
              <a:gd name="T4" fmla="*/ 2147483646 w 262"/>
              <a:gd name="T5" fmla="*/ 2147483646 h 262"/>
              <a:gd name="T6" fmla="*/ 0 w 262"/>
              <a:gd name="T7" fmla="*/ 2147483646 h 262"/>
              <a:gd name="T8" fmla="*/ 0 w 262"/>
              <a:gd name="T9" fmla="*/ 2147483646 h 262"/>
              <a:gd name="T10" fmla="*/ 2147483646 w 262"/>
              <a:gd name="T11" fmla="*/ 0 h 262"/>
              <a:gd name="T12" fmla="*/ 2147483646 w 262"/>
              <a:gd name="T13" fmla="*/ 0 h 262"/>
              <a:gd name="T14" fmla="*/ 2147483646 w 262"/>
              <a:gd name="T15" fmla="*/ 2147483646 h 262"/>
              <a:gd name="T16" fmla="*/ 2147483646 w 262"/>
              <a:gd name="T17" fmla="*/ 2147483646 h 262"/>
              <a:gd name="T18" fmla="*/ 2147483646 w 262"/>
              <a:gd name="T19" fmla="*/ 2147483646 h 2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2" h="262">
                <a:moveTo>
                  <a:pt x="233" y="261"/>
                </a:moveTo>
                <a:lnTo>
                  <a:pt x="233" y="261"/>
                </a:lnTo>
                <a:cubicBezTo>
                  <a:pt x="28" y="261"/>
                  <a:pt x="28" y="261"/>
                  <a:pt x="28" y="261"/>
                </a:cubicBezTo>
                <a:cubicBezTo>
                  <a:pt x="7" y="261"/>
                  <a:pt x="0" y="254"/>
                  <a:pt x="0" y="233"/>
                </a:cubicBezTo>
                <a:cubicBezTo>
                  <a:pt x="0" y="28"/>
                  <a:pt x="0" y="28"/>
                  <a:pt x="0" y="28"/>
                </a:cubicBezTo>
                <a:cubicBezTo>
                  <a:pt x="0" y="14"/>
                  <a:pt x="7" y="0"/>
                  <a:pt x="28" y="0"/>
                </a:cubicBezTo>
                <a:cubicBezTo>
                  <a:pt x="233" y="0"/>
                  <a:pt x="233" y="0"/>
                  <a:pt x="233" y="0"/>
                </a:cubicBezTo>
                <a:cubicBezTo>
                  <a:pt x="247" y="0"/>
                  <a:pt x="261" y="14"/>
                  <a:pt x="261" y="28"/>
                </a:cubicBezTo>
                <a:cubicBezTo>
                  <a:pt x="261" y="233"/>
                  <a:pt x="261" y="233"/>
                  <a:pt x="261" y="233"/>
                </a:cubicBezTo>
                <a:cubicBezTo>
                  <a:pt x="261" y="254"/>
                  <a:pt x="247" y="261"/>
                  <a:pt x="233" y="261"/>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10" name="Freeform 71">
            <a:extLst>
              <a:ext uri="{FF2B5EF4-FFF2-40B4-BE49-F238E27FC236}">
                <a16:creationId xmlns:a16="http://schemas.microsoft.com/office/drawing/2014/main" id="{7E5CF64F-EF2A-0FDA-3CB6-FB986FD10EC7}"/>
              </a:ext>
            </a:extLst>
          </p:cNvPr>
          <p:cNvSpPr>
            <a:spLocks noChangeArrowheads="1"/>
          </p:cNvSpPr>
          <p:nvPr/>
        </p:nvSpPr>
        <p:spPr bwMode="auto">
          <a:xfrm>
            <a:off x="1647971" y="5963165"/>
            <a:ext cx="244739" cy="236714"/>
          </a:xfrm>
          <a:custGeom>
            <a:avLst/>
            <a:gdLst>
              <a:gd name="T0" fmla="*/ 2147483646 w 269"/>
              <a:gd name="T1" fmla="*/ 0 h 262"/>
              <a:gd name="T2" fmla="*/ 2147483646 w 269"/>
              <a:gd name="T3" fmla="*/ 0 h 262"/>
              <a:gd name="T4" fmla="*/ 2147483646 w 269"/>
              <a:gd name="T5" fmla="*/ 2147483646 h 262"/>
              <a:gd name="T6" fmla="*/ 2147483646 w 269"/>
              <a:gd name="T7" fmla="*/ 2147483646 h 262"/>
              <a:gd name="T8" fmla="*/ 0 w 269"/>
              <a:gd name="T9" fmla="*/ 2147483646 h 262"/>
              <a:gd name="T10" fmla="*/ 2147483646 w 269"/>
              <a:gd name="T11" fmla="*/ 0 h 26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9" h="262">
                <a:moveTo>
                  <a:pt x="134" y="0"/>
                </a:moveTo>
                <a:lnTo>
                  <a:pt x="134" y="0"/>
                </a:lnTo>
                <a:cubicBezTo>
                  <a:pt x="205" y="0"/>
                  <a:pt x="268" y="56"/>
                  <a:pt x="268" y="134"/>
                </a:cubicBezTo>
                <a:cubicBezTo>
                  <a:pt x="268" y="204"/>
                  <a:pt x="205" y="261"/>
                  <a:pt x="134" y="261"/>
                </a:cubicBezTo>
                <a:cubicBezTo>
                  <a:pt x="63" y="261"/>
                  <a:pt x="0" y="204"/>
                  <a:pt x="0" y="134"/>
                </a:cubicBezTo>
                <a:cubicBezTo>
                  <a:pt x="0" y="56"/>
                  <a:pt x="63" y="0"/>
                  <a:pt x="134"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11" name="Freeform 72">
            <a:extLst>
              <a:ext uri="{FF2B5EF4-FFF2-40B4-BE49-F238E27FC236}">
                <a16:creationId xmlns:a16="http://schemas.microsoft.com/office/drawing/2014/main" id="{1489BEF4-7230-4B10-4AEC-BEF3B18DC7BB}"/>
              </a:ext>
            </a:extLst>
          </p:cNvPr>
          <p:cNvSpPr>
            <a:spLocks noChangeArrowheads="1"/>
          </p:cNvSpPr>
          <p:nvPr/>
        </p:nvSpPr>
        <p:spPr bwMode="auto">
          <a:xfrm>
            <a:off x="689083" y="5943106"/>
            <a:ext cx="236712" cy="276833"/>
          </a:xfrm>
          <a:custGeom>
            <a:avLst/>
            <a:gdLst>
              <a:gd name="T0" fmla="*/ 2147483646 w 262"/>
              <a:gd name="T1" fmla="*/ 2147483646 h 305"/>
              <a:gd name="T2" fmla="*/ 2147483646 w 262"/>
              <a:gd name="T3" fmla="*/ 2147483646 h 305"/>
              <a:gd name="T4" fmla="*/ 2147483646 w 262"/>
              <a:gd name="T5" fmla="*/ 2147483646 h 305"/>
              <a:gd name="T6" fmla="*/ 2147483646 w 262"/>
              <a:gd name="T7" fmla="*/ 2147483646 h 305"/>
              <a:gd name="T8" fmla="*/ 2147483646 w 262"/>
              <a:gd name="T9" fmla="*/ 2147483646 h 305"/>
              <a:gd name="T10" fmla="*/ 2147483646 w 262"/>
              <a:gd name="T11" fmla="*/ 2147483646 h 305"/>
              <a:gd name="T12" fmla="*/ 2147483646 w 262"/>
              <a:gd name="T13" fmla="*/ 2147483646 h 305"/>
              <a:gd name="T14" fmla="*/ 2147483646 w 262"/>
              <a:gd name="T15" fmla="*/ 2147483646 h 305"/>
              <a:gd name="T16" fmla="*/ 2147483646 w 262"/>
              <a:gd name="T17" fmla="*/ 2147483646 h 305"/>
              <a:gd name="T18" fmla="*/ 0 w 262"/>
              <a:gd name="T19" fmla="*/ 2147483646 h 305"/>
              <a:gd name="T20" fmla="*/ 0 w 262"/>
              <a:gd name="T21" fmla="*/ 2147483646 h 305"/>
              <a:gd name="T22" fmla="*/ 0 w 262"/>
              <a:gd name="T23" fmla="*/ 2147483646 h 305"/>
              <a:gd name="T24" fmla="*/ 0 w 262"/>
              <a:gd name="T25" fmla="*/ 2147483646 h 305"/>
              <a:gd name="T26" fmla="*/ 2147483646 w 262"/>
              <a:gd name="T27" fmla="*/ 0 h 305"/>
              <a:gd name="T28" fmla="*/ 2147483646 w 262"/>
              <a:gd name="T29" fmla="*/ 2147483646 h 305"/>
              <a:gd name="T30" fmla="*/ 2147483646 w 262"/>
              <a:gd name="T31" fmla="*/ 2147483646 h 305"/>
              <a:gd name="T32" fmla="*/ 2147483646 w 262"/>
              <a:gd name="T33" fmla="*/ 2147483646 h 305"/>
              <a:gd name="T34" fmla="*/ 2147483646 w 262"/>
              <a:gd name="T35" fmla="*/ 2147483646 h 305"/>
              <a:gd name="T36" fmla="*/ 2147483646 w 262"/>
              <a:gd name="T37" fmla="*/ 2147483646 h 305"/>
              <a:gd name="T38" fmla="*/ 2147483646 w 262"/>
              <a:gd name="T39" fmla="*/ 2147483646 h 305"/>
              <a:gd name="T40" fmla="*/ 2147483646 w 262"/>
              <a:gd name="T41" fmla="*/ 2147483646 h 30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2" h="305">
                <a:moveTo>
                  <a:pt x="261" y="156"/>
                </a:moveTo>
                <a:lnTo>
                  <a:pt x="261" y="156"/>
                </a:lnTo>
                <a:cubicBezTo>
                  <a:pt x="261" y="163"/>
                  <a:pt x="261" y="170"/>
                  <a:pt x="247" y="177"/>
                </a:cubicBezTo>
                <a:cubicBezTo>
                  <a:pt x="42" y="297"/>
                  <a:pt x="42" y="297"/>
                  <a:pt x="42" y="297"/>
                </a:cubicBezTo>
                <a:cubicBezTo>
                  <a:pt x="35" y="304"/>
                  <a:pt x="35" y="304"/>
                  <a:pt x="28" y="304"/>
                </a:cubicBezTo>
                <a:cubicBezTo>
                  <a:pt x="14" y="304"/>
                  <a:pt x="0" y="290"/>
                  <a:pt x="0" y="276"/>
                </a:cubicBezTo>
                <a:cubicBezTo>
                  <a:pt x="0" y="29"/>
                  <a:pt x="0" y="29"/>
                  <a:pt x="0" y="29"/>
                </a:cubicBezTo>
                <a:cubicBezTo>
                  <a:pt x="0" y="14"/>
                  <a:pt x="14" y="0"/>
                  <a:pt x="28" y="0"/>
                </a:cubicBezTo>
                <a:cubicBezTo>
                  <a:pt x="35" y="0"/>
                  <a:pt x="35" y="7"/>
                  <a:pt x="42" y="7"/>
                </a:cubicBezTo>
                <a:cubicBezTo>
                  <a:pt x="247" y="128"/>
                  <a:pt x="247" y="128"/>
                  <a:pt x="247" y="128"/>
                </a:cubicBezTo>
                <a:cubicBezTo>
                  <a:pt x="261" y="135"/>
                  <a:pt x="261" y="142"/>
                  <a:pt x="261" y="156"/>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12" name="Freeform 73">
            <a:extLst>
              <a:ext uri="{FF2B5EF4-FFF2-40B4-BE49-F238E27FC236}">
                <a16:creationId xmlns:a16="http://schemas.microsoft.com/office/drawing/2014/main" id="{57A35989-7711-EA74-89DD-D333F6FD65A6}"/>
              </a:ext>
            </a:extLst>
          </p:cNvPr>
          <p:cNvSpPr>
            <a:spLocks noChangeArrowheads="1"/>
          </p:cNvSpPr>
          <p:nvPr/>
        </p:nvSpPr>
        <p:spPr bwMode="auto">
          <a:xfrm>
            <a:off x="11100452" y="4851818"/>
            <a:ext cx="549657" cy="549655"/>
          </a:xfrm>
          <a:custGeom>
            <a:avLst/>
            <a:gdLst>
              <a:gd name="T0" fmla="*/ 2147483646 w 602"/>
              <a:gd name="T1" fmla="*/ 2147483646 h 602"/>
              <a:gd name="T2" fmla="*/ 2147483646 w 602"/>
              <a:gd name="T3" fmla="*/ 2147483646 h 602"/>
              <a:gd name="T4" fmla="*/ 2147483646 w 602"/>
              <a:gd name="T5" fmla="*/ 2147483646 h 602"/>
              <a:gd name="T6" fmla="*/ 0 w 602"/>
              <a:gd name="T7" fmla="*/ 2147483646 h 602"/>
              <a:gd name="T8" fmla="*/ 0 w 602"/>
              <a:gd name="T9" fmla="*/ 2147483646 h 602"/>
              <a:gd name="T10" fmla="*/ 2147483646 w 602"/>
              <a:gd name="T11" fmla="*/ 0 h 602"/>
              <a:gd name="T12" fmla="*/ 2147483646 w 602"/>
              <a:gd name="T13" fmla="*/ 0 h 602"/>
              <a:gd name="T14" fmla="*/ 2147483646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2147483646 w 602"/>
              <a:gd name="T25" fmla="*/ 2147483646 h 602"/>
              <a:gd name="T26" fmla="*/ 2147483646 w 602"/>
              <a:gd name="T27" fmla="*/ 2147483646 h 602"/>
              <a:gd name="T28" fmla="*/ 2147483646 w 602"/>
              <a:gd name="T29" fmla="*/ 2147483646 h 602"/>
              <a:gd name="T30" fmla="*/ 2147483646 w 602"/>
              <a:gd name="T31" fmla="*/ 2147483646 h 602"/>
              <a:gd name="T32" fmla="*/ 2147483646 w 602"/>
              <a:gd name="T33" fmla="*/ 2147483646 h 602"/>
              <a:gd name="T34" fmla="*/ 2147483646 w 602"/>
              <a:gd name="T35" fmla="*/ 2147483646 h 602"/>
              <a:gd name="T36" fmla="*/ 2147483646 w 602"/>
              <a:gd name="T37" fmla="*/ 2147483646 h 602"/>
              <a:gd name="T38" fmla="*/ 2147483646 w 602"/>
              <a:gd name="T39" fmla="*/ 2147483646 h 602"/>
              <a:gd name="T40" fmla="*/ 2147483646 w 602"/>
              <a:gd name="T41" fmla="*/ 2147483646 h 602"/>
              <a:gd name="T42" fmla="*/ 2147483646 w 602"/>
              <a:gd name="T43" fmla="*/ 2147483646 h 602"/>
              <a:gd name="T44" fmla="*/ 2147483646 w 602"/>
              <a:gd name="T45" fmla="*/ 2147483646 h 602"/>
              <a:gd name="T46" fmla="*/ 2147483646 w 602"/>
              <a:gd name="T47" fmla="*/ 2147483646 h 602"/>
              <a:gd name="T48" fmla="*/ 2147483646 w 602"/>
              <a:gd name="T49" fmla="*/ 2147483646 h 602"/>
              <a:gd name="T50" fmla="*/ 2147483646 w 602"/>
              <a:gd name="T51" fmla="*/ 2147483646 h 602"/>
              <a:gd name="T52" fmla="*/ 2147483646 w 602"/>
              <a:gd name="T53" fmla="*/ 2147483646 h 602"/>
              <a:gd name="T54" fmla="*/ 2147483646 w 602"/>
              <a:gd name="T55" fmla="*/ 2147483646 h 602"/>
              <a:gd name="T56" fmla="*/ 2147483646 w 602"/>
              <a:gd name="T57" fmla="*/ 2147483646 h 602"/>
              <a:gd name="T58" fmla="*/ 2147483646 w 602"/>
              <a:gd name="T59" fmla="*/ 2147483646 h 602"/>
              <a:gd name="T60" fmla="*/ 2147483646 w 602"/>
              <a:gd name="T61" fmla="*/ 2147483646 h 602"/>
              <a:gd name="T62" fmla="*/ 2147483646 w 602"/>
              <a:gd name="T63" fmla="*/ 2147483646 h 602"/>
              <a:gd name="T64" fmla="*/ 2147483646 w 602"/>
              <a:gd name="T65" fmla="*/ 2147483646 h 602"/>
              <a:gd name="T66" fmla="*/ 2147483646 w 602"/>
              <a:gd name="T67" fmla="*/ 2147483646 h 602"/>
              <a:gd name="T68" fmla="*/ 2147483646 w 602"/>
              <a:gd name="T69" fmla="*/ 2147483646 h 602"/>
              <a:gd name="T70" fmla="*/ 2147483646 w 602"/>
              <a:gd name="T71" fmla="*/ 2147483646 h 602"/>
              <a:gd name="T72" fmla="*/ 2147483646 w 602"/>
              <a:gd name="T73" fmla="*/ 2147483646 h 602"/>
              <a:gd name="T74" fmla="*/ 2147483646 w 602"/>
              <a:gd name="T75" fmla="*/ 2147483646 h 602"/>
              <a:gd name="T76" fmla="*/ 2147483646 w 602"/>
              <a:gd name="T77" fmla="*/ 2147483646 h 602"/>
              <a:gd name="T78" fmla="*/ 2147483646 w 602"/>
              <a:gd name="T79" fmla="*/ 2147483646 h 602"/>
              <a:gd name="T80" fmla="*/ 2147483646 w 602"/>
              <a:gd name="T81" fmla="*/ 2147483646 h 602"/>
              <a:gd name="T82" fmla="*/ 2147483646 w 602"/>
              <a:gd name="T83" fmla="*/ 2147483646 h 602"/>
              <a:gd name="T84" fmla="*/ 2147483646 w 602"/>
              <a:gd name="T85" fmla="*/ 2147483646 h 602"/>
              <a:gd name="T86" fmla="*/ 2147483646 w 602"/>
              <a:gd name="T87" fmla="*/ 2147483646 h 602"/>
              <a:gd name="T88" fmla="*/ 2147483646 w 602"/>
              <a:gd name="T89" fmla="*/ 2147483646 h 602"/>
              <a:gd name="T90" fmla="*/ 2147483646 w 602"/>
              <a:gd name="T91" fmla="*/ 2147483646 h 60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602" h="602">
                <a:moveTo>
                  <a:pt x="573" y="601"/>
                </a:moveTo>
                <a:lnTo>
                  <a:pt x="573" y="601"/>
                </a:lnTo>
                <a:cubicBezTo>
                  <a:pt x="28" y="601"/>
                  <a:pt x="28" y="601"/>
                  <a:pt x="28" y="601"/>
                </a:cubicBezTo>
                <a:cubicBezTo>
                  <a:pt x="7" y="601"/>
                  <a:pt x="0" y="586"/>
                  <a:pt x="0" y="572"/>
                </a:cubicBezTo>
                <a:cubicBezTo>
                  <a:pt x="0" y="28"/>
                  <a:pt x="0" y="28"/>
                  <a:pt x="0" y="28"/>
                </a:cubicBezTo>
                <a:cubicBezTo>
                  <a:pt x="0" y="7"/>
                  <a:pt x="7" y="0"/>
                  <a:pt x="28" y="0"/>
                </a:cubicBezTo>
                <a:cubicBezTo>
                  <a:pt x="573" y="0"/>
                  <a:pt x="573" y="0"/>
                  <a:pt x="573" y="0"/>
                </a:cubicBezTo>
                <a:cubicBezTo>
                  <a:pt x="587" y="0"/>
                  <a:pt x="601" y="7"/>
                  <a:pt x="601" y="28"/>
                </a:cubicBezTo>
                <a:cubicBezTo>
                  <a:pt x="601" y="572"/>
                  <a:pt x="601" y="572"/>
                  <a:pt x="601" y="572"/>
                </a:cubicBezTo>
                <a:cubicBezTo>
                  <a:pt x="601" y="586"/>
                  <a:pt x="587" y="601"/>
                  <a:pt x="573" y="601"/>
                </a:cubicBezTo>
                <a:close/>
                <a:moveTo>
                  <a:pt x="544" y="56"/>
                </a:moveTo>
                <a:lnTo>
                  <a:pt x="544" y="56"/>
                </a:lnTo>
                <a:cubicBezTo>
                  <a:pt x="57" y="56"/>
                  <a:pt x="57" y="56"/>
                  <a:pt x="57" y="56"/>
                </a:cubicBezTo>
                <a:cubicBezTo>
                  <a:pt x="57" y="544"/>
                  <a:pt x="57" y="544"/>
                  <a:pt x="57" y="544"/>
                </a:cubicBezTo>
                <a:cubicBezTo>
                  <a:pt x="544" y="544"/>
                  <a:pt x="544" y="544"/>
                  <a:pt x="544" y="544"/>
                </a:cubicBezTo>
                <a:lnTo>
                  <a:pt x="544" y="56"/>
                </a:lnTo>
                <a:close/>
                <a:moveTo>
                  <a:pt x="113" y="403"/>
                </a:moveTo>
                <a:lnTo>
                  <a:pt x="113" y="403"/>
                </a:lnTo>
                <a:cubicBezTo>
                  <a:pt x="170" y="403"/>
                  <a:pt x="170" y="403"/>
                  <a:pt x="170" y="403"/>
                </a:cubicBezTo>
                <a:cubicBezTo>
                  <a:pt x="184" y="403"/>
                  <a:pt x="198" y="417"/>
                  <a:pt x="198" y="431"/>
                </a:cubicBezTo>
                <a:cubicBezTo>
                  <a:pt x="198" y="487"/>
                  <a:pt x="198" y="487"/>
                  <a:pt x="198" y="487"/>
                </a:cubicBezTo>
                <a:cubicBezTo>
                  <a:pt x="198" y="502"/>
                  <a:pt x="184" y="516"/>
                  <a:pt x="170" y="516"/>
                </a:cubicBezTo>
                <a:cubicBezTo>
                  <a:pt x="113" y="516"/>
                  <a:pt x="113" y="516"/>
                  <a:pt x="113" y="516"/>
                </a:cubicBezTo>
                <a:cubicBezTo>
                  <a:pt x="92" y="516"/>
                  <a:pt x="85" y="502"/>
                  <a:pt x="85" y="487"/>
                </a:cubicBezTo>
                <a:cubicBezTo>
                  <a:pt x="85" y="431"/>
                  <a:pt x="85" y="431"/>
                  <a:pt x="85" y="431"/>
                </a:cubicBezTo>
                <a:cubicBezTo>
                  <a:pt x="85" y="417"/>
                  <a:pt x="92" y="403"/>
                  <a:pt x="113" y="403"/>
                </a:cubicBezTo>
                <a:close/>
                <a:moveTo>
                  <a:pt x="269" y="148"/>
                </a:moveTo>
                <a:lnTo>
                  <a:pt x="269" y="148"/>
                </a:lnTo>
                <a:cubicBezTo>
                  <a:pt x="325" y="148"/>
                  <a:pt x="325" y="148"/>
                  <a:pt x="325" y="148"/>
                </a:cubicBezTo>
                <a:cubicBezTo>
                  <a:pt x="346" y="148"/>
                  <a:pt x="353" y="162"/>
                  <a:pt x="353" y="176"/>
                </a:cubicBezTo>
                <a:cubicBezTo>
                  <a:pt x="353" y="487"/>
                  <a:pt x="353" y="487"/>
                  <a:pt x="353" y="487"/>
                </a:cubicBezTo>
                <a:cubicBezTo>
                  <a:pt x="353" y="502"/>
                  <a:pt x="346" y="516"/>
                  <a:pt x="325" y="516"/>
                </a:cubicBezTo>
                <a:cubicBezTo>
                  <a:pt x="269" y="516"/>
                  <a:pt x="269" y="516"/>
                  <a:pt x="269" y="516"/>
                </a:cubicBezTo>
                <a:cubicBezTo>
                  <a:pt x="255" y="516"/>
                  <a:pt x="240" y="502"/>
                  <a:pt x="240" y="487"/>
                </a:cubicBezTo>
                <a:cubicBezTo>
                  <a:pt x="240" y="176"/>
                  <a:pt x="240" y="176"/>
                  <a:pt x="240" y="176"/>
                </a:cubicBezTo>
                <a:cubicBezTo>
                  <a:pt x="240" y="162"/>
                  <a:pt x="255" y="148"/>
                  <a:pt x="269" y="148"/>
                </a:cubicBezTo>
                <a:close/>
                <a:moveTo>
                  <a:pt x="431" y="261"/>
                </a:moveTo>
                <a:lnTo>
                  <a:pt x="431" y="261"/>
                </a:lnTo>
                <a:cubicBezTo>
                  <a:pt x="488" y="261"/>
                  <a:pt x="488" y="261"/>
                  <a:pt x="488" y="261"/>
                </a:cubicBezTo>
                <a:cubicBezTo>
                  <a:pt x="502" y="261"/>
                  <a:pt x="516" y="276"/>
                  <a:pt x="516" y="290"/>
                </a:cubicBezTo>
                <a:cubicBezTo>
                  <a:pt x="516" y="487"/>
                  <a:pt x="516" y="487"/>
                  <a:pt x="516" y="487"/>
                </a:cubicBezTo>
                <a:cubicBezTo>
                  <a:pt x="516" y="502"/>
                  <a:pt x="502" y="516"/>
                  <a:pt x="488" y="516"/>
                </a:cubicBezTo>
                <a:cubicBezTo>
                  <a:pt x="431" y="516"/>
                  <a:pt x="431" y="516"/>
                  <a:pt x="431" y="516"/>
                </a:cubicBezTo>
                <a:cubicBezTo>
                  <a:pt x="417" y="516"/>
                  <a:pt x="403" y="502"/>
                  <a:pt x="403" y="487"/>
                </a:cubicBezTo>
                <a:cubicBezTo>
                  <a:pt x="403" y="290"/>
                  <a:pt x="403" y="290"/>
                  <a:pt x="403" y="290"/>
                </a:cubicBezTo>
                <a:cubicBezTo>
                  <a:pt x="403" y="276"/>
                  <a:pt x="417" y="261"/>
                  <a:pt x="431" y="26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13" name="Freeform 74">
            <a:extLst>
              <a:ext uri="{FF2B5EF4-FFF2-40B4-BE49-F238E27FC236}">
                <a16:creationId xmlns:a16="http://schemas.microsoft.com/office/drawing/2014/main" id="{ECD776BC-E8E4-64E7-3A6A-D3647F9EB7D7}"/>
              </a:ext>
            </a:extLst>
          </p:cNvPr>
          <p:cNvSpPr>
            <a:spLocks noChangeArrowheads="1"/>
          </p:cNvSpPr>
          <p:nvPr/>
        </p:nvSpPr>
        <p:spPr bwMode="auto">
          <a:xfrm>
            <a:off x="10133540" y="4851818"/>
            <a:ext cx="553668" cy="549655"/>
          </a:xfrm>
          <a:custGeom>
            <a:avLst/>
            <a:gdLst>
              <a:gd name="T0" fmla="*/ 2147483646 w 609"/>
              <a:gd name="T1" fmla="*/ 2147483646 h 602"/>
              <a:gd name="T2" fmla="*/ 2147483646 w 609"/>
              <a:gd name="T3" fmla="*/ 2147483646 h 602"/>
              <a:gd name="T4" fmla="*/ 2147483646 w 609"/>
              <a:gd name="T5" fmla="*/ 2147483646 h 602"/>
              <a:gd name="T6" fmla="*/ 0 w 609"/>
              <a:gd name="T7" fmla="*/ 2147483646 h 602"/>
              <a:gd name="T8" fmla="*/ 0 w 609"/>
              <a:gd name="T9" fmla="*/ 2147483646 h 602"/>
              <a:gd name="T10" fmla="*/ 2147483646 w 609"/>
              <a:gd name="T11" fmla="*/ 0 h 602"/>
              <a:gd name="T12" fmla="*/ 2147483646 w 609"/>
              <a:gd name="T13" fmla="*/ 0 h 602"/>
              <a:gd name="T14" fmla="*/ 2147483646 w 609"/>
              <a:gd name="T15" fmla="*/ 2147483646 h 602"/>
              <a:gd name="T16" fmla="*/ 2147483646 w 609"/>
              <a:gd name="T17" fmla="*/ 2147483646 h 602"/>
              <a:gd name="T18" fmla="*/ 2147483646 w 609"/>
              <a:gd name="T19" fmla="*/ 2147483646 h 602"/>
              <a:gd name="T20" fmla="*/ 2147483646 w 609"/>
              <a:gd name="T21" fmla="*/ 2147483646 h 602"/>
              <a:gd name="T22" fmla="*/ 2147483646 w 609"/>
              <a:gd name="T23" fmla="*/ 2147483646 h 602"/>
              <a:gd name="T24" fmla="*/ 2147483646 w 609"/>
              <a:gd name="T25" fmla="*/ 2147483646 h 602"/>
              <a:gd name="T26" fmla="*/ 2147483646 w 609"/>
              <a:gd name="T27" fmla="*/ 2147483646 h 602"/>
              <a:gd name="T28" fmla="*/ 2147483646 w 609"/>
              <a:gd name="T29" fmla="*/ 2147483646 h 602"/>
              <a:gd name="T30" fmla="*/ 2147483646 w 609"/>
              <a:gd name="T31" fmla="*/ 2147483646 h 602"/>
              <a:gd name="T32" fmla="*/ 2147483646 w 609"/>
              <a:gd name="T33" fmla="*/ 2147483646 h 602"/>
              <a:gd name="T34" fmla="*/ 2147483646 w 609"/>
              <a:gd name="T35" fmla="*/ 2147483646 h 602"/>
              <a:gd name="T36" fmla="*/ 2147483646 w 609"/>
              <a:gd name="T37" fmla="*/ 2147483646 h 602"/>
              <a:gd name="T38" fmla="*/ 2147483646 w 609"/>
              <a:gd name="T39" fmla="*/ 2147483646 h 602"/>
              <a:gd name="T40" fmla="*/ 2147483646 w 609"/>
              <a:gd name="T41" fmla="*/ 2147483646 h 602"/>
              <a:gd name="T42" fmla="*/ 2147483646 w 609"/>
              <a:gd name="T43" fmla="*/ 2147483646 h 602"/>
              <a:gd name="T44" fmla="*/ 2147483646 w 609"/>
              <a:gd name="T45" fmla="*/ 2147483646 h 602"/>
              <a:gd name="T46" fmla="*/ 2147483646 w 609"/>
              <a:gd name="T47" fmla="*/ 2147483646 h 602"/>
              <a:gd name="T48" fmla="*/ 2147483646 w 609"/>
              <a:gd name="T49" fmla="*/ 2147483646 h 602"/>
              <a:gd name="T50" fmla="*/ 2147483646 w 609"/>
              <a:gd name="T51" fmla="*/ 2147483646 h 602"/>
              <a:gd name="T52" fmla="*/ 2147483646 w 609"/>
              <a:gd name="T53" fmla="*/ 2147483646 h 602"/>
              <a:gd name="T54" fmla="*/ 2147483646 w 609"/>
              <a:gd name="T55" fmla="*/ 2147483646 h 602"/>
              <a:gd name="T56" fmla="*/ 2147483646 w 609"/>
              <a:gd name="T57" fmla="*/ 2147483646 h 602"/>
              <a:gd name="T58" fmla="*/ 2147483646 w 609"/>
              <a:gd name="T59" fmla="*/ 2147483646 h 602"/>
              <a:gd name="T60" fmla="*/ 2147483646 w 609"/>
              <a:gd name="T61" fmla="*/ 2147483646 h 602"/>
              <a:gd name="T62" fmla="*/ 2147483646 w 609"/>
              <a:gd name="T63" fmla="*/ 2147483646 h 602"/>
              <a:gd name="T64" fmla="*/ 2147483646 w 609"/>
              <a:gd name="T65" fmla="*/ 2147483646 h 602"/>
              <a:gd name="T66" fmla="*/ 2147483646 w 609"/>
              <a:gd name="T67" fmla="*/ 2147483646 h 602"/>
              <a:gd name="T68" fmla="*/ 2147483646 w 609"/>
              <a:gd name="T69" fmla="*/ 2147483646 h 602"/>
              <a:gd name="T70" fmla="*/ 2147483646 w 609"/>
              <a:gd name="T71" fmla="*/ 2147483646 h 602"/>
              <a:gd name="T72" fmla="*/ 2147483646 w 609"/>
              <a:gd name="T73" fmla="*/ 2147483646 h 602"/>
              <a:gd name="T74" fmla="*/ 2147483646 w 609"/>
              <a:gd name="T75" fmla="*/ 2147483646 h 602"/>
              <a:gd name="T76" fmla="*/ 2147483646 w 609"/>
              <a:gd name="T77" fmla="*/ 2147483646 h 60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609" h="602">
                <a:moveTo>
                  <a:pt x="579" y="601"/>
                </a:moveTo>
                <a:lnTo>
                  <a:pt x="579" y="601"/>
                </a:lnTo>
                <a:cubicBezTo>
                  <a:pt x="28" y="601"/>
                  <a:pt x="28" y="601"/>
                  <a:pt x="28" y="601"/>
                </a:cubicBezTo>
                <a:cubicBezTo>
                  <a:pt x="14" y="601"/>
                  <a:pt x="0" y="586"/>
                  <a:pt x="0" y="572"/>
                </a:cubicBezTo>
                <a:cubicBezTo>
                  <a:pt x="0" y="28"/>
                  <a:pt x="0" y="28"/>
                  <a:pt x="0" y="28"/>
                </a:cubicBezTo>
                <a:cubicBezTo>
                  <a:pt x="0" y="7"/>
                  <a:pt x="14" y="0"/>
                  <a:pt x="28" y="0"/>
                </a:cubicBezTo>
                <a:cubicBezTo>
                  <a:pt x="579" y="0"/>
                  <a:pt x="579" y="0"/>
                  <a:pt x="579" y="0"/>
                </a:cubicBezTo>
                <a:cubicBezTo>
                  <a:pt x="594" y="0"/>
                  <a:pt x="608" y="7"/>
                  <a:pt x="608" y="28"/>
                </a:cubicBezTo>
                <a:cubicBezTo>
                  <a:pt x="608" y="572"/>
                  <a:pt x="608" y="572"/>
                  <a:pt x="608" y="572"/>
                </a:cubicBezTo>
                <a:cubicBezTo>
                  <a:pt x="608" y="586"/>
                  <a:pt x="594" y="601"/>
                  <a:pt x="579" y="601"/>
                </a:cubicBezTo>
                <a:close/>
                <a:moveTo>
                  <a:pt x="551" y="56"/>
                </a:moveTo>
                <a:lnTo>
                  <a:pt x="551" y="56"/>
                </a:lnTo>
                <a:cubicBezTo>
                  <a:pt x="56" y="56"/>
                  <a:pt x="56" y="56"/>
                  <a:pt x="56" y="56"/>
                </a:cubicBezTo>
                <a:cubicBezTo>
                  <a:pt x="56" y="544"/>
                  <a:pt x="56" y="544"/>
                  <a:pt x="56" y="544"/>
                </a:cubicBezTo>
                <a:cubicBezTo>
                  <a:pt x="551" y="544"/>
                  <a:pt x="551" y="544"/>
                  <a:pt x="551" y="544"/>
                </a:cubicBezTo>
                <a:lnTo>
                  <a:pt x="551" y="56"/>
                </a:lnTo>
                <a:close/>
                <a:moveTo>
                  <a:pt x="99" y="304"/>
                </a:moveTo>
                <a:lnTo>
                  <a:pt x="99" y="304"/>
                </a:lnTo>
                <a:cubicBezTo>
                  <a:pt x="177" y="254"/>
                  <a:pt x="177" y="254"/>
                  <a:pt x="177" y="254"/>
                </a:cubicBezTo>
                <a:cubicBezTo>
                  <a:pt x="184" y="254"/>
                  <a:pt x="184" y="254"/>
                  <a:pt x="191" y="254"/>
                </a:cubicBezTo>
                <a:cubicBezTo>
                  <a:pt x="198" y="254"/>
                  <a:pt x="205" y="254"/>
                  <a:pt x="205" y="254"/>
                </a:cubicBezTo>
                <a:cubicBezTo>
                  <a:pt x="332" y="339"/>
                  <a:pt x="332" y="339"/>
                  <a:pt x="332" y="339"/>
                </a:cubicBezTo>
                <a:cubicBezTo>
                  <a:pt x="473" y="240"/>
                  <a:pt x="473" y="240"/>
                  <a:pt x="473" y="240"/>
                </a:cubicBezTo>
                <a:cubicBezTo>
                  <a:pt x="480" y="233"/>
                  <a:pt x="488" y="233"/>
                  <a:pt x="495" y="233"/>
                </a:cubicBezTo>
                <a:cubicBezTo>
                  <a:pt x="509" y="233"/>
                  <a:pt x="523" y="247"/>
                  <a:pt x="523" y="261"/>
                </a:cubicBezTo>
                <a:cubicBezTo>
                  <a:pt x="523" y="268"/>
                  <a:pt x="516" y="283"/>
                  <a:pt x="509" y="283"/>
                </a:cubicBezTo>
                <a:cubicBezTo>
                  <a:pt x="346" y="396"/>
                  <a:pt x="346" y="396"/>
                  <a:pt x="346" y="396"/>
                </a:cubicBezTo>
                <a:cubicBezTo>
                  <a:pt x="346" y="403"/>
                  <a:pt x="339" y="403"/>
                  <a:pt x="332" y="403"/>
                </a:cubicBezTo>
                <a:cubicBezTo>
                  <a:pt x="325" y="403"/>
                  <a:pt x="318" y="403"/>
                  <a:pt x="318" y="396"/>
                </a:cubicBezTo>
                <a:cubicBezTo>
                  <a:pt x="191" y="311"/>
                  <a:pt x="191" y="311"/>
                  <a:pt x="191" y="311"/>
                </a:cubicBezTo>
                <a:cubicBezTo>
                  <a:pt x="134" y="353"/>
                  <a:pt x="134" y="353"/>
                  <a:pt x="134" y="353"/>
                </a:cubicBezTo>
                <a:cubicBezTo>
                  <a:pt x="127" y="353"/>
                  <a:pt x="120" y="353"/>
                  <a:pt x="113" y="353"/>
                </a:cubicBezTo>
                <a:cubicBezTo>
                  <a:pt x="99" y="353"/>
                  <a:pt x="85" y="346"/>
                  <a:pt x="85" y="325"/>
                </a:cubicBezTo>
                <a:cubicBezTo>
                  <a:pt x="85" y="318"/>
                  <a:pt x="92" y="311"/>
                  <a:pt x="99" y="30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14" name="Freeform 75">
            <a:extLst>
              <a:ext uri="{FF2B5EF4-FFF2-40B4-BE49-F238E27FC236}">
                <a16:creationId xmlns:a16="http://schemas.microsoft.com/office/drawing/2014/main" id="{C6F5E44B-CEFC-BF36-2105-76C58FA4ECA1}"/>
              </a:ext>
            </a:extLst>
          </p:cNvPr>
          <p:cNvSpPr>
            <a:spLocks noChangeArrowheads="1"/>
          </p:cNvSpPr>
          <p:nvPr/>
        </p:nvSpPr>
        <p:spPr bwMode="auto">
          <a:xfrm>
            <a:off x="9178663" y="4887926"/>
            <a:ext cx="549655" cy="465402"/>
          </a:xfrm>
          <a:custGeom>
            <a:avLst/>
            <a:gdLst>
              <a:gd name="T0" fmla="*/ 2147483646 w 602"/>
              <a:gd name="T1" fmla="*/ 2147483646 h 510"/>
              <a:gd name="T2" fmla="*/ 2147483646 w 602"/>
              <a:gd name="T3" fmla="*/ 2147483646 h 510"/>
              <a:gd name="T4" fmla="*/ 2147483646 w 602"/>
              <a:gd name="T5" fmla="*/ 2147483646 h 510"/>
              <a:gd name="T6" fmla="*/ 0 w 602"/>
              <a:gd name="T7" fmla="*/ 2147483646 h 510"/>
              <a:gd name="T8" fmla="*/ 0 w 602"/>
              <a:gd name="T9" fmla="*/ 2147483646 h 510"/>
              <a:gd name="T10" fmla="*/ 2147483646 w 602"/>
              <a:gd name="T11" fmla="*/ 0 h 510"/>
              <a:gd name="T12" fmla="*/ 2147483646 w 602"/>
              <a:gd name="T13" fmla="*/ 2147483646 h 510"/>
              <a:gd name="T14" fmla="*/ 2147483646 w 602"/>
              <a:gd name="T15" fmla="*/ 2147483646 h 510"/>
              <a:gd name="T16" fmla="*/ 2147483646 w 602"/>
              <a:gd name="T17" fmla="*/ 2147483646 h 510"/>
              <a:gd name="T18" fmla="*/ 2147483646 w 602"/>
              <a:gd name="T19" fmla="*/ 2147483646 h 510"/>
              <a:gd name="T20" fmla="*/ 2147483646 w 602"/>
              <a:gd name="T21" fmla="*/ 2147483646 h 510"/>
              <a:gd name="T22" fmla="*/ 2147483646 w 602"/>
              <a:gd name="T23" fmla="*/ 2147483646 h 510"/>
              <a:gd name="T24" fmla="*/ 2147483646 w 602"/>
              <a:gd name="T25" fmla="*/ 2147483646 h 510"/>
              <a:gd name="T26" fmla="*/ 2147483646 w 602"/>
              <a:gd name="T27" fmla="*/ 2147483646 h 510"/>
              <a:gd name="T28" fmla="*/ 2147483646 w 602"/>
              <a:gd name="T29" fmla="*/ 2147483646 h 510"/>
              <a:gd name="T30" fmla="*/ 2147483646 w 602"/>
              <a:gd name="T31" fmla="*/ 2147483646 h 510"/>
              <a:gd name="T32" fmla="*/ 2147483646 w 602"/>
              <a:gd name="T33" fmla="*/ 2147483646 h 510"/>
              <a:gd name="T34" fmla="*/ 2147483646 w 602"/>
              <a:gd name="T35" fmla="*/ 2147483646 h 510"/>
              <a:gd name="T36" fmla="*/ 2147483646 w 602"/>
              <a:gd name="T37" fmla="*/ 2147483646 h 510"/>
              <a:gd name="T38" fmla="*/ 2147483646 w 602"/>
              <a:gd name="T39" fmla="*/ 2147483646 h 510"/>
              <a:gd name="T40" fmla="*/ 2147483646 w 602"/>
              <a:gd name="T41" fmla="*/ 2147483646 h 510"/>
              <a:gd name="T42" fmla="*/ 2147483646 w 602"/>
              <a:gd name="T43" fmla="*/ 2147483646 h 510"/>
              <a:gd name="T44" fmla="*/ 2147483646 w 602"/>
              <a:gd name="T45" fmla="*/ 2147483646 h 510"/>
              <a:gd name="T46" fmla="*/ 2147483646 w 602"/>
              <a:gd name="T47" fmla="*/ 2147483646 h 510"/>
              <a:gd name="T48" fmla="*/ 2147483646 w 602"/>
              <a:gd name="T49" fmla="*/ 2147483646 h 510"/>
              <a:gd name="T50" fmla="*/ 2147483646 w 602"/>
              <a:gd name="T51" fmla="*/ 2147483646 h 510"/>
              <a:gd name="T52" fmla="*/ 2147483646 w 602"/>
              <a:gd name="T53" fmla="*/ 2147483646 h 510"/>
              <a:gd name="T54" fmla="*/ 2147483646 w 602"/>
              <a:gd name="T55" fmla="*/ 2147483646 h 510"/>
              <a:gd name="T56" fmla="*/ 2147483646 w 602"/>
              <a:gd name="T57" fmla="*/ 2147483646 h 510"/>
              <a:gd name="T58" fmla="*/ 2147483646 w 602"/>
              <a:gd name="T59" fmla="*/ 2147483646 h 510"/>
              <a:gd name="T60" fmla="*/ 2147483646 w 602"/>
              <a:gd name="T61" fmla="*/ 2147483646 h 510"/>
              <a:gd name="T62" fmla="*/ 2147483646 w 602"/>
              <a:gd name="T63" fmla="*/ 2147483646 h 510"/>
              <a:gd name="T64" fmla="*/ 2147483646 w 602"/>
              <a:gd name="T65" fmla="*/ 2147483646 h 510"/>
              <a:gd name="T66" fmla="*/ 2147483646 w 602"/>
              <a:gd name="T67" fmla="*/ 2147483646 h 510"/>
              <a:gd name="T68" fmla="*/ 2147483646 w 602"/>
              <a:gd name="T69" fmla="*/ 2147483646 h 510"/>
              <a:gd name="T70" fmla="*/ 2147483646 w 602"/>
              <a:gd name="T71" fmla="*/ 2147483646 h 510"/>
              <a:gd name="T72" fmla="*/ 2147483646 w 602"/>
              <a:gd name="T73" fmla="*/ 2147483646 h 510"/>
              <a:gd name="T74" fmla="*/ 2147483646 w 602"/>
              <a:gd name="T75" fmla="*/ 2147483646 h 510"/>
              <a:gd name="T76" fmla="*/ 2147483646 w 602"/>
              <a:gd name="T77" fmla="*/ 2147483646 h 510"/>
              <a:gd name="T78" fmla="*/ 2147483646 w 602"/>
              <a:gd name="T79" fmla="*/ 2147483646 h 510"/>
              <a:gd name="T80" fmla="*/ 2147483646 w 602"/>
              <a:gd name="T81" fmla="*/ 2147483646 h 510"/>
              <a:gd name="T82" fmla="*/ 2147483646 w 602"/>
              <a:gd name="T83" fmla="*/ 2147483646 h 510"/>
              <a:gd name="T84" fmla="*/ 2147483646 w 602"/>
              <a:gd name="T85" fmla="*/ 2147483646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15" name="Freeform 76">
            <a:extLst>
              <a:ext uri="{FF2B5EF4-FFF2-40B4-BE49-F238E27FC236}">
                <a16:creationId xmlns:a16="http://schemas.microsoft.com/office/drawing/2014/main" id="{E013D1BB-A376-ABBD-A9A9-EB58B2693655}"/>
              </a:ext>
            </a:extLst>
          </p:cNvPr>
          <p:cNvSpPr>
            <a:spLocks noChangeArrowheads="1"/>
          </p:cNvSpPr>
          <p:nvPr/>
        </p:nvSpPr>
        <p:spPr bwMode="auto">
          <a:xfrm>
            <a:off x="8219772" y="4887926"/>
            <a:ext cx="545644" cy="465402"/>
          </a:xfrm>
          <a:custGeom>
            <a:avLst/>
            <a:gdLst>
              <a:gd name="T0" fmla="*/ 2147483646 w 601"/>
              <a:gd name="T1" fmla="*/ 2147483646 h 510"/>
              <a:gd name="T2" fmla="*/ 2147483646 w 601"/>
              <a:gd name="T3" fmla="*/ 2147483646 h 510"/>
              <a:gd name="T4" fmla="*/ 2147483646 w 601"/>
              <a:gd name="T5" fmla="*/ 2147483646 h 510"/>
              <a:gd name="T6" fmla="*/ 2147483646 w 601"/>
              <a:gd name="T7" fmla="*/ 2147483646 h 510"/>
              <a:gd name="T8" fmla="*/ 2147483646 w 601"/>
              <a:gd name="T9" fmla="*/ 2147483646 h 510"/>
              <a:gd name="T10" fmla="*/ 2147483646 w 601"/>
              <a:gd name="T11" fmla="*/ 2147483646 h 510"/>
              <a:gd name="T12" fmla="*/ 2147483646 w 601"/>
              <a:gd name="T13" fmla="*/ 2147483646 h 510"/>
              <a:gd name="T14" fmla="*/ 2147483646 w 601"/>
              <a:gd name="T15" fmla="*/ 2147483646 h 510"/>
              <a:gd name="T16" fmla="*/ 2147483646 w 601"/>
              <a:gd name="T17" fmla="*/ 2147483646 h 510"/>
              <a:gd name="T18" fmla="*/ 2147483646 w 601"/>
              <a:gd name="T19" fmla="*/ 2147483646 h 510"/>
              <a:gd name="T20" fmla="*/ 2147483646 w 601"/>
              <a:gd name="T21" fmla="*/ 2147483646 h 510"/>
              <a:gd name="T22" fmla="*/ 2147483646 w 601"/>
              <a:gd name="T23" fmla="*/ 2147483646 h 510"/>
              <a:gd name="T24" fmla="*/ 2147483646 w 601"/>
              <a:gd name="T25" fmla="*/ 2147483646 h 510"/>
              <a:gd name="T26" fmla="*/ 2147483646 w 601"/>
              <a:gd name="T27" fmla="*/ 2147483646 h 510"/>
              <a:gd name="T28" fmla="*/ 2147483646 w 601"/>
              <a:gd name="T29" fmla="*/ 2147483646 h 510"/>
              <a:gd name="T30" fmla="*/ 2147483646 w 601"/>
              <a:gd name="T31" fmla="*/ 2147483646 h 510"/>
              <a:gd name="T32" fmla="*/ 2147483646 w 601"/>
              <a:gd name="T33" fmla="*/ 2147483646 h 510"/>
              <a:gd name="T34" fmla="*/ 2147483646 w 601"/>
              <a:gd name="T35" fmla="*/ 2147483646 h 510"/>
              <a:gd name="T36" fmla="*/ 0 w 601"/>
              <a:gd name="T37" fmla="*/ 2147483646 h 510"/>
              <a:gd name="T38" fmla="*/ 0 w 601"/>
              <a:gd name="T39" fmla="*/ 2147483646 h 510"/>
              <a:gd name="T40" fmla="*/ 2147483646 w 601"/>
              <a:gd name="T41" fmla="*/ 0 h 510"/>
              <a:gd name="T42" fmla="*/ 2147483646 w 601"/>
              <a:gd name="T43" fmla="*/ 2147483646 h 510"/>
              <a:gd name="T44" fmla="*/ 2147483646 w 601"/>
              <a:gd name="T45" fmla="*/ 2147483646 h 510"/>
              <a:gd name="T46" fmla="*/ 2147483646 w 601"/>
              <a:gd name="T47" fmla="*/ 2147483646 h 510"/>
              <a:gd name="T48" fmla="*/ 2147483646 w 601"/>
              <a:gd name="T49" fmla="*/ 2147483646 h 510"/>
              <a:gd name="T50" fmla="*/ 2147483646 w 601"/>
              <a:gd name="T51" fmla="*/ 2147483646 h 510"/>
              <a:gd name="T52" fmla="*/ 2147483646 w 601"/>
              <a:gd name="T53" fmla="*/ 2147483646 h 510"/>
              <a:gd name="T54" fmla="*/ 2147483646 w 601"/>
              <a:gd name="T55" fmla="*/ 2147483646 h 510"/>
              <a:gd name="T56" fmla="*/ 2147483646 w 601"/>
              <a:gd name="T57" fmla="*/ 2147483646 h 510"/>
              <a:gd name="T58" fmla="*/ 2147483646 w 601"/>
              <a:gd name="T59" fmla="*/ 2147483646 h 510"/>
              <a:gd name="T60" fmla="*/ 2147483646 w 601"/>
              <a:gd name="T61" fmla="*/ 2147483646 h 510"/>
              <a:gd name="T62" fmla="*/ 2147483646 w 601"/>
              <a:gd name="T63" fmla="*/ 2147483646 h 510"/>
              <a:gd name="T64" fmla="*/ 2147483646 w 601"/>
              <a:gd name="T65" fmla="*/ 2147483646 h 510"/>
              <a:gd name="T66" fmla="*/ 2147483646 w 601"/>
              <a:gd name="T67" fmla="*/ 2147483646 h 510"/>
              <a:gd name="T68" fmla="*/ 2147483646 w 601"/>
              <a:gd name="T69" fmla="*/ 2147483646 h 510"/>
              <a:gd name="T70" fmla="*/ 2147483646 w 601"/>
              <a:gd name="T71" fmla="*/ 2147483646 h 51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1" h="510">
                <a:moveTo>
                  <a:pt x="586" y="177"/>
                </a:moveTo>
                <a:lnTo>
                  <a:pt x="586" y="177"/>
                </a:lnTo>
                <a:cubicBezTo>
                  <a:pt x="346" y="347"/>
                  <a:pt x="346" y="347"/>
                  <a:pt x="346" y="347"/>
                </a:cubicBezTo>
                <a:cubicBezTo>
                  <a:pt x="339" y="347"/>
                  <a:pt x="332" y="354"/>
                  <a:pt x="325" y="354"/>
                </a:cubicBezTo>
                <a:cubicBezTo>
                  <a:pt x="325" y="354"/>
                  <a:pt x="318" y="347"/>
                  <a:pt x="311" y="347"/>
                </a:cubicBezTo>
                <a:cubicBezTo>
                  <a:pt x="183" y="262"/>
                  <a:pt x="183" y="262"/>
                  <a:pt x="183" y="262"/>
                </a:cubicBezTo>
                <a:cubicBezTo>
                  <a:pt x="56" y="339"/>
                  <a:pt x="56" y="339"/>
                  <a:pt x="56" y="339"/>
                </a:cubicBezTo>
                <a:cubicBezTo>
                  <a:pt x="56" y="452"/>
                  <a:pt x="56" y="452"/>
                  <a:pt x="56" y="452"/>
                </a:cubicBezTo>
                <a:cubicBezTo>
                  <a:pt x="572" y="452"/>
                  <a:pt x="572" y="452"/>
                  <a:pt x="572" y="452"/>
                </a:cubicBezTo>
                <a:cubicBezTo>
                  <a:pt x="586" y="452"/>
                  <a:pt x="600" y="467"/>
                  <a:pt x="600" y="481"/>
                </a:cubicBezTo>
                <a:cubicBezTo>
                  <a:pt x="600" y="502"/>
                  <a:pt x="586" y="509"/>
                  <a:pt x="572" y="509"/>
                </a:cubicBezTo>
                <a:cubicBezTo>
                  <a:pt x="28" y="509"/>
                  <a:pt x="28" y="509"/>
                  <a:pt x="28" y="509"/>
                </a:cubicBezTo>
                <a:cubicBezTo>
                  <a:pt x="7" y="509"/>
                  <a:pt x="0" y="502"/>
                  <a:pt x="0" y="481"/>
                </a:cubicBezTo>
                <a:cubicBezTo>
                  <a:pt x="0" y="28"/>
                  <a:pt x="0" y="28"/>
                  <a:pt x="0" y="28"/>
                </a:cubicBezTo>
                <a:cubicBezTo>
                  <a:pt x="0" y="14"/>
                  <a:pt x="7" y="0"/>
                  <a:pt x="28" y="0"/>
                </a:cubicBezTo>
                <a:cubicBezTo>
                  <a:pt x="42" y="0"/>
                  <a:pt x="56" y="14"/>
                  <a:pt x="56" y="28"/>
                </a:cubicBezTo>
                <a:cubicBezTo>
                  <a:pt x="56" y="276"/>
                  <a:pt x="56" y="276"/>
                  <a:pt x="56" y="276"/>
                </a:cubicBezTo>
                <a:cubicBezTo>
                  <a:pt x="169" y="205"/>
                  <a:pt x="169" y="205"/>
                  <a:pt x="169" y="205"/>
                </a:cubicBezTo>
                <a:cubicBezTo>
                  <a:pt x="176" y="205"/>
                  <a:pt x="183" y="198"/>
                  <a:pt x="183" y="198"/>
                </a:cubicBezTo>
                <a:cubicBezTo>
                  <a:pt x="191" y="198"/>
                  <a:pt x="198" y="205"/>
                  <a:pt x="205" y="205"/>
                </a:cubicBezTo>
                <a:cubicBezTo>
                  <a:pt x="325" y="290"/>
                  <a:pt x="325" y="290"/>
                  <a:pt x="325" y="290"/>
                </a:cubicBezTo>
                <a:cubicBezTo>
                  <a:pt x="558" y="127"/>
                  <a:pt x="558" y="127"/>
                  <a:pt x="558" y="127"/>
                </a:cubicBezTo>
                <a:cubicBezTo>
                  <a:pt x="558" y="127"/>
                  <a:pt x="565" y="127"/>
                  <a:pt x="572" y="127"/>
                </a:cubicBezTo>
                <a:cubicBezTo>
                  <a:pt x="586" y="127"/>
                  <a:pt x="600" y="134"/>
                  <a:pt x="600" y="156"/>
                </a:cubicBezTo>
                <a:cubicBezTo>
                  <a:pt x="600" y="163"/>
                  <a:pt x="593" y="170"/>
                  <a:pt x="586" y="177"/>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16" name="Freeform 77">
            <a:extLst>
              <a:ext uri="{FF2B5EF4-FFF2-40B4-BE49-F238E27FC236}">
                <a16:creationId xmlns:a16="http://schemas.microsoft.com/office/drawing/2014/main" id="{4EC56DAD-AA9B-421F-9F43-FD22CC83E09E}"/>
              </a:ext>
            </a:extLst>
          </p:cNvPr>
          <p:cNvSpPr>
            <a:spLocks noChangeArrowheads="1"/>
          </p:cNvSpPr>
          <p:nvPr/>
        </p:nvSpPr>
        <p:spPr bwMode="auto">
          <a:xfrm>
            <a:off x="7256871" y="4851818"/>
            <a:ext cx="553668" cy="549655"/>
          </a:xfrm>
          <a:custGeom>
            <a:avLst/>
            <a:gdLst>
              <a:gd name="T0" fmla="*/ 2147483646 w 608"/>
              <a:gd name="T1" fmla="*/ 2147483646 h 602"/>
              <a:gd name="T2" fmla="*/ 2147483646 w 608"/>
              <a:gd name="T3" fmla="*/ 2147483646 h 602"/>
              <a:gd name="T4" fmla="*/ 0 w 608"/>
              <a:gd name="T5" fmla="*/ 2147483646 h 602"/>
              <a:gd name="T6" fmla="*/ 2147483646 w 608"/>
              <a:gd name="T7" fmla="*/ 0 h 602"/>
              <a:gd name="T8" fmla="*/ 2147483646 w 608"/>
              <a:gd name="T9" fmla="*/ 2147483646 h 602"/>
              <a:gd name="T10" fmla="*/ 2147483646 w 608"/>
              <a:gd name="T11" fmla="*/ 2147483646 h 602"/>
              <a:gd name="T12" fmla="*/ 2147483646 w 608"/>
              <a:gd name="T13" fmla="*/ 2147483646 h 602"/>
              <a:gd name="T14" fmla="*/ 2147483646 w 608"/>
              <a:gd name="T15" fmla="*/ 2147483646 h 602"/>
              <a:gd name="T16" fmla="*/ 2147483646 w 608"/>
              <a:gd name="T17" fmla="*/ 2147483646 h 602"/>
              <a:gd name="T18" fmla="*/ 2147483646 w 608"/>
              <a:gd name="T19" fmla="*/ 2147483646 h 602"/>
              <a:gd name="T20" fmla="*/ 2147483646 w 608"/>
              <a:gd name="T21" fmla="*/ 2147483646 h 6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08" h="602">
                <a:moveTo>
                  <a:pt x="304" y="601"/>
                </a:moveTo>
                <a:lnTo>
                  <a:pt x="304" y="601"/>
                </a:lnTo>
                <a:cubicBezTo>
                  <a:pt x="134" y="601"/>
                  <a:pt x="0" y="466"/>
                  <a:pt x="0" y="297"/>
                </a:cubicBezTo>
                <a:cubicBezTo>
                  <a:pt x="0" y="134"/>
                  <a:pt x="134" y="0"/>
                  <a:pt x="304" y="0"/>
                </a:cubicBezTo>
                <a:cubicBezTo>
                  <a:pt x="473" y="0"/>
                  <a:pt x="607" y="134"/>
                  <a:pt x="607" y="297"/>
                </a:cubicBezTo>
                <a:cubicBezTo>
                  <a:pt x="607" y="466"/>
                  <a:pt x="473" y="601"/>
                  <a:pt x="304" y="601"/>
                </a:cubicBezTo>
                <a:close/>
                <a:moveTo>
                  <a:pt x="127" y="127"/>
                </a:moveTo>
                <a:lnTo>
                  <a:pt x="127" y="127"/>
                </a:lnTo>
                <a:cubicBezTo>
                  <a:pt x="304" y="297"/>
                  <a:pt x="304" y="297"/>
                  <a:pt x="304" y="297"/>
                </a:cubicBezTo>
                <a:cubicBezTo>
                  <a:pt x="304" y="56"/>
                  <a:pt x="304" y="56"/>
                  <a:pt x="304" y="56"/>
                </a:cubicBezTo>
                <a:cubicBezTo>
                  <a:pt x="233" y="56"/>
                  <a:pt x="176" y="85"/>
                  <a:pt x="127" y="12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17" name="Freeform 78">
            <a:extLst>
              <a:ext uri="{FF2B5EF4-FFF2-40B4-BE49-F238E27FC236}">
                <a16:creationId xmlns:a16="http://schemas.microsoft.com/office/drawing/2014/main" id="{00FD586C-2392-B989-E51E-564D734588F8}"/>
              </a:ext>
            </a:extLst>
          </p:cNvPr>
          <p:cNvSpPr>
            <a:spLocks noChangeArrowheads="1"/>
          </p:cNvSpPr>
          <p:nvPr/>
        </p:nvSpPr>
        <p:spPr bwMode="auto">
          <a:xfrm>
            <a:off x="6297983" y="4851818"/>
            <a:ext cx="545644" cy="549655"/>
          </a:xfrm>
          <a:custGeom>
            <a:avLst/>
            <a:gdLst>
              <a:gd name="T0" fmla="*/ 2147483646 w 601"/>
              <a:gd name="T1" fmla="*/ 2147483646 h 602"/>
              <a:gd name="T2" fmla="*/ 2147483646 w 601"/>
              <a:gd name="T3" fmla="*/ 2147483646 h 602"/>
              <a:gd name="T4" fmla="*/ 0 w 601"/>
              <a:gd name="T5" fmla="*/ 2147483646 h 602"/>
              <a:gd name="T6" fmla="*/ 2147483646 w 601"/>
              <a:gd name="T7" fmla="*/ 0 h 602"/>
              <a:gd name="T8" fmla="*/ 2147483646 w 601"/>
              <a:gd name="T9" fmla="*/ 2147483646 h 602"/>
              <a:gd name="T10" fmla="*/ 2147483646 w 601"/>
              <a:gd name="T11" fmla="*/ 2147483646 h 602"/>
              <a:gd name="T12" fmla="*/ 2147483646 w 601"/>
              <a:gd name="T13" fmla="*/ 2147483646 h 602"/>
              <a:gd name="T14" fmla="*/ 2147483646 w 601"/>
              <a:gd name="T15" fmla="*/ 2147483646 h 602"/>
              <a:gd name="T16" fmla="*/ 2147483646 w 601"/>
              <a:gd name="T17" fmla="*/ 2147483646 h 602"/>
              <a:gd name="T18" fmla="*/ 2147483646 w 601"/>
              <a:gd name="T19" fmla="*/ 2147483646 h 602"/>
              <a:gd name="T20" fmla="*/ 2147483646 w 601"/>
              <a:gd name="T21" fmla="*/ 2147483646 h 6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01" h="602">
                <a:moveTo>
                  <a:pt x="304" y="601"/>
                </a:moveTo>
                <a:lnTo>
                  <a:pt x="304" y="601"/>
                </a:lnTo>
                <a:cubicBezTo>
                  <a:pt x="134" y="601"/>
                  <a:pt x="0" y="466"/>
                  <a:pt x="0" y="297"/>
                </a:cubicBezTo>
                <a:cubicBezTo>
                  <a:pt x="0" y="134"/>
                  <a:pt x="134" y="0"/>
                  <a:pt x="304" y="0"/>
                </a:cubicBezTo>
                <a:cubicBezTo>
                  <a:pt x="466" y="0"/>
                  <a:pt x="600" y="134"/>
                  <a:pt x="600" y="297"/>
                </a:cubicBezTo>
                <a:cubicBezTo>
                  <a:pt x="600" y="466"/>
                  <a:pt x="466" y="601"/>
                  <a:pt x="304" y="601"/>
                </a:cubicBezTo>
                <a:close/>
                <a:moveTo>
                  <a:pt x="56" y="297"/>
                </a:moveTo>
                <a:lnTo>
                  <a:pt x="56" y="297"/>
                </a:lnTo>
                <a:cubicBezTo>
                  <a:pt x="304" y="297"/>
                  <a:pt x="304" y="297"/>
                  <a:pt x="304" y="297"/>
                </a:cubicBezTo>
                <a:cubicBezTo>
                  <a:pt x="304" y="56"/>
                  <a:pt x="304" y="56"/>
                  <a:pt x="304" y="56"/>
                </a:cubicBezTo>
                <a:cubicBezTo>
                  <a:pt x="169" y="56"/>
                  <a:pt x="56" y="162"/>
                  <a:pt x="56" y="29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18" name="Freeform 79">
            <a:extLst>
              <a:ext uri="{FF2B5EF4-FFF2-40B4-BE49-F238E27FC236}">
                <a16:creationId xmlns:a16="http://schemas.microsoft.com/office/drawing/2014/main" id="{52F459AB-F42C-C854-F07C-E7E41B07DF25}"/>
              </a:ext>
            </a:extLst>
          </p:cNvPr>
          <p:cNvSpPr>
            <a:spLocks noChangeArrowheads="1"/>
          </p:cNvSpPr>
          <p:nvPr/>
        </p:nvSpPr>
        <p:spPr bwMode="auto">
          <a:xfrm>
            <a:off x="5339093" y="4851818"/>
            <a:ext cx="545644" cy="549655"/>
          </a:xfrm>
          <a:custGeom>
            <a:avLst/>
            <a:gdLst>
              <a:gd name="T0" fmla="*/ 2147483646 w 601"/>
              <a:gd name="T1" fmla="*/ 2147483646 h 602"/>
              <a:gd name="T2" fmla="*/ 2147483646 w 601"/>
              <a:gd name="T3" fmla="*/ 2147483646 h 602"/>
              <a:gd name="T4" fmla="*/ 0 w 601"/>
              <a:gd name="T5" fmla="*/ 2147483646 h 602"/>
              <a:gd name="T6" fmla="*/ 2147483646 w 601"/>
              <a:gd name="T7" fmla="*/ 0 h 602"/>
              <a:gd name="T8" fmla="*/ 2147483646 w 601"/>
              <a:gd name="T9" fmla="*/ 2147483646 h 602"/>
              <a:gd name="T10" fmla="*/ 2147483646 w 601"/>
              <a:gd name="T11" fmla="*/ 2147483646 h 602"/>
              <a:gd name="T12" fmla="*/ 2147483646 w 601"/>
              <a:gd name="T13" fmla="*/ 2147483646 h 602"/>
              <a:gd name="T14" fmla="*/ 2147483646 w 601"/>
              <a:gd name="T15" fmla="*/ 2147483646 h 602"/>
              <a:gd name="T16" fmla="*/ 2147483646 w 601"/>
              <a:gd name="T17" fmla="*/ 2147483646 h 602"/>
              <a:gd name="T18" fmla="*/ 2147483646 w 601"/>
              <a:gd name="T19" fmla="*/ 2147483646 h 602"/>
              <a:gd name="T20" fmla="*/ 2147483646 w 601"/>
              <a:gd name="T21" fmla="*/ 2147483646 h 602"/>
              <a:gd name="T22" fmla="*/ 2147483646 w 601"/>
              <a:gd name="T23" fmla="*/ 2147483646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1" h="602">
                <a:moveTo>
                  <a:pt x="296" y="601"/>
                </a:moveTo>
                <a:lnTo>
                  <a:pt x="296" y="601"/>
                </a:lnTo>
                <a:cubicBezTo>
                  <a:pt x="134" y="601"/>
                  <a:pt x="0" y="466"/>
                  <a:pt x="0" y="297"/>
                </a:cubicBezTo>
                <a:cubicBezTo>
                  <a:pt x="0" y="134"/>
                  <a:pt x="134" y="0"/>
                  <a:pt x="296" y="0"/>
                </a:cubicBezTo>
                <a:cubicBezTo>
                  <a:pt x="466" y="0"/>
                  <a:pt x="600" y="134"/>
                  <a:pt x="600" y="297"/>
                </a:cubicBezTo>
                <a:cubicBezTo>
                  <a:pt x="600" y="466"/>
                  <a:pt x="466" y="601"/>
                  <a:pt x="296" y="601"/>
                </a:cubicBezTo>
                <a:close/>
                <a:moveTo>
                  <a:pt x="56" y="297"/>
                </a:moveTo>
                <a:lnTo>
                  <a:pt x="56" y="297"/>
                </a:lnTo>
                <a:cubicBezTo>
                  <a:pt x="56" y="367"/>
                  <a:pt x="84" y="431"/>
                  <a:pt x="127" y="473"/>
                </a:cubicBezTo>
                <a:cubicBezTo>
                  <a:pt x="296" y="297"/>
                  <a:pt x="296" y="297"/>
                  <a:pt x="296" y="297"/>
                </a:cubicBezTo>
                <a:cubicBezTo>
                  <a:pt x="296" y="56"/>
                  <a:pt x="296" y="56"/>
                  <a:pt x="296" y="56"/>
                </a:cubicBezTo>
                <a:cubicBezTo>
                  <a:pt x="162" y="56"/>
                  <a:pt x="56" y="162"/>
                  <a:pt x="56" y="29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19" name="Freeform 80">
            <a:extLst>
              <a:ext uri="{FF2B5EF4-FFF2-40B4-BE49-F238E27FC236}">
                <a16:creationId xmlns:a16="http://schemas.microsoft.com/office/drawing/2014/main" id="{1BEFEC05-B593-02B4-CCA4-363E42334361}"/>
              </a:ext>
            </a:extLst>
          </p:cNvPr>
          <p:cNvSpPr>
            <a:spLocks noChangeArrowheads="1"/>
          </p:cNvSpPr>
          <p:nvPr/>
        </p:nvSpPr>
        <p:spPr bwMode="auto">
          <a:xfrm>
            <a:off x="4376191" y="4851818"/>
            <a:ext cx="553668" cy="549655"/>
          </a:xfrm>
          <a:custGeom>
            <a:avLst/>
            <a:gdLst>
              <a:gd name="T0" fmla="*/ 2147483646 w 609"/>
              <a:gd name="T1" fmla="*/ 2147483646 h 602"/>
              <a:gd name="T2" fmla="*/ 2147483646 w 609"/>
              <a:gd name="T3" fmla="*/ 2147483646 h 602"/>
              <a:gd name="T4" fmla="*/ 0 w 609"/>
              <a:gd name="T5" fmla="*/ 2147483646 h 602"/>
              <a:gd name="T6" fmla="*/ 2147483646 w 609"/>
              <a:gd name="T7" fmla="*/ 0 h 602"/>
              <a:gd name="T8" fmla="*/ 2147483646 w 609"/>
              <a:gd name="T9" fmla="*/ 2147483646 h 602"/>
              <a:gd name="T10" fmla="*/ 2147483646 w 609"/>
              <a:gd name="T11" fmla="*/ 2147483646 h 602"/>
              <a:gd name="T12" fmla="*/ 2147483646 w 609"/>
              <a:gd name="T13" fmla="*/ 2147483646 h 602"/>
              <a:gd name="T14" fmla="*/ 2147483646 w 609"/>
              <a:gd name="T15" fmla="*/ 2147483646 h 602"/>
              <a:gd name="T16" fmla="*/ 2147483646 w 609"/>
              <a:gd name="T17" fmla="*/ 2147483646 h 602"/>
              <a:gd name="T18" fmla="*/ 2147483646 w 609"/>
              <a:gd name="T19" fmla="*/ 2147483646 h 602"/>
              <a:gd name="T20" fmla="*/ 2147483646 w 609"/>
              <a:gd name="T21" fmla="*/ 2147483646 h 6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09" h="602">
                <a:moveTo>
                  <a:pt x="304" y="601"/>
                </a:moveTo>
                <a:lnTo>
                  <a:pt x="304" y="601"/>
                </a:lnTo>
                <a:cubicBezTo>
                  <a:pt x="135" y="601"/>
                  <a:pt x="0" y="466"/>
                  <a:pt x="0" y="297"/>
                </a:cubicBezTo>
                <a:cubicBezTo>
                  <a:pt x="0" y="134"/>
                  <a:pt x="135" y="0"/>
                  <a:pt x="304" y="0"/>
                </a:cubicBezTo>
                <a:cubicBezTo>
                  <a:pt x="474" y="0"/>
                  <a:pt x="608" y="134"/>
                  <a:pt x="608" y="297"/>
                </a:cubicBezTo>
                <a:cubicBezTo>
                  <a:pt x="608" y="466"/>
                  <a:pt x="474" y="601"/>
                  <a:pt x="304" y="601"/>
                </a:cubicBezTo>
                <a:close/>
                <a:moveTo>
                  <a:pt x="57" y="297"/>
                </a:moveTo>
                <a:lnTo>
                  <a:pt x="57" y="297"/>
                </a:lnTo>
                <a:cubicBezTo>
                  <a:pt x="57" y="431"/>
                  <a:pt x="170" y="544"/>
                  <a:pt x="304" y="544"/>
                </a:cubicBezTo>
                <a:cubicBezTo>
                  <a:pt x="304" y="56"/>
                  <a:pt x="304" y="56"/>
                  <a:pt x="304" y="56"/>
                </a:cubicBezTo>
                <a:cubicBezTo>
                  <a:pt x="170" y="56"/>
                  <a:pt x="57" y="162"/>
                  <a:pt x="57" y="29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20" name="Freeform 81">
            <a:extLst>
              <a:ext uri="{FF2B5EF4-FFF2-40B4-BE49-F238E27FC236}">
                <a16:creationId xmlns:a16="http://schemas.microsoft.com/office/drawing/2014/main" id="{46BEFD00-7BD3-E2D1-E64D-21A10B579E50}"/>
              </a:ext>
            </a:extLst>
          </p:cNvPr>
          <p:cNvSpPr>
            <a:spLocks noChangeArrowheads="1"/>
          </p:cNvSpPr>
          <p:nvPr/>
        </p:nvSpPr>
        <p:spPr bwMode="auto">
          <a:xfrm>
            <a:off x="3417304" y="4851818"/>
            <a:ext cx="549655" cy="549655"/>
          </a:xfrm>
          <a:custGeom>
            <a:avLst/>
            <a:gdLst>
              <a:gd name="T0" fmla="*/ 2147483646 w 602"/>
              <a:gd name="T1" fmla="*/ 2147483646 h 602"/>
              <a:gd name="T2" fmla="*/ 2147483646 w 602"/>
              <a:gd name="T3" fmla="*/ 2147483646 h 602"/>
              <a:gd name="T4" fmla="*/ 0 w 602"/>
              <a:gd name="T5" fmla="*/ 2147483646 h 602"/>
              <a:gd name="T6" fmla="*/ 2147483646 w 602"/>
              <a:gd name="T7" fmla="*/ 0 h 602"/>
              <a:gd name="T8" fmla="*/ 2147483646 w 602"/>
              <a:gd name="T9" fmla="*/ 2147483646 h 602"/>
              <a:gd name="T10" fmla="*/ 2147483646 w 602"/>
              <a:gd name="T11" fmla="*/ 2147483646 h 602"/>
              <a:gd name="T12" fmla="*/ 2147483646 w 602"/>
              <a:gd name="T13" fmla="*/ 2147483646 h 602"/>
              <a:gd name="T14" fmla="*/ 2147483646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2147483646 w 602"/>
              <a:gd name="T25" fmla="*/ 2147483646 h 6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02" h="602">
                <a:moveTo>
                  <a:pt x="304" y="601"/>
                </a:moveTo>
                <a:lnTo>
                  <a:pt x="304" y="601"/>
                </a:lnTo>
                <a:cubicBezTo>
                  <a:pt x="135" y="601"/>
                  <a:pt x="0" y="466"/>
                  <a:pt x="0" y="297"/>
                </a:cubicBezTo>
                <a:cubicBezTo>
                  <a:pt x="0" y="134"/>
                  <a:pt x="135" y="0"/>
                  <a:pt x="304" y="0"/>
                </a:cubicBezTo>
                <a:cubicBezTo>
                  <a:pt x="467" y="0"/>
                  <a:pt x="601" y="134"/>
                  <a:pt x="601" y="297"/>
                </a:cubicBezTo>
                <a:cubicBezTo>
                  <a:pt x="601" y="466"/>
                  <a:pt x="467" y="601"/>
                  <a:pt x="304" y="601"/>
                </a:cubicBezTo>
                <a:close/>
                <a:moveTo>
                  <a:pt x="57" y="297"/>
                </a:moveTo>
                <a:lnTo>
                  <a:pt x="57" y="297"/>
                </a:lnTo>
                <a:cubicBezTo>
                  <a:pt x="57" y="431"/>
                  <a:pt x="170" y="544"/>
                  <a:pt x="304" y="544"/>
                </a:cubicBezTo>
                <a:cubicBezTo>
                  <a:pt x="368" y="544"/>
                  <a:pt x="431" y="516"/>
                  <a:pt x="474" y="473"/>
                </a:cubicBezTo>
                <a:cubicBezTo>
                  <a:pt x="304" y="297"/>
                  <a:pt x="304" y="297"/>
                  <a:pt x="304" y="297"/>
                </a:cubicBezTo>
                <a:cubicBezTo>
                  <a:pt x="304" y="56"/>
                  <a:pt x="304" y="56"/>
                  <a:pt x="304" y="56"/>
                </a:cubicBezTo>
                <a:cubicBezTo>
                  <a:pt x="170" y="56"/>
                  <a:pt x="57" y="162"/>
                  <a:pt x="57" y="29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21" name="Freeform 82">
            <a:extLst>
              <a:ext uri="{FF2B5EF4-FFF2-40B4-BE49-F238E27FC236}">
                <a16:creationId xmlns:a16="http://schemas.microsoft.com/office/drawing/2014/main" id="{A1536313-111E-E022-E194-E880729935DB}"/>
              </a:ext>
            </a:extLst>
          </p:cNvPr>
          <p:cNvSpPr>
            <a:spLocks noChangeArrowheads="1"/>
          </p:cNvSpPr>
          <p:nvPr/>
        </p:nvSpPr>
        <p:spPr bwMode="auto">
          <a:xfrm>
            <a:off x="2458413" y="4851818"/>
            <a:ext cx="549657" cy="549655"/>
          </a:xfrm>
          <a:custGeom>
            <a:avLst/>
            <a:gdLst>
              <a:gd name="T0" fmla="*/ 2147483646 w 602"/>
              <a:gd name="T1" fmla="*/ 2147483646 h 602"/>
              <a:gd name="T2" fmla="*/ 2147483646 w 602"/>
              <a:gd name="T3" fmla="*/ 2147483646 h 602"/>
              <a:gd name="T4" fmla="*/ 0 w 602"/>
              <a:gd name="T5" fmla="*/ 2147483646 h 602"/>
              <a:gd name="T6" fmla="*/ 2147483646 w 602"/>
              <a:gd name="T7" fmla="*/ 0 h 602"/>
              <a:gd name="T8" fmla="*/ 2147483646 w 602"/>
              <a:gd name="T9" fmla="*/ 2147483646 h 602"/>
              <a:gd name="T10" fmla="*/ 2147483646 w 602"/>
              <a:gd name="T11" fmla="*/ 2147483646 h 602"/>
              <a:gd name="T12" fmla="*/ 2147483646 w 602"/>
              <a:gd name="T13" fmla="*/ 2147483646 h 602"/>
              <a:gd name="T14" fmla="*/ 2147483646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2147483646 w 602"/>
              <a:gd name="T25" fmla="*/ 2147483646 h 602"/>
              <a:gd name="T26" fmla="*/ 2147483646 w 602"/>
              <a:gd name="T27" fmla="*/ 2147483646 h 6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2" h="602">
                <a:moveTo>
                  <a:pt x="297" y="601"/>
                </a:moveTo>
                <a:lnTo>
                  <a:pt x="297" y="601"/>
                </a:lnTo>
                <a:cubicBezTo>
                  <a:pt x="135" y="601"/>
                  <a:pt x="0" y="466"/>
                  <a:pt x="0" y="297"/>
                </a:cubicBezTo>
                <a:cubicBezTo>
                  <a:pt x="0" y="134"/>
                  <a:pt x="135" y="0"/>
                  <a:pt x="297" y="0"/>
                </a:cubicBezTo>
                <a:cubicBezTo>
                  <a:pt x="467" y="0"/>
                  <a:pt x="601" y="134"/>
                  <a:pt x="601" y="297"/>
                </a:cubicBezTo>
                <a:cubicBezTo>
                  <a:pt x="601" y="466"/>
                  <a:pt x="467" y="601"/>
                  <a:pt x="297" y="601"/>
                </a:cubicBezTo>
                <a:close/>
                <a:moveTo>
                  <a:pt x="57" y="297"/>
                </a:moveTo>
                <a:lnTo>
                  <a:pt x="57" y="297"/>
                </a:lnTo>
                <a:cubicBezTo>
                  <a:pt x="57" y="431"/>
                  <a:pt x="163" y="544"/>
                  <a:pt x="297" y="544"/>
                </a:cubicBezTo>
                <a:cubicBezTo>
                  <a:pt x="431" y="544"/>
                  <a:pt x="544" y="431"/>
                  <a:pt x="544" y="297"/>
                </a:cubicBezTo>
                <a:cubicBezTo>
                  <a:pt x="297" y="297"/>
                  <a:pt x="297" y="297"/>
                  <a:pt x="297" y="297"/>
                </a:cubicBezTo>
                <a:cubicBezTo>
                  <a:pt x="297" y="56"/>
                  <a:pt x="297" y="56"/>
                  <a:pt x="297" y="56"/>
                </a:cubicBezTo>
                <a:cubicBezTo>
                  <a:pt x="163" y="56"/>
                  <a:pt x="57" y="162"/>
                  <a:pt x="57" y="29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22" name="Freeform 83">
            <a:extLst>
              <a:ext uri="{FF2B5EF4-FFF2-40B4-BE49-F238E27FC236}">
                <a16:creationId xmlns:a16="http://schemas.microsoft.com/office/drawing/2014/main" id="{C1431D89-67DB-A01B-E4A5-B7F1BD95CD44}"/>
              </a:ext>
            </a:extLst>
          </p:cNvPr>
          <p:cNvSpPr>
            <a:spLocks noChangeArrowheads="1"/>
          </p:cNvSpPr>
          <p:nvPr/>
        </p:nvSpPr>
        <p:spPr bwMode="auto">
          <a:xfrm>
            <a:off x="1507549" y="4851818"/>
            <a:ext cx="549655" cy="549655"/>
          </a:xfrm>
          <a:custGeom>
            <a:avLst/>
            <a:gdLst>
              <a:gd name="T0" fmla="*/ 2147483646 w 602"/>
              <a:gd name="T1" fmla="*/ 2147483646 h 602"/>
              <a:gd name="T2" fmla="*/ 2147483646 w 602"/>
              <a:gd name="T3" fmla="*/ 2147483646 h 602"/>
              <a:gd name="T4" fmla="*/ 0 w 602"/>
              <a:gd name="T5" fmla="*/ 2147483646 h 602"/>
              <a:gd name="T6" fmla="*/ 2147483646 w 602"/>
              <a:gd name="T7" fmla="*/ 0 h 602"/>
              <a:gd name="T8" fmla="*/ 2147483646 w 602"/>
              <a:gd name="T9" fmla="*/ 2147483646 h 602"/>
              <a:gd name="T10" fmla="*/ 2147483646 w 602"/>
              <a:gd name="T11" fmla="*/ 2147483646 h 602"/>
              <a:gd name="T12" fmla="*/ 2147483646 w 602"/>
              <a:gd name="T13" fmla="*/ 2147483646 h 602"/>
              <a:gd name="T14" fmla="*/ 2147483646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2147483646 w 602"/>
              <a:gd name="T25" fmla="*/ 2147483646 h 602"/>
              <a:gd name="T26" fmla="*/ 2147483646 w 602"/>
              <a:gd name="T27" fmla="*/ 2147483646 h 6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2" h="602">
                <a:moveTo>
                  <a:pt x="297" y="601"/>
                </a:moveTo>
                <a:lnTo>
                  <a:pt x="297" y="601"/>
                </a:lnTo>
                <a:cubicBezTo>
                  <a:pt x="135" y="601"/>
                  <a:pt x="0" y="466"/>
                  <a:pt x="0" y="297"/>
                </a:cubicBezTo>
                <a:cubicBezTo>
                  <a:pt x="0" y="134"/>
                  <a:pt x="135" y="0"/>
                  <a:pt x="297" y="0"/>
                </a:cubicBezTo>
                <a:cubicBezTo>
                  <a:pt x="467" y="0"/>
                  <a:pt x="601" y="134"/>
                  <a:pt x="601" y="297"/>
                </a:cubicBezTo>
                <a:cubicBezTo>
                  <a:pt x="601" y="466"/>
                  <a:pt x="467" y="601"/>
                  <a:pt x="297" y="601"/>
                </a:cubicBezTo>
                <a:close/>
                <a:moveTo>
                  <a:pt x="474" y="127"/>
                </a:moveTo>
                <a:lnTo>
                  <a:pt x="474" y="127"/>
                </a:lnTo>
                <a:cubicBezTo>
                  <a:pt x="297" y="297"/>
                  <a:pt x="297" y="297"/>
                  <a:pt x="297" y="297"/>
                </a:cubicBezTo>
                <a:cubicBezTo>
                  <a:pt x="297" y="56"/>
                  <a:pt x="297" y="56"/>
                  <a:pt x="297" y="56"/>
                </a:cubicBezTo>
                <a:cubicBezTo>
                  <a:pt x="163" y="56"/>
                  <a:pt x="57" y="162"/>
                  <a:pt x="57" y="297"/>
                </a:cubicBezTo>
                <a:cubicBezTo>
                  <a:pt x="57" y="431"/>
                  <a:pt x="163" y="544"/>
                  <a:pt x="297" y="544"/>
                </a:cubicBezTo>
                <a:cubicBezTo>
                  <a:pt x="431" y="544"/>
                  <a:pt x="544" y="431"/>
                  <a:pt x="544" y="297"/>
                </a:cubicBezTo>
                <a:cubicBezTo>
                  <a:pt x="544" y="233"/>
                  <a:pt x="516" y="169"/>
                  <a:pt x="474" y="12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23" name="Freeform 84">
            <a:extLst>
              <a:ext uri="{FF2B5EF4-FFF2-40B4-BE49-F238E27FC236}">
                <a16:creationId xmlns:a16="http://schemas.microsoft.com/office/drawing/2014/main" id="{38B32DF8-7CB4-A74B-A3A2-5D1B60036A36}"/>
              </a:ext>
            </a:extLst>
          </p:cNvPr>
          <p:cNvSpPr>
            <a:spLocks noChangeArrowheads="1"/>
          </p:cNvSpPr>
          <p:nvPr/>
        </p:nvSpPr>
        <p:spPr bwMode="auto">
          <a:xfrm>
            <a:off x="536624" y="4851818"/>
            <a:ext cx="549655" cy="549655"/>
          </a:xfrm>
          <a:custGeom>
            <a:avLst/>
            <a:gdLst>
              <a:gd name="T0" fmla="*/ 2147483646 w 602"/>
              <a:gd name="T1" fmla="*/ 2147483646 h 602"/>
              <a:gd name="T2" fmla="*/ 2147483646 w 602"/>
              <a:gd name="T3" fmla="*/ 2147483646 h 602"/>
              <a:gd name="T4" fmla="*/ 2147483646 w 602"/>
              <a:gd name="T5" fmla="*/ 0 h 602"/>
              <a:gd name="T6" fmla="*/ 2147483646 w 602"/>
              <a:gd name="T7" fmla="*/ 2147483646 h 602"/>
              <a:gd name="T8" fmla="*/ 2147483646 w 602"/>
              <a:gd name="T9" fmla="*/ 2147483646 h 602"/>
              <a:gd name="T10" fmla="*/ 2147483646 w 602"/>
              <a:gd name="T11" fmla="*/ 2147483646 h 602"/>
              <a:gd name="T12" fmla="*/ 2147483646 w 602"/>
              <a:gd name="T13" fmla="*/ 2147483646 h 602"/>
              <a:gd name="T14" fmla="*/ 0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24" name="Freeform 85">
            <a:extLst>
              <a:ext uri="{FF2B5EF4-FFF2-40B4-BE49-F238E27FC236}">
                <a16:creationId xmlns:a16="http://schemas.microsoft.com/office/drawing/2014/main" id="{2AC70966-28CD-E0FA-E544-E4F67B427843}"/>
              </a:ext>
            </a:extLst>
          </p:cNvPr>
          <p:cNvSpPr>
            <a:spLocks noChangeArrowheads="1"/>
          </p:cNvSpPr>
          <p:nvPr/>
        </p:nvSpPr>
        <p:spPr bwMode="auto">
          <a:xfrm>
            <a:off x="11124524" y="3884903"/>
            <a:ext cx="521572" cy="553668"/>
          </a:xfrm>
          <a:custGeom>
            <a:avLst/>
            <a:gdLst>
              <a:gd name="T0" fmla="*/ 2147483646 w 574"/>
              <a:gd name="T1" fmla="*/ 2147483646 h 609"/>
              <a:gd name="T2" fmla="*/ 2147483646 w 574"/>
              <a:gd name="T3" fmla="*/ 2147483646 h 609"/>
              <a:gd name="T4" fmla="*/ 2147483646 w 574"/>
              <a:gd name="T5" fmla="*/ 2147483646 h 609"/>
              <a:gd name="T6" fmla="*/ 2147483646 w 574"/>
              <a:gd name="T7" fmla="*/ 2147483646 h 609"/>
              <a:gd name="T8" fmla="*/ 2147483646 w 574"/>
              <a:gd name="T9" fmla="*/ 2147483646 h 609"/>
              <a:gd name="T10" fmla="*/ 0 w 574"/>
              <a:gd name="T11" fmla="*/ 2147483646 h 609"/>
              <a:gd name="T12" fmla="*/ 2147483646 w 574"/>
              <a:gd name="T13" fmla="*/ 2147483646 h 609"/>
              <a:gd name="T14" fmla="*/ 2147483646 w 574"/>
              <a:gd name="T15" fmla="*/ 2147483646 h 609"/>
              <a:gd name="T16" fmla="*/ 2147483646 w 574"/>
              <a:gd name="T17" fmla="*/ 2147483646 h 609"/>
              <a:gd name="T18" fmla="*/ 2147483646 w 574"/>
              <a:gd name="T19" fmla="*/ 2147483646 h 609"/>
              <a:gd name="T20" fmla="*/ 2147483646 w 574"/>
              <a:gd name="T21" fmla="*/ 2147483646 h 609"/>
              <a:gd name="T22" fmla="*/ 2147483646 w 574"/>
              <a:gd name="T23" fmla="*/ 2147483646 h 609"/>
              <a:gd name="T24" fmla="*/ 2147483646 w 574"/>
              <a:gd name="T25" fmla="*/ 2147483646 h 609"/>
              <a:gd name="T26" fmla="*/ 2147483646 w 574"/>
              <a:gd name="T27" fmla="*/ 2147483646 h 609"/>
              <a:gd name="T28" fmla="*/ 2147483646 w 574"/>
              <a:gd name="T29" fmla="*/ 2147483646 h 609"/>
              <a:gd name="T30" fmla="*/ 2147483646 w 574"/>
              <a:gd name="T31" fmla="*/ 2147483646 h 609"/>
              <a:gd name="T32" fmla="*/ 2147483646 w 574"/>
              <a:gd name="T33" fmla="*/ 2147483646 h 609"/>
              <a:gd name="T34" fmla="*/ 2147483646 w 574"/>
              <a:gd name="T35" fmla="*/ 2147483646 h 609"/>
              <a:gd name="T36" fmla="*/ 2147483646 w 574"/>
              <a:gd name="T37" fmla="*/ 2147483646 h 609"/>
              <a:gd name="T38" fmla="*/ 2147483646 w 574"/>
              <a:gd name="T39" fmla="*/ 2147483646 h 609"/>
              <a:gd name="T40" fmla="*/ 2147483646 w 574"/>
              <a:gd name="T41" fmla="*/ 2147483646 h 609"/>
              <a:gd name="T42" fmla="*/ 2147483646 w 574"/>
              <a:gd name="T43" fmla="*/ 2147483646 h 609"/>
              <a:gd name="T44" fmla="*/ 2147483646 w 574"/>
              <a:gd name="T45" fmla="*/ 2147483646 h 609"/>
              <a:gd name="T46" fmla="*/ 2147483646 w 574"/>
              <a:gd name="T47" fmla="*/ 2147483646 h 609"/>
              <a:gd name="T48" fmla="*/ 2147483646 w 574"/>
              <a:gd name="T49" fmla="*/ 2147483646 h 609"/>
              <a:gd name="T50" fmla="*/ 2147483646 w 574"/>
              <a:gd name="T51" fmla="*/ 2147483646 h 609"/>
              <a:gd name="T52" fmla="*/ 2147483646 w 574"/>
              <a:gd name="T53" fmla="*/ 2147483646 h 609"/>
              <a:gd name="T54" fmla="*/ 2147483646 w 574"/>
              <a:gd name="T55" fmla="*/ 2147483646 h 609"/>
              <a:gd name="T56" fmla="*/ 2147483646 w 574"/>
              <a:gd name="T57" fmla="*/ 2147483646 h 609"/>
              <a:gd name="T58" fmla="*/ 2147483646 w 574"/>
              <a:gd name="T59" fmla="*/ 2147483646 h 609"/>
              <a:gd name="T60" fmla="*/ 2147483646 w 574"/>
              <a:gd name="T61" fmla="*/ 2147483646 h 609"/>
              <a:gd name="T62" fmla="*/ 2147483646 w 574"/>
              <a:gd name="T63" fmla="*/ 0 h 609"/>
              <a:gd name="T64" fmla="*/ 2147483646 w 574"/>
              <a:gd name="T65" fmla="*/ 2147483646 h 609"/>
              <a:gd name="T66" fmla="*/ 2147483646 w 574"/>
              <a:gd name="T67" fmla="*/ 2147483646 h 609"/>
              <a:gd name="T68" fmla="*/ 2147483646 w 574"/>
              <a:gd name="T69" fmla="*/ 2147483646 h 609"/>
              <a:gd name="T70" fmla="*/ 2147483646 w 574"/>
              <a:gd name="T71" fmla="*/ 2147483646 h 609"/>
              <a:gd name="T72" fmla="*/ 2147483646 w 574"/>
              <a:gd name="T73" fmla="*/ 2147483646 h 60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74" h="609">
                <a:moveTo>
                  <a:pt x="573" y="304"/>
                </a:moveTo>
                <a:lnTo>
                  <a:pt x="573" y="304"/>
                </a:lnTo>
                <a:close/>
                <a:moveTo>
                  <a:pt x="269" y="608"/>
                </a:moveTo>
                <a:lnTo>
                  <a:pt x="269" y="608"/>
                </a:lnTo>
                <a:cubicBezTo>
                  <a:pt x="120" y="608"/>
                  <a:pt x="0" y="481"/>
                  <a:pt x="0" y="333"/>
                </a:cubicBezTo>
                <a:cubicBezTo>
                  <a:pt x="0" y="220"/>
                  <a:pt x="71" y="121"/>
                  <a:pt x="170" y="78"/>
                </a:cubicBezTo>
                <a:lnTo>
                  <a:pt x="177" y="78"/>
                </a:lnTo>
                <a:cubicBezTo>
                  <a:pt x="191" y="78"/>
                  <a:pt x="205" y="93"/>
                  <a:pt x="205" y="107"/>
                </a:cubicBezTo>
                <a:cubicBezTo>
                  <a:pt x="205" y="121"/>
                  <a:pt x="198" y="128"/>
                  <a:pt x="184" y="135"/>
                </a:cubicBezTo>
                <a:cubicBezTo>
                  <a:pt x="106" y="163"/>
                  <a:pt x="57" y="241"/>
                  <a:pt x="57" y="333"/>
                </a:cubicBezTo>
                <a:cubicBezTo>
                  <a:pt x="57" y="453"/>
                  <a:pt x="149" y="552"/>
                  <a:pt x="269" y="552"/>
                </a:cubicBezTo>
                <a:cubicBezTo>
                  <a:pt x="389" y="552"/>
                  <a:pt x="488" y="453"/>
                  <a:pt x="488" y="333"/>
                </a:cubicBezTo>
                <a:cubicBezTo>
                  <a:pt x="488" y="241"/>
                  <a:pt x="431" y="163"/>
                  <a:pt x="354" y="135"/>
                </a:cubicBezTo>
                <a:cubicBezTo>
                  <a:pt x="347" y="128"/>
                  <a:pt x="340" y="121"/>
                  <a:pt x="340" y="107"/>
                </a:cubicBezTo>
                <a:cubicBezTo>
                  <a:pt x="340" y="93"/>
                  <a:pt x="347" y="78"/>
                  <a:pt x="368" y="78"/>
                </a:cubicBezTo>
                <a:lnTo>
                  <a:pt x="375" y="78"/>
                </a:lnTo>
                <a:cubicBezTo>
                  <a:pt x="474" y="121"/>
                  <a:pt x="545" y="220"/>
                  <a:pt x="545" y="333"/>
                </a:cubicBezTo>
                <a:cubicBezTo>
                  <a:pt x="545" y="481"/>
                  <a:pt x="424" y="608"/>
                  <a:pt x="269" y="608"/>
                </a:cubicBezTo>
                <a:close/>
                <a:moveTo>
                  <a:pt x="269" y="311"/>
                </a:moveTo>
                <a:lnTo>
                  <a:pt x="269" y="311"/>
                </a:lnTo>
                <a:cubicBezTo>
                  <a:pt x="255" y="311"/>
                  <a:pt x="241" y="304"/>
                  <a:pt x="241" y="283"/>
                </a:cubicBezTo>
                <a:cubicBezTo>
                  <a:pt x="241" y="121"/>
                  <a:pt x="241" y="121"/>
                  <a:pt x="241" y="121"/>
                </a:cubicBezTo>
                <a:cubicBezTo>
                  <a:pt x="241" y="64"/>
                  <a:pt x="241" y="64"/>
                  <a:pt x="241" y="64"/>
                </a:cubicBezTo>
                <a:cubicBezTo>
                  <a:pt x="241" y="29"/>
                  <a:pt x="241" y="29"/>
                  <a:pt x="241" y="29"/>
                </a:cubicBezTo>
                <a:cubicBezTo>
                  <a:pt x="241" y="15"/>
                  <a:pt x="255" y="0"/>
                  <a:pt x="269" y="0"/>
                </a:cubicBezTo>
                <a:cubicBezTo>
                  <a:pt x="290" y="0"/>
                  <a:pt x="297" y="15"/>
                  <a:pt x="297" y="29"/>
                </a:cubicBezTo>
                <a:cubicBezTo>
                  <a:pt x="297" y="114"/>
                  <a:pt x="297" y="114"/>
                  <a:pt x="297" y="114"/>
                </a:cubicBezTo>
                <a:cubicBezTo>
                  <a:pt x="297" y="170"/>
                  <a:pt x="297" y="170"/>
                  <a:pt x="297" y="170"/>
                </a:cubicBezTo>
                <a:cubicBezTo>
                  <a:pt x="297" y="283"/>
                  <a:pt x="297" y="283"/>
                  <a:pt x="297" y="283"/>
                </a:cubicBezTo>
                <a:cubicBezTo>
                  <a:pt x="297" y="304"/>
                  <a:pt x="290" y="311"/>
                  <a:pt x="269" y="31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25" name="Freeform 86">
            <a:extLst>
              <a:ext uri="{FF2B5EF4-FFF2-40B4-BE49-F238E27FC236}">
                <a16:creationId xmlns:a16="http://schemas.microsoft.com/office/drawing/2014/main" id="{751DD125-4333-2BDE-0C1A-6345A89B5A42}"/>
              </a:ext>
            </a:extLst>
          </p:cNvPr>
          <p:cNvSpPr>
            <a:spLocks noChangeArrowheads="1"/>
          </p:cNvSpPr>
          <p:nvPr/>
        </p:nvSpPr>
        <p:spPr bwMode="auto">
          <a:xfrm>
            <a:off x="10133540" y="3904965"/>
            <a:ext cx="553668" cy="521571"/>
          </a:xfrm>
          <a:custGeom>
            <a:avLst/>
            <a:gdLst>
              <a:gd name="T0" fmla="*/ 2147483646 w 609"/>
              <a:gd name="T1" fmla="*/ 2147483646 h 573"/>
              <a:gd name="T2" fmla="*/ 2147483646 w 609"/>
              <a:gd name="T3" fmla="*/ 2147483646 h 573"/>
              <a:gd name="T4" fmla="*/ 2147483646 w 609"/>
              <a:gd name="T5" fmla="*/ 2147483646 h 573"/>
              <a:gd name="T6" fmla="*/ 2147483646 w 609"/>
              <a:gd name="T7" fmla="*/ 0 h 573"/>
              <a:gd name="T8" fmla="*/ 2147483646 w 609"/>
              <a:gd name="T9" fmla="*/ 2147483646 h 573"/>
              <a:gd name="T10" fmla="*/ 2147483646 w 609"/>
              <a:gd name="T11" fmla="*/ 2147483646 h 573"/>
              <a:gd name="T12" fmla="*/ 2147483646 w 609"/>
              <a:gd name="T13" fmla="*/ 2147483646 h 573"/>
              <a:gd name="T14" fmla="*/ 2147483646 w 609"/>
              <a:gd name="T15" fmla="*/ 2147483646 h 573"/>
              <a:gd name="T16" fmla="*/ 2147483646 w 609"/>
              <a:gd name="T17" fmla="*/ 2147483646 h 573"/>
              <a:gd name="T18" fmla="*/ 2147483646 w 609"/>
              <a:gd name="T19" fmla="*/ 2147483646 h 573"/>
              <a:gd name="T20" fmla="*/ 2147483646 w 609"/>
              <a:gd name="T21" fmla="*/ 2147483646 h 573"/>
              <a:gd name="T22" fmla="*/ 2147483646 w 609"/>
              <a:gd name="T23" fmla="*/ 2147483646 h 573"/>
              <a:gd name="T24" fmla="*/ 2147483646 w 609"/>
              <a:gd name="T25" fmla="*/ 2147483646 h 573"/>
              <a:gd name="T26" fmla="*/ 2147483646 w 609"/>
              <a:gd name="T27" fmla="*/ 2147483646 h 573"/>
              <a:gd name="T28" fmla="*/ 2147483646 w 609"/>
              <a:gd name="T29" fmla="*/ 2147483646 h 573"/>
              <a:gd name="T30" fmla="*/ 2147483646 w 609"/>
              <a:gd name="T31" fmla="*/ 2147483646 h 573"/>
              <a:gd name="T32" fmla="*/ 2147483646 w 609"/>
              <a:gd name="T33" fmla="*/ 2147483646 h 573"/>
              <a:gd name="T34" fmla="*/ 2147483646 w 609"/>
              <a:gd name="T35" fmla="*/ 2147483646 h 573"/>
              <a:gd name="T36" fmla="*/ 2147483646 w 609"/>
              <a:gd name="T37" fmla="*/ 2147483646 h 573"/>
              <a:gd name="T38" fmla="*/ 2147483646 w 609"/>
              <a:gd name="T39" fmla="*/ 2147483646 h 573"/>
              <a:gd name="T40" fmla="*/ 2147483646 w 609"/>
              <a:gd name="T41" fmla="*/ 2147483646 h 573"/>
              <a:gd name="T42" fmla="*/ 2147483646 w 609"/>
              <a:gd name="T43" fmla="*/ 2147483646 h 573"/>
              <a:gd name="T44" fmla="*/ 2147483646 w 609"/>
              <a:gd name="T45" fmla="*/ 2147483646 h 573"/>
              <a:gd name="T46" fmla="*/ 2147483646 w 609"/>
              <a:gd name="T47" fmla="*/ 2147483646 h 573"/>
              <a:gd name="T48" fmla="*/ 2147483646 w 609"/>
              <a:gd name="T49" fmla="*/ 2147483646 h 573"/>
              <a:gd name="T50" fmla="*/ 2147483646 w 609"/>
              <a:gd name="T51" fmla="*/ 2147483646 h 573"/>
              <a:gd name="T52" fmla="*/ 2147483646 w 609"/>
              <a:gd name="T53" fmla="*/ 2147483646 h 573"/>
              <a:gd name="T54" fmla="*/ 2147483646 w 609"/>
              <a:gd name="T55" fmla="*/ 2147483646 h 573"/>
              <a:gd name="T56" fmla="*/ 2147483646 w 609"/>
              <a:gd name="T57" fmla="*/ 2147483646 h 573"/>
              <a:gd name="T58" fmla="*/ 2147483646 w 609"/>
              <a:gd name="T59" fmla="*/ 2147483646 h 573"/>
              <a:gd name="T60" fmla="*/ 2147483646 w 609"/>
              <a:gd name="T61" fmla="*/ 2147483646 h 573"/>
              <a:gd name="T62" fmla="*/ 2147483646 w 609"/>
              <a:gd name="T63" fmla="*/ 2147483646 h 573"/>
              <a:gd name="T64" fmla="*/ 2147483646 w 609"/>
              <a:gd name="T65" fmla="*/ 2147483646 h 573"/>
              <a:gd name="T66" fmla="*/ 2147483646 w 609"/>
              <a:gd name="T67" fmla="*/ 2147483646 h 573"/>
              <a:gd name="T68" fmla="*/ 2147483646 w 609"/>
              <a:gd name="T69" fmla="*/ 2147483646 h 573"/>
              <a:gd name="T70" fmla="*/ 2147483646 w 609"/>
              <a:gd name="T71" fmla="*/ 2147483646 h 573"/>
              <a:gd name="T72" fmla="*/ 2147483646 w 609"/>
              <a:gd name="T73" fmla="*/ 2147483646 h 573"/>
              <a:gd name="T74" fmla="*/ 2147483646 w 609"/>
              <a:gd name="T75" fmla="*/ 2147483646 h 573"/>
              <a:gd name="T76" fmla="*/ 2147483646 w 609"/>
              <a:gd name="T77" fmla="*/ 2147483646 h 573"/>
              <a:gd name="T78" fmla="*/ 2147483646 w 609"/>
              <a:gd name="T79" fmla="*/ 2147483646 h 573"/>
              <a:gd name="T80" fmla="*/ 2147483646 w 609"/>
              <a:gd name="T81" fmla="*/ 2147483646 h 573"/>
              <a:gd name="T82" fmla="*/ 2147483646 w 609"/>
              <a:gd name="T83" fmla="*/ 2147483646 h 573"/>
              <a:gd name="T84" fmla="*/ 2147483646 w 609"/>
              <a:gd name="T85" fmla="*/ 2147483646 h 573"/>
              <a:gd name="T86" fmla="*/ 0 w 609"/>
              <a:gd name="T87" fmla="*/ 2147483646 h 573"/>
              <a:gd name="T88" fmla="*/ 2147483646 w 609"/>
              <a:gd name="T89" fmla="*/ 0 h 573"/>
              <a:gd name="T90" fmla="*/ 2147483646 w 609"/>
              <a:gd name="T91" fmla="*/ 2147483646 h 573"/>
              <a:gd name="T92" fmla="*/ 2147483646 w 609"/>
              <a:gd name="T93" fmla="*/ 2147483646 h 57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609" h="573">
                <a:moveTo>
                  <a:pt x="579" y="176"/>
                </a:moveTo>
                <a:lnTo>
                  <a:pt x="579" y="176"/>
                </a:lnTo>
                <a:cubicBezTo>
                  <a:pt x="551" y="106"/>
                  <a:pt x="495" y="56"/>
                  <a:pt x="424" y="21"/>
                </a:cubicBezTo>
                <a:cubicBezTo>
                  <a:pt x="445" y="7"/>
                  <a:pt x="466" y="0"/>
                  <a:pt x="495" y="0"/>
                </a:cubicBezTo>
                <a:cubicBezTo>
                  <a:pt x="558" y="0"/>
                  <a:pt x="608" y="49"/>
                  <a:pt x="608" y="113"/>
                </a:cubicBezTo>
                <a:cubicBezTo>
                  <a:pt x="608" y="134"/>
                  <a:pt x="594" y="162"/>
                  <a:pt x="579" y="176"/>
                </a:cubicBezTo>
                <a:close/>
                <a:moveTo>
                  <a:pt x="579" y="304"/>
                </a:moveTo>
                <a:lnTo>
                  <a:pt x="579" y="304"/>
                </a:lnTo>
                <a:cubicBezTo>
                  <a:pt x="579" y="374"/>
                  <a:pt x="551" y="438"/>
                  <a:pt x="502" y="487"/>
                </a:cubicBezTo>
                <a:cubicBezTo>
                  <a:pt x="544" y="530"/>
                  <a:pt x="544" y="530"/>
                  <a:pt x="544" y="530"/>
                </a:cubicBezTo>
                <a:cubicBezTo>
                  <a:pt x="544" y="530"/>
                  <a:pt x="551" y="537"/>
                  <a:pt x="551" y="544"/>
                </a:cubicBezTo>
                <a:cubicBezTo>
                  <a:pt x="551" y="565"/>
                  <a:pt x="537" y="572"/>
                  <a:pt x="523" y="572"/>
                </a:cubicBezTo>
                <a:cubicBezTo>
                  <a:pt x="516" y="572"/>
                  <a:pt x="509" y="572"/>
                  <a:pt x="502" y="565"/>
                </a:cubicBezTo>
                <a:cubicBezTo>
                  <a:pt x="459" y="523"/>
                  <a:pt x="459" y="523"/>
                  <a:pt x="459" y="523"/>
                </a:cubicBezTo>
                <a:cubicBezTo>
                  <a:pt x="417" y="558"/>
                  <a:pt x="360" y="572"/>
                  <a:pt x="304" y="572"/>
                </a:cubicBezTo>
                <a:cubicBezTo>
                  <a:pt x="247" y="572"/>
                  <a:pt x="191" y="558"/>
                  <a:pt x="148" y="523"/>
                </a:cubicBezTo>
                <a:cubicBezTo>
                  <a:pt x="106" y="565"/>
                  <a:pt x="106" y="565"/>
                  <a:pt x="106" y="565"/>
                </a:cubicBezTo>
                <a:cubicBezTo>
                  <a:pt x="99" y="572"/>
                  <a:pt x="92" y="572"/>
                  <a:pt x="85" y="572"/>
                </a:cubicBezTo>
                <a:cubicBezTo>
                  <a:pt x="71" y="572"/>
                  <a:pt x="56" y="565"/>
                  <a:pt x="56" y="544"/>
                </a:cubicBezTo>
                <a:cubicBezTo>
                  <a:pt x="56" y="537"/>
                  <a:pt x="64" y="530"/>
                  <a:pt x="71" y="530"/>
                </a:cubicBezTo>
                <a:cubicBezTo>
                  <a:pt x="106" y="487"/>
                  <a:pt x="106" y="487"/>
                  <a:pt x="106" y="487"/>
                </a:cubicBezTo>
                <a:cubicBezTo>
                  <a:pt x="56" y="438"/>
                  <a:pt x="28" y="374"/>
                  <a:pt x="28" y="304"/>
                </a:cubicBezTo>
                <a:cubicBezTo>
                  <a:pt x="28" y="148"/>
                  <a:pt x="155" y="28"/>
                  <a:pt x="304" y="28"/>
                </a:cubicBezTo>
                <a:cubicBezTo>
                  <a:pt x="452" y="28"/>
                  <a:pt x="579" y="148"/>
                  <a:pt x="579" y="304"/>
                </a:cubicBezTo>
                <a:close/>
                <a:moveTo>
                  <a:pt x="304" y="85"/>
                </a:moveTo>
                <a:lnTo>
                  <a:pt x="304" y="85"/>
                </a:lnTo>
                <a:cubicBezTo>
                  <a:pt x="184" y="85"/>
                  <a:pt x="85" y="183"/>
                  <a:pt x="85" y="304"/>
                </a:cubicBezTo>
                <a:cubicBezTo>
                  <a:pt x="85" y="424"/>
                  <a:pt x="184" y="516"/>
                  <a:pt x="304" y="516"/>
                </a:cubicBezTo>
                <a:cubicBezTo>
                  <a:pt x="424" y="516"/>
                  <a:pt x="523" y="424"/>
                  <a:pt x="523" y="304"/>
                </a:cubicBezTo>
                <a:cubicBezTo>
                  <a:pt x="523" y="183"/>
                  <a:pt x="424" y="85"/>
                  <a:pt x="304" y="85"/>
                </a:cubicBezTo>
                <a:close/>
                <a:moveTo>
                  <a:pt x="417" y="332"/>
                </a:moveTo>
                <a:lnTo>
                  <a:pt x="417" y="332"/>
                </a:lnTo>
                <a:cubicBezTo>
                  <a:pt x="304" y="332"/>
                  <a:pt x="304" y="332"/>
                  <a:pt x="304" y="332"/>
                </a:cubicBezTo>
                <a:cubicBezTo>
                  <a:pt x="290" y="332"/>
                  <a:pt x="276" y="318"/>
                  <a:pt x="276" y="304"/>
                </a:cubicBezTo>
                <a:cubicBezTo>
                  <a:pt x="276" y="148"/>
                  <a:pt x="276" y="148"/>
                  <a:pt x="276" y="148"/>
                </a:cubicBezTo>
                <a:cubicBezTo>
                  <a:pt x="276" y="134"/>
                  <a:pt x="290" y="120"/>
                  <a:pt x="304" y="120"/>
                </a:cubicBezTo>
                <a:cubicBezTo>
                  <a:pt x="318" y="120"/>
                  <a:pt x="332" y="134"/>
                  <a:pt x="332" y="148"/>
                </a:cubicBezTo>
                <a:cubicBezTo>
                  <a:pt x="332" y="275"/>
                  <a:pt x="332" y="275"/>
                  <a:pt x="332" y="275"/>
                </a:cubicBezTo>
                <a:cubicBezTo>
                  <a:pt x="417" y="275"/>
                  <a:pt x="417" y="275"/>
                  <a:pt x="417" y="275"/>
                </a:cubicBezTo>
                <a:cubicBezTo>
                  <a:pt x="431" y="275"/>
                  <a:pt x="445" y="282"/>
                  <a:pt x="445" y="304"/>
                </a:cubicBezTo>
                <a:cubicBezTo>
                  <a:pt x="445" y="318"/>
                  <a:pt x="431" y="332"/>
                  <a:pt x="417" y="332"/>
                </a:cubicBezTo>
                <a:close/>
                <a:moveTo>
                  <a:pt x="28" y="183"/>
                </a:moveTo>
                <a:lnTo>
                  <a:pt x="28" y="183"/>
                </a:lnTo>
                <a:cubicBezTo>
                  <a:pt x="14" y="162"/>
                  <a:pt x="0" y="141"/>
                  <a:pt x="0" y="113"/>
                </a:cubicBezTo>
                <a:cubicBezTo>
                  <a:pt x="0" y="49"/>
                  <a:pt x="49" y="0"/>
                  <a:pt x="113" y="0"/>
                </a:cubicBezTo>
                <a:cubicBezTo>
                  <a:pt x="141" y="0"/>
                  <a:pt x="162" y="7"/>
                  <a:pt x="184" y="21"/>
                </a:cubicBezTo>
                <a:cubicBezTo>
                  <a:pt x="113" y="56"/>
                  <a:pt x="56" y="113"/>
                  <a:pt x="28" y="18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26" name="Freeform 87">
            <a:extLst>
              <a:ext uri="{FF2B5EF4-FFF2-40B4-BE49-F238E27FC236}">
                <a16:creationId xmlns:a16="http://schemas.microsoft.com/office/drawing/2014/main" id="{BD334A7D-6083-A327-4562-962A44AF44EF}"/>
              </a:ext>
            </a:extLst>
          </p:cNvPr>
          <p:cNvSpPr>
            <a:spLocks noChangeArrowheads="1"/>
          </p:cNvSpPr>
          <p:nvPr/>
        </p:nvSpPr>
        <p:spPr bwMode="auto">
          <a:xfrm>
            <a:off x="9178663" y="3884903"/>
            <a:ext cx="549655" cy="553668"/>
          </a:xfrm>
          <a:custGeom>
            <a:avLst/>
            <a:gdLst>
              <a:gd name="T0" fmla="*/ 2147483646 w 602"/>
              <a:gd name="T1" fmla="*/ 2147483646 h 609"/>
              <a:gd name="T2" fmla="*/ 2147483646 w 602"/>
              <a:gd name="T3" fmla="*/ 2147483646 h 609"/>
              <a:gd name="T4" fmla="*/ 0 w 602"/>
              <a:gd name="T5" fmla="*/ 2147483646 h 609"/>
              <a:gd name="T6" fmla="*/ 2147483646 w 602"/>
              <a:gd name="T7" fmla="*/ 0 h 609"/>
              <a:gd name="T8" fmla="*/ 2147483646 w 602"/>
              <a:gd name="T9" fmla="*/ 2147483646 h 609"/>
              <a:gd name="T10" fmla="*/ 2147483646 w 602"/>
              <a:gd name="T11" fmla="*/ 2147483646 h 609"/>
              <a:gd name="T12" fmla="*/ 2147483646 w 602"/>
              <a:gd name="T13" fmla="*/ 2147483646 h 609"/>
              <a:gd name="T14" fmla="*/ 2147483646 w 602"/>
              <a:gd name="T15" fmla="*/ 2147483646 h 609"/>
              <a:gd name="T16" fmla="*/ 2147483646 w 602"/>
              <a:gd name="T17" fmla="*/ 2147483646 h 609"/>
              <a:gd name="T18" fmla="*/ 2147483646 w 602"/>
              <a:gd name="T19" fmla="*/ 2147483646 h 609"/>
              <a:gd name="T20" fmla="*/ 2147483646 w 602"/>
              <a:gd name="T21" fmla="*/ 2147483646 h 609"/>
              <a:gd name="T22" fmla="*/ 2147483646 w 602"/>
              <a:gd name="T23" fmla="*/ 2147483646 h 609"/>
              <a:gd name="T24" fmla="*/ 2147483646 w 602"/>
              <a:gd name="T25" fmla="*/ 2147483646 h 609"/>
              <a:gd name="T26" fmla="*/ 2147483646 w 602"/>
              <a:gd name="T27" fmla="*/ 2147483646 h 609"/>
              <a:gd name="T28" fmla="*/ 2147483646 w 602"/>
              <a:gd name="T29" fmla="*/ 2147483646 h 609"/>
              <a:gd name="T30" fmla="*/ 2147483646 w 602"/>
              <a:gd name="T31" fmla="*/ 2147483646 h 609"/>
              <a:gd name="T32" fmla="*/ 2147483646 w 602"/>
              <a:gd name="T33" fmla="*/ 2147483646 h 609"/>
              <a:gd name="T34" fmla="*/ 2147483646 w 602"/>
              <a:gd name="T35" fmla="*/ 2147483646 h 609"/>
              <a:gd name="T36" fmla="*/ 2147483646 w 602"/>
              <a:gd name="T37" fmla="*/ 2147483646 h 609"/>
              <a:gd name="T38" fmla="*/ 2147483646 w 602"/>
              <a:gd name="T39" fmla="*/ 2147483646 h 609"/>
              <a:gd name="T40" fmla="*/ 2147483646 w 602"/>
              <a:gd name="T41" fmla="*/ 2147483646 h 609"/>
              <a:gd name="T42" fmla="*/ 2147483646 w 602"/>
              <a:gd name="T43" fmla="*/ 2147483646 h 609"/>
              <a:gd name="T44" fmla="*/ 2147483646 w 602"/>
              <a:gd name="T45" fmla="*/ 2147483646 h 609"/>
              <a:gd name="T46" fmla="*/ 2147483646 w 602"/>
              <a:gd name="T47" fmla="*/ 2147483646 h 609"/>
              <a:gd name="T48" fmla="*/ 2147483646 w 602"/>
              <a:gd name="T49" fmla="*/ 2147483646 h 609"/>
              <a:gd name="T50" fmla="*/ 2147483646 w 602"/>
              <a:gd name="T51" fmla="*/ 2147483646 h 609"/>
              <a:gd name="T52" fmla="*/ 2147483646 w 602"/>
              <a:gd name="T53" fmla="*/ 2147483646 h 60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02" h="609">
                <a:moveTo>
                  <a:pt x="304" y="608"/>
                </a:moveTo>
                <a:lnTo>
                  <a:pt x="304" y="608"/>
                </a:lnTo>
                <a:cubicBezTo>
                  <a:pt x="134" y="608"/>
                  <a:pt x="0" y="474"/>
                  <a:pt x="0" y="304"/>
                </a:cubicBezTo>
                <a:cubicBezTo>
                  <a:pt x="0" y="135"/>
                  <a:pt x="134" y="0"/>
                  <a:pt x="304" y="0"/>
                </a:cubicBezTo>
                <a:cubicBezTo>
                  <a:pt x="466" y="0"/>
                  <a:pt x="601" y="135"/>
                  <a:pt x="601" y="304"/>
                </a:cubicBezTo>
                <a:cubicBezTo>
                  <a:pt x="601" y="474"/>
                  <a:pt x="466" y="608"/>
                  <a:pt x="304" y="608"/>
                </a:cubicBezTo>
                <a:close/>
                <a:moveTo>
                  <a:pt x="304" y="57"/>
                </a:moveTo>
                <a:lnTo>
                  <a:pt x="304" y="57"/>
                </a:lnTo>
                <a:cubicBezTo>
                  <a:pt x="169" y="57"/>
                  <a:pt x="56" y="170"/>
                  <a:pt x="56" y="304"/>
                </a:cubicBezTo>
                <a:cubicBezTo>
                  <a:pt x="56" y="439"/>
                  <a:pt x="169" y="552"/>
                  <a:pt x="304" y="552"/>
                </a:cubicBezTo>
                <a:cubicBezTo>
                  <a:pt x="438" y="552"/>
                  <a:pt x="544" y="439"/>
                  <a:pt x="544" y="304"/>
                </a:cubicBezTo>
                <a:cubicBezTo>
                  <a:pt x="544" y="170"/>
                  <a:pt x="438" y="57"/>
                  <a:pt x="304" y="57"/>
                </a:cubicBezTo>
                <a:close/>
                <a:moveTo>
                  <a:pt x="424" y="333"/>
                </a:moveTo>
                <a:lnTo>
                  <a:pt x="424" y="333"/>
                </a:lnTo>
                <a:cubicBezTo>
                  <a:pt x="367" y="333"/>
                  <a:pt x="367" y="333"/>
                  <a:pt x="367" y="333"/>
                </a:cubicBezTo>
                <a:cubicBezTo>
                  <a:pt x="332" y="333"/>
                  <a:pt x="332" y="333"/>
                  <a:pt x="332" y="333"/>
                </a:cubicBezTo>
                <a:cubicBezTo>
                  <a:pt x="304" y="333"/>
                  <a:pt x="304" y="333"/>
                  <a:pt x="304" y="333"/>
                </a:cubicBezTo>
                <a:cubicBezTo>
                  <a:pt x="283" y="333"/>
                  <a:pt x="276" y="319"/>
                  <a:pt x="276" y="304"/>
                </a:cubicBezTo>
                <a:cubicBezTo>
                  <a:pt x="276" y="135"/>
                  <a:pt x="276" y="135"/>
                  <a:pt x="276" y="135"/>
                </a:cubicBezTo>
                <a:cubicBezTo>
                  <a:pt x="276" y="121"/>
                  <a:pt x="283" y="107"/>
                  <a:pt x="304" y="107"/>
                </a:cubicBezTo>
                <a:cubicBezTo>
                  <a:pt x="318" y="107"/>
                  <a:pt x="332" y="121"/>
                  <a:pt x="332" y="135"/>
                </a:cubicBezTo>
                <a:cubicBezTo>
                  <a:pt x="332" y="276"/>
                  <a:pt x="332" y="276"/>
                  <a:pt x="332" y="276"/>
                </a:cubicBezTo>
                <a:cubicBezTo>
                  <a:pt x="367" y="276"/>
                  <a:pt x="367" y="276"/>
                  <a:pt x="367" y="276"/>
                </a:cubicBezTo>
                <a:cubicBezTo>
                  <a:pt x="424" y="276"/>
                  <a:pt x="424" y="276"/>
                  <a:pt x="424" y="276"/>
                </a:cubicBezTo>
                <a:cubicBezTo>
                  <a:pt x="438" y="276"/>
                  <a:pt x="452" y="290"/>
                  <a:pt x="452" y="304"/>
                </a:cubicBezTo>
                <a:cubicBezTo>
                  <a:pt x="452" y="319"/>
                  <a:pt x="438" y="333"/>
                  <a:pt x="424" y="33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27" name="Freeform 88">
            <a:extLst>
              <a:ext uri="{FF2B5EF4-FFF2-40B4-BE49-F238E27FC236}">
                <a16:creationId xmlns:a16="http://schemas.microsoft.com/office/drawing/2014/main" id="{8568ECA9-C29D-96FD-B450-D49253DC5F9A}"/>
              </a:ext>
            </a:extLst>
          </p:cNvPr>
          <p:cNvSpPr>
            <a:spLocks noChangeArrowheads="1"/>
          </p:cNvSpPr>
          <p:nvPr/>
        </p:nvSpPr>
        <p:spPr bwMode="auto">
          <a:xfrm>
            <a:off x="8219772" y="3884903"/>
            <a:ext cx="545644" cy="553668"/>
          </a:xfrm>
          <a:custGeom>
            <a:avLst/>
            <a:gdLst>
              <a:gd name="T0" fmla="*/ 2147483646 w 601"/>
              <a:gd name="T1" fmla="*/ 2147483646 h 609"/>
              <a:gd name="T2" fmla="*/ 2147483646 w 601"/>
              <a:gd name="T3" fmla="*/ 2147483646 h 609"/>
              <a:gd name="T4" fmla="*/ 0 w 601"/>
              <a:gd name="T5" fmla="*/ 2147483646 h 609"/>
              <a:gd name="T6" fmla="*/ 2147483646 w 601"/>
              <a:gd name="T7" fmla="*/ 0 h 609"/>
              <a:gd name="T8" fmla="*/ 2147483646 w 601"/>
              <a:gd name="T9" fmla="*/ 2147483646 h 609"/>
              <a:gd name="T10" fmla="*/ 2147483646 w 601"/>
              <a:gd name="T11" fmla="*/ 2147483646 h 609"/>
              <a:gd name="T12" fmla="*/ 2147483646 w 601"/>
              <a:gd name="T13" fmla="*/ 2147483646 h 609"/>
              <a:gd name="T14" fmla="*/ 2147483646 w 601"/>
              <a:gd name="T15" fmla="*/ 2147483646 h 609"/>
              <a:gd name="T16" fmla="*/ 2147483646 w 601"/>
              <a:gd name="T17" fmla="*/ 2147483646 h 609"/>
              <a:gd name="T18" fmla="*/ 2147483646 w 601"/>
              <a:gd name="T19" fmla="*/ 2147483646 h 609"/>
              <a:gd name="T20" fmla="*/ 2147483646 w 601"/>
              <a:gd name="T21" fmla="*/ 2147483646 h 609"/>
              <a:gd name="T22" fmla="*/ 2147483646 w 601"/>
              <a:gd name="T23" fmla="*/ 2147483646 h 609"/>
              <a:gd name="T24" fmla="*/ 2147483646 w 601"/>
              <a:gd name="T25" fmla="*/ 2147483646 h 609"/>
              <a:gd name="T26" fmla="*/ 2147483646 w 601"/>
              <a:gd name="T27" fmla="*/ 2147483646 h 609"/>
              <a:gd name="T28" fmla="*/ 2147483646 w 601"/>
              <a:gd name="T29" fmla="*/ 2147483646 h 609"/>
              <a:gd name="T30" fmla="*/ 2147483646 w 601"/>
              <a:gd name="T31" fmla="*/ 2147483646 h 609"/>
              <a:gd name="T32" fmla="*/ 2147483646 w 601"/>
              <a:gd name="T33" fmla="*/ 2147483646 h 609"/>
              <a:gd name="T34" fmla="*/ 2147483646 w 601"/>
              <a:gd name="T35" fmla="*/ 2147483646 h 609"/>
              <a:gd name="T36" fmla="*/ 2147483646 w 601"/>
              <a:gd name="T37" fmla="*/ 2147483646 h 609"/>
              <a:gd name="T38" fmla="*/ 2147483646 w 601"/>
              <a:gd name="T39" fmla="*/ 2147483646 h 609"/>
              <a:gd name="T40" fmla="*/ 2147483646 w 601"/>
              <a:gd name="T41" fmla="*/ 2147483646 h 609"/>
              <a:gd name="T42" fmla="*/ 2147483646 w 601"/>
              <a:gd name="T43" fmla="*/ 2147483646 h 609"/>
              <a:gd name="T44" fmla="*/ 2147483646 w 601"/>
              <a:gd name="T45" fmla="*/ 2147483646 h 609"/>
              <a:gd name="T46" fmla="*/ 2147483646 w 601"/>
              <a:gd name="T47" fmla="*/ 2147483646 h 609"/>
              <a:gd name="T48" fmla="*/ 2147483646 w 601"/>
              <a:gd name="T49" fmla="*/ 2147483646 h 609"/>
              <a:gd name="T50" fmla="*/ 2147483646 w 601"/>
              <a:gd name="T51" fmla="*/ 2147483646 h 609"/>
              <a:gd name="T52" fmla="*/ 2147483646 w 601"/>
              <a:gd name="T53" fmla="*/ 2147483646 h 609"/>
              <a:gd name="T54" fmla="*/ 2147483646 w 601"/>
              <a:gd name="T55" fmla="*/ 2147483646 h 60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601" h="609">
                <a:moveTo>
                  <a:pt x="297" y="608"/>
                </a:moveTo>
                <a:lnTo>
                  <a:pt x="297" y="608"/>
                </a:lnTo>
                <a:cubicBezTo>
                  <a:pt x="134" y="608"/>
                  <a:pt x="0" y="474"/>
                  <a:pt x="0" y="304"/>
                </a:cubicBezTo>
                <a:cubicBezTo>
                  <a:pt x="0" y="135"/>
                  <a:pt x="134" y="0"/>
                  <a:pt x="297" y="0"/>
                </a:cubicBezTo>
                <a:cubicBezTo>
                  <a:pt x="466" y="0"/>
                  <a:pt x="600" y="135"/>
                  <a:pt x="600" y="304"/>
                </a:cubicBezTo>
                <a:cubicBezTo>
                  <a:pt x="600" y="474"/>
                  <a:pt x="466" y="608"/>
                  <a:pt x="297" y="608"/>
                </a:cubicBezTo>
                <a:close/>
                <a:moveTo>
                  <a:pt x="297" y="57"/>
                </a:moveTo>
                <a:lnTo>
                  <a:pt x="297" y="57"/>
                </a:lnTo>
                <a:cubicBezTo>
                  <a:pt x="162" y="57"/>
                  <a:pt x="56" y="170"/>
                  <a:pt x="56" y="304"/>
                </a:cubicBezTo>
                <a:cubicBezTo>
                  <a:pt x="56" y="368"/>
                  <a:pt x="78" y="425"/>
                  <a:pt x="120" y="467"/>
                </a:cubicBezTo>
                <a:cubicBezTo>
                  <a:pt x="155" y="453"/>
                  <a:pt x="141" y="467"/>
                  <a:pt x="183" y="446"/>
                </a:cubicBezTo>
                <a:cubicBezTo>
                  <a:pt x="233" y="425"/>
                  <a:pt x="247" y="418"/>
                  <a:pt x="247" y="418"/>
                </a:cubicBezTo>
                <a:cubicBezTo>
                  <a:pt x="247" y="375"/>
                  <a:pt x="247" y="375"/>
                  <a:pt x="247" y="375"/>
                </a:cubicBezTo>
                <a:cubicBezTo>
                  <a:pt x="247" y="375"/>
                  <a:pt x="226" y="361"/>
                  <a:pt x="219" y="319"/>
                </a:cubicBezTo>
                <a:cubicBezTo>
                  <a:pt x="212" y="326"/>
                  <a:pt x="205" y="304"/>
                  <a:pt x="205" y="297"/>
                </a:cubicBezTo>
                <a:cubicBezTo>
                  <a:pt x="205" y="283"/>
                  <a:pt x="198" y="255"/>
                  <a:pt x="212" y="255"/>
                </a:cubicBezTo>
                <a:cubicBezTo>
                  <a:pt x="212" y="234"/>
                  <a:pt x="212" y="220"/>
                  <a:pt x="212" y="205"/>
                </a:cubicBezTo>
                <a:cubicBezTo>
                  <a:pt x="212" y="177"/>
                  <a:pt x="247" y="135"/>
                  <a:pt x="297" y="135"/>
                </a:cubicBezTo>
                <a:cubicBezTo>
                  <a:pt x="360" y="135"/>
                  <a:pt x="381" y="177"/>
                  <a:pt x="389" y="205"/>
                </a:cubicBezTo>
                <a:cubicBezTo>
                  <a:pt x="389" y="220"/>
                  <a:pt x="389" y="234"/>
                  <a:pt x="381" y="255"/>
                </a:cubicBezTo>
                <a:cubicBezTo>
                  <a:pt x="396" y="255"/>
                  <a:pt x="389" y="283"/>
                  <a:pt x="389" y="297"/>
                </a:cubicBezTo>
                <a:cubicBezTo>
                  <a:pt x="389" y="304"/>
                  <a:pt x="389" y="326"/>
                  <a:pt x="374" y="319"/>
                </a:cubicBezTo>
                <a:cubicBezTo>
                  <a:pt x="367" y="361"/>
                  <a:pt x="353" y="375"/>
                  <a:pt x="353" y="375"/>
                </a:cubicBezTo>
                <a:cubicBezTo>
                  <a:pt x="353" y="418"/>
                  <a:pt x="353" y="418"/>
                  <a:pt x="353" y="418"/>
                </a:cubicBezTo>
                <a:cubicBezTo>
                  <a:pt x="353" y="418"/>
                  <a:pt x="367" y="425"/>
                  <a:pt x="410" y="446"/>
                </a:cubicBezTo>
                <a:cubicBezTo>
                  <a:pt x="459" y="467"/>
                  <a:pt x="445" y="453"/>
                  <a:pt x="480" y="467"/>
                </a:cubicBezTo>
                <a:cubicBezTo>
                  <a:pt x="523" y="425"/>
                  <a:pt x="544" y="368"/>
                  <a:pt x="544" y="304"/>
                </a:cubicBezTo>
                <a:cubicBezTo>
                  <a:pt x="544" y="170"/>
                  <a:pt x="431" y="57"/>
                  <a:pt x="297" y="5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28" name="Freeform 89">
            <a:extLst>
              <a:ext uri="{FF2B5EF4-FFF2-40B4-BE49-F238E27FC236}">
                <a16:creationId xmlns:a16="http://schemas.microsoft.com/office/drawing/2014/main" id="{9DFBAFB0-845F-F3EA-353B-6D1F48341FA3}"/>
              </a:ext>
            </a:extLst>
          </p:cNvPr>
          <p:cNvSpPr>
            <a:spLocks noChangeArrowheads="1"/>
          </p:cNvSpPr>
          <p:nvPr/>
        </p:nvSpPr>
        <p:spPr bwMode="auto">
          <a:xfrm>
            <a:off x="7256871" y="4041376"/>
            <a:ext cx="553668" cy="385160"/>
          </a:xfrm>
          <a:custGeom>
            <a:avLst/>
            <a:gdLst>
              <a:gd name="T0" fmla="*/ 2147483646 w 608"/>
              <a:gd name="T1" fmla="*/ 2147483646 h 425"/>
              <a:gd name="T2" fmla="*/ 2147483646 w 608"/>
              <a:gd name="T3" fmla="*/ 2147483646 h 425"/>
              <a:gd name="T4" fmla="*/ 2147483646 w 608"/>
              <a:gd name="T5" fmla="*/ 2147483646 h 425"/>
              <a:gd name="T6" fmla="*/ 2147483646 w 608"/>
              <a:gd name="T7" fmla="*/ 2147483646 h 425"/>
              <a:gd name="T8" fmla="*/ 2147483646 w 608"/>
              <a:gd name="T9" fmla="*/ 2147483646 h 425"/>
              <a:gd name="T10" fmla="*/ 2147483646 w 608"/>
              <a:gd name="T11" fmla="*/ 2147483646 h 425"/>
              <a:gd name="T12" fmla="*/ 2147483646 w 608"/>
              <a:gd name="T13" fmla="*/ 2147483646 h 425"/>
              <a:gd name="T14" fmla="*/ 2147483646 w 608"/>
              <a:gd name="T15" fmla="*/ 2147483646 h 425"/>
              <a:gd name="T16" fmla="*/ 2147483646 w 608"/>
              <a:gd name="T17" fmla="*/ 2147483646 h 425"/>
              <a:gd name="T18" fmla="*/ 2147483646 w 608"/>
              <a:gd name="T19" fmla="*/ 2147483646 h 425"/>
              <a:gd name="T20" fmla="*/ 2147483646 w 608"/>
              <a:gd name="T21" fmla="*/ 2147483646 h 425"/>
              <a:gd name="T22" fmla="*/ 2147483646 w 608"/>
              <a:gd name="T23" fmla="*/ 2147483646 h 425"/>
              <a:gd name="T24" fmla="*/ 2147483646 w 608"/>
              <a:gd name="T25" fmla="*/ 2147483646 h 425"/>
              <a:gd name="T26" fmla="*/ 2147483646 w 608"/>
              <a:gd name="T27" fmla="*/ 2147483646 h 425"/>
              <a:gd name="T28" fmla="*/ 2147483646 w 608"/>
              <a:gd name="T29" fmla="*/ 2147483646 h 425"/>
              <a:gd name="T30" fmla="*/ 2147483646 w 608"/>
              <a:gd name="T31" fmla="*/ 2147483646 h 425"/>
              <a:gd name="T32" fmla="*/ 2147483646 w 608"/>
              <a:gd name="T33" fmla="*/ 2147483646 h 425"/>
              <a:gd name="T34" fmla="*/ 2147483646 w 608"/>
              <a:gd name="T35" fmla="*/ 2147483646 h 425"/>
              <a:gd name="T36" fmla="*/ 2147483646 w 608"/>
              <a:gd name="T37" fmla="*/ 2147483646 h 425"/>
              <a:gd name="T38" fmla="*/ 2147483646 w 608"/>
              <a:gd name="T39" fmla="*/ 2147483646 h 425"/>
              <a:gd name="T40" fmla="*/ 2147483646 w 608"/>
              <a:gd name="T41" fmla="*/ 2147483646 h 425"/>
              <a:gd name="T42" fmla="*/ 2147483646 w 608"/>
              <a:gd name="T43" fmla="*/ 2147483646 h 425"/>
              <a:gd name="T44" fmla="*/ 2147483646 w 608"/>
              <a:gd name="T45" fmla="*/ 2147483646 h 425"/>
              <a:gd name="T46" fmla="*/ 2147483646 w 608"/>
              <a:gd name="T47" fmla="*/ 2147483646 h 425"/>
              <a:gd name="T48" fmla="*/ 2147483646 w 608"/>
              <a:gd name="T49" fmla="*/ 2147483646 h 425"/>
              <a:gd name="T50" fmla="*/ 2147483646 w 608"/>
              <a:gd name="T51" fmla="*/ 2147483646 h 425"/>
              <a:gd name="T52" fmla="*/ 2147483646 w 608"/>
              <a:gd name="T53" fmla="*/ 2147483646 h 425"/>
              <a:gd name="T54" fmla="*/ 2147483646 w 608"/>
              <a:gd name="T55" fmla="*/ 2147483646 h 425"/>
              <a:gd name="T56" fmla="*/ 2147483646 w 608"/>
              <a:gd name="T57" fmla="*/ 2147483646 h 425"/>
              <a:gd name="T58" fmla="*/ 2147483646 w 608"/>
              <a:gd name="T59" fmla="*/ 2147483646 h 425"/>
              <a:gd name="T60" fmla="*/ 2147483646 w 608"/>
              <a:gd name="T61" fmla="*/ 2147483646 h 425"/>
              <a:gd name="T62" fmla="*/ 2147483646 w 608"/>
              <a:gd name="T63" fmla="*/ 2147483646 h 425"/>
              <a:gd name="T64" fmla="*/ 2147483646 w 608"/>
              <a:gd name="T65" fmla="*/ 2147483646 h 425"/>
              <a:gd name="T66" fmla="*/ 0 w 608"/>
              <a:gd name="T67" fmla="*/ 2147483646 h 425"/>
              <a:gd name="T68" fmla="*/ 0 w 608"/>
              <a:gd name="T69" fmla="*/ 2147483646 h 425"/>
              <a:gd name="T70" fmla="*/ 0 w 608"/>
              <a:gd name="T71" fmla="*/ 2147483646 h 425"/>
              <a:gd name="T72" fmla="*/ 2147483646 w 608"/>
              <a:gd name="T73" fmla="*/ 2147483646 h 425"/>
              <a:gd name="T74" fmla="*/ 2147483646 w 608"/>
              <a:gd name="T75" fmla="*/ 2147483646 h 425"/>
              <a:gd name="T76" fmla="*/ 2147483646 w 608"/>
              <a:gd name="T77" fmla="*/ 2147483646 h 425"/>
              <a:gd name="T78" fmla="*/ 2147483646 w 608"/>
              <a:gd name="T79" fmla="*/ 2147483646 h 425"/>
              <a:gd name="T80" fmla="*/ 2147483646 w 608"/>
              <a:gd name="T81" fmla="*/ 2147483646 h 425"/>
              <a:gd name="T82" fmla="*/ 2147483646 w 608"/>
              <a:gd name="T83" fmla="*/ 2147483646 h 425"/>
              <a:gd name="T84" fmla="*/ 2147483646 w 608"/>
              <a:gd name="T85" fmla="*/ 2147483646 h 425"/>
              <a:gd name="T86" fmla="*/ 2147483646 w 608"/>
              <a:gd name="T87" fmla="*/ 2147483646 h 425"/>
              <a:gd name="T88" fmla="*/ 2147483646 w 608"/>
              <a:gd name="T89" fmla="*/ 0 h 425"/>
              <a:gd name="T90" fmla="*/ 2147483646 w 608"/>
              <a:gd name="T91" fmla="*/ 2147483646 h 425"/>
              <a:gd name="T92" fmla="*/ 2147483646 w 608"/>
              <a:gd name="T93" fmla="*/ 2147483646 h 425"/>
              <a:gd name="T94" fmla="*/ 2147483646 w 608"/>
              <a:gd name="T95" fmla="*/ 2147483646 h 425"/>
              <a:gd name="T96" fmla="*/ 2147483646 w 608"/>
              <a:gd name="T97" fmla="*/ 2147483646 h 425"/>
              <a:gd name="T98" fmla="*/ 2147483646 w 608"/>
              <a:gd name="T99" fmla="*/ 2147483646 h 425"/>
              <a:gd name="T100" fmla="*/ 2147483646 w 608"/>
              <a:gd name="T101" fmla="*/ 2147483646 h 425"/>
              <a:gd name="T102" fmla="*/ 2147483646 w 608"/>
              <a:gd name="T103" fmla="*/ 2147483646 h 42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608" h="425">
                <a:moveTo>
                  <a:pt x="607" y="410"/>
                </a:moveTo>
                <a:lnTo>
                  <a:pt x="607" y="410"/>
                </a:lnTo>
                <a:cubicBezTo>
                  <a:pt x="607" y="417"/>
                  <a:pt x="593" y="424"/>
                  <a:pt x="586" y="424"/>
                </a:cubicBezTo>
                <a:cubicBezTo>
                  <a:pt x="445" y="424"/>
                  <a:pt x="445" y="424"/>
                  <a:pt x="445" y="424"/>
                </a:cubicBezTo>
                <a:cubicBezTo>
                  <a:pt x="459" y="424"/>
                  <a:pt x="466" y="417"/>
                  <a:pt x="466" y="403"/>
                </a:cubicBezTo>
                <a:cubicBezTo>
                  <a:pt x="466" y="403"/>
                  <a:pt x="466" y="318"/>
                  <a:pt x="403" y="290"/>
                </a:cubicBezTo>
                <a:cubicBezTo>
                  <a:pt x="374" y="276"/>
                  <a:pt x="374" y="276"/>
                  <a:pt x="360" y="276"/>
                </a:cubicBezTo>
                <a:cubicBezTo>
                  <a:pt x="360" y="241"/>
                  <a:pt x="360" y="241"/>
                  <a:pt x="360" y="241"/>
                </a:cubicBezTo>
                <a:cubicBezTo>
                  <a:pt x="360" y="241"/>
                  <a:pt x="346" y="226"/>
                  <a:pt x="339" y="191"/>
                </a:cubicBezTo>
                <a:cubicBezTo>
                  <a:pt x="332" y="191"/>
                  <a:pt x="332" y="184"/>
                  <a:pt x="332" y="170"/>
                </a:cubicBezTo>
                <a:cubicBezTo>
                  <a:pt x="332" y="163"/>
                  <a:pt x="325" y="141"/>
                  <a:pt x="332" y="141"/>
                </a:cubicBezTo>
                <a:cubicBezTo>
                  <a:pt x="332" y="127"/>
                  <a:pt x="332" y="106"/>
                  <a:pt x="332" y="99"/>
                </a:cubicBezTo>
                <a:cubicBezTo>
                  <a:pt x="332" y="71"/>
                  <a:pt x="360" y="43"/>
                  <a:pt x="403" y="43"/>
                </a:cubicBezTo>
                <a:cubicBezTo>
                  <a:pt x="452" y="43"/>
                  <a:pt x="473" y="71"/>
                  <a:pt x="480" y="99"/>
                </a:cubicBezTo>
                <a:cubicBezTo>
                  <a:pt x="480" y="106"/>
                  <a:pt x="473" y="127"/>
                  <a:pt x="473" y="141"/>
                </a:cubicBezTo>
                <a:cubicBezTo>
                  <a:pt x="487" y="141"/>
                  <a:pt x="480" y="163"/>
                  <a:pt x="480" y="170"/>
                </a:cubicBezTo>
                <a:cubicBezTo>
                  <a:pt x="480" y="184"/>
                  <a:pt x="473" y="191"/>
                  <a:pt x="466" y="191"/>
                </a:cubicBezTo>
                <a:cubicBezTo>
                  <a:pt x="459" y="226"/>
                  <a:pt x="445" y="241"/>
                  <a:pt x="445" y="241"/>
                </a:cubicBezTo>
                <a:cubicBezTo>
                  <a:pt x="445" y="276"/>
                  <a:pt x="445" y="276"/>
                  <a:pt x="445" y="276"/>
                </a:cubicBezTo>
                <a:cubicBezTo>
                  <a:pt x="445" y="276"/>
                  <a:pt x="459" y="276"/>
                  <a:pt x="494" y="297"/>
                </a:cubicBezTo>
                <a:cubicBezTo>
                  <a:pt x="537" y="311"/>
                  <a:pt x="523" y="297"/>
                  <a:pt x="551" y="318"/>
                </a:cubicBezTo>
                <a:cubicBezTo>
                  <a:pt x="607" y="339"/>
                  <a:pt x="607" y="410"/>
                  <a:pt x="607" y="410"/>
                </a:cubicBezTo>
                <a:close/>
                <a:moveTo>
                  <a:pt x="325" y="283"/>
                </a:moveTo>
                <a:lnTo>
                  <a:pt x="325" y="283"/>
                </a:lnTo>
                <a:cubicBezTo>
                  <a:pt x="367" y="297"/>
                  <a:pt x="353" y="290"/>
                  <a:pt x="388" y="304"/>
                </a:cubicBezTo>
                <a:cubicBezTo>
                  <a:pt x="445" y="332"/>
                  <a:pt x="445" y="403"/>
                  <a:pt x="445" y="403"/>
                </a:cubicBezTo>
                <a:cubicBezTo>
                  <a:pt x="445" y="417"/>
                  <a:pt x="431" y="424"/>
                  <a:pt x="424" y="424"/>
                </a:cubicBezTo>
                <a:cubicBezTo>
                  <a:pt x="21" y="424"/>
                  <a:pt x="21" y="424"/>
                  <a:pt x="21" y="424"/>
                </a:cubicBezTo>
                <a:cubicBezTo>
                  <a:pt x="14" y="424"/>
                  <a:pt x="0" y="417"/>
                  <a:pt x="0" y="403"/>
                </a:cubicBezTo>
                <a:cubicBezTo>
                  <a:pt x="0" y="403"/>
                  <a:pt x="0" y="332"/>
                  <a:pt x="56" y="304"/>
                </a:cubicBezTo>
                <a:cubicBezTo>
                  <a:pt x="92" y="290"/>
                  <a:pt x="77" y="304"/>
                  <a:pt x="120" y="283"/>
                </a:cubicBezTo>
                <a:cubicBezTo>
                  <a:pt x="162" y="269"/>
                  <a:pt x="176" y="262"/>
                  <a:pt x="176" y="262"/>
                </a:cubicBezTo>
                <a:cubicBezTo>
                  <a:pt x="176" y="219"/>
                  <a:pt x="176" y="219"/>
                  <a:pt x="176" y="219"/>
                </a:cubicBezTo>
                <a:cubicBezTo>
                  <a:pt x="176" y="219"/>
                  <a:pt x="155" y="205"/>
                  <a:pt x="155" y="170"/>
                </a:cubicBezTo>
                <a:cubicBezTo>
                  <a:pt x="141" y="170"/>
                  <a:pt x="141" y="156"/>
                  <a:pt x="141" y="149"/>
                </a:cubicBezTo>
                <a:cubicBezTo>
                  <a:pt x="141" y="141"/>
                  <a:pt x="134" y="113"/>
                  <a:pt x="148" y="113"/>
                </a:cubicBezTo>
                <a:cubicBezTo>
                  <a:pt x="141" y="92"/>
                  <a:pt x="141" y="78"/>
                  <a:pt x="141" y="71"/>
                </a:cubicBezTo>
                <a:cubicBezTo>
                  <a:pt x="148" y="35"/>
                  <a:pt x="176" y="7"/>
                  <a:pt x="219" y="0"/>
                </a:cubicBezTo>
                <a:cubicBezTo>
                  <a:pt x="275" y="7"/>
                  <a:pt x="297" y="35"/>
                  <a:pt x="304" y="71"/>
                </a:cubicBezTo>
                <a:cubicBezTo>
                  <a:pt x="304" y="78"/>
                  <a:pt x="304" y="92"/>
                  <a:pt x="297" y="113"/>
                </a:cubicBezTo>
                <a:cubicBezTo>
                  <a:pt x="311" y="113"/>
                  <a:pt x="304" y="141"/>
                  <a:pt x="304" y="149"/>
                </a:cubicBezTo>
                <a:cubicBezTo>
                  <a:pt x="304" y="156"/>
                  <a:pt x="304" y="170"/>
                  <a:pt x="290" y="170"/>
                </a:cubicBezTo>
                <a:cubicBezTo>
                  <a:pt x="282" y="205"/>
                  <a:pt x="268" y="219"/>
                  <a:pt x="268" y="219"/>
                </a:cubicBezTo>
                <a:cubicBezTo>
                  <a:pt x="268" y="262"/>
                  <a:pt x="268" y="262"/>
                  <a:pt x="268" y="262"/>
                </a:cubicBezTo>
                <a:cubicBezTo>
                  <a:pt x="268" y="262"/>
                  <a:pt x="282" y="262"/>
                  <a:pt x="325" y="28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29" name="Freeform 90">
            <a:extLst>
              <a:ext uri="{FF2B5EF4-FFF2-40B4-BE49-F238E27FC236}">
                <a16:creationId xmlns:a16="http://schemas.microsoft.com/office/drawing/2014/main" id="{E2FF94A9-52EE-EF0A-8671-DEF1BC96B268}"/>
              </a:ext>
            </a:extLst>
          </p:cNvPr>
          <p:cNvSpPr>
            <a:spLocks noChangeArrowheads="1"/>
          </p:cNvSpPr>
          <p:nvPr/>
        </p:nvSpPr>
        <p:spPr bwMode="auto">
          <a:xfrm>
            <a:off x="6297983" y="3896941"/>
            <a:ext cx="545644" cy="529596"/>
          </a:xfrm>
          <a:custGeom>
            <a:avLst/>
            <a:gdLst>
              <a:gd name="T0" fmla="*/ 2147483646 w 601"/>
              <a:gd name="T1" fmla="*/ 2147483646 h 580"/>
              <a:gd name="T2" fmla="*/ 2147483646 w 601"/>
              <a:gd name="T3" fmla="*/ 2147483646 h 580"/>
              <a:gd name="T4" fmla="*/ 2147483646 w 601"/>
              <a:gd name="T5" fmla="*/ 2147483646 h 580"/>
              <a:gd name="T6" fmla="*/ 2147483646 w 601"/>
              <a:gd name="T7" fmla="*/ 2147483646 h 580"/>
              <a:gd name="T8" fmla="*/ 2147483646 w 601"/>
              <a:gd name="T9" fmla="*/ 2147483646 h 580"/>
              <a:gd name="T10" fmla="*/ 2147483646 w 601"/>
              <a:gd name="T11" fmla="*/ 2147483646 h 580"/>
              <a:gd name="T12" fmla="*/ 2147483646 w 601"/>
              <a:gd name="T13" fmla="*/ 2147483646 h 580"/>
              <a:gd name="T14" fmla="*/ 2147483646 w 601"/>
              <a:gd name="T15" fmla="*/ 2147483646 h 580"/>
              <a:gd name="T16" fmla="*/ 2147483646 w 601"/>
              <a:gd name="T17" fmla="*/ 2147483646 h 580"/>
              <a:gd name="T18" fmla="*/ 2147483646 w 601"/>
              <a:gd name="T19" fmla="*/ 2147483646 h 580"/>
              <a:gd name="T20" fmla="*/ 2147483646 w 601"/>
              <a:gd name="T21" fmla="*/ 2147483646 h 580"/>
              <a:gd name="T22" fmla="*/ 2147483646 w 601"/>
              <a:gd name="T23" fmla="*/ 2147483646 h 580"/>
              <a:gd name="T24" fmla="*/ 2147483646 w 601"/>
              <a:gd name="T25" fmla="*/ 2147483646 h 580"/>
              <a:gd name="T26" fmla="*/ 2147483646 w 601"/>
              <a:gd name="T27" fmla="*/ 2147483646 h 580"/>
              <a:gd name="T28" fmla="*/ 2147483646 w 601"/>
              <a:gd name="T29" fmla="*/ 2147483646 h 580"/>
              <a:gd name="T30" fmla="*/ 2147483646 w 601"/>
              <a:gd name="T31" fmla="*/ 2147483646 h 580"/>
              <a:gd name="T32" fmla="*/ 2147483646 w 601"/>
              <a:gd name="T33" fmla="*/ 2147483646 h 580"/>
              <a:gd name="T34" fmla="*/ 2147483646 w 601"/>
              <a:gd name="T35" fmla="*/ 2147483646 h 580"/>
              <a:gd name="T36" fmla="*/ 2147483646 w 601"/>
              <a:gd name="T37" fmla="*/ 2147483646 h 580"/>
              <a:gd name="T38" fmla="*/ 2147483646 w 601"/>
              <a:gd name="T39" fmla="*/ 2147483646 h 580"/>
              <a:gd name="T40" fmla="*/ 2147483646 w 601"/>
              <a:gd name="T41" fmla="*/ 2147483646 h 580"/>
              <a:gd name="T42" fmla="*/ 2147483646 w 601"/>
              <a:gd name="T43" fmla="*/ 2147483646 h 580"/>
              <a:gd name="T44" fmla="*/ 2147483646 w 601"/>
              <a:gd name="T45" fmla="*/ 2147483646 h 580"/>
              <a:gd name="T46" fmla="*/ 2147483646 w 601"/>
              <a:gd name="T47" fmla="*/ 2147483646 h 580"/>
              <a:gd name="T48" fmla="*/ 2147483646 w 601"/>
              <a:gd name="T49" fmla="*/ 2147483646 h 580"/>
              <a:gd name="T50" fmla="*/ 2147483646 w 601"/>
              <a:gd name="T51" fmla="*/ 2147483646 h 580"/>
              <a:gd name="T52" fmla="*/ 2147483646 w 601"/>
              <a:gd name="T53" fmla="*/ 2147483646 h 580"/>
              <a:gd name="T54" fmla="*/ 2147483646 w 601"/>
              <a:gd name="T55" fmla="*/ 2147483646 h 580"/>
              <a:gd name="T56" fmla="*/ 2147483646 w 601"/>
              <a:gd name="T57" fmla="*/ 2147483646 h 580"/>
              <a:gd name="T58" fmla="*/ 2147483646 w 601"/>
              <a:gd name="T59" fmla="*/ 2147483646 h 580"/>
              <a:gd name="T60" fmla="*/ 2147483646 w 601"/>
              <a:gd name="T61" fmla="*/ 2147483646 h 580"/>
              <a:gd name="T62" fmla="*/ 2147483646 w 601"/>
              <a:gd name="T63" fmla="*/ 2147483646 h 580"/>
              <a:gd name="T64" fmla="*/ 2147483646 w 601"/>
              <a:gd name="T65" fmla="*/ 2147483646 h 580"/>
              <a:gd name="T66" fmla="*/ 0 w 601"/>
              <a:gd name="T67" fmla="*/ 2147483646 h 580"/>
              <a:gd name="T68" fmla="*/ 0 w 601"/>
              <a:gd name="T69" fmla="*/ 2147483646 h 580"/>
              <a:gd name="T70" fmla="*/ 0 w 601"/>
              <a:gd name="T71" fmla="*/ 2147483646 h 580"/>
              <a:gd name="T72" fmla="*/ 2147483646 w 601"/>
              <a:gd name="T73" fmla="*/ 2147483646 h 580"/>
              <a:gd name="T74" fmla="*/ 2147483646 w 601"/>
              <a:gd name="T75" fmla="*/ 2147483646 h 580"/>
              <a:gd name="T76" fmla="*/ 2147483646 w 601"/>
              <a:gd name="T77" fmla="*/ 2147483646 h 580"/>
              <a:gd name="T78" fmla="*/ 2147483646 w 601"/>
              <a:gd name="T79" fmla="*/ 2147483646 h 580"/>
              <a:gd name="T80" fmla="*/ 2147483646 w 601"/>
              <a:gd name="T81" fmla="*/ 2147483646 h 580"/>
              <a:gd name="T82" fmla="*/ 2147483646 w 601"/>
              <a:gd name="T83" fmla="*/ 2147483646 h 580"/>
              <a:gd name="T84" fmla="*/ 2147483646 w 601"/>
              <a:gd name="T85" fmla="*/ 2147483646 h 580"/>
              <a:gd name="T86" fmla="*/ 2147483646 w 601"/>
              <a:gd name="T87" fmla="*/ 2147483646 h 580"/>
              <a:gd name="T88" fmla="*/ 2147483646 w 601"/>
              <a:gd name="T89" fmla="*/ 0 h 580"/>
              <a:gd name="T90" fmla="*/ 2147483646 w 601"/>
              <a:gd name="T91" fmla="*/ 2147483646 h 580"/>
              <a:gd name="T92" fmla="*/ 2147483646 w 601"/>
              <a:gd name="T93" fmla="*/ 2147483646 h 580"/>
              <a:gd name="T94" fmla="*/ 2147483646 w 601"/>
              <a:gd name="T95" fmla="*/ 2147483646 h 580"/>
              <a:gd name="T96" fmla="*/ 2147483646 w 601"/>
              <a:gd name="T97" fmla="*/ 2147483646 h 580"/>
              <a:gd name="T98" fmla="*/ 2147483646 w 601"/>
              <a:gd name="T99" fmla="*/ 2147483646 h 580"/>
              <a:gd name="T100" fmla="*/ 2147483646 w 601"/>
              <a:gd name="T101" fmla="*/ 2147483646 h 580"/>
              <a:gd name="T102" fmla="*/ 2147483646 w 601"/>
              <a:gd name="T103" fmla="*/ 2147483646 h 580"/>
              <a:gd name="T104" fmla="*/ 2147483646 w 601"/>
              <a:gd name="T105" fmla="*/ 2147483646 h 580"/>
              <a:gd name="T106" fmla="*/ 2147483646 w 601"/>
              <a:gd name="T107" fmla="*/ 2147483646 h 580"/>
              <a:gd name="T108" fmla="*/ 2147483646 w 601"/>
              <a:gd name="T109" fmla="*/ 2147483646 h 580"/>
              <a:gd name="T110" fmla="*/ 2147483646 w 601"/>
              <a:gd name="T111" fmla="*/ 2147483646 h 580"/>
              <a:gd name="T112" fmla="*/ 2147483646 w 601"/>
              <a:gd name="T113" fmla="*/ 2147483646 h 580"/>
              <a:gd name="T114" fmla="*/ 2147483646 w 601"/>
              <a:gd name="T115" fmla="*/ 2147483646 h 580"/>
              <a:gd name="T116" fmla="*/ 2147483646 w 601"/>
              <a:gd name="T117" fmla="*/ 2147483646 h 580"/>
              <a:gd name="T118" fmla="*/ 2147483646 w 601"/>
              <a:gd name="T119" fmla="*/ 2147483646 h 580"/>
              <a:gd name="T120" fmla="*/ 2147483646 w 601"/>
              <a:gd name="T121" fmla="*/ 2147483646 h 580"/>
              <a:gd name="T122" fmla="*/ 2147483646 w 601"/>
              <a:gd name="T123" fmla="*/ 2147483646 h 580"/>
              <a:gd name="T124" fmla="*/ 2147483646 w 601"/>
              <a:gd name="T125" fmla="*/ 2147483646 h 58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601" h="580">
                <a:moveTo>
                  <a:pt x="593" y="509"/>
                </a:moveTo>
                <a:lnTo>
                  <a:pt x="593" y="509"/>
                </a:lnTo>
                <a:cubicBezTo>
                  <a:pt x="530" y="572"/>
                  <a:pt x="530" y="572"/>
                  <a:pt x="530" y="572"/>
                </a:cubicBezTo>
                <a:cubicBezTo>
                  <a:pt x="523" y="579"/>
                  <a:pt x="515" y="579"/>
                  <a:pt x="508" y="579"/>
                </a:cubicBezTo>
                <a:cubicBezTo>
                  <a:pt x="494" y="579"/>
                  <a:pt x="480" y="572"/>
                  <a:pt x="480" y="551"/>
                </a:cubicBezTo>
                <a:cubicBezTo>
                  <a:pt x="480" y="544"/>
                  <a:pt x="480" y="537"/>
                  <a:pt x="487" y="537"/>
                </a:cubicBezTo>
                <a:cubicBezTo>
                  <a:pt x="508" y="516"/>
                  <a:pt x="508" y="516"/>
                  <a:pt x="508" y="516"/>
                </a:cubicBezTo>
                <a:cubicBezTo>
                  <a:pt x="374" y="516"/>
                  <a:pt x="374" y="516"/>
                  <a:pt x="374" y="516"/>
                </a:cubicBezTo>
                <a:cubicBezTo>
                  <a:pt x="360" y="516"/>
                  <a:pt x="346" y="502"/>
                  <a:pt x="346" y="487"/>
                </a:cubicBezTo>
                <a:cubicBezTo>
                  <a:pt x="346" y="473"/>
                  <a:pt x="360" y="459"/>
                  <a:pt x="374" y="459"/>
                </a:cubicBezTo>
                <a:cubicBezTo>
                  <a:pt x="508" y="459"/>
                  <a:pt x="508" y="459"/>
                  <a:pt x="508" y="459"/>
                </a:cubicBezTo>
                <a:cubicBezTo>
                  <a:pt x="487" y="438"/>
                  <a:pt x="487" y="438"/>
                  <a:pt x="487" y="438"/>
                </a:cubicBezTo>
                <a:cubicBezTo>
                  <a:pt x="480" y="438"/>
                  <a:pt x="480" y="431"/>
                  <a:pt x="480" y="424"/>
                </a:cubicBezTo>
                <a:cubicBezTo>
                  <a:pt x="480" y="403"/>
                  <a:pt x="494" y="396"/>
                  <a:pt x="508" y="396"/>
                </a:cubicBezTo>
                <a:cubicBezTo>
                  <a:pt x="515" y="396"/>
                  <a:pt x="523" y="396"/>
                  <a:pt x="530" y="403"/>
                </a:cubicBezTo>
                <a:cubicBezTo>
                  <a:pt x="593" y="466"/>
                  <a:pt x="593" y="466"/>
                  <a:pt x="593" y="466"/>
                </a:cubicBezTo>
                <a:cubicBezTo>
                  <a:pt x="600" y="473"/>
                  <a:pt x="600" y="480"/>
                  <a:pt x="600" y="487"/>
                </a:cubicBezTo>
                <a:cubicBezTo>
                  <a:pt x="600" y="494"/>
                  <a:pt x="600" y="502"/>
                  <a:pt x="593" y="509"/>
                </a:cubicBezTo>
                <a:close/>
                <a:moveTo>
                  <a:pt x="452" y="431"/>
                </a:moveTo>
                <a:lnTo>
                  <a:pt x="452" y="431"/>
                </a:lnTo>
                <a:cubicBezTo>
                  <a:pt x="374" y="431"/>
                  <a:pt x="374" y="431"/>
                  <a:pt x="374" y="431"/>
                </a:cubicBezTo>
                <a:cubicBezTo>
                  <a:pt x="346" y="431"/>
                  <a:pt x="318" y="459"/>
                  <a:pt x="318" y="487"/>
                </a:cubicBezTo>
                <a:cubicBezTo>
                  <a:pt x="318" y="516"/>
                  <a:pt x="346" y="544"/>
                  <a:pt x="374" y="544"/>
                </a:cubicBezTo>
                <a:cubicBezTo>
                  <a:pt x="452" y="544"/>
                  <a:pt x="452" y="544"/>
                  <a:pt x="452" y="544"/>
                </a:cubicBezTo>
                <a:lnTo>
                  <a:pt x="452" y="551"/>
                </a:lnTo>
                <a:cubicBezTo>
                  <a:pt x="452" y="565"/>
                  <a:pt x="452" y="572"/>
                  <a:pt x="459" y="579"/>
                </a:cubicBezTo>
                <a:cubicBezTo>
                  <a:pt x="28" y="579"/>
                  <a:pt x="28" y="579"/>
                  <a:pt x="28" y="579"/>
                </a:cubicBezTo>
                <a:cubicBezTo>
                  <a:pt x="14" y="579"/>
                  <a:pt x="0" y="572"/>
                  <a:pt x="0" y="551"/>
                </a:cubicBezTo>
                <a:cubicBezTo>
                  <a:pt x="0" y="551"/>
                  <a:pt x="0" y="452"/>
                  <a:pt x="77" y="410"/>
                </a:cubicBezTo>
                <a:cubicBezTo>
                  <a:pt x="120" y="388"/>
                  <a:pt x="106" y="410"/>
                  <a:pt x="162" y="381"/>
                </a:cubicBezTo>
                <a:cubicBezTo>
                  <a:pt x="219" y="360"/>
                  <a:pt x="233" y="353"/>
                  <a:pt x="233" y="353"/>
                </a:cubicBezTo>
                <a:cubicBezTo>
                  <a:pt x="233" y="296"/>
                  <a:pt x="233" y="296"/>
                  <a:pt x="233" y="296"/>
                </a:cubicBezTo>
                <a:cubicBezTo>
                  <a:pt x="233" y="296"/>
                  <a:pt x="212" y="275"/>
                  <a:pt x="204" y="226"/>
                </a:cubicBezTo>
                <a:cubicBezTo>
                  <a:pt x="190" y="233"/>
                  <a:pt x="190" y="212"/>
                  <a:pt x="190" y="198"/>
                </a:cubicBezTo>
                <a:cubicBezTo>
                  <a:pt x="190" y="183"/>
                  <a:pt x="183" y="148"/>
                  <a:pt x="197" y="148"/>
                </a:cubicBezTo>
                <a:cubicBezTo>
                  <a:pt x="190" y="127"/>
                  <a:pt x="190" y="99"/>
                  <a:pt x="190" y="92"/>
                </a:cubicBezTo>
                <a:cubicBezTo>
                  <a:pt x="197" y="49"/>
                  <a:pt x="240" y="0"/>
                  <a:pt x="304" y="0"/>
                </a:cubicBezTo>
                <a:cubicBezTo>
                  <a:pt x="374" y="0"/>
                  <a:pt x="410" y="49"/>
                  <a:pt x="410" y="92"/>
                </a:cubicBezTo>
                <a:cubicBezTo>
                  <a:pt x="410" y="99"/>
                  <a:pt x="410" y="127"/>
                  <a:pt x="402" y="148"/>
                </a:cubicBezTo>
                <a:cubicBezTo>
                  <a:pt x="424" y="148"/>
                  <a:pt x="417" y="183"/>
                  <a:pt x="417" y="198"/>
                </a:cubicBezTo>
                <a:cubicBezTo>
                  <a:pt x="417" y="212"/>
                  <a:pt x="410" y="233"/>
                  <a:pt x="395" y="226"/>
                </a:cubicBezTo>
                <a:cubicBezTo>
                  <a:pt x="388" y="275"/>
                  <a:pt x="367" y="296"/>
                  <a:pt x="367" y="296"/>
                </a:cubicBezTo>
                <a:cubicBezTo>
                  <a:pt x="367" y="353"/>
                  <a:pt x="367" y="353"/>
                  <a:pt x="367" y="353"/>
                </a:cubicBezTo>
                <a:cubicBezTo>
                  <a:pt x="367" y="353"/>
                  <a:pt x="381" y="360"/>
                  <a:pt x="438" y="381"/>
                </a:cubicBezTo>
                <a:cubicBezTo>
                  <a:pt x="445" y="388"/>
                  <a:pt x="452" y="388"/>
                  <a:pt x="459" y="388"/>
                </a:cubicBezTo>
                <a:cubicBezTo>
                  <a:pt x="452" y="403"/>
                  <a:pt x="452" y="410"/>
                  <a:pt x="452" y="424"/>
                </a:cubicBezTo>
                <a:lnTo>
                  <a:pt x="452" y="431"/>
                </a:lnTo>
                <a:close/>
                <a:moveTo>
                  <a:pt x="600" y="551"/>
                </a:moveTo>
                <a:lnTo>
                  <a:pt x="600" y="551"/>
                </a:lnTo>
                <a:cubicBezTo>
                  <a:pt x="600" y="572"/>
                  <a:pt x="593" y="579"/>
                  <a:pt x="572" y="579"/>
                </a:cubicBezTo>
                <a:cubicBezTo>
                  <a:pt x="558" y="579"/>
                  <a:pt x="558" y="579"/>
                  <a:pt x="558" y="579"/>
                </a:cubicBezTo>
                <a:cubicBezTo>
                  <a:pt x="600" y="537"/>
                  <a:pt x="600" y="537"/>
                  <a:pt x="600" y="537"/>
                </a:cubicBezTo>
                <a:cubicBezTo>
                  <a:pt x="600" y="551"/>
                  <a:pt x="600" y="551"/>
                  <a:pt x="600" y="55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30" name="Freeform 91">
            <a:extLst>
              <a:ext uri="{FF2B5EF4-FFF2-40B4-BE49-F238E27FC236}">
                <a16:creationId xmlns:a16="http://schemas.microsoft.com/office/drawing/2014/main" id="{D5482C6D-F938-3FA8-8E62-5B2BB7F93C22}"/>
              </a:ext>
            </a:extLst>
          </p:cNvPr>
          <p:cNvSpPr>
            <a:spLocks noChangeArrowheads="1"/>
          </p:cNvSpPr>
          <p:nvPr/>
        </p:nvSpPr>
        <p:spPr bwMode="auto">
          <a:xfrm>
            <a:off x="5339093" y="3896941"/>
            <a:ext cx="545644" cy="529596"/>
          </a:xfrm>
          <a:custGeom>
            <a:avLst/>
            <a:gdLst>
              <a:gd name="T0" fmla="*/ 2147483646 w 601"/>
              <a:gd name="T1" fmla="*/ 2147483646 h 580"/>
              <a:gd name="T2" fmla="*/ 2147483646 w 601"/>
              <a:gd name="T3" fmla="*/ 2147483646 h 580"/>
              <a:gd name="T4" fmla="*/ 2147483646 w 601"/>
              <a:gd name="T5" fmla="*/ 2147483646 h 580"/>
              <a:gd name="T6" fmla="*/ 2147483646 w 601"/>
              <a:gd name="T7" fmla="*/ 2147483646 h 580"/>
              <a:gd name="T8" fmla="*/ 2147483646 w 601"/>
              <a:gd name="T9" fmla="*/ 2147483646 h 580"/>
              <a:gd name="T10" fmla="*/ 2147483646 w 601"/>
              <a:gd name="T11" fmla="*/ 2147483646 h 580"/>
              <a:gd name="T12" fmla="*/ 2147483646 w 601"/>
              <a:gd name="T13" fmla="*/ 2147483646 h 580"/>
              <a:gd name="T14" fmla="*/ 2147483646 w 601"/>
              <a:gd name="T15" fmla="*/ 2147483646 h 580"/>
              <a:gd name="T16" fmla="*/ 2147483646 w 601"/>
              <a:gd name="T17" fmla="*/ 2147483646 h 580"/>
              <a:gd name="T18" fmla="*/ 2147483646 w 601"/>
              <a:gd name="T19" fmla="*/ 2147483646 h 580"/>
              <a:gd name="T20" fmla="*/ 2147483646 w 601"/>
              <a:gd name="T21" fmla="*/ 2147483646 h 580"/>
              <a:gd name="T22" fmla="*/ 2147483646 w 601"/>
              <a:gd name="T23" fmla="*/ 2147483646 h 580"/>
              <a:gd name="T24" fmla="*/ 2147483646 w 601"/>
              <a:gd name="T25" fmla="*/ 2147483646 h 580"/>
              <a:gd name="T26" fmla="*/ 2147483646 w 601"/>
              <a:gd name="T27" fmla="*/ 2147483646 h 580"/>
              <a:gd name="T28" fmla="*/ 2147483646 w 601"/>
              <a:gd name="T29" fmla="*/ 2147483646 h 580"/>
              <a:gd name="T30" fmla="*/ 2147483646 w 601"/>
              <a:gd name="T31" fmla="*/ 2147483646 h 580"/>
              <a:gd name="T32" fmla="*/ 2147483646 w 601"/>
              <a:gd name="T33" fmla="*/ 2147483646 h 580"/>
              <a:gd name="T34" fmla="*/ 2147483646 w 601"/>
              <a:gd name="T35" fmla="*/ 2147483646 h 580"/>
              <a:gd name="T36" fmla="*/ 2147483646 w 601"/>
              <a:gd name="T37" fmla="*/ 2147483646 h 580"/>
              <a:gd name="T38" fmla="*/ 2147483646 w 601"/>
              <a:gd name="T39" fmla="*/ 2147483646 h 580"/>
              <a:gd name="T40" fmla="*/ 2147483646 w 601"/>
              <a:gd name="T41" fmla="*/ 2147483646 h 580"/>
              <a:gd name="T42" fmla="*/ 2147483646 w 601"/>
              <a:gd name="T43" fmla="*/ 2147483646 h 580"/>
              <a:gd name="T44" fmla="*/ 0 w 601"/>
              <a:gd name="T45" fmla="*/ 2147483646 h 580"/>
              <a:gd name="T46" fmla="*/ 0 w 601"/>
              <a:gd name="T47" fmla="*/ 2147483646 h 580"/>
              <a:gd name="T48" fmla="*/ 2147483646 w 601"/>
              <a:gd name="T49" fmla="*/ 2147483646 h 580"/>
              <a:gd name="T50" fmla="*/ 2147483646 w 601"/>
              <a:gd name="T51" fmla="*/ 2147483646 h 580"/>
              <a:gd name="T52" fmla="*/ 2147483646 w 601"/>
              <a:gd name="T53" fmla="*/ 2147483646 h 580"/>
              <a:gd name="T54" fmla="*/ 2147483646 w 601"/>
              <a:gd name="T55" fmla="*/ 2147483646 h 580"/>
              <a:gd name="T56" fmla="*/ 2147483646 w 601"/>
              <a:gd name="T57" fmla="*/ 2147483646 h 580"/>
              <a:gd name="T58" fmla="*/ 2147483646 w 601"/>
              <a:gd name="T59" fmla="*/ 2147483646 h 580"/>
              <a:gd name="T60" fmla="*/ 2147483646 w 601"/>
              <a:gd name="T61" fmla="*/ 2147483646 h 580"/>
              <a:gd name="T62" fmla="*/ 2147483646 w 601"/>
              <a:gd name="T63" fmla="*/ 2147483646 h 580"/>
              <a:gd name="T64" fmla="*/ 2147483646 w 601"/>
              <a:gd name="T65" fmla="*/ 2147483646 h 580"/>
              <a:gd name="T66" fmla="*/ 2147483646 w 601"/>
              <a:gd name="T67" fmla="*/ 2147483646 h 580"/>
              <a:gd name="T68" fmla="*/ 2147483646 w 601"/>
              <a:gd name="T69" fmla="*/ 2147483646 h 580"/>
              <a:gd name="T70" fmla="*/ 2147483646 w 601"/>
              <a:gd name="T71" fmla="*/ 2147483646 h 58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1" h="580">
                <a:moveTo>
                  <a:pt x="572" y="516"/>
                </a:moveTo>
                <a:lnTo>
                  <a:pt x="572" y="516"/>
                </a:lnTo>
                <a:cubicBezTo>
                  <a:pt x="445" y="516"/>
                  <a:pt x="445" y="516"/>
                  <a:pt x="445" y="516"/>
                </a:cubicBezTo>
                <a:cubicBezTo>
                  <a:pt x="459" y="537"/>
                  <a:pt x="459" y="537"/>
                  <a:pt x="459" y="537"/>
                </a:cubicBezTo>
                <a:cubicBezTo>
                  <a:pt x="466" y="537"/>
                  <a:pt x="466" y="544"/>
                  <a:pt x="466" y="551"/>
                </a:cubicBezTo>
                <a:cubicBezTo>
                  <a:pt x="466" y="572"/>
                  <a:pt x="459" y="579"/>
                  <a:pt x="438" y="579"/>
                </a:cubicBezTo>
                <a:cubicBezTo>
                  <a:pt x="431" y="579"/>
                  <a:pt x="424" y="579"/>
                  <a:pt x="424" y="572"/>
                </a:cubicBezTo>
                <a:cubicBezTo>
                  <a:pt x="353" y="509"/>
                  <a:pt x="353" y="509"/>
                  <a:pt x="353" y="509"/>
                </a:cubicBezTo>
                <a:cubicBezTo>
                  <a:pt x="346" y="502"/>
                  <a:pt x="346" y="494"/>
                  <a:pt x="346" y="487"/>
                </a:cubicBezTo>
                <a:cubicBezTo>
                  <a:pt x="346" y="480"/>
                  <a:pt x="346" y="473"/>
                  <a:pt x="353" y="466"/>
                </a:cubicBezTo>
                <a:cubicBezTo>
                  <a:pt x="424" y="403"/>
                  <a:pt x="424" y="403"/>
                  <a:pt x="424" y="403"/>
                </a:cubicBezTo>
                <a:cubicBezTo>
                  <a:pt x="424" y="396"/>
                  <a:pt x="431" y="396"/>
                  <a:pt x="438" y="396"/>
                </a:cubicBezTo>
                <a:cubicBezTo>
                  <a:pt x="459" y="396"/>
                  <a:pt x="466" y="403"/>
                  <a:pt x="466" y="424"/>
                </a:cubicBezTo>
                <a:cubicBezTo>
                  <a:pt x="466" y="431"/>
                  <a:pt x="466" y="438"/>
                  <a:pt x="459" y="438"/>
                </a:cubicBezTo>
                <a:cubicBezTo>
                  <a:pt x="445" y="459"/>
                  <a:pt x="445" y="459"/>
                  <a:pt x="445" y="459"/>
                </a:cubicBezTo>
                <a:cubicBezTo>
                  <a:pt x="572" y="459"/>
                  <a:pt x="572" y="459"/>
                  <a:pt x="572" y="459"/>
                </a:cubicBezTo>
                <a:cubicBezTo>
                  <a:pt x="586" y="459"/>
                  <a:pt x="600" y="473"/>
                  <a:pt x="600" y="487"/>
                </a:cubicBezTo>
                <a:cubicBezTo>
                  <a:pt x="600" y="502"/>
                  <a:pt x="586" y="516"/>
                  <a:pt x="572" y="516"/>
                </a:cubicBezTo>
                <a:close/>
                <a:moveTo>
                  <a:pt x="494" y="424"/>
                </a:moveTo>
                <a:lnTo>
                  <a:pt x="494" y="424"/>
                </a:lnTo>
                <a:cubicBezTo>
                  <a:pt x="494" y="417"/>
                  <a:pt x="494" y="410"/>
                  <a:pt x="494" y="403"/>
                </a:cubicBezTo>
                <a:cubicBezTo>
                  <a:pt x="501" y="403"/>
                  <a:pt x="508" y="403"/>
                  <a:pt x="522" y="410"/>
                </a:cubicBezTo>
                <a:cubicBezTo>
                  <a:pt x="537" y="417"/>
                  <a:pt x="544" y="424"/>
                  <a:pt x="551" y="431"/>
                </a:cubicBezTo>
                <a:cubicBezTo>
                  <a:pt x="494" y="431"/>
                  <a:pt x="494" y="431"/>
                  <a:pt x="494" y="431"/>
                </a:cubicBezTo>
                <a:lnTo>
                  <a:pt x="494" y="424"/>
                </a:lnTo>
                <a:close/>
                <a:moveTo>
                  <a:pt x="395" y="226"/>
                </a:moveTo>
                <a:lnTo>
                  <a:pt x="395" y="226"/>
                </a:lnTo>
                <a:cubicBezTo>
                  <a:pt x="388" y="275"/>
                  <a:pt x="367" y="296"/>
                  <a:pt x="367" y="296"/>
                </a:cubicBezTo>
                <a:cubicBezTo>
                  <a:pt x="367" y="353"/>
                  <a:pt x="367" y="353"/>
                  <a:pt x="367" y="353"/>
                </a:cubicBezTo>
                <a:cubicBezTo>
                  <a:pt x="367" y="353"/>
                  <a:pt x="374" y="353"/>
                  <a:pt x="409" y="374"/>
                </a:cubicBezTo>
                <a:lnTo>
                  <a:pt x="402" y="381"/>
                </a:lnTo>
                <a:cubicBezTo>
                  <a:pt x="332" y="445"/>
                  <a:pt x="332" y="445"/>
                  <a:pt x="332" y="445"/>
                </a:cubicBezTo>
                <a:cubicBezTo>
                  <a:pt x="325" y="459"/>
                  <a:pt x="318" y="473"/>
                  <a:pt x="318" y="487"/>
                </a:cubicBezTo>
                <a:cubicBezTo>
                  <a:pt x="318" y="502"/>
                  <a:pt x="325" y="516"/>
                  <a:pt x="332" y="530"/>
                </a:cubicBezTo>
                <a:cubicBezTo>
                  <a:pt x="388" y="579"/>
                  <a:pt x="388" y="579"/>
                  <a:pt x="388" y="579"/>
                </a:cubicBezTo>
                <a:cubicBezTo>
                  <a:pt x="28" y="579"/>
                  <a:pt x="28" y="579"/>
                  <a:pt x="28" y="579"/>
                </a:cubicBezTo>
                <a:cubicBezTo>
                  <a:pt x="7" y="579"/>
                  <a:pt x="0" y="572"/>
                  <a:pt x="0" y="551"/>
                </a:cubicBezTo>
                <a:cubicBezTo>
                  <a:pt x="0" y="551"/>
                  <a:pt x="0" y="452"/>
                  <a:pt x="70" y="410"/>
                </a:cubicBezTo>
                <a:cubicBezTo>
                  <a:pt x="120" y="388"/>
                  <a:pt x="98" y="410"/>
                  <a:pt x="162" y="381"/>
                </a:cubicBezTo>
                <a:cubicBezTo>
                  <a:pt x="219" y="360"/>
                  <a:pt x="233" y="353"/>
                  <a:pt x="233" y="353"/>
                </a:cubicBezTo>
                <a:cubicBezTo>
                  <a:pt x="233" y="296"/>
                  <a:pt x="233" y="296"/>
                  <a:pt x="233" y="296"/>
                </a:cubicBezTo>
                <a:cubicBezTo>
                  <a:pt x="233" y="296"/>
                  <a:pt x="211" y="275"/>
                  <a:pt x="204" y="226"/>
                </a:cubicBezTo>
                <a:cubicBezTo>
                  <a:pt x="190" y="233"/>
                  <a:pt x="183" y="212"/>
                  <a:pt x="183" y="198"/>
                </a:cubicBezTo>
                <a:cubicBezTo>
                  <a:pt x="183" y="183"/>
                  <a:pt x="176" y="148"/>
                  <a:pt x="197" y="148"/>
                </a:cubicBezTo>
                <a:cubicBezTo>
                  <a:pt x="190" y="127"/>
                  <a:pt x="190" y="99"/>
                  <a:pt x="190" y="92"/>
                </a:cubicBezTo>
                <a:cubicBezTo>
                  <a:pt x="190" y="49"/>
                  <a:pt x="233" y="0"/>
                  <a:pt x="296" y="0"/>
                </a:cubicBezTo>
                <a:cubicBezTo>
                  <a:pt x="374" y="0"/>
                  <a:pt x="402" y="49"/>
                  <a:pt x="409" y="92"/>
                </a:cubicBezTo>
                <a:cubicBezTo>
                  <a:pt x="409" y="99"/>
                  <a:pt x="409" y="127"/>
                  <a:pt x="402" y="148"/>
                </a:cubicBezTo>
                <a:cubicBezTo>
                  <a:pt x="424" y="148"/>
                  <a:pt x="417" y="183"/>
                  <a:pt x="409" y="198"/>
                </a:cubicBezTo>
                <a:cubicBezTo>
                  <a:pt x="409" y="212"/>
                  <a:pt x="409" y="233"/>
                  <a:pt x="395" y="226"/>
                </a:cubicBezTo>
                <a:close/>
                <a:moveTo>
                  <a:pt x="494" y="544"/>
                </a:moveTo>
                <a:lnTo>
                  <a:pt x="494" y="544"/>
                </a:lnTo>
                <a:cubicBezTo>
                  <a:pt x="572" y="544"/>
                  <a:pt x="572" y="544"/>
                  <a:pt x="572" y="544"/>
                </a:cubicBezTo>
                <a:cubicBezTo>
                  <a:pt x="579" y="544"/>
                  <a:pt x="593" y="544"/>
                  <a:pt x="600" y="537"/>
                </a:cubicBezTo>
                <a:cubicBezTo>
                  <a:pt x="600" y="544"/>
                  <a:pt x="600" y="551"/>
                  <a:pt x="600" y="551"/>
                </a:cubicBezTo>
                <a:cubicBezTo>
                  <a:pt x="600" y="572"/>
                  <a:pt x="586" y="579"/>
                  <a:pt x="572" y="579"/>
                </a:cubicBezTo>
                <a:cubicBezTo>
                  <a:pt x="487" y="579"/>
                  <a:pt x="487" y="579"/>
                  <a:pt x="487" y="579"/>
                </a:cubicBezTo>
                <a:cubicBezTo>
                  <a:pt x="494" y="572"/>
                  <a:pt x="494" y="565"/>
                  <a:pt x="494" y="551"/>
                </a:cubicBezTo>
                <a:lnTo>
                  <a:pt x="494" y="54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31" name="Freeform 92">
            <a:extLst>
              <a:ext uri="{FF2B5EF4-FFF2-40B4-BE49-F238E27FC236}">
                <a16:creationId xmlns:a16="http://schemas.microsoft.com/office/drawing/2014/main" id="{9ABBF312-86A4-3DC1-ED82-0C6DB9B628B5}"/>
              </a:ext>
            </a:extLst>
          </p:cNvPr>
          <p:cNvSpPr>
            <a:spLocks noChangeArrowheads="1"/>
          </p:cNvSpPr>
          <p:nvPr/>
        </p:nvSpPr>
        <p:spPr bwMode="auto">
          <a:xfrm>
            <a:off x="4376191" y="3896941"/>
            <a:ext cx="553668" cy="529596"/>
          </a:xfrm>
          <a:custGeom>
            <a:avLst/>
            <a:gdLst>
              <a:gd name="T0" fmla="*/ 2147483646 w 609"/>
              <a:gd name="T1" fmla="*/ 2147483646 h 580"/>
              <a:gd name="T2" fmla="*/ 2147483646 w 609"/>
              <a:gd name="T3" fmla="*/ 2147483646 h 580"/>
              <a:gd name="T4" fmla="*/ 2147483646 w 609"/>
              <a:gd name="T5" fmla="*/ 2147483646 h 580"/>
              <a:gd name="T6" fmla="*/ 2147483646 w 609"/>
              <a:gd name="T7" fmla="*/ 2147483646 h 580"/>
              <a:gd name="T8" fmla="*/ 2147483646 w 609"/>
              <a:gd name="T9" fmla="*/ 2147483646 h 580"/>
              <a:gd name="T10" fmla="*/ 2147483646 w 609"/>
              <a:gd name="T11" fmla="*/ 2147483646 h 580"/>
              <a:gd name="T12" fmla="*/ 2147483646 w 609"/>
              <a:gd name="T13" fmla="*/ 2147483646 h 580"/>
              <a:gd name="T14" fmla="*/ 2147483646 w 609"/>
              <a:gd name="T15" fmla="*/ 2147483646 h 580"/>
              <a:gd name="T16" fmla="*/ 2147483646 w 609"/>
              <a:gd name="T17" fmla="*/ 2147483646 h 580"/>
              <a:gd name="T18" fmla="*/ 2147483646 w 609"/>
              <a:gd name="T19" fmla="*/ 2147483646 h 580"/>
              <a:gd name="T20" fmla="*/ 2147483646 w 609"/>
              <a:gd name="T21" fmla="*/ 2147483646 h 580"/>
              <a:gd name="T22" fmla="*/ 2147483646 w 609"/>
              <a:gd name="T23" fmla="*/ 2147483646 h 580"/>
              <a:gd name="T24" fmla="*/ 2147483646 w 609"/>
              <a:gd name="T25" fmla="*/ 2147483646 h 580"/>
              <a:gd name="T26" fmla="*/ 2147483646 w 609"/>
              <a:gd name="T27" fmla="*/ 2147483646 h 580"/>
              <a:gd name="T28" fmla="*/ 2147483646 w 609"/>
              <a:gd name="T29" fmla="*/ 2147483646 h 580"/>
              <a:gd name="T30" fmla="*/ 2147483646 w 609"/>
              <a:gd name="T31" fmla="*/ 2147483646 h 580"/>
              <a:gd name="T32" fmla="*/ 2147483646 w 609"/>
              <a:gd name="T33" fmla="*/ 2147483646 h 580"/>
              <a:gd name="T34" fmla="*/ 2147483646 w 609"/>
              <a:gd name="T35" fmla="*/ 2147483646 h 580"/>
              <a:gd name="T36" fmla="*/ 2147483646 w 609"/>
              <a:gd name="T37" fmla="*/ 2147483646 h 580"/>
              <a:gd name="T38" fmla="*/ 2147483646 w 609"/>
              <a:gd name="T39" fmla="*/ 2147483646 h 580"/>
              <a:gd name="T40" fmla="*/ 2147483646 w 609"/>
              <a:gd name="T41" fmla="*/ 2147483646 h 580"/>
              <a:gd name="T42" fmla="*/ 2147483646 w 609"/>
              <a:gd name="T43" fmla="*/ 2147483646 h 580"/>
              <a:gd name="T44" fmla="*/ 2147483646 w 609"/>
              <a:gd name="T45" fmla="*/ 2147483646 h 580"/>
              <a:gd name="T46" fmla="*/ 2147483646 w 609"/>
              <a:gd name="T47" fmla="*/ 2147483646 h 580"/>
              <a:gd name="T48" fmla="*/ 2147483646 w 609"/>
              <a:gd name="T49" fmla="*/ 2147483646 h 580"/>
              <a:gd name="T50" fmla="*/ 2147483646 w 609"/>
              <a:gd name="T51" fmla="*/ 2147483646 h 580"/>
              <a:gd name="T52" fmla="*/ 2147483646 w 609"/>
              <a:gd name="T53" fmla="*/ 2147483646 h 580"/>
              <a:gd name="T54" fmla="*/ 2147483646 w 609"/>
              <a:gd name="T55" fmla="*/ 2147483646 h 580"/>
              <a:gd name="T56" fmla="*/ 2147483646 w 609"/>
              <a:gd name="T57" fmla="*/ 2147483646 h 580"/>
              <a:gd name="T58" fmla="*/ 2147483646 w 609"/>
              <a:gd name="T59" fmla="*/ 2147483646 h 580"/>
              <a:gd name="T60" fmla="*/ 2147483646 w 609"/>
              <a:gd name="T61" fmla="*/ 2147483646 h 580"/>
              <a:gd name="T62" fmla="*/ 2147483646 w 609"/>
              <a:gd name="T63" fmla="*/ 2147483646 h 580"/>
              <a:gd name="T64" fmla="*/ 2147483646 w 609"/>
              <a:gd name="T65" fmla="*/ 2147483646 h 580"/>
              <a:gd name="T66" fmla="*/ 0 w 609"/>
              <a:gd name="T67" fmla="*/ 2147483646 h 580"/>
              <a:gd name="T68" fmla="*/ 0 w 609"/>
              <a:gd name="T69" fmla="*/ 2147483646 h 580"/>
              <a:gd name="T70" fmla="*/ 0 w 609"/>
              <a:gd name="T71" fmla="*/ 2147483646 h 580"/>
              <a:gd name="T72" fmla="*/ 2147483646 w 609"/>
              <a:gd name="T73" fmla="*/ 2147483646 h 580"/>
              <a:gd name="T74" fmla="*/ 2147483646 w 609"/>
              <a:gd name="T75" fmla="*/ 2147483646 h 580"/>
              <a:gd name="T76" fmla="*/ 2147483646 w 609"/>
              <a:gd name="T77" fmla="*/ 2147483646 h 580"/>
              <a:gd name="T78" fmla="*/ 2147483646 w 609"/>
              <a:gd name="T79" fmla="*/ 2147483646 h 580"/>
              <a:gd name="T80" fmla="*/ 2147483646 w 609"/>
              <a:gd name="T81" fmla="*/ 2147483646 h 580"/>
              <a:gd name="T82" fmla="*/ 2147483646 w 609"/>
              <a:gd name="T83" fmla="*/ 2147483646 h 580"/>
              <a:gd name="T84" fmla="*/ 2147483646 w 609"/>
              <a:gd name="T85" fmla="*/ 2147483646 h 580"/>
              <a:gd name="T86" fmla="*/ 2147483646 w 609"/>
              <a:gd name="T87" fmla="*/ 2147483646 h 580"/>
              <a:gd name="T88" fmla="*/ 2147483646 w 609"/>
              <a:gd name="T89" fmla="*/ 0 h 580"/>
              <a:gd name="T90" fmla="*/ 2147483646 w 609"/>
              <a:gd name="T91" fmla="*/ 2147483646 h 580"/>
              <a:gd name="T92" fmla="*/ 2147483646 w 609"/>
              <a:gd name="T93" fmla="*/ 2147483646 h 580"/>
              <a:gd name="T94" fmla="*/ 2147483646 w 609"/>
              <a:gd name="T95" fmla="*/ 2147483646 h 580"/>
              <a:gd name="T96" fmla="*/ 2147483646 w 609"/>
              <a:gd name="T97" fmla="*/ 2147483646 h 580"/>
              <a:gd name="T98" fmla="*/ 2147483646 w 609"/>
              <a:gd name="T99" fmla="*/ 2147483646 h 580"/>
              <a:gd name="T100" fmla="*/ 2147483646 w 609"/>
              <a:gd name="T101" fmla="*/ 2147483646 h 580"/>
              <a:gd name="T102" fmla="*/ 2147483646 w 609"/>
              <a:gd name="T103" fmla="*/ 2147483646 h 580"/>
              <a:gd name="T104" fmla="*/ 2147483646 w 609"/>
              <a:gd name="T105" fmla="*/ 2147483646 h 580"/>
              <a:gd name="T106" fmla="*/ 2147483646 w 609"/>
              <a:gd name="T107" fmla="*/ 2147483646 h 58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609" h="580">
                <a:moveTo>
                  <a:pt x="559" y="494"/>
                </a:moveTo>
                <a:lnTo>
                  <a:pt x="559" y="494"/>
                </a:lnTo>
                <a:cubicBezTo>
                  <a:pt x="594" y="537"/>
                  <a:pt x="594" y="537"/>
                  <a:pt x="594" y="537"/>
                </a:cubicBezTo>
                <a:cubicBezTo>
                  <a:pt x="601" y="537"/>
                  <a:pt x="608" y="544"/>
                  <a:pt x="608" y="551"/>
                </a:cubicBezTo>
                <a:cubicBezTo>
                  <a:pt x="608" y="572"/>
                  <a:pt x="594" y="579"/>
                  <a:pt x="580" y="579"/>
                </a:cubicBezTo>
                <a:cubicBezTo>
                  <a:pt x="573" y="579"/>
                  <a:pt x="566" y="579"/>
                  <a:pt x="559" y="572"/>
                </a:cubicBezTo>
                <a:cubicBezTo>
                  <a:pt x="523" y="537"/>
                  <a:pt x="523" y="537"/>
                  <a:pt x="523" y="537"/>
                </a:cubicBezTo>
                <a:cubicBezTo>
                  <a:pt x="481" y="572"/>
                  <a:pt x="481" y="572"/>
                  <a:pt x="481" y="572"/>
                </a:cubicBezTo>
                <a:cubicBezTo>
                  <a:pt x="481" y="579"/>
                  <a:pt x="474" y="579"/>
                  <a:pt x="467" y="579"/>
                </a:cubicBezTo>
                <a:cubicBezTo>
                  <a:pt x="446" y="579"/>
                  <a:pt x="439" y="572"/>
                  <a:pt x="439" y="551"/>
                </a:cubicBezTo>
                <a:cubicBezTo>
                  <a:pt x="439" y="544"/>
                  <a:pt x="439" y="537"/>
                  <a:pt x="446" y="537"/>
                </a:cubicBezTo>
                <a:cubicBezTo>
                  <a:pt x="481" y="494"/>
                  <a:pt x="481" y="494"/>
                  <a:pt x="481" y="494"/>
                </a:cubicBezTo>
                <a:cubicBezTo>
                  <a:pt x="446" y="459"/>
                  <a:pt x="446" y="459"/>
                  <a:pt x="446" y="459"/>
                </a:cubicBezTo>
                <a:cubicBezTo>
                  <a:pt x="439" y="452"/>
                  <a:pt x="439" y="445"/>
                  <a:pt x="439" y="438"/>
                </a:cubicBezTo>
                <a:cubicBezTo>
                  <a:pt x="439" y="424"/>
                  <a:pt x="446" y="410"/>
                  <a:pt x="467" y="410"/>
                </a:cubicBezTo>
                <a:cubicBezTo>
                  <a:pt x="474" y="410"/>
                  <a:pt x="481" y="417"/>
                  <a:pt x="481" y="424"/>
                </a:cubicBezTo>
                <a:cubicBezTo>
                  <a:pt x="523" y="459"/>
                  <a:pt x="523" y="459"/>
                  <a:pt x="523" y="459"/>
                </a:cubicBezTo>
                <a:cubicBezTo>
                  <a:pt x="559" y="424"/>
                  <a:pt x="559" y="424"/>
                  <a:pt x="559" y="424"/>
                </a:cubicBezTo>
                <a:cubicBezTo>
                  <a:pt x="566" y="417"/>
                  <a:pt x="573" y="410"/>
                  <a:pt x="580" y="410"/>
                </a:cubicBezTo>
                <a:cubicBezTo>
                  <a:pt x="594" y="410"/>
                  <a:pt x="608" y="424"/>
                  <a:pt x="608" y="438"/>
                </a:cubicBezTo>
                <a:cubicBezTo>
                  <a:pt x="608" y="445"/>
                  <a:pt x="601" y="452"/>
                  <a:pt x="594" y="459"/>
                </a:cubicBezTo>
                <a:lnTo>
                  <a:pt x="559" y="494"/>
                </a:lnTo>
                <a:close/>
                <a:moveTo>
                  <a:pt x="410" y="438"/>
                </a:moveTo>
                <a:lnTo>
                  <a:pt x="410" y="438"/>
                </a:lnTo>
                <a:cubicBezTo>
                  <a:pt x="410" y="459"/>
                  <a:pt x="417" y="473"/>
                  <a:pt x="424" y="480"/>
                </a:cubicBezTo>
                <a:cubicBezTo>
                  <a:pt x="439" y="494"/>
                  <a:pt x="439" y="494"/>
                  <a:pt x="439" y="494"/>
                </a:cubicBezTo>
                <a:cubicBezTo>
                  <a:pt x="424" y="516"/>
                  <a:pt x="424" y="516"/>
                  <a:pt x="424" y="516"/>
                </a:cubicBezTo>
                <a:cubicBezTo>
                  <a:pt x="417" y="523"/>
                  <a:pt x="410" y="537"/>
                  <a:pt x="410" y="551"/>
                </a:cubicBezTo>
                <a:cubicBezTo>
                  <a:pt x="410" y="565"/>
                  <a:pt x="410" y="572"/>
                  <a:pt x="417" y="579"/>
                </a:cubicBezTo>
                <a:cubicBezTo>
                  <a:pt x="29" y="579"/>
                  <a:pt x="29" y="579"/>
                  <a:pt x="29" y="579"/>
                </a:cubicBezTo>
                <a:cubicBezTo>
                  <a:pt x="15" y="579"/>
                  <a:pt x="0" y="572"/>
                  <a:pt x="0" y="551"/>
                </a:cubicBezTo>
                <a:cubicBezTo>
                  <a:pt x="0" y="551"/>
                  <a:pt x="0" y="452"/>
                  <a:pt x="78" y="410"/>
                </a:cubicBezTo>
                <a:cubicBezTo>
                  <a:pt x="128" y="388"/>
                  <a:pt x="106" y="410"/>
                  <a:pt x="163" y="381"/>
                </a:cubicBezTo>
                <a:cubicBezTo>
                  <a:pt x="226" y="360"/>
                  <a:pt x="241" y="353"/>
                  <a:pt x="241" y="353"/>
                </a:cubicBezTo>
                <a:cubicBezTo>
                  <a:pt x="241" y="296"/>
                  <a:pt x="241" y="296"/>
                  <a:pt x="241" y="296"/>
                </a:cubicBezTo>
                <a:cubicBezTo>
                  <a:pt x="241" y="296"/>
                  <a:pt x="219" y="275"/>
                  <a:pt x="212" y="226"/>
                </a:cubicBezTo>
                <a:cubicBezTo>
                  <a:pt x="198" y="233"/>
                  <a:pt x="191" y="212"/>
                  <a:pt x="191" y="198"/>
                </a:cubicBezTo>
                <a:cubicBezTo>
                  <a:pt x="191" y="183"/>
                  <a:pt x="184" y="148"/>
                  <a:pt x="198" y="148"/>
                </a:cubicBezTo>
                <a:cubicBezTo>
                  <a:pt x="198" y="127"/>
                  <a:pt x="191" y="99"/>
                  <a:pt x="198" y="92"/>
                </a:cubicBezTo>
                <a:cubicBezTo>
                  <a:pt x="198" y="49"/>
                  <a:pt x="241" y="0"/>
                  <a:pt x="304" y="0"/>
                </a:cubicBezTo>
                <a:cubicBezTo>
                  <a:pt x="382" y="0"/>
                  <a:pt x="410" y="49"/>
                  <a:pt x="417" y="92"/>
                </a:cubicBezTo>
                <a:cubicBezTo>
                  <a:pt x="417" y="99"/>
                  <a:pt x="410" y="127"/>
                  <a:pt x="410" y="148"/>
                </a:cubicBezTo>
                <a:cubicBezTo>
                  <a:pt x="424" y="148"/>
                  <a:pt x="417" y="183"/>
                  <a:pt x="417" y="198"/>
                </a:cubicBezTo>
                <a:cubicBezTo>
                  <a:pt x="417" y="212"/>
                  <a:pt x="410" y="233"/>
                  <a:pt x="396" y="226"/>
                </a:cubicBezTo>
                <a:cubicBezTo>
                  <a:pt x="389" y="275"/>
                  <a:pt x="368" y="296"/>
                  <a:pt x="368" y="296"/>
                </a:cubicBezTo>
                <a:cubicBezTo>
                  <a:pt x="368" y="353"/>
                  <a:pt x="368" y="353"/>
                  <a:pt x="368" y="353"/>
                </a:cubicBezTo>
                <a:cubicBezTo>
                  <a:pt x="368" y="353"/>
                  <a:pt x="382" y="360"/>
                  <a:pt x="446" y="381"/>
                </a:cubicBezTo>
                <a:cubicBezTo>
                  <a:pt x="446" y="381"/>
                  <a:pt x="446" y="388"/>
                  <a:pt x="453" y="388"/>
                </a:cubicBezTo>
                <a:cubicBezTo>
                  <a:pt x="424" y="396"/>
                  <a:pt x="410" y="417"/>
                  <a:pt x="410" y="43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32" name="Freeform 93">
            <a:extLst>
              <a:ext uri="{FF2B5EF4-FFF2-40B4-BE49-F238E27FC236}">
                <a16:creationId xmlns:a16="http://schemas.microsoft.com/office/drawing/2014/main" id="{40B4BA5A-10BB-37E3-2839-13F121DC232D}"/>
              </a:ext>
            </a:extLst>
          </p:cNvPr>
          <p:cNvSpPr>
            <a:spLocks noChangeArrowheads="1"/>
          </p:cNvSpPr>
          <p:nvPr/>
        </p:nvSpPr>
        <p:spPr bwMode="auto">
          <a:xfrm>
            <a:off x="3417304" y="3896941"/>
            <a:ext cx="549655" cy="529596"/>
          </a:xfrm>
          <a:custGeom>
            <a:avLst/>
            <a:gdLst>
              <a:gd name="T0" fmla="*/ 2147483646 w 602"/>
              <a:gd name="T1" fmla="*/ 2147483646 h 580"/>
              <a:gd name="T2" fmla="*/ 2147483646 w 602"/>
              <a:gd name="T3" fmla="*/ 2147483646 h 580"/>
              <a:gd name="T4" fmla="*/ 2147483646 w 602"/>
              <a:gd name="T5" fmla="*/ 2147483646 h 580"/>
              <a:gd name="T6" fmla="*/ 2147483646 w 602"/>
              <a:gd name="T7" fmla="*/ 2147483646 h 580"/>
              <a:gd name="T8" fmla="*/ 2147483646 w 602"/>
              <a:gd name="T9" fmla="*/ 2147483646 h 580"/>
              <a:gd name="T10" fmla="*/ 2147483646 w 602"/>
              <a:gd name="T11" fmla="*/ 2147483646 h 580"/>
              <a:gd name="T12" fmla="*/ 2147483646 w 602"/>
              <a:gd name="T13" fmla="*/ 2147483646 h 580"/>
              <a:gd name="T14" fmla="*/ 2147483646 w 602"/>
              <a:gd name="T15" fmla="*/ 2147483646 h 580"/>
              <a:gd name="T16" fmla="*/ 2147483646 w 602"/>
              <a:gd name="T17" fmla="*/ 2147483646 h 580"/>
              <a:gd name="T18" fmla="*/ 2147483646 w 602"/>
              <a:gd name="T19" fmla="*/ 2147483646 h 580"/>
              <a:gd name="T20" fmla="*/ 2147483646 w 602"/>
              <a:gd name="T21" fmla="*/ 2147483646 h 580"/>
              <a:gd name="T22" fmla="*/ 2147483646 w 602"/>
              <a:gd name="T23" fmla="*/ 2147483646 h 580"/>
              <a:gd name="T24" fmla="*/ 2147483646 w 602"/>
              <a:gd name="T25" fmla="*/ 2147483646 h 580"/>
              <a:gd name="T26" fmla="*/ 2147483646 w 602"/>
              <a:gd name="T27" fmla="*/ 2147483646 h 580"/>
              <a:gd name="T28" fmla="*/ 2147483646 w 602"/>
              <a:gd name="T29" fmla="*/ 2147483646 h 580"/>
              <a:gd name="T30" fmla="*/ 2147483646 w 602"/>
              <a:gd name="T31" fmla="*/ 2147483646 h 580"/>
              <a:gd name="T32" fmla="*/ 2147483646 w 602"/>
              <a:gd name="T33" fmla="*/ 2147483646 h 580"/>
              <a:gd name="T34" fmla="*/ 2147483646 w 602"/>
              <a:gd name="T35" fmla="*/ 2147483646 h 580"/>
              <a:gd name="T36" fmla="*/ 2147483646 w 602"/>
              <a:gd name="T37" fmla="*/ 2147483646 h 580"/>
              <a:gd name="T38" fmla="*/ 2147483646 w 602"/>
              <a:gd name="T39" fmla="*/ 2147483646 h 580"/>
              <a:gd name="T40" fmla="*/ 2147483646 w 602"/>
              <a:gd name="T41" fmla="*/ 2147483646 h 580"/>
              <a:gd name="T42" fmla="*/ 2147483646 w 602"/>
              <a:gd name="T43" fmla="*/ 2147483646 h 580"/>
              <a:gd name="T44" fmla="*/ 2147483646 w 602"/>
              <a:gd name="T45" fmla="*/ 2147483646 h 580"/>
              <a:gd name="T46" fmla="*/ 0 w 602"/>
              <a:gd name="T47" fmla="*/ 2147483646 h 580"/>
              <a:gd name="T48" fmla="*/ 0 w 602"/>
              <a:gd name="T49" fmla="*/ 2147483646 h 580"/>
              <a:gd name="T50" fmla="*/ 0 w 602"/>
              <a:gd name="T51" fmla="*/ 2147483646 h 580"/>
              <a:gd name="T52" fmla="*/ 2147483646 w 602"/>
              <a:gd name="T53" fmla="*/ 2147483646 h 580"/>
              <a:gd name="T54" fmla="*/ 2147483646 w 602"/>
              <a:gd name="T55" fmla="*/ 2147483646 h 580"/>
              <a:gd name="T56" fmla="*/ 2147483646 w 602"/>
              <a:gd name="T57" fmla="*/ 2147483646 h 580"/>
              <a:gd name="T58" fmla="*/ 2147483646 w 602"/>
              <a:gd name="T59" fmla="*/ 2147483646 h 580"/>
              <a:gd name="T60" fmla="*/ 2147483646 w 602"/>
              <a:gd name="T61" fmla="*/ 2147483646 h 580"/>
              <a:gd name="T62" fmla="*/ 2147483646 w 602"/>
              <a:gd name="T63" fmla="*/ 2147483646 h 580"/>
              <a:gd name="T64" fmla="*/ 2147483646 w 602"/>
              <a:gd name="T65" fmla="*/ 2147483646 h 580"/>
              <a:gd name="T66" fmla="*/ 2147483646 w 602"/>
              <a:gd name="T67" fmla="*/ 2147483646 h 580"/>
              <a:gd name="T68" fmla="*/ 2147483646 w 602"/>
              <a:gd name="T69" fmla="*/ 0 h 580"/>
              <a:gd name="T70" fmla="*/ 2147483646 w 602"/>
              <a:gd name="T71" fmla="*/ 2147483646 h 580"/>
              <a:gd name="T72" fmla="*/ 2147483646 w 602"/>
              <a:gd name="T73" fmla="*/ 2147483646 h 580"/>
              <a:gd name="T74" fmla="*/ 2147483646 w 602"/>
              <a:gd name="T75" fmla="*/ 2147483646 h 580"/>
              <a:gd name="T76" fmla="*/ 2147483646 w 602"/>
              <a:gd name="T77" fmla="*/ 2147483646 h 580"/>
              <a:gd name="T78" fmla="*/ 2147483646 w 602"/>
              <a:gd name="T79" fmla="*/ 2147483646 h 580"/>
              <a:gd name="T80" fmla="*/ 2147483646 w 602"/>
              <a:gd name="T81" fmla="*/ 2147483646 h 580"/>
              <a:gd name="T82" fmla="*/ 2147483646 w 602"/>
              <a:gd name="T83" fmla="*/ 2147483646 h 580"/>
              <a:gd name="T84" fmla="*/ 2147483646 w 602"/>
              <a:gd name="T85" fmla="*/ 2147483646 h 580"/>
              <a:gd name="T86" fmla="*/ 2147483646 w 602"/>
              <a:gd name="T87" fmla="*/ 2147483646 h 580"/>
              <a:gd name="T88" fmla="*/ 2147483646 w 602"/>
              <a:gd name="T89" fmla="*/ 2147483646 h 580"/>
              <a:gd name="T90" fmla="*/ 2147483646 w 602"/>
              <a:gd name="T91" fmla="*/ 2147483646 h 580"/>
              <a:gd name="T92" fmla="*/ 2147483646 w 602"/>
              <a:gd name="T93" fmla="*/ 2147483646 h 580"/>
              <a:gd name="T94" fmla="*/ 2147483646 w 602"/>
              <a:gd name="T95" fmla="*/ 2147483646 h 580"/>
              <a:gd name="T96" fmla="*/ 2147483646 w 602"/>
              <a:gd name="T97" fmla="*/ 2147483646 h 580"/>
              <a:gd name="T98" fmla="*/ 2147483646 w 602"/>
              <a:gd name="T99" fmla="*/ 2147483646 h 580"/>
              <a:gd name="T100" fmla="*/ 2147483646 w 602"/>
              <a:gd name="T101" fmla="*/ 2147483646 h 580"/>
              <a:gd name="T102" fmla="*/ 2147483646 w 602"/>
              <a:gd name="T103" fmla="*/ 2147483646 h 580"/>
              <a:gd name="T104" fmla="*/ 2147483646 w 602"/>
              <a:gd name="T105" fmla="*/ 2147483646 h 580"/>
              <a:gd name="T106" fmla="*/ 2147483646 w 602"/>
              <a:gd name="T107" fmla="*/ 2147483646 h 580"/>
              <a:gd name="T108" fmla="*/ 2147483646 w 602"/>
              <a:gd name="T109" fmla="*/ 2147483646 h 58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02" h="580">
                <a:moveTo>
                  <a:pt x="516" y="551"/>
                </a:moveTo>
                <a:lnTo>
                  <a:pt x="516" y="551"/>
                </a:lnTo>
                <a:cubicBezTo>
                  <a:pt x="516" y="558"/>
                  <a:pt x="509" y="565"/>
                  <a:pt x="502" y="565"/>
                </a:cubicBezTo>
                <a:cubicBezTo>
                  <a:pt x="495" y="565"/>
                  <a:pt x="488" y="558"/>
                  <a:pt x="481" y="551"/>
                </a:cubicBezTo>
                <a:cubicBezTo>
                  <a:pt x="446" y="516"/>
                  <a:pt x="446" y="516"/>
                  <a:pt x="446" y="516"/>
                </a:cubicBezTo>
                <a:cubicBezTo>
                  <a:pt x="439" y="509"/>
                  <a:pt x="431" y="502"/>
                  <a:pt x="431" y="494"/>
                </a:cubicBezTo>
                <a:cubicBezTo>
                  <a:pt x="431" y="480"/>
                  <a:pt x="446" y="466"/>
                  <a:pt x="460" y="466"/>
                </a:cubicBezTo>
                <a:cubicBezTo>
                  <a:pt x="467" y="466"/>
                  <a:pt x="474" y="473"/>
                  <a:pt x="481" y="480"/>
                </a:cubicBezTo>
                <a:cubicBezTo>
                  <a:pt x="502" y="494"/>
                  <a:pt x="502" y="494"/>
                  <a:pt x="502" y="494"/>
                </a:cubicBezTo>
                <a:cubicBezTo>
                  <a:pt x="559" y="438"/>
                  <a:pt x="559" y="438"/>
                  <a:pt x="559" y="438"/>
                </a:cubicBezTo>
                <a:cubicBezTo>
                  <a:pt x="559" y="431"/>
                  <a:pt x="566" y="431"/>
                  <a:pt x="573" y="431"/>
                </a:cubicBezTo>
                <a:cubicBezTo>
                  <a:pt x="594" y="431"/>
                  <a:pt x="601" y="445"/>
                  <a:pt x="601" y="459"/>
                </a:cubicBezTo>
                <a:cubicBezTo>
                  <a:pt x="601" y="466"/>
                  <a:pt x="601" y="473"/>
                  <a:pt x="594" y="480"/>
                </a:cubicBezTo>
                <a:lnTo>
                  <a:pt x="516" y="551"/>
                </a:lnTo>
                <a:close/>
                <a:moveTo>
                  <a:pt x="502" y="452"/>
                </a:moveTo>
                <a:lnTo>
                  <a:pt x="502" y="452"/>
                </a:lnTo>
                <a:cubicBezTo>
                  <a:pt x="488" y="445"/>
                  <a:pt x="474" y="438"/>
                  <a:pt x="460" y="438"/>
                </a:cubicBezTo>
                <a:cubicBezTo>
                  <a:pt x="431" y="438"/>
                  <a:pt x="403" y="466"/>
                  <a:pt x="403" y="494"/>
                </a:cubicBezTo>
                <a:cubicBezTo>
                  <a:pt x="403" y="516"/>
                  <a:pt x="410" y="530"/>
                  <a:pt x="424" y="537"/>
                </a:cubicBezTo>
                <a:cubicBezTo>
                  <a:pt x="460" y="572"/>
                  <a:pt x="460" y="572"/>
                  <a:pt x="460" y="572"/>
                </a:cubicBezTo>
                <a:cubicBezTo>
                  <a:pt x="460" y="579"/>
                  <a:pt x="467" y="579"/>
                  <a:pt x="467" y="579"/>
                </a:cubicBezTo>
                <a:cubicBezTo>
                  <a:pt x="29" y="579"/>
                  <a:pt x="29" y="579"/>
                  <a:pt x="29" y="579"/>
                </a:cubicBezTo>
                <a:cubicBezTo>
                  <a:pt x="15" y="579"/>
                  <a:pt x="0" y="572"/>
                  <a:pt x="0" y="551"/>
                </a:cubicBezTo>
                <a:cubicBezTo>
                  <a:pt x="0" y="551"/>
                  <a:pt x="0" y="452"/>
                  <a:pt x="78" y="410"/>
                </a:cubicBezTo>
                <a:cubicBezTo>
                  <a:pt x="120" y="388"/>
                  <a:pt x="106" y="410"/>
                  <a:pt x="163" y="381"/>
                </a:cubicBezTo>
                <a:cubicBezTo>
                  <a:pt x="219" y="360"/>
                  <a:pt x="233" y="353"/>
                  <a:pt x="233" y="353"/>
                </a:cubicBezTo>
                <a:cubicBezTo>
                  <a:pt x="233" y="296"/>
                  <a:pt x="233" y="296"/>
                  <a:pt x="233" y="296"/>
                </a:cubicBezTo>
                <a:cubicBezTo>
                  <a:pt x="233" y="296"/>
                  <a:pt x="212" y="275"/>
                  <a:pt x="205" y="226"/>
                </a:cubicBezTo>
                <a:cubicBezTo>
                  <a:pt x="191" y="233"/>
                  <a:pt x="191" y="212"/>
                  <a:pt x="191" y="198"/>
                </a:cubicBezTo>
                <a:cubicBezTo>
                  <a:pt x="191" y="183"/>
                  <a:pt x="184" y="148"/>
                  <a:pt x="198" y="148"/>
                </a:cubicBezTo>
                <a:cubicBezTo>
                  <a:pt x="191" y="127"/>
                  <a:pt x="191" y="99"/>
                  <a:pt x="191" y="92"/>
                </a:cubicBezTo>
                <a:cubicBezTo>
                  <a:pt x="198" y="49"/>
                  <a:pt x="241" y="0"/>
                  <a:pt x="304" y="0"/>
                </a:cubicBezTo>
                <a:cubicBezTo>
                  <a:pt x="375" y="0"/>
                  <a:pt x="410" y="49"/>
                  <a:pt x="410" y="92"/>
                </a:cubicBezTo>
                <a:cubicBezTo>
                  <a:pt x="410" y="99"/>
                  <a:pt x="410" y="127"/>
                  <a:pt x="403" y="148"/>
                </a:cubicBezTo>
                <a:cubicBezTo>
                  <a:pt x="424" y="148"/>
                  <a:pt x="417" y="183"/>
                  <a:pt x="417" y="198"/>
                </a:cubicBezTo>
                <a:cubicBezTo>
                  <a:pt x="417" y="212"/>
                  <a:pt x="410" y="233"/>
                  <a:pt x="396" y="226"/>
                </a:cubicBezTo>
                <a:cubicBezTo>
                  <a:pt x="389" y="275"/>
                  <a:pt x="368" y="296"/>
                  <a:pt x="368" y="296"/>
                </a:cubicBezTo>
                <a:cubicBezTo>
                  <a:pt x="368" y="353"/>
                  <a:pt x="368" y="353"/>
                  <a:pt x="368" y="353"/>
                </a:cubicBezTo>
                <a:cubicBezTo>
                  <a:pt x="368" y="353"/>
                  <a:pt x="382" y="360"/>
                  <a:pt x="439" y="381"/>
                </a:cubicBezTo>
                <a:cubicBezTo>
                  <a:pt x="502" y="410"/>
                  <a:pt x="481" y="388"/>
                  <a:pt x="530" y="410"/>
                </a:cubicBezTo>
                <a:cubicBezTo>
                  <a:pt x="530" y="417"/>
                  <a:pt x="530" y="417"/>
                  <a:pt x="537" y="417"/>
                </a:cubicBezTo>
                <a:lnTo>
                  <a:pt x="502" y="452"/>
                </a:lnTo>
                <a:close/>
                <a:moveTo>
                  <a:pt x="601" y="516"/>
                </a:moveTo>
                <a:lnTo>
                  <a:pt x="601" y="516"/>
                </a:lnTo>
                <a:cubicBezTo>
                  <a:pt x="601" y="537"/>
                  <a:pt x="601" y="551"/>
                  <a:pt x="601" y="551"/>
                </a:cubicBezTo>
                <a:cubicBezTo>
                  <a:pt x="601" y="572"/>
                  <a:pt x="594" y="579"/>
                  <a:pt x="573" y="579"/>
                </a:cubicBezTo>
                <a:cubicBezTo>
                  <a:pt x="530" y="579"/>
                  <a:pt x="530" y="579"/>
                  <a:pt x="530" y="579"/>
                </a:cubicBezTo>
                <a:cubicBezTo>
                  <a:pt x="537" y="579"/>
                  <a:pt x="537" y="579"/>
                  <a:pt x="537" y="572"/>
                </a:cubicBezTo>
                <a:lnTo>
                  <a:pt x="601" y="51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33" name="Freeform 94">
            <a:extLst>
              <a:ext uri="{FF2B5EF4-FFF2-40B4-BE49-F238E27FC236}">
                <a16:creationId xmlns:a16="http://schemas.microsoft.com/office/drawing/2014/main" id="{07902275-B102-080B-57F9-AA471E132927}"/>
              </a:ext>
            </a:extLst>
          </p:cNvPr>
          <p:cNvSpPr>
            <a:spLocks noChangeArrowheads="1"/>
          </p:cNvSpPr>
          <p:nvPr/>
        </p:nvSpPr>
        <p:spPr bwMode="auto">
          <a:xfrm>
            <a:off x="2458413" y="3896941"/>
            <a:ext cx="549657" cy="529596"/>
          </a:xfrm>
          <a:custGeom>
            <a:avLst/>
            <a:gdLst>
              <a:gd name="T0" fmla="*/ 2147483646 w 602"/>
              <a:gd name="T1" fmla="*/ 2147483646 h 580"/>
              <a:gd name="T2" fmla="*/ 2147483646 w 602"/>
              <a:gd name="T3" fmla="*/ 2147483646 h 580"/>
              <a:gd name="T4" fmla="*/ 2147483646 w 602"/>
              <a:gd name="T5" fmla="*/ 2147483646 h 580"/>
              <a:gd name="T6" fmla="*/ 2147483646 w 602"/>
              <a:gd name="T7" fmla="*/ 2147483646 h 580"/>
              <a:gd name="T8" fmla="*/ 2147483646 w 602"/>
              <a:gd name="T9" fmla="*/ 2147483646 h 580"/>
              <a:gd name="T10" fmla="*/ 0 w 602"/>
              <a:gd name="T11" fmla="*/ 2147483646 h 580"/>
              <a:gd name="T12" fmla="*/ 0 w 602"/>
              <a:gd name="T13" fmla="*/ 2147483646 h 580"/>
              <a:gd name="T14" fmla="*/ 0 w 602"/>
              <a:gd name="T15" fmla="*/ 2147483646 h 580"/>
              <a:gd name="T16" fmla="*/ 2147483646 w 602"/>
              <a:gd name="T17" fmla="*/ 2147483646 h 580"/>
              <a:gd name="T18" fmla="*/ 2147483646 w 602"/>
              <a:gd name="T19" fmla="*/ 2147483646 h 580"/>
              <a:gd name="T20" fmla="*/ 2147483646 w 602"/>
              <a:gd name="T21" fmla="*/ 2147483646 h 580"/>
              <a:gd name="T22" fmla="*/ 2147483646 w 602"/>
              <a:gd name="T23" fmla="*/ 2147483646 h 580"/>
              <a:gd name="T24" fmla="*/ 2147483646 w 602"/>
              <a:gd name="T25" fmla="*/ 2147483646 h 580"/>
              <a:gd name="T26" fmla="*/ 2147483646 w 602"/>
              <a:gd name="T27" fmla="*/ 2147483646 h 580"/>
              <a:gd name="T28" fmla="*/ 2147483646 w 602"/>
              <a:gd name="T29" fmla="*/ 2147483646 h 580"/>
              <a:gd name="T30" fmla="*/ 2147483646 w 602"/>
              <a:gd name="T31" fmla="*/ 2147483646 h 580"/>
              <a:gd name="T32" fmla="*/ 2147483646 w 602"/>
              <a:gd name="T33" fmla="*/ 0 h 580"/>
              <a:gd name="T34" fmla="*/ 2147483646 w 602"/>
              <a:gd name="T35" fmla="*/ 2147483646 h 580"/>
              <a:gd name="T36" fmla="*/ 2147483646 w 602"/>
              <a:gd name="T37" fmla="*/ 2147483646 h 580"/>
              <a:gd name="T38" fmla="*/ 2147483646 w 602"/>
              <a:gd name="T39" fmla="*/ 2147483646 h 580"/>
              <a:gd name="T40" fmla="*/ 2147483646 w 602"/>
              <a:gd name="T41" fmla="*/ 2147483646 h 580"/>
              <a:gd name="T42" fmla="*/ 2147483646 w 602"/>
              <a:gd name="T43" fmla="*/ 2147483646 h 580"/>
              <a:gd name="T44" fmla="*/ 2147483646 w 602"/>
              <a:gd name="T45" fmla="*/ 2147483646 h 580"/>
              <a:gd name="T46" fmla="*/ 2147483646 w 602"/>
              <a:gd name="T47" fmla="*/ 2147483646 h 580"/>
              <a:gd name="T48" fmla="*/ 2147483646 w 602"/>
              <a:gd name="T49" fmla="*/ 2147483646 h 580"/>
              <a:gd name="T50" fmla="*/ 2147483646 w 602"/>
              <a:gd name="T51" fmla="*/ 2147483646 h 580"/>
              <a:gd name="T52" fmla="*/ 2147483646 w 602"/>
              <a:gd name="T53" fmla="*/ 2147483646 h 580"/>
              <a:gd name="T54" fmla="*/ 2147483646 w 602"/>
              <a:gd name="T55" fmla="*/ 2147483646 h 580"/>
              <a:gd name="T56" fmla="*/ 2147483646 w 602"/>
              <a:gd name="T57" fmla="*/ 2147483646 h 580"/>
              <a:gd name="T58" fmla="*/ 2147483646 w 602"/>
              <a:gd name="T59" fmla="*/ 2147483646 h 580"/>
              <a:gd name="T60" fmla="*/ 2147483646 w 602"/>
              <a:gd name="T61" fmla="*/ 2147483646 h 580"/>
              <a:gd name="T62" fmla="*/ 2147483646 w 602"/>
              <a:gd name="T63" fmla="*/ 2147483646 h 580"/>
              <a:gd name="T64" fmla="*/ 2147483646 w 602"/>
              <a:gd name="T65" fmla="*/ 2147483646 h 580"/>
              <a:gd name="T66" fmla="*/ 2147483646 w 602"/>
              <a:gd name="T67" fmla="*/ 2147483646 h 580"/>
              <a:gd name="T68" fmla="*/ 2147483646 w 602"/>
              <a:gd name="T69" fmla="*/ 2147483646 h 580"/>
              <a:gd name="T70" fmla="*/ 2147483646 w 602"/>
              <a:gd name="T71" fmla="*/ 2147483646 h 580"/>
              <a:gd name="T72" fmla="*/ 2147483646 w 602"/>
              <a:gd name="T73" fmla="*/ 2147483646 h 580"/>
              <a:gd name="T74" fmla="*/ 2147483646 w 602"/>
              <a:gd name="T75" fmla="*/ 2147483646 h 580"/>
              <a:gd name="T76" fmla="*/ 2147483646 w 602"/>
              <a:gd name="T77" fmla="*/ 2147483646 h 580"/>
              <a:gd name="T78" fmla="*/ 2147483646 w 602"/>
              <a:gd name="T79" fmla="*/ 2147483646 h 58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02" h="580">
                <a:moveTo>
                  <a:pt x="601" y="551"/>
                </a:moveTo>
                <a:lnTo>
                  <a:pt x="601" y="551"/>
                </a:lnTo>
                <a:cubicBezTo>
                  <a:pt x="601" y="572"/>
                  <a:pt x="587" y="579"/>
                  <a:pt x="573" y="579"/>
                </a:cubicBezTo>
                <a:cubicBezTo>
                  <a:pt x="29" y="579"/>
                  <a:pt x="29" y="579"/>
                  <a:pt x="29" y="579"/>
                </a:cubicBezTo>
                <a:cubicBezTo>
                  <a:pt x="7" y="579"/>
                  <a:pt x="0" y="572"/>
                  <a:pt x="0" y="551"/>
                </a:cubicBezTo>
                <a:cubicBezTo>
                  <a:pt x="0" y="551"/>
                  <a:pt x="0" y="452"/>
                  <a:pt x="71" y="410"/>
                </a:cubicBezTo>
                <a:cubicBezTo>
                  <a:pt x="120" y="388"/>
                  <a:pt x="99" y="410"/>
                  <a:pt x="163" y="381"/>
                </a:cubicBezTo>
                <a:cubicBezTo>
                  <a:pt x="219" y="360"/>
                  <a:pt x="233" y="353"/>
                  <a:pt x="233" y="353"/>
                </a:cubicBezTo>
                <a:cubicBezTo>
                  <a:pt x="233" y="296"/>
                  <a:pt x="233" y="296"/>
                  <a:pt x="233" y="296"/>
                </a:cubicBezTo>
                <a:cubicBezTo>
                  <a:pt x="233" y="296"/>
                  <a:pt x="212" y="275"/>
                  <a:pt x="205" y="226"/>
                </a:cubicBezTo>
                <a:cubicBezTo>
                  <a:pt x="191" y="233"/>
                  <a:pt x="184" y="212"/>
                  <a:pt x="184" y="198"/>
                </a:cubicBezTo>
                <a:cubicBezTo>
                  <a:pt x="184" y="183"/>
                  <a:pt x="177" y="148"/>
                  <a:pt x="198" y="148"/>
                </a:cubicBezTo>
                <a:cubicBezTo>
                  <a:pt x="191" y="127"/>
                  <a:pt x="191" y="99"/>
                  <a:pt x="191" y="92"/>
                </a:cubicBezTo>
                <a:cubicBezTo>
                  <a:pt x="191" y="49"/>
                  <a:pt x="233" y="0"/>
                  <a:pt x="297" y="0"/>
                </a:cubicBezTo>
                <a:cubicBezTo>
                  <a:pt x="375" y="0"/>
                  <a:pt x="403" y="49"/>
                  <a:pt x="410" y="92"/>
                </a:cubicBezTo>
                <a:cubicBezTo>
                  <a:pt x="410" y="99"/>
                  <a:pt x="410" y="127"/>
                  <a:pt x="403" y="148"/>
                </a:cubicBezTo>
                <a:cubicBezTo>
                  <a:pt x="424" y="148"/>
                  <a:pt x="417" y="183"/>
                  <a:pt x="410" y="198"/>
                </a:cubicBezTo>
                <a:cubicBezTo>
                  <a:pt x="410" y="212"/>
                  <a:pt x="410" y="233"/>
                  <a:pt x="396" y="226"/>
                </a:cubicBezTo>
                <a:cubicBezTo>
                  <a:pt x="389" y="275"/>
                  <a:pt x="368" y="296"/>
                  <a:pt x="368" y="296"/>
                </a:cubicBezTo>
                <a:cubicBezTo>
                  <a:pt x="368" y="353"/>
                  <a:pt x="368" y="353"/>
                  <a:pt x="368" y="353"/>
                </a:cubicBezTo>
                <a:cubicBezTo>
                  <a:pt x="368" y="353"/>
                  <a:pt x="382" y="360"/>
                  <a:pt x="438" y="381"/>
                </a:cubicBezTo>
                <a:cubicBezTo>
                  <a:pt x="495" y="410"/>
                  <a:pt x="481" y="388"/>
                  <a:pt x="523" y="410"/>
                </a:cubicBezTo>
                <a:cubicBezTo>
                  <a:pt x="537" y="417"/>
                  <a:pt x="551" y="431"/>
                  <a:pt x="559" y="438"/>
                </a:cubicBezTo>
                <a:cubicBezTo>
                  <a:pt x="453" y="438"/>
                  <a:pt x="453" y="438"/>
                  <a:pt x="453" y="438"/>
                </a:cubicBezTo>
                <a:cubicBezTo>
                  <a:pt x="417" y="438"/>
                  <a:pt x="396" y="466"/>
                  <a:pt x="396" y="494"/>
                </a:cubicBezTo>
                <a:cubicBezTo>
                  <a:pt x="396" y="530"/>
                  <a:pt x="417" y="551"/>
                  <a:pt x="453" y="551"/>
                </a:cubicBezTo>
                <a:cubicBezTo>
                  <a:pt x="566" y="551"/>
                  <a:pt x="566" y="551"/>
                  <a:pt x="566" y="551"/>
                </a:cubicBezTo>
                <a:cubicBezTo>
                  <a:pt x="580" y="551"/>
                  <a:pt x="587" y="551"/>
                  <a:pt x="601" y="537"/>
                </a:cubicBezTo>
                <a:cubicBezTo>
                  <a:pt x="601" y="551"/>
                  <a:pt x="601" y="551"/>
                  <a:pt x="601" y="551"/>
                </a:cubicBezTo>
                <a:close/>
                <a:moveTo>
                  <a:pt x="566" y="523"/>
                </a:moveTo>
                <a:lnTo>
                  <a:pt x="566" y="523"/>
                </a:lnTo>
                <a:cubicBezTo>
                  <a:pt x="453" y="523"/>
                  <a:pt x="453" y="523"/>
                  <a:pt x="453" y="523"/>
                </a:cubicBezTo>
                <a:cubicBezTo>
                  <a:pt x="431" y="523"/>
                  <a:pt x="424" y="516"/>
                  <a:pt x="424" y="494"/>
                </a:cubicBezTo>
                <a:cubicBezTo>
                  <a:pt x="424" y="480"/>
                  <a:pt x="431" y="466"/>
                  <a:pt x="453" y="466"/>
                </a:cubicBezTo>
                <a:cubicBezTo>
                  <a:pt x="566" y="466"/>
                  <a:pt x="566" y="466"/>
                  <a:pt x="566" y="466"/>
                </a:cubicBezTo>
                <a:cubicBezTo>
                  <a:pt x="580" y="466"/>
                  <a:pt x="594" y="480"/>
                  <a:pt x="594" y="494"/>
                </a:cubicBezTo>
                <a:cubicBezTo>
                  <a:pt x="594" y="516"/>
                  <a:pt x="580" y="523"/>
                  <a:pt x="566" y="52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34" name="Freeform 95">
            <a:extLst>
              <a:ext uri="{FF2B5EF4-FFF2-40B4-BE49-F238E27FC236}">
                <a16:creationId xmlns:a16="http://schemas.microsoft.com/office/drawing/2014/main" id="{0AA26FB2-1164-8EF2-9A7F-A457FB365DCF}"/>
              </a:ext>
            </a:extLst>
          </p:cNvPr>
          <p:cNvSpPr>
            <a:spLocks noChangeArrowheads="1"/>
          </p:cNvSpPr>
          <p:nvPr/>
        </p:nvSpPr>
        <p:spPr bwMode="auto">
          <a:xfrm>
            <a:off x="1495512" y="3896941"/>
            <a:ext cx="553668" cy="529596"/>
          </a:xfrm>
          <a:custGeom>
            <a:avLst/>
            <a:gdLst>
              <a:gd name="T0" fmla="*/ 2147483646 w 609"/>
              <a:gd name="T1" fmla="*/ 2147483646 h 580"/>
              <a:gd name="T2" fmla="*/ 2147483646 w 609"/>
              <a:gd name="T3" fmla="*/ 2147483646 h 580"/>
              <a:gd name="T4" fmla="*/ 2147483646 w 609"/>
              <a:gd name="T5" fmla="*/ 2147483646 h 580"/>
              <a:gd name="T6" fmla="*/ 2147483646 w 609"/>
              <a:gd name="T7" fmla="*/ 2147483646 h 580"/>
              <a:gd name="T8" fmla="*/ 2147483646 w 609"/>
              <a:gd name="T9" fmla="*/ 2147483646 h 580"/>
              <a:gd name="T10" fmla="*/ 2147483646 w 609"/>
              <a:gd name="T11" fmla="*/ 2147483646 h 580"/>
              <a:gd name="T12" fmla="*/ 2147483646 w 609"/>
              <a:gd name="T13" fmla="*/ 2147483646 h 580"/>
              <a:gd name="T14" fmla="*/ 2147483646 w 609"/>
              <a:gd name="T15" fmla="*/ 2147483646 h 580"/>
              <a:gd name="T16" fmla="*/ 2147483646 w 609"/>
              <a:gd name="T17" fmla="*/ 2147483646 h 580"/>
              <a:gd name="T18" fmla="*/ 2147483646 w 609"/>
              <a:gd name="T19" fmla="*/ 2147483646 h 580"/>
              <a:gd name="T20" fmla="*/ 2147483646 w 609"/>
              <a:gd name="T21" fmla="*/ 2147483646 h 580"/>
              <a:gd name="T22" fmla="*/ 2147483646 w 609"/>
              <a:gd name="T23" fmla="*/ 2147483646 h 580"/>
              <a:gd name="T24" fmla="*/ 2147483646 w 609"/>
              <a:gd name="T25" fmla="*/ 2147483646 h 580"/>
              <a:gd name="T26" fmla="*/ 2147483646 w 609"/>
              <a:gd name="T27" fmla="*/ 2147483646 h 580"/>
              <a:gd name="T28" fmla="*/ 2147483646 w 609"/>
              <a:gd name="T29" fmla="*/ 2147483646 h 580"/>
              <a:gd name="T30" fmla="*/ 2147483646 w 609"/>
              <a:gd name="T31" fmla="*/ 2147483646 h 580"/>
              <a:gd name="T32" fmla="*/ 2147483646 w 609"/>
              <a:gd name="T33" fmla="*/ 2147483646 h 580"/>
              <a:gd name="T34" fmla="*/ 2147483646 w 609"/>
              <a:gd name="T35" fmla="*/ 2147483646 h 580"/>
              <a:gd name="T36" fmla="*/ 2147483646 w 609"/>
              <a:gd name="T37" fmla="*/ 2147483646 h 580"/>
              <a:gd name="T38" fmla="*/ 2147483646 w 609"/>
              <a:gd name="T39" fmla="*/ 2147483646 h 580"/>
              <a:gd name="T40" fmla="*/ 2147483646 w 609"/>
              <a:gd name="T41" fmla="*/ 2147483646 h 580"/>
              <a:gd name="T42" fmla="*/ 2147483646 w 609"/>
              <a:gd name="T43" fmla="*/ 2147483646 h 580"/>
              <a:gd name="T44" fmla="*/ 2147483646 w 609"/>
              <a:gd name="T45" fmla="*/ 2147483646 h 580"/>
              <a:gd name="T46" fmla="*/ 2147483646 w 609"/>
              <a:gd name="T47" fmla="*/ 2147483646 h 580"/>
              <a:gd name="T48" fmla="*/ 2147483646 w 609"/>
              <a:gd name="T49" fmla="*/ 2147483646 h 580"/>
              <a:gd name="T50" fmla="*/ 2147483646 w 609"/>
              <a:gd name="T51" fmla="*/ 2147483646 h 580"/>
              <a:gd name="T52" fmla="*/ 2147483646 w 609"/>
              <a:gd name="T53" fmla="*/ 2147483646 h 580"/>
              <a:gd name="T54" fmla="*/ 2147483646 w 609"/>
              <a:gd name="T55" fmla="*/ 2147483646 h 580"/>
              <a:gd name="T56" fmla="*/ 2147483646 w 609"/>
              <a:gd name="T57" fmla="*/ 2147483646 h 580"/>
              <a:gd name="T58" fmla="*/ 2147483646 w 609"/>
              <a:gd name="T59" fmla="*/ 2147483646 h 580"/>
              <a:gd name="T60" fmla="*/ 2147483646 w 609"/>
              <a:gd name="T61" fmla="*/ 2147483646 h 580"/>
              <a:gd name="T62" fmla="*/ 2147483646 w 609"/>
              <a:gd name="T63" fmla="*/ 2147483646 h 580"/>
              <a:gd name="T64" fmla="*/ 0 w 609"/>
              <a:gd name="T65" fmla="*/ 2147483646 h 580"/>
              <a:gd name="T66" fmla="*/ 0 w 609"/>
              <a:gd name="T67" fmla="*/ 2147483646 h 580"/>
              <a:gd name="T68" fmla="*/ 0 w 609"/>
              <a:gd name="T69" fmla="*/ 2147483646 h 580"/>
              <a:gd name="T70" fmla="*/ 2147483646 w 609"/>
              <a:gd name="T71" fmla="*/ 2147483646 h 580"/>
              <a:gd name="T72" fmla="*/ 2147483646 w 609"/>
              <a:gd name="T73" fmla="*/ 2147483646 h 580"/>
              <a:gd name="T74" fmla="*/ 2147483646 w 609"/>
              <a:gd name="T75" fmla="*/ 2147483646 h 580"/>
              <a:gd name="T76" fmla="*/ 2147483646 w 609"/>
              <a:gd name="T77" fmla="*/ 2147483646 h 580"/>
              <a:gd name="T78" fmla="*/ 2147483646 w 609"/>
              <a:gd name="T79" fmla="*/ 2147483646 h 580"/>
              <a:gd name="T80" fmla="*/ 2147483646 w 609"/>
              <a:gd name="T81" fmla="*/ 2147483646 h 580"/>
              <a:gd name="T82" fmla="*/ 2147483646 w 609"/>
              <a:gd name="T83" fmla="*/ 2147483646 h 580"/>
              <a:gd name="T84" fmla="*/ 2147483646 w 609"/>
              <a:gd name="T85" fmla="*/ 2147483646 h 580"/>
              <a:gd name="T86" fmla="*/ 2147483646 w 609"/>
              <a:gd name="T87" fmla="*/ 0 h 580"/>
              <a:gd name="T88" fmla="*/ 2147483646 w 609"/>
              <a:gd name="T89" fmla="*/ 2147483646 h 580"/>
              <a:gd name="T90" fmla="*/ 2147483646 w 609"/>
              <a:gd name="T91" fmla="*/ 2147483646 h 580"/>
              <a:gd name="T92" fmla="*/ 2147483646 w 609"/>
              <a:gd name="T93" fmla="*/ 2147483646 h 580"/>
              <a:gd name="T94" fmla="*/ 2147483646 w 609"/>
              <a:gd name="T95" fmla="*/ 2147483646 h 580"/>
              <a:gd name="T96" fmla="*/ 2147483646 w 609"/>
              <a:gd name="T97" fmla="*/ 2147483646 h 580"/>
              <a:gd name="T98" fmla="*/ 2147483646 w 609"/>
              <a:gd name="T99" fmla="*/ 2147483646 h 580"/>
              <a:gd name="T100" fmla="*/ 2147483646 w 609"/>
              <a:gd name="T101" fmla="*/ 2147483646 h 580"/>
              <a:gd name="T102" fmla="*/ 2147483646 w 609"/>
              <a:gd name="T103" fmla="*/ 2147483646 h 580"/>
              <a:gd name="T104" fmla="*/ 2147483646 w 609"/>
              <a:gd name="T105" fmla="*/ 2147483646 h 58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09" h="580">
                <a:moveTo>
                  <a:pt x="608" y="551"/>
                </a:moveTo>
                <a:lnTo>
                  <a:pt x="608" y="551"/>
                </a:lnTo>
                <a:cubicBezTo>
                  <a:pt x="608" y="572"/>
                  <a:pt x="594" y="579"/>
                  <a:pt x="580" y="579"/>
                </a:cubicBezTo>
                <a:cubicBezTo>
                  <a:pt x="558" y="579"/>
                  <a:pt x="558" y="579"/>
                  <a:pt x="558" y="579"/>
                </a:cubicBezTo>
                <a:cubicBezTo>
                  <a:pt x="565" y="572"/>
                  <a:pt x="565" y="565"/>
                  <a:pt x="565" y="551"/>
                </a:cubicBezTo>
                <a:cubicBezTo>
                  <a:pt x="580" y="551"/>
                  <a:pt x="594" y="551"/>
                  <a:pt x="608" y="537"/>
                </a:cubicBezTo>
                <a:cubicBezTo>
                  <a:pt x="608" y="551"/>
                  <a:pt x="608" y="551"/>
                  <a:pt x="608" y="551"/>
                </a:cubicBezTo>
                <a:close/>
                <a:moveTo>
                  <a:pt x="565" y="523"/>
                </a:moveTo>
                <a:lnTo>
                  <a:pt x="565" y="523"/>
                </a:lnTo>
                <a:cubicBezTo>
                  <a:pt x="537" y="523"/>
                  <a:pt x="537" y="523"/>
                  <a:pt x="537" y="523"/>
                </a:cubicBezTo>
                <a:cubicBezTo>
                  <a:pt x="537" y="551"/>
                  <a:pt x="537" y="551"/>
                  <a:pt x="537" y="551"/>
                </a:cubicBezTo>
                <a:cubicBezTo>
                  <a:pt x="537" y="572"/>
                  <a:pt x="530" y="579"/>
                  <a:pt x="509" y="579"/>
                </a:cubicBezTo>
                <a:cubicBezTo>
                  <a:pt x="495" y="579"/>
                  <a:pt x="481" y="572"/>
                  <a:pt x="481" y="551"/>
                </a:cubicBezTo>
                <a:cubicBezTo>
                  <a:pt x="481" y="523"/>
                  <a:pt x="481" y="523"/>
                  <a:pt x="481" y="523"/>
                </a:cubicBezTo>
                <a:cubicBezTo>
                  <a:pt x="452" y="523"/>
                  <a:pt x="452" y="523"/>
                  <a:pt x="452" y="523"/>
                </a:cubicBezTo>
                <a:cubicBezTo>
                  <a:pt x="438" y="523"/>
                  <a:pt x="424" y="516"/>
                  <a:pt x="424" y="494"/>
                </a:cubicBezTo>
                <a:cubicBezTo>
                  <a:pt x="424" y="480"/>
                  <a:pt x="438" y="466"/>
                  <a:pt x="452" y="466"/>
                </a:cubicBezTo>
                <a:cubicBezTo>
                  <a:pt x="481" y="466"/>
                  <a:pt x="481" y="466"/>
                  <a:pt x="481" y="466"/>
                </a:cubicBezTo>
                <a:cubicBezTo>
                  <a:pt x="481" y="438"/>
                  <a:pt x="481" y="438"/>
                  <a:pt x="481" y="438"/>
                </a:cubicBezTo>
                <a:cubicBezTo>
                  <a:pt x="481" y="424"/>
                  <a:pt x="495" y="410"/>
                  <a:pt x="509" y="410"/>
                </a:cubicBezTo>
                <a:cubicBezTo>
                  <a:pt x="530" y="410"/>
                  <a:pt x="537" y="424"/>
                  <a:pt x="537" y="438"/>
                </a:cubicBezTo>
                <a:cubicBezTo>
                  <a:pt x="537" y="466"/>
                  <a:pt x="537" y="466"/>
                  <a:pt x="537" y="466"/>
                </a:cubicBezTo>
                <a:cubicBezTo>
                  <a:pt x="565" y="466"/>
                  <a:pt x="565" y="466"/>
                  <a:pt x="565" y="466"/>
                </a:cubicBezTo>
                <a:cubicBezTo>
                  <a:pt x="587" y="466"/>
                  <a:pt x="594" y="480"/>
                  <a:pt x="594" y="494"/>
                </a:cubicBezTo>
                <a:cubicBezTo>
                  <a:pt x="594" y="516"/>
                  <a:pt x="587" y="523"/>
                  <a:pt x="565" y="523"/>
                </a:cubicBezTo>
                <a:close/>
                <a:moveTo>
                  <a:pt x="452" y="438"/>
                </a:moveTo>
                <a:lnTo>
                  <a:pt x="452" y="438"/>
                </a:lnTo>
                <a:cubicBezTo>
                  <a:pt x="424" y="438"/>
                  <a:pt x="396" y="466"/>
                  <a:pt x="396" y="494"/>
                </a:cubicBezTo>
                <a:cubicBezTo>
                  <a:pt x="396" y="530"/>
                  <a:pt x="424" y="551"/>
                  <a:pt x="452" y="551"/>
                </a:cubicBezTo>
                <a:cubicBezTo>
                  <a:pt x="452" y="565"/>
                  <a:pt x="459" y="572"/>
                  <a:pt x="459" y="579"/>
                </a:cubicBezTo>
                <a:cubicBezTo>
                  <a:pt x="28" y="579"/>
                  <a:pt x="28" y="579"/>
                  <a:pt x="28" y="579"/>
                </a:cubicBezTo>
                <a:cubicBezTo>
                  <a:pt x="14" y="579"/>
                  <a:pt x="0" y="572"/>
                  <a:pt x="0" y="551"/>
                </a:cubicBezTo>
                <a:cubicBezTo>
                  <a:pt x="0" y="551"/>
                  <a:pt x="0" y="452"/>
                  <a:pt x="78" y="410"/>
                </a:cubicBezTo>
                <a:cubicBezTo>
                  <a:pt x="127" y="388"/>
                  <a:pt x="106" y="410"/>
                  <a:pt x="163" y="381"/>
                </a:cubicBezTo>
                <a:cubicBezTo>
                  <a:pt x="226" y="360"/>
                  <a:pt x="240" y="353"/>
                  <a:pt x="240" y="353"/>
                </a:cubicBezTo>
                <a:cubicBezTo>
                  <a:pt x="240" y="296"/>
                  <a:pt x="240" y="296"/>
                  <a:pt x="240" y="296"/>
                </a:cubicBezTo>
                <a:cubicBezTo>
                  <a:pt x="240" y="296"/>
                  <a:pt x="219" y="275"/>
                  <a:pt x="212" y="226"/>
                </a:cubicBezTo>
                <a:cubicBezTo>
                  <a:pt x="198" y="233"/>
                  <a:pt x="191" y="212"/>
                  <a:pt x="191" y="198"/>
                </a:cubicBezTo>
                <a:cubicBezTo>
                  <a:pt x="191" y="183"/>
                  <a:pt x="184" y="148"/>
                  <a:pt x="198" y="148"/>
                </a:cubicBezTo>
                <a:cubicBezTo>
                  <a:pt x="198" y="127"/>
                  <a:pt x="191" y="99"/>
                  <a:pt x="198" y="92"/>
                </a:cubicBezTo>
                <a:cubicBezTo>
                  <a:pt x="198" y="49"/>
                  <a:pt x="240" y="0"/>
                  <a:pt x="304" y="0"/>
                </a:cubicBezTo>
                <a:cubicBezTo>
                  <a:pt x="382" y="0"/>
                  <a:pt x="410" y="49"/>
                  <a:pt x="417" y="92"/>
                </a:cubicBezTo>
                <a:cubicBezTo>
                  <a:pt x="417" y="99"/>
                  <a:pt x="410" y="127"/>
                  <a:pt x="410" y="148"/>
                </a:cubicBezTo>
                <a:cubicBezTo>
                  <a:pt x="424" y="148"/>
                  <a:pt x="417" y="183"/>
                  <a:pt x="417" y="198"/>
                </a:cubicBezTo>
                <a:cubicBezTo>
                  <a:pt x="417" y="212"/>
                  <a:pt x="410" y="233"/>
                  <a:pt x="396" y="226"/>
                </a:cubicBezTo>
                <a:cubicBezTo>
                  <a:pt x="389" y="275"/>
                  <a:pt x="368" y="296"/>
                  <a:pt x="368" y="296"/>
                </a:cubicBezTo>
                <a:cubicBezTo>
                  <a:pt x="368" y="353"/>
                  <a:pt x="368" y="353"/>
                  <a:pt x="368" y="353"/>
                </a:cubicBezTo>
                <a:cubicBezTo>
                  <a:pt x="368" y="353"/>
                  <a:pt x="382" y="360"/>
                  <a:pt x="445" y="381"/>
                </a:cubicBezTo>
                <a:cubicBezTo>
                  <a:pt x="459" y="388"/>
                  <a:pt x="467" y="396"/>
                  <a:pt x="481" y="396"/>
                </a:cubicBezTo>
                <a:cubicBezTo>
                  <a:pt x="467" y="403"/>
                  <a:pt x="452" y="424"/>
                  <a:pt x="452" y="43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35" name="Freeform 96">
            <a:extLst>
              <a:ext uri="{FF2B5EF4-FFF2-40B4-BE49-F238E27FC236}">
                <a16:creationId xmlns:a16="http://schemas.microsoft.com/office/drawing/2014/main" id="{E673B321-DB7B-3797-4733-B0F0862B0975}"/>
              </a:ext>
            </a:extLst>
          </p:cNvPr>
          <p:cNvSpPr>
            <a:spLocks noChangeArrowheads="1"/>
          </p:cNvSpPr>
          <p:nvPr/>
        </p:nvSpPr>
        <p:spPr bwMode="auto">
          <a:xfrm>
            <a:off x="536624" y="3896941"/>
            <a:ext cx="549655" cy="529596"/>
          </a:xfrm>
          <a:custGeom>
            <a:avLst/>
            <a:gdLst>
              <a:gd name="T0" fmla="*/ 2147483646 w 602"/>
              <a:gd name="T1" fmla="*/ 2147483646 h 580"/>
              <a:gd name="T2" fmla="*/ 2147483646 w 602"/>
              <a:gd name="T3" fmla="*/ 2147483646 h 580"/>
              <a:gd name="T4" fmla="*/ 2147483646 w 602"/>
              <a:gd name="T5" fmla="*/ 2147483646 h 580"/>
              <a:gd name="T6" fmla="*/ 2147483646 w 602"/>
              <a:gd name="T7" fmla="*/ 2147483646 h 580"/>
              <a:gd name="T8" fmla="*/ 2147483646 w 602"/>
              <a:gd name="T9" fmla="*/ 2147483646 h 580"/>
              <a:gd name="T10" fmla="*/ 0 w 602"/>
              <a:gd name="T11" fmla="*/ 2147483646 h 580"/>
              <a:gd name="T12" fmla="*/ 0 w 602"/>
              <a:gd name="T13" fmla="*/ 2147483646 h 580"/>
              <a:gd name="T14" fmla="*/ 0 w 602"/>
              <a:gd name="T15" fmla="*/ 2147483646 h 580"/>
              <a:gd name="T16" fmla="*/ 2147483646 w 602"/>
              <a:gd name="T17" fmla="*/ 2147483646 h 580"/>
              <a:gd name="T18" fmla="*/ 2147483646 w 602"/>
              <a:gd name="T19" fmla="*/ 2147483646 h 580"/>
              <a:gd name="T20" fmla="*/ 2147483646 w 602"/>
              <a:gd name="T21" fmla="*/ 2147483646 h 580"/>
              <a:gd name="T22" fmla="*/ 2147483646 w 602"/>
              <a:gd name="T23" fmla="*/ 2147483646 h 580"/>
              <a:gd name="T24" fmla="*/ 2147483646 w 602"/>
              <a:gd name="T25" fmla="*/ 2147483646 h 580"/>
              <a:gd name="T26" fmla="*/ 2147483646 w 602"/>
              <a:gd name="T27" fmla="*/ 2147483646 h 580"/>
              <a:gd name="T28" fmla="*/ 2147483646 w 602"/>
              <a:gd name="T29" fmla="*/ 2147483646 h 580"/>
              <a:gd name="T30" fmla="*/ 2147483646 w 602"/>
              <a:gd name="T31" fmla="*/ 2147483646 h 580"/>
              <a:gd name="T32" fmla="*/ 2147483646 w 602"/>
              <a:gd name="T33" fmla="*/ 0 h 580"/>
              <a:gd name="T34" fmla="*/ 2147483646 w 602"/>
              <a:gd name="T35" fmla="*/ 2147483646 h 580"/>
              <a:gd name="T36" fmla="*/ 2147483646 w 602"/>
              <a:gd name="T37" fmla="*/ 2147483646 h 580"/>
              <a:gd name="T38" fmla="*/ 2147483646 w 602"/>
              <a:gd name="T39" fmla="*/ 2147483646 h 580"/>
              <a:gd name="T40" fmla="*/ 2147483646 w 602"/>
              <a:gd name="T41" fmla="*/ 2147483646 h 580"/>
              <a:gd name="T42" fmla="*/ 2147483646 w 602"/>
              <a:gd name="T43" fmla="*/ 2147483646 h 580"/>
              <a:gd name="T44" fmla="*/ 2147483646 w 602"/>
              <a:gd name="T45" fmla="*/ 2147483646 h 580"/>
              <a:gd name="T46" fmla="*/ 2147483646 w 602"/>
              <a:gd name="T47" fmla="*/ 2147483646 h 580"/>
              <a:gd name="T48" fmla="*/ 2147483646 w 602"/>
              <a:gd name="T49" fmla="*/ 2147483646 h 580"/>
              <a:gd name="T50" fmla="*/ 2147483646 w 602"/>
              <a:gd name="T51" fmla="*/ 2147483646 h 5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02" h="580">
                <a:moveTo>
                  <a:pt x="601" y="551"/>
                </a:moveTo>
                <a:lnTo>
                  <a:pt x="601" y="551"/>
                </a:lnTo>
                <a:cubicBezTo>
                  <a:pt x="601" y="572"/>
                  <a:pt x="594" y="579"/>
                  <a:pt x="572" y="579"/>
                </a:cubicBezTo>
                <a:cubicBezTo>
                  <a:pt x="28" y="579"/>
                  <a:pt x="28" y="579"/>
                  <a:pt x="28" y="579"/>
                </a:cubicBezTo>
                <a:cubicBezTo>
                  <a:pt x="14" y="579"/>
                  <a:pt x="0" y="572"/>
                  <a:pt x="0" y="551"/>
                </a:cubicBezTo>
                <a:cubicBezTo>
                  <a:pt x="0" y="551"/>
                  <a:pt x="0" y="452"/>
                  <a:pt x="78" y="410"/>
                </a:cubicBezTo>
                <a:cubicBezTo>
                  <a:pt x="120" y="388"/>
                  <a:pt x="106" y="410"/>
                  <a:pt x="163" y="381"/>
                </a:cubicBezTo>
                <a:cubicBezTo>
                  <a:pt x="219" y="360"/>
                  <a:pt x="233" y="353"/>
                  <a:pt x="233" y="353"/>
                </a:cubicBezTo>
                <a:cubicBezTo>
                  <a:pt x="233" y="296"/>
                  <a:pt x="233" y="296"/>
                  <a:pt x="233" y="296"/>
                </a:cubicBezTo>
                <a:cubicBezTo>
                  <a:pt x="233" y="296"/>
                  <a:pt x="212" y="275"/>
                  <a:pt x="205" y="226"/>
                </a:cubicBezTo>
                <a:cubicBezTo>
                  <a:pt x="191" y="233"/>
                  <a:pt x="191" y="212"/>
                  <a:pt x="191" y="198"/>
                </a:cubicBezTo>
                <a:cubicBezTo>
                  <a:pt x="191" y="183"/>
                  <a:pt x="184" y="148"/>
                  <a:pt x="198" y="148"/>
                </a:cubicBezTo>
                <a:cubicBezTo>
                  <a:pt x="191" y="127"/>
                  <a:pt x="191" y="99"/>
                  <a:pt x="191" y="92"/>
                </a:cubicBezTo>
                <a:cubicBezTo>
                  <a:pt x="198" y="49"/>
                  <a:pt x="240" y="0"/>
                  <a:pt x="304" y="0"/>
                </a:cubicBezTo>
                <a:cubicBezTo>
                  <a:pt x="375" y="0"/>
                  <a:pt x="410" y="49"/>
                  <a:pt x="410" y="92"/>
                </a:cubicBezTo>
                <a:cubicBezTo>
                  <a:pt x="410" y="99"/>
                  <a:pt x="410" y="127"/>
                  <a:pt x="403" y="148"/>
                </a:cubicBezTo>
                <a:cubicBezTo>
                  <a:pt x="424" y="148"/>
                  <a:pt x="417" y="183"/>
                  <a:pt x="417" y="198"/>
                </a:cubicBezTo>
                <a:cubicBezTo>
                  <a:pt x="417" y="212"/>
                  <a:pt x="410" y="233"/>
                  <a:pt x="396" y="226"/>
                </a:cubicBezTo>
                <a:cubicBezTo>
                  <a:pt x="389" y="275"/>
                  <a:pt x="368" y="296"/>
                  <a:pt x="368" y="296"/>
                </a:cubicBezTo>
                <a:cubicBezTo>
                  <a:pt x="368" y="353"/>
                  <a:pt x="368" y="353"/>
                  <a:pt x="368" y="353"/>
                </a:cubicBezTo>
                <a:cubicBezTo>
                  <a:pt x="368" y="353"/>
                  <a:pt x="382" y="360"/>
                  <a:pt x="438" y="381"/>
                </a:cubicBezTo>
                <a:cubicBezTo>
                  <a:pt x="502" y="410"/>
                  <a:pt x="481" y="388"/>
                  <a:pt x="530" y="410"/>
                </a:cubicBezTo>
                <a:cubicBezTo>
                  <a:pt x="601" y="452"/>
                  <a:pt x="601" y="551"/>
                  <a:pt x="601" y="551"/>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36" name="Freeform 97">
            <a:extLst>
              <a:ext uri="{FF2B5EF4-FFF2-40B4-BE49-F238E27FC236}">
                <a16:creationId xmlns:a16="http://schemas.microsoft.com/office/drawing/2014/main" id="{AE1FD61C-F121-7745-FF9C-C5E838F5515A}"/>
              </a:ext>
            </a:extLst>
          </p:cNvPr>
          <p:cNvSpPr>
            <a:spLocks noChangeArrowheads="1"/>
          </p:cNvSpPr>
          <p:nvPr/>
        </p:nvSpPr>
        <p:spPr bwMode="auto">
          <a:xfrm>
            <a:off x="11100452" y="2958112"/>
            <a:ext cx="549657" cy="481451"/>
          </a:xfrm>
          <a:custGeom>
            <a:avLst/>
            <a:gdLst>
              <a:gd name="T0" fmla="*/ 2147483646 w 602"/>
              <a:gd name="T1" fmla="*/ 0 h 531"/>
              <a:gd name="T2" fmla="*/ 2147483646 w 602"/>
              <a:gd name="T3" fmla="*/ 0 h 531"/>
              <a:gd name="T4" fmla="*/ 2147483646 w 602"/>
              <a:gd name="T5" fmla="*/ 2147483646 h 531"/>
              <a:gd name="T6" fmla="*/ 2147483646 w 602"/>
              <a:gd name="T7" fmla="*/ 2147483646 h 531"/>
              <a:gd name="T8" fmla="*/ 2147483646 w 602"/>
              <a:gd name="T9" fmla="*/ 2147483646 h 531"/>
              <a:gd name="T10" fmla="*/ 2147483646 w 602"/>
              <a:gd name="T11" fmla="*/ 2147483646 h 531"/>
              <a:gd name="T12" fmla="*/ 2147483646 w 602"/>
              <a:gd name="T13" fmla="*/ 2147483646 h 531"/>
              <a:gd name="T14" fmla="*/ 2147483646 w 602"/>
              <a:gd name="T15" fmla="*/ 2147483646 h 531"/>
              <a:gd name="T16" fmla="*/ 2147483646 w 602"/>
              <a:gd name="T17" fmla="*/ 2147483646 h 531"/>
              <a:gd name="T18" fmla="*/ 2147483646 w 602"/>
              <a:gd name="T19" fmla="*/ 2147483646 h 531"/>
              <a:gd name="T20" fmla="*/ 2147483646 w 602"/>
              <a:gd name="T21" fmla="*/ 0 h 531"/>
              <a:gd name="T22" fmla="*/ 2147483646 w 602"/>
              <a:gd name="T23" fmla="*/ 2147483646 h 531"/>
              <a:gd name="T24" fmla="*/ 0 w 602"/>
              <a:gd name="T25" fmla="*/ 2147483646 h 531"/>
              <a:gd name="T26" fmla="*/ 2147483646 w 602"/>
              <a:gd name="T27" fmla="*/ 2147483646 h 531"/>
              <a:gd name="T28" fmla="*/ 2147483646 w 602"/>
              <a:gd name="T29" fmla="*/ 2147483646 h 531"/>
              <a:gd name="T30" fmla="*/ 2147483646 w 602"/>
              <a:gd name="T31" fmla="*/ 2147483646 h 531"/>
              <a:gd name="T32" fmla="*/ 2147483646 w 602"/>
              <a:gd name="T33" fmla="*/ 2147483646 h 531"/>
              <a:gd name="T34" fmla="*/ 2147483646 w 602"/>
              <a:gd name="T35" fmla="*/ 2147483646 h 531"/>
              <a:gd name="T36" fmla="*/ 2147483646 w 602"/>
              <a:gd name="T37" fmla="*/ 2147483646 h 531"/>
              <a:gd name="T38" fmla="*/ 2147483646 w 602"/>
              <a:gd name="T39" fmla="*/ 2147483646 h 531"/>
              <a:gd name="T40" fmla="*/ 2147483646 w 602"/>
              <a:gd name="T41" fmla="*/ 0 h 53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02" h="531">
                <a:moveTo>
                  <a:pt x="431" y="0"/>
                </a:moveTo>
                <a:lnTo>
                  <a:pt x="431" y="0"/>
                </a:lnTo>
                <a:cubicBezTo>
                  <a:pt x="389" y="0"/>
                  <a:pt x="346" y="21"/>
                  <a:pt x="318" y="49"/>
                </a:cubicBezTo>
                <a:cubicBezTo>
                  <a:pt x="297" y="70"/>
                  <a:pt x="297" y="70"/>
                  <a:pt x="297" y="70"/>
                </a:cubicBezTo>
                <a:cubicBezTo>
                  <a:pt x="283" y="49"/>
                  <a:pt x="283" y="49"/>
                  <a:pt x="283" y="49"/>
                </a:cubicBezTo>
                <a:cubicBezTo>
                  <a:pt x="248" y="21"/>
                  <a:pt x="212" y="0"/>
                  <a:pt x="170" y="0"/>
                </a:cubicBezTo>
                <a:cubicBezTo>
                  <a:pt x="120" y="0"/>
                  <a:pt x="78" y="21"/>
                  <a:pt x="50" y="49"/>
                </a:cubicBezTo>
                <a:cubicBezTo>
                  <a:pt x="14" y="84"/>
                  <a:pt x="0" y="127"/>
                  <a:pt x="0" y="169"/>
                </a:cubicBezTo>
                <a:cubicBezTo>
                  <a:pt x="0" y="219"/>
                  <a:pt x="14" y="261"/>
                  <a:pt x="50" y="290"/>
                </a:cubicBezTo>
                <a:cubicBezTo>
                  <a:pt x="276" y="516"/>
                  <a:pt x="276" y="516"/>
                  <a:pt x="276" y="516"/>
                </a:cubicBezTo>
                <a:cubicBezTo>
                  <a:pt x="283" y="523"/>
                  <a:pt x="290" y="530"/>
                  <a:pt x="297" y="530"/>
                </a:cubicBezTo>
                <a:cubicBezTo>
                  <a:pt x="311" y="530"/>
                  <a:pt x="318" y="523"/>
                  <a:pt x="325" y="516"/>
                </a:cubicBezTo>
                <a:cubicBezTo>
                  <a:pt x="551" y="290"/>
                  <a:pt x="551" y="290"/>
                  <a:pt x="551" y="290"/>
                </a:cubicBezTo>
                <a:cubicBezTo>
                  <a:pt x="587" y="261"/>
                  <a:pt x="601" y="219"/>
                  <a:pt x="601" y="169"/>
                </a:cubicBezTo>
                <a:cubicBezTo>
                  <a:pt x="601" y="127"/>
                  <a:pt x="587" y="84"/>
                  <a:pt x="551" y="49"/>
                </a:cubicBezTo>
                <a:cubicBezTo>
                  <a:pt x="516" y="21"/>
                  <a:pt x="474" y="0"/>
                  <a:pt x="431"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37" name="Freeform 98">
            <a:extLst>
              <a:ext uri="{FF2B5EF4-FFF2-40B4-BE49-F238E27FC236}">
                <a16:creationId xmlns:a16="http://schemas.microsoft.com/office/drawing/2014/main" id="{98582DBC-5040-F936-A95D-848263A9302A}"/>
              </a:ext>
            </a:extLst>
          </p:cNvPr>
          <p:cNvSpPr>
            <a:spLocks noChangeArrowheads="1"/>
          </p:cNvSpPr>
          <p:nvPr/>
        </p:nvSpPr>
        <p:spPr bwMode="auto">
          <a:xfrm>
            <a:off x="10153599" y="2954099"/>
            <a:ext cx="533609" cy="497499"/>
          </a:xfrm>
          <a:custGeom>
            <a:avLst/>
            <a:gdLst>
              <a:gd name="T0" fmla="*/ 2147483646 w 588"/>
              <a:gd name="T1" fmla="*/ 2147483646 h 545"/>
              <a:gd name="T2" fmla="*/ 2147483646 w 588"/>
              <a:gd name="T3" fmla="*/ 2147483646 h 545"/>
              <a:gd name="T4" fmla="*/ 2147483646 w 588"/>
              <a:gd name="T5" fmla="*/ 2147483646 h 545"/>
              <a:gd name="T6" fmla="*/ 2147483646 w 588"/>
              <a:gd name="T7" fmla="*/ 2147483646 h 545"/>
              <a:gd name="T8" fmla="*/ 2147483646 w 588"/>
              <a:gd name="T9" fmla="*/ 2147483646 h 545"/>
              <a:gd name="T10" fmla="*/ 2147483646 w 588"/>
              <a:gd name="T11" fmla="*/ 2147483646 h 545"/>
              <a:gd name="T12" fmla="*/ 2147483646 w 588"/>
              <a:gd name="T13" fmla="*/ 2147483646 h 545"/>
              <a:gd name="T14" fmla="*/ 2147483646 w 588"/>
              <a:gd name="T15" fmla="*/ 2147483646 h 545"/>
              <a:gd name="T16" fmla="*/ 0 w 588"/>
              <a:gd name="T17" fmla="*/ 2147483646 h 545"/>
              <a:gd name="T18" fmla="*/ 2147483646 w 588"/>
              <a:gd name="T19" fmla="*/ 2147483646 h 545"/>
              <a:gd name="T20" fmla="*/ 2147483646 w 588"/>
              <a:gd name="T21" fmla="*/ 2147483646 h 545"/>
              <a:gd name="T22" fmla="*/ 2147483646 w 588"/>
              <a:gd name="T23" fmla="*/ 0 h 545"/>
              <a:gd name="T24" fmla="*/ 2147483646 w 588"/>
              <a:gd name="T25" fmla="*/ 2147483646 h 545"/>
              <a:gd name="T26" fmla="*/ 2147483646 w 588"/>
              <a:gd name="T27" fmla="*/ 2147483646 h 545"/>
              <a:gd name="T28" fmla="*/ 2147483646 w 588"/>
              <a:gd name="T29" fmla="*/ 2147483646 h 545"/>
              <a:gd name="T30" fmla="*/ 2147483646 w 588"/>
              <a:gd name="T31" fmla="*/ 2147483646 h 545"/>
              <a:gd name="T32" fmla="*/ 2147483646 w 588"/>
              <a:gd name="T33" fmla="*/ 2147483646 h 545"/>
              <a:gd name="T34" fmla="*/ 2147483646 w 588"/>
              <a:gd name="T35" fmla="*/ 2147483646 h 545"/>
              <a:gd name="T36" fmla="*/ 2147483646 w 588"/>
              <a:gd name="T37" fmla="*/ 2147483646 h 545"/>
              <a:gd name="T38" fmla="*/ 2147483646 w 588"/>
              <a:gd name="T39" fmla="*/ 2147483646 h 545"/>
              <a:gd name="T40" fmla="*/ 2147483646 w 588"/>
              <a:gd name="T41" fmla="*/ 2147483646 h 545"/>
              <a:gd name="T42" fmla="*/ 2147483646 w 588"/>
              <a:gd name="T43" fmla="*/ 2147483646 h 545"/>
              <a:gd name="T44" fmla="*/ 2147483646 w 588"/>
              <a:gd name="T45" fmla="*/ 2147483646 h 545"/>
              <a:gd name="T46" fmla="*/ 2147483646 w 588"/>
              <a:gd name="T47" fmla="*/ 2147483646 h 545"/>
              <a:gd name="T48" fmla="*/ 2147483646 w 588"/>
              <a:gd name="T49" fmla="*/ 2147483646 h 545"/>
              <a:gd name="T50" fmla="*/ 2147483646 w 588"/>
              <a:gd name="T51" fmla="*/ 2147483646 h 545"/>
              <a:gd name="T52" fmla="*/ 2147483646 w 588"/>
              <a:gd name="T53" fmla="*/ 2147483646 h 545"/>
              <a:gd name="T54" fmla="*/ 2147483646 w 588"/>
              <a:gd name="T55" fmla="*/ 2147483646 h 545"/>
              <a:gd name="T56" fmla="*/ 2147483646 w 588"/>
              <a:gd name="T57" fmla="*/ 2147483646 h 545"/>
              <a:gd name="T58" fmla="*/ 2147483646 w 588"/>
              <a:gd name="T59" fmla="*/ 2147483646 h 545"/>
              <a:gd name="T60" fmla="*/ 2147483646 w 588"/>
              <a:gd name="T61" fmla="*/ 2147483646 h 545"/>
              <a:gd name="T62" fmla="*/ 2147483646 w 588"/>
              <a:gd name="T63" fmla="*/ 2147483646 h 545"/>
              <a:gd name="T64" fmla="*/ 2147483646 w 588"/>
              <a:gd name="T65" fmla="*/ 2147483646 h 545"/>
              <a:gd name="T66" fmla="*/ 2147483646 w 588"/>
              <a:gd name="T67" fmla="*/ 2147483646 h 54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88" h="545">
                <a:moveTo>
                  <a:pt x="509" y="155"/>
                </a:moveTo>
                <a:lnTo>
                  <a:pt x="509" y="155"/>
                </a:lnTo>
                <a:cubicBezTo>
                  <a:pt x="417" y="84"/>
                  <a:pt x="417" y="84"/>
                  <a:pt x="417" y="84"/>
                </a:cubicBezTo>
                <a:cubicBezTo>
                  <a:pt x="417" y="282"/>
                  <a:pt x="417" y="282"/>
                  <a:pt x="417" y="282"/>
                </a:cubicBezTo>
                <a:cubicBezTo>
                  <a:pt x="396" y="289"/>
                  <a:pt x="375" y="297"/>
                  <a:pt x="361" y="318"/>
                </a:cubicBezTo>
                <a:cubicBezTo>
                  <a:pt x="361" y="77"/>
                  <a:pt x="361" y="77"/>
                  <a:pt x="361" y="77"/>
                </a:cubicBezTo>
                <a:cubicBezTo>
                  <a:pt x="205" y="155"/>
                  <a:pt x="205" y="155"/>
                  <a:pt x="205" y="155"/>
                </a:cubicBezTo>
                <a:cubicBezTo>
                  <a:pt x="205" y="473"/>
                  <a:pt x="205" y="473"/>
                  <a:pt x="205" y="473"/>
                </a:cubicBezTo>
                <a:cubicBezTo>
                  <a:pt x="311" y="417"/>
                  <a:pt x="311" y="417"/>
                  <a:pt x="311" y="417"/>
                </a:cubicBezTo>
                <a:lnTo>
                  <a:pt x="311" y="424"/>
                </a:lnTo>
                <a:cubicBezTo>
                  <a:pt x="311" y="438"/>
                  <a:pt x="311" y="459"/>
                  <a:pt x="318" y="473"/>
                </a:cubicBezTo>
                <a:cubicBezTo>
                  <a:pt x="191" y="544"/>
                  <a:pt x="191" y="544"/>
                  <a:pt x="191" y="544"/>
                </a:cubicBezTo>
                <a:cubicBezTo>
                  <a:pt x="191" y="544"/>
                  <a:pt x="184" y="544"/>
                  <a:pt x="177" y="544"/>
                </a:cubicBezTo>
                <a:cubicBezTo>
                  <a:pt x="170" y="544"/>
                  <a:pt x="170" y="544"/>
                  <a:pt x="163" y="544"/>
                </a:cubicBezTo>
                <a:cubicBezTo>
                  <a:pt x="14" y="431"/>
                  <a:pt x="14" y="431"/>
                  <a:pt x="14" y="431"/>
                </a:cubicBezTo>
                <a:cubicBezTo>
                  <a:pt x="7" y="424"/>
                  <a:pt x="0" y="417"/>
                  <a:pt x="0" y="402"/>
                </a:cubicBezTo>
                <a:cubicBezTo>
                  <a:pt x="0" y="28"/>
                  <a:pt x="0" y="28"/>
                  <a:pt x="0" y="28"/>
                </a:cubicBezTo>
                <a:cubicBezTo>
                  <a:pt x="0" y="14"/>
                  <a:pt x="14" y="0"/>
                  <a:pt x="28" y="0"/>
                </a:cubicBezTo>
                <a:cubicBezTo>
                  <a:pt x="35" y="0"/>
                  <a:pt x="43" y="0"/>
                  <a:pt x="43" y="7"/>
                </a:cubicBezTo>
                <a:cubicBezTo>
                  <a:pt x="184" y="106"/>
                  <a:pt x="184" y="106"/>
                  <a:pt x="184" y="106"/>
                </a:cubicBezTo>
                <a:cubicBezTo>
                  <a:pt x="375" y="0"/>
                  <a:pt x="375" y="0"/>
                  <a:pt x="375" y="0"/>
                </a:cubicBezTo>
                <a:cubicBezTo>
                  <a:pt x="375" y="0"/>
                  <a:pt x="382" y="0"/>
                  <a:pt x="389" y="0"/>
                </a:cubicBezTo>
                <a:cubicBezTo>
                  <a:pt x="396" y="0"/>
                  <a:pt x="396" y="0"/>
                  <a:pt x="403" y="7"/>
                </a:cubicBezTo>
                <a:cubicBezTo>
                  <a:pt x="551" y="120"/>
                  <a:pt x="551" y="120"/>
                  <a:pt x="551" y="120"/>
                </a:cubicBezTo>
                <a:cubicBezTo>
                  <a:pt x="558" y="127"/>
                  <a:pt x="566" y="134"/>
                  <a:pt x="566" y="141"/>
                </a:cubicBezTo>
                <a:cubicBezTo>
                  <a:pt x="566" y="318"/>
                  <a:pt x="566" y="318"/>
                  <a:pt x="566" y="318"/>
                </a:cubicBezTo>
                <a:cubicBezTo>
                  <a:pt x="551" y="297"/>
                  <a:pt x="530" y="289"/>
                  <a:pt x="509" y="282"/>
                </a:cubicBezTo>
                <a:lnTo>
                  <a:pt x="509" y="155"/>
                </a:lnTo>
                <a:close/>
                <a:moveTo>
                  <a:pt x="148" y="155"/>
                </a:moveTo>
                <a:lnTo>
                  <a:pt x="148" y="155"/>
                </a:lnTo>
                <a:cubicBezTo>
                  <a:pt x="57" y="84"/>
                  <a:pt x="57" y="84"/>
                  <a:pt x="57" y="84"/>
                </a:cubicBezTo>
                <a:cubicBezTo>
                  <a:pt x="57" y="388"/>
                  <a:pt x="57" y="388"/>
                  <a:pt x="57" y="388"/>
                </a:cubicBezTo>
                <a:cubicBezTo>
                  <a:pt x="148" y="459"/>
                  <a:pt x="148" y="459"/>
                  <a:pt x="148" y="459"/>
                </a:cubicBezTo>
                <a:lnTo>
                  <a:pt x="148" y="155"/>
                </a:lnTo>
                <a:close/>
                <a:moveTo>
                  <a:pt x="459" y="304"/>
                </a:moveTo>
                <a:lnTo>
                  <a:pt x="459" y="304"/>
                </a:lnTo>
                <a:cubicBezTo>
                  <a:pt x="530" y="304"/>
                  <a:pt x="587" y="353"/>
                  <a:pt x="587" y="424"/>
                </a:cubicBezTo>
                <a:cubicBezTo>
                  <a:pt x="587" y="495"/>
                  <a:pt x="530" y="544"/>
                  <a:pt x="459" y="544"/>
                </a:cubicBezTo>
                <a:cubicBezTo>
                  <a:pt x="396" y="544"/>
                  <a:pt x="339" y="495"/>
                  <a:pt x="339" y="424"/>
                </a:cubicBezTo>
                <a:cubicBezTo>
                  <a:pt x="339" y="353"/>
                  <a:pt x="396" y="304"/>
                  <a:pt x="459" y="304"/>
                </a:cubicBezTo>
                <a:close/>
                <a:moveTo>
                  <a:pt x="403" y="445"/>
                </a:moveTo>
                <a:lnTo>
                  <a:pt x="403" y="445"/>
                </a:lnTo>
                <a:cubicBezTo>
                  <a:pt x="396" y="445"/>
                  <a:pt x="396" y="452"/>
                  <a:pt x="396" y="459"/>
                </a:cubicBezTo>
                <a:cubicBezTo>
                  <a:pt x="396" y="480"/>
                  <a:pt x="410" y="487"/>
                  <a:pt x="424" y="487"/>
                </a:cubicBezTo>
                <a:cubicBezTo>
                  <a:pt x="431" y="487"/>
                  <a:pt x="438" y="487"/>
                  <a:pt x="445" y="480"/>
                </a:cubicBezTo>
                <a:cubicBezTo>
                  <a:pt x="459" y="466"/>
                  <a:pt x="459" y="466"/>
                  <a:pt x="459" y="466"/>
                </a:cubicBezTo>
                <a:cubicBezTo>
                  <a:pt x="481" y="480"/>
                  <a:pt x="481" y="480"/>
                  <a:pt x="481" y="480"/>
                </a:cubicBezTo>
                <a:cubicBezTo>
                  <a:pt x="488" y="487"/>
                  <a:pt x="495" y="487"/>
                  <a:pt x="502" y="487"/>
                </a:cubicBezTo>
                <a:cubicBezTo>
                  <a:pt x="516" y="487"/>
                  <a:pt x="530" y="480"/>
                  <a:pt x="530" y="459"/>
                </a:cubicBezTo>
                <a:cubicBezTo>
                  <a:pt x="530" y="452"/>
                  <a:pt x="523" y="445"/>
                  <a:pt x="516" y="445"/>
                </a:cubicBezTo>
                <a:cubicBezTo>
                  <a:pt x="502" y="424"/>
                  <a:pt x="502" y="424"/>
                  <a:pt x="502" y="424"/>
                </a:cubicBezTo>
                <a:cubicBezTo>
                  <a:pt x="516" y="402"/>
                  <a:pt x="516" y="402"/>
                  <a:pt x="516" y="402"/>
                </a:cubicBezTo>
                <a:cubicBezTo>
                  <a:pt x="523" y="402"/>
                  <a:pt x="530" y="395"/>
                  <a:pt x="530" y="388"/>
                </a:cubicBezTo>
                <a:cubicBezTo>
                  <a:pt x="530" y="367"/>
                  <a:pt x="516" y="360"/>
                  <a:pt x="502" y="360"/>
                </a:cubicBezTo>
                <a:cubicBezTo>
                  <a:pt x="495" y="360"/>
                  <a:pt x="488" y="360"/>
                  <a:pt x="481" y="367"/>
                </a:cubicBezTo>
                <a:cubicBezTo>
                  <a:pt x="459" y="381"/>
                  <a:pt x="459" y="381"/>
                  <a:pt x="459" y="381"/>
                </a:cubicBezTo>
                <a:cubicBezTo>
                  <a:pt x="445" y="367"/>
                  <a:pt x="445" y="367"/>
                  <a:pt x="445" y="367"/>
                </a:cubicBezTo>
                <a:cubicBezTo>
                  <a:pt x="438" y="360"/>
                  <a:pt x="431" y="360"/>
                  <a:pt x="424" y="360"/>
                </a:cubicBezTo>
                <a:cubicBezTo>
                  <a:pt x="410" y="360"/>
                  <a:pt x="396" y="367"/>
                  <a:pt x="396" y="388"/>
                </a:cubicBezTo>
                <a:cubicBezTo>
                  <a:pt x="396" y="395"/>
                  <a:pt x="396" y="402"/>
                  <a:pt x="403" y="402"/>
                </a:cubicBezTo>
                <a:cubicBezTo>
                  <a:pt x="424" y="424"/>
                  <a:pt x="424" y="424"/>
                  <a:pt x="424" y="424"/>
                </a:cubicBezTo>
                <a:lnTo>
                  <a:pt x="403" y="44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38" name="Freeform 99">
            <a:extLst>
              <a:ext uri="{FF2B5EF4-FFF2-40B4-BE49-F238E27FC236}">
                <a16:creationId xmlns:a16="http://schemas.microsoft.com/office/drawing/2014/main" id="{744373BB-A62B-5FEF-1808-3C084D4A33B0}"/>
              </a:ext>
            </a:extLst>
          </p:cNvPr>
          <p:cNvSpPr>
            <a:spLocks noChangeArrowheads="1"/>
          </p:cNvSpPr>
          <p:nvPr/>
        </p:nvSpPr>
        <p:spPr bwMode="auto">
          <a:xfrm>
            <a:off x="9194711" y="2954099"/>
            <a:ext cx="529596" cy="497499"/>
          </a:xfrm>
          <a:custGeom>
            <a:avLst/>
            <a:gdLst>
              <a:gd name="T0" fmla="*/ 2147483646 w 581"/>
              <a:gd name="T1" fmla="*/ 2147483646 h 545"/>
              <a:gd name="T2" fmla="*/ 2147483646 w 581"/>
              <a:gd name="T3" fmla="*/ 2147483646 h 545"/>
              <a:gd name="T4" fmla="*/ 2147483646 w 581"/>
              <a:gd name="T5" fmla="*/ 2147483646 h 545"/>
              <a:gd name="T6" fmla="*/ 2147483646 w 581"/>
              <a:gd name="T7" fmla="*/ 2147483646 h 545"/>
              <a:gd name="T8" fmla="*/ 2147483646 w 581"/>
              <a:gd name="T9" fmla="*/ 2147483646 h 545"/>
              <a:gd name="T10" fmla="*/ 2147483646 w 581"/>
              <a:gd name="T11" fmla="*/ 2147483646 h 545"/>
              <a:gd name="T12" fmla="*/ 2147483646 w 581"/>
              <a:gd name="T13" fmla="*/ 2147483646 h 545"/>
              <a:gd name="T14" fmla="*/ 2147483646 w 581"/>
              <a:gd name="T15" fmla="*/ 2147483646 h 545"/>
              <a:gd name="T16" fmla="*/ 2147483646 w 581"/>
              <a:gd name="T17" fmla="*/ 2147483646 h 545"/>
              <a:gd name="T18" fmla="*/ 2147483646 w 581"/>
              <a:gd name="T19" fmla="*/ 2147483646 h 545"/>
              <a:gd name="T20" fmla="*/ 2147483646 w 581"/>
              <a:gd name="T21" fmla="*/ 2147483646 h 545"/>
              <a:gd name="T22" fmla="*/ 2147483646 w 581"/>
              <a:gd name="T23" fmla="*/ 2147483646 h 545"/>
              <a:gd name="T24" fmla="*/ 2147483646 w 581"/>
              <a:gd name="T25" fmla="*/ 2147483646 h 545"/>
              <a:gd name="T26" fmla="*/ 2147483646 w 581"/>
              <a:gd name="T27" fmla="*/ 2147483646 h 545"/>
              <a:gd name="T28" fmla="*/ 2147483646 w 581"/>
              <a:gd name="T29" fmla="*/ 2147483646 h 545"/>
              <a:gd name="T30" fmla="*/ 2147483646 w 581"/>
              <a:gd name="T31" fmla="*/ 2147483646 h 545"/>
              <a:gd name="T32" fmla="*/ 0 w 581"/>
              <a:gd name="T33" fmla="*/ 2147483646 h 545"/>
              <a:gd name="T34" fmla="*/ 0 w 581"/>
              <a:gd name="T35" fmla="*/ 2147483646 h 545"/>
              <a:gd name="T36" fmla="*/ 2147483646 w 581"/>
              <a:gd name="T37" fmla="*/ 0 h 545"/>
              <a:gd name="T38" fmla="*/ 2147483646 w 581"/>
              <a:gd name="T39" fmla="*/ 2147483646 h 545"/>
              <a:gd name="T40" fmla="*/ 2147483646 w 581"/>
              <a:gd name="T41" fmla="*/ 2147483646 h 545"/>
              <a:gd name="T42" fmla="*/ 2147483646 w 581"/>
              <a:gd name="T43" fmla="*/ 2147483646 h 545"/>
              <a:gd name="T44" fmla="*/ 2147483646 w 581"/>
              <a:gd name="T45" fmla="*/ 0 h 545"/>
              <a:gd name="T46" fmla="*/ 2147483646 w 581"/>
              <a:gd name="T47" fmla="*/ 0 h 545"/>
              <a:gd name="T48" fmla="*/ 2147483646 w 581"/>
              <a:gd name="T49" fmla="*/ 0 h 545"/>
              <a:gd name="T50" fmla="*/ 2147483646 w 581"/>
              <a:gd name="T51" fmla="*/ 2147483646 h 545"/>
              <a:gd name="T52" fmla="*/ 2147483646 w 581"/>
              <a:gd name="T53" fmla="*/ 2147483646 h 545"/>
              <a:gd name="T54" fmla="*/ 2147483646 w 581"/>
              <a:gd name="T55" fmla="*/ 2147483646 h 545"/>
              <a:gd name="T56" fmla="*/ 2147483646 w 581"/>
              <a:gd name="T57" fmla="*/ 2147483646 h 545"/>
              <a:gd name="T58" fmla="*/ 2147483646 w 581"/>
              <a:gd name="T59" fmla="*/ 2147483646 h 545"/>
              <a:gd name="T60" fmla="*/ 2147483646 w 581"/>
              <a:gd name="T61" fmla="*/ 2147483646 h 545"/>
              <a:gd name="T62" fmla="*/ 2147483646 w 581"/>
              <a:gd name="T63" fmla="*/ 2147483646 h 545"/>
              <a:gd name="T64" fmla="*/ 2147483646 w 581"/>
              <a:gd name="T65" fmla="*/ 2147483646 h 545"/>
              <a:gd name="T66" fmla="*/ 2147483646 w 581"/>
              <a:gd name="T67" fmla="*/ 2147483646 h 545"/>
              <a:gd name="T68" fmla="*/ 2147483646 w 581"/>
              <a:gd name="T69" fmla="*/ 2147483646 h 545"/>
              <a:gd name="T70" fmla="*/ 2147483646 w 581"/>
              <a:gd name="T71" fmla="*/ 2147483646 h 545"/>
              <a:gd name="T72" fmla="*/ 2147483646 w 581"/>
              <a:gd name="T73" fmla="*/ 2147483646 h 545"/>
              <a:gd name="T74" fmla="*/ 2147483646 w 581"/>
              <a:gd name="T75" fmla="*/ 2147483646 h 545"/>
              <a:gd name="T76" fmla="*/ 2147483646 w 581"/>
              <a:gd name="T77" fmla="*/ 2147483646 h 545"/>
              <a:gd name="T78" fmla="*/ 2147483646 w 581"/>
              <a:gd name="T79" fmla="*/ 2147483646 h 545"/>
              <a:gd name="T80" fmla="*/ 2147483646 w 581"/>
              <a:gd name="T81" fmla="*/ 2147483646 h 545"/>
              <a:gd name="T82" fmla="*/ 2147483646 w 581"/>
              <a:gd name="T83" fmla="*/ 2147483646 h 545"/>
              <a:gd name="T84" fmla="*/ 2147483646 w 581"/>
              <a:gd name="T85" fmla="*/ 2147483646 h 545"/>
              <a:gd name="T86" fmla="*/ 2147483646 w 581"/>
              <a:gd name="T87" fmla="*/ 2147483646 h 545"/>
              <a:gd name="T88" fmla="*/ 2147483646 w 581"/>
              <a:gd name="T89" fmla="*/ 2147483646 h 545"/>
              <a:gd name="T90" fmla="*/ 2147483646 w 581"/>
              <a:gd name="T91" fmla="*/ 2147483646 h 545"/>
              <a:gd name="T92" fmla="*/ 2147483646 w 581"/>
              <a:gd name="T93" fmla="*/ 2147483646 h 545"/>
              <a:gd name="T94" fmla="*/ 2147483646 w 581"/>
              <a:gd name="T95" fmla="*/ 2147483646 h 545"/>
              <a:gd name="T96" fmla="*/ 2147483646 w 581"/>
              <a:gd name="T97" fmla="*/ 2147483646 h 545"/>
              <a:gd name="T98" fmla="*/ 2147483646 w 581"/>
              <a:gd name="T99" fmla="*/ 2147483646 h 545"/>
              <a:gd name="T100" fmla="*/ 2147483646 w 581"/>
              <a:gd name="T101" fmla="*/ 2147483646 h 545"/>
              <a:gd name="T102" fmla="*/ 2147483646 w 581"/>
              <a:gd name="T103" fmla="*/ 2147483646 h 545"/>
              <a:gd name="T104" fmla="*/ 2147483646 w 581"/>
              <a:gd name="T105" fmla="*/ 2147483646 h 545"/>
              <a:gd name="T106" fmla="*/ 2147483646 w 581"/>
              <a:gd name="T107" fmla="*/ 2147483646 h 545"/>
              <a:gd name="T108" fmla="*/ 2147483646 w 581"/>
              <a:gd name="T109" fmla="*/ 2147483646 h 545"/>
              <a:gd name="T110" fmla="*/ 2147483646 w 581"/>
              <a:gd name="T111" fmla="*/ 2147483646 h 545"/>
              <a:gd name="T112" fmla="*/ 2147483646 w 581"/>
              <a:gd name="T113" fmla="*/ 2147483646 h 545"/>
              <a:gd name="T114" fmla="*/ 2147483646 w 581"/>
              <a:gd name="T115" fmla="*/ 2147483646 h 545"/>
              <a:gd name="T116" fmla="*/ 2147483646 w 581"/>
              <a:gd name="T117" fmla="*/ 2147483646 h 545"/>
              <a:gd name="T118" fmla="*/ 2147483646 w 581"/>
              <a:gd name="T119" fmla="*/ 2147483646 h 545"/>
              <a:gd name="T120" fmla="*/ 2147483646 w 581"/>
              <a:gd name="T121" fmla="*/ 2147483646 h 54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581" h="545">
                <a:moveTo>
                  <a:pt x="509" y="155"/>
                </a:moveTo>
                <a:lnTo>
                  <a:pt x="509" y="155"/>
                </a:lnTo>
                <a:cubicBezTo>
                  <a:pt x="410" y="84"/>
                  <a:pt x="410" y="84"/>
                  <a:pt x="410" y="84"/>
                </a:cubicBezTo>
                <a:cubicBezTo>
                  <a:pt x="410" y="282"/>
                  <a:pt x="410" y="282"/>
                  <a:pt x="410" y="282"/>
                </a:cubicBezTo>
                <a:cubicBezTo>
                  <a:pt x="389" y="289"/>
                  <a:pt x="375" y="297"/>
                  <a:pt x="353" y="318"/>
                </a:cubicBezTo>
                <a:cubicBezTo>
                  <a:pt x="353" y="77"/>
                  <a:pt x="353" y="77"/>
                  <a:pt x="353" y="77"/>
                </a:cubicBezTo>
                <a:cubicBezTo>
                  <a:pt x="205" y="155"/>
                  <a:pt x="205" y="155"/>
                  <a:pt x="205" y="155"/>
                </a:cubicBezTo>
                <a:cubicBezTo>
                  <a:pt x="205" y="473"/>
                  <a:pt x="205" y="473"/>
                  <a:pt x="205" y="473"/>
                </a:cubicBezTo>
                <a:cubicBezTo>
                  <a:pt x="311" y="417"/>
                  <a:pt x="311" y="417"/>
                  <a:pt x="311" y="417"/>
                </a:cubicBezTo>
                <a:lnTo>
                  <a:pt x="311" y="424"/>
                </a:lnTo>
                <a:cubicBezTo>
                  <a:pt x="311" y="438"/>
                  <a:pt x="311" y="459"/>
                  <a:pt x="318" y="473"/>
                </a:cubicBezTo>
                <a:cubicBezTo>
                  <a:pt x="191" y="544"/>
                  <a:pt x="191" y="544"/>
                  <a:pt x="191" y="544"/>
                </a:cubicBezTo>
                <a:cubicBezTo>
                  <a:pt x="184" y="544"/>
                  <a:pt x="184" y="544"/>
                  <a:pt x="177" y="544"/>
                </a:cubicBezTo>
                <a:cubicBezTo>
                  <a:pt x="170" y="544"/>
                  <a:pt x="163" y="544"/>
                  <a:pt x="163" y="544"/>
                </a:cubicBezTo>
                <a:cubicBezTo>
                  <a:pt x="7" y="431"/>
                  <a:pt x="7" y="431"/>
                  <a:pt x="7" y="431"/>
                </a:cubicBezTo>
                <a:cubicBezTo>
                  <a:pt x="0" y="424"/>
                  <a:pt x="0" y="417"/>
                  <a:pt x="0" y="402"/>
                </a:cubicBezTo>
                <a:cubicBezTo>
                  <a:pt x="0" y="28"/>
                  <a:pt x="0" y="28"/>
                  <a:pt x="0" y="28"/>
                </a:cubicBezTo>
                <a:cubicBezTo>
                  <a:pt x="0" y="14"/>
                  <a:pt x="7" y="0"/>
                  <a:pt x="28" y="0"/>
                </a:cubicBezTo>
                <a:cubicBezTo>
                  <a:pt x="35" y="0"/>
                  <a:pt x="35" y="0"/>
                  <a:pt x="42" y="7"/>
                </a:cubicBezTo>
                <a:cubicBezTo>
                  <a:pt x="177" y="106"/>
                  <a:pt x="177" y="106"/>
                  <a:pt x="177" y="106"/>
                </a:cubicBezTo>
                <a:cubicBezTo>
                  <a:pt x="375" y="0"/>
                  <a:pt x="375" y="0"/>
                  <a:pt x="375" y="0"/>
                </a:cubicBezTo>
                <a:lnTo>
                  <a:pt x="382" y="0"/>
                </a:lnTo>
                <a:cubicBezTo>
                  <a:pt x="389" y="0"/>
                  <a:pt x="396" y="0"/>
                  <a:pt x="403" y="7"/>
                </a:cubicBezTo>
                <a:cubicBezTo>
                  <a:pt x="551" y="120"/>
                  <a:pt x="551" y="120"/>
                  <a:pt x="551" y="120"/>
                </a:cubicBezTo>
                <a:cubicBezTo>
                  <a:pt x="558" y="127"/>
                  <a:pt x="565" y="134"/>
                  <a:pt x="565" y="141"/>
                </a:cubicBezTo>
                <a:cubicBezTo>
                  <a:pt x="565" y="318"/>
                  <a:pt x="565" y="318"/>
                  <a:pt x="565" y="318"/>
                </a:cubicBezTo>
                <a:cubicBezTo>
                  <a:pt x="544" y="297"/>
                  <a:pt x="530" y="289"/>
                  <a:pt x="509" y="282"/>
                </a:cubicBezTo>
                <a:lnTo>
                  <a:pt x="509" y="155"/>
                </a:lnTo>
                <a:close/>
                <a:moveTo>
                  <a:pt x="148" y="155"/>
                </a:moveTo>
                <a:lnTo>
                  <a:pt x="148" y="155"/>
                </a:lnTo>
                <a:cubicBezTo>
                  <a:pt x="57" y="84"/>
                  <a:pt x="57" y="84"/>
                  <a:pt x="57" y="84"/>
                </a:cubicBezTo>
                <a:cubicBezTo>
                  <a:pt x="57" y="388"/>
                  <a:pt x="57" y="388"/>
                  <a:pt x="57" y="388"/>
                </a:cubicBezTo>
                <a:cubicBezTo>
                  <a:pt x="148" y="459"/>
                  <a:pt x="148" y="459"/>
                  <a:pt x="148" y="459"/>
                </a:cubicBezTo>
                <a:lnTo>
                  <a:pt x="148" y="155"/>
                </a:lnTo>
                <a:close/>
                <a:moveTo>
                  <a:pt x="459" y="304"/>
                </a:moveTo>
                <a:lnTo>
                  <a:pt x="459" y="304"/>
                </a:lnTo>
                <a:cubicBezTo>
                  <a:pt x="530" y="304"/>
                  <a:pt x="580" y="353"/>
                  <a:pt x="580" y="424"/>
                </a:cubicBezTo>
                <a:cubicBezTo>
                  <a:pt x="580" y="495"/>
                  <a:pt x="530" y="544"/>
                  <a:pt x="459" y="544"/>
                </a:cubicBezTo>
                <a:cubicBezTo>
                  <a:pt x="389" y="544"/>
                  <a:pt x="339" y="495"/>
                  <a:pt x="339" y="424"/>
                </a:cubicBezTo>
                <a:cubicBezTo>
                  <a:pt x="339" y="353"/>
                  <a:pt x="389" y="304"/>
                  <a:pt x="459" y="304"/>
                </a:cubicBezTo>
                <a:close/>
                <a:moveTo>
                  <a:pt x="382" y="452"/>
                </a:moveTo>
                <a:lnTo>
                  <a:pt x="382" y="452"/>
                </a:lnTo>
                <a:cubicBezTo>
                  <a:pt x="424" y="487"/>
                  <a:pt x="424" y="487"/>
                  <a:pt x="424" y="487"/>
                </a:cubicBezTo>
                <a:cubicBezTo>
                  <a:pt x="424" y="495"/>
                  <a:pt x="431" y="502"/>
                  <a:pt x="438" y="502"/>
                </a:cubicBezTo>
                <a:cubicBezTo>
                  <a:pt x="445" y="502"/>
                  <a:pt x="452" y="495"/>
                  <a:pt x="459" y="487"/>
                </a:cubicBezTo>
                <a:cubicBezTo>
                  <a:pt x="537" y="417"/>
                  <a:pt x="537" y="417"/>
                  <a:pt x="537" y="417"/>
                </a:cubicBezTo>
                <a:cubicBezTo>
                  <a:pt x="544" y="410"/>
                  <a:pt x="544" y="402"/>
                  <a:pt x="544" y="395"/>
                </a:cubicBezTo>
                <a:cubicBezTo>
                  <a:pt x="544" y="381"/>
                  <a:pt x="530" y="367"/>
                  <a:pt x="516" y="367"/>
                </a:cubicBezTo>
                <a:cubicBezTo>
                  <a:pt x="509" y="367"/>
                  <a:pt x="502" y="367"/>
                  <a:pt x="495" y="374"/>
                </a:cubicBezTo>
                <a:cubicBezTo>
                  <a:pt x="438" y="431"/>
                  <a:pt x="438" y="431"/>
                  <a:pt x="438" y="431"/>
                </a:cubicBezTo>
                <a:cubicBezTo>
                  <a:pt x="424" y="417"/>
                  <a:pt x="424" y="417"/>
                  <a:pt x="424" y="417"/>
                </a:cubicBezTo>
                <a:cubicBezTo>
                  <a:pt x="417" y="410"/>
                  <a:pt x="410" y="402"/>
                  <a:pt x="403" y="402"/>
                </a:cubicBezTo>
                <a:cubicBezTo>
                  <a:pt x="389" y="402"/>
                  <a:pt x="375" y="417"/>
                  <a:pt x="375" y="431"/>
                </a:cubicBezTo>
                <a:cubicBezTo>
                  <a:pt x="375" y="438"/>
                  <a:pt x="375" y="445"/>
                  <a:pt x="382" y="45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39" name="Freeform 100">
            <a:extLst>
              <a:ext uri="{FF2B5EF4-FFF2-40B4-BE49-F238E27FC236}">
                <a16:creationId xmlns:a16="http://schemas.microsoft.com/office/drawing/2014/main" id="{D2C0BEE3-A00B-C1AD-D4DB-A979D89C3F77}"/>
              </a:ext>
            </a:extLst>
          </p:cNvPr>
          <p:cNvSpPr>
            <a:spLocks noChangeArrowheads="1"/>
          </p:cNvSpPr>
          <p:nvPr/>
        </p:nvSpPr>
        <p:spPr bwMode="auto">
          <a:xfrm>
            <a:off x="8231810" y="2954099"/>
            <a:ext cx="533607" cy="497499"/>
          </a:xfrm>
          <a:custGeom>
            <a:avLst/>
            <a:gdLst>
              <a:gd name="T0" fmla="*/ 2147483646 w 587"/>
              <a:gd name="T1" fmla="*/ 2147483646 h 545"/>
              <a:gd name="T2" fmla="*/ 2147483646 w 587"/>
              <a:gd name="T3" fmla="*/ 2147483646 h 545"/>
              <a:gd name="T4" fmla="*/ 2147483646 w 587"/>
              <a:gd name="T5" fmla="*/ 2147483646 h 545"/>
              <a:gd name="T6" fmla="*/ 2147483646 w 587"/>
              <a:gd name="T7" fmla="*/ 2147483646 h 545"/>
              <a:gd name="T8" fmla="*/ 2147483646 w 587"/>
              <a:gd name="T9" fmla="*/ 2147483646 h 545"/>
              <a:gd name="T10" fmla="*/ 2147483646 w 587"/>
              <a:gd name="T11" fmla="*/ 2147483646 h 545"/>
              <a:gd name="T12" fmla="*/ 2147483646 w 587"/>
              <a:gd name="T13" fmla="*/ 2147483646 h 545"/>
              <a:gd name="T14" fmla="*/ 2147483646 w 587"/>
              <a:gd name="T15" fmla="*/ 2147483646 h 545"/>
              <a:gd name="T16" fmla="*/ 2147483646 w 587"/>
              <a:gd name="T17" fmla="*/ 2147483646 h 545"/>
              <a:gd name="T18" fmla="*/ 2147483646 w 587"/>
              <a:gd name="T19" fmla="*/ 2147483646 h 545"/>
              <a:gd name="T20" fmla="*/ 2147483646 w 587"/>
              <a:gd name="T21" fmla="*/ 2147483646 h 545"/>
              <a:gd name="T22" fmla="*/ 2147483646 w 587"/>
              <a:gd name="T23" fmla="*/ 2147483646 h 545"/>
              <a:gd name="T24" fmla="*/ 2147483646 w 587"/>
              <a:gd name="T25" fmla="*/ 2147483646 h 545"/>
              <a:gd name="T26" fmla="*/ 2147483646 w 587"/>
              <a:gd name="T27" fmla="*/ 2147483646 h 545"/>
              <a:gd name="T28" fmla="*/ 2147483646 w 587"/>
              <a:gd name="T29" fmla="*/ 2147483646 h 545"/>
              <a:gd name="T30" fmla="*/ 2147483646 w 587"/>
              <a:gd name="T31" fmla="*/ 2147483646 h 545"/>
              <a:gd name="T32" fmla="*/ 0 w 587"/>
              <a:gd name="T33" fmla="*/ 2147483646 h 545"/>
              <a:gd name="T34" fmla="*/ 0 w 587"/>
              <a:gd name="T35" fmla="*/ 2147483646 h 545"/>
              <a:gd name="T36" fmla="*/ 2147483646 w 587"/>
              <a:gd name="T37" fmla="*/ 0 h 545"/>
              <a:gd name="T38" fmla="*/ 2147483646 w 587"/>
              <a:gd name="T39" fmla="*/ 2147483646 h 545"/>
              <a:gd name="T40" fmla="*/ 2147483646 w 587"/>
              <a:gd name="T41" fmla="*/ 2147483646 h 545"/>
              <a:gd name="T42" fmla="*/ 2147483646 w 587"/>
              <a:gd name="T43" fmla="*/ 2147483646 h 545"/>
              <a:gd name="T44" fmla="*/ 2147483646 w 587"/>
              <a:gd name="T45" fmla="*/ 0 h 545"/>
              <a:gd name="T46" fmla="*/ 2147483646 w 587"/>
              <a:gd name="T47" fmla="*/ 0 h 545"/>
              <a:gd name="T48" fmla="*/ 2147483646 w 587"/>
              <a:gd name="T49" fmla="*/ 0 h 545"/>
              <a:gd name="T50" fmla="*/ 2147483646 w 587"/>
              <a:gd name="T51" fmla="*/ 2147483646 h 545"/>
              <a:gd name="T52" fmla="*/ 2147483646 w 587"/>
              <a:gd name="T53" fmla="*/ 2147483646 h 545"/>
              <a:gd name="T54" fmla="*/ 2147483646 w 587"/>
              <a:gd name="T55" fmla="*/ 2147483646 h 545"/>
              <a:gd name="T56" fmla="*/ 2147483646 w 587"/>
              <a:gd name="T57" fmla="*/ 2147483646 h 545"/>
              <a:gd name="T58" fmla="*/ 2147483646 w 587"/>
              <a:gd name="T59" fmla="*/ 2147483646 h 545"/>
              <a:gd name="T60" fmla="*/ 2147483646 w 587"/>
              <a:gd name="T61" fmla="*/ 2147483646 h 545"/>
              <a:gd name="T62" fmla="*/ 2147483646 w 587"/>
              <a:gd name="T63" fmla="*/ 2147483646 h 545"/>
              <a:gd name="T64" fmla="*/ 2147483646 w 587"/>
              <a:gd name="T65" fmla="*/ 2147483646 h 545"/>
              <a:gd name="T66" fmla="*/ 2147483646 w 587"/>
              <a:gd name="T67" fmla="*/ 2147483646 h 545"/>
              <a:gd name="T68" fmla="*/ 2147483646 w 587"/>
              <a:gd name="T69" fmla="*/ 2147483646 h 545"/>
              <a:gd name="T70" fmla="*/ 2147483646 w 587"/>
              <a:gd name="T71" fmla="*/ 2147483646 h 545"/>
              <a:gd name="T72" fmla="*/ 2147483646 w 587"/>
              <a:gd name="T73" fmla="*/ 2147483646 h 545"/>
              <a:gd name="T74" fmla="*/ 2147483646 w 587"/>
              <a:gd name="T75" fmla="*/ 2147483646 h 545"/>
              <a:gd name="T76" fmla="*/ 2147483646 w 587"/>
              <a:gd name="T77" fmla="*/ 2147483646 h 545"/>
              <a:gd name="T78" fmla="*/ 2147483646 w 587"/>
              <a:gd name="T79" fmla="*/ 2147483646 h 545"/>
              <a:gd name="T80" fmla="*/ 2147483646 w 587"/>
              <a:gd name="T81" fmla="*/ 2147483646 h 545"/>
              <a:gd name="T82" fmla="*/ 2147483646 w 587"/>
              <a:gd name="T83" fmla="*/ 2147483646 h 545"/>
              <a:gd name="T84" fmla="*/ 2147483646 w 587"/>
              <a:gd name="T85" fmla="*/ 2147483646 h 545"/>
              <a:gd name="T86" fmla="*/ 2147483646 w 587"/>
              <a:gd name="T87" fmla="*/ 2147483646 h 545"/>
              <a:gd name="T88" fmla="*/ 2147483646 w 587"/>
              <a:gd name="T89" fmla="*/ 2147483646 h 545"/>
              <a:gd name="T90" fmla="*/ 2147483646 w 587"/>
              <a:gd name="T91" fmla="*/ 2147483646 h 545"/>
              <a:gd name="T92" fmla="*/ 2147483646 w 587"/>
              <a:gd name="T93" fmla="*/ 2147483646 h 545"/>
              <a:gd name="T94" fmla="*/ 2147483646 w 587"/>
              <a:gd name="T95" fmla="*/ 2147483646 h 545"/>
              <a:gd name="T96" fmla="*/ 2147483646 w 587"/>
              <a:gd name="T97" fmla="*/ 2147483646 h 545"/>
              <a:gd name="T98" fmla="*/ 2147483646 w 587"/>
              <a:gd name="T99" fmla="*/ 2147483646 h 545"/>
              <a:gd name="T100" fmla="*/ 2147483646 w 587"/>
              <a:gd name="T101" fmla="*/ 2147483646 h 545"/>
              <a:gd name="T102" fmla="*/ 2147483646 w 587"/>
              <a:gd name="T103" fmla="*/ 2147483646 h 545"/>
              <a:gd name="T104" fmla="*/ 2147483646 w 587"/>
              <a:gd name="T105" fmla="*/ 2147483646 h 545"/>
              <a:gd name="T106" fmla="*/ 2147483646 w 587"/>
              <a:gd name="T107" fmla="*/ 2147483646 h 545"/>
              <a:gd name="T108" fmla="*/ 2147483646 w 587"/>
              <a:gd name="T109" fmla="*/ 2147483646 h 54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587" h="545">
                <a:moveTo>
                  <a:pt x="509" y="155"/>
                </a:moveTo>
                <a:lnTo>
                  <a:pt x="509" y="155"/>
                </a:lnTo>
                <a:cubicBezTo>
                  <a:pt x="417" y="84"/>
                  <a:pt x="417" y="84"/>
                  <a:pt x="417" y="84"/>
                </a:cubicBezTo>
                <a:cubicBezTo>
                  <a:pt x="417" y="282"/>
                  <a:pt x="417" y="282"/>
                  <a:pt x="417" y="282"/>
                </a:cubicBezTo>
                <a:cubicBezTo>
                  <a:pt x="396" y="289"/>
                  <a:pt x="375" y="297"/>
                  <a:pt x="360" y="318"/>
                </a:cubicBezTo>
                <a:cubicBezTo>
                  <a:pt x="360" y="77"/>
                  <a:pt x="360" y="77"/>
                  <a:pt x="360" y="77"/>
                </a:cubicBezTo>
                <a:cubicBezTo>
                  <a:pt x="212" y="155"/>
                  <a:pt x="212" y="155"/>
                  <a:pt x="212" y="155"/>
                </a:cubicBezTo>
                <a:cubicBezTo>
                  <a:pt x="212" y="473"/>
                  <a:pt x="212" y="473"/>
                  <a:pt x="212" y="473"/>
                </a:cubicBezTo>
                <a:cubicBezTo>
                  <a:pt x="311" y="417"/>
                  <a:pt x="311" y="417"/>
                  <a:pt x="311" y="417"/>
                </a:cubicBezTo>
                <a:lnTo>
                  <a:pt x="311" y="424"/>
                </a:lnTo>
                <a:cubicBezTo>
                  <a:pt x="311" y="438"/>
                  <a:pt x="318" y="459"/>
                  <a:pt x="325" y="473"/>
                </a:cubicBezTo>
                <a:cubicBezTo>
                  <a:pt x="198" y="544"/>
                  <a:pt x="198" y="544"/>
                  <a:pt x="198" y="544"/>
                </a:cubicBezTo>
                <a:cubicBezTo>
                  <a:pt x="191" y="544"/>
                  <a:pt x="184" y="544"/>
                  <a:pt x="184" y="544"/>
                </a:cubicBezTo>
                <a:cubicBezTo>
                  <a:pt x="177" y="544"/>
                  <a:pt x="169" y="544"/>
                  <a:pt x="162" y="544"/>
                </a:cubicBezTo>
                <a:cubicBezTo>
                  <a:pt x="14" y="431"/>
                  <a:pt x="14" y="431"/>
                  <a:pt x="14" y="431"/>
                </a:cubicBezTo>
                <a:cubicBezTo>
                  <a:pt x="7" y="424"/>
                  <a:pt x="0" y="417"/>
                  <a:pt x="0" y="402"/>
                </a:cubicBezTo>
                <a:cubicBezTo>
                  <a:pt x="0" y="28"/>
                  <a:pt x="0" y="28"/>
                  <a:pt x="0" y="28"/>
                </a:cubicBezTo>
                <a:cubicBezTo>
                  <a:pt x="0" y="14"/>
                  <a:pt x="14" y="0"/>
                  <a:pt x="28" y="0"/>
                </a:cubicBezTo>
                <a:cubicBezTo>
                  <a:pt x="35" y="0"/>
                  <a:pt x="42" y="0"/>
                  <a:pt x="49" y="7"/>
                </a:cubicBezTo>
                <a:cubicBezTo>
                  <a:pt x="184" y="106"/>
                  <a:pt x="184" y="106"/>
                  <a:pt x="184" y="106"/>
                </a:cubicBezTo>
                <a:cubicBezTo>
                  <a:pt x="375" y="0"/>
                  <a:pt x="375" y="0"/>
                  <a:pt x="375" y="0"/>
                </a:cubicBezTo>
                <a:cubicBezTo>
                  <a:pt x="382" y="0"/>
                  <a:pt x="382" y="0"/>
                  <a:pt x="389" y="0"/>
                </a:cubicBezTo>
                <a:cubicBezTo>
                  <a:pt x="396" y="0"/>
                  <a:pt x="403" y="0"/>
                  <a:pt x="403" y="7"/>
                </a:cubicBezTo>
                <a:cubicBezTo>
                  <a:pt x="551" y="120"/>
                  <a:pt x="551" y="120"/>
                  <a:pt x="551" y="120"/>
                </a:cubicBezTo>
                <a:cubicBezTo>
                  <a:pt x="558" y="120"/>
                  <a:pt x="558" y="120"/>
                  <a:pt x="558" y="120"/>
                </a:cubicBezTo>
                <a:cubicBezTo>
                  <a:pt x="565" y="127"/>
                  <a:pt x="565" y="134"/>
                  <a:pt x="565" y="141"/>
                </a:cubicBezTo>
                <a:cubicBezTo>
                  <a:pt x="565" y="318"/>
                  <a:pt x="565" y="318"/>
                  <a:pt x="565" y="318"/>
                </a:cubicBezTo>
                <a:cubicBezTo>
                  <a:pt x="551" y="297"/>
                  <a:pt x="530" y="289"/>
                  <a:pt x="509" y="282"/>
                </a:cubicBezTo>
                <a:lnTo>
                  <a:pt x="509" y="155"/>
                </a:lnTo>
                <a:close/>
                <a:moveTo>
                  <a:pt x="155" y="155"/>
                </a:moveTo>
                <a:lnTo>
                  <a:pt x="155" y="155"/>
                </a:lnTo>
                <a:cubicBezTo>
                  <a:pt x="56" y="84"/>
                  <a:pt x="56" y="84"/>
                  <a:pt x="56" y="84"/>
                </a:cubicBezTo>
                <a:cubicBezTo>
                  <a:pt x="56" y="388"/>
                  <a:pt x="56" y="388"/>
                  <a:pt x="56" y="388"/>
                </a:cubicBezTo>
                <a:cubicBezTo>
                  <a:pt x="155" y="459"/>
                  <a:pt x="155" y="459"/>
                  <a:pt x="155" y="459"/>
                </a:cubicBezTo>
                <a:lnTo>
                  <a:pt x="155" y="155"/>
                </a:lnTo>
                <a:close/>
                <a:moveTo>
                  <a:pt x="466" y="304"/>
                </a:moveTo>
                <a:lnTo>
                  <a:pt x="466" y="304"/>
                </a:lnTo>
                <a:cubicBezTo>
                  <a:pt x="530" y="304"/>
                  <a:pt x="586" y="353"/>
                  <a:pt x="586" y="424"/>
                </a:cubicBezTo>
                <a:cubicBezTo>
                  <a:pt x="586" y="495"/>
                  <a:pt x="530" y="544"/>
                  <a:pt x="466" y="544"/>
                </a:cubicBezTo>
                <a:cubicBezTo>
                  <a:pt x="396" y="544"/>
                  <a:pt x="339" y="495"/>
                  <a:pt x="339" y="424"/>
                </a:cubicBezTo>
                <a:cubicBezTo>
                  <a:pt x="339" y="353"/>
                  <a:pt x="396" y="304"/>
                  <a:pt x="466" y="304"/>
                </a:cubicBezTo>
                <a:close/>
                <a:moveTo>
                  <a:pt x="410" y="452"/>
                </a:moveTo>
                <a:lnTo>
                  <a:pt x="410" y="452"/>
                </a:lnTo>
                <a:cubicBezTo>
                  <a:pt x="523" y="452"/>
                  <a:pt x="523" y="452"/>
                  <a:pt x="523" y="452"/>
                </a:cubicBezTo>
                <a:cubicBezTo>
                  <a:pt x="537" y="452"/>
                  <a:pt x="551" y="438"/>
                  <a:pt x="551" y="424"/>
                </a:cubicBezTo>
                <a:cubicBezTo>
                  <a:pt x="551" y="410"/>
                  <a:pt x="537" y="395"/>
                  <a:pt x="523" y="395"/>
                </a:cubicBezTo>
                <a:cubicBezTo>
                  <a:pt x="410" y="395"/>
                  <a:pt x="410" y="395"/>
                  <a:pt x="410" y="395"/>
                </a:cubicBezTo>
                <a:cubicBezTo>
                  <a:pt x="389" y="395"/>
                  <a:pt x="382" y="410"/>
                  <a:pt x="382" y="424"/>
                </a:cubicBezTo>
                <a:cubicBezTo>
                  <a:pt x="382" y="438"/>
                  <a:pt x="389" y="452"/>
                  <a:pt x="410" y="45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40" name="Freeform 101">
            <a:extLst>
              <a:ext uri="{FF2B5EF4-FFF2-40B4-BE49-F238E27FC236}">
                <a16:creationId xmlns:a16="http://schemas.microsoft.com/office/drawing/2014/main" id="{3CD24DCB-CEA1-487F-A2FC-42EAF1905361}"/>
              </a:ext>
            </a:extLst>
          </p:cNvPr>
          <p:cNvSpPr>
            <a:spLocks noChangeArrowheads="1"/>
          </p:cNvSpPr>
          <p:nvPr/>
        </p:nvSpPr>
        <p:spPr bwMode="auto">
          <a:xfrm>
            <a:off x="7272919" y="2954099"/>
            <a:ext cx="533609" cy="497499"/>
          </a:xfrm>
          <a:custGeom>
            <a:avLst/>
            <a:gdLst>
              <a:gd name="T0" fmla="*/ 2147483646 w 587"/>
              <a:gd name="T1" fmla="*/ 2147483646 h 545"/>
              <a:gd name="T2" fmla="*/ 2147483646 w 587"/>
              <a:gd name="T3" fmla="*/ 2147483646 h 545"/>
              <a:gd name="T4" fmla="*/ 2147483646 w 587"/>
              <a:gd name="T5" fmla="*/ 2147483646 h 545"/>
              <a:gd name="T6" fmla="*/ 2147483646 w 587"/>
              <a:gd name="T7" fmla="*/ 2147483646 h 545"/>
              <a:gd name="T8" fmla="*/ 2147483646 w 587"/>
              <a:gd name="T9" fmla="*/ 2147483646 h 545"/>
              <a:gd name="T10" fmla="*/ 2147483646 w 587"/>
              <a:gd name="T11" fmla="*/ 2147483646 h 545"/>
              <a:gd name="T12" fmla="*/ 2147483646 w 587"/>
              <a:gd name="T13" fmla="*/ 2147483646 h 545"/>
              <a:gd name="T14" fmla="*/ 2147483646 w 587"/>
              <a:gd name="T15" fmla="*/ 2147483646 h 545"/>
              <a:gd name="T16" fmla="*/ 0 w 587"/>
              <a:gd name="T17" fmla="*/ 2147483646 h 545"/>
              <a:gd name="T18" fmla="*/ 2147483646 w 587"/>
              <a:gd name="T19" fmla="*/ 2147483646 h 545"/>
              <a:gd name="T20" fmla="*/ 2147483646 w 587"/>
              <a:gd name="T21" fmla="*/ 2147483646 h 545"/>
              <a:gd name="T22" fmla="*/ 2147483646 w 587"/>
              <a:gd name="T23" fmla="*/ 0 h 545"/>
              <a:gd name="T24" fmla="*/ 2147483646 w 587"/>
              <a:gd name="T25" fmla="*/ 2147483646 h 545"/>
              <a:gd name="T26" fmla="*/ 2147483646 w 587"/>
              <a:gd name="T27" fmla="*/ 2147483646 h 545"/>
              <a:gd name="T28" fmla="*/ 2147483646 w 587"/>
              <a:gd name="T29" fmla="*/ 2147483646 h 545"/>
              <a:gd name="T30" fmla="*/ 2147483646 w 587"/>
              <a:gd name="T31" fmla="*/ 2147483646 h 545"/>
              <a:gd name="T32" fmla="*/ 2147483646 w 587"/>
              <a:gd name="T33" fmla="*/ 2147483646 h 545"/>
              <a:gd name="T34" fmla="*/ 2147483646 w 587"/>
              <a:gd name="T35" fmla="*/ 2147483646 h 545"/>
              <a:gd name="T36" fmla="*/ 2147483646 w 587"/>
              <a:gd name="T37" fmla="*/ 2147483646 h 545"/>
              <a:gd name="T38" fmla="*/ 2147483646 w 587"/>
              <a:gd name="T39" fmla="*/ 2147483646 h 545"/>
              <a:gd name="T40" fmla="*/ 2147483646 w 587"/>
              <a:gd name="T41" fmla="*/ 2147483646 h 545"/>
              <a:gd name="T42" fmla="*/ 2147483646 w 587"/>
              <a:gd name="T43" fmla="*/ 2147483646 h 545"/>
              <a:gd name="T44" fmla="*/ 2147483646 w 587"/>
              <a:gd name="T45" fmla="*/ 2147483646 h 545"/>
              <a:gd name="T46" fmla="*/ 2147483646 w 587"/>
              <a:gd name="T47" fmla="*/ 2147483646 h 545"/>
              <a:gd name="T48" fmla="*/ 2147483646 w 587"/>
              <a:gd name="T49" fmla="*/ 2147483646 h 545"/>
              <a:gd name="T50" fmla="*/ 2147483646 w 587"/>
              <a:gd name="T51" fmla="*/ 2147483646 h 545"/>
              <a:gd name="T52" fmla="*/ 2147483646 w 587"/>
              <a:gd name="T53" fmla="*/ 2147483646 h 545"/>
              <a:gd name="T54" fmla="*/ 2147483646 w 587"/>
              <a:gd name="T55" fmla="*/ 2147483646 h 545"/>
              <a:gd name="T56" fmla="*/ 2147483646 w 587"/>
              <a:gd name="T57" fmla="*/ 2147483646 h 545"/>
              <a:gd name="T58" fmla="*/ 2147483646 w 587"/>
              <a:gd name="T59" fmla="*/ 2147483646 h 545"/>
              <a:gd name="T60" fmla="*/ 2147483646 w 587"/>
              <a:gd name="T61" fmla="*/ 2147483646 h 545"/>
              <a:gd name="T62" fmla="*/ 2147483646 w 587"/>
              <a:gd name="T63" fmla="*/ 2147483646 h 54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87" h="545">
                <a:moveTo>
                  <a:pt x="509" y="155"/>
                </a:moveTo>
                <a:lnTo>
                  <a:pt x="509" y="155"/>
                </a:lnTo>
                <a:cubicBezTo>
                  <a:pt x="417" y="84"/>
                  <a:pt x="417" y="84"/>
                  <a:pt x="417" y="84"/>
                </a:cubicBezTo>
                <a:cubicBezTo>
                  <a:pt x="417" y="282"/>
                  <a:pt x="417" y="282"/>
                  <a:pt x="417" y="282"/>
                </a:cubicBezTo>
                <a:cubicBezTo>
                  <a:pt x="396" y="289"/>
                  <a:pt x="374" y="297"/>
                  <a:pt x="360" y="318"/>
                </a:cubicBezTo>
                <a:cubicBezTo>
                  <a:pt x="360" y="77"/>
                  <a:pt x="360" y="77"/>
                  <a:pt x="360" y="77"/>
                </a:cubicBezTo>
                <a:cubicBezTo>
                  <a:pt x="205" y="155"/>
                  <a:pt x="205" y="155"/>
                  <a:pt x="205" y="155"/>
                </a:cubicBezTo>
                <a:cubicBezTo>
                  <a:pt x="205" y="473"/>
                  <a:pt x="205" y="473"/>
                  <a:pt x="205" y="473"/>
                </a:cubicBezTo>
                <a:cubicBezTo>
                  <a:pt x="311" y="417"/>
                  <a:pt x="311" y="417"/>
                  <a:pt x="311" y="417"/>
                </a:cubicBezTo>
                <a:lnTo>
                  <a:pt x="311" y="424"/>
                </a:lnTo>
                <a:cubicBezTo>
                  <a:pt x="311" y="438"/>
                  <a:pt x="311" y="459"/>
                  <a:pt x="318" y="473"/>
                </a:cubicBezTo>
                <a:cubicBezTo>
                  <a:pt x="191" y="544"/>
                  <a:pt x="191" y="544"/>
                  <a:pt x="191" y="544"/>
                </a:cubicBezTo>
                <a:cubicBezTo>
                  <a:pt x="191" y="544"/>
                  <a:pt x="184" y="544"/>
                  <a:pt x="176" y="544"/>
                </a:cubicBezTo>
                <a:cubicBezTo>
                  <a:pt x="169" y="544"/>
                  <a:pt x="169" y="544"/>
                  <a:pt x="162" y="544"/>
                </a:cubicBezTo>
                <a:cubicBezTo>
                  <a:pt x="14" y="431"/>
                  <a:pt x="14" y="431"/>
                  <a:pt x="14" y="431"/>
                </a:cubicBezTo>
                <a:cubicBezTo>
                  <a:pt x="7" y="424"/>
                  <a:pt x="0" y="417"/>
                  <a:pt x="0" y="402"/>
                </a:cubicBezTo>
                <a:cubicBezTo>
                  <a:pt x="0" y="28"/>
                  <a:pt x="0" y="28"/>
                  <a:pt x="0" y="28"/>
                </a:cubicBezTo>
                <a:cubicBezTo>
                  <a:pt x="0" y="14"/>
                  <a:pt x="14" y="0"/>
                  <a:pt x="28" y="0"/>
                </a:cubicBezTo>
                <a:cubicBezTo>
                  <a:pt x="35" y="0"/>
                  <a:pt x="42" y="0"/>
                  <a:pt x="42" y="7"/>
                </a:cubicBezTo>
                <a:cubicBezTo>
                  <a:pt x="184" y="106"/>
                  <a:pt x="184" y="106"/>
                  <a:pt x="184" y="106"/>
                </a:cubicBezTo>
                <a:cubicBezTo>
                  <a:pt x="374" y="0"/>
                  <a:pt x="374" y="0"/>
                  <a:pt x="374" y="0"/>
                </a:cubicBezTo>
                <a:cubicBezTo>
                  <a:pt x="374" y="0"/>
                  <a:pt x="382" y="0"/>
                  <a:pt x="389" y="0"/>
                </a:cubicBezTo>
                <a:cubicBezTo>
                  <a:pt x="396" y="0"/>
                  <a:pt x="396" y="0"/>
                  <a:pt x="403" y="7"/>
                </a:cubicBezTo>
                <a:cubicBezTo>
                  <a:pt x="551" y="120"/>
                  <a:pt x="551" y="120"/>
                  <a:pt x="551" y="120"/>
                </a:cubicBezTo>
                <a:cubicBezTo>
                  <a:pt x="558" y="127"/>
                  <a:pt x="565" y="134"/>
                  <a:pt x="565" y="141"/>
                </a:cubicBezTo>
                <a:cubicBezTo>
                  <a:pt x="565" y="318"/>
                  <a:pt x="565" y="318"/>
                  <a:pt x="565" y="318"/>
                </a:cubicBezTo>
                <a:cubicBezTo>
                  <a:pt x="551" y="297"/>
                  <a:pt x="530" y="289"/>
                  <a:pt x="509" y="282"/>
                </a:cubicBezTo>
                <a:lnTo>
                  <a:pt x="509" y="155"/>
                </a:lnTo>
                <a:close/>
                <a:moveTo>
                  <a:pt x="148" y="155"/>
                </a:moveTo>
                <a:lnTo>
                  <a:pt x="148" y="155"/>
                </a:lnTo>
                <a:cubicBezTo>
                  <a:pt x="56" y="84"/>
                  <a:pt x="56" y="84"/>
                  <a:pt x="56" y="84"/>
                </a:cubicBezTo>
                <a:cubicBezTo>
                  <a:pt x="56" y="388"/>
                  <a:pt x="56" y="388"/>
                  <a:pt x="56" y="388"/>
                </a:cubicBezTo>
                <a:cubicBezTo>
                  <a:pt x="148" y="459"/>
                  <a:pt x="148" y="459"/>
                  <a:pt x="148" y="459"/>
                </a:cubicBezTo>
                <a:lnTo>
                  <a:pt x="148" y="155"/>
                </a:lnTo>
                <a:close/>
                <a:moveTo>
                  <a:pt x="459" y="304"/>
                </a:moveTo>
                <a:lnTo>
                  <a:pt x="459" y="304"/>
                </a:lnTo>
                <a:cubicBezTo>
                  <a:pt x="530" y="304"/>
                  <a:pt x="586" y="353"/>
                  <a:pt x="586" y="424"/>
                </a:cubicBezTo>
                <a:cubicBezTo>
                  <a:pt x="586" y="495"/>
                  <a:pt x="530" y="544"/>
                  <a:pt x="459" y="544"/>
                </a:cubicBezTo>
                <a:cubicBezTo>
                  <a:pt x="396" y="544"/>
                  <a:pt x="339" y="495"/>
                  <a:pt x="339" y="424"/>
                </a:cubicBezTo>
                <a:cubicBezTo>
                  <a:pt x="339" y="353"/>
                  <a:pt x="396" y="304"/>
                  <a:pt x="459" y="304"/>
                </a:cubicBezTo>
                <a:close/>
                <a:moveTo>
                  <a:pt x="403" y="452"/>
                </a:moveTo>
                <a:lnTo>
                  <a:pt x="403" y="452"/>
                </a:lnTo>
                <a:cubicBezTo>
                  <a:pt x="431" y="452"/>
                  <a:pt x="431" y="452"/>
                  <a:pt x="431" y="452"/>
                </a:cubicBezTo>
                <a:cubicBezTo>
                  <a:pt x="431" y="480"/>
                  <a:pt x="431" y="480"/>
                  <a:pt x="431" y="480"/>
                </a:cubicBezTo>
                <a:cubicBezTo>
                  <a:pt x="431" y="495"/>
                  <a:pt x="445" y="509"/>
                  <a:pt x="459" y="509"/>
                </a:cubicBezTo>
                <a:cubicBezTo>
                  <a:pt x="480" y="509"/>
                  <a:pt x="487" y="495"/>
                  <a:pt x="487" y="480"/>
                </a:cubicBezTo>
                <a:cubicBezTo>
                  <a:pt x="487" y="452"/>
                  <a:pt x="487" y="452"/>
                  <a:pt x="487" y="452"/>
                </a:cubicBezTo>
                <a:cubicBezTo>
                  <a:pt x="516" y="452"/>
                  <a:pt x="516" y="452"/>
                  <a:pt x="516" y="452"/>
                </a:cubicBezTo>
                <a:cubicBezTo>
                  <a:pt x="537" y="452"/>
                  <a:pt x="544" y="438"/>
                  <a:pt x="544" y="424"/>
                </a:cubicBezTo>
                <a:cubicBezTo>
                  <a:pt x="544" y="410"/>
                  <a:pt x="537" y="395"/>
                  <a:pt x="516" y="395"/>
                </a:cubicBezTo>
                <a:cubicBezTo>
                  <a:pt x="487" y="395"/>
                  <a:pt x="487" y="395"/>
                  <a:pt x="487" y="395"/>
                </a:cubicBezTo>
                <a:cubicBezTo>
                  <a:pt x="487" y="367"/>
                  <a:pt x="487" y="367"/>
                  <a:pt x="487" y="367"/>
                </a:cubicBezTo>
                <a:cubicBezTo>
                  <a:pt x="487" y="353"/>
                  <a:pt x="480" y="339"/>
                  <a:pt x="459" y="339"/>
                </a:cubicBezTo>
                <a:cubicBezTo>
                  <a:pt x="445" y="339"/>
                  <a:pt x="431" y="353"/>
                  <a:pt x="431" y="367"/>
                </a:cubicBezTo>
                <a:cubicBezTo>
                  <a:pt x="431" y="395"/>
                  <a:pt x="431" y="395"/>
                  <a:pt x="431" y="395"/>
                </a:cubicBezTo>
                <a:cubicBezTo>
                  <a:pt x="403" y="395"/>
                  <a:pt x="403" y="395"/>
                  <a:pt x="403" y="395"/>
                </a:cubicBezTo>
                <a:cubicBezTo>
                  <a:pt x="389" y="395"/>
                  <a:pt x="374" y="410"/>
                  <a:pt x="374" y="424"/>
                </a:cubicBezTo>
                <a:cubicBezTo>
                  <a:pt x="374" y="438"/>
                  <a:pt x="389" y="452"/>
                  <a:pt x="403" y="45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41" name="Freeform 102">
            <a:extLst>
              <a:ext uri="{FF2B5EF4-FFF2-40B4-BE49-F238E27FC236}">
                <a16:creationId xmlns:a16="http://schemas.microsoft.com/office/drawing/2014/main" id="{15750B0A-6302-515C-7AF4-8358FACBBC87}"/>
              </a:ext>
            </a:extLst>
          </p:cNvPr>
          <p:cNvSpPr>
            <a:spLocks noChangeArrowheads="1"/>
          </p:cNvSpPr>
          <p:nvPr/>
        </p:nvSpPr>
        <p:spPr bwMode="auto">
          <a:xfrm>
            <a:off x="6314031" y="2954099"/>
            <a:ext cx="513547" cy="497499"/>
          </a:xfrm>
          <a:custGeom>
            <a:avLst/>
            <a:gdLst>
              <a:gd name="T0" fmla="*/ 2147483646 w 566"/>
              <a:gd name="T1" fmla="*/ 2147483646 h 545"/>
              <a:gd name="T2" fmla="*/ 2147483646 w 566"/>
              <a:gd name="T3" fmla="*/ 2147483646 h 545"/>
              <a:gd name="T4" fmla="*/ 2147483646 w 566"/>
              <a:gd name="T5" fmla="*/ 2147483646 h 545"/>
              <a:gd name="T6" fmla="*/ 2147483646 w 566"/>
              <a:gd name="T7" fmla="*/ 2147483646 h 545"/>
              <a:gd name="T8" fmla="*/ 2147483646 w 566"/>
              <a:gd name="T9" fmla="*/ 2147483646 h 545"/>
              <a:gd name="T10" fmla="*/ 2147483646 w 566"/>
              <a:gd name="T11" fmla="*/ 2147483646 h 545"/>
              <a:gd name="T12" fmla="*/ 2147483646 w 566"/>
              <a:gd name="T13" fmla="*/ 2147483646 h 545"/>
              <a:gd name="T14" fmla="*/ 2147483646 w 566"/>
              <a:gd name="T15" fmla="*/ 2147483646 h 545"/>
              <a:gd name="T16" fmla="*/ 2147483646 w 566"/>
              <a:gd name="T17" fmla="*/ 2147483646 h 545"/>
              <a:gd name="T18" fmla="*/ 2147483646 w 566"/>
              <a:gd name="T19" fmla="*/ 2147483646 h 545"/>
              <a:gd name="T20" fmla="*/ 2147483646 w 566"/>
              <a:gd name="T21" fmla="*/ 2147483646 h 545"/>
              <a:gd name="T22" fmla="*/ 0 w 566"/>
              <a:gd name="T23" fmla="*/ 2147483646 h 545"/>
              <a:gd name="T24" fmla="*/ 0 w 566"/>
              <a:gd name="T25" fmla="*/ 2147483646 h 545"/>
              <a:gd name="T26" fmla="*/ 2147483646 w 566"/>
              <a:gd name="T27" fmla="*/ 0 h 545"/>
              <a:gd name="T28" fmla="*/ 2147483646 w 566"/>
              <a:gd name="T29" fmla="*/ 2147483646 h 545"/>
              <a:gd name="T30" fmla="*/ 2147483646 w 566"/>
              <a:gd name="T31" fmla="*/ 2147483646 h 545"/>
              <a:gd name="T32" fmla="*/ 2147483646 w 566"/>
              <a:gd name="T33" fmla="*/ 2147483646 h 545"/>
              <a:gd name="T34" fmla="*/ 2147483646 w 566"/>
              <a:gd name="T35" fmla="*/ 0 h 545"/>
              <a:gd name="T36" fmla="*/ 2147483646 w 566"/>
              <a:gd name="T37" fmla="*/ 0 h 545"/>
              <a:gd name="T38" fmla="*/ 2147483646 w 566"/>
              <a:gd name="T39" fmla="*/ 0 h 545"/>
              <a:gd name="T40" fmla="*/ 2147483646 w 566"/>
              <a:gd name="T41" fmla="*/ 2147483646 h 545"/>
              <a:gd name="T42" fmla="*/ 2147483646 w 566"/>
              <a:gd name="T43" fmla="*/ 2147483646 h 545"/>
              <a:gd name="T44" fmla="*/ 2147483646 w 566"/>
              <a:gd name="T45" fmla="*/ 2147483646 h 545"/>
              <a:gd name="T46" fmla="*/ 2147483646 w 566"/>
              <a:gd name="T47" fmla="*/ 2147483646 h 545"/>
              <a:gd name="T48" fmla="*/ 2147483646 w 566"/>
              <a:gd name="T49" fmla="*/ 2147483646 h 545"/>
              <a:gd name="T50" fmla="*/ 2147483646 w 566"/>
              <a:gd name="T51" fmla="*/ 2147483646 h 545"/>
              <a:gd name="T52" fmla="*/ 2147483646 w 566"/>
              <a:gd name="T53" fmla="*/ 2147483646 h 545"/>
              <a:gd name="T54" fmla="*/ 2147483646 w 566"/>
              <a:gd name="T55" fmla="*/ 2147483646 h 545"/>
              <a:gd name="T56" fmla="*/ 2147483646 w 566"/>
              <a:gd name="T57" fmla="*/ 2147483646 h 545"/>
              <a:gd name="T58" fmla="*/ 2147483646 w 566"/>
              <a:gd name="T59" fmla="*/ 2147483646 h 545"/>
              <a:gd name="T60" fmla="*/ 2147483646 w 566"/>
              <a:gd name="T61" fmla="*/ 2147483646 h 545"/>
              <a:gd name="T62" fmla="*/ 2147483646 w 566"/>
              <a:gd name="T63" fmla="*/ 2147483646 h 545"/>
              <a:gd name="T64" fmla="*/ 2147483646 w 566"/>
              <a:gd name="T65" fmla="*/ 2147483646 h 545"/>
              <a:gd name="T66" fmla="*/ 2147483646 w 566"/>
              <a:gd name="T67" fmla="*/ 2147483646 h 545"/>
              <a:gd name="T68" fmla="*/ 2147483646 w 566"/>
              <a:gd name="T69" fmla="*/ 2147483646 h 545"/>
              <a:gd name="T70" fmla="*/ 2147483646 w 566"/>
              <a:gd name="T71" fmla="*/ 2147483646 h 545"/>
              <a:gd name="T72" fmla="*/ 2147483646 w 566"/>
              <a:gd name="T73" fmla="*/ 2147483646 h 545"/>
              <a:gd name="T74" fmla="*/ 2147483646 w 566"/>
              <a:gd name="T75" fmla="*/ 2147483646 h 545"/>
              <a:gd name="T76" fmla="*/ 2147483646 w 566"/>
              <a:gd name="T77" fmla="*/ 2147483646 h 545"/>
              <a:gd name="T78" fmla="*/ 2147483646 w 566"/>
              <a:gd name="T79" fmla="*/ 2147483646 h 545"/>
              <a:gd name="T80" fmla="*/ 2147483646 w 566"/>
              <a:gd name="T81" fmla="*/ 2147483646 h 545"/>
              <a:gd name="T82" fmla="*/ 2147483646 w 566"/>
              <a:gd name="T83" fmla="*/ 2147483646 h 545"/>
              <a:gd name="T84" fmla="*/ 2147483646 w 566"/>
              <a:gd name="T85" fmla="*/ 2147483646 h 545"/>
              <a:gd name="T86" fmla="*/ 2147483646 w 566"/>
              <a:gd name="T87" fmla="*/ 2147483646 h 545"/>
              <a:gd name="T88" fmla="*/ 2147483646 w 566"/>
              <a:gd name="T89" fmla="*/ 2147483646 h 545"/>
              <a:gd name="T90" fmla="*/ 2147483646 w 566"/>
              <a:gd name="T91" fmla="*/ 2147483646 h 54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566" h="545">
                <a:moveTo>
                  <a:pt x="565" y="516"/>
                </a:moveTo>
                <a:lnTo>
                  <a:pt x="565" y="516"/>
                </a:lnTo>
                <a:cubicBezTo>
                  <a:pt x="565" y="537"/>
                  <a:pt x="551" y="544"/>
                  <a:pt x="537" y="544"/>
                </a:cubicBezTo>
                <a:cubicBezTo>
                  <a:pt x="530" y="544"/>
                  <a:pt x="523" y="544"/>
                  <a:pt x="516" y="544"/>
                </a:cubicBezTo>
                <a:cubicBezTo>
                  <a:pt x="381" y="438"/>
                  <a:pt x="381" y="438"/>
                  <a:pt x="381" y="438"/>
                </a:cubicBezTo>
                <a:cubicBezTo>
                  <a:pt x="191" y="544"/>
                  <a:pt x="191" y="544"/>
                  <a:pt x="191" y="544"/>
                </a:cubicBezTo>
                <a:cubicBezTo>
                  <a:pt x="183" y="544"/>
                  <a:pt x="183" y="544"/>
                  <a:pt x="176" y="544"/>
                </a:cubicBezTo>
                <a:cubicBezTo>
                  <a:pt x="169" y="544"/>
                  <a:pt x="162" y="544"/>
                  <a:pt x="162" y="544"/>
                </a:cubicBezTo>
                <a:cubicBezTo>
                  <a:pt x="7" y="431"/>
                  <a:pt x="7" y="431"/>
                  <a:pt x="7" y="431"/>
                </a:cubicBezTo>
                <a:cubicBezTo>
                  <a:pt x="0" y="424"/>
                  <a:pt x="0" y="417"/>
                  <a:pt x="0" y="402"/>
                </a:cubicBezTo>
                <a:cubicBezTo>
                  <a:pt x="0" y="28"/>
                  <a:pt x="0" y="28"/>
                  <a:pt x="0" y="28"/>
                </a:cubicBezTo>
                <a:cubicBezTo>
                  <a:pt x="0" y="14"/>
                  <a:pt x="7" y="0"/>
                  <a:pt x="28" y="0"/>
                </a:cubicBezTo>
                <a:cubicBezTo>
                  <a:pt x="35" y="0"/>
                  <a:pt x="35" y="0"/>
                  <a:pt x="42" y="7"/>
                </a:cubicBezTo>
                <a:cubicBezTo>
                  <a:pt x="176" y="106"/>
                  <a:pt x="176" y="106"/>
                  <a:pt x="176" y="106"/>
                </a:cubicBezTo>
                <a:cubicBezTo>
                  <a:pt x="374" y="0"/>
                  <a:pt x="374" y="0"/>
                  <a:pt x="374" y="0"/>
                </a:cubicBezTo>
                <a:lnTo>
                  <a:pt x="381" y="0"/>
                </a:lnTo>
                <a:cubicBezTo>
                  <a:pt x="389" y="0"/>
                  <a:pt x="396" y="0"/>
                  <a:pt x="403" y="7"/>
                </a:cubicBezTo>
                <a:cubicBezTo>
                  <a:pt x="551" y="120"/>
                  <a:pt x="551" y="120"/>
                  <a:pt x="551" y="120"/>
                </a:cubicBezTo>
                <a:cubicBezTo>
                  <a:pt x="558" y="127"/>
                  <a:pt x="565" y="134"/>
                  <a:pt x="565" y="141"/>
                </a:cubicBezTo>
                <a:lnTo>
                  <a:pt x="565" y="516"/>
                </a:lnTo>
                <a:close/>
                <a:moveTo>
                  <a:pt x="148" y="459"/>
                </a:moveTo>
                <a:lnTo>
                  <a:pt x="148" y="459"/>
                </a:lnTo>
                <a:cubicBezTo>
                  <a:pt x="148" y="155"/>
                  <a:pt x="148" y="155"/>
                  <a:pt x="148" y="155"/>
                </a:cubicBezTo>
                <a:cubicBezTo>
                  <a:pt x="56" y="84"/>
                  <a:pt x="56" y="84"/>
                  <a:pt x="56" y="84"/>
                </a:cubicBezTo>
                <a:cubicBezTo>
                  <a:pt x="56" y="388"/>
                  <a:pt x="56" y="388"/>
                  <a:pt x="56" y="388"/>
                </a:cubicBezTo>
                <a:lnTo>
                  <a:pt x="148" y="459"/>
                </a:lnTo>
                <a:close/>
                <a:moveTo>
                  <a:pt x="353" y="77"/>
                </a:moveTo>
                <a:lnTo>
                  <a:pt x="353" y="77"/>
                </a:lnTo>
                <a:cubicBezTo>
                  <a:pt x="205" y="155"/>
                  <a:pt x="205" y="155"/>
                  <a:pt x="205" y="155"/>
                </a:cubicBezTo>
                <a:cubicBezTo>
                  <a:pt x="205" y="473"/>
                  <a:pt x="205" y="473"/>
                  <a:pt x="205" y="473"/>
                </a:cubicBezTo>
                <a:cubicBezTo>
                  <a:pt x="353" y="388"/>
                  <a:pt x="353" y="388"/>
                  <a:pt x="353" y="388"/>
                </a:cubicBezTo>
                <a:lnTo>
                  <a:pt x="353" y="77"/>
                </a:lnTo>
                <a:close/>
                <a:moveTo>
                  <a:pt x="509" y="155"/>
                </a:moveTo>
                <a:lnTo>
                  <a:pt x="509" y="155"/>
                </a:lnTo>
                <a:cubicBezTo>
                  <a:pt x="410" y="84"/>
                  <a:pt x="410" y="84"/>
                  <a:pt x="410" y="84"/>
                </a:cubicBezTo>
                <a:cubicBezTo>
                  <a:pt x="410" y="388"/>
                  <a:pt x="410" y="388"/>
                  <a:pt x="410" y="388"/>
                </a:cubicBezTo>
                <a:cubicBezTo>
                  <a:pt x="509" y="459"/>
                  <a:pt x="509" y="459"/>
                  <a:pt x="509" y="459"/>
                </a:cubicBezTo>
                <a:lnTo>
                  <a:pt x="509" y="15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42" name="Freeform 103">
            <a:extLst>
              <a:ext uri="{FF2B5EF4-FFF2-40B4-BE49-F238E27FC236}">
                <a16:creationId xmlns:a16="http://schemas.microsoft.com/office/drawing/2014/main" id="{16027832-62E5-D5EC-B55A-5565F61FF36D}"/>
              </a:ext>
            </a:extLst>
          </p:cNvPr>
          <p:cNvSpPr>
            <a:spLocks noChangeArrowheads="1"/>
          </p:cNvSpPr>
          <p:nvPr/>
        </p:nvSpPr>
        <p:spPr bwMode="auto">
          <a:xfrm>
            <a:off x="5339093" y="2926016"/>
            <a:ext cx="545644" cy="549655"/>
          </a:xfrm>
          <a:custGeom>
            <a:avLst/>
            <a:gdLst>
              <a:gd name="T0" fmla="*/ 2147483646 w 601"/>
              <a:gd name="T1" fmla="*/ 2147483646 h 602"/>
              <a:gd name="T2" fmla="*/ 2147483646 w 601"/>
              <a:gd name="T3" fmla="*/ 2147483646 h 602"/>
              <a:gd name="T4" fmla="*/ 2147483646 w 601"/>
              <a:gd name="T5" fmla="*/ 2147483646 h 602"/>
              <a:gd name="T6" fmla="*/ 2147483646 w 601"/>
              <a:gd name="T7" fmla="*/ 2147483646 h 602"/>
              <a:gd name="T8" fmla="*/ 2147483646 w 601"/>
              <a:gd name="T9" fmla="*/ 2147483646 h 602"/>
              <a:gd name="T10" fmla="*/ 2147483646 w 601"/>
              <a:gd name="T11" fmla="*/ 2147483646 h 602"/>
              <a:gd name="T12" fmla="*/ 2147483646 w 601"/>
              <a:gd name="T13" fmla="*/ 2147483646 h 602"/>
              <a:gd name="T14" fmla="*/ 2147483646 w 601"/>
              <a:gd name="T15" fmla="*/ 2147483646 h 602"/>
              <a:gd name="T16" fmla="*/ 2147483646 w 601"/>
              <a:gd name="T17" fmla="*/ 2147483646 h 602"/>
              <a:gd name="T18" fmla="*/ 2147483646 w 601"/>
              <a:gd name="T19" fmla="*/ 2147483646 h 602"/>
              <a:gd name="T20" fmla="*/ 2147483646 w 601"/>
              <a:gd name="T21" fmla="*/ 2147483646 h 602"/>
              <a:gd name="T22" fmla="*/ 2147483646 w 601"/>
              <a:gd name="T23" fmla="*/ 2147483646 h 602"/>
              <a:gd name="T24" fmla="*/ 2147483646 w 601"/>
              <a:gd name="T25" fmla="*/ 2147483646 h 602"/>
              <a:gd name="T26" fmla="*/ 2147483646 w 601"/>
              <a:gd name="T27" fmla="*/ 2147483646 h 602"/>
              <a:gd name="T28" fmla="*/ 2147483646 w 601"/>
              <a:gd name="T29" fmla="*/ 2147483646 h 602"/>
              <a:gd name="T30" fmla="*/ 2147483646 w 601"/>
              <a:gd name="T31" fmla="*/ 2147483646 h 602"/>
              <a:gd name="T32" fmla="*/ 2147483646 w 601"/>
              <a:gd name="T33" fmla="*/ 2147483646 h 602"/>
              <a:gd name="T34" fmla="*/ 2147483646 w 601"/>
              <a:gd name="T35" fmla="*/ 2147483646 h 602"/>
              <a:gd name="T36" fmla="*/ 2147483646 w 601"/>
              <a:gd name="T37" fmla="*/ 2147483646 h 602"/>
              <a:gd name="T38" fmla="*/ 2147483646 w 601"/>
              <a:gd name="T39" fmla="*/ 2147483646 h 602"/>
              <a:gd name="T40" fmla="*/ 2147483646 w 601"/>
              <a:gd name="T41" fmla="*/ 2147483646 h 602"/>
              <a:gd name="T42" fmla="*/ 2147483646 w 601"/>
              <a:gd name="T43" fmla="*/ 2147483646 h 602"/>
              <a:gd name="T44" fmla="*/ 2147483646 w 601"/>
              <a:gd name="T45" fmla="*/ 2147483646 h 602"/>
              <a:gd name="T46" fmla="*/ 2147483646 w 601"/>
              <a:gd name="T47" fmla="*/ 2147483646 h 602"/>
              <a:gd name="T48" fmla="*/ 2147483646 w 601"/>
              <a:gd name="T49" fmla="*/ 2147483646 h 602"/>
              <a:gd name="T50" fmla="*/ 2147483646 w 601"/>
              <a:gd name="T51" fmla="*/ 2147483646 h 602"/>
              <a:gd name="T52" fmla="*/ 2147483646 w 601"/>
              <a:gd name="T53" fmla="*/ 2147483646 h 602"/>
              <a:gd name="T54" fmla="*/ 2147483646 w 601"/>
              <a:gd name="T55" fmla="*/ 2147483646 h 602"/>
              <a:gd name="T56" fmla="*/ 2147483646 w 601"/>
              <a:gd name="T57" fmla="*/ 2147483646 h 602"/>
              <a:gd name="T58" fmla="*/ 2147483646 w 601"/>
              <a:gd name="T59" fmla="*/ 2147483646 h 602"/>
              <a:gd name="T60" fmla="*/ 2147483646 w 601"/>
              <a:gd name="T61" fmla="*/ 2147483646 h 602"/>
              <a:gd name="T62" fmla="*/ 2147483646 w 601"/>
              <a:gd name="T63" fmla="*/ 2147483646 h 602"/>
              <a:gd name="T64" fmla="*/ 2147483646 w 601"/>
              <a:gd name="T65" fmla="*/ 2147483646 h 602"/>
              <a:gd name="T66" fmla="*/ 2147483646 w 601"/>
              <a:gd name="T67" fmla="*/ 2147483646 h 602"/>
              <a:gd name="T68" fmla="*/ 2147483646 w 601"/>
              <a:gd name="T69" fmla="*/ 2147483646 h 602"/>
              <a:gd name="T70" fmla="*/ 2147483646 w 601"/>
              <a:gd name="T71" fmla="*/ 2147483646 h 602"/>
              <a:gd name="T72" fmla="*/ 2147483646 w 601"/>
              <a:gd name="T73" fmla="*/ 2147483646 h 602"/>
              <a:gd name="T74" fmla="*/ 2147483646 w 601"/>
              <a:gd name="T75" fmla="*/ 2147483646 h 602"/>
              <a:gd name="T76" fmla="*/ 2147483646 w 601"/>
              <a:gd name="T77" fmla="*/ 2147483646 h 602"/>
              <a:gd name="T78" fmla="*/ 2147483646 w 601"/>
              <a:gd name="T79" fmla="*/ 2147483646 h 602"/>
              <a:gd name="T80" fmla="*/ 2147483646 w 601"/>
              <a:gd name="T81" fmla="*/ 2147483646 h 602"/>
              <a:gd name="T82" fmla="*/ 2147483646 w 601"/>
              <a:gd name="T83" fmla="*/ 2147483646 h 602"/>
              <a:gd name="T84" fmla="*/ 2147483646 w 601"/>
              <a:gd name="T85" fmla="*/ 2147483646 h 602"/>
              <a:gd name="T86" fmla="*/ 2147483646 w 601"/>
              <a:gd name="T87" fmla="*/ 2147483646 h 602"/>
              <a:gd name="T88" fmla="*/ 2147483646 w 601"/>
              <a:gd name="T89" fmla="*/ 2147483646 h 602"/>
              <a:gd name="T90" fmla="*/ 2147483646 w 601"/>
              <a:gd name="T91" fmla="*/ 2147483646 h 602"/>
              <a:gd name="T92" fmla="*/ 2147483646 w 601"/>
              <a:gd name="T93" fmla="*/ 2147483646 h 602"/>
              <a:gd name="T94" fmla="*/ 2147483646 w 601"/>
              <a:gd name="T95" fmla="*/ 2147483646 h 602"/>
              <a:gd name="T96" fmla="*/ 2147483646 w 601"/>
              <a:gd name="T97" fmla="*/ 2147483646 h 602"/>
              <a:gd name="T98" fmla="*/ 2147483646 w 601"/>
              <a:gd name="T99" fmla="*/ 2147483646 h 602"/>
              <a:gd name="T100" fmla="*/ 2147483646 w 601"/>
              <a:gd name="T101" fmla="*/ 2147483646 h 602"/>
              <a:gd name="T102" fmla="*/ 2147483646 w 601"/>
              <a:gd name="T103" fmla="*/ 2147483646 h 602"/>
              <a:gd name="T104" fmla="*/ 2147483646 w 601"/>
              <a:gd name="T105" fmla="*/ 2147483646 h 602"/>
              <a:gd name="T106" fmla="*/ 2147483646 w 601"/>
              <a:gd name="T107" fmla="*/ 2147483646 h 602"/>
              <a:gd name="T108" fmla="*/ 2147483646 w 601"/>
              <a:gd name="T109" fmla="*/ 2147483646 h 602"/>
              <a:gd name="T110" fmla="*/ 2147483646 w 601"/>
              <a:gd name="T111" fmla="*/ 2147483646 h 602"/>
              <a:gd name="T112" fmla="*/ 2147483646 w 601"/>
              <a:gd name="T113" fmla="*/ 2147483646 h 602"/>
              <a:gd name="T114" fmla="*/ 2147483646 w 601"/>
              <a:gd name="T115" fmla="*/ 2147483646 h 602"/>
              <a:gd name="T116" fmla="*/ 2147483646 w 601"/>
              <a:gd name="T117" fmla="*/ 2147483646 h 602"/>
              <a:gd name="T118" fmla="*/ 2147483646 w 601"/>
              <a:gd name="T119" fmla="*/ 2147483646 h 602"/>
              <a:gd name="T120" fmla="*/ 2147483646 w 601"/>
              <a:gd name="T121" fmla="*/ 2147483646 h 602"/>
              <a:gd name="T122" fmla="*/ 2147483646 w 601"/>
              <a:gd name="T123" fmla="*/ 2147483646 h 60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601" h="602">
                <a:moveTo>
                  <a:pt x="572" y="333"/>
                </a:moveTo>
                <a:lnTo>
                  <a:pt x="572" y="333"/>
                </a:lnTo>
                <a:cubicBezTo>
                  <a:pt x="494" y="333"/>
                  <a:pt x="494" y="333"/>
                  <a:pt x="494" y="333"/>
                </a:cubicBezTo>
                <a:cubicBezTo>
                  <a:pt x="480" y="333"/>
                  <a:pt x="466" y="318"/>
                  <a:pt x="466" y="304"/>
                </a:cubicBezTo>
                <a:cubicBezTo>
                  <a:pt x="466" y="283"/>
                  <a:pt x="480" y="276"/>
                  <a:pt x="494" y="276"/>
                </a:cubicBezTo>
                <a:cubicBezTo>
                  <a:pt x="572" y="276"/>
                  <a:pt x="572" y="276"/>
                  <a:pt x="572" y="276"/>
                </a:cubicBezTo>
                <a:cubicBezTo>
                  <a:pt x="586" y="276"/>
                  <a:pt x="600" y="283"/>
                  <a:pt x="600" y="304"/>
                </a:cubicBezTo>
                <a:cubicBezTo>
                  <a:pt x="600" y="318"/>
                  <a:pt x="586" y="333"/>
                  <a:pt x="572" y="333"/>
                </a:cubicBezTo>
                <a:close/>
                <a:moveTo>
                  <a:pt x="522" y="113"/>
                </a:moveTo>
                <a:lnTo>
                  <a:pt x="522" y="113"/>
                </a:lnTo>
                <a:cubicBezTo>
                  <a:pt x="473" y="163"/>
                  <a:pt x="473" y="163"/>
                  <a:pt x="473" y="163"/>
                </a:cubicBezTo>
                <a:cubicBezTo>
                  <a:pt x="459" y="177"/>
                  <a:pt x="459" y="177"/>
                  <a:pt x="459" y="177"/>
                </a:cubicBezTo>
                <a:cubicBezTo>
                  <a:pt x="452" y="184"/>
                  <a:pt x="445" y="191"/>
                  <a:pt x="438" y="191"/>
                </a:cubicBezTo>
                <a:cubicBezTo>
                  <a:pt x="424" y="191"/>
                  <a:pt x="409" y="177"/>
                  <a:pt x="409" y="163"/>
                </a:cubicBezTo>
                <a:cubicBezTo>
                  <a:pt x="409" y="156"/>
                  <a:pt x="417" y="149"/>
                  <a:pt x="424" y="142"/>
                </a:cubicBezTo>
                <a:cubicBezTo>
                  <a:pt x="438" y="128"/>
                  <a:pt x="438" y="128"/>
                  <a:pt x="438" y="128"/>
                </a:cubicBezTo>
                <a:cubicBezTo>
                  <a:pt x="487" y="78"/>
                  <a:pt x="487" y="78"/>
                  <a:pt x="487" y="78"/>
                </a:cubicBezTo>
                <a:cubicBezTo>
                  <a:pt x="494" y="71"/>
                  <a:pt x="501" y="64"/>
                  <a:pt x="508" y="64"/>
                </a:cubicBezTo>
                <a:cubicBezTo>
                  <a:pt x="522" y="64"/>
                  <a:pt x="537" y="78"/>
                  <a:pt x="537" y="92"/>
                </a:cubicBezTo>
                <a:cubicBezTo>
                  <a:pt x="537" y="99"/>
                  <a:pt x="530" y="106"/>
                  <a:pt x="522" y="113"/>
                </a:cubicBezTo>
                <a:close/>
                <a:moveTo>
                  <a:pt x="296" y="417"/>
                </a:moveTo>
                <a:lnTo>
                  <a:pt x="296" y="417"/>
                </a:lnTo>
                <a:cubicBezTo>
                  <a:pt x="254" y="417"/>
                  <a:pt x="219" y="389"/>
                  <a:pt x="197" y="361"/>
                </a:cubicBezTo>
                <a:cubicBezTo>
                  <a:pt x="190" y="333"/>
                  <a:pt x="190" y="333"/>
                  <a:pt x="190" y="333"/>
                </a:cubicBezTo>
                <a:cubicBezTo>
                  <a:pt x="190" y="318"/>
                  <a:pt x="183" y="311"/>
                  <a:pt x="183" y="304"/>
                </a:cubicBezTo>
                <a:cubicBezTo>
                  <a:pt x="183" y="241"/>
                  <a:pt x="233" y="191"/>
                  <a:pt x="296" y="191"/>
                </a:cubicBezTo>
                <a:cubicBezTo>
                  <a:pt x="360" y="191"/>
                  <a:pt x="409" y="241"/>
                  <a:pt x="409" y="304"/>
                </a:cubicBezTo>
                <a:cubicBezTo>
                  <a:pt x="409" y="368"/>
                  <a:pt x="360" y="417"/>
                  <a:pt x="296" y="417"/>
                </a:cubicBezTo>
                <a:close/>
                <a:moveTo>
                  <a:pt x="296" y="248"/>
                </a:moveTo>
                <a:lnTo>
                  <a:pt x="296" y="248"/>
                </a:lnTo>
                <a:cubicBezTo>
                  <a:pt x="268" y="248"/>
                  <a:pt x="240" y="269"/>
                  <a:pt x="240" y="304"/>
                </a:cubicBezTo>
                <a:cubicBezTo>
                  <a:pt x="240" y="333"/>
                  <a:pt x="268" y="361"/>
                  <a:pt x="296" y="361"/>
                </a:cubicBezTo>
                <a:cubicBezTo>
                  <a:pt x="332" y="361"/>
                  <a:pt x="353" y="333"/>
                  <a:pt x="353" y="304"/>
                </a:cubicBezTo>
                <a:cubicBezTo>
                  <a:pt x="353" y="269"/>
                  <a:pt x="332" y="248"/>
                  <a:pt x="296" y="248"/>
                </a:cubicBezTo>
                <a:close/>
                <a:moveTo>
                  <a:pt x="296" y="135"/>
                </a:moveTo>
                <a:lnTo>
                  <a:pt x="296" y="135"/>
                </a:lnTo>
                <a:cubicBezTo>
                  <a:pt x="282" y="135"/>
                  <a:pt x="268" y="120"/>
                  <a:pt x="268" y="106"/>
                </a:cubicBezTo>
                <a:cubicBezTo>
                  <a:pt x="268" y="29"/>
                  <a:pt x="268" y="29"/>
                  <a:pt x="268" y="29"/>
                </a:cubicBezTo>
                <a:cubicBezTo>
                  <a:pt x="268" y="15"/>
                  <a:pt x="282" y="0"/>
                  <a:pt x="296" y="0"/>
                </a:cubicBezTo>
                <a:cubicBezTo>
                  <a:pt x="318" y="0"/>
                  <a:pt x="325" y="15"/>
                  <a:pt x="325" y="29"/>
                </a:cubicBezTo>
                <a:cubicBezTo>
                  <a:pt x="325" y="106"/>
                  <a:pt x="325" y="106"/>
                  <a:pt x="325" y="106"/>
                </a:cubicBezTo>
                <a:cubicBezTo>
                  <a:pt x="325" y="120"/>
                  <a:pt x="318" y="135"/>
                  <a:pt x="296" y="135"/>
                </a:cubicBezTo>
                <a:close/>
                <a:moveTo>
                  <a:pt x="176" y="460"/>
                </a:moveTo>
                <a:lnTo>
                  <a:pt x="176" y="460"/>
                </a:lnTo>
                <a:cubicBezTo>
                  <a:pt x="162" y="481"/>
                  <a:pt x="162" y="481"/>
                  <a:pt x="162" y="481"/>
                </a:cubicBezTo>
                <a:cubicBezTo>
                  <a:pt x="113" y="531"/>
                  <a:pt x="113" y="531"/>
                  <a:pt x="113" y="531"/>
                </a:cubicBezTo>
                <a:cubicBezTo>
                  <a:pt x="106" y="538"/>
                  <a:pt x="98" y="538"/>
                  <a:pt x="91" y="538"/>
                </a:cubicBezTo>
                <a:cubicBezTo>
                  <a:pt x="77" y="538"/>
                  <a:pt x="63" y="524"/>
                  <a:pt x="63" y="509"/>
                </a:cubicBezTo>
                <a:cubicBezTo>
                  <a:pt x="63" y="502"/>
                  <a:pt x="63" y="495"/>
                  <a:pt x="70" y="488"/>
                </a:cubicBezTo>
                <a:cubicBezTo>
                  <a:pt x="120" y="439"/>
                  <a:pt x="120" y="439"/>
                  <a:pt x="120" y="439"/>
                </a:cubicBezTo>
                <a:cubicBezTo>
                  <a:pt x="141" y="424"/>
                  <a:pt x="141" y="424"/>
                  <a:pt x="141" y="424"/>
                </a:cubicBezTo>
                <a:cubicBezTo>
                  <a:pt x="141" y="417"/>
                  <a:pt x="148" y="417"/>
                  <a:pt x="155" y="417"/>
                </a:cubicBezTo>
                <a:cubicBezTo>
                  <a:pt x="176" y="417"/>
                  <a:pt x="183" y="424"/>
                  <a:pt x="183" y="446"/>
                </a:cubicBezTo>
                <a:cubicBezTo>
                  <a:pt x="183" y="453"/>
                  <a:pt x="183" y="460"/>
                  <a:pt x="176" y="460"/>
                </a:cubicBezTo>
                <a:close/>
                <a:moveTo>
                  <a:pt x="155" y="191"/>
                </a:moveTo>
                <a:lnTo>
                  <a:pt x="155" y="191"/>
                </a:lnTo>
                <a:cubicBezTo>
                  <a:pt x="148" y="191"/>
                  <a:pt x="141" y="184"/>
                  <a:pt x="141" y="177"/>
                </a:cubicBezTo>
                <a:cubicBezTo>
                  <a:pt x="120" y="163"/>
                  <a:pt x="120" y="163"/>
                  <a:pt x="120" y="163"/>
                </a:cubicBezTo>
                <a:cubicBezTo>
                  <a:pt x="70" y="113"/>
                  <a:pt x="70" y="113"/>
                  <a:pt x="70" y="113"/>
                </a:cubicBezTo>
                <a:cubicBezTo>
                  <a:pt x="63" y="106"/>
                  <a:pt x="63" y="99"/>
                  <a:pt x="63" y="92"/>
                </a:cubicBezTo>
                <a:cubicBezTo>
                  <a:pt x="63" y="78"/>
                  <a:pt x="77" y="64"/>
                  <a:pt x="91" y="64"/>
                </a:cubicBezTo>
                <a:cubicBezTo>
                  <a:pt x="98" y="64"/>
                  <a:pt x="106" y="71"/>
                  <a:pt x="113" y="78"/>
                </a:cubicBezTo>
                <a:cubicBezTo>
                  <a:pt x="162" y="128"/>
                  <a:pt x="162" y="128"/>
                  <a:pt x="162" y="128"/>
                </a:cubicBezTo>
                <a:cubicBezTo>
                  <a:pt x="176" y="142"/>
                  <a:pt x="176" y="142"/>
                  <a:pt x="176" y="142"/>
                </a:cubicBezTo>
                <a:cubicBezTo>
                  <a:pt x="183" y="149"/>
                  <a:pt x="183" y="156"/>
                  <a:pt x="183" y="163"/>
                </a:cubicBezTo>
                <a:cubicBezTo>
                  <a:pt x="183" y="177"/>
                  <a:pt x="176" y="191"/>
                  <a:pt x="155" y="191"/>
                </a:cubicBezTo>
                <a:close/>
                <a:moveTo>
                  <a:pt x="98" y="276"/>
                </a:moveTo>
                <a:lnTo>
                  <a:pt x="98" y="276"/>
                </a:lnTo>
                <a:cubicBezTo>
                  <a:pt x="120" y="276"/>
                  <a:pt x="127" y="283"/>
                  <a:pt x="127" y="304"/>
                </a:cubicBezTo>
                <a:cubicBezTo>
                  <a:pt x="127" y="318"/>
                  <a:pt x="120" y="333"/>
                  <a:pt x="98" y="333"/>
                </a:cubicBezTo>
                <a:cubicBezTo>
                  <a:pt x="28" y="333"/>
                  <a:pt x="28" y="333"/>
                  <a:pt x="28" y="333"/>
                </a:cubicBezTo>
                <a:cubicBezTo>
                  <a:pt x="7" y="333"/>
                  <a:pt x="0" y="318"/>
                  <a:pt x="0" y="304"/>
                </a:cubicBezTo>
                <a:cubicBezTo>
                  <a:pt x="0" y="283"/>
                  <a:pt x="7" y="276"/>
                  <a:pt x="28" y="276"/>
                </a:cubicBezTo>
                <a:cubicBezTo>
                  <a:pt x="98" y="276"/>
                  <a:pt x="98" y="276"/>
                  <a:pt x="98" y="276"/>
                </a:cubicBezTo>
                <a:close/>
                <a:moveTo>
                  <a:pt x="296" y="474"/>
                </a:moveTo>
                <a:lnTo>
                  <a:pt x="296" y="474"/>
                </a:lnTo>
                <a:cubicBezTo>
                  <a:pt x="318" y="474"/>
                  <a:pt x="325" y="481"/>
                  <a:pt x="325" y="502"/>
                </a:cubicBezTo>
                <a:cubicBezTo>
                  <a:pt x="325" y="573"/>
                  <a:pt x="325" y="573"/>
                  <a:pt x="325" y="573"/>
                </a:cubicBezTo>
                <a:cubicBezTo>
                  <a:pt x="325" y="594"/>
                  <a:pt x="318" y="601"/>
                  <a:pt x="296" y="601"/>
                </a:cubicBezTo>
                <a:cubicBezTo>
                  <a:pt x="282" y="601"/>
                  <a:pt x="268" y="594"/>
                  <a:pt x="268" y="573"/>
                </a:cubicBezTo>
                <a:cubicBezTo>
                  <a:pt x="268" y="502"/>
                  <a:pt x="268" y="502"/>
                  <a:pt x="268" y="502"/>
                </a:cubicBezTo>
                <a:cubicBezTo>
                  <a:pt x="268" y="481"/>
                  <a:pt x="282" y="474"/>
                  <a:pt x="296" y="474"/>
                </a:cubicBezTo>
                <a:close/>
                <a:moveTo>
                  <a:pt x="438" y="417"/>
                </a:moveTo>
                <a:lnTo>
                  <a:pt x="438" y="417"/>
                </a:lnTo>
                <a:cubicBezTo>
                  <a:pt x="445" y="417"/>
                  <a:pt x="452" y="417"/>
                  <a:pt x="459" y="424"/>
                </a:cubicBezTo>
                <a:cubicBezTo>
                  <a:pt x="473" y="439"/>
                  <a:pt x="473" y="439"/>
                  <a:pt x="473" y="439"/>
                </a:cubicBezTo>
                <a:cubicBezTo>
                  <a:pt x="522" y="488"/>
                  <a:pt x="522" y="488"/>
                  <a:pt x="522" y="488"/>
                </a:cubicBezTo>
                <a:cubicBezTo>
                  <a:pt x="530" y="495"/>
                  <a:pt x="537" y="502"/>
                  <a:pt x="537" y="509"/>
                </a:cubicBezTo>
                <a:cubicBezTo>
                  <a:pt x="537" y="524"/>
                  <a:pt x="522" y="538"/>
                  <a:pt x="508" y="538"/>
                </a:cubicBezTo>
                <a:cubicBezTo>
                  <a:pt x="501" y="538"/>
                  <a:pt x="494" y="538"/>
                  <a:pt x="487" y="531"/>
                </a:cubicBezTo>
                <a:cubicBezTo>
                  <a:pt x="438" y="481"/>
                  <a:pt x="438" y="481"/>
                  <a:pt x="438" y="481"/>
                </a:cubicBezTo>
                <a:cubicBezTo>
                  <a:pt x="424" y="460"/>
                  <a:pt x="424" y="460"/>
                  <a:pt x="424" y="460"/>
                </a:cubicBezTo>
                <a:cubicBezTo>
                  <a:pt x="417" y="460"/>
                  <a:pt x="409" y="453"/>
                  <a:pt x="409" y="446"/>
                </a:cubicBezTo>
                <a:cubicBezTo>
                  <a:pt x="409" y="424"/>
                  <a:pt x="424" y="417"/>
                  <a:pt x="438" y="41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43" name="Freeform 104">
            <a:extLst>
              <a:ext uri="{FF2B5EF4-FFF2-40B4-BE49-F238E27FC236}">
                <a16:creationId xmlns:a16="http://schemas.microsoft.com/office/drawing/2014/main" id="{FD740B05-BAF3-6064-142E-9EB89E817A19}"/>
              </a:ext>
            </a:extLst>
          </p:cNvPr>
          <p:cNvSpPr>
            <a:spLocks noChangeArrowheads="1"/>
          </p:cNvSpPr>
          <p:nvPr/>
        </p:nvSpPr>
        <p:spPr bwMode="auto">
          <a:xfrm>
            <a:off x="4424337" y="2978171"/>
            <a:ext cx="449354" cy="445343"/>
          </a:xfrm>
          <a:custGeom>
            <a:avLst/>
            <a:gdLst>
              <a:gd name="T0" fmla="*/ 2147483646 w 496"/>
              <a:gd name="T1" fmla="*/ 2147483646 h 489"/>
              <a:gd name="T2" fmla="*/ 2147483646 w 496"/>
              <a:gd name="T3" fmla="*/ 2147483646 h 489"/>
              <a:gd name="T4" fmla="*/ 2147483646 w 496"/>
              <a:gd name="T5" fmla="*/ 2147483646 h 489"/>
              <a:gd name="T6" fmla="*/ 2147483646 w 496"/>
              <a:gd name="T7" fmla="*/ 2147483646 h 489"/>
              <a:gd name="T8" fmla="*/ 2147483646 w 496"/>
              <a:gd name="T9" fmla="*/ 2147483646 h 489"/>
              <a:gd name="T10" fmla="*/ 2147483646 w 496"/>
              <a:gd name="T11" fmla="*/ 2147483646 h 489"/>
              <a:gd name="T12" fmla="*/ 2147483646 w 496"/>
              <a:gd name="T13" fmla="*/ 2147483646 h 489"/>
              <a:gd name="T14" fmla="*/ 2147483646 w 496"/>
              <a:gd name="T15" fmla="*/ 2147483646 h 489"/>
              <a:gd name="T16" fmla="*/ 2147483646 w 496"/>
              <a:gd name="T17" fmla="*/ 2147483646 h 489"/>
              <a:gd name="T18" fmla="*/ 2147483646 w 496"/>
              <a:gd name="T19" fmla="*/ 2147483646 h 489"/>
              <a:gd name="T20" fmla="*/ 2147483646 w 496"/>
              <a:gd name="T21" fmla="*/ 2147483646 h 489"/>
              <a:gd name="T22" fmla="*/ 2147483646 w 496"/>
              <a:gd name="T23" fmla="*/ 2147483646 h 489"/>
              <a:gd name="T24" fmla="*/ 2147483646 w 496"/>
              <a:gd name="T25" fmla="*/ 2147483646 h 489"/>
              <a:gd name="T26" fmla="*/ 2147483646 w 496"/>
              <a:gd name="T27" fmla="*/ 2147483646 h 489"/>
              <a:gd name="T28" fmla="*/ 2147483646 w 496"/>
              <a:gd name="T29" fmla="*/ 2147483646 h 489"/>
              <a:gd name="T30" fmla="*/ 2147483646 w 496"/>
              <a:gd name="T31" fmla="*/ 2147483646 h 489"/>
              <a:gd name="T32" fmla="*/ 2147483646 w 496"/>
              <a:gd name="T33" fmla="*/ 2147483646 h 489"/>
              <a:gd name="T34" fmla="*/ 2147483646 w 496"/>
              <a:gd name="T35" fmla="*/ 2147483646 h 489"/>
              <a:gd name="T36" fmla="*/ 2147483646 w 496"/>
              <a:gd name="T37" fmla="*/ 2147483646 h 489"/>
              <a:gd name="T38" fmla="*/ 2147483646 w 496"/>
              <a:gd name="T39" fmla="*/ 0 h 489"/>
              <a:gd name="T40" fmla="*/ 2147483646 w 496"/>
              <a:gd name="T41" fmla="*/ 2147483646 h 489"/>
              <a:gd name="T42" fmla="*/ 2147483646 w 496"/>
              <a:gd name="T43" fmla="*/ 2147483646 h 489"/>
              <a:gd name="T44" fmla="*/ 2147483646 w 496"/>
              <a:gd name="T45" fmla="*/ 2147483646 h 489"/>
              <a:gd name="T46" fmla="*/ 2147483646 w 496"/>
              <a:gd name="T47" fmla="*/ 2147483646 h 489"/>
              <a:gd name="T48" fmla="*/ 2147483646 w 496"/>
              <a:gd name="T49" fmla="*/ 2147483646 h 489"/>
              <a:gd name="T50" fmla="*/ 2147483646 w 496"/>
              <a:gd name="T51" fmla="*/ 2147483646 h 489"/>
              <a:gd name="T52" fmla="*/ 2147483646 w 496"/>
              <a:gd name="T53" fmla="*/ 2147483646 h 489"/>
              <a:gd name="T54" fmla="*/ 2147483646 w 496"/>
              <a:gd name="T55" fmla="*/ 2147483646 h 489"/>
              <a:gd name="T56" fmla="*/ 2147483646 w 496"/>
              <a:gd name="T57" fmla="*/ 2147483646 h 489"/>
              <a:gd name="T58" fmla="*/ 2147483646 w 496"/>
              <a:gd name="T59" fmla="*/ 2147483646 h 489"/>
              <a:gd name="T60" fmla="*/ 0 w 496"/>
              <a:gd name="T61" fmla="*/ 2147483646 h 489"/>
              <a:gd name="T62" fmla="*/ 2147483646 w 496"/>
              <a:gd name="T63" fmla="*/ 2147483646 h 489"/>
              <a:gd name="T64" fmla="*/ 2147483646 w 496"/>
              <a:gd name="T65" fmla="*/ 2147483646 h 489"/>
              <a:gd name="T66" fmla="*/ 2147483646 w 496"/>
              <a:gd name="T67" fmla="*/ 2147483646 h 489"/>
              <a:gd name="T68" fmla="*/ 2147483646 w 496"/>
              <a:gd name="T69" fmla="*/ 2147483646 h 489"/>
              <a:gd name="T70" fmla="*/ 2147483646 w 496"/>
              <a:gd name="T71" fmla="*/ 2147483646 h 489"/>
              <a:gd name="T72" fmla="*/ 2147483646 w 496"/>
              <a:gd name="T73" fmla="*/ 2147483646 h 489"/>
              <a:gd name="T74" fmla="*/ 2147483646 w 496"/>
              <a:gd name="T75" fmla="*/ 2147483646 h 489"/>
              <a:gd name="T76" fmla="*/ 2147483646 w 496"/>
              <a:gd name="T77" fmla="*/ 2147483646 h 489"/>
              <a:gd name="T78" fmla="*/ 2147483646 w 496"/>
              <a:gd name="T79" fmla="*/ 2147483646 h 489"/>
              <a:gd name="T80" fmla="*/ 2147483646 w 496"/>
              <a:gd name="T81" fmla="*/ 2147483646 h 489"/>
              <a:gd name="T82" fmla="*/ 2147483646 w 496"/>
              <a:gd name="T83" fmla="*/ 2147483646 h 489"/>
              <a:gd name="T84" fmla="*/ 2147483646 w 496"/>
              <a:gd name="T85" fmla="*/ 2147483646 h 489"/>
              <a:gd name="T86" fmla="*/ 2147483646 w 496"/>
              <a:gd name="T87" fmla="*/ 2147483646 h 489"/>
              <a:gd name="T88" fmla="*/ 2147483646 w 496"/>
              <a:gd name="T89" fmla="*/ 2147483646 h 489"/>
              <a:gd name="T90" fmla="*/ 2147483646 w 496"/>
              <a:gd name="T91" fmla="*/ 2147483646 h 48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496" h="489">
                <a:moveTo>
                  <a:pt x="466" y="276"/>
                </a:moveTo>
                <a:lnTo>
                  <a:pt x="466" y="276"/>
                </a:lnTo>
                <a:cubicBezTo>
                  <a:pt x="445" y="276"/>
                  <a:pt x="445" y="276"/>
                  <a:pt x="445" y="276"/>
                </a:cubicBezTo>
                <a:cubicBezTo>
                  <a:pt x="431" y="276"/>
                  <a:pt x="417" y="261"/>
                  <a:pt x="417" y="247"/>
                </a:cubicBezTo>
                <a:cubicBezTo>
                  <a:pt x="417" y="226"/>
                  <a:pt x="431" y="219"/>
                  <a:pt x="445" y="219"/>
                </a:cubicBezTo>
                <a:cubicBezTo>
                  <a:pt x="466" y="219"/>
                  <a:pt x="466" y="219"/>
                  <a:pt x="466" y="219"/>
                </a:cubicBezTo>
                <a:cubicBezTo>
                  <a:pt x="480" y="219"/>
                  <a:pt x="495" y="226"/>
                  <a:pt x="495" y="247"/>
                </a:cubicBezTo>
                <a:cubicBezTo>
                  <a:pt x="495" y="261"/>
                  <a:pt x="480" y="276"/>
                  <a:pt x="466" y="276"/>
                </a:cubicBezTo>
                <a:close/>
                <a:moveTo>
                  <a:pt x="424" y="106"/>
                </a:moveTo>
                <a:lnTo>
                  <a:pt x="424" y="106"/>
                </a:lnTo>
                <a:cubicBezTo>
                  <a:pt x="410" y="120"/>
                  <a:pt x="410" y="120"/>
                  <a:pt x="410" y="120"/>
                </a:cubicBezTo>
                <a:cubicBezTo>
                  <a:pt x="403" y="127"/>
                  <a:pt x="396" y="134"/>
                  <a:pt x="389" y="134"/>
                </a:cubicBezTo>
                <a:cubicBezTo>
                  <a:pt x="375" y="134"/>
                  <a:pt x="360" y="120"/>
                  <a:pt x="360" y="106"/>
                </a:cubicBezTo>
                <a:cubicBezTo>
                  <a:pt x="360" y="99"/>
                  <a:pt x="360" y="92"/>
                  <a:pt x="367" y="85"/>
                </a:cubicBezTo>
                <a:cubicBezTo>
                  <a:pt x="389" y="63"/>
                  <a:pt x="389" y="63"/>
                  <a:pt x="389" y="63"/>
                </a:cubicBezTo>
                <a:cubicBezTo>
                  <a:pt x="396" y="56"/>
                  <a:pt x="403" y="56"/>
                  <a:pt x="410" y="56"/>
                </a:cubicBezTo>
                <a:cubicBezTo>
                  <a:pt x="424" y="56"/>
                  <a:pt x="438" y="71"/>
                  <a:pt x="438" y="85"/>
                </a:cubicBezTo>
                <a:cubicBezTo>
                  <a:pt x="438" y="92"/>
                  <a:pt x="431" y="99"/>
                  <a:pt x="424" y="106"/>
                </a:cubicBezTo>
                <a:close/>
                <a:moveTo>
                  <a:pt x="247" y="360"/>
                </a:moveTo>
                <a:lnTo>
                  <a:pt x="247" y="360"/>
                </a:lnTo>
                <a:cubicBezTo>
                  <a:pt x="205" y="360"/>
                  <a:pt x="169" y="332"/>
                  <a:pt x="148" y="304"/>
                </a:cubicBezTo>
                <a:cubicBezTo>
                  <a:pt x="141" y="276"/>
                  <a:pt x="141" y="276"/>
                  <a:pt x="141" y="276"/>
                </a:cubicBezTo>
                <a:cubicBezTo>
                  <a:pt x="134" y="261"/>
                  <a:pt x="134" y="254"/>
                  <a:pt x="134" y="247"/>
                </a:cubicBezTo>
                <a:cubicBezTo>
                  <a:pt x="134" y="184"/>
                  <a:pt x="184" y="134"/>
                  <a:pt x="247" y="134"/>
                </a:cubicBezTo>
                <a:cubicBezTo>
                  <a:pt x="311" y="134"/>
                  <a:pt x="360" y="184"/>
                  <a:pt x="360" y="247"/>
                </a:cubicBezTo>
                <a:cubicBezTo>
                  <a:pt x="360" y="311"/>
                  <a:pt x="311" y="360"/>
                  <a:pt x="247" y="360"/>
                </a:cubicBezTo>
                <a:close/>
                <a:moveTo>
                  <a:pt x="247" y="191"/>
                </a:moveTo>
                <a:lnTo>
                  <a:pt x="247" y="191"/>
                </a:lnTo>
                <a:cubicBezTo>
                  <a:pt x="219" y="191"/>
                  <a:pt x="191" y="212"/>
                  <a:pt x="191" y="247"/>
                </a:cubicBezTo>
                <a:cubicBezTo>
                  <a:pt x="191" y="276"/>
                  <a:pt x="219" y="304"/>
                  <a:pt x="247" y="304"/>
                </a:cubicBezTo>
                <a:cubicBezTo>
                  <a:pt x="276" y="304"/>
                  <a:pt x="304" y="276"/>
                  <a:pt x="304" y="247"/>
                </a:cubicBezTo>
                <a:cubicBezTo>
                  <a:pt x="304" y="212"/>
                  <a:pt x="276" y="191"/>
                  <a:pt x="247" y="191"/>
                </a:cubicBezTo>
                <a:close/>
                <a:moveTo>
                  <a:pt x="247" y="78"/>
                </a:moveTo>
                <a:lnTo>
                  <a:pt x="247" y="78"/>
                </a:lnTo>
                <a:cubicBezTo>
                  <a:pt x="233" y="78"/>
                  <a:pt x="219" y="63"/>
                  <a:pt x="219" y="49"/>
                </a:cubicBezTo>
                <a:cubicBezTo>
                  <a:pt x="219" y="28"/>
                  <a:pt x="219" y="28"/>
                  <a:pt x="219" y="28"/>
                </a:cubicBezTo>
                <a:cubicBezTo>
                  <a:pt x="219" y="14"/>
                  <a:pt x="233" y="0"/>
                  <a:pt x="247" y="0"/>
                </a:cubicBezTo>
                <a:cubicBezTo>
                  <a:pt x="261" y="0"/>
                  <a:pt x="276" y="14"/>
                  <a:pt x="276" y="28"/>
                </a:cubicBezTo>
                <a:cubicBezTo>
                  <a:pt x="276" y="49"/>
                  <a:pt x="276" y="49"/>
                  <a:pt x="276" y="49"/>
                </a:cubicBezTo>
                <a:cubicBezTo>
                  <a:pt x="276" y="63"/>
                  <a:pt x="261" y="78"/>
                  <a:pt x="247" y="78"/>
                </a:cubicBezTo>
                <a:close/>
                <a:moveTo>
                  <a:pt x="106" y="134"/>
                </a:moveTo>
                <a:lnTo>
                  <a:pt x="106" y="134"/>
                </a:lnTo>
                <a:cubicBezTo>
                  <a:pt x="99" y="134"/>
                  <a:pt x="92" y="127"/>
                  <a:pt x="85" y="120"/>
                </a:cubicBezTo>
                <a:cubicBezTo>
                  <a:pt x="71" y="106"/>
                  <a:pt x="71" y="106"/>
                  <a:pt x="71" y="106"/>
                </a:cubicBezTo>
                <a:cubicBezTo>
                  <a:pt x="64" y="99"/>
                  <a:pt x="56" y="92"/>
                  <a:pt x="56" y="85"/>
                </a:cubicBezTo>
                <a:cubicBezTo>
                  <a:pt x="56" y="71"/>
                  <a:pt x="71" y="56"/>
                  <a:pt x="85" y="56"/>
                </a:cubicBezTo>
                <a:cubicBezTo>
                  <a:pt x="92" y="56"/>
                  <a:pt x="99" y="56"/>
                  <a:pt x="106" y="63"/>
                </a:cubicBezTo>
                <a:cubicBezTo>
                  <a:pt x="127" y="85"/>
                  <a:pt x="127" y="85"/>
                  <a:pt x="127" y="85"/>
                </a:cubicBezTo>
                <a:cubicBezTo>
                  <a:pt x="134" y="92"/>
                  <a:pt x="134" y="99"/>
                  <a:pt x="134" y="106"/>
                </a:cubicBezTo>
                <a:cubicBezTo>
                  <a:pt x="134" y="120"/>
                  <a:pt x="120" y="134"/>
                  <a:pt x="106" y="134"/>
                </a:cubicBezTo>
                <a:close/>
                <a:moveTo>
                  <a:pt x="78" y="247"/>
                </a:moveTo>
                <a:lnTo>
                  <a:pt x="78" y="247"/>
                </a:lnTo>
                <a:cubicBezTo>
                  <a:pt x="78" y="261"/>
                  <a:pt x="64" y="276"/>
                  <a:pt x="49" y="276"/>
                </a:cubicBezTo>
                <a:cubicBezTo>
                  <a:pt x="28" y="276"/>
                  <a:pt x="28" y="276"/>
                  <a:pt x="28" y="276"/>
                </a:cubicBezTo>
                <a:cubicBezTo>
                  <a:pt x="14" y="276"/>
                  <a:pt x="0" y="261"/>
                  <a:pt x="0" y="247"/>
                </a:cubicBezTo>
                <a:cubicBezTo>
                  <a:pt x="0" y="226"/>
                  <a:pt x="14" y="219"/>
                  <a:pt x="28" y="219"/>
                </a:cubicBezTo>
                <a:cubicBezTo>
                  <a:pt x="49" y="219"/>
                  <a:pt x="49" y="219"/>
                  <a:pt x="49" y="219"/>
                </a:cubicBezTo>
                <a:cubicBezTo>
                  <a:pt x="64" y="219"/>
                  <a:pt x="78" y="226"/>
                  <a:pt x="78" y="247"/>
                </a:cubicBezTo>
                <a:close/>
                <a:moveTo>
                  <a:pt x="85" y="367"/>
                </a:moveTo>
                <a:lnTo>
                  <a:pt x="85" y="367"/>
                </a:lnTo>
                <a:cubicBezTo>
                  <a:pt x="92" y="360"/>
                  <a:pt x="99" y="360"/>
                  <a:pt x="106" y="360"/>
                </a:cubicBezTo>
                <a:cubicBezTo>
                  <a:pt x="120" y="360"/>
                  <a:pt x="134" y="367"/>
                  <a:pt x="134" y="389"/>
                </a:cubicBezTo>
                <a:cubicBezTo>
                  <a:pt x="134" y="396"/>
                  <a:pt x="134" y="403"/>
                  <a:pt x="127" y="403"/>
                </a:cubicBezTo>
                <a:cubicBezTo>
                  <a:pt x="106" y="424"/>
                  <a:pt x="106" y="424"/>
                  <a:pt x="106" y="424"/>
                </a:cubicBezTo>
                <a:cubicBezTo>
                  <a:pt x="99" y="431"/>
                  <a:pt x="92" y="431"/>
                  <a:pt x="85" y="431"/>
                </a:cubicBezTo>
                <a:cubicBezTo>
                  <a:pt x="71" y="431"/>
                  <a:pt x="56" y="424"/>
                  <a:pt x="56" y="403"/>
                </a:cubicBezTo>
                <a:cubicBezTo>
                  <a:pt x="56" y="396"/>
                  <a:pt x="64" y="389"/>
                  <a:pt x="71" y="389"/>
                </a:cubicBezTo>
                <a:lnTo>
                  <a:pt x="85" y="367"/>
                </a:lnTo>
                <a:close/>
                <a:moveTo>
                  <a:pt x="247" y="417"/>
                </a:moveTo>
                <a:lnTo>
                  <a:pt x="247" y="417"/>
                </a:lnTo>
                <a:cubicBezTo>
                  <a:pt x="261" y="417"/>
                  <a:pt x="276" y="424"/>
                  <a:pt x="276" y="445"/>
                </a:cubicBezTo>
                <a:cubicBezTo>
                  <a:pt x="276" y="459"/>
                  <a:pt x="276" y="459"/>
                  <a:pt x="276" y="459"/>
                </a:cubicBezTo>
                <a:cubicBezTo>
                  <a:pt x="276" y="481"/>
                  <a:pt x="261" y="488"/>
                  <a:pt x="247" y="488"/>
                </a:cubicBezTo>
                <a:cubicBezTo>
                  <a:pt x="233" y="488"/>
                  <a:pt x="219" y="481"/>
                  <a:pt x="219" y="459"/>
                </a:cubicBezTo>
                <a:cubicBezTo>
                  <a:pt x="219" y="445"/>
                  <a:pt x="219" y="445"/>
                  <a:pt x="219" y="445"/>
                </a:cubicBezTo>
                <a:cubicBezTo>
                  <a:pt x="219" y="424"/>
                  <a:pt x="233" y="417"/>
                  <a:pt x="247" y="417"/>
                </a:cubicBezTo>
                <a:close/>
                <a:moveTo>
                  <a:pt x="389" y="360"/>
                </a:moveTo>
                <a:lnTo>
                  <a:pt x="389" y="360"/>
                </a:lnTo>
                <a:cubicBezTo>
                  <a:pt x="396" y="360"/>
                  <a:pt x="403" y="360"/>
                  <a:pt x="410" y="367"/>
                </a:cubicBezTo>
                <a:cubicBezTo>
                  <a:pt x="424" y="389"/>
                  <a:pt x="424" y="389"/>
                  <a:pt x="424" y="389"/>
                </a:cubicBezTo>
                <a:cubicBezTo>
                  <a:pt x="431" y="389"/>
                  <a:pt x="438" y="396"/>
                  <a:pt x="438" y="403"/>
                </a:cubicBezTo>
                <a:cubicBezTo>
                  <a:pt x="438" y="424"/>
                  <a:pt x="424" y="431"/>
                  <a:pt x="410" y="431"/>
                </a:cubicBezTo>
                <a:cubicBezTo>
                  <a:pt x="403" y="431"/>
                  <a:pt x="396" y="431"/>
                  <a:pt x="389" y="424"/>
                </a:cubicBezTo>
                <a:cubicBezTo>
                  <a:pt x="367" y="403"/>
                  <a:pt x="367" y="403"/>
                  <a:pt x="367" y="403"/>
                </a:cubicBezTo>
                <a:cubicBezTo>
                  <a:pt x="360" y="403"/>
                  <a:pt x="360" y="396"/>
                  <a:pt x="360" y="389"/>
                </a:cubicBezTo>
                <a:cubicBezTo>
                  <a:pt x="360" y="367"/>
                  <a:pt x="375" y="360"/>
                  <a:pt x="389" y="36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44" name="Freeform 105">
            <a:extLst>
              <a:ext uri="{FF2B5EF4-FFF2-40B4-BE49-F238E27FC236}">
                <a16:creationId xmlns:a16="http://schemas.microsoft.com/office/drawing/2014/main" id="{520B50F3-2FAC-FEC4-9A7B-080781504731}"/>
              </a:ext>
            </a:extLst>
          </p:cNvPr>
          <p:cNvSpPr>
            <a:spLocks noChangeArrowheads="1"/>
          </p:cNvSpPr>
          <p:nvPr/>
        </p:nvSpPr>
        <p:spPr bwMode="auto">
          <a:xfrm>
            <a:off x="3417304" y="2926016"/>
            <a:ext cx="549655" cy="549655"/>
          </a:xfrm>
          <a:custGeom>
            <a:avLst/>
            <a:gdLst>
              <a:gd name="T0" fmla="*/ 2147483646 w 602"/>
              <a:gd name="T1" fmla="*/ 2147483646 h 602"/>
              <a:gd name="T2" fmla="*/ 2147483646 w 602"/>
              <a:gd name="T3" fmla="*/ 2147483646 h 602"/>
              <a:gd name="T4" fmla="*/ 2147483646 w 602"/>
              <a:gd name="T5" fmla="*/ 2147483646 h 602"/>
              <a:gd name="T6" fmla="*/ 2147483646 w 602"/>
              <a:gd name="T7" fmla="*/ 2147483646 h 602"/>
              <a:gd name="T8" fmla="*/ 2147483646 w 602"/>
              <a:gd name="T9" fmla="*/ 2147483646 h 602"/>
              <a:gd name="T10" fmla="*/ 2147483646 w 602"/>
              <a:gd name="T11" fmla="*/ 2147483646 h 602"/>
              <a:gd name="T12" fmla="*/ 2147483646 w 602"/>
              <a:gd name="T13" fmla="*/ 2147483646 h 602"/>
              <a:gd name="T14" fmla="*/ 2147483646 w 602"/>
              <a:gd name="T15" fmla="*/ 2147483646 h 602"/>
              <a:gd name="T16" fmla="*/ 2147483646 w 602"/>
              <a:gd name="T17" fmla="*/ 2147483646 h 602"/>
              <a:gd name="T18" fmla="*/ 2147483646 w 602"/>
              <a:gd name="T19" fmla="*/ 2147483646 h 602"/>
              <a:gd name="T20" fmla="*/ 2147483646 w 602"/>
              <a:gd name="T21" fmla="*/ 0 h 602"/>
              <a:gd name="T22" fmla="*/ 2147483646 w 602"/>
              <a:gd name="T23" fmla="*/ 0 h 602"/>
              <a:gd name="T24" fmla="*/ 2147483646 w 602"/>
              <a:gd name="T25" fmla="*/ 2147483646 h 602"/>
              <a:gd name="T26" fmla="*/ 2147483646 w 602"/>
              <a:gd name="T27" fmla="*/ 2147483646 h 602"/>
              <a:gd name="T28" fmla="*/ 2147483646 w 602"/>
              <a:gd name="T29" fmla="*/ 2147483646 h 602"/>
              <a:gd name="T30" fmla="*/ 2147483646 w 602"/>
              <a:gd name="T31" fmla="*/ 2147483646 h 602"/>
              <a:gd name="T32" fmla="*/ 2147483646 w 602"/>
              <a:gd name="T33" fmla="*/ 2147483646 h 602"/>
              <a:gd name="T34" fmla="*/ 2147483646 w 602"/>
              <a:gd name="T35" fmla="*/ 2147483646 h 602"/>
              <a:gd name="T36" fmla="*/ 2147483646 w 602"/>
              <a:gd name="T37" fmla="*/ 2147483646 h 602"/>
              <a:gd name="T38" fmla="*/ 2147483646 w 602"/>
              <a:gd name="T39" fmla="*/ 2147483646 h 602"/>
              <a:gd name="T40" fmla="*/ 0 w 602"/>
              <a:gd name="T41" fmla="*/ 2147483646 h 602"/>
              <a:gd name="T42" fmla="*/ 0 w 602"/>
              <a:gd name="T43" fmla="*/ 2147483646 h 602"/>
              <a:gd name="T44" fmla="*/ 2147483646 w 602"/>
              <a:gd name="T45" fmla="*/ 2147483646 h 602"/>
              <a:gd name="T46" fmla="*/ 2147483646 w 602"/>
              <a:gd name="T47" fmla="*/ 2147483646 h 602"/>
              <a:gd name="T48" fmla="*/ 2147483646 w 602"/>
              <a:gd name="T49" fmla="*/ 2147483646 h 602"/>
              <a:gd name="T50" fmla="*/ 2147483646 w 602"/>
              <a:gd name="T51" fmla="*/ 2147483646 h 602"/>
              <a:gd name="T52" fmla="*/ 2147483646 w 602"/>
              <a:gd name="T53" fmla="*/ 2147483646 h 602"/>
              <a:gd name="T54" fmla="*/ 2147483646 w 602"/>
              <a:gd name="T55" fmla="*/ 2147483646 h 602"/>
              <a:gd name="T56" fmla="*/ 2147483646 w 602"/>
              <a:gd name="T57" fmla="*/ 2147483646 h 602"/>
              <a:gd name="T58" fmla="*/ 2147483646 w 602"/>
              <a:gd name="T59" fmla="*/ 2147483646 h 602"/>
              <a:gd name="T60" fmla="*/ 2147483646 w 602"/>
              <a:gd name="T61" fmla="*/ 2147483646 h 60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602" h="602">
                <a:moveTo>
                  <a:pt x="573" y="488"/>
                </a:moveTo>
                <a:lnTo>
                  <a:pt x="573" y="488"/>
                </a:lnTo>
                <a:cubicBezTo>
                  <a:pt x="481" y="488"/>
                  <a:pt x="481" y="488"/>
                  <a:pt x="481" y="488"/>
                </a:cubicBezTo>
                <a:cubicBezTo>
                  <a:pt x="481" y="347"/>
                  <a:pt x="481" y="347"/>
                  <a:pt x="481" y="347"/>
                </a:cubicBezTo>
                <a:cubicBezTo>
                  <a:pt x="544" y="347"/>
                  <a:pt x="544" y="347"/>
                  <a:pt x="544" y="347"/>
                </a:cubicBezTo>
                <a:cubicBezTo>
                  <a:pt x="544" y="57"/>
                  <a:pt x="544" y="57"/>
                  <a:pt x="544" y="57"/>
                </a:cubicBezTo>
                <a:cubicBezTo>
                  <a:pt x="205" y="57"/>
                  <a:pt x="205" y="57"/>
                  <a:pt x="205" y="57"/>
                </a:cubicBezTo>
                <a:cubicBezTo>
                  <a:pt x="205" y="85"/>
                  <a:pt x="205" y="85"/>
                  <a:pt x="205" y="85"/>
                </a:cubicBezTo>
                <a:cubicBezTo>
                  <a:pt x="149" y="85"/>
                  <a:pt x="149" y="85"/>
                  <a:pt x="149" y="85"/>
                </a:cubicBezTo>
                <a:cubicBezTo>
                  <a:pt x="149" y="29"/>
                  <a:pt x="149" y="29"/>
                  <a:pt x="149" y="29"/>
                </a:cubicBezTo>
                <a:cubicBezTo>
                  <a:pt x="149" y="15"/>
                  <a:pt x="163" y="0"/>
                  <a:pt x="177" y="0"/>
                </a:cubicBezTo>
                <a:cubicBezTo>
                  <a:pt x="573" y="0"/>
                  <a:pt x="573" y="0"/>
                  <a:pt x="573" y="0"/>
                </a:cubicBezTo>
                <a:cubicBezTo>
                  <a:pt x="594" y="0"/>
                  <a:pt x="601" y="15"/>
                  <a:pt x="601" y="29"/>
                </a:cubicBezTo>
                <a:cubicBezTo>
                  <a:pt x="601" y="460"/>
                  <a:pt x="601" y="460"/>
                  <a:pt x="601" y="460"/>
                </a:cubicBezTo>
                <a:cubicBezTo>
                  <a:pt x="601" y="481"/>
                  <a:pt x="594" y="488"/>
                  <a:pt x="573" y="488"/>
                </a:cubicBezTo>
                <a:close/>
                <a:moveTo>
                  <a:pt x="453" y="142"/>
                </a:moveTo>
                <a:lnTo>
                  <a:pt x="453" y="142"/>
                </a:lnTo>
                <a:cubicBezTo>
                  <a:pt x="453" y="573"/>
                  <a:pt x="453" y="573"/>
                  <a:pt x="453" y="573"/>
                </a:cubicBezTo>
                <a:cubicBezTo>
                  <a:pt x="453" y="594"/>
                  <a:pt x="439" y="601"/>
                  <a:pt x="424" y="601"/>
                </a:cubicBezTo>
                <a:cubicBezTo>
                  <a:pt x="29" y="601"/>
                  <a:pt x="29" y="601"/>
                  <a:pt x="29" y="601"/>
                </a:cubicBezTo>
                <a:cubicBezTo>
                  <a:pt x="15" y="601"/>
                  <a:pt x="0" y="594"/>
                  <a:pt x="0" y="573"/>
                </a:cubicBezTo>
                <a:cubicBezTo>
                  <a:pt x="0" y="142"/>
                  <a:pt x="0" y="142"/>
                  <a:pt x="0" y="142"/>
                </a:cubicBezTo>
                <a:cubicBezTo>
                  <a:pt x="0" y="128"/>
                  <a:pt x="15" y="113"/>
                  <a:pt x="29" y="113"/>
                </a:cubicBezTo>
                <a:cubicBezTo>
                  <a:pt x="424" y="113"/>
                  <a:pt x="424" y="113"/>
                  <a:pt x="424" y="113"/>
                </a:cubicBezTo>
                <a:cubicBezTo>
                  <a:pt x="439" y="113"/>
                  <a:pt x="453" y="128"/>
                  <a:pt x="453" y="142"/>
                </a:cubicBezTo>
                <a:close/>
                <a:moveTo>
                  <a:pt x="396" y="170"/>
                </a:moveTo>
                <a:lnTo>
                  <a:pt x="396" y="170"/>
                </a:lnTo>
                <a:cubicBezTo>
                  <a:pt x="57" y="170"/>
                  <a:pt x="57" y="170"/>
                  <a:pt x="57" y="170"/>
                </a:cubicBezTo>
                <a:cubicBezTo>
                  <a:pt x="57" y="460"/>
                  <a:pt x="57" y="460"/>
                  <a:pt x="57" y="460"/>
                </a:cubicBezTo>
                <a:cubicBezTo>
                  <a:pt x="396" y="460"/>
                  <a:pt x="396" y="460"/>
                  <a:pt x="396" y="460"/>
                </a:cubicBezTo>
                <a:lnTo>
                  <a:pt x="396" y="17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45" name="Freeform 106">
            <a:extLst>
              <a:ext uri="{FF2B5EF4-FFF2-40B4-BE49-F238E27FC236}">
                <a16:creationId xmlns:a16="http://schemas.microsoft.com/office/drawing/2014/main" id="{B1664112-A24E-51FA-E962-A88603895FA3}"/>
              </a:ext>
            </a:extLst>
          </p:cNvPr>
          <p:cNvSpPr>
            <a:spLocks noChangeArrowheads="1"/>
          </p:cNvSpPr>
          <p:nvPr/>
        </p:nvSpPr>
        <p:spPr bwMode="auto">
          <a:xfrm>
            <a:off x="2522607" y="2978171"/>
            <a:ext cx="413246" cy="445343"/>
          </a:xfrm>
          <a:custGeom>
            <a:avLst/>
            <a:gdLst>
              <a:gd name="T0" fmla="*/ 2147483646 w 453"/>
              <a:gd name="T1" fmla="*/ 2147483646 h 489"/>
              <a:gd name="T2" fmla="*/ 2147483646 w 453"/>
              <a:gd name="T3" fmla="*/ 2147483646 h 489"/>
              <a:gd name="T4" fmla="*/ 2147483646 w 453"/>
              <a:gd name="T5" fmla="*/ 2147483646 h 489"/>
              <a:gd name="T6" fmla="*/ 0 w 453"/>
              <a:gd name="T7" fmla="*/ 2147483646 h 489"/>
              <a:gd name="T8" fmla="*/ 0 w 453"/>
              <a:gd name="T9" fmla="*/ 2147483646 h 489"/>
              <a:gd name="T10" fmla="*/ 2147483646 w 453"/>
              <a:gd name="T11" fmla="*/ 0 h 489"/>
              <a:gd name="T12" fmla="*/ 2147483646 w 453"/>
              <a:gd name="T13" fmla="*/ 0 h 489"/>
              <a:gd name="T14" fmla="*/ 2147483646 w 453"/>
              <a:gd name="T15" fmla="*/ 2147483646 h 489"/>
              <a:gd name="T16" fmla="*/ 2147483646 w 453"/>
              <a:gd name="T17" fmla="*/ 2147483646 h 489"/>
              <a:gd name="T18" fmla="*/ 2147483646 w 453"/>
              <a:gd name="T19" fmla="*/ 2147483646 h 489"/>
              <a:gd name="T20" fmla="*/ 2147483646 w 453"/>
              <a:gd name="T21" fmla="*/ 2147483646 h 489"/>
              <a:gd name="T22" fmla="*/ 2147483646 w 453"/>
              <a:gd name="T23" fmla="*/ 2147483646 h 489"/>
              <a:gd name="T24" fmla="*/ 2147483646 w 453"/>
              <a:gd name="T25" fmla="*/ 2147483646 h 489"/>
              <a:gd name="T26" fmla="*/ 2147483646 w 453"/>
              <a:gd name="T27" fmla="*/ 2147483646 h 489"/>
              <a:gd name="T28" fmla="*/ 2147483646 w 453"/>
              <a:gd name="T29" fmla="*/ 2147483646 h 489"/>
              <a:gd name="T30" fmla="*/ 2147483646 w 453"/>
              <a:gd name="T31" fmla="*/ 2147483646 h 48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53" h="489">
                <a:moveTo>
                  <a:pt x="424" y="488"/>
                </a:moveTo>
                <a:lnTo>
                  <a:pt x="424" y="488"/>
                </a:lnTo>
                <a:cubicBezTo>
                  <a:pt x="28" y="488"/>
                  <a:pt x="28" y="488"/>
                  <a:pt x="28" y="488"/>
                </a:cubicBezTo>
                <a:cubicBezTo>
                  <a:pt x="14" y="488"/>
                  <a:pt x="0" y="481"/>
                  <a:pt x="0" y="459"/>
                </a:cubicBezTo>
                <a:cubicBezTo>
                  <a:pt x="0" y="28"/>
                  <a:pt x="0" y="28"/>
                  <a:pt x="0" y="28"/>
                </a:cubicBezTo>
                <a:cubicBezTo>
                  <a:pt x="0" y="14"/>
                  <a:pt x="14" y="0"/>
                  <a:pt x="28" y="0"/>
                </a:cubicBezTo>
                <a:cubicBezTo>
                  <a:pt x="424" y="0"/>
                  <a:pt x="424" y="0"/>
                  <a:pt x="424" y="0"/>
                </a:cubicBezTo>
                <a:cubicBezTo>
                  <a:pt x="445" y="0"/>
                  <a:pt x="452" y="14"/>
                  <a:pt x="452" y="28"/>
                </a:cubicBezTo>
                <a:cubicBezTo>
                  <a:pt x="452" y="459"/>
                  <a:pt x="452" y="459"/>
                  <a:pt x="452" y="459"/>
                </a:cubicBezTo>
                <a:cubicBezTo>
                  <a:pt x="452" y="481"/>
                  <a:pt x="445" y="488"/>
                  <a:pt x="424" y="488"/>
                </a:cubicBezTo>
                <a:close/>
                <a:moveTo>
                  <a:pt x="396" y="56"/>
                </a:moveTo>
                <a:lnTo>
                  <a:pt x="396" y="56"/>
                </a:lnTo>
                <a:cubicBezTo>
                  <a:pt x="56" y="56"/>
                  <a:pt x="56" y="56"/>
                  <a:pt x="56" y="56"/>
                </a:cubicBezTo>
                <a:cubicBezTo>
                  <a:pt x="56" y="346"/>
                  <a:pt x="56" y="346"/>
                  <a:pt x="56" y="346"/>
                </a:cubicBezTo>
                <a:cubicBezTo>
                  <a:pt x="396" y="346"/>
                  <a:pt x="396" y="346"/>
                  <a:pt x="396" y="346"/>
                </a:cubicBezTo>
                <a:lnTo>
                  <a:pt x="396" y="5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46" name="Freeform 107">
            <a:extLst>
              <a:ext uri="{FF2B5EF4-FFF2-40B4-BE49-F238E27FC236}">
                <a16:creationId xmlns:a16="http://schemas.microsoft.com/office/drawing/2014/main" id="{3338FC8E-7680-FB45-937B-BBCA3D2852B2}"/>
              </a:ext>
            </a:extLst>
          </p:cNvPr>
          <p:cNvSpPr>
            <a:spLocks noChangeArrowheads="1"/>
          </p:cNvSpPr>
          <p:nvPr/>
        </p:nvSpPr>
        <p:spPr bwMode="auto">
          <a:xfrm>
            <a:off x="1511560" y="2946075"/>
            <a:ext cx="517561" cy="513547"/>
          </a:xfrm>
          <a:custGeom>
            <a:avLst/>
            <a:gdLst>
              <a:gd name="T0" fmla="*/ 2147483646 w 567"/>
              <a:gd name="T1" fmla="*/ 2147483646 h 566"/>
              <a:gd name="T2" fmla="*/ 2147483646 w 567"/>
              <a:gd name="T3" fmla="*/ 2147483646 h 566"/>
              <a:gd name="T4" fmla="*/ 2147483646 w 567"/>
              <a:gd name="T5" fmla="*/ 2147483646 h 566"/>
              <a:gd name="T6" fmla="*/ 2147483646 w 567"/>
              <a:gd name="T7" fmla="*/ 2147483646 h 566"/>
              <a:gd name="T8" fmla="*/ 2147483646 w 567"/>
              <a:gd name="T9" fmla="*/ 2147483646 h 566"/>
              <a:gd name="T10" fmla="*/ 2147483646 w 567"/>
              <a:gd name="T11" fmla="*/ 2147483646 h 566"/>
              <a:gd name="T12" fmla="*/ 2147483646 w 567"/>
              <a:gd name="T13" fmla="*/ 2147483646 h 566"/>
              <a:gd name="T14" fmla="*/ 2147483646 w 567"/>
              <a:gd name="T15" fmla="*/ 2147483646 h 566"/>
              <a:gd name="T16" fmla="*/ 2147483646 w 567"/>
              <a:gd name="T17" fmla="*/ 2147483646 h 566"/>
              <a:gd name="T18" fmla="*/ 2147483646 w 567"/>
              <a:gd name="T19" fmla="*/ 2147483646 h 566"/>
              <a:gd name="T20" fmla="*/ 2147483646 w 567"/>
              <a:gd name="T21" fmla="*/ 2147483646 h 566"/>
              <a:gd name="T22" fmla="*/ 2147483646 w 567"/>
              <a:gd name="T23" fmla="*/ 2147483646 h 566"/>
              <a:gd name="T24" fmla="*/ 2147483646 w 567"/>
              <a:gd name="T25" fmla="*/ 2147483646 h 566"/>
              <a:gd name="T26" fmla="*/ 0 w 567"/>
              <a:gd name="T27" fmla="*/ 2147483646 h 566"/>
              <a:gd name="T28" fmla="*/ 2147483646 w 567"/>
              <a:gd name="T29" fmla="*/ 2147483646 h 566"/>
              <a:gd name="T30" fmla="*/ 2147483646 w 567"/>
              <a:gd name="T31" fmla="*/ 2147483646 h 566"/>
              <a:gd name="T32" fmla="*/ 0 w 567"/>
              <a:gd name="T33" fmla="*/ 2147483646 h 566"/>
              <a:gd name="T34" fmla="*/ 2147483646 w 567"/>
              <a:gd name="T35" fmla="*/ 2147483646 h 566"/>
              <a:gd name="T36" fmla="*/ 2147483646 w 567"/>
              <a:gd name="T37" fmla="*/ 2147483646 h 566"/>
              <a:gd name="T38" fmla="*/ 0 w 567"/>
              <a:gd name="T39" fmla="*/ 2147483646 h 566"/>
              <a:gd name="T40" fmla="*/ 2147483646 w 567"/>
              <a:gd name="T41" fmla="*/ 2147483646 h 566"/>
              <a:gd name="T42" fmla="*/ 2147483646 w 567"/>
              <a:gd name="T43" fmla="*/ 0 h 566"/>
              <a:gd name="T44" fmla="*/ 2147483646 w 567"/>
              <a:gd name="T45" fmla="*/ 2147483646 h 566"/>
              <a:gd name="T46" fmla="*/ 2147483646 w 567"/>
              <a:gd name="T47" fmla="*/ 2147483646 h 566"/>
              <a:gd name="T48" fmla="*/ 2147483646 w 567"/>
              <a:gd name="T49" fmla="*/ 0 h 566"/>
              <a:gd name="T50" fmla="*/ 2147483646 w 567"/>
              <a:gd name="T51" fmla="*/ 2147483646 h 566"/>
              <a:gd name="T52" fmla="*/ 2147483646 w 567"/>
              <a:gd name="T53" fmla="*/ 2147483646 h 566"/>
              <a:gd name="T54" fmla="*/ 2147483646 w 567"/>
              <a:gd name="T55" fmla="*/ 0 h 566"/>
              <a:gd name="T56" fmla="*/ 2147483646 w 567"/>
              <a:gd name="T57" fmla="*/ 2147483646 h 566"/>
              <a:gd name="T58" fmla="*/ 2147483646 w 567"/>
              <a:gd name="T59" fmla="*/ 2147483646 h 566"/>
              <a:gd name="T60" fmla="*/ 2147483646 w 567"/>
              <a:gd name="T61" fmla="*/ 0 h 566"/>
              <a:gd name="T62" fmla="*/ 2147483646 w 567"/>
              <a:gd name="T63" fmla="*/ 2147483646 h 566"/>
              <a:gd name="T64" fmla="*/ 2147483646 w 567"/>
              <a:gd name="T65" fmla="*/ 2147483646 h 566"/>
              <a:gd name="T66" fmla="*/ 2147483646 w 567"/>
              <a:gd name="T67" fmla="*/ 2147483646 h 566"/>
              <a:gd name="T68" fmla="*/ 2147483646 w 567"/>
              <a:gd name="T69" fmla="*/ 2147483646 h 566"/>
              <a:gd name="T70" fmla="*/ 2147483646 w 567"/>
              <a:gd name="T71" fmla="*/ 2147483646 h 566"/>
              <a:gd name="T72" fmla="*/ 2147483646 w 567"/>
              <a:gd name="T73" fmla="*/ 2147483646 h 566"/>
              <a:gd name="T74" fmla="*/ 2147483646 w 567"/>
              <a:gd name="T75" fmla="*/ 2147483646 h 566"/>
              <a:gd name="T76" fmla="*/ 2147483646 w 567"/>
              <a:gd name="T77" fmla="*/ 2147483646 h 566"/>
              <a:gd name="T78" fmla="*/ 2147483646 w 567"/>
              <a:gd name="T79" fmla="*/ 2147483646 h 566"/>
              <a:gd name="T80" fmla="*/ 2147483646 w 567"/>
              <a:gd name="T81" fmla="*/ 2147483646 h 566"/>
              <a:gd name="T82" fmla="*/ 2147483646 w 567"/>
              <a:gd name="T83" fmla="*/ 2147483646 h 566"/>
              <a:gd name="T84" fmla="*/ 2147483646 w 567"/>
              <a:gd name="T85" fmla="*/ 2147483646 h 566"/>
              <a:gd name="T86" fmla="*/ 2147483646 w 567"/>
              <a:gd name="T87" fmla="*/ 2147483646 h 566"/>
              <a:gd name="T88" fmla="*/ 2147483646 w 567"/>
              <a:gd name="T89" fmla="*/ 2147483646 h 566"/>
              <a:gd name="T90" fmla="*/ 2147483646 w 567"/>
              <a:gd name="T91" fmla="*/ 2147483646 h 566"/>
              <a:gd name="T92" fmla="*/ 2147483646 w 567"/>
              <a:gd name="T93" fmla="*/ 2147483646 h 566"/>
              <a:gd name="T94" fmla="*/ 2147483646 w 567"/>
              <a:gd name="T95" fmla="*/ 2147483646 h 566"/>
              <a:gd name="T96" fmla="*/ 2147483646 w 567"/>
              <a:gd name="T97" fmla="*/ 2147483646 h 56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567" h="566">
                <a:moveTo>
                  <a:pt x="566" y="452"/>
                </a:moveTo>
                <a:lnTo>
                  <a:pt x="566" y="452"/>
                </a:lnTo>
                <a:cubicBezTo>
                  <a:pt x="566" y="459"/>
                  <a:pt x="559" y="473"/>
                  <a:pt x="544" y="473"/>
                </a:cubicBezTo>
                <a:cubicBezTo>
                  <a:pt x="544" y="509"/>
                  <a:pt x="544" y="509"/>
                  <a:pt x="544" y="509"/>
                </a:cubicBezTo>
                <a:cubicBezTo>
                  <a:pt x="559" y="509"/>
                  <a:pt x="566" y="523"/>
                  <a:pt x="566" y="537"/>
                </a:cubicBezTo>
                <a:cubicBezTo>
                  <a:pt x="566" y="551"/>
                  <a:pt x="552" y="565"/>
                  <a:pt x="537" y="565"/>
                </a:cubicBezTo>
                <a:cubicBezTo>
                  <a:pt x="523" y="565"/>
                  <a:pt x="516" y="558"/>
                  <a:pt x="509" y="544"/>
                </a:cubicBezTo>
                <a:cubicBezTo>
                  <a:pt x="481" y="544"/>
                  <a:pt x="481" y="544"/>
                  <a:pt x="481" y="544"/>
                </a:cubicBezTo>
                <a:cubicBezTo>
                  <a:pt x="474" y="558"/>
                  <a:pt x="467" y="565"/>
                  <a:pt x="453" y="565"/>
                </a:cubicBezTo>
                <a:cubicBezTo>
                  <a:pt x="438" y="565"/>
                  <a:pt x="431" y="558"/>
                  <a:pt x="424" y="544"/>
                </a:cubicBezTo>
                <a:cubicBezTo>
                  <a:pt x="396" y="544"/>
                  <a:pt x="396" y="544"/>
                  <a:pt x="396" y="544"/>
                </a:cubicBezTo>
                <a:cubicBezTo>
                  <a:pt x="389" y="558"/>
                  <a:pt x="382" y="565"/>
                  <a:pt x="368" y="565"/>
                </a:cubicBezTo>
                <a:cubicBezTo>
                  <a:pt x="354" y="565"/>
                  <a:pt x="347" y="558"/>
                  <a:pt x="340" y="544"/>
                </a:cubicBezTo>
                <a:cubicBezTo>
                  <a:pt x="311" y="544"/>
                  <a:pt x="311" y="544"/>
                  <a:pt x="311" y="544"/>
                </a:cubicBezTo>
                <a:cubicBezTo>
                  <a:pt x="304" y="558"/>
                  <a:pt x="297" y="565"/>
                  <a:pt x="283" y="565"/>
                </a:cubicBezTo>
                <a:cubicBezTo>
                  <a:pt x="269" y="565"/>
                  <a:pt x="262" y="558"/>
                  <a:pt x="255" y="544"/>
                </a:cubicBezTo>
                <a:cubicBezTo>
                  <a:pt x="226" y="544"/>
                  <a:pt x="226" y="544"/>
                  <a:pt x="226" y="544"/>
                </a:cubicBezTo>
                <a:cubicBezTo>
                  <a:pt x="219" y="558"/>
                  <a:pt x="212" y="565"/>
                  <a:pt x="198" y="565"/>
                </a:cubicBezTo>
                <a:cubicBezTo>
                  <a:pt x="184" y="565"/>
                  <a:pt x="177" y="558"/>
                  <a:pt x="170" y="544"/>
                </a:cubicBezTo>
                <a:cubicBezTo>
                  <a:pt x="142" y="544"/>
                  <a:pt x="142" y="544"/>
                  <a:pt x="142" y="544"/>
                </a:cubicBezTo>
                <a:cubicBezTo>
                  <a:pt x="135" y="558"/>
                  <a:pt x="128" y="565"/>
                  <a:pt x="113" y="565"/>
                </a:cubicBezTo>
                <a:cubicBezTo>
                  <a:pt x="99" y="565"/>
                  <a:pt x="92" y="558"/>
                  <a:pt x="85" y="544"/>
                </a:cubicBezTo>
                <a:cubicBezTo>
                  <a:pt x="57" y="544"/>
                  <a:pt x="57" y="544"/>
                  <a:pt x="57" y="544"/>
                </a:cubicBezTo>
                <a:cubicBezTo>
                  <a:pt x="50" y="558"/>
                  <a:pt x="43" y="565"/>
                  <a:pt x="29" y="565"/>
                </a:cubicBezTo>
                <a:cubicBezTo>
                  <a:pt x="15" y="565"/>
                  <a:pt x="0" y="551"/>
                  <a:pt x="0" y="537"/>
                </a:cubicBezTo>
                <a:cubicBezTo>
                  <a:pt x="0" y="523"/>
                  <a:pt x="7" y="509"/>
                  <a:pt x="22" y="509"/>
                </a:cubicBezTo>
                <a:cubicBezTo>
                  <a:pt x="22" y="473"/>
                  <a:pt x="22" y="473"/>
                  <a:pt x="22" y="473"/>
                </a:cubicBezTo>
                <a:cubicBezTo>
                  <a:pt x="7" y="473"/>
                  <a:pt x="0" y="459"/>
                  <a:pt x="0" y="452"/>
                </a:cubicBezTo>
                <a:cubicBezTo>
                  <a:pt x="0" y="438"/>
                  <a:pt x="7" y="424"/>
                  <a:pt x="22" y="424"/>
                </a:cubicBezTo>
                <a:cubicBezTo>
                  <a:pt x="22" y="388"/>
                  <a:pt x="22" y="388"/>
                  <a:pt x="22" y="388"/>
                </a:cubicBezTo>
                <a:cubicBezTo>
                  <a:pt x="7" y="388"/>
                  <a:pt x="0" y="374"/>
                  <a:pt x="0" y="367"/>
                </a:cubicBezTo>
                <a:cubicBezTo>
                  <a:pt x="0" y="353"/>
                  <a:pt x="7" y="339"/>
                  <a:pt x="22" y="339"/>
                </a:cubicBezTo>
                <a:cubicBezTo>
                  <a:pt x="22" y="304"/>
                  <a:pt x="22" y="304"/>
                  <a:pt x="22" y="304"/>
                </a:cubicBezTo>
                <a:cubicBezTo>
                  <a:pt x="7" y="304"/>
                  <a:pt x="0" y="289"/>
                  <a:pt x="0" y="282"/>
                </a:cubicBezTo>
                <a:cubicBezTo>
                  <a:pt x="0" y="268"/>
                  <a:pt x="7" y="254"/>
                  <a:pt x="22" y="254"/>
                </a:cubicBezTo>
                <a:cubicBezTo>
                  <a:pt x="22" y="219"/>
                  <a:pt x="22" y="219"/>
                  <a:pt x="22" y="219"/>
                </a:cubicBezTo>
                <a:cubicBezTo>
                  <a:pt x="7" y="219"/>
                  <a:pt x="0" y="205"/>
                  <a:pt x="0" y="198"/>
                </a:cubicBezTo>
                <a:cubicBezTo>
                  <a:pt x="0" y="183"/>
                  <a:pt x="7" y="169"/>
                  <a:pt x="22" y="169"/>
                </a:cubicBezTo>
                <a:cubicBezTo>
                  <a:pt x="22" y="134"/>
                  <a:pt x="22" y="134"/>
                  <a:pt x="22" y="134"/>
                </a:cubicBezTo>
                <a:cubicBezTo>
                  <a:pt x="7" y="134"/>
                  <a:pt x="0" y="120"/>
                  <a:pt x="0" y="113"/>
                </a:cubicBezTo>
                <a:cubicBezTo>
                  <a:pt x="0" y="98"/>
                  <a:pt x="7" y="84"/>
                  <a:pt x="22" y="84"/>
                </a:cubicBezTo>
                <a:cubicBezTo>
                  <a:pt x="22" y="49"/>
                  <a:pt x="22" y="49"/>
                  <a:pt x="22" y="49"/>
                </a:cubicBezTo>
                <a:cubicBezTo>
                  <a:pt x="7" y="49"/>
                  <a:pt x="0" y="35"/>
                  <a:pt x="0" y="28"/>
                </a:cubicBezTo>
                <a:cubicBezTo>
                  <a:pt x="0" y="7"/>
                  <a:pt x="15" y="0"/>
                  <a:pt x="29" y="0"/>
                </a:cubicBezTo>
                <a:cubicBezTo>
                  <a:pt x="43" y="0"/>
                  <a:pt x="50" y="7"/>
                  <a:pt x="57" y="14"/>
                </a:cubicBezTo>
                <a:cubicBezTo>
                  <a:pt x="85" y="14"/>
                  <a:pt x="85" y="14"/>
                  <a:pt x="85" y="14"/>
                </a:cubicBezTo>
                <a:cubicBezTo>
                  <a:pt x="92" y="7"/>
                  <a:pt x="99" y="0"/>
                  <a:pt x="113" y="0"/>
                </a:cubicBezTo>
                <a:cubicBezTo>
                  <a:pt x="128" y="0"/>
                  <a:pt x="135" y="7"/>
                  <a:pt x="142" y="14"/>
                </a:cubicBezTo>
                <a:cubicBezTo>
                  <a:pt x="170" y="14"/>
                  <a:pt x="170" y="14"/>
                  <a:pt x="170" y="14"/>
                </a:cubicBezTo>
                <a:cubicBezTo>
                  <a:pt x="177" y="7"/>
                  <a:pt x="184" y="0"/>
                  <a:pt x="198" y="0"/>
                </a:cubicBezTo>
                <a:cubicBezTo>
                  <a:pt x="212" y="0"/>
                  <a:pt x="219" y="7"/>
                  <a:pt x="226" y="14"/>
                </a:cubicBezTo>
                <a:cubicBezTo>
                  <a:pt x="255" y="14"/>
                  <a:pt x="255" y="14"/>
                  <a:pt x="255" y="14"/>
                </a:cubicBezTo>
                <a:cubicBezTo>
                  <a:pt x="262" y="7"/>
                  <a:pt x="269" y="0"/>
                  <a:pt x="283" y="0"/>
                </a:cubicBezTo>
                <a:cubicBezTo>
                  <a:pt x="297" y="0"/>
                  <a:pt x="304" y="7"/>
                  <a:pt x="311" y="14"/>
                </a:cubicBezTo>
                <a:cubicBezTo>
                  <a:pt x="340" y="14"/>
                  <a:pt x="340" y="14"/>
                  <a:pt x="340" y="14"/>
                </a:cubicBezTo>
                <a:cubicBezTo>
                  <a:pt x="347" y="7"/>
                  <a:pt x="354" y="0"/>
                  <a:pt x="368" y="0"/>
                </a:cubicBezTo>
                <a:cubicBezTo>
                  <a:pt x="382" y="0"/>
                  <a:pt x="389" y="7"/>
                  <a:pt x="396" y="14"/>
                </a:cubicBezTo>
                <a:cubicBezTo>
                  <a:pt x="424" y="14"/>
                  <a:pt x="424" y="14"/>
                  <a:pt x="424" y="14"/>
                </a:cubicBezTo>
                <a:cubicBezTo>
                  <a:pt x="431" y="7"/>
                  <a:pt x="438" y="0"/>
                  <a:pt x="453" y="0"/>
                </a:cubicBezTo>
                <a:cubicBezTo>
                  <a:pt x="467" y="0"/>
                  <a:pt x="474" y="7"/>
                  <a:pt x="481" y="14"/>
                </a:cubicBezTo>
                <a:cubicBezTo>
                  <a:pt x="509" y="14"/>
                  <a:pt x="509" y="14"/>
                  <a:pt x="509" y="14"/>
                </a:cubicBezTo>
                <a:cubicBezTo>
                  <a:pt x="516" y="7"/>
                  <a:pt x="523" y="0"/>
                  <a:pt x="537" y="0"/>
                </a:cubicBezTo>
                <a:cubicBezTo>
                  <a:pt x="552" y="0"/>
                  <a:pt x="566" y="7"/>
                  <a:pt x="566" y="28"/>
                </a:cubicBezTo>
                <a:cubicBezTo>
                  <a:pt x="566" y="35"/>
                  <a:pt x="559" y="49"/>
                  <a:pt x="544" y="49"/>
                </a:cubicBezTo>
                <a:cubicBezTo>
                  <a:pt x="544" y="84"/>
                  <a:pt x="544" y="84"/>
                  <a:pt x="544" y="84"/>
                </a:cubicBezTo>
                <a:cubicBezTo>
                  <a:pt x="559" y="84"/>
                  <a:pt x="566" y="98"/>
                  <a:pt x="566" y="113"/>
                </a:cubicBezTo>
                <a:cubicBezTo>
                  <a:pt x="566" y="120"/>
                  <a:pt x="559" y="134"/>
                  <a:pt x="544" y="134"/>
                </a:cubicBezTo>
                <a:cubicBezTo>
                  <a:pt x="544" y="169"/>
                  <a:pt x="544" y="169"/>
                  <a:pt x="544" y="169"/>
                </a:cubicBezTo>
                <a:cubicBezTo>
                  <a:pt x="559" y="169"/>
                  <a:pt x="566" y="183"/>
                  <a:pt x="566" y="198"/>
                </a:cubicBezTo>
                <a:cubicBezTo>
                  <a:pt x="566" y="205"/>
                  <a:pt x="559" y="219"/>
                  <a:pt x="544" y="219"/>
                </a:cubicBezTo>
                <a:cubicBezTo>
                  <a:pt x="544" y="254"/>
                  <a:pt x="544" y="254"/>
                  <a:pt x="544" y="254"/>
                </a:cubicBezTo>
                <a:cubicBezTo>
                  <a:pt x="559" y="254"/>
                  <a:pt x="566" y="268"/>
                  <a:pt x="566" y="282"/>
                </a:cubicBezTo>
                <a:cubicBezTo>
                  <a:pt x="566" y="289"/>
                  <a:pt x="559" y="304"/>
                  <a:pt x="544" y="304"/>
                </a:cubicBezTo>
                <a:cubicBezTo>
                  <a:pt x="544" y="339"/>
                  <a:pt x="544" y="339"/>
                  <a:pt x="544" y="339"/>
                </a:cubicBezTo>
                <a:cubicBezTo>
                  <a:pt x="559" y="339"/>
                  <a:pt x="566" y="353"/>
                  <a:pt x="566" y="367"/>
                </a:cubicBezTo>
                <a:cubicBezTo>
                  <a:pt x="566" y="374"/>
                  <a:pt x="559" y="388"/>
                  <a:pt x="544" y="388"/>
                </a:cubicBezTo>
                <a:cubicBezTo>
                  <a:pt x="544" y="424"/>
                  <a:pt x="544" y="424"/>
                  <a:pt x="544" y="424"/>
                </a:cubicBezTo>
                <a:cubicBezTo>
                  <a:pt x="559" y="424"/>
                  <a:pt x="566" y="438"/>
                  <a:pt x="566" y="452"/>
                </a:cubicBezTo>
                <a:close/>
                <a:moveTo>
                  <a:pt x="488" y="70"/>
                </a:moveTo>
                <a:lnTo>
                  <a:pt x="488" y="70"/>
                </a:lnTo>
                <a:cubicBezTo>
                  <a:pt x="78" y="70"/>
                  <a:pt x="78" y="70"/>
                  <a:pt x="78" y="70"/>
                </a:cubicBezTo>
                <a:cubicBezTo>
                  <a:pt x="78" y="487"/>
                  <a:pt x="78" y="487"/>
                  <a:pt x="78" y="487"/>
                </a:cubicBezTo>
                <a:cubicBezTo>
                  <a:pt x="488" y="487"/>
                  <a:pt x="488" y="487"/>
                  <a:pt x="488" y="487"/>
                </a:cubicBezTo>
                <a:lnTo>
                  <a:pt x="488" y="70"/>
                </a:lnTo>
                <a:close/>
                <a:moveTo>
                  <a:pt x="248" y="374"/>
                </a:moveTo>
                <a:lnTo>
                  <a:pt x="248" y="374"/>
                </a:lnTo>
                <a:cubicBezTo>
                  <a:pt x="375" y="212"/>
                  <a:pt x="375" y="212"/>
                  <a:pt x="375" y="212"/>
                </a:cubicBezTo>
                <a:cubicBezTo>
                  <a:pt x="460" y="346"/>
                  <a:pt x="460" y="346"/>
                  <a:pt x="460" y="346"/>
                </a:cubicBezTo>
                <a:cubicBezTo>
                  <a:pt x="460" y="459"/>
                  <a:pt x="460" y="459"/>
                  <a:pt x="460" y="459"/>
                </a:cubicBezTo>
                <a:cubicBezTo>
                  <a:pt x="106" y="459"/>
                  <a:pt x="106" y="459"/>
                  <a:pt x="106" y="459"/>
                </a:cubicBezTo>
                <a:cubicBezTo>
                  <a:pt x="219" y="346"/>
                  <a:pt x="219" y="346"/>
                  <a:pt x="219" y="346"/>
                </a:cubicBezTo>
                <a:lnTo>
                  <a:pt x="248" y="374"/>
                </a:lnTo>
                <a:close/>
                <a:moveTo>
                  <a:pt x="191" y="240"/>
                </a:moveTo>
                <a:lnTo>
                  <a:pt x="191" y="240"/>
                </a:lnTo>
                <a:cubicBezTo>
                  <a:pt x="156" y="240"/>
                  <a:pt x="135" y="219"/>
                  <a:pt x="135" y="183"/>
                </a:cubicBezTo>
                <a:cubicBezTo>
                  <a:pt x="135" y="155"/>
                  <a:pt x="156" y="127"/>
                  <a:pt x="191" y="127"/>
                </a:cubicBezTo>
                <a:cubicBezTo>
                  <a:pt x="219" y="127"/>
                  <a:pt x="248" y="155"/>
                  <a:pt x="248" y="183"/>
                </a:cubicBezTo>
                <a:cubicBezTo>
                  <a:pt x="248" y="219"/>
                  <a:pt x="219" y="240"/>
                  <a:pt x="191" y="24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47" name="Freeform 108">
            <a:extLst>
              <a:ext uri="{FF2B5EF4-FFF2-40B4-BE49-F238E27FC236}">
                <a16:creationId xmlns:a16="http://schemas.microsoft.com/office/drawing/2014/main" id="{60E69447-8872-8D31-1E6F-6971ED36B931}"/>
              </a:ext>
            </a:extLst>
          </p:cNvPr>
          <p:cNvSpPr>
            <a:spLocks noChangeArrowheads="1"/>
          </p:cNvSpPr>
          <p:nvPr/>
        </p:nvSpPr>
        <p:spPr bwMode="auto">
          <a:xfrm>
            <a:off x="556683" y="2946075"/>
            <a:ext cx="517561" cy="513547"/>
          </a:xfrm>
          <a:custGeom>
            <a:avLst/>
            <a:gdLst>
              <a:gd name="T0" fmla="*/ 2147483646 w 567"/>
              <a:gd name="T1" fmla="*/ 2147483646 h 566"/>
              <a:gd name="T2" fmla="*/ 2147483646 w 567"/>
              <a:gd name="T3" fmla="*/ 2147483646 h 566"/>
              <a:gd name="T4" fmla="*/ 2147483646 w 567"/>
              <a:gd name="T5" fmla="*/ 2147483646 h 566"/>
              <a:gd name="T6" fmla="*/ 2147483646 w 567"/>
              <a:gd name="T7" fmla="*/ 2147483646 h 566"/>
              <a:gd name="T8" fmla="*/ 2147483646 w 567"/>
              <a:gd name="T9" fmla="*/ 2147483646 h 566"/>
              <a:gd name="T10" fmla="*/ 2147483646 w 567"/>
              <a:gd name="T11" fmla="*/ 2147483646 h 566"/>
              <a:gd name="T12" fmla="*/ 2147483646 w 567"/>
              <a:gd name="T13" fmla="*/ 2147483646 h 566"/>
              <a:gd name="T14" fmla="*/ 2147483646 w 567"/>
              <a:gd name="T15" fmla="*/ 2147483646 h 566"/>
              <a:gd name="T16" fmla="*/ 2147483646 w 567"/>
              <a:gd name="T17" fmla="*/ 2147483646 h 566"/>
              <a:gd name="T18" fmla="*/ 2147483646 w 567"/>
              <a:gd name="T19" fmla="*/ 2147483646 h 566"/>
              <a:gd name="T20" fmla="*/ 2147483646 w 567"/>
              <a:gd name="T21" fmla="*/ 2147483646 h 566"/>
              <a:gd name="T22" fmla="*/ 2147483646 w 567"/>
              <a:gd name="T23" fmla="*/ 2147483646 h 566"/>
              <a:gd name="T24" fmla="*/ 2147483646 w 567"/>
              <a:gd name="T25" fmla="*/ 2147483646 h 566"/>
              <a:gd name="T26" fmla="*/ 0 w 567"/>
              <a:gd name="T27" fmla="*/ 2147483646 h 566"/>
              <a:gd name="T28" fmla="*/ 2147483646 w 567"/>
              <a:gd name="T29" fmla="*/ 2147483646 h 566"/>
              <a:gd name="T30" fmla="*/ 2147483646 w 567"/>
              <a:gd name="T31" fmla="*/ 2147483646 h 566"/>
              <a:gd name="T32" fmla="*/ 0 w 567"/>
              <a:gd name="T33" fmla="*/ 2147483646 h 566"/>
              <a:gd name="T34" fmla="*/ 2147483646 w 567"/>
              <a:gd name="T35" fmla="*/ 2147483646 h 566"/>
              <a:gd name="T36" fmla="*/ 2147483646 w 567"/>
              <a:gd name="T37" fmla="*/ 2147483646 h 566"/>
              <a:gd name="T38" fmla="*/ 0 w 567"/>
              <a:gd name="T39" fmla="*/ 2147483646 h 566"/>
              <a:gd name="T40" fmla="*/ 2147483646 w 567"/>
              <a:gd name="T41" fmla="*/ 2147483646 h 566"/>
              <a:gd name="T42" fmla="*/ 2147483646 w 567"/>
              <a:gd name="T43" fmla="*/ 0 h 566"/>
              <a:gd name="T44" fmla="*/ 2147483646 w 567"/>
              <a:gd name="T45" fmla="*/ 2147483646 h 566"/>
              <a:gd name="T46" fmla="*/ 2147483646 w 567"/>
              <a:gd name="T47" fmla="*/ 2147483646 h 566"/>
              <a:gd name="T48" fmla="*/ 2147483646 w 567"/>
              <a:gd name="T49" fmla="*/ 0 h 566"/>
              <a:gd name="T50" fmla="*/ 2147483646 w 567"/>
              <a:gd name="T51" fmla="*/ 2147483646 h 566"/>
              <a:gd name="T52" fmla="*/ 2147483646 w 567"/>
              <a:gd name="T53" fmla="*/ 2147483646 h 566"/>
              <a:gd name="T54" fmla="*/ 2147483646 w 567"/>
              <a:gd name="T55" fmla="*/ 0 h 566"/>
              <a:gd name="T56" fmla="*/ 2147483646 w 567"/>
              <a:gd name="T57" fmla="*/ 2147483646 h 566"/>
              <a:gd name="T58" fmla="*/ 2147483646 w 567"/>
              <a:gd name="T59" fmla="*/ 2147483646 h 566"/>
              <a:gd name="T60" fmla="*/ 2147483646 w 567"/>
              <a:gd name="T61" fmla="*/ 0 h 566"/>
              <a:gd name="T62" fmla="*/ 2147483646 w 567"/>
              <a:gd name="T63" fmla="*/ 2147483646 h 566"/>
              <a:gd name="T64" fmla="*/ 2147483646 w 567"/>
              <a:gd name="T65" fmla="*/ 2147483646 h 566"/>
              <a:gd name="T66" fmla="*/ 2147483646 w 567"/>
              <a:gd name="T67" fmla="*/ 2147483646 h 566"/>
              <a:gd name="T68" fmla="*/ 2147483646 w 567"/>
              <a:gd name="T69" fmla="*/ 2147483646 h 566"/>
              <a:gd name="T70" fmla="*/ 2147483646 w 567"/>
              <a:gd name="T71" fmla="*/ 2147483646 h 566"/>
              <a:gd name="T72" fmla="*/ 2147483646 w 567"/>
              <a:gd name="T73" fmla="*/ 2147483646 h 566"/>
              <a:gd name="T74" fmla="*/ 2147483646 w 567"/>
              <a:gd name="T75" fmla="*/ 2147483646 h 566"/>
              <a:gd name="T76" fmla="*/ 2147483646 w 567"/>
              <a:gd name="T77" fmla="*/ 2147483646 h 566"/>
              <a:gd name="T78" fmla="*/ 2147483646 w 567"/>
              <a:gd name="T79" fmla="*/ 2147483646 h 566"/>
              <a:gd name="T80" fmla="*/ 2147483646 w 567"/>
              <a:gd name="T81" fmla="*/ 2147483646 h 566"/>
              <a:gd name="T82" fmla="*/ 2147483646 w 567"/>
              <a:gd name="T83" fmla="*/ 2147483646 h 56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567" h="566">
                <a:moveTo>
                  <a:pt x="566" y="452"/>
                </a:moveTo>
                <a:lnTo>
                  <a:pt x="566" y="452"/>
                </a:lnTo>
                <a:cubicBezTo>
                  <a:pt x="566" y="459"/>
                  <a:pt x="559" y="473"/>
                  <a:pt x="544" y="473"/>
                </a:cubicBezTo>
                <a:cubicBezTo>
                  <a:pt x="544" y="509"/>
                  <a:pt x="544" y="509"/>
                  <a:pt x="544" y="509"/>
                </a:cubicBezTo>
                <a:cubicBezTo>
                  <a:pt x="559" y="509"/>
                  <a:pt x="566" y="523"/>
                  <a:pt x="566" y="537"/>
                </a:cubicBezTo>
                <a:cubicBezTo>
                  <a:pt x="566" y="551"/>
                  <a:pt x="551" y="565"/>
                  <a:pt x="537" y="565"/>
                </a:cubicBezTo>
                <a:cubicBezTo>
                  <a:pt x="523" y="565"/>
                  <a:pt x="509" y="558"/>
                  <a:pt x="509" y="544"/>
                </a:cubicBezTo>
                <a:cubicBezTo>
                  <a:pt x="474" y="544"/>
                  <a:pt x="474" y="544"/>
                  <a:pt x="474" y="544"/>
                </a:cubicBezTo>
                <a:cubicBezTo>
                  <a:pt x="474" y="558"/>
                  <a:pt x="460" y="565"/>
                  <a:pt x="453" y="565"/>
                </a:cubicBezTo>
                <a:cubicBezTo>
                  <a:pt x="438" y="565"/>
                  <a:pt x="424" y="558"/>
                  <a:pt x="424" y="544"/>
                </a:cubicBezTo>
                <a:cubicBezTo>
                  <a:pt x="389" y="544"/>
                  <a:pt x="389" y="544"/>
                  <a:pt x="389" y="544"/>
                </a:cubicBezTo>
                <a:cubicBezTo>
                  <a:pt x="389" y="558"/>
                  <a:pt x="375" y="565"/>
                  <a:pt x="368" y="565"/>
                </a:cubicBezTo>
                <a:cubicBezTo>
                  <a:pt x="354" y="565"/>
                  <a:pt x="340" y="558"/>
                  <a:pt x="340" y="544"/>
                </a:cubicBezTo>
                <a:cubicBezTo>
                  <a:pt x="304" y="544"/>
                  <a:pt x="304" y="544"/>
                  <a:pt x="304" y="544"/>
                </a:cubicBezTo>
                <a:cubicBezTo>
                  <a:pt x="304" y="558"/>
                  <a:pt x="290" y="565"/>
                  <a:pt x="283" y="565"/>
                </a:cubicBezTo>
                <a:cubicBezTo>
                  <a:pt x="269" y="565"/>
                  <a:pt x="255" y="558"/>
                  <a:pt x="255" y="544"/>
                </a:cubicBezTo>
                <a:cubicBezTo>
                  <a:pt x="219" y="544"/>
                  <a:pt x="219" y="544"/>
                  <a:pt x="219" y="544"/>
                </a:cubicBezTo>
                <a:cubicBezTo>
                  <a:pt x="219" y="558"/>
                  <a:pt x="205" y="565"/>
                  <a:pt x="198" y="565"/>
                </a:cubicBezTo>
                <a:cubicBezTo>
                  <a:pt x="184" y="565"/>
                  <a:pt x="170" y="558"/>
                  <a:pt x="170" y="544"/>
                </a:cubicBezTo>
                <a:cubicBezTo>
                  <a:pt x="135" y="544"/>
                  <a:pt x="135" y="544"/>
                  <a:pt x="135" y="544"/>
                </a:cubicBezTo>
                <a:cubicBezTo>
                  <a:pt x="135" y="558"/>
                  <a:pt x="120" y="565"/>
                  <a:pt x="113" y="565"/>
                </a:cubicBezTo>
                <a:cubicBezTo>
                  <a:pt x="99" y="565"/>
                  <a:pt x="85" y="558"/>
                  <a:pt x="85" y="544"/>
                </a:cubicBezTo>
                <a:cubicBezTo>
                  <a:pt x="50" y="544"/>
                  <a:pt x="50" y="544"/>
                  <a:pt x="50" y="544"/>
                </a:cubicBezTo>
                <a:cubicBezTo>
                  <a:pt x="50" y="558"/>
                  <a:pt x="36" y="565"/>
                  <a:pt x="29" y="565"/>
                </a:cubicBezTo>
                <a:cubicBezTo>
                  <a:pt x="7" y="565"/>
                  <a:pt x="0" y="551"/>
                  <a:pt x="0" y="537"/>
                </a:cubicBezTo>
                <a:cubicBezTo>
                  <a:pt x="0" y="523"/>
                  <a:pt x="7" y="509"/>
                  <a:pt x="14" y="509"/>
                </a:cubicBezTo>
                <a:cubicBezTo>
                  <a:pt x="14" y="473"/>
                  <a:pt x="14" y="473"/>
                  <a:pt x="14" y="473"/>
                </a:cubicBezTo>
                <a:cubicBezTo>
                  <a:pt x="7" y="473"/>
                  <a:pt x="0" y="459"/>
                  <a:pt x="0" y="452"/>
                </a:cubicBezTo>
                <a:cubicBezTo>
                  <a:pt x="0" y="438"/>
                  <a:pt x="7" y="424"/>
                  <a:pt x="14" y="424"/>
                </a:cubicBezTo>
                <a:cubicBezTo>
                  <a:pt x="14" y="388"/>
                  <a:pt x="14" y="388"/>
                  <a:pt x="14" y="388"/>
                </a:cubicBezTo>
                <a:cubicBezTo>
                  <a:pt x="7" y="388"/>
                  <a:pt x="0" y="374"/>
                  <a:pt x="0" y="367"/>
                </a:cubicBezTo>
                <a:cubicBezTo>
                  <a:pt x="0" y="353"/>
                  <a:pt x="7" y="339"/>
                  <a:pt x="14" y="339"/>
                </a:cubicBezTo>
                <a:cubicBezTo>
                  <a:pt x="14" y="304"/>
                  <a:pt x="14" y="304"/>
                  <a:pt x="14" y="304"/>
                </a:cubicBezTo>
                <a:cubicBezTo>
                  <a:pt x="7" y="304"/>
                  <a:pt x="0" y="289"/>
                  <a:pt x="0" y="282"/>
                </a:cubicBezTo>
                <a:cubicBezTo>
                  <a:pt x="0" y="268"/>
                  <a:pt x="7" y="254"/>
                  <a:pt x="14" y="254"/>
                </a:cubicBezTo>
                <a:cubicBezTo>
                  <a:pt x="14" y="219"/>
                  <a:pt x="14" y="219"/>
                  <a:pt x="14" y="219"/>
                </a:cubicBezTo>
                <a:cubicBezTo>
                  <a:pt x="7" y="219"/>
                  <a:pt x="0" y="205"/>
                  <a:pt x="0" y="198"/>
                </a:cubicBezTo>
                <a:cubicBezTo>
                  <a:pt x="0" y="183"/>
                  <a:pt x="7" y="169"/>
                  <a:pt x="14" y="169"/>
                </a:cubicBezTo>
                <a:cubicBezTo>
                  <a:pt x="14" y="134"/>
                  <a:pt x="14" y="134"/>
                  <a:pt x="14" y="134"/>
                </a:cubicBezTo>
                <a:cubicBezTo>
                  <a:pt x="7" y="134"/>
                  <a:pt x="0" y="120"/>
                  <a:pt x="0" y="113"/>
                </a:cubicBezTo>
                <a:cubicBezTo>
                  <a:pt x="0" y="98"/>
                  <a:pt x="7" y="84"/>
                  <a:pt x="14" y="84"/>
                </a:cubicBezTo>
                <a:cubicBezTo>
                  <a:pt x="14" y="49"/>
                  <a:pt x="14" y="49"/>
                  <a:pt x="14" y="49"/>
                </a:cubicBezTo>
                <a:cubicBezTo>
                  <a:pt x="7" y="49"/>
                  <a:pt x="0" y="35"/>
                  <a:pt x="0" y="28"/>
                </a:cubicBezTo>
                <a:cubicBezTo>
                  <a:pt x="0" y="7"/>
                  <a:pt x="7" y="0"/>
                  <a:pt x="29" y="0"/>
                </a:cubicBezTo>
                <a:cubicBezTo>
                  <a:pt x="36" y="0"/>
                  <a:pt x="50" y="7"/>
                  <a:pt x="50" y="14"/>
                </a:cubicBezTo>
                <a:cubicBezTo>
                  <a:pt x="85" y="14"/>
                  <a:pt x="85" y="14"/>
                  <a:pt x="85" y="14"/>
                </a:cubicBezTo>
                <a:cubicBezTo>
                  <a:pt x="85" y="7"/>
                  <a:pt x="99" y="0"/>
                  <a:pt x="113" y="0"/>
                </a:cubicBezTo>
                <a:cubicBezTo>
                  <a:pt x="120" y="0"/>
                  <a:pt x="135" y="7"/>
                  <a:pt x="135" y="14"/>
                </a:cubicBezTo>
                <a:cubicBezTo>
                  <a:pt x="170" y="14"/>
                  <a:pt x="170" y="14"/>
                  <a:pt x="170" y="14"/>
                </a:cubicBezTo>
                <a:cubicBezTo>
                  <a:pt x="170" y="7"/>
                  <a:pt x="184" y="0"/>
                  <a:pt x="198" y="0"/>
                </a:cubicBezTo>
                <a:cubicBezTo>
                  <a:pt x="205" y="0"/>
                  <a:pt x="219" y="7"/>
                  <a:pt x="219" y="14"/>
                </a:cubicBezTo>
                <a:cubicBezTo>
                  <a:pt x="255" y="14"/>
                  <a:pt x="255" y="14"/>
                  <a:pt x="255" y="14"/>
                </a:cubicBezTo>
                <a:cubicBezTo>
                  <a:pt x="255" y="7"/>
                  <a:pt x="269" y="0"/>
                  <a:pt x="283" y="0"/>
                </a:cubicBezTo>
                <a:cubicBezTo>
                  <a:pt x="290" y="0"/>
                  <a:pt x="304" y="7"/>
                  <a:pt x="304" y="14"/>
                </a:cubicBezTo>
                <a:cubicBezTo>
                  <a:pt x="340" y="14"/>
                  <a:pt x="340" y="14"/>
                  <a:pt x="340" y="14"/>
                </a:cubicBezTo>
                <a:cubicBezTo>
                  <a:pt x="340" y="7"/>
                  <a:pt x="354" y="0"/>
                  <a:pt x="368" y="0"/>
                </a:cubicBezTo>
                <a:cubicBezTo>
                  <a:pt x="375" y="0"/>
                  <a:pt x="389" y="7"/>
                  <a:pt x="389" y="14"/>
                </a:cubicBezTo>
                <a:cubicBezTo>
                  <a:pt x="424" y="14"/>
                  <a:pt x="424" y="14"/>
                  <a:pt x="424" y="14"/>
                </a:cubicBezTo>
                <a:cubicBezTo>
                  <a:pt x="424" y="7"/>
                  <a:pt x="438" y="0"/>
                  <a:pt x="453" y="0"/>
                </a:cubicBezTo>
                <a:cubicBezTo>
                  <a:pt x="460" y="0"/>
                  <a:pt x="474" y="7"/>
                  <a:pt x="474" y="14"/>
                </a:cubicBezTo>
                <a:cubicBezTo>
                  <a:pt x="509" y="14"/>
                  <a:pt x="509" y="14"/>
                  <a:pt x="509" y="14"/>
                </a:cubicBezTo>
                <a:cubicBezTo>
                  <a:pt x="509" y="7"/>
                  <a:pt x="523" y="0"/>
                  <a:pt x="537" y="0"/>
                </a:cubicBezTo>
                <a:cubicBezTo>
                  <a:pt x="551" y="0"/>
                  <a:pt x="566" y="7"/>
                  <a:pt x="566" y="28"/>
                </a:cubicBezTo>
                <a:cubicBezTo>
                  <a:pt x="566" y="35"/>
                  <a:pt x="559" y="49"/>
                  <a:pt x="544" y="49"/>
                </a:cubicBezTo>
                <a:cubicBezTo>
                  <a:pt x="544" y="84"/>
                  <a:pt x="544" y="84"/>
                  <a:pt x="544" y="84"/>
                </a:cubicBezTo>
                <a:cubicBezTo>
                  <a:pt x="559" y="84"/>
                  <a:pt x="566" y="98"/>
                  <a:pt x="566" y="113"/>
                </a:cubicBezTo>
                <a:cubicBezTo>
                  <a:pt x="566" y="120"/>
                  <a:pt x="559" y="134"/>
                  <a:pt x="544" y="134"/>
                </a:cubicBezTo>
                <a:cubicBezTo>
                  <a:pt x="544" y="169"/>
                  <a:pt x="544" y="169"/>
                  <a:pt x="544" y="169"/>
                </a:cubicBezTo>
                <a:cubicBezTo>
                  <a:pt x="559" y="169"/>
                  <a:pt x="566" y="183"/>
                  <a:pt x="566" y="198"/>
                </a:cubicBezTo>
                <a:cubicBezTo>
                  <a:pt x="566" y="205"/>
                  <a:pt x="559" y="219"/>
                  <a:pt x="544" y="219"/>
                </a:cubicBezTo>
                <a:cubicBezTo>
                  <a:pt x="544" y="254"/>
                  <a:pt x="544" y="254"/>
                  <a:pt x="544" y="254"/>
                </a:cubicBezTo>
                <a:cubicBezTo>
                  <a:pt x="559" y="254"/>
                  <a:pt x="566" y="268"/>
                  <a:pt x="566" y="282"/>
                </a:cubicBezTo>
                <a:cubicBezTo>
                  <a:pt x="566" y="289"/>
                  <a:pt x="559" y="304"/>
                  <a:pt x="544" y="304"/>
                </a:cubicBezTo>
                <a:cubicBezTo>
                  <a:pt x="544" y="339"/>
                  <a:pt x="544" y="339"/>
                  <a:pt x="544" y="339"/>
                </a:cubicBezTo>
                <a:cubicBezTo>
                  <a:pt x="559" y="339"/>
                  <a:pt x="566" y="353"/>
                  <a:pt x="566" y="367"/>
                </a:cubicBezTo>
                <a:cubicBezTo>
                  <a:pt x="566" y="374"/>
                  <a:pt x="559" y="388"/>
                  <a:pt x="544" y="388"/>
                </a:cubicBezTo>
                <a:cubicBezTo>
                  <a:pt x="544" y="424"/>
                  <a:pt x="544" y="424"/>
                  <a:pt x="544" y="424"/>
                </a:cubicBezTo>
                <a:cubicBezTo>
                  <a:pt x="559" y="424"/>
                  <a:pt x="566" y="438"/>
                  <a:pt x="566" y="452"/>
                </a:cubicBezTo>
                <a:close/>
                <a:moveTo>
                  <a:pt x="488" y="70"/>
                </a:moveTo>
                <a:lnTo>
                  <a:pt x="488" y="70"/>
                </a:lnTo>
                <a:cubicBezTo>
                  <a:pt x="71" y="70"/>
                  <a:pt x="71" y="70"/>
                  <a:pt x="71" y="70"/>
                </a:cubicBezTo>
                <a:cubicBezTo>
                  <a:pt x="71" y="487"/>
                  <a:pt x="71" y="487"/>
                  <a:pt x="71" y="487"/>
                </a:cubicBezTo>
                <a:cubicBezTo>
                  <a:pt x="488" y="487"/>
                  <a:pt x="488" y="487"/>
                  <a:pt x="488" y="487"/>
                </a:cubicBezTo>
                <a:lnTo>
                  <a:pt x="488" y="7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48" name="Freeform 109">
            <a:extLst>
              <a:ext uri="{FF2B5EF4-FFF2-40B4-BE49-F238E27FC236}">
                <a16:creationId xmlns:a16="http://schemas.microsoft.com/office/drawing/2014/main" id="{BEDA8116-D65B-E46D-2591-207336DDE29D}"/>
              </a:ext>
            </a:extLst>
          </p:cNvPr>
          <p:cNvSpPr>
            <a:spLocks noChangeArrowheads="1"/>
          </p:cNvSpPr>
          <p:nvPr/>
        </p:nvSpPr>
        <p:spPr bwMode="auto">
          <a:xfrm>
            <a:off x="11100452" y="1967125"/>
            <a:ext cx="549657" cy="549657"/>
          </a:xfrm>
          <a:custGeom>
            <a:avLst/>
            <a:gdLst>
              <a:gd name="T0" fmla="*/ 2147483646 w 602"/>
              <a:gd name="T1" fmla="*/ 2147483646 h 602"/>
              <a:gd name="T2" fmla="*/ 2147483646 w 602"/>
              <a:gd name="T3" fmla="*/ 2147483646 h 602"/>
              <a:gd name="T4" fmla="*/ 2147483646 w 602"/>
              <a:gd name="T5" fmla="*/ 2147483646 h 602"/>
              <a:gd name="T6" fmla="*/ 2147483646 w 602"/>
              <a:gd name="T7" fmla="*/ 2147483646 h 602"/>
              <a:gd name="T8" fmla="*/ 2147483646 w 602"/>
              <a:gd name="T9" fmla="*/ 2147483646 h 602"/>
              <a:gd name="T10" fmla="*/ 2147483646 w 602"/>
              <a:gd name="T11" fmla="*/ 2147483646 h 602"/>
              <a:gd name="T12" fmla="*/ 0 w 602"/>
              <a:gd name="T13" fmla="*/ 2147483646 h 602"/>
              <a:gd name="T14" fmla="*/ 2147483646 w 602"/>
              <a:gd name="T15" fmla="*/ 0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2147483646 w 602"/>
              <a:gd name="T25" fmla="*/ 2147483646 h 602"/>
              <a:gd name="T26" fmla="*/ 2147483646 w 602"/>
              <a:gd name="T27" fmla="*/ 2147483646 h 602"/>
              <a:gd name="T28" fmla="*/ 2147483646 w 602"/>
              <a:gd name="T29" fmla="*/ 2147483646 h 602"/>
              <a:gd name="T30" fmla="*/ 2147483646 w 602"/>
              <a:gd name="T31" fmla="*/ 2147483646 h 602"/>
              <a:gd name="T32" fmla="*/ 2147483646 w 602"/>
              <a:gd name="T33" fmla="*/ 2147483646 h 602"/>
              <a:gd name="T34" fmla="*/ 2147483646 w 602"/>
              <a:gd name="T35" fmla="*/ 2147483646 h 602"/>
              <a:gd name="T36" fmla="*/ 2147483646 w 602"/>
              <a:gd name="T37" fmla="*/ 2147483646 h 602"/>
              <a:gd name="T38" fmla="*/ 2147483646 w 602"/>
              <a:gd name="T39" fmla="*/ 2147483646 h 602"/>
              <a:gd name="T40" fmla="*/ 2147483646 w 602"/>
              <a:gd name="T41" fmla="*/ 2147483646 h 602"/>
              <a:gd name="T42" fmla="*/ 2147483646 w 602"/>
              <a:gd name="T43" fmla="*/ 2147483646 h 602"/>
              <a:gd name="T44" fmla="*/ 2147483646 w 602"/>
              <a:gd name="T45" fmla="*/ 2147483646 h 602"/>
              <a:gd name="T46" fmla="*/ 2147483646 w 602"/>
              <a:gd name="T47" fmla="*/ 2147483646 h 602"/>
              <a:gd name="T48" fmla="*/ 2147483646 w 602"/>
              <a:gd name="T49" fmla="*/ 2147483646 h 602"/>
              <a:gd name="T50" fmla="*/ 2147483646 w 602"/>
              <a:gd name="T51" fmla="*/ 2147483646 h 60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02" h="602">
                <a:moveTo>
                  <a:pt x="601" y="544"/>
                </a:moveTo>
                <a:lnTo>
                  <a:pt x="601" y="544"/>
                </a:lnTo>
                <a:cubicBezTo>
                  <a:pt x="601" y="573"/>
                  <a:pt x="573" y="601"/>
                  <a:pt x="544" y="601"/>
                </a:cubicBezTo>
                <a:cubicBezTo>
                  <a:pt x="530" y="601"/>
                  <a:pt x="516" y="594"/>
                  <a:pt x="502" y="587"/>
                </a:cubicBezTo>
                <a:cubicBezTo>
                  <a:pt x="339" y="417"/>
                  <a:pt x="339" y="417"/>
                  <a:pt x="339" y="417"/>
                </a:cubicBezTo>
                <a:cubicBezTo>
                  <a:pt x="304" y="438"/>
                  <a:pt x="269" y="453"/>
                  <a:pt x="226" y="453"/>
                </a:cubicBezTo>
                <a:cubicBezTo>
                  <a:pt x="99" y="453"/>
                  <a:pt x="0" y="347"/>
                  <a:pt x="0" y="226"/>
                </a:cubicBezTo>
                <a:cubicBezTo>
                  <a:pt x="0" y="99"/>
                  <a:pt x="99" y="0"/>
                  <a:pt x="226" y="0"/>
                </a:cubicBezTo>
                <a:cubicBezTo>
                  <a:pt x="346" y="0"/>
                  <a:pt x="452" y="99"/>
                  <a:pt x="452" y="226"/>
                </a:cubicBezTo>
                <a:cubicBezTo>
                  <a:pt x="452" y="269"/>
                  <a:pt x="438" y="304"/>
                  <a:pt x="417" y="340"/>
                </a:cubicBezTo>
                <a:cubicBezTo>
                  <a:pt x="587" y="502"/>
                  <a:pt x="587" y="502"/>
                  <a:pt x="587" y="502"/>
                </a:cubicBezTo>
                <a:cubicBezTo>
                  <a:pt x="594" y="516"/>
                  <a:pt x="601" y="530"/>
                  <a:pt x="601" y="544"/>
                </a:cubicBezTo>
                <a:close/>
                <a:moveTo>
                  <a:pt x="226" y="57"/>
                </a:moveTo>
                <a:lnTo>
                  <a:pt x="226" y="57"/>
                </a:lnTo>
                <a:cubicBezTo>
                  <a:pt x="127" y="57"/>
                  <a:pt x="57" y="127"/>
                  <a:pt x="57" y="226"/>
                </a:cubicBezTo>
                <a:cubicBezTo>
                  <a:pt x="57" y="318"/>
                  <a:pt x="127" y="396"/>
                  <a:pt x="226" y="396"/>
                </a:cubicBezTo>
                <a:cubicBezTo>
                  <a:pt x="318" y="396"/>
                  <a:pt x="396" y="318"/>
                  <a:pt x="396" y="226"/>
                </a:cubicBezTo>
                <a:cubicBezTo>
                  <a:pt x="396" y="127"/>
                  <a:pt x="318" y="57"/>
                  <a:pt x="226" y="57"/>
                </a:cubicBezTo>
                <a:close/>
                <a:moveTo>
                  <a:pt x="318" y="255"/>
                </a:moveTo>
                <a:lnTo>
                  <a:pt x="318" y="255"/>
                </a:lnTo>
                <a:cubicBezTo>
                  <a:pt x="127" y="255"/>
                  <a:pt x="127" y="255"/>
                  <a:pt x="127" y="255"/>
                </a:cubicBezTo>
                <a:cubicBezTo>
                  <a:pt x="113" y="255"/>
                  <a:pt x="99" y="241"/>
                  <a:pt x="99" y="226"/>
                </a:cubicBezTo>
                <a:cubicBezTo>
                  <a:pt x="99" y="205"/>
                  <a:pt x="113" y="198"/>
                  <a:pt x="127" y="198"/>
                </a:cubicBezTo>
                <a:cubicBezTo>
                  <a:pt x="318" y="198"/>
                  <a:pt x="318" y="198"/>
                  <a:pt x="318" y="198"/>
                </a:cubicBezTo>
                <a:cubicBezTo>
                  <a:pt x="332" y="198"/>
                  <a:pt x="346" y="205"/>
                  <a:pt x="346" y="226"/>
                </a:cubicBezTo>
                <a:cubicBezTo>
                  <a:pt x="346" y="241"/>
                  <a:pt x="332" y="255"/>
                  <a:pt x="318" y="25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49" name="Freeform 110">
            <a:extLst>
              <a:ext uri="{FF2B5EF4-FFF2-40B4-BE49-F238E27FC236}">
                <a16:creationId xmlns:a16="http://schemas.microsoft.com/office/drawing/2014/main" id="{7E474CA5-4270-72B5-33C5-342489D854AA}"/>
              </a:ext>
            </a:extLst>
          </p:cNvPr>
          <p:cNvSpPr>
            <a:spLocks noChangeArrowheads="1"/>
          </p:cNvSpPr>
          <p:nvPr/>
        </p:nvSpPr>
        <p:spPr bwMode="auto">
          <a:xfrm>
            <a:off x="10133540" y="1967125"/>
            <a:ext cx="553668" cy="549657"/>
          </a:xfrm>
          <a:custGeom>
            <a:avLst/>
            <a:gdLst>
              <a:gd name="T0" fmla="*/ 2147483646 w 609"/>
              <a:gd name="T1" fmla="*/ 2147483646 h 602"/>
              <a:gd name="T2" fmla="*/ 2147483646 w 609"/>
              <a:gd name="T3" fmla="*/ 2147483646 h 602"/>
              <a:gd name="T4" fmla="*/ 2147483646 w 609"/>
              <a:gd name="T5" fmla="*/ 2147483646 h 602"/>
              <a:gd name="T6" fmla="*/ 2147483646 w 609"/>
              <a:gd name="T7" fmla="*/ 2147483646 h 602"/>
              <a:gd name="T8" fmla="*/ 2147483646 w 609"/>
              <a:gd name="T9" fmla="*/ 2147483646 h 602"/>
              <a:gd name="T10" fmla="*/ 2147483646 w 609"/>
              <a:gd name="T11" fmla="*/ 2147483646 h 602"/>
              <a:gd name="T12" fmla="*/ 0 w 609"/>
              <a:gd name="T13" fmla="*/ 2147483646 h 602"/>
              <a:gd name="T14" fmla="*/ 2147483646 w 609"/>
              <a:gd name="T15" fmla="*/ 0 h 602"/>
              <a:gd name="T16" fmla="*/ 2147483646 w 609"/>
              <a:gd name="T17" fmla="*/ 2147483646 h 602"/>
              <a:gd name="T18" fmla="*/ 2147483646 w 609"/>
              <a:gd name="T19" fmla="*/ 2147483646 h 602"/>
              <a:gd name="T20" fmla="*/ 2147483646 w 609"/>
              <a:gd name="T21" fmla="*/ 2147483646 h 602"/>
              <a:gd name="T22" fmla="*/ 2147483646 w 609"/>
              <a:gd name="T23" fmla="*/ 2147483646 h 602"/>
              <a:gd name="T24" fmla="*/ 2147483646 w 609"/>
              <a:gd name="T25" fmla="*/ 2147483646 h 602"/>
              <a:gd name="T26" fmla="*/ 2147483646 w 609"/>
              <a:gd name="T27" fmla="*/ 2147483646 h 602"/>
              <a:gd name="T28" fmla="*/ 2147483646 w 609"/>
              <a:gd name="T29" fmla="*/ 2147483646 h 602"/>
              <a:gd name="T30" fmla="*/ 2147483646 w 609"/>
              <a:gd name="T31" fmla="*/ 2147483646 h 602"/>
              <a:gd name="T32" fmla="*/ 2147483646 w 609"/>
              <a:gd name="T33" fmla="*/ 2147483646 h 602"/>
              <a:gd name="T34" fmla="*/ 2147483646 w 609"/>
              <a:gd name="T35" fmla="*/ 2147483646 h 602"/>
              <a:gd name="T36" fmla="*/ 2147483646 w 609"/>
              <a:gd name="T37" fmla="*/ 2147483646 h 602"/>
              <a:gd name="T38" fmla="*/ 2147483646 w 609"/>
              <a:gd name="T39" fmla="*/ 2147483646 h 602"/>
              <a:gd name="T40" fmla="*/ 2147483646 w 609"/>
              <a:gd name="T41" fmla="*/ 2147483646 h 602"/>
              <a:gd name="T42" fmla="*/ 2147483646 w 609"/>
              <a:gd name="T43" fmla="*/ 2147483646 h 602"/>
              <a:gd name="T44" fmla="*/ 2147483646 w 609"/>
              <a:gd name="T45" fmla="*/ 2147483646 h 602"/>
              <a:gd name="T46" fmla="*/ 2147483646 w 609"/>
              <a:gd name="T47" fmla="*/ 2147483646 h 602"/>
              <a:gd name="T48" fmla="*/ 2147483646 w 609"/>
              <a:gd name="T49" fmla="*/ 2147483646 h 602"/>
              <a:gd name="T50" fmla="*/ 2147483646 w 609"/>
              <a:gd name="T51" fmla="*/ 2147483646 h 602"/>
              <a:gd name="T52" fmla="*/ 2147483646 w 609"/>
              <a:gd name="T53" fmla="*/ 2147483646 h 602"/>
              <a:gd name="T54" fmla="*/ 2147483646 w 609"/>
              <a:gd name="T55" fmla="*/ 2147483646 h 602"/>
              <a:gd name="T56" fmla="*/ 2147483646 w 609"/>
              <a:gd name="T57" fmla="*/ 2147483646 h 602"/>
              <a:gd name="T58" fmla="*/ 2147483646 w 609"/>
              <a:gd name="T59" fmla="*/ 2147483646 h 602"/>
              <a:gd name="T60" fmla="*/ 2147483646 w 609"/>
              <a:gd name="T61" fmla="*/ 2147483646 h 602"/>
              <a:gd name="T62" fmla="*/ 2147483646 w 609"/>
              <a:gd name="T63" fmla="*/ 2147483646 h 602"/>
              <a:gd name="T64" fmla="*/ 2147483646 w 609"/>
              <a:gd name="T65" fmla="*/ 2147483646 h 602"/>
              <a:gd name="T66" fmla="*/ 2147483646 w 609"/>
              <a:gd name="T67" fmla="*/ 2147483646 h 602"/>
              <a:gd name="T68" fmla="*/ 2147483646 w 609"/>
              <a:gd name="T69" fmla="*/ 2147483646 h 602"/>
              <a:gd name="T70" fmla="*/ 2147483646 w 609"/>
              <a:gd name="T71" fmla="*/ 2147483646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50" name="Freeform 111">
            <a:extLst>
              <a:ext uri="{FF2B5EF4-FFF2-40B4-BE49-F238E27FC236}">
                <a16:creationId xmlns:a16="http://schemas.microsoft.com/office/drawing/2014/main" id="{B96362C9-C085-BA6E-66F3-F5B604704CA5}"/>
              </a:ext>
            </a:extLst>
          </p:cNvPr>
          <p:cNvSpPr>
            <a:spLocks noChangeArrowheads="1"/>
          </p:cNvSpPr>
          <p:nvPr/>
        </p:nvSpPr>
        <p:spPr bwMode="auto">
          <a:xfrm>
            <a:off x="9178663" y="1967125"/>
            <a:ext cx="549655" cy="549657"/>
          </a:xfrm>
          <a:custGeom>
            <a:avLst/>
            <a:gdLst>
              <a:gd name="T0" fmla="*/ 2147483646 w 602"/>
              <a:gd name="T1" fmla="*/ 2147483646 h 602"/>
              <a:gd name="T2" fmla="*/ 2147483646 w 602"/>
              <a:gd name="T3" fmla="*/ 2147483646 h 602"/>
              <a:gd name="T4" fmla="*/ 2147483646 w 602"/>
              <a:gd name="T5" fmla="*/ 2147483646 h 602"/>
              <a:gd name="T6" fmla="*/ 2147483646 w 602"/>
              <a:gd name="T7" fmla="*/ 2147483646 h 602"/>
              <a:gd name="T8" fmla="*/ 2147483646 w 602"/>
              <a:gd name="T9" fmla="*/ 2147483646 h 602"/>
              <a:gd name="T10" fmla="*/ 2147483646 w 602"/>
              <a:gd name="T11" fmla="*/ 2147483646 h 602"/>
              <a:gd name="T12" fmla="*/ 2147483646 w 602"/>
              <a:gd name="T13" fmla="*/ 2147483646 h 602"/>
              <a:gd name="T14" fmla="*/ 2147483646 w 602"/>
              <a:gd name="T15" fmla="*/ 2147483646 h 602"/>
              <a:gd name="T16" fmla="*/ 0 w 602"/>
              <a:gd name="T17" fmla="*/ 2147483646 h 602"/>
              <a:gd name="T18" fmla="*/ 2147483646 w 602"/>
              <a:gd name="T19" fmla="*/ 0 h 602"/>
              <a:gd name="T20" fmla="*/ 2147483646 w 602"/>
              <a:gd name="T21" fmla="*/ 2147483646 h 602"/>
              <a:gd name="T22" fmla="*/ 2147483646 w 602"/>
              <a:gd name="T23" fmla="*/ 2147483646 h 602"/>
              <a:gd name="T24" fmla="*/ 2147483646 w 602"/>
              <a:gd name="T25" fmla="*/ 2147483646 h 602"/>
              <a:gd name="T26" fmla="*/ 2147483646 w 602"/>
              <a:gd name="T27" fmla="*/ 2147483646 h 602"/>
              <a:gd name="T28" fmla="*/ 2147483646 w 602"/>
              <a:gd name="T29" fmla="*/ 2147483646 h 602"/>
              <a:gd name="T30" fmla="*/ 2147483646 w 602"/>
              <a:gd name="T31" fmla="*/ 2147483646 h 602"/>
              <a:gd name="T32" fmla="*/ 2147483646 w 602"/>
              <a:gd name="T33" fmla="*/ 2147483646 h 602"/>
              <a:gd name="T34" fmla="*/ 2147483646 w 602"/>
              <a:gd name="T35" fmla="*/ 2147483646 h 602"/>
              <a:gd name="T36" fmla="*/ 2147483646 w 602"/>
              <a:gd name="T37" fmla="*/ 2147483646 h 60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02" h="602">
                <a:moveTo>
                  <a:pt x="586" y="502"/>
                </a:moveTo>
                <a:lnTo>
                  <a:pt x="586" y="502"/>
                </a:lnTo>
                <a:cubicBezTo>
                  <a:pt x="594" y="516"/>
                  <a:pt x="601" y="530"/>
                  <a:pt x="601" y="544"/>
                </a:cubicBezTo>
                <a:cubicBezTo>
                  <a:pt x="601" y="573"/>
                  <a:pt x="579" y="601"/>
                  <a:pt x="544" y="601"/>
                </a:cubicBezTo>
                <a:cubicBezTo>
                  <a:pt x="530" y="601"/>
                  <a:pt x="516" y="594"/>
                  <a:pt x="509" y="587"/>
                </a:cubicBezTo>
                <a:cubicBezTo>
                  <a:pt x="339" y="417"/>
                  <a:pt x="339" y="417"/>
                  <a:pt x="339" y="417"/>
                </a:cubicBezTo>
                <a:cubicBezTo>
                  <a:pt x="304" y="438"/>
                  <a:pt x="269" y="453"/>
                  <a:pt x="226" y="453"/>
                </a:cubicBezTo>
                <a:cubicBezTo>
                  <a:pt x="99" y="453"/>
                  <a:pt x="0" y="347"/>
                  <a:pt x="0" y="226"/>
                </a:cubicBezTo>
                <a:cubicBezTo>
                  <a:pt x="0" y="99"/>
                  <a:pt x="99" y="0"/>
                  <a:pt x="226" y="0"/>
                </a:cubicBezTo>
                <a:cubicBezTo>
                  <a:pt x="353" y="0"/>
                  <a:pt x="452" y="99"/>
                  <a:pt x="452" y="226"/>
                </a:cubicBezTo>
                <a:cubicBezTo>
                  <a:pt x="452" y="269"/>
                  <a:pt x="438" y="304"/>
                  <a:pt x="424" y="340"/>
                </a:cubicBezTo>
                <a:cubicBezTo>
                  <a:pt x="586" y="502"/>
                  <a:pt x="586" y="502"/>
                  <a:pt x="586" y="502"/>
                </a:cubicBezTo>
                <a:close/>
                <a:moveTo>
                  <a:pt x="226" y="57"/>
                </a:moveTo>
                <a:lnTo>
                  <a:pt x="226" y="57"/>
                </a:lnTo>
                <a:cubicBezTo>
                  <a:pt x="134" y="57"/>
                  <a:pt x="56" y="127"/>
                  <a:pt x="56" y="226"/>
                </a:cubicBezTo>
                <a:cubicBezTo>
                  <a:pt x="56" y="318"/>
                  <a:pt x="134" y="396"/>
                  <a:pt x="226" y="396"/>
                </a:cubicBezTo>
                <a:cubicBezTo>
                  <a:pt x="318" y="396"/>
                  <a:pt x="396" y="318"/>
                  <a:pt x="396" y="226"/>
                </a:cubicBezTo>
                <a:cubicBezTo>
                  <a:pt x="396" y="127"/>
                  <a:pt x="318" y="57"/>
                  <a:pt x="226" y="5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51" name="Freeform 112">
            <a:extLst>
              <a:ext uri="{FF2B5EF4-FFF2-40B4-BE49-F238E27FC236}">
                <a16:creationId xmlns:a16="http://schemas.microsoft.com/office/drawing/2014/main" id="{111641E3-4899-B4C7-0F3D-07586591F172}"/>
              </a:ext>
            </a:extLst>
          </p:cNvPr>
          <p:cNvSpPr>
            <a:spLocks noChangeArrowheads="1"/>
          </p:cNvSpPr>
          <p:nvPr/>
        </p:nvSpPr>
        <p:spPr bwMode="auto">
          <a:xfrm>
            <a:off x="8219772" y="1967125"/>
            <a:ext cx="545644" cy="549657"/>
          </a:xfrm>
          <a:custGeom>
            <a:avLst/>
            <a:gdLst>
              <a:gd name="T0" fmla="*/ 2147483646 w 601"/>
              <a:gd name="T1" fmla="*/ 2147483646 h 602"/>
              <a:gd name="T2" fmla="*/ 2147483646 w 601"/>
              <a:gd name="T3" fmla="*/ 2147483646 h 602"/>
              <a:gd name="T4" fmla="*/ 0 w 601"/>
              <a:gd name="T5" fmla="*/ 2147483646 h 602"/>
              <a:gd name="T6" fmla="*/ 2147483646 w 601"/>
              <a:gd name="T7" fmla="*/ 0 h 602"/>
              <a:gd name="T8" fmla="*/ 2147483646 w 601"/>
              <a:gd name="T9" fmla="*/ 2147483646 h 602"/>
              <a:gd name="T10" fmla="*/ 2147483646 w 601"/>
              <a:gd name="T11" fmla="*/ 2147483646 h 602"/>
              <a:gd name="T12" fmla="*/ 2147483646 w 601"/>
              <a:gd name="T13" fmla="*/ 2147483646 h 602"/>
              <a:gd name="T14" fmla="*/ 2147483646 w 601"/>
              <a:gd name="T15" fmla="*/ 2147483646 h 602"/>
              <a:gd name="T16" fmla="*/ 2147483646 w 601"/>
              <a:gd name="T17" fmla="*/ 2147483646 h 602"/>
              <a:gd name="T18" fmla="*/ 2147483646 w 601"/>
              <a:gd name="T19" fmla="*/ 2147483646 h 602"/>
              <a:gd name="T20" fmla="*/ 2147483646 w 601"/>
              <a:gd name="T21" fmla="*/ 2147483646 h 602"/>
              <a:gd name="T22" fmla="*/ 2147483646 w 601"/>
              <a:gd name="T23" fmla="*/ 2147483646 h 602"/>
              <a:gd name="T24" fmla="*/ 2147483646 w 601"/>
              <a:gd name="T25" fmla="*/ 2147483646 h 602"/>
              <a:gd name="T26" fmla="*/ 2147483646 w 601"/>
              <a:gd name="T27" fmla="*/ 2147483646 h 602"/>
              <a:gd name="T28" fmla="*/ 2147483646 w 601"/>
              <a:gd name="T29" fmla="*/ 2147483646 h 602"/>
              <a:gd name="T30" fmla="*/ 2147483646 w 601"/>
              <a:gd name="T31" fmla="*/ 2147483646 h 602"/>
              <a:gd name="T32" fmla="*/ 2147483646 w 601"/>
              <a:gd name="T33" fmla="*/ 2147483646 h 602"/>
              <a:gd name="T34" fmla="*/ 2147483646 w 601"/>
              <a:gd name="T35" fmla="*/ 2147483646 h 602"/>
              <a:gd name="T36" fmla="*/ 2147483646 w 601"/>
              <a:gd name="T37" fmla="*/ 2147483646 h 602"/>
              <a:gd name="T38" fmla="*/ 2147483646 w 601"/>
              <a:gd name="T39" fmla="*/ 2147483646 h 602"/>
              <a:gd name="T40" fmla="*/ 2147483646 w 601"/>
              <a:gd name="T41" fmla="*/ 2147483646 h 602"/>
              <a:gd name="T42" fmla="*/ 2147483646 w 601"/>
              <a:gd name="T43" fmla="*/ 2147483646 h 602"/>
              <a:gd name="T44" fmla="*/ 2147483646 w 601"/>
              <a:gd name="T45" fmla="*/ 2147483646 h 602"/>
              <a:gd name="T46" fmla="*/ 2147483646 w 601"/>
              <a:gd name="T47" fmla="*/ 2147483646 h 602"/>
              <a:gd name="T48" fmla="*/ 2147483646 w 601"/>
              <a:gd name="T49" fmla="*/ 2147483646 h 602"/>
              <a:gd name="T50" fmla="*/ 2147483646 w 601"/>
              <a:gd name="T51" fmla="*/ 2147483646 h 602"/>
              <a:gd name="T52" fmla="*/ 2147483646 w 601"/>
              <a:gd name="T53" fmla="*/ 2147483646 h 602"/>
              <a:gd name="T54" fmla="*/ 2147483646 w 601"/>
              <a:gd name="T55" fmla="*/ 2147483646 h 602"/>
              <a:gd name="T56" fmla="*/ 2147483646 w 601"/>
              <a:gd name="T57" fmla="*/ 2147483646 h 602"/>
              <a:gd name="T58" fmla="*/ 2147483646 w 601"/>
              <a:gd name="T59" fmla="*/ 2147483646 h 602"/>
              <a:gd name="T60" fmla="*/ 2147483646 w 601"/>
              <a:gd name="T61" fmla="*/ 2147483646 h 602"/>
              <a:gd name="T62" fmla="*/ 2147483646 w 601"/>
              <a:gd name="T63" fmla="*/ 2147483646 h 602"/>
              <a:gd name="T64" fmla="*/ 2147483646 w 601"/>
              <a:gd name="T65" fmla="*/ 2147483646 h 602"/>
              <a:gd name="T66" fmla="*/ 2147483646 w 601"/>
              <a:gd name="T67" fmla="*/ 2147483646 h 602"/>
              <a:gd name="T68" fmla="*/ 2147483646 w 601"/>
              <a:gd name="T69" fmla="*/ 2147483646 h 602"/>
              <a:gd name="T70" fmla="*/ 2147483646 w 601"/>
              <a:gd name="T71" fmla="*/ 2147483646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1" h="602">
                <a:moveTo>
                  <a:pt x="297" y="601"/>
                </a:moveTo>
                <a:lnTo>
                  <a:pt x="297" y="601"/>
                </a:lnTo>
                <a:cubicBezTo>
                  <a:pt x="134" y="601"/>
                  <a:pt x="0" y="467"/>
                  <a:pt x="0" y="297"/>
                </a:cubicBezTo>
                <a:cubicBezTo>
                  <a:pt x="0" y="135"/>
                  <a:pt x="134" y="0"/>
                  <a:pt x="297" y="0"/>
                </a:cubicBezTo>
                <a:cubicBezTo>
                  <a:pt x="466" y="0"/>
                  <a:pt x="600" y="135"/>
                  <a:pt x="600" y="297"/>
                </a:cubicBezTo>
                <a:cubicBezTo>
                  <a:pt x="600" y="467"/>
                  <a:pt x="466" y="601"/>
                  <a:pt x="297" y="601"/>
                </a:cubicBezTo>
                <a:close/>
                <a:moveTo>
                  <a:pt x="297" y="57"/>
                </a:moveTo>
                <a:lnTo>
                  <a:pt x="297" y="57"/>
                </a:lnTo>
                <a:cubicBezTo>
                  <a:pt x="162" y="57"/>
                  <a:pt x="56" y="163"/>
                  <a:pt x="56" y="297"/>
                </a:cubicBezTo>
                <a:cubicBezTo>
                  <a:pt x="56" y="431"/>
                  <a:pt x="162" y="544"/>
                  <a:pt x="297" y="544"/>
                </a:cubicBezTo>
                <a:cubicBezTo>
                  <a:pt x="431" y="544"/>
                  <a:pt x="544" y="431"/>
                  <a:pt x="544" y="297"/>
                </a:cubicBezTo>
                <a:cubicBezTo>
                  <a:pt x="544" y="163"/>
                  <a:pt x="431" y="57"/>
                  <a:pt x="297" y="57"/>
                </a:cubicBezTo>
                <a:close/>
                <a:moveTo>
                  <a:pt x="438" y="318"/>
                </a:moveTo>
                <a:lnTo>
                  <a:pt x="438" y="318"/>
                </a:lnTo>
                <a:cubicBezTo>
                  <a:pt x="346" y="403"/>
                  <a:pt x="346" y="403"/>
                  <a:pt x="346" y="403"/>
                </a:cubicBezTo>
                <a:cubicBezTo>
                  <a:pt x="339" y="410"/>
                  <a:pt x="332" y="410"/>
                  <a:pt x="325" y="410"/>
                </a:cubicBezTo>
                <a:cubicBezTo>
                  <a:pt x="311" y="410"/>
                  <a:pt x="297" y="403"/>
                  <a:pt x="297" y="382"/>
                </a:cubicBezTo>
                <a:cubicBezTo>
                  <a:pt x="297" y="375"/>
                  <a:pt x="304" y="368"/>
                  <a:pt x="311" y="361"/>
                </a:cubicBezTo>
                <a:cubicBezTo>
                  <a:pt x="346" y="325"/>
                  <a:pt x="346" y="325"/>
                  <a:pt x="346" y="325"/>
                </a:cubicBezTo>
                <a:cubicBezTo>
                  <a:pt x="176" y="325"/>
                  <a:pt x="176" y="325"/>
                  <a:pt x="176" y="325"/>
                </a:cubicBezTo>
                <a:cubicBezTo>
                  <a:pt x="162" y="325"/>
                  <a:pt x="148" y="318"/>
                  <a:pt x="148" y="297"/>
                </a:cubicBezTo>
                <a:cubicBezTo>
                  <a:pt x="148" y="283"/>
                  <a:pt x="162" y="269"/>
                  <a:pt x="176" y="269"/>
                </a:cubicBezTo>
                <a:cubicBezTo>
                  <a:pt x="346" y="269"/>
                  <a:pt x="346" y="269"/>
                  <a:pt x="346" y="269"/>
                </a:cubicBezTo>
                <a:cubicBezTo>
                  <a:pt x="311" y="234"/>
                  <a:pt x="311" y="234"/>
                  <a:pt x="311" y="234"/>
                </a:cubicBezTo>
                <a:cubicBezTo>
                  <a:pt x="304" y="234"/>
                  <a:pt x="297" y="226"/>
                  <a:pt x="297" y="212"/>
                </a:cubicBezTo>
                <a:cubicBezTo>
                  <a:pt x="297" y="198"/>
                  <a:pt x="311" y="184"/>
                  <a:pt x="325" y="184"/>
                </a:cubicBezTo>
                <a:cubicBezTo>
                  <a:pt x="332" y="184"/>
                  <a:pt x="339" y="191"/>
                  <a:pt x="346" y="191"/>
                </a:cubicBezTo>
                <a:cubicBezTo>
                  <a:pt x="438" y="276"/>
                  <a:pt x="438" y="276"/>
                  <a:pt x="438" y="276"/>
                </a:cubicBezTo>
                <a:cubicBezTo>
                  <a:pt x="445" y="283"/>
                  <a:pt x="452" y="290"/>
                  <a:pt x="452" y="297"/>
                </a:cubicBezTo>
                <a:cubicBezTo>
                  <a:pt x="452" y="311"/>
                  <a:pt x="445" y="318"/>
                  <a:pt x="438" y="31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52" name="Freeform 113">
            <a:extLst>
              <a:ext uri="{FF2B5EF4-FFF2-40B4-BE49-F238E27FC236}">
                <a16:creationId xmlns:a16="http://schemas.microsoft.com/office/drawing/2014/main" id="{F74C3AD5-4B3F-11D3-1AD6-1F0043456F12}"/>
              </a:ext>
            </a:extLst>
          </p:cNvPr>
          <p:cNvSpPr>
            <a:spLocks noChangeArrowheads="1"/>
          </p:cNvSpPr>
          <p:nvPr/>
        </p:nvSpPr>
        <p:spPr bwMode="auto">
          <a:xfrm>
            <a:off x="7256871" y="1967125"/>
            <a:ext cx="553668" cy="549657"/>
          </a:xfrm>
          <a:custGeom>
            <a:avLst/>
            <a:gdLst>
              <a:gd name="T0" fmla="*/ 2147483646 w 608"/>
              <a:gd name="T1" fmla="*/ 2147483646 h 602"/>
              <a:gd name="T2" fmla="*/ 2147483646 w 608"/>
              <a:gd name="T3" fmla="*/ 2147483646 h 602"/>
              <a:gd name="T4" fmla="*/ 0 w 608"/>
              <a:gd name="T5" fmla="*/ 2147483646 h 602"/>
              <a:gd name="T6" fmla="*/ 2147483646 w 608"/>
              <a:gd name="T7" fmla="*/ 0 h 602"/>
              <a:gd name="T8" fmla="*/ 2147483646 w 608"/>
              <a:gd name="T9" fmla="*/ 2147483646 h 602"/>
              <a:gd name="T10" fmla="*/ 2147483646 w 608"/>
              <a:gd name="T11" fmla="*/ 2147483646 h 602"/>
              <a:gd name="T12" fmla="*/ 2147483646 w 608"/>
              <a:gd name="T13" fmla="*/ 2147483646 h 602"/>
              <a:gd name="T14" fmla="*/ 2147483646 w 608"/>
              <a:gd name="T15" fmla="*/ 2147483646 h 602"/>
              <a:gd name="T16" fmla="*/ 2147483646 w 608"/>
              <a:gd name="T17" fmla="*/ 2147483646 h 602"/>
              <a:gd name="T18" fmla="*/ 2147483646 w 608"/>
              <a:gd name="T19" fmla="*/ 2147483646 h 602"/>
              <a:gd name="T20" fmla="*/ 2147483646 w 608"/>
              <a:gd name="T21" fmla="*/ 2147483646 h 602"/>
              <a:gd name="T22" fmla="*/ 2147483646 w 608"/>
              <a:gd name="T23" fmla="*/ 2147483646 h 602"/>
              <a:gd name="T24" fmla="*/ 2147483646 w 608"/>
              <a:gd name="T25" fmla="*/ 2147483646 h 602"/>
              <a:gd name="T26" fmla="*/ 2147483646 w 608"/>
              <a:gd name="T27" fmla="*/ 2147483646 h 602"/>
              <a:gd name="T28" fmla="*/ 2147483646 w 608"/>
              <a:gd name="T29" fmla="*/ 2147483646 h 602"/>
              <a:gd name="T30" fmla="*/ 2147483646 w 608"/>
              <a:gd name="T31" fmla="*/ 2147483646 h 602"/>
              <a:gd name="T32" fmla="*/ 2147483646 w 608"/>
              <a:gd name="T33" fmla="*/ 2147483646 h 602"/>
              <a:gd name="T34" fmla="*/ 2147483646 w 608"/>
              <a:gd name="T35" fmla="*/ 2147483646 h 602"/>
              <a:gd name="T36" fmla="*/ 2147483646 w 608"/>
              <a:gd name="T37" fmla="*/ 2147483646 h 602"/>
              <a:gd name="T38" fmla="*/ 2147483646 w 608"/>
              <a:gd name="T39" fmla="*/ 2147483646 h 602"/>
              <a:gd name="T40" fmla="*/ 2147483646 w 608"/>
              <a:gd name="T41" fmla="*/ 2147483646 h 602"/>
              <a:gd name="T42" fmla="*/ 2147483646 w 608"/>
              <a:gd name="T43" fmla="*/ 2147483646 h 602"/>
              <a:gd name="T44" fmla="*/ 2147483646 w 608"/>
              <a:gd name="T45" fmla="*/ 2147483646 h 602"/>
              <a:gd name="T46" fmla="*/ 2147483646 w 608"/>
              <a:gd name="T47" fmla="*/ 2147483646 h 602"/>
              <a:gd name="T48" fmla="*/ 2147483646 w 608"/>
              <a:gd name="T49" fmla="*/ 2147483646 h 602"/>
              <a:gd name="T50" fmla="*/ 2147483646 w 608"/>
              <a:gd name="T51" fmla="*/ 2147483646 h 602"/>
              <a:gd name="T52" fmla="*/ 2147483646 w 608"/>
              <a:gd name="T53" fmla="*/ 2147483646 h 602"/>
              <a:gd name="T54" fmla="*/ 2147483646 w 608"/>
              <a:gd name="T55" fmla="*/ 2147483646 h 602"/>
              <a:gd name="T56" fmla="*/ 2147483646 w 608"/>
              <a:gd name="T57" fmla="*/ 2147483646 h 602"/>
              <a:gd name="T58" fmla="*/ 2147483646 w 608"/>
              <a:gd name="T59" fmla="*/ 2147483646 h 602"/>
              <a:gd name="T60" fmla="*/ 2147483646 w 608"/>
              <a:gd name="T61" fmla="*/ 2147483646 h 602"/>
              <a:gd name="T62" fmla="*/ 2147483646 w 608"/>
              <a:gd name="T63" fmla="*/ 2147483646 h 602"/>
              <a:gd name="T64" fmla="*/ 2147483646 w 608"/>
              <a:gd name="T65" fmla="*/ 2147483646 h 602"/>
              <a:gd name="T66" fmla="*/ 2147483646 w 608"/>
              <a:gd name="T67" fmla="*/ 2147483646 h 602"/>
              <a:gd name="T68" fmla="*/ 2147483646 w 608"/>
              <a:gd name="T69" fmla="*/ 2147483646 h 602"/>
              <a:gd name="T70" fmla="*/ 2147483646 w 608"/>
              <a:gd name="T71" fmla="*/ 2147483646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8" h="602">
                <a:moveTo>
                  <a:pt x="304" y="601"/>
                </a:moveTo>
                <a:lnTo>
                  <a:pt x="304" y="601"/>
                </a:lnTo>
                <a:cubicBezTo>
                  <a:pt x="134" y="601"/>
                  <a:pt x="0" y="467"/>
                  <a:pt x="0" y="297"/>
                </a:cubicBezTo>
                <a:cubicBezTo>
                  <a:pt x="0" y="135"/>
                  <a:pt x="134" y="0"/>
                  <a:pt x="304" y="0"/>
                </a:cubicBezTo>
                <a:cubicBezTo>
                  <a:pt x="473" y="0"/>
                  <a:pt x="607" y="135"/>
                  <a:pt x="607" y="297"/>
                </a:cubicBezTo>
                <a:cubicBezTo>
                  <a:pt x="607" y="467"/>
                  <a:pt x="473" y="601"/>
                  <a:pt x="304" y="601"/>
                </a:cubicBezTo>
                <a:close/>
                <a:moveTo>
                  <a:pt x="304" y="57"/>
                </a:moveTo>
                <a:lnTo>
                  <a:pt x="304" y="57"/>
                </a:lnTo>
                <a:cubicBezTo>
                  <a:pt x="169" y="57"/>
                  <a:pt x="56" y="163"/>
                  <a:pt x="56" y="297"/>
                </a:cubicBezTo>
                <a:cubicBezTo>
                  <a:pt x="56" y="431"/>
                  <a:pt x="169" y="544"/>
                  <a:pt x="304" y="544"/>
                </a:cubicBezTo>
                <a:cubicBezTo>
                  <a:pt x="438" y="544"/>
                  <a:pt x="551" y="431"/>
                  <a:pt x="551" y="297"/>
                </a:cubicBezTo>
                <a:cubicBezTo>
                  <a:pt x="551" y="163"/>
                  <a:pt x="438" y="57"/>
                  <a:pt x="304" y="57"/>
                </a:cubicBezTo>
                <a:close/>
                <a:moveTo>
                  <a:pt x="424" y="325"/>
                </a:moveTo>
                <a:lnTo>
                  <a:pt x="424" y="325"/>
                </a:lnTo>
                <a:cubicBezTo>
                  <a:pt x="254" y="325"/>
                  <a:pt x="254" y="325"/>
                  <a:pt x="254" y="325"/>
                </a:cubicBezTo>
                <a:cubicBezTo>
                  <a:pt x="297" y="361"/>
                  <a:pt x="297" y="361"/>
                  <a:pt x="297" y="361"/>
                </a:cubicBezTo>
                <a:cubicBezTo>
                  <a:pt x="297" y="368"/>
                  <a:pt x="304" y="375"/>
                  <a:pt x="304" y="382"/>
                </a:cubicBezTo>
                <a:cubicBezTo>
                  <a:pt x="304" y="403"/>
                  <a:pt x="290" y="410"/>
                  <a:pt x="275" y="410"/>
                </a:cubicBezTo>
                <a:cubicBezTo>
                  <a:pt x="268" y="410"/>
                  <a:pt x="261" y="410"/>
                  <a:pt x="254" y="403"/>
                </a:cubicBezTo>
                <a:cubicBezTo>
                  <a:pt x="162" y="318"/>
                  <a:pt x="162" y="318"/>
                  <a:pt x="162" y="318"/>
                </a:cubicBezTo>
                <a:cubicBezTo>
                  <a:pt x="155" y="318"/>
                  <a:pt x="155" y="311"/>
                  <a:pt x="155" y="297"/>
                </a:cubicBezTo>
                <a:cubicBezTo>
                  <a:pt x="155" y="290"/>
                  <a:pt x="155" y="283"/>
                  <a:pt x="162" y="276"/>
                </a:cubicBezTo>
                <a:cubicBezTo>
                  <a:pt x="254" y="191"/>
                  <a:pt x="254" y="191"/>
                  <a:pt x="254" y="191"/>
                </a:cubicBezTo>
                <a:cubicBezTo>
                  <a:pt x="261" y="191"/>
                  <a:pt x="268" y="184"/>
                  <a:pt x="275" y="184"/>
                </a:cubicBezTo>
                <a:cubicBezTo>
                  <a:pt x="290" y="184"/>
                  <a:pt x="304" y="198"/>
                  <a:pt x="304" y="212"/>
                </a:cubicBezTo>
                <a:cubicBezTo>
                  <a:pt x="304" y="226"/>
                  <a:pt x="297" y="234"/>
                  <a:pt x="297" y="234"/>
                </a:cubicBezTo>
                <a:cubicBezTo>
                  <a:pt x="254" y="269"/>
                  <a:pt x="254" y="269"/>
                  <a:pt x="254" y="269"/>
                </a:cubicBezTo>
                <a:cubicBezTo>
                  <a:pt x="424" y="269"/>
                  <a:pt x="424" y="269"/>
                  <a:pt x="424" y="269"/>
                </a:cubicBezTo>
                <a:cubicBezTo>
                  <a:pt x="445" y="269"/>
                  <a:pt x="452" y="283"/>
                  <a:pt x="452" y="297"/>
                </a:cubicBezTo>
                <a:cubicBezTo>
                  <a:pt x="452" y="318"/>
                  <a:pt x="445" y="325"/>
                  <a:pt x="424" y="32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53" name="Freeform 114">
            <a:extLst>
              <a:ext uri="{FF2B5EF4-FFF2-40B4-BE49-F238E27FC236}">
                <a16:creationId xmlns:a16="http://schemas.microsoft.com/office/drawing/2014/main" id="{7DFDEE48-6F69-0AA8-CA26-86D764AD8EAD}"/>
              </a:ext>
            </a:extLst>
          </p:cNvPr>
          <p:cNvSpPr>
            <a:spLocks noChangeArrowheads="1"/>
          </p:cNvSpPr>
          <p:nvPr/>
        </p:nvSpPr>
        <p:spPr bwMode="auto">
          <a:xfrm>
            <a:off x="6297983" y="1967125"/>
            <a:ext cx="545644" cy="549657"/>
          </a:xfrm>
          <a:custGeom>
            <a:avLst/>
            <a:gdLst>
              <a:gd name="T0" fmla="*/ 2147483646 w 601"/>
              <a:gd name="T1" fmla="*/ 2147483646 h 602"/>
              <a:gd name="T2" fmla="*/ 2147483646 w 601"/>
              <a:gd name="T3" fmla="*/ 2147483646 h 602"/>
              <a:gd name="T4" fmla="*/ 0 w 601"/>
              <a:gd name="T5" fmla="*/ 2147483646 h 602"/>
              <a:gd name="T6" fmla="*/ 2147483646 w 601"/>
              <a:gd name="T7" fmla="*/ 0 h 602"/>
              <a:gd name="T8" fmla="*/ 2147483646 w 601"/>
              <a:gd name="T9" fmla="*/ 2147483646 h 602"/>
              <a:gd name="T10" fmla="*/ 2147483646 w 601"/>
              <a:gd name="T11" fmla="*/ 2147483646 h 602"/>
              <a:gd name="T12" fmla="*/ 2147483646 w 601"/>
              <a:gd name="T13" fmla="*/ 2147483646 h 602"/>
              <a:gd name="T14" fmla="*/ 2147483646 w 601"/>
              <a:gd name="T15" fmla="*/ 2147483646 h 602"/>
              <a:gd name="T16" fmla="*/ 2147483646 w 601"/>
              <a:gd name="T17" fmla="*/ 2147483646 h 602"/>
              <a:gd name="T18" fmla="*/ 2147483646 w 601"/>
              <a:gd name="T19" fmla="*/ 2147483646 h 602"/>
              <a:gd name="T20" fmla="*/ 2147483646 w 601"/>
              <a:gd name="T21" fmla="*/ 2147483646 h 602"/>
              <a:gd name="T22" fmla="*/ 2147483646 w 601"/>
              <a:gd name="T23" fmla="*/ 2147483646 h 602"/>
              <a:gd name="T24" fmla="*/ 2147483646 w 601"/>
              <a:gd name="T25" fmla="*/ 2147483646 h 602"/>
              <a:gd name="T26" fmla="*/ 2147483646 w 601"/>
              <a:gd name="T27" fmla="*/ 2147483646 h 602"/>
              <a:gd name="T28" fmla="*/ 2147483646 w 601"/>
              <a:gd name="T29" fmla="*/ 2147483646 h 602"/>
              <a:gd name="T30" fmla="*/ 2147483646 w 601"/>
              <a:gd name="T31" fmla="*/ 2147483646 h 602"/>
              <a:gd name="T32" fmla="*/ 2147483646 w 601"/>
              <a:gd name="T33" fmla="*/ 2147483646 h 602"/>
              <a:gd name="T34" fmla="*/ 2147483646 w 601"/>
              <a:gd name="T35" fmla="*/ 2147483646 h 602"/>
              <a:gd name="T36" fmla="*/ 2147483646 w 601"/>
              <a:gd name="T37" fmla="*/ 2147483646 h 602"/>
              <a:gd name="T38" fmla="*/ 2147483646 w 601"/>
              <a:gd name="T39" fmla="*/ 2147483646 h 602"/>
              <a:gd name="T40" fmla="*/ 2147483646 w 601"/>
              <a:gd name="T41" fmla="*/ 2147483646 h 602"/>
              <a:gd name="T42" fmla="*/ 2147483646 w 601"/>
              <a:gd name="T43" fmla="*/ 2147483646 h 602"/>
              <a:gd name="T44" fmla="*/ 2147483646 w 601"/>
              <a:gd name="T45" fmla="*/ 2147483646 h 602"/>
              <a:gd name="T46" fmla="*/ 2147483646 w 601"/>
              <a:gd name="T47" fmla="*/ 2147483646 h 602"/>
              <a:gd name="T48" fmla="*/ 2147483646 w 601"/>
              <a:gd name="T49" fmla="*/ 2147483646 h 602"/>
              <a:gd name="T50" fmla="*/ 2147483646 w 601"/>
              <a:gd name="T51" fmla="*/ 2147483646 h 602"/>
              <a:gd name="T52" fmla="*/ 2147483646 w 601"/>
              <a:gd name="T53" fmla="*/ 2147483646 h 602"/>
              <a:gd name="T54" fmla="*/ 2147483646 w 601"/>
              <a:gd name="T55" fmla="*/ 2147483646 h 602"/>
              <a:gd name="T56" fmla="*/ 2147483646 w 601"/>
              <a:gd name="T57" fmla="*/ 2147483646 h 602"/>
              <a:gd name="T58" fmla="*/ 2147483646 w 601"/>
              <a:gd name="T59" fmla="*/ 2147483646 h 602"/>
              <a:gd name="T60" fmla="*/ 2147483646 w 601"/>
              <a:gd name="T61" fmla="*/ 2147483646 h 602"/>
              <a:gd name="T62" fmla="*/ 2147483646 w 601"/>
              <a:gd name="T63" fmla="*/ 2147483646 h 602"/>
              <a:gd name="T64" fmla="*/ 2147483646 w 601"/>
              <a:gd name="T65" fmla="*/ 2147483646 h 602"/>
              <a:gd name="T66" fmla="*/ 2147483646 w 601"/>
              <a:gd name="T67" fmla="*/ 2147483646 h 602"/>
              <a:gd name="T68" fmla="*/ 2147483646 w 601"/>
              <a:gd name="T69" fmla="*/ 2147483646 h 602"/>
              <a:gd name="T70" fmla="*/ 2147483646 w 601"/>
              <a:gd name="T71" fmla="*/ 2147483646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1" h="602">
                <a:moveTo>
                  <a:pt x="304" y="601"/>
                </a:moveTo>
                <a:lnTo>
                  <a:pt x="304" y="601"/>
                </a:lnTo>
                <a:cubicBezTo>
                  <a:pt x="134" y="601"/>
                  <a:pt x="0" y="467"/>
                  <a:pt x="0" y="297"/>
                </a:cubicBezTo>
                <a:cubicBezTo>
                  <a:pt x="0" y="135"/>
                  <a:pt x="134" y="0"/>
                  <a:pt x="304" y="0"/>
                </a:cubicBezTo>
                <a:cubicBezTo>
                  <a:pt x="466" y="0"/>
                  <a:pt x="600" y="135"/>
                  <a:pt x="600" y="297"/>
                </a:cubicBezTo>
                <a:cubicBezTo>
                  <a:pt x="600" y="467"/>
                  <a:pt x="466" y="601"/>
                  <a:pt x="304" y="601"/>
                </a:cubicBezTo>
                <a:close/>
                <a:moveTo>
                  <a:pt x="304" y="57"/>
                </a:moveTo>
                <a:lnTo>
                  <a:pt x="304" y="57"/>
                </a:lnTo>
                <a:cubicBezTo>
                  <a:pt x="169" y="57"/>
                  <a:pt x="56" y="163"/>
                  <a:pt x="56" y="297"/>
                </a:cubicBezTo>
                <a:cubicBezTo>
                  <a:pt x="56" y="431"/>
                  <a:pt x="169" y="544"/>
                  <a:pt x="304" y="544"/>
                </a:cubicBezTo>
                <a:cubicBezTo>
                  <a:pt x="438" y="544"/>
                  <a:pt x="544" y="431"/>
                  <a:pt x="544" y="297"/>
                </a:cubicBezTo>
                <a:cubicBezTo>
                  <a:pt x="544" y="163"/>
                  <a:pt x="438" y="57"/>
                  <a:pt x="304" y="57"/>
                </a:cubicBezTo>
                <a:close/>
                <a:moveTo>
                  <a:pt x="388" y="297"/>
                </a:moveTo>
                <a:lnTo>
                  <a:pt x="388" y="297"/>
                </a:lnTo>
                <a:cubicBezTo>
                  <a:pt x="374" y="297"/>
                  <a:pt x="367" y="297"/>
                  <a:pt x="367" y="290"/>
                </a:cubicBezTo>
                <a:cubicBezTo>
                  <a:pt x="332" y="248"/>
                  <a:pt x="332" y="248"/>
                  <a:pt x="332" y="248"/>
                </a:cubicBezTo>
                <a:cubicBezTo>
                  <a:pt x="332" y="424"/>
                  <a:pt x="332" y="424"/>
                  <a:pt x="332" y="424"/>
                </a:cubicBezTo>
                <a:cubicBezTo>
                  <a:pt x="332" y="438"/>
                  <a:pt x="318" y="453"/>
                  <a:pt x="304" y="453"/>
                </a:cubicBezTo>
                <a:cubicBezTo>
                  <a:pt x="282" y="453"/>
                  <a:pt x="275" y="438"/>
                  <a:pt x="275" y="424"/>
                </a:cubicBezTo>
                <a:cubicBezTo>
                  <a:pt x="275" y="248"/>
                  <a:pt x="275" y="248"/>
                  <a:pt x="275" y="248"/>
                </a:cubicBezTo>
                <a:cubicBezTo>
                  <a:pt x="240" y="290"/>
                  <a:pt x="240" y="290"/>
                  <a:pt x="240" y="290"/>
                </a:cubicBezTo>
                <a:cubicBezTo>
                  <a:pt x="233" y="297"/>
                  <a:pt x="226" y="297"/>
                  <a:pt x="219" y="297"/>
                </a:cubicBezTo>
                <a:cubicBezTo>
                  <a:pt x="197" y="297"/>
                  <a:pt x="190" y="290"/>
                  <a:pt x="190" y="269"/>
                </a:cubicBezTo>
                <a:cubicBezTo>
                  <a:pt x="190" y="262"/>
                  <a:pt x="190" y="255"/>
                  <a:pt x="197" y="255"/>
                </a:cubicBezTo>
                <a:cubicBezTo>
                  <a:pt x="282" y="156"/>
                  <a:pt x="282" y="156"/>
                  <a:pt x="282" y="156"/>
                </a:cubicBezTo>
                <a:cubicBezTo>
                  <a:pt x="282" y="156"/>
                  <a:pt x="289" y="149"/>
                  <a:pt x="304" y="149"/>
                </a:cubicBezTo>
                <a:cubicBezTo>
                  <a:pt x="311" y="149"/>
                  <a:pt x="318" y="156"/>
                  <a:pt x="325" y="156"/>
                </a:cubicBezTo>
                <a:cubicBezTo>
                  <a:pt x="410" y="255"/>
                  <a:pt x="410" y="255"/>
                  <a:pt x="410" y="255"/>
                </a:cubicBezTo>
                <a:cubicBezTo>
                  <a:pt x="410" y="255"/>
                  <a:pt x="417" y="262"/>
                  <a:pt x="417" y="269"/>
                </a:cubicBezTo>
                <a:cubicBezTo>
                  <a:pt x="417" y="290"/>
                  <a:pt x="402" y="297"/>
                  <a:pt x="388" y="29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54" name="Freeform 115">
            <a:extLst>
              <a:ext uri="{FF2B5EF4-FFF2-40B4-BE49-F238E27FC236}">
                <a16:creationId xmlns:a16="http://schemas.microsoft.com/office/drawing/2014/main" id="{803CBB2C-1E97-F6A8-1785-ABEEDC072912}"/>
              </a:ext>
            </a:extLst>
          </p:cNvPr>
          <p:cNvSpPr>
            <a:spLocks noChangeArrowheads="1"/>
          </p:cNvSpPr>
          <p:nvPr/>
        </p:nvSpPr>
        <p:spPr bwMode="auto">
          <a:xfrm>
            <a:off x="5339093" y="1967125"/>
            <a:ext cx="545644" cy="549657"/>
          </a:xfrm>
          <a:custGeom>
            <a:avLst/>
            <a:gdLst>
              <a:gd name="T0" fmla="*/ 2147483646 w 601"/>
              <a:gd name="T1" fmla="*/ 2147483646 h 602"/>
              <a:gd name="T2" fmla="*/ 2147483646 w 601"/>
              <a:gd name="T3" fmla="*/ 2147483646 h 602"/>
              <a:gd name="T4" fmla="*/ 0 w 601"/>
              <a:gd name="T5" fmla="*/ 2147483646 h 602"/>
              <a:gd name="T6" fmla="*/ 2147483646 w 601"/>
              <a:gd name="T7" fmla="*/ 0 h 602"/>
              <a:gd name="T8" fmla="*/ 2147483646 w 601"/>
              <a:gd name="T9" fmla="*/ 2147483646 h 602"/>
              <a:gd name="T10" fmla="*/ 2147483646 w 601"/>
              <a:gd name="T11" fmla="*/ 2147483646 h 602"/>
              <a:gd name="T12" fmla="*/ 2147483646 w 601"/>
              <a:gd name="T13" fmla="*/ 2147483646 h 602"/>
              <a:gd name="T14" fmla="*/ 2147483646 w 601"/>
              <a:gd name="T15" fmla="*/ 2147483646 h 602"/>
              <a:gd name="T16" fmla="*/ 2147483646 w 601"/>
              <a:gd name="T17" fmla="*/ 2147483646 h 602"/>
              <a:gd name="T18" fmla="*/ 2147483646 w 601"/>
              <a:gd name="T19" fmla="*/ 2147483646 h 602"/>
              <a:gd name="T20" fmla="*/ 2147483646 w 601"/>
              <a:gd name="T21" fmla="*/ 2147483646 h 602"/>
              <a:gd name="T22" fmla="*/ 2147483646 w 601"/>
              <a:gd name="T23" fmla="*/ 2147483646 h 602"/>
              <a:gd name="T24" fmla="*/ 2147483646 w 601"/>
              <a:gd name="T25" fmla="*/ 2147483646 h 602"/>
              <a:gd name="T26" fmla="*/ 2147483646 w 601"/>
              <a:gd name="T27" fmla="*/ 2147483646 h 602"/>
              <a:gd name="T28" fmla="*/ 2147483646 w 601"/>
              <a:gd name="T29" fmla="*/ 2147483646 h 602"/>
              <a:gd name="T30" fmla="*/ 2147483646 w 601"/>
              <a:gd name="T31" fmla="*/ 2147483646 h 602"/>
              <a:gd name="T32" fmla="*/ 2147483646 w 601"/>
              <a:gd name="T33" fmla="*/ 2147483646 h 602"/>
              <a:gd name="T34" fmla="*/ 2147483646 w 601"/>
              <a:gd name="T35" fmla="*/ 2147483646 h 602"/>
              <a:gd name="T36" fmla="*/ 2147483646 w 601"/>
              <a:gd name="T37" fmla="*/ 2147483646 h 602"/>
              <a:gd name="T38" fmla="*/ 2147483646 w 601"/>
              <a:gd name="T39" fmla="*/ 2147483646 h 602"/>
              <a:gd name="T40" fmla="*/ 2147483646 w 601"/>
              <a:gd name="T41" fmla="*/ 2147483646 h 602"/>
              <a:gd name="T42" fmla="*/ 2147483646 w 601"/>
              <a:gd name="T43" fmla="*/ 2147483646 h 602"/>
              <a:gd name="T44" fmla="*/ 2147483646 w 601"/>
              <a:gd name="T45" fmla="*/ 2147483646 h 602"/>
              <a:gd name="T46" fmla="*/ 2147483646 w 601"/>
              <a:gd name="T47" fmla="*/ 2147483646 h 602"/>
              <a:gd name="T48" fmla="*/ 2147483646 w 601"/>
              <a:gd name="T49" fmla="*/ 2147483646 h 602"/>
              <a:gd name="T50" fmla="*/ 2147483646 w 601"/>
              <a:gd name="T51" fmla="*/ 2147483646 h 602"/>
              <a:gd name="T52" fmla="*/ 2147483646 w 601"/>
              <a:gd name="T53" fmla="*/ 2147483646 h 602"/>
              <a:gd name="T54" fmla="*/ 2147483646 w 601"/>
              <a:gd name="T55" fmla="*/ 2147483646 h 602"/>
              <a:gd name="T56" fmla="*/ 2147483646 w 601"/>
              <a:gd name="T57" fmla="*/ 2147483646 h 602"/>
              <a:gd name="T58" fmla="*/ 2147483646 w 601"/>
              <a:gd name="T59" fmla="*/ 2147483646 h 602"/>
              <a:gd name="T60" fmla="*/ 2147483646 w 601"/>
              <a:gd name="T61" fmla="*/ 2147483646 h 602"/>
              <a:gd name="T62" fmla="*/ 2147483646 w 601"/>
              <a:gd name="T63" fmla="*/ 2147483646 h 602"/>
              <a:gd name="T64" fmla="*/ 2147483646 w 601"/>
              <a:gd name="T65" fmla="*/ 2147483646 h 602"/>
              <a:gd name="T66" fmla="*/ 2147483646 w 601"/>
              <a:gd name="T67" fmla="*/ 2147483646 h 602"/>
              <a:gd name="T68" fmla="*/ 2147483646 w 601"/>
              <a:gd name="T69" fmla="*/ 2147483646 h 60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601" h="602">
                <a:moveTo>
                  <a:pt x="296" y="601"/>
                </a:moveTo>
                <a:lnTo>
                  <a:pt x="296" y="601"/>
                </a:lnTo>
                <a:cubicBezTo>
                  <a:pt x="134" y="601"/>
                  <a:pt x="0" y="467"/>
                  <a:pt x="0" y="297"/>
                </a:cubicBezTo>
                <a:cubicBezTo>
                  <a:pt x="0" y="135"/>
                  <a:pt x="134" y="0"/>
                  <a:pt x="296" y="0"/>
                </a:cubicBezTo>
                <a:cubicBezTo>
                  <a:pt x="466" y="0"/>
                  <a:pt x="600" y="135"/>
                  <a:pt x="600" y="297"/>
                </a:cubicBezTo>
                <a:cubicBezTo>
                  <a:pt x="600" y="467"/>
                  <a:pt x="466" y="601"/>
                  <a:pt x="296" y="601"/>
                </a:cubicBezTo>
                <a:close/>
                <a:moveTo>
                  <a:pt x="296" y="57"/>
                </a:moveTo>
                <a:lnTo>
                  <a:pt x="296" y="57"/>
                </a:lnTo>
                <a:cubicBezTo>
                  <a:pt x="162" y="57"/>
                  <a:pt x="56" y="163"/>
                  <a:pt x="56" y="297"/>
                </a:cubicBezTo>
                <a:cubicBezTo>
                  <a:pt x="56" y="431"/>
                  <a:pt x="162" y="544"/>
                  <a:pt x="296" y="544"/>
                </a:cubicBezTo>
                <a:cubicBezTo>
                  <a:pt x="431" y="544"/>
                  <a:pt x="544" y="431"/>
                  <a:pt x="544" y="297"/>
                </a:cubicBezTo>
                <a:cubicBezTo>
                  <a:pt x="544" y="163"/>
                  <a:pt x="431" y="57"/>
                  <a:pt x="296" y="57"/>
                </a:cubicBezTo>
                <a:close/>
                <a:moveTo>
                  <a:pt x="402" y="347"/>
                </a:moveTo>
                <a:lnTo>
                  <a:pt x="402" y="347"/>
                </a:lnTo>
                <a:cubicBezTo>
                  <a:pt x="318" y="438"/>
                  <a:pt x="318" y="438"/>
                  <a:pt x="318" y="438"/>
                </a:cubicBezTo>
                <a:cubicBezTo>
                  <a:pt x="318" y="446"/>
                  <a:pt x="311" y="453"/>
                  <a:pt x="296" y="453"/>
                </a:cubicBezTo>
                <a:cubicBezTo>
                  <a:pt x="289" y="453"/>
                  <a:pt x="282" y="446"/>
                  <a:pt x="275" y="438"/>
                </a:cubicBezTo>
                <a:cubicBezTo>
                  <a:pt x="190" y="347"/>
                  <a:pt x="190" y="347"/>
                  <a:pt x="190" y="347"/>
                </a:cubicBezTo>
                <a:cubicBezTo>
                  <a:pt x="190" y="340"/>
                  <a:pt x="183" y="333"/>
                  <a:pt x="183" y="325"/>
                </a:cubicBezTo>
                <a:cubicBezTo>
                  <a:pt x="183" y="311"/>
                  <a:pt x="197" y="297"/>
                  <a:pt x="211" y="297"/>
                </a:cubicBezTo>
                <a:cubicBezTo>
                  <a:pt x="226" y="297"/>
                  <a:pt x="233" y="304"/>
                  <a:pt x="233" y="311"/>
                </a:cubicBezTo>
                <a:cubicBezTo>
                  <a:pt x="268" y="347"/>
                  <a:pt x="268" y="347"/>
                  <a:pt x="268" y="347"/>
                </a:cubicBezTo>
                <a:cubicBezTo>
                  <a:pt x="268" y="177"/>
                  <a:pt x="268" y="177"/>
                  <a:pt x="268" y="177"/>
                </a:cubicBezTo>
                <a:cubicBezTo>
                  <a:pt x="268" y="163"/>
                  <a:pt x="282" y="149"/>
                  <a:pt x="296" y="149"/>
                </a:cubicBezTo>
                <a:cubicBezTo>
                  <a:pt x="318" y="149"/>
                  <a:pt x="325" y="163"/>
                  <a:pt x="325" y="177"/>
                </a:cubicBezTo>
                <a:cubicBezTo>
                  <a:pt x="325" y="347"/>
                  <a:pt x="325" y="347"/>
                  <a:pt x="325" y="347"/>
                </a:cubicBezTo>
                <a:cubicBezTo>
                  <a:pt x="360" y="311"/>
                  <a:pt x="360" y="311"/>
                  <a:pt x="360" y="311"/>
                </a:cubicBezTo>
                <a:cubicBezTo>
                  <a:pt x="367" y="304"/>
                  <a:pt x="374" y="297"/>
                  <a:pt x="381" y="297"/>
                </a:cubicBezTo>
                <a:cubicBezTo>
                  <a:pt x="402" y="297"/>
                  <a:pt x="409" y="311"/>
                  <a:pt x="409" y="325"/>
                </a:cubicBezTo>
                <a:cubicBezTo>
                  <a:pt x="409" y="333"/>
                  <a:pt x="409" y="340"/>
                  <a:pt x="402" y="34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55" name="Freeform 116">
            <a:extLst>
              <a:ext uri="{FF2B5EF4-FFF2-40B4-BE49-F238E27FC236}">
                <a16:creationId xmlns:a16="http://schemas.microsoft.com/office/drawing/2014/main" id="{92FBCFD5-AB6C-F9F8-9A3F-4E19E11F992F}"/>
              </a:ext>
            </a:extLst>
          </p:cNvPr>
          <p:cNvSpPr>
            <a:spLocks noChangeArrowheads="1"/>
          </p:cNvSpPr>
          <p:nvPr/>
        </p:nvSpPr>
        <p:spPr bwMode="auto">
          <a:xfrm>
            <a:off x="4376191" y="1967125"/>
            <a:ext cx="553668" cy="549657"/>
          </a:xfrm>
          <a:custGeom>
            <a:avLst/>
            <a:gdLst>
              <a:gd name="T0" fmla="*/ 2147483646 w 609"/>
              <a:gd name="T1" fmla="*/ 2147483646 h 602"/>
              <a:gd name="T2" fmla="*/ 2147483646 w 609"/>
              <a:gd name="T3" fmla="*/ 2147483646 h 602"/>
              <a:gd name="T4" fmla="*/ 0 w 609"/>
              <a:gd name="T5" fmla="*/ 2147483646 h 602"/>
              <a:gd name="T6" fmla="*/ 2147483646 w 609"/>
              <a:gd name="T7" fmla="*/ 0 h 602"/>
              <a:gd name="T8" fmla="*/ 2147483646 w 609"/>
              <a:gd name="T9" fmla="*/ 2147483646 h 602"/>
              <a:gd name="T10" fmla="*/ 2147483646 w 609"/>
              <a:gd name="T11" fmla="*/ 2147483646 h 602"/>
              <a:gd name="T12" fmla="*/ 2147483646 w 609"/>
              <a:gd name="T13" fmla="*/ 2147483646 h 602"/>
              <a:gd name="T14" fmla="*/ 2147483646 w 609"/>
              <a:gd name="T15" fmla="*/ 2147483646 h 602"/>
              <a:gd name="T16" fmla="*/ 2147483646 w 609"/>
              <a:gd name="T17" fmla="*/ 2147483646 h 602"/>
              <a:gd name="T18" fmla="*/ 2147483646 w 609"/>
              <a:gd name="T19" fmla="*/ 2147483646 h 602"/>
              <a:gd name="T20" fmla="*/ 2147483646 w 609"/>
              <a:gd name="T21" fmla="*/ 2147483646 h 602"/>
              <a:gd name="T22" fmla="*/ 2147483646 w 609"/>
              <a:gd name="T23" fmla="*/ 2147483646 h 602"/>
              <a:gd name="T24" fmla="*/ 2147483646 w 609"/>
              <a:gd name="T25" fmla="*/ 2147483646 h 602"/>
              <a:gd name="T26" fmla="*/ 2147483646 w 609"/>
              <a:gd name="T27" fmla="*/ 2147483646 h 602"/>
              <a:gd name="T28" fmla="*/ 2147483646 w 609"/>
              <a:gd name="T29" fmla="*/ 2147483646 h 602"/>
              <a:gd name="T30" fmla="*/ 2147483646 w 609"/>
              <a:gd name="T31" fmla="*/ 2147483646 h 602"/>
              <a:gd name="T32" fmla="*/ 2147483646 w 609"/>
              <a:gd name="T33" fmla="*/ 2147483646 h 602"/>
              <a:gd name="T34" fmla="*/ 2147483646 w 609"/>
              <a:gd name="T35" fmla="*/ 2147483646 h 60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609" h="602">
                <a:moveTo>
                  <a:pt x="304" y="601"/>
                </a:moveTo>
                <a:lnTo>
                  <a:pt x="304" y="601"/>
                </a:lnTo>
                <a:cubicBezTo>
                  <a:pt x="135" y="601"/>
                  <a:pt x="0" y="467"/>
                  <a:pt x="0" y="297"/>
                </a:cubicBezTo>
                <a:cubicBezTo>
                  <a:pt x="0" y="135"/>
                  <a:pt x="135" y="0"/>
                  <a:pt x="304" y="0"/>
                </a:cubicBezTo>
                <a:cubicBezTo>
                  <a:pt x="474" y="0"/>
                  <a:pt x="608" y="135"/>
                  <a:pt x="608" y="297"/>
                </a:cubicBezTo>
                <a:cubicBezTo>
                  <a:pt x="608" y="467"/>
                  <a:pt x="474" y="601"/>
                  <a:pt x="304" y="601"/>
                </a:cubicBezTo>
                <a:close/>
                <a:moveTo>
                  <a:pt x="57" y="297"/>
                </a:moveTo>
                <a:lnTo>
                  <a:pt x="57" y="297"/>
                </a:lnTo>
                <a:cubicBezTo>
                  <a:pt x="57" y="431"/>
                  <a:pt x="170" y="544"/>
                  <a:pt x="304" y="544"/>
                </a:cubicBezTo>
                <a:cubicBezTo>
                  <a:pt x="361" y="544"/>
                  <a:pt x="417" y="523"/>
                  <a:pt x="460" y="488"/>
                </a:cubicBezTo>
                <a:cubicBezTo>
                  <a:pt x="113" y="149"/>
                  <a:pt x="113" y="149"/>
                  <a:pt x="113" y="149"/>
                </a:cubicBezTo>
                <a:cubicBezTo>
                  <a:pt x="78" y="191"/>
                  <a:pt x="57" y="241"/>
                  <a:pt x="57" y="297"/>
                </a:cubicBezTo>
                <a:close/>
                <a:moveTo>
                  <a:pt x="304" y="57"/>
                </a:moveTo>
                <a:lnTo>
                  <a:pt x="304" y="57"/>
                </a:lnTo>
                <a:cubicBezTo>
                  <a:pt x="248" y="57"/>
                  <a:pt x="191" y="71"/>
                  <a:pt x="149" y="106"/>
                </a:cubicBezTo>
                <a:cubicBezTo>
                  <a:pt x="495" y="453"/>
                  <a:pt x="495" y="453"/>
                  <a:pt x="495" y="453"/>
                </a:cubicBezTo>
                <a:cubicBezTo>
                  <a:pt x="530" y="410"/>
                  <a:pt x="552" y="354"/>
                  <a:pt x="552" y="297"/>
                </a:cubicBezTo>
                <a:cubicBezTo>
                  <a:pt x="552" y="163"/>
                  <a:pt x="439" y="57"/>
                  <a:pt x="304" y="5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56" name="Freeform 117">
            <a:extLst>
              <a:ext uri="{FF2B5EF4-FFF2-40B4-BE49-F238E27FC236}">
                <a16:creationId xmlns:a16="http://schemas.microsoft.com/office/drawing/2014/main" id="{B1C56172-7213-4F06-0B52-C88832BD6F90}"/>
              </a:ext>
            </a:extLst>
          </p:cNvPr>
          <p:cNvSpPr>
            <a:spLocks noChangeArrowheads="1"/>
          </p:cNvSpPr>
          <p:nvPr/>
        </p:nvSpPr>
        <p:spPr bwMode="auto">
          <a:xfrm>
            <a:off x="3417304" y="1967125"/>
            <a:ext cx="549655" cy="549657"/>
          </a:xfrm>
          <a:custGeom>
            <a:avLst/>
            <a:gdLst>
              <a:gd name="T0" fmla="*/ 2147483646 w 602"/>
              <a:gd name="T1" fmla="*/ 2147483646 h 602"/>
              <a:gd name="T2" fmla="*/ 2147483646 w 602"/>
              <a:gd name="T3" fmla="*/ 2147483646 h 602"/>
              <a:gd name="T4" fmla="*/ 0 w 602"/>
              <a:gd name="T5" fmla="*/ 2147483646 h 602"/>
              <a:gd name="T6" fmla="*/ 2147483646 w 602"/>
              <a:gd name="T7" fmla="*/ 0 h 602"/>
              <a:gd name="T8" fmla="*/ 2147483646 w 602"/>
              <a:gd name="T9" fmla="*/ 2147483646 h 602"/>
              <a:gd name="T10" fmla="*/ 2147483646 w 602"/>
              <a:gd name="T11" fmla="*/ 2147483646 h 602"/>
              <a:gd name="T12" fmla="*/ 2147483646 w 602"/>
              <a:gd name="T13" fmla="*/ 2147483646 h 602"/>
              <a:gd name="T14" fmla="*/ 2147483646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2147483646 w 602"/>
              <a:gd name="T25" fmla="*/ 2147483646 h 602"/>
              <a:gd name="T26" fmla="*/ 2147483646 w 602"/>
              <a:gd name="T27" fmla="*/ 2147483646 h 602"/>
              <a:gd name="T28" fmla="*/ 2147483646 w 602"/>
              <a:gd name="T29" fmla="*/ 2147483646 h 602"/>
              <a:gd name="T30" fmla="*/ 2147483646 w 602"/>
              <a:gd name="T31" fmla="*/ 2147483646 h 602"/>
              <a:gd name="T32" fmla="*/ 2147483646 w 602"/>
              <a:gd name="T33" fmla="*/ 2147483646 h 602"/>
              <a:gd name="T34" fmla="*/ 2147483646 w 602"/>
              <a:gd name="T35" fmla="*/ 2147483646 h 602"/>
              <a:gd name="T36" fmla="*/ 2147483646 w 602"/>
              <a:gd name="T37" fmla="*/ 2147483646 h 602"/>
              <a:gd name="T38" fmla="*/ 2147483646 w 602"/>
              <a:gd name="T39" fmla="*/ 2147483646 h 602"/>
              <a:gd name="T40" fmla="*/ 2147483646 w 602"/>
              <a:gd name="T41" fmla="*/ 2147483646 h 602"/>
              <a:gd name="T42" fmla="*/ 2147483646 w 602"/>
              <a:gd name="T43" fmla="*/ 2147483646 h 602"/>
              <a:gd name="T44" fmla="*/ 2147483646 w 602"/>
              <a:gd name="T45" fmla="*/ 2147483646 h 602"/>
              <a:gd name="T46" fmla="*/ 2147483646 w 602"/>
              <a:gd name="T47" fmla="*/ 2147483646 h 602"/>
              <a:gd name="T48" fmla="*/ 2147483646 w 602"/>
              <a:gd name="T49" fmla="*/ 2147483646 h 602"/>
              <a:gd name="T50" fmla="*/ 2147483646 w 602"/>
              <a:gd name="T51" fmla="*/ 2147483646 h 602"/>
              <a:gd name="T52" fmla="*/ 2147483646 w 602"/>
              <a:gd name="T53" fmla="*/ 2147483646 h 602"/>
              <a:gd name="T54" fmla="*/ 2147483646 w 602"/>
              <a:gd name="T55" fmla="*/ 2147483646 h 602"/>
              <a:gd name="T56" fmla="*/ 2147483646 w 602"/>
              <a:gd name="T57" fmla="*/ 2147483646 h 602"/>
              <a:gd name="T58" fmla="*/ 2147483646 w 602"/>
              <a:gd name="T59" fmla="*/ 2147483646 h 602"/>
              <a:gd name="T60" fmla="*/ 2147483646 w 602"/>
              <a:gd name="T61" fmla="*/ 2147483646 h 602"/>
              <a:gd name="T62" fmla="*/ 2147483646 w 602"/>
              <a:gd name="T63" fmla="*/ 2147483646 h 602"/>
              <a:gd name="T64" fmla="*/ 2147483646 w 602"/>
              <a:gd name="T65" fmla="*/ 2147483646 h 602"/>
              <a:gd name="T66" fmla="*/ 2147483646 w 602"/>
              <a:gd name="T67" fmla="*/ 2147483646 h 602"/>
              <a:gd name="T68" fmla="*/ 2147483646 w 602"/>
              <a:gd name="T69" fmla="*/ 2147483646 h 602"/>
              <a:gd name="T70" fmla="*/ 2147483646 w 602"/>
              <a:gd name="T71" fmla="*/ 2147483646 h 602"/>
              <a:gd name="T72" fmla="*/ 2147483646 w 602"/>
              <a:gd name="T73" fmla="*/ 2147483646 h 602"/>
              <a:gd name="T74" fmla="*/ 2147483646 w 602"/>
              <a:gd name="T75" fmla="*/ 2147483646 h 602"/>
              <a:gd name="T76" fmla="*/ 2147483646 w 602"/>
              <a:gd name="T77" fmla="*/ 2147483646 h 602"/>
              <a:gd name="T78" fmla="*/ 2147483646 w 602"/>
              <a:gd name="T79" fmla="*/ 2147483646 h 602"/>
              <a:gd name="T80" fmla="*/ 2147483646 w 602"/>
              <a:gd name="T81" fmla="*/ 2147483646 h 602"/>
              <a:gd name="T82" fmla="*/ 2147483646 w 602"/>
              <a:gd name="T83" fmla="*/ 2147483646 h 60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02" h="602">
                <a:moveTo>
                  <a:pt x="304" y="601"/>
                </a:moveTo>
                <a:lnTo>
                  <a:pt x="304" y="601"/>
                </a:lnTo>
                <a:cubicBezTo>
                  <a:pt x="135" y="601"/>
                  <a:pt x="0" y="467"/>
                  <a:pt x="0" y="297"/>
                </a:cubicBezTo>
                <a:cubicBezTo>
                  <a:pt x="0" y="135"/>
                  <a:pt x="135" y="0"/>
                  <a:pt x="304" y="0"/>
                </a:cubicBezTo>
                <a:cubicBezTo>
                  <a:pt x="467" y="0"/>
                  <a:pt x="601" y="135"/>
                  <a:pt x="601" y="297"/>
                </a:cubicBezTo>
                <a:cubicBezTo>
                  <a:pt x="601" y="467"/>
                  <a:pt x="467" y="601"/>
                  <a:pt x="304" y="601"/>
                </a:cubicBezTo>
                <a:close/>
                <a:moveTo>
                  <a:pt x="304" y="57"/>
                </a:moveTo>
                <a:lnTo>
                  <a:pt x="304" y="57"/>
                </a:lnTo>
                <a:cubicBezTo>
                  <a:pt x="170" y="57"/>
                  <a:pt x="57" y="163"/>
                  <a:pt x="57" y="297"/>
                </a:cubicBezTo>
                <a:cubicBezTo>
                  <a:pt x="57" y="431"/>
                  <a:pt x="170" y="544"/>
                  <a:pt x="304" y="544"/>
                </a:cubicBezTo>
                <a:cubicBezTo>
                  <a:pt x="439" y="544"/>
                  <a:pt x="544" y="431"/>
                  <a:pt x="544" y="297"/>
                </a:cubicBezTo>
                <a:cubicBezTo>
                  <a:pt x="544" y="163"/>
                  <a:pt x="439" y="57"/>
                  <a:pt x="304" y="57"/>
                </a:cubicBezTo>
                <a:close/>
                <a:moveTo>
                  <a:pt x="403" y="431"/>
                </a:moveTo>
                <a:lnTo>
                  <a:pt x="403" y="431"/>
                </a:lnTo>
                <a:cubicBezTo>
                  <a:pt x="396" y="431"/>
                  <a:pt x="389" y="431"/>
                  <a:pt x="389" y="424"/>
                </a:cubicBezTo>
                <a:cubicBezTo>
                  <a:pt x="304" y="340"/>
                  <a:pt x="304" y="340"/>
                  <a:pt x="304" y="340"/>
                </a:cubicBezTo>
                <a:cubicBezTo>
                  <a:pt x="219" y="424"/>
                  <a:pt x="219" y="424"/>
                  <a:pt x="219" y="424"/>
                </a:cubicBezTo>
                <a:cubicBezTo>
                  <a:pt x="212" y="431"/>
                  <a:pt x="205" y="431"/>
                  <a:pt x="198" y="431"/>
                </a:cubicBezTo>
                <a:cubicBezTo>
                  <a:pt x="184" y="431"/>
                  <a:pt x="170" y="417"/>
                  <a:pt x="170" y="403"/>
                </a:cubicBezTo>
                <a:cubicBezTo>
                  <a:pt x="170" y="396"/>
                  <a:pt x="170" y="389"/>
                  <a:pt x="177" y="382"/>
                </a:cubicBezTo>
                <a:cubicBezTo>
                  <a:pt x="262" y="297"/>
                  <a:pt x="262" y="297"/>
                  <a:pt x="262" y="297"/>
                </a:cubicBezTo>
                <a:cubicBezTo>
                  <a:pt x="177" y="212"/>
                  <a:pt x="177" y="212"/>
                  <a:pt x="177" y="212"/>
                </a:cubicBezTo>
                <a:cubicBezTo>
                  <a:pt x="170" y="212"/>
                  <a:pt x="170" y="205"/>
                  <a:pt x="170" y="198"/>
                </a:cubicBezTo>
                <a:cubicBezTo>
                  <a:pt x="170" y="177"/>
                  <a:pt x="184" y="170"/>
                  <a:pt x="198" y="170"/>
                </a:cubicBezTo>
                <a:cubicBezTo>
                  <a:pt x="205" y="170"/>
                  <a:pt x="212" y="170"/>
                  <a:pt x="219" y="177"/>
                </a:cubicBezTo>
                <a:cubicBezTo>
                  <a:pt x="304" y="262"/>
                  <a:pt x="304" y="262"/>
                  <a:pt x="304" y="262"/>
                </a:cubicBezTo>
                <a:cubicBezTo>
                  <a:pt x="389" y="177"/>
                  <a:pt x="389" y="177"/>
                  <a:pt x="389" y="177"/>
                </a:cubicBezTo>
                <a:cubicBezTo>
                  <a:pt x="389" y="170"/>
                  <a:pt x="396" y="170"/>
                  <a:pt x="403" y="170"/>
                </a:cubicBezTo>
                <a:cubicBezTo>
                  <a:pt x="424" y="170"/>
                  <a:pt x="431" y="177"/>
                  <a:pt x="431" y="198"/>
                </a:cubicBezTo>
                <a:cubicBezTo>
                  <a:pt x="431" y="205"/>
                  <a:pt x="431" y="212"/>
                  <a:pt x="424" y="212"/>
                </a:cubicBezTo>
                <a:cubicBezTo>
                  <a:pt x="340" y="297"/>
                  <a:pt x="340" y="297"/>
                  <a:pt x="340" y="297"/>
                </a:cubicBezTo>
                <a:cubicBezTo>
                  <a:pt x="424" y="382"/>
                  <a:pt x="424" y="382"/>
                  <a:pt x="424" y="382"/>
                </a:cubicBezTo>
                <a:cubicBezTo>
                  <a:pt x="431" y="389"/>
                  <a:pt x="431" y="396"/>
                  <a:pt x="431" y="403"/>
                </a:cubicBezTo>
                <a:cubicBezTo>
                  <a:pt x="431" y="417"/>
                  <a:pt x="424" y="431"/>
                  <a:pt x="403" y="43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57" name="Freeform 118">
            <a:extLst>
              <a:ext uri="{FF2B5EF4-FFF2-40B4-BE49-F238E27FC236}">
                <a16:creationId xmlns:a16="http://schemas.microsoft.com/office/drawing/2014/main" id="{4A6F7D62-D226-AD87-778E-BB877144D19F}"/>
              </a:ext>
            </a:extLst>
          </p:cNvPr>
          <p:cNvSpPr>
            <a:spLocks noChangeArrowheads="1"/>
          </p:cNvSpPr>
          <p:nvPr/>
        </p:nvSpPr>
        <p:spPr bwMode="auto">
          <a:xfrm>
            <a:off x="2458413" y="1967125"/>
            <a:ext cx="549657" cy="549657"/>
          </a:xfrm>
          <a:custGeom>
            <a:avLst/>
            <a:gdLst>
              <a:gd name="T0" fmla="*/ 2147483646 w 602"/>
              <a:gd name="T1" fmla="*/ 2147483646 h 602"/>
              <a:gd name="T2" fmla="*/ 2147483646 w 602"/>
              <a:gd name="T3" fmla="*/ 2147483646 h 602"/>
              <a:gd name="T4" fmla="*/ 0 w 602"/>
              <a:gd name="T5" fmla="*/ 2147483646 h 602"/>
              <a:gd name="T6" fmla="*/ 2147483646 w 602"/>
              <a:gd name="T7" fmla="*/ 0 h 602"/>
              <a:gd name="T8" fmla="*/ 2147483646 w 602"/>
              <a:gd name="T9" fmla="*/ 2147483646 h 602"/>
              <a:gd name="T10" fmla="*/ 2147483646 w 602"/>
              <a:gd name="T11" fmla="*/ 2147483646 h 602"/>
              <a:gd name="T12" fmla="*/ 2147483646 w 602"/>
              <a:gd name="T13" fmla="*/ 2147483646 h 602"/>
              <a:gd name="T14" fmla="*/ 2147483646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2147483646 w 602"/>
              <a:gd name="T25" fmla="*/ 2147483646 h 602"/>
              <a:gd name="T26" fmla="*/ 2147483646 w 602"/>
              <a:gd name="T27" fmla="*/ 2147483646 h 602"/>
              <a:gd name="T28" fmla="*/ 2147483646 w 602"/>
              <a:gd name="T29" fmla="*/ 2147483646 h 602"/>
              <a:gd name="T30" fmla="*/ 2147483646 w 602"/>
              <a:gd name="T31" fmla="*/ 2147483646 h 602"/>
              <a:gd name="T32" fmla="*/ 2147483646 w 602"/>
              <a:gd name="T33" fmla="*/ 2147483646 h 602"/>
              <a:gd name="T34" fmla="*/ 2147483646 w 602"/>
              <a:gd name="T35" fmla="*/ 2147483646 h 602"/>
              <a:gd name="T36" fmla="*/ 2147483646 w 602"/>
              <a:gd name="T37" fmla="*/ 2147483646 h 602"/>
              <a:gd name="T38" fmla="*/ 2147483646 w 602"/>
              <a:gd name="T39" fmla="*/ 2147483646 h 602"/>
              <a:gd name="T40" fmla="*/ 2147483646 w 602"/>
              <a:gd name="T41" fmla="*/ 2147483646 h 602"/>
              <a:gd name="T42" fmla="*/ 2147483646 w 602"/>
              <a:gd name="T43" fmla="*/ 2147483646 h 602"/>
              <a:gd name="T44" fmla="*/ 2147483646 w 602"/>
              <a:gd name="T45" fmla="*/ 2147483646 h 602"/>
              <a:gd name="T46" fmla="*/ 2147483646 w 602"/>
              <a:gd name="T47" fmla="*/ 2147483646 h 602"/>
              <a:gd name="T48" fmla="*/ 2147483646 w 602"/>
              <a:gd name="T49" fmla="*/ 2147483646 h 602"/>
              <a:gd name="T50" fmla="*/ 2147483646 w 602"/>
              <a:gd name="T51" fmla="*/ 2147483646 h 602"/>
              <a:gd name="T52" fmla="*/ 2147483646 w 602"/>
              <a:gd name="T53" fmla="*/ 2147483646 h 602"/>
              <a:gd name="T54" fmla="*/ 2147483646 w 602"/>
              <a:gd name="T55" fmla="*/ 2147483646 h 602"/>
              <a:gd name="T56" fmla="*/ 2147483646 w 602"/>
              <a:gd name="T57" fmla="*/ 2147483646 h 602"/>
              <a:gd name="T58" fmla="*/ 2147483646 w 602"/>
              <a:gd name="T59" fmla="*/ 2147483646 h 602"/>
              <a:gd name="T60" fmla="*/ 2147483646 w 602"/>
              <a:gd name="T61" fmla="*/ 2147483646 h 602"/>
              <a:gd name="T62" fmla="*/ 2147483646 w 602"/>
              <a:gd name="T63" fmla="*/ 2147483646 h 602"/>
              <a:gd name="T64" fmla="*/ 2147483646 w 602"/>
              <a:gd name="T65" fmla="*/ 2147483646 h 602"/>
              <a:gd name="T66" fmla="*/ 2147483646 w 602"/>
              <a:gd name="T67" fmla="*/ 2147483646 h 602"/>
              <a:gd name="T68" fmla="*/ 2147483646 w 602"/>
              <a:gd name="T69" fmla="*/ 2147483646 h 602"/>
              <a:gd name="T70" fmla="*/ 2147483646 w 602"/>
              <a:gd name="T71" fmla="*/ 2147483646 h 602"/>
              <a:gd name="T72" fmla="*/ 2147483646 w 602"/>
              <a:gd name="T73" fmla="*/ 2147483646 h 602"/>
              <a:gd name="T74" fmla="*/ 2147483646 w 602"/>
              <a:gd name="T75" fmla="*/ 2147483646 h 602"/>
              <a:gd name="T76" fmla="*/ 2147483646 w 602"/>
              <a:gd name="T77" fmla="*/ 2147483646 h 60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602" h="602">
                <a:moveTo>
                  <a:pt x="297" y="601"/>
                </a:moveTo>
                <a:lnTo>
                  <a:pt x="297" y="601"/>
                </a:lnTo>
                <a:cubicBezTo>
                  <a:pt x="135" y="601"/>
                  <a:pt x="0" y="467"/>
                  <a:pt x="0" y="297"/>
                </a:cubicBezTo>
                <a:cubicBezTo>
                  <a:pt x="0" y="135"/>
                  <a:pt x="135" y="0"/>
                  <a:pt x="297" y="0"/>
                </a:cubicBezTo>
                <a:cubicBezTo>
                  <a:pt x="467" y="0"/>
                  <a:pt x="601" y="135"/>
                  <a:pt x="601" y="297"/>
                </a:cubicBezTo>
                <a:cubicBezTo>
                  <a:pt x="601" y="467"/>
                  <a:pt x="467" y="601"/>
                  <a:pt x="297" y="601"/>
                </a:cubicBezTo>
                <a:close/>
                <a:moveTo>
                  <a:pt x="297" y="57"/>
                </a:moveTo>
                <a:lnTo>
                  <a:pt x="297" y="57"/>
                </a:lnTo>
                <a:cubicBezTo>
                  <a:pt x="163" y="57"/>
                  <a:pt x="57" y="163"/>
                  <a:pt x="57" y="297"/>
                </a:cubicBezTo>
                <a:cubicBezTo>
                  <a:pt x="57" y="431"/>
                  <a:pt x="163" y="544"/>
                  <a:pt x="297" y="544"/>
                </a:cubicBezTo>
                <a:cubicBezTo>
                  <a:pt x="431" y="544"/>
                  <a:pt x="544" y="431"/>
                  <a:pt x="544" y="297"/>
                </a:cubicBezTo>
                <a:cubicBezTo>
                  <a:pt x="544" y="163"/>
                  <a:pt x="431" y="57"/>
                  <a:pt x="297" y="57"/>
                </a:cubicBezTo>
                <a:close/>
                <a:moveTo>
                  <a:pt x="431" y="241"/>
                </a:moveTo>
                <a:lnTo>
                  <a:pt x="431" y="241"/>
                </a:lnTo>
                <a:cubicBezTo>
                  <a:pt x="283" y="396"/>
                  <a:pt x="283" y="396"/>
                  <a:pt x="283" y="396"/>
                </a:cubicBezTo>
                <a:cubicBezTo>
                  <a:pt x="276" y="403"/>
                  <a:pt x="269" y="403"/>
                  <a:pt x="262" y="403"/>
                </a:cubicBezTo>
                <a:cubicBezTo>
                  <a:pt x="255" y="403"/>
                  <a:pt x="248" y="403"/>
                  <a:pt x="240" y="396"/>
                </a:cubicBezTo>
                <a:cubicBezTo>
                  <a:pt x="156" y="311"/>
                  <a:pt x="156" y="311"/>
                  <a:pt x="156" y="311"/>
                </a:cubicBezTo>
                <a:cubicBezTo>
                  <a:pt x="149" y="304"/>
                  <a:pt x="149" y="297"/>
                  <a:pt x="149" y="290"/>
                </a:cubicBezTo>
                <a:cubicBezTo>
                  <a:pt x="149" y="276"/>
                  <a:pt x="163" y="262"/>
                  <a:pt x="177" y="262"/>
                </a:cubicBezTo>
                <a:cubicBezTo>
                  <a:pt x="184" y="262"/>
                  <a:pt x="191" y="262"/>
                  <a:pt x="198" y="269"/>
                </a:cubicBezTo>
                <a:cubicBezTo>
                  <a:pt x="262" y="333"/>
                  <a:pt x="262" y="333"/>
                  <a:pt x="262" y="333"/>
                </a:cubicBezTo>
                <a:cubicBezTo>
                  <a:pt x="396" y="205"/>
                  <a:pt x="396" y="205"/>
                  <a:pt x="396" y="205"/>
                </a:cubicBezTo>
                <a:cubicBezTo>
                  <a:pt x="396" y="198"/>
                  <a:pt x="403" y="198"/>
                  <a:pt x="410" y="198"/>
                </a:cubicBezTo>
                <a:cubicBezTo>
                  <a:pt x="431" y="198"/>
                  <a:pt x="438" y="205"/>
                  <a:pt x="438" y="226"/>
                </a:cubicBezTo>
                <a:cubicBezTo>
                  <a:pt x="438" y="234"/>
                  <a:pt x="438" y="241"/>
                  <a:pt x="431" y="241"/>
                </a:cubicBezTo>
                <a:close/>
                <a:moveTo>
                  <a:pt x="431" y="198"/>
                </a:moveTo>
                <a:lnTo>
                  <a:pt x="431" y="198"/>
                </a:lnTo>
                <a:close/>
                <a:moveTo>
                  <a:pt x="198" y="431"/>
                </a:moveTo>
                <a:lnTo>
                  <a:pt x="198" y="431"/>
                </a:lnTo>
                <a:close/>
                <a:moveTo>
                  <a:pt x="403" y="431"/>
                </a:moveTo>
                <a:lnTo>
                  <a:pt x="403" y="431"/>
                </a:lnTo>
                <a:close/>
                <a:moveTo>
                  <a:pt x="431" y="403"/>
                </a:moveTo>
                <a:lnTo>
                  <a:pt x="431" y="40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58" name="Freeform 119">
            <a:extLst>
              <a:ext uri="{FF2B5EF4-FFF2-40B4-BE49-F238E27FC236}">
                <a16:creationId xmlns:a16="http://schemas.microsoft.com/office/drawing/2014/main" id="{C8DE75F8-D602-6B36-9E91-6694A19389D6}"/>
              </a:ext>
            </a:extLst>
          </p:cNvPr>
          <p:cNvSpPr>
            <a:spLocks noChangeArrowheads="1"/>
          </p:cNvSpPr>
          <p:nvPr/>
        </p:nvSpPr>
        <p:spPr bwMode="auto">
          <a:xfrm>
            <a:off x="1495512" y="1967125"/>
            <a:ext cx="553668" cy="549657"/>
          </a:xfrm>
          <a:custGeom>
            <a:avLst/>
            <a:gdLst>
              <a:gd name="T0" fmla="*/ 2147483646 w 609"/>
              <a:gd name="T1" fmla="*/ 2147483646 h 602"/>
              <a:gd name="T2" fmla="*/ 2147483646 w 609"/>
              <a:gd name="T3" fmla="*/ 2147483646 h 602"/>
              <a:gd name="T4" fmla="*/ 0 w 609"/>
              <a:gd name="T5" fmla="*/ 2147483646 h 602"/>
              <a:gd name="T6" fmla="*/ 2147483646 w 609"/>
              <a:gd name="T7" fmla="*/ 0 h 602"/>
              <a:gd name="T8" fmla="*/ 2147483646 w 609"/>
              <a:gd name="T9" fmla="*/ 2147483646 h 602"/>
              <a:gd name="T10" fmla="*/ 2147483646 w 609"/>
              <a:gd name="T11" fmla="*/ 2147483646 h 602"/>
              <a:gd name="T12" fmla="*/ 2147483646 w 609"/>
              <a:gd name="T13" fmla="*/ 2147483646 h 602"/>
              <a:gd name="T14" fmla="*/ 2147483646 w 609"/>
              <a:gd name="T15" fmla="*/ 2147483646 h 602"/>
              <a:gd name="T16" fmla="*/ 2147483646 w 609"/>
              <a:gd name="T17" fmla="*/ 2147483646 h 602"/>
              <a:gd name="T18" fmla="*/ 2147483646 w 609"/>
              <a:gd name="T19" fmla="*/ 2147483646 h 602"/>
              <a:gd name="T20" fmla="*/ 2147483646 w 609"/>
              <a:gd name="T21" fmla="*/ 2147483646 h 602"/>
              <a:gd name="T22" fmla="*/ 2147483646 w 609"/>
              <a:gd name="T23" fmla="*/ 2147483646 h 602"/>
              <a:gd name="T24" fmla="*/ 2147483646 w 609"/>
              <a:gd name="T25" fmla="*/ 2147483646 h 602"/>
              <a:gd name="T26" fmla="*/ 2147483646 w 609"/>
              <a:gd name="T27" fmla="*/ 2147483646 h 602"/>
              <a:gd name="T28" fmla="*/ 2147483646 w 609"/>
              <a:gd name="T29" fmla="*/ 2147483646 h 602"/>
              <a:gd name="T30" fmla="*/ 2147483646 w 609"/>
              <a:gd name="T31" fmla="*/ 2147483646 h 602"/>
              <a:gd name="T32" fmla="*/ 2147483646 w 609"/>
              <a:gd name="T33" fmla="*/ 2147483646 h 602"/>
              <a:gd name="T34" fmla="*/ 2147483646 w 609"/>
              <a:gd name="T35" fmla="*/ 2147483646 h 602"/>
              <a:gd name="T36" fmla="*/ 2147483646 w 609"/>
              <a:gd name="T37" fmla="*/ 2147483646 h 602"/>
              <a:gd name="T38" fmla="*/ 2147483646 w 609"/>
              <a:gd name="T39" fmla="*/ 2147483646 h 602"/>
              <a:gd name="T40" fmla="*/ 2147483646 w 609"/>
              <a:gd name="T41" fmla="*/ 2147483646 h 602"/>
              <a:gd name="T42" fmla="*/ 2147483646 w 609"/>
              <a:gd name="T43" fmla="*/ 2147483646 h 602"/>
              <a:gd name="T44" fmla="*/ 2147483646 w 609"/>
              <a:gd name="T45" fmla="*/ 2147483646 h 602"/>
              <a:gd name="T46" fmla="*/ 2147483646 w 609"/>
              <a:gd name="T47" fmla="*/ 2147483646 h 602"/>
              <a:gd name="T48" fmla="*/ 2147483646 w 609"/>
              <a:gd name="T49" fmla="*/ 2147483646 h 602"/>
              <a:gd name="T50" fmla="*/ 2147483646 w 609"/>
              <a:gd name="T51" fmla="*/ 2147483646 h 602"/>
              <a:gd name="T52" fmla="*/ 2147483646 w 609"/>
              <a:gd name="T53" fmla="*/ 2147483646 h 602"/>
              <a:gd name="T54" fmla="*/ 2147483646 w 609"/>
              <a:gd name="T55" fmla="*/ 2147483646 h 60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609" h="602">
                <a:moveTo>
                  <a:pt x="304" y="601"/>
                </a:moveTo>
                <a:lnTo>
                  <a:pt x="304" y="601"/>
                </a:lnTo>
                <a:cubicBezTo>
                  <a:pt x="134" y="601"/>
                  <a:pt x="0" y="467"/>
                  <a:pt x="0" y="297"/>
                </a:cubicBezTo>
                <a:cubicBezTo>
                  <a:pt x="0" y="135"/>
                  <a:pt x="134" y="0"/>
                  <a:pt x="304" y="0"/>
                </a:cubicBezTo>
                <a:cubicBezTo>
                  <a:pt x="474" y="0"/>
                  <a:pt x="608" y="135"/>
                  <a:pt x="608" y="297"/>
                </a:cubicBezTo>
                <a:cubicBezTo>
                  <a:pt x="608" y="467"/>
                  <a:pt x="474" y="601"/>
                  <a:pt x="304" y="601"/>
                </a:cubicBezTo>
                <a:close/>
                <a:moveTo>
                  <a:pt x="304" y="57"/>
                </a:moveTo>
                <a:lnTo>
                  <a:pt x="304" y="57"/>
                </a:lnTo>
                <a:cubicBezTo>
                  <a:pt x="170" y="57"/>
                  <a:pt x="57" y="163"/>
                  <a:pt x="57" y="297"/>
                </a:cubicBezTo>
                <a:cubicBezTo>
                  <a:pt x="57" y="431"/>
                  <a:pt x="170" y="544"/>
                  <a:pt x="304" y="544"/>
                </a:cubicBezTo>
                <a:cubicBezTo>
                  <a:pt x="438" y="544"/>
                  <a:pt x="551" y="431"/>
                  <a:pt x="551" y="297"/>
                </a:cubicBezTo>
                <a:cubicBezTo>
                  <a:pt x="551" y="163"/>
                  <a:pt x="438" y="57"/>
                  <a:pt x="304" y="57"/>
                </a:cubicBezTo>
                <a:close/>
                <a:moveTo>
                  <a:pt x="424" y="325"/>
                </a:moveTo>
                <a:lnTo>
                  <a:pt x="424" y="325"/>
                </a:lnTo>
                <a:cubicBezTo>
                  <a:pt x="368" y="325"/>
                  <a:pt x="368" y="325"/>
                  <a:pt x="368" y="325"/>
                </a:cubicBezTo>
                <a:cubicBezTo>
                  <a:pt x="332" y="325"/>
                  <a:pt x="332" y="325"/>
                  <a:pt x="332" y="325"/>
                </a:cubicBezTo>
                <a:cubicBezTo>
                  <a:pt x="276" y="325"/>
                  <a:pt x="276" y="325"/>
                  <a:pt x="276" y="325"/>
                </a:cubicBezTo>
                <a:cubicBezTo>
                  <a:pt x="240" y="325"/>
                  <a:pt x="240" y="325"/>
                  <a:pt x="240" y="325"/>
                </a:cubicBezTo>
                <a:cubicBezTo>
                  <a:pt x="184" y="325"/>
                  <a:pt x="184" y="325"/>
                  <a:pt x="184" y="325"/>
                </a:cubicBezTo>
                <a:cubicBezTo>
                  <a:pt x="163" y="325"/>
                  <a:pt x="156" y="318"/>
                  <a:pt x="156" y="297"/>
                </a:cubicBezTo>
                <a:cubicBezTo>
                  <a:pt x="156" y="283"/>
                  <a:pt x="163" y="269"/>
                  <a:pt x="184" y="269"/>
                </a:cubicBezTo>
                <a:cubicBezTo>
                  <a:pt x="247" y="269"/>
                  <a:pt x="247" y="269"/>
                  <a:pt x="247" y="269"/>
                </a:cubicBezTo>
                <a:cubicBezTo>
                  <a:pt x="276" y="269"/>
                  <a:pt x="276" y="269"/>
                  <a:pt x="276" y="269"/>
                </a:cubicBezTo>
                <a:cubicBezTo>
                  <a:pt x="332" y="269"/>
                  <a:pt x="332" y="269"/>
                  <a:pt x="332" y="269"/>
                </a:cubicBezTo>
                <a:cubicBezTo>
                  <a:pt x="368" y="269"/>
                  <a:pt x="368" y="269"/>
                  <a:pt x="368" y="269"/>
                </a:cubicBezTo>
                <a:cubicBezTo>
                  <a:pt x="424" y="269"/>
                  <a:pt x="424" y="269"/>
                  <a:pt x="424" y="269"/>
                </a:cubicBezTo>
                <a:cubicBezTo>
                  <a:pt x="445" y="269"/>
                  <a:pt x="452" y="283"/>
                  <a:pt x="452" y="297"/>
                </a:cubicBezTo>
                <a:cubicBezTo>
                  <a:pt x="452" y="318"/>
                  <a:pt x="445" y="325"/>
                  <a:pt x="424" y="32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59" name="Freeform 120">
            <a:extLst>
              <a:ext uri="{FF2B5EF4-FFF2-40B4-BE49-F238E27FC236}">
                <a16:creationId xmlns:a16="http://schemas.microsoft.com/office/drawing/2014/main" id="{955B575B-7955-21BE-4FB6-C2609BF9B9E8}"/>
              </a:ext>
            </a:extLst>
          </p:cNvPr>
          <p:cNvSpPr>
            <a:spLocks noChangeArrowheads="1"/>
          </p:cNvSpPr>
          <p:nvPr/>
        </p:nvSpPr>
        <p:spPr bwMode="auto">
          <a:xfrm>
            <a:off x="536624" y="1967125"/>
            <a:ext cx="549655" cy="549657"/>
          </a:xfrm>
          <a:custGeom>
            <a:avLst/>
            <a:gdLst>
              <a:gd name="T0" fmla="*/ 2147483646 w 602"/>
              <a:gd name="T1" fmla="*/ 2147483646 h 602"/>
              <a:gd name="T2" fmla="*/ 2147483646 w 602"/>
              <a:gd name="T3" fmla="*/ 2147483646 h 602"/>
              <a:gd name="T4" fmla="*/ 0 w 602"/>
              <a:gd name="T5" fmla="*/ 2147483646 h 602"/>
              <a:gd name="T6" fmla="*/ 2147483646 w 602"/>
              <a:gd name="T7" fmla="*/ 0 h 602"/>
              <a:gd name="T8" fmla="*/ 2147483646 w 602"/>
              <a:gd name="T9" fmla="*/ 2147483646 h 602"/>
              <a:gd name="T10" fmla="*/ 2147483646 w 602"/>
              <a:gd name="T11" fmla="*/ 2147483646 h 602"/>
              <a:gd name="T12" fmla="*/ 2147483646 w 602"/>
              <a:gd name="T13" fmla="*/ 2147483646 h 602"/>
              <a:gd name="T14" fmla="*/ 2147483646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2147483646 w 602"/>
              <a:gd name="T25" fmla="*/ 2147483646 h 602"/>
              <a:gd name="T26" fmla="*/ 2147483646 w 602"/>
              <a:gd name="T27" fmla="*/ 2147483646 h 602"/>
              <a:gd name="T28" fmla="*/ 2147483646 w 602"/>
              <a:gd name="T29" fmla="*/ 2147483646 h 602"/>
              <a:gd name="T30" fmla="*/ 2147483646 w 602"/>
              <a:gd name="T31" fmla="*/ 2147483646 h 602"/>
              <a:gd name="T32" fmla="*/ 2147483646 w 602"/>
              <a:gd name="T33" fmla="*/ 2147483646 h 602"/>
              <a:gd name="T34" fmla="*/ 2147483646 w 602"/>
              <a:gd name="T35" fmla="*/ 2147483646 h 602"/>
              <a:gd name="T36" fmla="*/ 2147483646 w 602"/>
              <a:gd name="T37" fmla="*/ 2147483646 h 602"/>
              <a:gd name="T38" fmla="*/ 2147483646 w 602"/>
              <a:gd name="T39" fmla="*/ 2147483646 h 602"/>
              <a:gd name="T40" fmla="*/ 2147483646 w 602"/>
              <a:gd name="T41" fmla="*/ 2147483646 h 602"/>
              <a:gd name="T42" fmla="*/ 2147483646 w 602"/>
              <a:gd name="T43" fmla="*/ 2147483646 h 602"/>
              <a:gd name="T44" fmla="*/ 2147483646 w 602"/>
              <a:gd name="T45" fmla="*/ 2147483646 h 602"/>
              <a:gd name="T46" fmla="*/ 2147483646 w 602"/>
              <a:gd name="T47" fmla="*/ 2147483646 h 602"/>
              <a:gd name="T48" fmla="*/ 2147483646 w 602"/>
              <a:gd name="T49" fmla="*/ 2147483646 h 602"/>
              <a:gd name="T50" fmla="*/ 2147483646 w 602"/>
              <a:gd name="T51" fmla="*/ 2147483646 h 602"/>
              <a:gd name="T52" fmla="*/ 2147483646 w 602"/>
              <a:gd name="T53" fmla="*/ 2147483646 h 602"/>
              <a:gd name="T54" fmla="*/ 2147483646 w 602"/>
              <a:gd name="T55" fmla="*/ 2147483646 h 602"/>
              <a:gd name="T56" fmla="*/ 2147483646 w 602"/>
              <a:gd name="T57" fmla="*/ 2147483646 h 602"/>
              <a:gd name="T58" fmla="*/ 2147483646 w 602"/>
              <a:gd name="T59" fmla="*/ 2147483646 h 60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2" h="602">
                <a:moveTo>
                  <a:pt x="304" y="601"/>
                </a:moveTo>
                <a:lnTo>
                  <a:pt x="304" y="601"/>
                </a:lnTo>
                <a:cubicBezTo>
                  <a:pt x="134" y="601"/>
                  <a:pt x="0" y="467"/>
                  <a:pt x="0" y="297"/>
                </a:cubicBezTo>
                <a:cubicBezTo>
                  <a:pt x="0" y="135"/>
                  <a:pt x="134" y="0"/>
                  <a:pt x="304" y="0"/>
                </a:cubicBezTo>
                <a:cubicBezTo>
                  <a:pt x="467" y="0"/>
                  <a:pt x="601" y="135"/>
                  <a:pt x="601" y="297"/>
                </a:cubicBezTo>
                <a:cubicBezTo>
                  <a:pt x="601" y="467"/>
                  <a:pt x="467" y="601"/>
                  <a:pt x="304" y="601"/>
                </a:cubicBezTo>
                <a:close/>
                <a:moveTo>
                  <a:pt x="304" y="57"/>
                </a:moveTo>
                <a:lnTo>
                  <a:pt x="304" y="57"/>
                </a:lnTo>
                <a:cubicBezTo>
                  <a:pt x="170" y="57"/>
                  <a:pt x="57" y="163"/>
                  <a:pt x="57" y="297"/>
                </a:cubicBezTo>
                <a:cubicBezTo>
                  <a:pt x="57" y="431"/>
                  <a:pt x="170" y="544"/>
                  <a:pt x="304" y="544"/>
                </a:cubicBezTo>
                <a:cubicBezTo>
                  <a:pt x="438" y="544"/>
                  <a:pt x="544" y="431"/>
                  <a:pt x="544" y="297"/>
                </a:cubicBezTo>
                <a:cubicBezTo>
                  <a:pt x="544" y="163"/>
                  <a:pt x="438" y="57"/>
                  <a:pt x="304" y="57"/>
                </a:cubicBezTo>
                <a:close/>
                <a:moveTo>
                  <a:pt x="424" y="325"/>
                </a:moveTo>
                <a:lnTo>
                  <a:pt x="424" y="325"/>
                </a:lnTo>
                <a:cubicBezTo>
                  <a:pt x="332" y="325"/>
                  <a:pt x="332" y="325"/>
                  <a:pt x="332" y="325"/>
                </a:cubicBezTo>
                <a:cubicBezTo>
                  <a:pt x="332" y="424"/>
                  <a:pt x="332" y="424"/>
                  <a:pt x="332" y="424"/>
                </a:cubicBezTo>
                <a:cubicBezTo>
                  <a:pt x="332" y="438"/>
                  <a:pt x="318" y="453"/>
                  <a:pt x="304" y="453"/>
                </a:cubicBezTo>
                <a:cubicBezTo>
                  <a:pt x="283" y="453"/>
                  <a:pt x="276" y="438"/>
                  <a:pt x="276" y="424"/>
                </a:cubicBezTo>
                <a:cubicBezTo>
                  <a:pt x="276" y="325"/>
                  <a:pt x="276" y="325"/>
                  <a:pt x="276" y="325"/>
                </a:cubicBezTo>
                <a:cubicBezTo>
                  <a:pt x="177" y="325"/>
                  <a:pt x="177" y="325"/>
                  <a:pt x="177" y="325"/>
                </a:cubicBezTo>
                <a:cubicBezTo>
                  <a:pt x="163" y="325"/>
                  <a:pt x="148" y="318"/>
                  <a:pt x="148" y="297"/>
                </a:cubicBezTo>
                <a:cubicBezTo>
                  <a:pt x="148" y="283"/>
                  <a:pt x="163" y="269"/>
                  <a:pt x="177" y="269"/>
                </a:cubicBezTo>
                <a:cubicBezTo>
                  <a:pt x="276" y="269"/>
                  <a:pt x="276" y="269"/>
                  <a:pt x="276" y="269"/>
                </a:cubicBezTo>
                <a:cubicBezTo>
                  <a:pt x="276" y="177"/>
                  <a:pt x="276" y="177"/>
                  <a:pt x="276" y="177"/>
                </a:cubicBezTo>
                <a:cubicBezTo>
                  <a:pt x="276" y="163"/>
                  <a:pt x="283" y="149"/>
                  <a:pt x="304" y="149"/>
                </a:cubicBezTo>
                <a:cubicBezTo>
                  <a:pt x="318" y="149"/>
                  <a:pt x="332" y="163"/>
                  <a:pt x="332" y="177"/>
                </a:cubicBezTo>
                <a:cubicBezTo>
                  <a:pt x="332" y="269"/>
                  <a:pt x="332" y="269"/>
                  <a:pt x="332" y="269"/>
                </a:cubicBezTo>
                <a:cubicBezTo>
                  <a:pt x="424" y="269"/>
                  <a:pt x="424" y="269"/>
                  <a:pt x="424" y="269"/>
                </a:cubicBezTo>
                <a:cubicBezTo>
                  <a:pt x="438" y="269"/>
                  <a:pt x="452" y="283"/>
                  <a:pt x="452" y="297"/>
                </a:cubicBezTo>
                <a:cubicBezTo>
                  <a:pt x="452" y="318"/>
                  <a:pt x="438" y="325"/>
                  <a:pt x="424" y="32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60" name="Freeform 121">
            <a:extLst>
              <a:ext uri="{FF2B5EF4-FFF2-40B4-BE49-F238E27FC236}">
                <a16:creationId xmlns:a16="http://schemas.microsoft.com/office/drawing/2014/main" id="{F66FCE39-9FAF-3A1A-5AC4-41D5124BAAE8}"/>
              </a:ext>
            </a:extLst>
          </p:cNvPr>
          <p:cNvSpPr>
            <a:spLocks noChangeArrowheads="1"/>
          </p:cNvSpPr>
          <p:nvPr/>
        </p:nvSpPr>
        <p:spPr bwMode="auto">
          <a:xfrm>
            <a:off x="11100452" y="1004224"/>
            <a:ext cx="549657" cy="553668"/>
          </a:xfrm>
          <a:custGeom>
            <a:avLst/>
            <a:gdLst>
              <a:gd name="T0" fmla="*/ 2147483646 w 602"/>
              <a:gd name="T1" fmla="*/ 2147483646 h 609"/>
              <a:gd name="T2" fmla="*/ 2147483646 w 602"/>
              <a:gd name="T3" fmla="*/ 2147483646 h 609"/>
              <a:gd name="T4" fmla="*/ 2147483646 w 602"/>
              <a:gd name="T5" fmla="*/ 2147483646 h 609"/>
              <a:gd name="T6" fmla="*/ 2147483646 w 602"/>
              <a:gd name="T7" fmla="*/ 2147483646 h 609"/>
              <a:gd name="T8" fmla="*/ 2147483646 w 602"/>
              <a:gd name="T9" fmla="*/ 2147483646 h 609"/>
              <a:gd name="T10" fmla="*/ 2147483646 w 602"/>
              <a:gd name="T11" fmla="*/ 2147483646 h 609"/>
              <a:gd name="T12" fmla="*/ 2147483646 w 602"/>
              <a:gd name="T13" fmla="*/ 2147483646 h 609"/>
              <a:gd name="T14" fmla="*/ 2147483646 w 602"/>
              <a:gd name="T15" fmla="*/ 2147483646 h 609"/>
              <a:gd name="T16" fmla="*/ 2147483646 w 602"/>
              <a:gd name="T17" fmla="*/ 2147483646 h 609"/>
              <a:gd name="T18" fmla="*/ 2147483646 w 602"/>
              <a:gd name="T19" fmla="*/ 2147483646 h 609"/>
              <a:gd name="T20" fmla="*/ 2147483646 w 602"/>
              <a:gd name="T21" fmla="*/ 2147483646 h 609"/>
              <a:gd name="T22" fmla="*/ 2147483646 w 602"/>
              <a:gd name="T23" fmla="*/ 2147483646 h 609"/>
              <a:gd name="T24" fmla="*/ 2147483646 w 602"/>
              <a:gd name="T25" fmla="*/ 2147483646 h 609"/>
              <a:gd name="T26" fmla="*/ 2147483646 w 602"/>
              <a:gd name="T27" fmla="*/ 2147483646 h 609"/>
              <a:gd name="T28" fmla="*/ 2147483646 w 602"/>
              <a:gd name="T29" fmla="*/ 2147483646 h 609"/>
              <a:gd name="T30" fmla="*/ 2147483646 w 602"/>
              <a:gd name="T31" fmla="*/ 2147483646 h 609"/>
              <a:gd name="T32" fmla="*/ 2147483646 w 602"/>
              <a:gd name="T33" fmla="*/ 2147483646 h 609"/>
              <a:gd name="T34" fmla="*/ 2147483646 w 602"/>
              <a:gd name="T35" fmla="*/ 2147483646 h 609"/>
              <a:gd name="T36" fmla="*/ 2147483646 w 602"/>
              <a:gd name="T37" fmla="*/ 2147483646 h 609"/>
              <a:gd name="T38" fmla="*/ 2147483646 w 602"/>
              <a:gd name="T39" fmla="*/ 2147483646 h 609"/>
              <a:gd name="T40" fmla="*/ 2147483646 w 602"/>
              <a:gd name="T41" fmla="*/ 2147483646 h 609"/>
              <a:gd name="T42" fmla="*/ 2147483646 w 602"/>
              <a:gd name="T43" fmla="*/ 2147483646 h 609"/>
              <a:gd name="T44" fmla="*/ 2147483646 w 602"/>
              <a:gd name="T45" fmla="*/ 2147483646 h 609"/>
              <a:gd name="T46" fmla="*/ 2147483646 w 602"/>
              <a:gd name="T47" fmla="*/ 2147483646 h 609"/>
              <a:gd name="T48" fmla="*/ 2147483646 w 602"/>
              <a:gd name="T49" fmla="*/ 2147483646 h 609"/>
              <a:gd name="T50" fmla="*/ 2147483646 w 602"/>
              <a:gd name="T51" fmla="*/ 2147483646 h 609"/>
              <a:gd name="T52" fmla="*/ 2147483646 w 602"/>
              <a:gd name="T53" fmla="*/ 2147483646 h 609"/>
              <a:gd name="T54" fmla="*/ 2147483646 w 602"/>
              <a:gd name="T55" fmla="*/ 2147483646 h 609"/>
              <a:gd name="T56" fmla="*/ 2147483646 w 602"/>
              <a:gd name="T57" fmla="*/ 2147483646 h 609"/>
              <a:gd name="T58" fmla="*/ 2147483646 w 602"/>
              <a:gd name="T59" fmla="*/ 2147483646 h 609"/>
              <a:gd name="T60" fmla="*/ 2147483646 w 602"/>
              <a:gd name="T61" fmla="*/ 2147483646 h 609"/>
              <a:gd name="T62" fmla="*/ 2147483646 w 602"/>
              <a:gd name="T63" fmla="*/ 2147483646 h 609"/>
              <a:gd name="T64" fmla="*/ 2147483646 w 602"/>
              <a:gd name="T65" fmla="*/ 2147483646 h 609"/>
              <a:gd name="T66" fmla="*/ 2147483646 w 602"/>
              <a:gd name="T67" fmla="*/ 2147483646 h 609"/>
              <a:gd name="T68" fmla="*/ 2147483646 w 602"/>
              <a:gd name="T69" fmla="*/ 2147483646 h 609"/>
              <a:gd name="T70" fmla="*/ 2147483646 w 602"/>
              <a:gd name="T71" fmla="*/ 2147483646 h 609"/>
              <a:gd name="T72" fmla="*/ 2147483646 w 602"/>
              <a:gd name="T73" fmla="*/ 2147483646 h 609"/>
              <a:gd name="T74" fmla="*/ 2147483646 w 602"/>
              <a:gd name="T75" fmla="*/ 2147483646 h 609"/>
              <a:gd name="T76" fmla="*/ 2147483646 w 602"/>
              <a:gd name="T77" fmla="*/ 2147483646 h 609"/>
              <a:gd name="T78" fmla="*/ 2147483646 w 602"/>
              <a:gd name="T79" fmla="*/ 2147483646 h 609"/>
              <a:gd name="T80" fmla="*/ 2147483646 w 602"/>
              <a:gd name="T81" fmla="*/ 2147483646 h 609"/>
              <a:gd name="T82" fmla="*/ 2147483646 w 602"/>
              <a:gd name="T83" fmla="*/ 2147483646 h 609"/>
              <a:gd name="T84" fmla="*/ 2147483646 w 602"/>
              <a:gd name="T85" fmla="*/ 2147483646 h 609"/>
              <a:gd name="T86" fmla="*/ 2147483646 w 602"/>
              <a:gd name="T87" fmla="*/ 2147483646 h 609"/>
              <a:gd name="T88" fmla="*/ 2147483646 w 602"/>
              <a:gd name="T89" fmla="*/ 2147483646 h 609"/>
              <a:gd name="T90" fmla="*/ 2147483646 w 602"/>
              <a:gd name="T91" fmla="*/ 2147483646 h 609"/>
              <a:gd name="T92" fmla="*/ 2147483646 w 602"/>
              <a:gd name="T93" fmla="*/ 2147483646 h 609"/>
              <a:gd name="T94" fmla="*/ 2147483646 w 602"/>
              <a:gd name="T95" fmla="*/ 2147483646 h 609"/>
              <a:gd name="T96" fmla="*/ 2147483646 w 602"/>
              <a:gd name="T97" fmla="*/ 2147483646 h 609"/>
              <a:gd name="T98" fmla="*/ 2147483646 w 602"/>
              <a:gd name="T99" fmla="*/ 2147483646 h 609"/>
              <a:gd name="T100" fmla="*/ 2147483646 w 602"/>
              <a:gd name="T101" fmla="*/ 2147483646 h 609"/>
              <a:gd name="T102" fmla="*/ 2147483646 w 602"/>
              <a:gd name="T103" fmla="*/ 2147483646 h 609"/>
              <a:gd name="T104" fmla="*/ 2147483646 w 602"/>
              <a:gd name="T105" fmla="*/ 2147483646 h 609"/>
              <a:gd name="T106" fmla="*/ 2147483646 w 602"/>
              <a:gd name="T107" fmla="*/ 2147483646 h 609"/>
              <a:gd name="T108" fmla="*/ 2147483646 w 602"/>
              <a:gd name="T109" fmla="*/ 2147483646 h 609"/>
              <a:gd name="T110" fmla="*/ 2147483646 w 602"/>
              <a:gd name="T111" fmla="*/ 2147483646 h 609"/>
              <a:gd name="T112" fmla="*/ 2147483646 w 602"/>
              <a:gd name="T113" fmla="*/ 2147483646 h 609"/>
              <a:gd name="T114" fmla="*/ 2147483646 w 602"/>
              <a:gd name="T115" fmla="*/ 2147483646 h 609"/>
              <a:gd name="T116" fmla="*/ 2147483646 w 602"/>
              <a:gd name="T117" fmla="*/ 2147483646 h 609"/>
              <a:gd name="T118" fmla="*/ 2147483646 w 602"/>
              <a:gd name="T119" fmla="*/ 2147483646 h 609"/>
              <a:gd name="T120" fmla="*/ 2147483646 w 602"/>
              <a:gd name="T121" fmla="*/ 2147483646 h 609"/>
              <a:gd name="T122" fmla="*/ 2147483646 w 602"/>
              <a:gd name="T123" fmla="*/ 2147483646 h 609"/>
              <a:gd name="T124" fmla="*/ 2147483646 w 602"/>
              <a:gd name="T125" fmla="*/ 2147483646 h 60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602" h="609">
                <a:moveTo>
                  <a:pt x="297" y="608"/>
                </a:moveTo>
                <a:lnTo>
                  <a:pt x="297" y="608"/>
                </a:lnTo>
                <a:cubicBezTo>
                  <a:pt x="134" y="608"/>
                  <a:pt x="0" y="474"/>
                  <a:pt x="0" y="304"/>
                </a:cubicBezTo>
                <a:cubicBezTo>
                  <a:pt x="0" y="134"/>
                  <a:pt x="134" y="0"/>
                  <a:pt x="297" y="0"/>
                </a:cubicBezTo>
                <a:cubicBezTo>
                  <a:pt x="466" y="0"/>
                  <a:pt x="601" y="134"/>
                  <a:pt x="601" y="304"/>
                </a:cubicBezTo>
                <a:cubicBezTo>
                  <a:pt x="601" y="474"/>
                  <a:pt x="466" y="608"/>
                  <a:pt x="297" y="608"/>
                </a:cubicBezTo>
                <a:close/>
                <a:moveTo>
                  <a:pt x="466" y="127"/>
                </a:moveTo>
                <a:lnTo>
                  <a:pt x="466" y="127"/>
                </a:lnTo>
                <a:cubicBezTo>
                  <a:pt x="466" y="127"/>
                  <a:pt x="466" y="127"/>
                  <a:pt x="466" y="120"/>
                </a:cubicBezTo>
                <a:lnTo>
                  <a:pt x="459" y="120"/>
                </a:lnTo>
                <a:cubicBezTo>
                  <a:pt x="459" y="120"/>
                  <a:pt x="459" y="120"/>
                  <a:pt x="459" y="127"/>
                </a:cubicBezTo>
                <a:cubicBezTo>
                  <a:pt x="459" y="127"/>
                  <a:pt x="459" y="127"/>
                  <a:pt x="466" y="127"/>
                </a:cubicBezTo>
                <a:cubicBezTo>
                  <a:pt x="466" y="134"/>
                  <a:pt x="466" y="134"/>
                  <a:pt x="459" y="134"/>
                </a:cubicBezTo>
                <a:cubicBezTo>
                  <a:pt x="459" y="141"/>
                  <a:pt x="459" y="141"/>
                  <a:pt x="459" y="141"/>
                </a:cubicBezTo>
                <a:lnTo>
                  <a:pt x="452" y="141"/>
                </a:lnTo>
                <a:cubicBezTo>
                  <a:pt x="452" y="141"/>
                  <a:pt x="452" y="141"/>
                  <a:pt x="459" y="141"/>
                </a:cubicBezTo>
                <a:cubicBezTo>
                  <a:pt x="459" y="141"/>
                  <a:pt x="459" y="141"/>
                  <a:pt x="466" y="141"/>
                </a:cubicBezTo>
                <a:cubicBezTo>
                  <a:pt x="466" y="134"/>
                  <a:pt x="466" y="134"/>
                  <a:pt x="466" y="134"/>
                </a:cubicBezTo>
                <a:cubicBezTo>
                  <a:pt x="466" y="127"/>
                  <a:pt x="466" y="127"/>
                  <a:pt x="474" y="127"/>
                </a:cubicBezTo>
                <a:lnTo>
                  <a:pt x="466" y="127"/>
                </a:lnTo>
                <a:close/>
                <a:moveTo>
                  <a:pt x="474" y="134"/>
                </a:moveTo>
                <a:lnTo>
                  <a:pt x="474" y="134"/>
                </a:lnTo>
                <a:close/>
                <a:moveTo>
                  <a:pt x="544" y="339"/>
                </a:moveTo>
                <a:lnTo>
                  <a:pt x="544" y="339"/>
                </a:lnTo>
                <a:cubicBezTo>
                  <a:pt x="544" y="332"/>
                  <a:pt x="544" y="325"/>
                  <a:pt x="544" y="325"/>
                </a:cubicBezTo>
                <a:cubicBezTo>
                  <a:pt x="544" y="318"/>
                  <a:pt x="544" y="325"/>
                  <a:pt x="537" y="325"/>
                </a:cubicBezTo>
                <a:cubicBezTo>
                  <a:pt x="537" y="318"/>
                  <a:pt x="537" y="318"/>
                  <a:pt x="537" y="318"/>
                </a:cubicBezTo>
                <a:cubicBezTo>
                  <a:pt x="537" y="318"/>
                  <a:pt x="537" y="318"/>
                  <a:pt x="537" y="325"/>
                </a:cubicBezTo>
                <a:cubicBezTo>
                  <a:pt x="537" y="325"/>
                  <a:pt x="530" y="332"/>
                  <a:pt x="537" y="332"/>
                </a:cubicBezTo>
                <a:cubicBezTo>
                  <a:pt x="537" y="339"/>
                  <a:pt x="537" y="339"/>
                  <a:pt x="544" y="339"/>
                </a:cubicBezTo>
                <a:close/>
                <a:moveTo>
                  <a:pt x="64" y="361"/>
                </a:moveTo>
                <a:lnTo>
                  <a:pt x="64" y="361"/>
                </a:lnTo>
                <a:cubicBezTo>
                  <a:pt x="71" y="361"/>
                  <a:pt x="71" y="361"/>
                  <a:pt x="71" y="361"/>
                </a:cubicBezTo>
                <a:cubicBezTo>
                  <a:pt x="71" y="354"/>
                  <a:pt x="71" y="354"/>
                  <a:pt x="71" y="354"/>
                </a:cubicBezTo>
                <a:cubicBezTo>
                  <a:pt x="71" y="354"/>
                  <a:pt x="71" y="354"/>
                  <a:pt x="64" y="354"/>
                </a:cubicBezTo>
                <a:lnTo>
                  <a:pt x="64" y="361"/>
                </a:lnTo>
                <a:cubicBezTo>
                  <a:pt x="64" y="354"/>
                  <a:pt x="64" y="354"/>
                  <a:pt x="64" y="354"/>
                </a:cubicBezTo>
                <a:cubicBezTo>
                  <a:pt x="64" y="354"/>
                  <a:pt x="64" y="354"/>
                  <a:pt x="57" y="354"/>
                </a:cubicBezTo>
                <a:cubicBezTo>
                  <a:pt x="64" y="361"/>
                  <a:pt x="64" y="361"/>
                  <a:pt x="64" y="361"/>
                </a:cubicBezTo>
                <a:close/>
                <a:moveTo>
                  <a:pt x="71" y="269"/>
                </a:moveTo>
                <a:lnTo>
                  <a:pt x="71" y="269"/>
                </a:lnTo>
                <a:close/>
                <a:moveTo>
                  <a:pt x="71" y="226"/>
                </a:moveTo>
                <a:lnTo>
                  <a:pt x="71" y="226"/>
                </a:lnTo>
                <a:lnTo>
                  <a:pt x="71" y="219"/>
                </a:lnTo>
                <a:lnTo>
                  <a:pt x="71" y="226"/>
                </a:lnTo>
                <a:close/>
                <a:moveTo>
                  <a:pt x="134" y="127"/>
                </a:moveTo>
                <a:lnTo>
                  <a:pt x="134" y="127"/>
                </a:lnTo>
                <a:cubicBezTo>
                  <a:pt x="134" y="127"/>
                  <a:pt x="134" y="127"/>
                  <a:pt x="127" y="127"/>
                </a:cubicBezTo>
                <a:cubicBezTo>
                  <a:pt x="134" y="127"/>
                  <a:pt x="134" y="127"/>
                  <a:pt x="134" y="127"/>
                </a:cubicBezTo>
                <a:close/>
                <a:moveTo>
                  <a:pt x="127" y="134"/>
                </a:moveTo>
                <a:lnTo>
                  <a:pt x="127" y="134"/>
                </a:lnTo>
                <a:close/>
                <a:moveTo>
                  <a:pt x="191" y="85"/>
                </a:moveTo>
                <a:lnTo>
                  <a:pt x="191" y="85"/>
                </a:lnTo>
                <a:lnTo>
                  <a:pt x="198" y="85"/>
                </a:lnTo>
                <a:lnTo>
                  <a:pt x="191" y="85"/>
                </a:lnTo>
                <a:cubicBezTo>
                  <a:pt x="198" y="85"/>
                  <a:pt x="198" y="85"/>
                  <a:pt x="198" y="85"/>
                </a:cubicBezTo>
                <a:lnTo>
                  <a:pt x="198" y="92"/>
                </a:lnTo>
                <a:lnTo>
                  <a:pt x="198" y="85"/>
                </a:lnTo>
                <a:cubicBezTo>
                  <a:pt x="191" y="85"/>
                  <a:pt x="191" y="92"/>
                  <a:pt x="191" y="92"/>
                </a:cubicBezTo>
                <a:cubicBezTo>
                  <a:pt x="191" y="92"/>
                  <a:pt x="191" y="92"/>
                  <a:pt x="191" y="85"/>
                </a:cubicBezTo>
                <a:cubicBezTo>
                  <a:pt x="191" y="92"/>
                  <a:pt x="191" y="92"/>
                  <a:pt x="191" y="92"/>
                </a:cubicBezTo>
                <a:cubicBezTo>
                  <a:pt x="191" y="92"/>
                  <a:pt x="191" y="92"/>
                  <a:pt x="198" y="92"/>
                </a:cubicBezTo>
                <a:lnTo>
                  <a:pt x="191" y="92"/>
                </a:lnTo>
                <a:lnTo>
                  <a:pt x="198" y="92"/>
                </a:lnTo>
                <a:lnTo>
                  <a:pt x="191" y="92"/>
                </a:lnTo>
                <a:cubicBezTo>
                  <a:pt x="198" y="92"/>
                  <a:pt x="198" y="92"/>
                  <a:pt x="198" y="92"/>
                </a:cubicBezTo>
                <a:cubicBezTo>
                  <a:pt x="198" y="92"/>
                  <a:pt x="205" y="99"/>
                  <a:pt x="198" y="99"/>
                </a:cubicBezTo>
                <a:lnTo>
                  <a:pt x="191" y="99"/>
                </a:lnTo>
                <a:lnTo>
                  <a:pt x="198" y="99"/>
                </a:lnTo>
                <a:cubicBezTo>
                  <a:pt x="191" y="99"/>
                  <a:pt x="191" y="99"/>
                  <a:pt x="191" y="99"/>
                </a:cubicBezTo>
                <a:cubicBezTo>
                  <a:pt x="191" y="106"/>
                  <a:pt x="184" y="106"/>
                  <a:pt x="191" y="106"/>
                </a:cubicBezTo>
                <a:cubicBezTo>
                  <a:pt x="191" y="99"/>
                  <a:pt x="191" y="99"/>
                  <a:pt x="191" y="99"/>
                </a:cubicBezTo>
                <a:cubicBezTo>
                  <a:pt x="191" y="106"/>
                  <a:pt x="191" y="106"/>
                  <a:pt x="191" y="106"/>
                </a:cubicBezTo>
                <a:lnTo>
                  <a:pt x="198" y="106"/>
                </a:lnTo>
                <a:cubicBezTo>
                  <a:pt x="198" y="106"/>
                  <a:pt x="198" y="106"/>
                  <a:pt x="205" y="106"/>
                </a:cubicBezTo>
                <a:cubicBezTo>
                  <a:pt x="212" y="106"/>
                  <a:pt x="212" y="106"/>
                  <a:pt x="212" y="106"/>
                </a:cubicBezTo>
                <a:cubicBezTo>
                  <a:pt x="212" y="113"/>
                  <a:pt x="212" y="113"/>
                  <a:pt x="212" y="113"/>
                </a:cubicBezTo>
                <a:cubicBezTo>
                  <a:pt x="212" y="113"/>
                  <a:pt x="205" y="113"/>
                  <a:pt x="205" y="106"/>
                </a:cubicBezTo>
                <a:cubicBezTo>
                  <a:pt x="205" y="113"/>
                  <a:pt x="212" y="113"/>
                  <a:pt x="205" y="113"/>
                </a:cubicBezTo>
                <a:cubicBezTo>
                  <a:pt x="198" y="106"/>
                  <a:pt x="198" y="106"/>
                  <a:pt x="198" y="106"/>
                </a:cubicBezTo>
                <a:lnTo>
                  <a:pt x="198" y="113"/>
                </a:lnTo>
                <a:cubicBezTo>
                  <a:pt x="191" y="106"/>
                  <a:pt x="191" y="106"/>
                  <a:pt x="191" y="106"/>
                </a:cubicBezTo>
                <a:cubicBezTo>
                  <a:pt x="191" y="106"/>
                  <a:pt x="191" y="106"/>
                  <a:pt x="191" y="113"/>
                </a:cubicBezTo>
                <a:cubicBezTo>
                  <a:pt x="198" y="113"/>
                  <a:pt x="198" y="113"/>
                  <a:pt x="198" y="113"/>
                </a:cubicBezTo>
                <a:lnTo>
                  <a:pt x="198" y="106"/>
                </a:lnTo>
                <a:cubicBezTo>
                  <a:pt x="198" y="113"/>
                  <a:pt x="198" y="113"/>
                  <a:pt x="198" y="113"/>
                </a:cubicBezTo>
                <a:lnTo>
                  <a:pt x="191" y="113"/>
                </a:lnTo>
                <a:cubicBezTo>
                  <a:pt x="198" y="113"/>
                  <a:pt x="191" y="113"/>
                  <a:pt x="191" y="120"/>
                </a:cubicBezTo>
                <a:cubicBezTo>
                  <a:pt x="191" y="120"/>
                  <a:pt x="191" y="113"/>
                  <a:pt x="198" y="113"/>
                </a:cubicBezTo>
                <a:lnTo>
                  <a:pt x="198" y="120"/>
                </a:lnTo>
                <a:cubicBezTo>
                  <a:pt x="198" y="120"/>
                  <a:pt x="198" y="120"/>
                  <a:pt x="198" y="113"/>
                </a:cubicBezTo>
                <a:lnTo>
                  <a:pt x="205" y="113"/>
                </a:lnTo>
                <a:cubicBezTo>
                  <a:pt x="205" y="113"/>
                  <a:pt x="205" y="113"/>
                  <a:pt x="212" y="113"/>
                </a:cubicBezTo>
                <a:lnTo>
                  <a:pt x="205" y="113"/>
                </a:lnTo>
                <a:cubicBezTo>
                  <a:pt x="205" y="120"/>
                  <a:pt x="205" y="120"/>
                  <a:pt x="212" y="120"/>
                </a:cubicBezTo>
                <a:cubicBezTo>
                  <a:pt x="205" y="120"/>
                  <a:pt x="205" y="120"/>
                  <a:pt x="205" y="120"/>
                </a:cubicBezTo>
                <a:lnTo>
                  <a:pt x="205" y="127"/>
                </a:lnTo>
                <a:cubicBezTo>
                  <a:pt x="198" y="127"/>
                  <a:pt x="198" y="127"/>
                  <a:pt x="198" y="127"/>
                </a:cubicBezTo>
                <a:cubicBezTo>
                  <a:pt x="198" y="127"/>
                  <a:pt x="198" y="127"/>
                  <a:pt x="191" y="127"/>
                </a:cubicBezTo>
                <a:lnTo>
                  <a:pt x="191" y="134"/>
                </a:lnTo>
                <a:cubicBezTo>
                  <a:pt x="191" y="134"/>
                  <a:pt x="191" y="134"/>
                  <a:pt x="191" y="141"/>
                </a:cubicBezTo>
                <a:cubicBezTo>
                  <a:pt x="191" y="141"/>
                  <a:pt x="191" y="141"/>
                  <a:pt x="184" y="141"/>
                </a:cubicBezTo>
                <a:cubicBezTo>
                  <a:pt x="184" y="141"/>
                  <a:pt x="184" y="149"/>
                  <a:pt x="177" y="149"/>
                </a:cubicBezTo>
                <a:cubicBezTo>
                  <a:pt x="177" y="149"/>
                  <a:pt x="177" y="149"/>
                  <a:pt x="177" y="141"/>
                </a:cubicBezTo>
                <a:cubicBezTo>
                  <a:pt x="177" y="141"/>
                  <a:pt x="177" y="141"/>
                  <a:pt x="177" y="149"/>
                </a:cubicBezTo>
                <a:cubicBezTo>
                  <a:pt x="170" y="149"/>
                  <a:pt x="177" y="149"/>
                  <a:pt x="170" y="149"/>
                </a:cubicBezTo>
                <a:cubicBezTo>
                  <a:pt x="170" y="149"/>
                  <a:pt x="170" y="149"/>
                  <a:pt x="177" y="149"/>
                </a:cubicBezTo>
                <a:cubicBezTo>
                  <a:pt x="170" y="149"/>
                  <a:pt x="170" y="149"/>
                  <a:pt x="170" y="149"/>
                </a:cubicBezTo>
                <a:cubicBezTo>
                  <a:pt x="170" y="156"/>
                  <a:pt x="170" y="149"/>
                  <a:pt x="170" y="156"/>
                </a:cubicBezTo>
                <a:lnTo>
                  <a:pt x="177" y="156"/>
                </a:lnTo>
                <a:cubicBezTo>
                  <a:pt x="170" y="156"/>
                  <a:pt x="170" y="156"/>
                  <a:pt x="170" y="156"/>
                </a:cubicBezTo>
                <a:cubicBezTo>
                  <a:pt x="170" y="156"/>
                  <a:pt x="170" y="156"/>
                  <a:pt x="170" y="163"/>
                </a:cubicBezTo>
                <a:cubicBezTo>
                  <a:pt x="170" y="163"/>
                  <a:pt x="170" y="163"/>
                  <a:pt x="170" y="170"/>
                </a:cubicBezTo>
                <a:cubicBezTo>
                  <a:pt x="170" y="170"/>
                  <a:pt x="170" y="170"/>
                  <a:pt x="170" y="177"/>
                </a:cubicBezTo>
                <a:cubicBezTo>
                  <a:pt x="170" y="177"/>
                  <a:pt x="170" y="177"/>
                  <a:pt x="163" y="177"/>
                </a:cubicBezTo>
                <a:lnTo>
                  <a:pt x="170" y="177"/>
                </a:lnTo>
                <a:cubicBezTo>
                  <a:pt x="170" y="177"/>
                  <a:pt x="170" y="177"/>
                  <a:pt x="163" y="177"/>
                </a:cubicBezTo>
                <a:cubicBezTo>
                  <a:pt x="155" y="177"/>
                  <a:pt x="163" y="177"/>
                  <a:pt x="155" y="177"/>
                </a:cubicBezTo>
                <a:lnTo>
                  <a:pt x="163" y="177"/>
                </a:lnTo>
                <a:lnTo>
                  <a:pt x="155" y="177"/>
                </a:lnTo>
                <a:lnTo>
                  <a:pt x="155" y="170"/>
                </a:lnTo>
                <a:lnTo>
                  <a:pt x="155" y="177"/>
                </a:lnTo>
                <a:cubicBezTo>
                  <a:pt x="155" y="177"/>
                  <a:pt x="155" y="177"/>
                  <a:pt x="148" y="177"/>
                </a:cubicBezTo>
                <a:lnTo>
                  <a:pt x="148" y="170"/>
                </a:lnTo>
                <a:cubicBezTo>
                  <a:pt x="148" y="177"/>
                  <a:pt x="148" y="170"/>
                  <a:pt x="148" y="170"/>
                </a:cubicBezTo>
                <a:lnTo>
                  <a:pt x="148" y="177"/>
                </a:lnTo>
                <a:cubicBezTo>
                  <a:pt x="141" y="177"/>
                  <a:pt x="141" y="177"/>
                  <a:pt x="141" y="170"/>
                </a:cubicBezTo>
                <a:cubicBezTo>
                  <a:pt x="141" y="170"/>
                  <a:pt x="148" y="170"/>
                  <a:pt x="141" y="170"/>
                </a:cubicBezTo>
                <a:cubicBezTo>
                  <a:pt x="141" y="163"/>
                  <a:pt x="141" y="163"/>
                  <a:pt x="141" y="163"/>
                </a:cubicBezTo>
                <a:lnTo>
                  <a:pt x="141" y="170"/>
                </a:lnTo>
                <a:cubicBezTo>
                  <a:pt x="141" y="170"/>
                  <a:pt x="141" y="170"/>
                  <a:pt x="141" y="163"/>
                </a:cubicBezTo>
                <a:lnTo>
                  <a:pt x="141" y="170"/>
                </a:lnTo>
                <a:cubicBezTo>
                  <a:pt x="134" y="163"/>
                  <a:pt x="141" y="163"/>
                  <a:pt x="141" y="163"/>
                </a:cubicBezTo>
                <a:cubicBezTo>
                  <a:pt x="141" y="163"/>
                  <a:pt x="141" y="163"/>
                  <a:pt x="134" y="163"/>
                </a:cubicBezTo>
                <a:cubicBezTo>
                  <a:pt x="134" y="163"/>
                  <a:pt x="134" y="163"/>
                  <a:pt x="141" y="163"/>
                </a:cubicBezTo>
                <a:cubicBezTo>
                  <a:pt x="141" y="163"/>
                  <a:pt x="141" y="163"/>
                  <a:pt x="141" y="156"/>
                </a:cubicBezTo>
                <a:cubicBezTo>
                  <a:pt x="141" y="163"/>
                  <a:pt x="141" y="163"/>
                  <a:pt x="141" y="163"/>
                </a:cubicBezTo>
                <a:cubicBezTo>
                  <a:pt x="134" y="163"/>
                  <a:pt x="134" y="163"/>
                  <a:pt x="134" y="163"/>
                </a:cubicBezTo>
                <a:cubicBezTo>
                  <a:pt x="134" y="163"/>
                  <a:pt x="134" y="163"/>
                  <a:pt x="134" y="156"/>
                </a:cubicBezTo>
                <a:cubicBezTo>
                  <a:pt x="134" y="156"/>
                  <a:pt x="134" y="156"/>
                  <a:pt x="141" y="156"/>
                </a:cubicBezTo>
                <a:cubicBezTo>
                  <a:pt x="141" y="156"/>
                  <a:pt x="141" y="156"/>
                  <a:pt x="134" y="156"/>
                </a:cubicBezTo>
                <a:lnTo>
                  <a:pt x="134" y="163"/>
                </a:lnTo>
                <a:cubicBezTo>
                  <a:pt x="134" y="163"/>
                  <a:pt x="134" y="163"/>
                  <a:pt x="134" y="156"/>
                </a:cubicBezTo>
                <a:cubicBezTo>
                  <a:pt x="134" y="156"/>
                  <a:pt x="134" y="156"/>
                  <a:pt x="127" y="156"/>
                </a:cubicBezTo>
                <a:lnTo>
                  <a:pt x="127" y="149"/>
                </a:lnTo>
                <a:lnTo>
                  <a:pt x="134" y="149"/>
                </a:lnTo>
                <a:cubicBezTo>
                  <a:pt x="134" y="149"/>
                  <a:pt x="134" y="149"/>
                  <a:pt x="141" y="149"/>
                </a:cubicBezTo>
                <a:cubicBezTo>
                  <a:pt x="134" y="149"/>
                  <a:pt x="134" y="149"/>
                  <a:pt x="134" y="149"/>
                </a:cubicBezTo>
                <a:lnTo>
                  <a:pt x="127" y="149"/>
                </a:lnTo>
                <a:lnTo>
                  <a:pt x="134" y="149"/>
                </a:lnTo>
                <a:cubicBezTo>
                  <a:pt x="127" y="149"/>
                  <a:pt x="127" y="149"/>
                  <a:pt x="127" y="149"/>
                </a:cubicBezTo>
                <a:cubicBezTo>
                  <a:pt x="127" y="141"/>
                  <a:pt x="134" y="141"/>
                  <a:pt x="134" y="141"/>
                </a:cubicBezTo>
                <a:cubicBezTo>
                  <a:pt x="127" y="141"/>
                  <a:pt x="127" y="141"/>
                  <a:pt x="127" y="141"/>
                </a:cubicBezTo>
                <a:cubicBezTo>
                  <a:pt x="127" y="141"/>
                  <a:pt x="127" y="141"/>
                  <a:pt x="134" y="141"/>
                </a:cubicBezTo>
                <a:lnTo>
                  <a:pt x="127" y="141"/>
                </a:lnTo>
                <a:lnTo>
                  <a:pt x="134" y="141"/>
                </a:lnTo>
                <a:cubicBezTo>
                  <a:pt x="127" y="141"/>
                  <a:pt x="127" y="141"/>
                  <a:pt x="127" y="141"/>
                </a:cubicBezTo>
                <a:cubicBezTo>
                  <a:pt x="127" y="141"/>
                  <a:pt x="127" y="141"/>
                  <a:pt x="134" y="141"/>
                </a:cubicBezTo>
                <a:cubicBezTo>
                  <a:pt x="127" y="141"/>
                  <a:pt x="127" y="141"/>
                  <a:pt x="127" y="141"/>
                </a:cubicBezTo>
                <a:cubicBezTo>
                  <a:pt x="127" y="141"/>
                  <a:pt x="127" y="141"/>
                  <a:pt x="134" y="134"/>
                </a:cubicBezTo>
                <a:cubicBezTo>
                  <a:pt x="134" y="127"/>
                  <a:pt x="134" y="127"/>
                  <a:pt x="134" y="127"/>
                </a:cubicBezTo>
                <a:lnTo>
                  <a:pt x="127" y="127"/>
                </a:lnTo>
                <a:cubicBezTo>
                  <a:pt x="127" y="127"/>
                  <a:pt x="127" y="127"/>
                  <a:pt x="134" y="134"/>
                </a:cubicBezTo>
                <a:cubicBezTo>
                  <a:pt x="134" y="134"/>
                  <a:pt x="134" y="134"/>
                  <a:pt x="127" y="134"/>
                </a:cubicBezTo>
                <a:cubicBezTo>
                  <a:pt x="120" y="141"/>
                  <a:pt x="113" y="149"/>
                  <a:pt x="106" y="156"/>
                </a:cubicBezTo>
                <a:lnTo>
                  <a:pt x="113" y="156"/>
                </a:lnTo>
                <a:cubicBezTo>
                  <a:pt x="113" y="156"/>
                  <a:pt x="113" y="163"/>
                  <a:pt x="120" y="163"/>
                </a:cubicBezTo>
                <a:cubicBezTo>
                  <a:pt x="113" y="163"/>
                  <a:pt x="113" y="163"/>
                  <a:pt x="113" y="163"/>
                </a:cubicBezTo>
                <a:lnTo>
                  <a:pt x="113" y="170"/>
                </a:lnTo>
                <a:lnTo>
                  <a:pt x="106" y="170"/>
                </a:lnTo>
                <a:cubicBezTo>
                  <a:pt x="106" y="163"/>
                  <a:pt x="106" y="163"/>
                  <a:pt x="106" y="163"/>
                </a:cubicBezTo>
                <a:lnTo>
                  <a:pt x="99" y="163"/>
                </a:lnTo>
                <a:lnTo>
                  <a:pt x="99" y="170"/>
                </a:lnTo>
                <a:cubicBezTo>
                  <a:pt x="99" y="170"/>
                  <a:pt x="99" y="170"/>
                  <a:pt x="106" y="170"/>
                </a:cubicBezTo>
                <a:cubicBezTo>
                  <a:pt x="106" y="170"/>
                  <a:pt x="106" y="170"/>
                  <a:pt x="106" y="177"/>
                </a:cubicBezTo>
                <a:lnTo>
                  <a:pt x="106" y="170"/>
                </a:lnTo>
                <a:cubicBezTo>
                  <a:pt x="106" y="177"/>
                  <a:pt x="106" y="177"/>
                  <a:pt x="106" y="177"/>
                </a:cubicBezTo>
                <a:cubicBezTo>
                  <a:pt x="99" y="177"/>
                  <a:pt x="99" y="177"/>
                  <a:pt x="99" y="170"/>
                </a:cubicBezTo>
                <a:lnTo>
                  <a:pt x="99" y="177"/>
                </a:lnTo>
                <a:lnTo>
                  <a:pt x="99" y="170"/>
                </a:lnTo>
                <a:cubicBezTo>
                  <a:pt x="99" y="177"/>
                  <a:pt x="99" y="177"/>
                  <a:pt x="99" y="177"/>
                </a:cubicBezTo>
                <a:cubicBezTo>
                  <a:pt x="99" y="177"/>
                  <a:pt x="106" y="177"/>
                  <a:pt x="106" y="184"/>
                </a:cubicBezTo>
                <a:cubicBezTo>
                  <a:pt x="99" y="184"/>
                  <a:pt x="99" y="177"/>
                  <a:pt x="99" y="177"/>
                </a:cubicBezTo>
                <a:cubicBezTo>
                  <a:pt x="99" y="177"/>
                  <a:pt x="99" y="177"/>
                  <a:pt x="92" y="177"/>
                </a:cubicBezTo>
                <a:cubicBezTo>
                  <a:pt x="92" y="177"/>
                  <a:pt x="85" y="177"/>
                  <a:pt x="85" y="184"/>
                </a:cubicBezTo>
                <a:cubicBezTo>
                  <a:pt x="92" y="184"/>
                  <a:pt x="92" y="184"/>
                  <a:pt x="92" y="184"/>
                </a:cubicBezTo>
                <a:lnTo>
                  <a:pt x="92" y="191"/>
                </a:lnTo>
                <a:cubicBezTo>
                  <a:pt x="92" y="191"/>
                  <a:pt x="92" y="191"/>
                  <a:pt x="92" y="198"/>
                </a:cubicBezTo>
                <a:cubicBezTo>
                  <a:pt x="92" y="191"/>
                  <a:pt x="99" y="191"/>
                  <a:pt x="99" y="198"/>
                </a:cubicBezTo>
                <a:lnTo>
                  <a:pt x="99" y="191"/>
                </a:lnTo>
                <a:cubicBezTo>
                  <a:pt x="106" y="191"/>
                  <a:pt x="106" y="198"/>
                  <a:pt x="106" y="198"/>
                </a:cubicBezTo>
                <a:cubicBezTo>
                  <a:pt x="106" y="191"/>
                  <a:pt x="106" y="191"/>
                  <a:pt x="106" y="191"/>
                </a:cubicBezTo>
                <a:lnTo>
                  <a:pt x="113" y="191"/>
                </a:lnTo>
                <a:cubicBezTo>
                  <a:pt x="113" y="198"/>
                  <a:pt x="113" y="198"/>
                  <a:pt x="113" y="198"/>
                </a:cubicBezTo>
                <a:cubicBezTo>
                  <a:pt x="113" y="198"/>
                  <a:pt x="113" y="198"/>
                  <a:pt x="113" y="205"/>
                </a:cubicBezTo>
                <a:cubicBezTo>
                  <a:pt x="113" y="205"/>
                  <a:pt x="113" y="198"/>
                  <a:pt x="113" y="205"/>
                </a:cubicBezTo>
                <a:cubicBezTo>
                  <a:pt x="120" y="205"/>
                  <a:pt x="120" y="205"/>
                  <a:pt x="120" y="205"/>
                </a:cubicBezTo>
                <a:cubicBezTo>
                  <a:pt x="120" y="205"/>
                  <a:pt x="120" y="212"/>
                  <a:pt x="127" y="212"/>
                </a:cubicBezTo>
                <a:cubicBezTo>
                  <a:pt x="120" y="212"/>
                  <a:pt x="120" y="212"/>
                  <a:pt x="120" y="212"/>
                </a:cubicBezTo>
                <a:cubicBezTo>
                  <a:pt x="127" y="212"/>
                  <a:pt x="127" y="212"/>
                  <a:pt x="127" y="212"/>
                </a:cubicBezTo>
                <a:lnTo>
                  <a:pt x="134" y="212"/>
                </a:lnTo>
                <a:cubicBezTo>
                  <a:pt x="134" y="219"/>
                  <a:pt x="134" y="219"/>
                  <a:pt x="134" y="219"/>
                </a:cubicBezTo>
                <a:lnTo>
                  <a:pt x="127" y="219"/>
                </a:lnTo>
                <a:cubicBezTo>
                  <a:pt x="120" y="226"/>
                  <a:pt x="120" y="226"/>
                  <a:pt x="120" y="226"/>
                </a:cubicBezTo>
                <a:cubicBezTo>
                  <a:pt x="120" y="226"/>
                  <a:pt x="120" y="226"/>
                  <a:pt x="113" y="226"/>
                </a:cubicBezTo>
                <a:lnTo>
                  <a:pt x="106" y="226"/>
                </a:lnTo>
                <a:cubicBezTo>
                  <a:pt x="106" y="226"/>
                  <a:pt x="106" y="226"/>
                  <a:pt x="99" y="226"/>
                </a:cubicBezTo>
                <a:cubicBezTo>
                  <a:pt x="99" y="226"/>
                  <a:pt x="99" y="226"/>
                  <a:pt x="99" y="233"/>
                </a:cubicBezTo>
                <a:cubicBezTo>
                  <a:pt x="92" y="233"/>
                  <a:pt x="92" y="233"/>
                  <a:pt x="92" y="240"/>
                </a:cubicBezTo>
                <a:lnTo>
                  <a:pt x="92" y="233"/>
                </a:lnTo>
                <a:cubicBezTo>
                  <a:pt x="99" y="233"/>
                  <a:pt x="99" y="233"/>
                  <a:pt x="99" y="233"/>
                </a:cubicBezTo>
                <a:cubicBezTo>
                  <a:pt x="106" y="226"/>
                  <a:pt x="106" y="226"/>
                  <a:pt x="106" y="233"/>
                </a:cubicBezTo>
                <a:cubicBezTo>
                  <a:pt x="106" y="233"/>
                  <a:pt x="106" y="233"/>
                  <a:pt x="99" y="233"/>
                </a:cubicBezTo>
                <a:cubicBezTo>
                  <a:pt x="106" y="233"/>
                  <a:pt x="106" y="233"/>
                  <a:pt x="106" y="233"/>
                </a:cubicBezTo>
                <a:cubicBezTo>
                  <a:pt x="106" y="233"/>
                  <a:pt x="106" y="233"/>
                  <a:pt x="106" y="240"/>
                </a:cubicBezTo>
                <a:cubicBezTo>
                  <a:pt x="106" y="240"/>
                  <a:pt x="106" y="240"/>
                  <a:pt x="113" y="240"/>
                </a:cubicBezTo>
                <a:cubicBezTo>
                  <a:pt x="113" y="240"/>
                  <a:pt x="113" y="240"/>
                  <a:pt x="106" y="240"/>
                </a:cubicBezTo>
                <a:cubicBezTo>
                  <a:pt x="106" y="240"/>
                  <a:pt x="106" y="240"/>
                  <a:pt x="113" y="240"/>
                </a:cubicBezTo>
                <a:cubicBezTo>
                  <a:pt x="120" y="240"/>
                  <a:pt x="120" y="240"/>
                  <a:pt x="120" y="240"/>
                </a:cubicBezTo>
                <a:cubicBezTo>
                  <a:pt x="113" y="240"/>
                  <a:pt x="120" y="240"/>
                  <a:pt x="113" y="240"/>
                </a:cubicBezTo>
                <a:cubicBezTo>
                  <a:pt x="113" y="240"/>
                  <a:pt x="113" y="240"/>
                  <a:pt x="113" y="247"/>
                </a:cubicBezTo>
                <a:lnTo>
                  <a:pt x="113" y="240"/>
                </a:lnTo>
                <a:cubicBezTo>
                  <a:pt x="113" y="247"/>
                  <a:pt x="113" y="247"/>
                  <a:pt x="113" y="247"/>
                </a:cubicBezTo>
                <a:cubicBezTo>
                  <a:pt x="113" y="247"/>
                  <a:pt x="113" y="247"/>
                  <a:pt x="106" y="247"/>
                </a:cubicBezTo>
                <a:lnTo>
                  <a:pt x="106" y="240"/>
                </a:lnTo>
                <a:cubicBezTo>
                  <a:pt x="106" y="240"/>
                  <a:pt x="106" y="240"/>
                  <a:pt x="106" y="247"/>
                </a:cubicBezTo>
                <a:lnTo>
                  <a:pt x="106" y="240"/>
                </a:lnTo>
                <a:lnTo>
                  <a:pt x="113" y="240"/>
                </a:lnTo>
                <a:cubicBezTo>
                  <a:pt x="106" y="240"/>
                  <a:pt x="106" y="240"/>
                  <a:pt x="106" y="240"/>
                </a:cubicBezTo>
                <a:cubicBezTo>
                  <a:pt x="106" y="240"/>
                  <a:pt x="106" y="247"/>
                  <a:pt x="99" y="247"/>
                </a:cubicBezTo>
                <a:cubicBezTo>
                  <a:pt x="99" y="240"/>
                  <a:pt x="99" y="240"/>
                  <a:pt x="99" y="247"/>
                </a:cubicBezTo>
                <a:lnTo>
                  <a:pt x="99" y="240"/>
                </a:lnTo>
                <a:cubicBezTo>
                  <a:pt x="99" y="247"/>
                  <a:pt x="99" y="247"/>
                  <a:pt x="99" y="247"/>
                </a:cubicBezTo>
                <a:lnTo>
                  <a:pt x="92" y="247"/>
                </a:lnTo>
                <a:lnTo>
                  <a:pt x="92" y="254"/>
                </a:lnTo>
                <a:cubicBezTo>
                  <a:pt x="85" y="254"/>
                  <a:pt x="85" y="254"/>
                  <a:pt x="85" y="262"/>
                </a:cubicBezTo>
                <a:lnTo>
                  <a:pt x="85" y="254"/>
                </a:lnTo>
                <a:lnTo>
                  <a:pt x="85" y="262"/>
                </a:lnTo>
                <a:cubicBezTo>
                  <a:pt x="78" y="262"/>
                  <a:pt x="78" y="262"/>
                  <a:pt x="78" y="262"/>
                </a:cubicBezTo>
                <a:cubicBezTo>
                  <a:pt x="78" y="262"/>
                  <a:pt x="78" y="262"/>
                  <a:pt x="85" y="262"/>
                </a:cubicBezTo>
                <a:lnTo>
                  <a:pt x="78" y="262"/>
                </a:lnTo>
                <a:cubicBezTo>
                  <a:pt x="78" y="269"/>
                  <a:pt x="78" y="269"/>
                  <a:pt x="78" y="269"/>
                </a:cubicBezTo>
                <a:cubicBezTo>
                  <a:pt x="78" y="262"/>
                  <a:pt x="78" y="262"/>
                  <a:pt x="78" y="269"/>
                </a:cubicBezTo>
                <a:cubicBezTo>
                  <a:pt x="78" y="262"/>
                  <a:pt x="78" y="262"/>
                  <a:pt x="78" y="262"/>
                </a:cubicBezTo>
                <a:cubicBezTo>
                  <a:pt x="78" y="262"/>
                  <a:pt x="78" y="262"/>
                  <a:pt x="78" y="269"/>
                </a:cubicBezTo>
                <a:lnTo>
                  <a:pt x="71" y="269"/>
                </a:lnTo>
                <a:cubicBezTo>
                  <a:pt x="78" y="269"/>
                  <a:pt x="78" y="269"/>
                  <a:pt x="78" y="269"/>
                </a:cubicBezTo>
                <a:lnTo>
                  <a:pt x="71" y="269"/>
                </a:lnTo>
                <a:lnTo>
                  <a:pt x="78" y="269"/>
                </a:lnTo>
                <a:lnTo>
                  <a:pt x="71" y="269"/>
                </a:lnTo>
                <a:lnTo>
                  <a:pt x="78" y="269"/>
                </a:lnTo>
                <a:cubicBezTo>
                  <a:pt x="78" y="269"/>
                  <a:pt x="78" y="269"/>
                  <a:pt x="71" y="269"/>
                </a:cubicBezTo>
                <a:cubicBezTo>
                  <a:pt x="78" y="269"/>
                  <a:pt x="78" y="269"/>
                  <a:pt x="78" y="269"/>
                </a:cubicBezTo>
                <a:lnTo>
                  <a:pt x="71" y="269"/>
                </a:lnTo>
                <a:lnTo>
                  <a:pt x="78" y="269"/>
                </a:lnTo>
                <a:cubicBezTo>
                  <a:pt x="78" y="269"/>
                  <a:pt x="78" y="269"/>
                  <a:pt x="78" y="276"/>
                </a:cubicBezTo>
                <a:lnTo>
                  <a:pt x="71" y="276"/>
                </a:lnTo>
                <a:cubicBezTo>
                  <a:pt x="78" y="276"/>
                  <a:pt x="78" y="276"/>
                  <a:pt x="78" y="276"/>
                </a:cubicBezTo>
                <a:cubicBezTo>
                  <a:pt x="71" y="276"/>
                  <a:pt x="71" y="276"/>
                  <a:pt x="71" y="276"/>
                </a:cubicBezTo>
                <a:lnTo>
                  <a:pt x="78" y="276"/>
                </a:lnTo>
                <a:cubicBezTo>
                  <a:pt x="78" y="276"/>
                  <a:pt x="78" y="276"/>
                  <a:pt x="71" y="276"/>
                </a:cubicBezTo>
                <a:lnTo>
                  <a:pt x="78" y="276"/>
                </a:lnTo>
                <a:cubicBezTo>
                  <a:pt x="71" y="276"/>
                  <a:pt x="71" y="276"/>
                  <a:pt x="71" y="276"/>
                </a:cubicBezTo>
                <a:lnTo>
                  <a:pt x="71" y="283"/>
                </a:lnTo>
                <a:cubicBezTo>
                  <a:pt x="71" y="283"/>
                  <a:pt x="71" y="283"/>
                  <a:pt x="64" y="283"/>
                </a:cubicBezTo>
                <a:lnTo>
                  <a:pt x="64" y="290"/>
                </a:lnTo>
                <a:lnTo>
                  <a:pt x="64" y="297"/>
                </a:lnTo>
                <a:lnTo>
                  <a:pt x="64" y="304"/>
                </a:lnTo>
                <a:cubicBezTo>
                  <a:pt x="57" y="304"/>
                  <a:pt x="64" y="304"/>
                  <a:pt x="57" y="304"/>
                </a:cubicBezTo>
                <a:lnTo>
                  <a:pt x="57" y="297"/>
                </a:lnTo>
                <a:cubicBezTo>
                  <a:pt x="57" y="297"/>
                  <a:pt x="57" y="297"/>
                  <a:pt x="57" y="290"/>
                </a:cubicBezTo>
                <a:cubicBezTo>
                  <a:pt x="57" y="297"/>
                  <a:pt x="57" y="297"/>
                  <a:pt x="57" y="304"/>
                </a:cubicBezTo>
                <a:lnTo>
                  <a:pt x="57" y="311"/>
                </a:lnTo>
                <a:cubicBezTo>
                  <a:pt x="64" y="311"/>
                  <a:pt x="64" y="311"/>
                  <a:pt x="64" y="311"/>
                </a:cubicBezTo>
                <a:cubicBezTo>
                  <a:pt x="64" y="311"/>
                  <a:pt x="64" y="311"/>
                  <a:pt x="64" y="318"/>
                </a:cubicBezTo>
                <a:cubicBezTo>
                  <a:pt x="71" y="318"/>
                  <a:pt x="71" y="318"/>
                  <a:pt x="71" y="318"/>
                </a:cubicBezTo>
                <a:lnTo>
                  <a:pt x="78" y="318"/>
                </a:lnTo>
                <a:lnTo>
                  <a:pt x="78" y="325"/>
                </a:lnTo>
                <a:cubicBezTo>
                  <a:pt x="78" y="325"/>
                  <a:pt x="78" y="325"/>
                  <a:pt x="78" y="318"/>
                </a:cubicBezTo>
                <a:cubicBezTo>
                  <a:pt x="71" y="318"/>
                  <a:pt x="71" y="325"/>
                  <a:pt x="71" y="325"/>
                </a:cubicBezTo>
                <a:lnTo>
                  <a:pt x="71" y="318"/>
                </a:lnTo>
                <a:lnTo>
                  <a:pt x="64" y="318"/>
                </a:lnTo>
                <a:lnTo>
                  <a:pt x="57" y="318"/>
                </a:lnTo>
                <a:cubicBezTo>
                  <a:pt x="57" y="318"/>
                  <a:pt x="57" y="318"/>
                  <a:pt x="57" y="311"/>
                </a:cubicBezTo>
                <a:cubicBezTo>
                  <a:pt x="57" y="311"/>
                  <a:pt x="57" y="311"/>
                  <a:pt x="57" y="318"/>
                </a:cubicBezTo>
                <a:cubicBezTo>
                  <a:pt x="57" y="325"/>
                  <a:pt x="57" y="339"/>
                  <a:pt x="57" y="354"/>
                </a:cubicBezTo>
                <a:cubicBezTo>
                  <a:pt x="57" y="354"/>
                  <a:pt x="57" y="354"/>
                  <a:pt x="64" y="354"/>
                </a:cubicBezTo>
                <a:cubicBezTo>
                  <a:pt x="64" y="354"/>
                  <a:pt x="64" y="354"/>
                  <a:pt x="71" y="354"/>
                </a:cubicBezTo>
                <a:cubicBezTo>
                  <a:pt x="71" y="354"/>
                  <a:pt x="71" y="354"/>
                  <a:pt x="71" y="361"/>
                </a:cubicBezTo>
                <a:cubicBezTo>
                  <a:pt x="71" y="354"/>
                  <a:pt x="71" y="354"/>
                  <a:pt x="71" y="354"/>
                </a:cubicBezTo>
                <a:cubicBezTo>
                  <a:pt x="78" y="354"/>
                  <a:pt x="78" y="354"/>
                  <a:pt x="78" y="354"/>
                </a:cubicBezTo>
                <a:cubicBezTo>
                  <a:pt x="71" y="354"/>
                  <a:pt x="71" y="354"/>
                  <a:pt x="71" y="361"/>
                </a:cubicBezTo>
                <a:cubicBezTo>
                  <a:pt x="71" y="361"/>
                  <a:pt x="71" y="361"/>
                  <a:pt x="71" y="368"/>
                </a:cubicBezTo>
                <a:cubicBezTo>
                  <a:pt x="78" y="368"/>
                  <a:pt x="78" y="361"/>
                  <a:pt x="78" y="361"/>
                </a:cubicBezTo>
                <a:cubicBezTo>
                  <a:pt x="78" y="361"/>
                  <a:pt x="78" y="361"/>
                  <a:pt x="71" y="361"/>
                </a:cubicBezTo>
                <a:cubicBezTo>
                  <a:pt x="78" y="361"/>
                  <a:pt x="78" y="361"/>
                  <a:pt x="78" y="361"/>
                </a:cubicBezTo>
                <a:lnTo>
                  <a:pt x="78" y="354"/>
                </a:lnTo>
                <a:cubicBezTo>
                  <a:pt x="78" y="354"/>
                  <a:pt x="78" y="354"/>
                  <a:pt x="78" y="361"/>
                </a:cubicBezTo>
                <a:lnTo>
                  <a:pt x="85" y="361"/>
                </a:lnTo>
                <a:cubicBezTo>
                  <a:pt x="92" y="361"/>
                  <a:pt x="92" y="361"/>
                  <a:pt x="92" y="361"/>
                </a:cubicBezTo>
                <a:cubicBezTo>
                  <a:pt x="99" y="361"/>
                  <a:pt x="99" y="361"/>
                  <a:pt x="99" y="361"/>
                </a:cubicBezTo>
                <a:lnTo>
                  <a:pt x="106" y="361"/>
                </a:lnTo>
                <a:cubicBezTo>
                  <a:pt x="99" y="361"/>
                  <a:pt x="106" y="368"/>
                  <a:pt x="99" y="368"/>
                </a:cubicBezTo>
                <a:cubicBezTo>
                  <a:pt x="99" y="368"/>
                  <a:pt x="99" y="368"/>
                  <a:pt x="106" y="368"/>
                </a:cubicBezTo>
                <a:cubicBezTo>
                  <a:pt x="113" y="368"/>
                  <a:pt x="113" y="368"/>
                  <a:pt x="113" y="375"/>
                </a:cubicBezTo>
                <a:lnTo>
                  <a:pt x="113" y="368"/>
                </a:lnTo>
                <a:lnTo>
                  <a:pt x="113" y="375"/>
                </a:lnTo>
                <a:cubicBezTo>
                  <a:pt x="113" y="375"/>
                  <a:pt x="113" y="375"/>
                  <a:pt x="120" y="375"/>
                </a:cubicBezTo>
                <a:lnTo>
                  <a:pt x="127" y="375"/>
                </a:lnTo>
                <a:lnTo>
                  <a:pt x="127" y="382"/>
                </a:lnTo>
                <a:lnTo>
                  <a:pt x="134" y="382"/>
                </a:lnTo>
                <a:lnTo>
                  <a:pt x="134" y="389"/>
                </a:lnTo>
                <a:lnTo>
                  <a:pt x="127" y="389"/>
                </a:lnTo>
                <a:lnTo>
                  <a:pt x="127" y="396"/>
                </a:lnTo>
                <a:cubicBezTo>
                  <a:pt x="134" y="396"/>
                  <a:pt x="134" y="396"/>
                  <a:pt x="134" y="396"/>
                </a:cubicBezTo>
                <a:cubicBezTo>
                  <a:pt x="141" y="396"/>
                  <a:pt x="141" y="389"/>
                  <a:pt x="141" y="389"/>
                </a:cubicBezTo>
                <a:cubicBezTo>
                  <a:pt x="141" y="396"/>
                  <a:pt x="148" y="396"/>
                  <a:pt x="148" y="396"/>
                </a:cubicBezTo>
                <a:cubicBezTo>
                  <a:pt x="155" y="396"/>
                  <a:pt x="155" y="396"/>
                  <a:pt x="155" y="396"/>
                </a:cubicBezTo>
                <a:lnTo>
                  <a:pt x="163" y="396"/>
                </a:lnTo>
                <a:cubicBezTo>
                  <a:pt x="163" y="396"/>
                  <a:pt x="163" y="403"/>
                  <a:pt x="170" y="403"/>
                </a:cubicBezTo>
                <a:cubicBezTo>
                  <a:pt x="177" y="403"/>
                  <a:pt x="177" y="410"/>
                  <a:pt x="177" y="410"/>
                </a:cubicBezTo>
                <a:cubicBezTo>
                  <a:pt x="177" y="417"/>
                  <a:pt x="170" y="417"/>
                  <a:pt x="170" y="417"/>
                </a:cubicBezTo>
                <a:cubicBezTo>
                  <a:pt x="170" y="417"/>
                  <a:pt x="170" y="417"/>
                  <a:pt x="170" y="424"/>
                </a:cubicBezTo>
                <a:cubicBezTo>
                  <a:pt x="170" y="424"/>
                  <a:pt x="170" y="424"/>
                  <a:pt x="163" y="424"/>
                </a:cubicBezTo>
                <a:cubicBezTo>
                  <a:pt x="163" y="424"/>
                  <a:pt x="163" y="424"/>
                  <a:pt x="163" y="431"/>
                </a:cubicBezTo>
                <a:lnTo>
                  <a:pt x="163" y="438"/>
                </a:lnTo>
                <a:cubicBezTo>
                  <a:pt x="163" y="438"/>
                  <a:pt x="163" y="438"/>
                  <a:pt x="163" y="445"/>
                </a:cubicBezTo>
                <a:cubicBezTo>
                  <a:pt x="155" y="445"/>
                  <a:pt x="155" y="445"/>
                  <a:pt x="155" y="452"/>
                </a:cubicBezTo>
                <a:cubicBezTo>
                  <a:pt x="155" y="452"/>
                  <a:pt x="155" y="452"/>
                  <a:pt x="148" y="452"/>
                </a:cubicBezTo>
                <a:cubicBezTo>
                  <a:pt x="148" y="452"/>
                  <a:pt x="148" y="452"/>
                  <a:pt x="148" y="460"/>
                </a:cubicBezTo>
                <a:cubicBezTo>
                  <a:pt x="148" y="460"/>
                  <a:pt x="148" y="452"/>
                  <a:pt x="141" y="452"/>
                </a:cubicBezTo>
                <a:cubicBezTo>
                  <a:pt x="141" y="460"/>
                  <a:pt x="141" y="460"/>
                  <a:pt x="141" y="460"/>
                </a:cubicBezTo>
                <a:cubicBezTo>
                  <a:pt x="141" y="460"/>
                  <a:pt x="141" y="460"/>
                  <a:pt x="134" y="460"/>
                </a:cubicBezTo>
                <a:cubicBezTo>
                  <a:pt x="141" y="460"/>
                  <a:pt x="134" y="467"/>
                  <a:pt x="134" y="467"/>
                </a:cubicBezTo>
                <a:cubicBezTo>
                  <a:pt x="141" y="474"/>
                  <a:pt x="134" y="474"/>
                  <a:pt x="134" y="474"/>
                </a:cubicBezTo>
                <a:cubicBezTo>
                  <a:pt x="134" y="481"/>
                  <a:pt x="127" y="481"/>
                  <a:pt x="127" y="481"/>
                </a:cubicBezTo>
                <a:cubicBezTo>
                  <a:pt x="127" y="481"/>
                  <a:pt x="134" y="481"/>
                  <a:pt x="134" y="474"/>
                </a:cubicBezTo>
                <a:lnTo>
                  <a:pt x="127" y="474"/>
                </a:lnTo>
                <a:cubicBezTo>
                  <a:pt x="127" y="474"/>
                  <a:pt x="127" y="474"/>
                  <a:pt x="127" y="481"/>
                </a:cubicBezTo>
                <a:cubicBezTo>
                  <a:pt x="170" y="523"/>
                  <a:pt x="233" y="551"/>
                  <a:pt x="297" y="551"/>
                </a:cubicBezTo>
                <a:cubicBezTo>
                  <a:pt x="417" y="551"/>
                  <a:pt x="516" y="460"/>
                  <a:pt x="537" y="347"/>
                </a:cubicBezTo>
                <a:cubicBezTo>
                  <a:pt x="537" y="339"/>
                  <a:pt x="537" y="339"/>
                  <a:pt x="537" y="339"/>
                </a:cubicBezTo>
                <a:cubicBezTo>
                  <a:pt x="537" y="332"/>
                  <a:pt x="530" y="332"/>
                  <a:pt x="530" y="332"/>
                </a:cubicBezTo>
                <a:cubicBezTo>
                  <a:pt x="530" y="332"/>
                  <a:pt x="530" y="332"/>
                  <a:pt x="530" y="325"/>
                </a:cubicBezTo>
                <a:cubicBezTo>
                  <a:pt x="530" y="325"/>
                  <a:pt x="530" y="325"/>
                  <a:pt x="530" y="318"/>
                </a:cubicBezTo>
                <a:lnTo>
                  <a:pt x="530" y="311"/>
                </a:lnTo>
                <a:cubicBezTo>
                  <a:pt x="530" y="311"/>
                  <a:pt x="530" y="311"/>
                  <a:pt x="523" y="311"/>
                </a:cubicBezTo>
                <a:cubicBezTo>
                  <a:pt x="523" y="304"/>
                  <a:pt x="523" y="304"/>
                  <a:pt x="523" y="304"/>
                </a:cubicBezTo>
                <a:cubicBezTo>
                  <a:pt x="516" y="304"/>
                  <a:pt x="516" y="304"/>
                  <a:pt x="516" y="304"/>
                </a:cubicBezTo>
                <a:cubicBezTo>
                  <a:pt x="516" y="304"/>
                  <a:pt x="516" y="304"/>
                  <a:pt x="523" y="304"/>
                </a:cubicBezTo>
                <a:lnTo>
                  <a:pt x="516" y="304"/>
                </a:lnTo>
                <a:lnTo>
                  <a:pt x="516" y="297"/>
                </a:lnTo>
                <a:cubicBezTo>
                  <a:pt x="516" y="297"/>
                  <a:pt x="516" y="297"/>
                  <a:pt x="516" y="290"/>
                </a:cubicBezTo>
                <a:cubicBezTo>
                  <a:pt x="516" y="297"/>
                  <a:pt x="516" y="297"/>
                  <a:pt x="509" y="297"/>
                </a:cubicBezTo>
                <a:cubicBezTo>
                  <a:pt x="509" y="290"/>
                  <a:pt x="509" y="290"/>
                  <a:pt x="509" y="290"/>
                </a:cubicBezTo>
                <a:cubicBezTo>
                  <a:pt x="509" y="290"/>
                  <a:pt x="509" y="290"/>
                  <a:pt x="509" y="297"/>
                </a:cubicBezTo>
                <a:cubicBezTo>
                  <a:pt x="509" y="297"/>
                  <a:pt x="509" y="297"/>
                  <a:pt x="502" y="297"/>
                </a:cubicBezTo>
                <a:lnTo>
                  <a:pt x="502" y="304"/>
                </a:lnTo>
                <a:cubicBezTo>
                  <a:pt x="495" y="304"/>
                  <a:pt x="495" y="304"/>
                  <a:pt x="495" y="304"/>
                </a:cubicBezTo>
                <a:lnTo>
                  <a:pt x="488" y="311"/>
                </a:lnTo>
                <a:cubicBezTo>
                  <a:pt x="481" y="311"/>
                  <a:pt x="481" y="311"/>
                  <a:pt x="481" y="311"/>
                </a:cubicBezTo>
                <a:cubicBezTo>
                  <a:pt x="481" y="311"/>
                  <a:pt x="481" y="311"/>
                  <a:pt x="481" y="318"/>
                </a:cubicBezTo>
                <a:lnTo>
                  <a:pt x="481" y="325"/>
                </a:lnTo>
                <a:cubicBezTo>
                  <a:pt x="481" y="325"/>
                  <a:pt x="481" y="325"/>
                  <a:pt x="481" y="332"/>
                </a:cubicBezTo>
                <a:cubicBezTo>
                  <a:pt x="481" y="332"/>
                  <a:pt x="481" y="332"/>
                  <a:pt x="474" y="332"/>
                </a:cubicBezTo>
                <a:cubicBezTo>
                  <a:pt x="474" y="325"/>
                  <a:pt x="474" y="325"/>
                  <a:pt x="466" y="325"/>
                </a:cubicBezTo>
                <a:cubicBezTo>
                  <a:pt x="466" y="325"/>
                  <a:pt x="466" y="325"/>
                  <a:pt x="466" y="318"/>
                </a:cubicBezTo>
                <a:lnTo>
                  <a:pt x="466" y="311"/>
                </a:lnTo>
                <a:cubicBezTo>
                  <a:pt x="466" y="311"/>
                  <a:pt x="466" y="304"/>
                  <a:pt x="459" y="304"/>
                </a:cubicBezTo>
                <a:cubicBezTo>
                  <a:pt x="459" y="297"/>
                  <a:pt x="459" y="297"/>
                  <a:pt x="459" y="297"/>
                </a:cubicBezTo>
                <a:cubicBezTo>
                  <a:pt x="466" y="297"/>
                  <a:pt x="459" y="297"/>
                  <a:pt x="459" y="297"/>
                </a:cubicBezTo>
                <a:cubicBezTo>
                  <a:pt x="452" y="297"/>
                  <a:pt x="452" y="297"/>
                  <a:pt x="452" y="297"/>
                </a:cubicBezTo>
                <a:cubicBezTo>
                  <a:pt x="452" y="297"/>
                  <a:pt x="452" y="297"/>
                  <a:pt x="452" y="290"/>
                </a:cubicBezTo>
                <a:cubicBezTo>
                  <a:pt x="452" y="297"/>
                  <a:pt x="452" y="290"/>
                  <a:pt x="452" y="290"/>
                </a:cubicBezTo>
                <a:cubicBezTo>
                  <a:pt x="445" y="290"/>
                  <a:pt x="445" y="290"/>
                  <a:pt x="445" y="290"/>
                </a:cubicBezTo>
                <a:cubicBezTo>
                  <a:pt x="445" y="283"/>
                  <a:pt x="445" y="283"/>
                  <a:pt x="445" y="283"/>
                </a:cubicBezTo>
                <a:cubicBezTo>
                  <a:pt x="445" y="283"/>
                  <a:pt x="438" y="290"/>
                  <a:pt x="438" y="283"/>
                </a:cubicBezTo>
                <a:lnTo>
                  <a:pt x="431" y="283"/>
                </a:lnTo>
                <a:cubicBezTo>
                  <a:pt x="431" y="290"/>
                  <a:pt x="431" y="290"/>
                  <a:pt x="431" y="290"/>
                </a:cubicBezTo>
                <a:lnTo>
                  <a:pt x="431" y="283"/>
                </a:lnTo>
                <a:cubicBezTo>
                  <a:pt x="424" y="283"/>
                  <a:pt x="424" y="283"/>
                  <a:pt x="424" y="283"/>
                </a:cubicBezTo>
                <a:cubicBezTo>
                  <a:pt x="417" y="283"/>
                  <a:pt x="417" y="283"/>
                  <a:pt x="417" y="283"/>
                </a:cubicBezTo>
                <a:lnTo>
                  <a:pt x="410" y="283"/>
                </a:lnTo>
                <a:cubicBezTo>
                  <a:pt x="410" y="283"/>
                  <a:pt x="403" y="283"/>
                  <a:pt x="403" y="276"/>
                </a:cubicBezTo>
                <a:cubicBezTo>
                  <a:pt x="403" y="276"/>
                  <a:pt x="403" y="276"/>
                  <a:pt x="403" y="269"/>
                </a:cubicBezTo>
                <a:cubicBezTo>
                  <a:pt x="396" y="269"/>
                  <a:pt x="396" y="269"/>
                  <a:pt x="396" y="269"/>
                </a:cubicBezTo>
                <a:cubicBezTo>
                  <a:pt x="396" y="269"/>
                  <a:pt x="396" y="269"/>
                  <a:pt x="396" y="276"/>
                </a:cubicBezTo>
                <a:cubicBezTo>
                  <a:pt x="396" y="276"/>
                  <a:pt x="396" y="276"/>
                  <a:pt x="396" y="283"/>
                </a:cubicBezTo>
                <a:cubicBezTo>
                  <a:pt x="396" y="283"/>
                  <a:pt x="396" y="283"/>
                  <a:pt x="403" y="283"/>
                </a:cubicBezTo>
                <a:cubicBezTo>
                  <a:pt x="403" y="283"/>
                  <a:pt x="403" y="283"/>
                  <a:pt x="396" y="283"/>
                </a:cubicBezTo>
                <a:lnTo>
                  <a:pt x="403" y="283"/>
                </a:lnTo>
                <a:cubicBezTo>
                  <a:pt x="396" y="283"/>
                  <a:pt x="396" y="283"/>
                  <a:pt x="403" y="283"/>
                </a:cubicBezTo>
                <a:lnTo>
                  <a:pt x="403" y="290"/>
                </a:lnTo>
                <a:cubicBezTo>
                  <a:pt x="403" y="283"/>
                  <a:pt x="403" y="283"/>
                  <a:pt x="403" y="283"/>
                </a:cubicBezTo>
                <a:lnTo>
                  <a:pt x="403" y="290"/>
                </a:lnTo>
                <a:cubicBezTo>
                  <a:pt x="410" y="290"/>
                  <a:pt x="410" y="290"/>
                  <a:pt x="410" y="290"/>
                </a:cubicBezTo>
                <a:cubicBezTo>
                  <a:pt x="417" y="283"/>
                  <a:pt x="417" y="283"/>
                  <a:pt x="417" y="283"/>
                </a:cubicBezTo>
                <a:lnTo>
                  <a:pt x="417" y="290"/>
                </a:lnTo>
                <a:lnTo>
                  <a:pt x="424" y="290"/>
                </a:lnTo>
                <a:cubicBezTo>
                  <a:pt x="424" y="290"/>
                  <a:pt x="424" y="290"/>
                  <a:pt x="424" y="297"/>
                </a:cubicBezTo>
                <a:cubicBezTo>
                  <a:pt x="424" y="304"/>
                  <a:pt x="424" y="304"/>
                  <a:pt x="424" y="304"/>
                </a:cubicBezTo>
                <a:cubicBezTo>
                  <a:pt x="417" y="304"/>
                  <a:pt x="417" y="304"/>
                  <a:pt x="417" y="304"/>
                </a:cubicBezTo>
                <a:lnTo>
                  <a:pt x="417" y="311"/>
                </a:lnTo>
                <a:cubicBezTo>
                  <a:pt x="410" y="311"/>
                  <a:pt x="410" y="311"/>
                  <a:pt x="410" y="311"/>
                </a:cubicBezTo>
                <a:lnTo>
                  <a:pt x="403" y="311"/>
                </a:lnTo>
                <a:cubicBezTo>
                  <a:pt x="403" y="318"/>
                  <a:pt x="403" y="318"/>
                  <a:pt x="396" y="318"/>
                </a:cubicBezTo>
                <a:lnTo>
                  <a:pt x="389" y="318"/>
                </a:lnTo>
                <a:cubicBezTo>
                  <a:pt x="382" y="325"/>
                  <a:pt x="382" y="325"/>
                  <a:pt x="382" y="318"/>
                </a:cubicBezTo>
                <a:cubicBezTo>
                  <a:pt x="382" y="318"/>
                  <a:pt x="382" y="318"/>
                  <a:pt x="382" y="311"/>
                </a:cubicBezTo>
                <a:cubicBezTo>
                  <a:pt x="382" y="311"/>
                  <a:pt x="375" y="311"/>
                  <a:pt x="375" y="304"/>
                </a:cubicBezTo>
                <a:cubicBezTo>
                  <a:pt x="375" y="304"/>
                  <a:pt x="375" y="304"/>
                  <a:pt x="368" y="297"/>
                </a:cubicBezTo>
                <a:cubicBezTo>
                  <a:pt x="368" y="297"/>
                  <a:pt x="368" y="297"/>
                  <a:pt x="368" y="290"/>
                </a:cubicBezTo>
                <a:cubicBezTo>
                  <a:pt x="368" y="283"/>
                  <a:pt x="361" y="283"/>
                  <a:pt x="361" y="283"/>
                </a:cubicBezTo>
                <a:cubicBezTo>
                  <a:pt x="361" y="276"/>
                  <a:pt x="361" y="276"/>
                  <a:pt x="361" y="276"/>
                </a:cubicBezTo>
                <a:cubicBezTo>
                  <a:pt x="361" y="269"/>
                  <a:pt x="353" y="269"/>
                  <a:pt x="353" y="269"/>
                </a:cubicBezTo>
                <a:cubicBezTo>
                  <a:pt x="353" y="269"/>
                  <a:pt x="353" y="269"/>
                  <a:pt x="361" y="262"/>
                </a:cubicBezTo>
                <a:cubicBezTo>
                  <a:pt x="361" y="254"/>
                  <a:pt x="361" y="254"/>
                  <a:pt x="361" y="254"/>
                </a:cubicBezTo>
                <a:cubicBezTo>
                  <a:pt x="361" y="254"/>
                  <a:pt x="361" y="254"/>
                  <a:pt x="353" y="254"/>
                </a:cubicBezTo>
                <a:cubicBezTo>
                  <a:pt x="353" y="254"/>
                  <a:pt x="353" y="254"/>
                  <a:pt x="346" y="254"/>
                </a:cubicBezTo>
                <a:cubicBezTo>
                  <a:pt x="346" y="254"/>
                  <a:pt x="346" y="247"/>
                  <a:pt x="346" y="254"/>
                </a:cubicBezTo>
                <a:cubicBezTo>
                  <a:pt x="346" y="254"/>
                  <a:pt x="346" y="254"/>
                  <a:pt x="339" y="254"/>
                </a:cubicBezTo>
                <a:cubicBezTo>
                  <a:pt x="339" y="247"/>
                  <a:pt x="339" y="247"/>
                  <a:pt x="339" y="247"/>
                </a:cubicBezTo>
                <a:cubicBezTo>
                  <a:pt x="332" y="247"/>
                  <a:pt x="332" y="247"/>
                  <a:pt x="332" y="247"/>
                </a:cubicBezTo>
                <a:cubicBezTo>
                  <a:pt x="339" y="247"/>
                  <a:pt x="339" y="247"/>
                  <a:pt x="332" y="247"/>
                </a:cubicBezTo>
                <a:lnTo>
                  <a:pt x="339" y="247"/>
                </a:lnTo>
                <a:lnTo>
                  <a:pt x="332" y="247"/>
                </a:lnTo>
                <a:cubicBezTo>
                  <a:pt x="332" y="240"/>
                  <a:pt x="332" y="240"/>
                  <a:pt x="332" y="240"/>
                </a:cubicBezTo>
                <a:cubicBezTo>
                  <a:pt x="332" y="240"/>
                  <a:pt x="332" y="240"/>
                  <a:pt x="339" y="240"/>
                </a:cubicBezTo>
                <a:cubicBezTo>
                  <a:pt x="332" y="240"/>
                  <a:pt x="332" y="240"/>
                  <a:pt x="332" y="240"/>
                </a:cubicBezTo>
                <a:lnTo>
                  <a:pt x="339" y="240"/>
                </a:lnTo>
                <a:lnTo>
                  <a:pt x="346" y="240"/>
                </a:lnTo>
                <a:cubicBezTo>
                  <a:pt x="346" y="240"/>
                  <a:pt x="346" y="240"/>
                  <a:pt x="339" y="240"/>
                </a:cubicBezTo>
                <a:cubicBezTo>
                  <a:pt x="339" y="240"/>
                  <a:pt x="339" y="240"/>
                  <a:pt x="339" y="233"/>
                </a:cubicBezTo>
                <a:lnTo>
                  <a:pt x="346" y="240"/>
                </a:lnTo>
                <a:lnTo>
                  <a:pt x="346" y="233"/>
                </a:lnTo>
                <a:cubicBezTo>
                  <a:pt x="346" y="240"/>
                  <a:pt x="346" y="240"/>
                  <a:pt x="346" y="240"/>
                </a:cubicBezTo>
                <a:cubicBezTo>
                  <a:pt x="346" y="233"/>
                  <a:pt x="346" y="233"/>
                  <a:pt x="346" y="233"/>
                </a:cubicBezTo>
                <a:lnTo>
                  <a:pt x="353" y="233"/>
                </a:lnTo>
                <a:cubicBezTo>
                  <a:pt x="353" y="233"/>
                  <a:pt x="353" y="233"/>
                  <a:pt x="361" y="233"/>
                </a:cubicBezTo>
                <a:cubicBezTo>
                  <a:pt x="361" y="233"/>
                  <a:pt x="361" y="240"/>
                  <a:pt x="368" y="240"/>
                </a:cubicBezTo>
                <a:lnTo>
                  <a:pt x="375" y="240"/>
                </a:lnTo>
                <a:lnTo>
                  <a:pt x="375" y="233"/>
                </a:lnTo>
                <a:cubicBezTo>
                  <a:pt x="375" y="226"/>
                  <a:pt x="375" y="226"/>
                  <a:pt x="375" y="226"/>
                </a:cubicBezTo>
                <a:lnTo>
                  <a:pt x="368" y="226"/>
                </a:lnTo>
                <a:lnTo>
                  <a:pt x="361" y="226"/>
                </a:lnTo>
                <a:cubicBezTo>
                  <a:pt x="361" y="226"/>
                  <a:pt x="368" y="226"/>
                  <a:pt x="368" y="219"/>
                </a:cubicBezTo>
                <a:cubicBezTo>
                  <a:pt x="368" y="219"/>
                  <a:pt x="368" y="219"/>
                  <a:pt x="361" y="219"/>
                </a:cubicBezTo>
                <a:cubicBezTo>
                  <a:pt x="353" y="219"/>
                  <a:pt x="353" y="219"/>
                  <a:pt x="353" y="219"/>
                </a:cubicBezTo>
                <a:cubicBezTo>
                  <a:pt x="353" y="219"/>
                  <a:pt x="361" y="219"/>
                  <a:pt x="361" y="226"/>
                </a:cubicBezTo>
                <a:cubicBezTo>
                  <a:pt x="361" y="226"/>
                  <a:pt x="361" y="226"/>
                  <a:pt x="353" y="226"/>
                </a:cubicBezTo>
                <a:cubicBezTo>
                  <a:pt x="353" y="219"/>
                  <a:pt x="353" y="219"/>
                  <a:pt x="353" y="219"/>
                </a:cubicBezTo>
                <a:cubicBezTo>
                  <a:pt x="353" y="219"/>
                  <a:pt x="353" y="219"/>
                  <a:pt x="346" y="219"/>
                </a:cubicBezTo>
                <a:cubicBezTo>
                  <a:pt x="346" y="219"/>
                  <a:pt x="346" y="219"/>
                  <a:pt x="353" y="219"/>
                </a:cubicBezTo>
                <a:cubicBezTo>
                  <a:pt x="346" y="219"/>
                  <a:pt x="346" y="219"/>
                  <a:pt x="346" y="219"/>
                </a:cubicBezTo>
                <a:cubicBezTo>
                  <a:pt x="346" y="219"/>
                  <a:pt x="339" y="219"/>
                  <a:pt x="346" y="219"/>
                </a:cubicBezTo>
                <a:cubicBezTo>
                  <a:pt x="346" y="226"/>
                  <a:pt x="346" y="226"/>
                  <a:pt x="346" y="226"/>
                </a:cubicBezTo>
                <a:cubicBezTo>
                  <a:pt x="346" y="226"/>
                  <a:pt x="346" y="226"/>
                  <a:pt x="339" y="226"/>
                </a:cubicBezTo>
                <a:cubicBezTo>
                  <a:pt x="339" y="226"/>
                  <a:pt x="339" y="226"/>
                  <a:pt x="339" y="233"/>
                </a:cubicBezTo>
                <a:cubicBezTo>
                  <a:pt x="339" y="240"/>
                  <a:pt x="339" y="240"/>
                  <a:pt x="339" y="240"/>
                </a:cubicBezTo>
                <a:lnTo>
                  <a:pt x="332" y="240"/>
                </a:lnTo>
                <a:cubicBezTo>
                  <a:pt x="332" y="240"/>
                  <a:pt x="332" y="240"/>
                  <a:pt x="325" y="240"/>
                </a:cubicBezTo>
                <a:cubicBezTo>
                  <a:pt x="325" y="240"/>
                  <a:pt x="325" y="240"/>
                  <a:pt x="325" y="247"/>
                </a:cubicBezTo>
                <a:cubicBezTo>
                  <a:pt x="325" y="247"/>
                  <a:pt x="325" y="247"/>
                  <a:pt x="325" y="254"/>
                </a:cubicBezTo>
                <a:lnTo>
                  <a:pt x="325" y="247"/>
                </a:lnTo>
                <a:cubicBezTo>
                  <a:pt x="325" y="247"/>
                  <a:pt x="325" y="247"/>
                  <a:pt x="318" y="254"/>
                </a:cubicBezTo>
                <a:cubicBezTo>
                  <a:pt x="318" y="247"/>
                  <a:pt x="318" y="247"/>
                  <a:pt x="318" y="247"/>
                </a:cubicBezTo>
                <a:lnTo>
                  <a:pt x="325" y="247"/>
                </a:lnTo>
                <a:lnTo>
                  <a:pt x="318" y="247"/>
                </a:lnTo>
                <a:cubicBezTo>
                  <a:pt x="318" y="247"/>
                  <a:pt x="318" y="247"/>
                  <a:pt x="318" y="240"/>
                </a:cubicBezTo>
                <a:cubicBezTo>
                  <a:pt x="318" y="247"/>
                  <a:pt x="318" y="240"/>
                  <a:pt x="318" y="240"/>
                </a:cubicBezTo>
                <a:lnTo>
                  <a:pt x="318" y="233"/>
                </a:lnTo>
                <a:cubicBezTo>
                  <a:pt x="318" y="233"/>
                  <a:pt x="318" y="233"/>
                  <a:pt x="311" y="233"/>
                </a:cubicBezTo>
                <a:lnTo>
                  <a:pt x="304" y="226"/>
                </a:lnTo>
                <a:cubicBezTo>
                  <a:pt x="297" y="226"/>
                  <a:pt x="297" y="226"/>
                  <a:pt x="297" y="226"/>
                </a:cubicBezTo>
                <a:lnTo>
                  <a:pt x="297" y="219"/>
                </a:lnTo>
                <a:lnTo>
                  <a:pt x="297" y="226"/>
                </a:lnTo>
                <a:cubicBezTo>
                  <a:pt x="297" y="233"/>
                  <a:pt x="297" y="233"/>
                  <a:pt x="297" y="233"/>
                </a:cubicBezTo>
                <a:lnTo>
                  <a:pt x="304" y="233"/>
                </a:lnTo>
                <a:cubicBezTo>
                  <a:pt x="311" y="240"/>
                  <a:pt x="311" y="240"/>
                  <a:pt x="311" y="240"/>
                </a:cubicBezTo>
                <a:lnTo>
                  <a:pt x="304" y="240"/>
                </a:lnTo>
                <a:cubicBezTo>
                  <a:pt x="311" y="240"/>
                  <a:pt x="311" y="240"/>
                  <a:pt x="311" y="240"/>
                </a:cubicBezTo>
                <a:cubicBezTo>
                  <a:pt x="311" y="240"/>
                  <a:pt x="311" y="240"/>
                  <a:pt x="311" y="247"/>
                </a:cubicBezTo>
                <a:cubicBezTo>
                  <a:pt x="311" y="247"/>
                  <a:pt x="311" y="247"/>
                  <a:pt x="304" y="247"/>
                </a:cubicBezTo>
                <a:lnTo>
                  <a:pt x="304" y="240"/>
                </a:lnTo>
                <a:cubicBezTo>
                  <a:pt x="304" y="240"/>
                  <a:pt x="304" y="240"/>
                  <a:pt x="297" y="240"/>
                </a:cubicBezTo>
                <a:cubicBezTo>
                  <a:pt x="297" y="233"/>
                  <a:pt x="297" y="240"/>
                  <a:pt x="297" y="233"/>
                </a:cubicBezTo>
                <a:cubicBezTo>
                  <a:pt x="297" y="233"/>
                  <a:pt x="297" y="233"/>
                  <a:pt x="290" y="233"/>
                </a:cubicBezTo>
                <a:lnTo>
                  <a:pt x="290" y="226"/>
                </a:lnTo>
                <a:lnTo>
                  <a:pt x="283" y="226"/>
                </a:lnTo>
                <a:cubicBezTo>
                  <a:pt x="283" y="226"/>
                  <a:pt x="283" y="233"/>
                  <a:pt x="276" y="233"/>
                </a:cubicBezTo>
                <a:cubicBezTo>
                  <a:pt x="276" y="226"/>
                  <a:pt x="276" y="233"/>
                  <a:pt x="276" y="233"/>
                </a:cubicBezTo>
                <a:cubicBezTo>
                  <a:pt x="276" y="233"/>
                  <a:pt x="276" y="226"/>
                  <a:pt x="269" y="233"/>
                </a:cubicBezTo>
                <a:cubicBezTo>
                  <a:pt x="269" y="240"/>
                  <a:pt x="262" y="233"/>
                  <a:pt x="262" y="240"/>
                </a:cubicBezTo>
                <a:cubicBezTo>
                  <a:pt x="262" y="240"/>
                  <a:pt x="262" y="240"/>
                  <a:pt x="262" y="247"/>
                </a:cubicBezTo>
                <a:lnTo>
                  <a:pt x="255" y="247"/>
                </a:lnTo>
                <a:cubicBezTo>
                  <a:pt x="255" y="247"/>
                  <a:pt x="255" y="247"/>
                  <a:pt x="255" y="254"/>
                </a:cubicBezTo>
                <a:lnTo>
                  <a:pt x="248" y="254"/>
                </a:lnTo>
                <a:cubicBezTo>
                  <a:pt x="248" y="254"/>
                  <a:pt x="248" y="254"/>
                  <a:pt x="240" y="254"/>
                </a:cubicBezTo>
                <a:cubicBezTo>
                  <a:pt x="240" y="247"/>
                  <a:pt x="240" y="247"/>
                  <a:pt x="240" y="247"/>
                </a:cubicBezTo>
                <a:cubicBezTo>
                  <a:pt x="233" y="247"/>
                  <a:pt x="240" y="247"/>
                  <a:pt x="240" y="247"/>
                </a:cubicBezTo>
                <a:lnTo>
                  <a:pt x="233" y="247"/>
                </a:lnTo>
                <a:cubicBezTo>
                  <a:pt x="233" y="247"/>
                  <a:pt x="233" y="247"/>
                  <a:pt x="240" y="247"/>
                </a:cubicBezTo>
                <a:cubicBezTo>
                  <a:pt x="240" y="247"/>
                  <a:pt x="240" y="247"/>
                  <a:pt x="233" y="247"/>
                </a:cubicBezTo>
                <a:lnTo>
                  <a:pt x="233" y="240"/>
                </a:lnTo>
                <a:cubicBezTo>
                  <a:pt x="240" y="240"/>
                  <a:pt x="240" y="240"/>
                  <a:pt x="240" y="233"/>
                </a:cubicBezTo>
                <a:cubicBezTo>
                  <a:pt x="240" y="233"/>
                  <a:pt x="240" y="233"/>
                  <a:pt x="233" y="233"/>
                </a:cubicBezTo>
                <a:lnTo>
                  <a:pt x="240" y="233"/>
                </a:lnTo>
                <a:cubicBezTo>
                  <a:pt x="240" y="226"/>
                  <a:pt x="240" y="226"/>
                  <a:pt x="240" y="226"/>
                </a:cubicBezTo>
                <a:lnTo>
                  <a:pt x="248" y="226"/>
                </a:lnTo>
                <a:cubicBezTo>
                  <a:pt x="248" y="226"/>
                  <a:pt x="255" y="233"/>
                  <a:pt x="255" y="226"/>
                </a:cubicBezTo>
                <a:lnTo>
                  <a:pt x="255" y="233"/>
                </a:lnTo>
                <a:cubicBezTo>
                  <a:pt x="255" y="226"/>
                  <a:pt x="255" y="226"/>
                  <a:pt x="255" y="226"/>
                </a:cubicBezTo>
                <a:cubicBezTo>
                  <a:pt x="262" y="226"/>
                  <a:pt x="262" y="226"/>
                  <a:pt x="262" y="226"/>
                </a:cubicBezTo>
                <a:lnTo>
                  <a:pt x="255" y="226"/>
                </a:lnTo>
                <a:cubicBezTo>
                  <a:pt x="255" y="226"/>
                  <a:pt x="255" y="226"/>
                  <a:pt x="262" y="219"/>
                </a:cubicBezTo>
                <a:cubicBezTo>
                  <a:pt x="262" y="226"/>
                  <a:pt x="262" y="226"/>
                  <a:pt x="262" y="226"/>
                </a:cubicBezTo>
                <a:lnTo>
                  <a:pt x="262" y="219"/>
                </a:lnTo>
                <a:cubicBezTo>
                  <a:pt x="255" y="219"/>
                  <a:pt x="262" y="219"/>
                  <a:pt x="255" y="219"/>
                </a:cubicBezTo>
                <a:cubicBezTo>
                  <a:pt x="255" y="212"/>
                  <a:pt x="255" y="212"/>
                  <a:pt x="255" y="212"/>
                </a:cubicBezTo>
                <a:lnTo>
                  <a:pt x="255" y="219"/>
                </a:lnTo>
                <a:cubicBezTo>
                  <a:pt x="255" y="212"/>
                  <a:pt x="255" y="212"/>
                  <a:pt x="248" y="212"/>
                </a:cubicBezTo>
                <a:lnTo>
                  <a:pt x="255" y="212"/>
                </a:lnTo>
                <a:cubicBezTo>
                  <a:pt x="255" y="212"/>
                  <a:pt x="255" y="212"/>
                  <a:pt x="255" y="205"/>
                </a:cubicBezTo>
                <a:cubicBezTo>
                  <a:pt x="255" y="205"/>
                  <a:pt x="255" y="205"/>
                  <a:pt x="262" y="205"/>
                </a:cubicBezTo>
                <a:lnTo>
                  <a:pt x="262" y="212"/>
                </a:lnTo>
                <a:cubicBezTo>
                  <a:pt x="262" y="205"/>
                  <a:pt x="262" y="212"/>
                  <a:pt x="262" y="212"/>
                </a:cubicBezTo>
                <a:cubicBezTo>
                  <a:pt x="262" y="205"/>
                  <a:pt x="262" y="205"/>
                  <a:pt x="262" y="205"/>
                </a:cubicBezTo>
                <a:cubicBezTo>
                  <a:pt x="262" y="205"/>
                  <a:pt x="262" y="205"/>
                  <a:pt x="269" y="205"/>
                </a:cubicBezTo>
                <a:cubicBezTo>
                  <a:pt x="269" y="198"/>
                  <a:pt x="269" y="198"/>
                  <a:pt x="269" y="198"/>
                </a:cubicBezTo>
                <a:lnTo>
                  <a:pt x="276" y="198"/>
                </a:lnTo>
                <a:cubicBezTo>
                  <a:pt x="276" y="198"/>
                  <a:pt x="276" y="191"/>
                  <a:pt x="283" y="198"/>
                </a:cubicBezTo>
                <a:cubicBezTo>
                  <a:pt x="283" y="198"/>
                  <a:pt x="283" y="198"/>
                  <a:pt x="283" y="191"/>
                </a:cubicBezTo>
                <a:cubicBezTo>
                  <a:pt x="283" y="191"/>
                  <a:pt x="283" y="191"/>
                  <a:pt x="283" y="198"/>
                </a:cubicBezTo>
                <a:cubicBezTo>
                  <a:pt x="283" y="198"/>
                  <a:pt x="283" y="198"/>
                  <a:pt x="283" y="191"/>
                </a:cubicBezTo>
                <a:cubicBezTo>
                  <a:pt x="283" y="191"/>
                  <a:pt x="283" y="191"/>
                  <a:pt x="290" y="191"/>
                </a:cubicBezTo>
                <a:lnTo>
                  <a:pt x="283" y="191"/>
                </a:lnTo>
                <a:cubicBezTo>
                  <a:pt x="283" y="191"/>
                  <a:pt x="283" y="191"/>
                  <a:pt x="283" y="184"/>
                </a:cubicBezTo>
                <a:cubicBezTo>
                  <a:pt x="283" y="184"/>
                  <a:pt x="283" y="184"/>
                  <a:pt x="290" y="184"/>
                </a:cubicBezTo>
                <a:lnTo>
                  <a:pt x="290" y="191"/>
                </a:lnTo>
                <a:lnTo>
                  <a:pt x="297" y="191"/>
                </a:lnTo>
                <a:lnTo>
                  <a:pt x="304" y="191"/>
                </a:lnTo>
                <a:cubicBezTo>
                  <a:pt x="304" y="191"/>
                  <a:pt x="304" y="191"/>
                  <a:pt x="311" y="191"/>
                </a:cubicBezTo>
                <a:lnTo>
                  <a:pt x="318" y="191"/>
                </a:lnTo>
                <a:cubicBezTo>
                  <a:pt x="318" y="184"/>
                  <a:pt x="318" y="191"/>
                  <a:pt x="318" y="184"/>
                </a:cubicBezTo>
                <a:lnTo>
                  <a:pt x="318" y="177"/>
                </a:lnTo>
                <a:cubicBezTo>
                  <a:pt x="325" y="177"/>
                  <a:pt x="325" y="177"/>
                  <a:pt x="325" y="177"/>
                </a:cubicBezTo>
                <a:cubicBezTo>
                  <a:pt x="325" y="177"/>
                  <a:pt x="325" y="177"/>
                  <a:pt x="325" y="184"/>
                </a:cubicBezTo>
                <a:cubicBezTo>
                  <a:pt x="325" y="184"/>
                  <a:pt x="325" y="184"/>
                  <a:pt x="325" y="177"/>
                </a:cubicBezTo>
                <a:cubicBezTo>
                  <a:pt x="325" y="177"/>
                  <a:pt x="325" y="177"/>
                  <a:pt x="332" y="177"/>
                </a:cubicBezTo>
                <a:lnTo>
                  <a:pt x="325" y="177"/>
                </a:lnTo>
                <a:cubicBezTo>
                  <a:pt x="325" y="177"/>
                  <a:pt x="325" y="177"/>
                  <a:pt x="325" y="170"/>
                </a:cubicBezTo>
                <a:cubicBezTo>
                  <a:pt x="332" y="170"/>
                  <a:pt x="332" y="170"/>
                  <a:pt x="332" y="170"/>
                </a:cubicBezTo>
                <a:lnTo>
                  <a:pt x="339" y="170"/>
                </a:lnTo>
                <a:lnTo>
                  <a:pt x="346" y="170"/>
                </a:lnTo>
                <a:lnTo>
                  <a:pt x="339" y="170"/>
                </a:lnTo>
                <a:lnTo>
                  <a:pt x="339" y="163"/>
                </a:lnTo>
                <a:lnTo>
                  <a:pt x="339" y="170"/>
                </a:lnTo>
                <a:cubicBezTo>
                  <a:pt x="339" y="170"/>
                  <a:pt x="339" y="170"/>
                  <a:pt x="332" y="170"/>
                </a:cubicBezTo>
                <a:cubicBezTo>
                  <a:pt x="325" y="170"/>
                  <a:pt x="325" y="170"/>
                  <a:pt x="325" y="170"/>
                </a:cubicBezTo>
                <a:cubicBezTo>
                  <a:pt x="318" y="170"/>
                  <a:pt x="318" y="163"/>
                  <a:pt x="318" y="163"/>
                </a:cubicBezTo>
                <a:cubicBezTo>
                  <a:pt x="318" y="163"/>
                  <a:pt x="318" y="163"/>
                  <a:pt x="318" y="156"/>
                </a:cubicBezTo>
                <a:lnTo>
                  <a:pt x="325" y="156"/>
                </a:lnTo>
                <a:lnTo>
                  <a:pt x="332" y="149"/>
                </a:lnTo>
                <a:cubicBezTo>
                  <a:pt x="332" y="141"/>
                  <a:pt x="332" y="141"/>
                  <a:pt x="332" y="141"/>
                </a:cubicBezTo>
                <a:cubicBezTo>
                  <a:pt x="332" y="141"/>
                  <a:pt x="332" y="141"/>
                  <a:pt x="325" y="141"/>
                </a:cubicBezTo>
                <a:cubicBezTo>
                  <a:pt x="325" y="141"/>
                  <a:pt x="325" y="141"/>
                  <a:pt x="325" y="149"/>
                </a:cubicBezTo>
                <a:cubicBezTo>
                  <a:pt x="318" y="149"/>
                  <a:pt x="318" y="149"/>
                  <a:pt x="318" y="149"/>
                </a:cubicBezTo>
                <a:cubicBezTo>
                  <a:pt x="318" y="149"/>
                  <a:pt x="318" y="149"/>
                  <a:pt x="318" y="156"/>
                </a:cubicBezTo>
                <a:cubicBezTo>
                  <a:pt x="311" y="156"/>
                  <a:pt x="311" y="156"/>
                  <a:pt x="311" y="156"/>
                </a:cubicBezTo>
                <a:cubicBezTo>
                  <a:pt x="311" y="163"/>
                  <a:pt x="311" y="163"/>
                  <a:pt x="311" y="163"/>
                </a:cubicBezTo>
                <a:cubicBezTo>
                  <a:pt x="311" y="170"/>
                  <a:pt x="311" y="170"/>
                  <a:pt x="311" y="170"/>
                </a:cubicBezTo>
                <a:lnTo>
                  <a:pt x="304" y="170"/>
                </a:lnTo>
                <a:cubicBezTo>
                  <a:pt x="311" y="170"/>
                  <a:pt x="311" y="170"/>
                  <a:pt x="311" y="170"/>
                </a:cubicBezTo>
                <a:lnTo>
                  <a:pt x="311" y="177"/>
                </a:lnTo>
                <a:lnTo>
                  <a:pt x="304" y="177"/>
                </a:lnTo>
                <a:lnTo>
                  <a:pt x="311" y="177"/>
                </a:lnTo>
                <a:cubicBezTo>
                  <a:pt x="304" y="177"/>
                  <a:pt x="304" y="177"/>
                  <a:pt x="304" y="177"/>
                </a:cubicBezTo>
                <a:cubicBezTo>
                  <a:pt x="304" y="184"/>
                  <a:pt x="304" y="184"/>
                  <a:pt x="304" y="184"/>
                </a:cubicBezTo>
                <a:cubicBezTo>
                  <a:pt x="304" y="184"/>
                  <a:pt x="304" y="184"/>
                  <a:pt x="297" y="184"/>
                </a:cubicBezTo>
                <a:cubicBezTo>
                  <a:pt x="297" y="184"/>
                  <a:pt x="297" y="184"/>
                  <a:pt x="297" y="177"/>
                </a:cubicBezTo>
                <a:cubicBezTo>
                  <a:pt x="297" y="177"/>
                  <a:pt x="297" y="177"/>
                  <a:pt x="290" y="177"/>
                </a:cubicBezTo>
                <a:cubicBezTo>
                  <a:pt x="290" y="177"/>
                  <a:pt x="290" y="177"/>
                  <a:pt x="290" y="170"/>
                </a:cubicBezTo>
                <a:lnTo>
                  <a:pt x="290" y="177"/>
                </a:lnTo>
                <a:cubicBezTo>
                  <a:pt x="283" y="177"/>
                  <a:pt x="283" y="177"/>
                  <a:pt x="283" y="177"/>
                </a:cubicBezTo>
                <a:cubicBezTo>
                  <a:pt x="276" y="177"/>
                  <a:pt x="276" y="177"/>
                  <a:pt x="276" y="177"/>
                </a:cubicBezTo>
                <a:lnTo>
                  <a:pt x="276" y="170"/>
                </a:lnTo>
                <a:cubicBezTo>
                  <a:pt x="276" y="170"/>
                  <a:pt x="276" y="170"/>
                  <a:pt x="276" y="177"/>
                </a:cubicBezTo>
                <a:cubicBezTo>
                  <a:pt x="276" y="170"/>
                  <a:pt x="276" y="170"/>
                  <a:pt x="276" y="170"/>
                </a:cubicBezTo>
                <a:lnTo>
                  <a:pt x="276" y="163"/>
                </a:lnTo>
                <a:cubicBezTo>
                  <a:pt x="276" y="170"/>
                  <a:pt x="276" y="163"/>
                  <a:pt x="276" y="163"/>
                </a:cubicBezTo>
                <a:lnTo>
                  <a:pt x="276" y="156"/>
                </a:lnTo>
                <a:cubicBezTo>
                  <a:pt x="283" y="156"/>
                  <a:pt x="283" y="156"/>
                  <a:pt x="283" y="156"/>
                </a:cubicBezTo>
                <a:cubicBezTo>
                  <a:pt x="283" y="156"/>
                  <a:pt x="283" y="156"/>
                  <a:pt x="290" y="156"/>
                </a:cubicBezTo>
                <a:cubicBezTo>
                  <a:pt x="290" y="156"/>
                  <a:pt x="290" y="156"/>
                  <a:pt x="290" y="149"/>
                </a:cubicBezTo>
                <a:cubicBezTo>
                  <a:pt x="297" y="149"/>
                  <a:pt x="297" y="149"/>
                  <a:pt x="297" y="149"/>
                </a:cubicBezTo>
                <a:cubicBezTo>
                  <a:pt x="297" y="141"/>
                  <a:pt x="297" y="141"/>
                  <a:pt x="297" y="141"/>
                </a:cubicBezTo>
                <a:cubicBezTo>
                  <a:pt x="297" y="134"/>
                  <a:pt x="304" y="134"/>
                  <a:pt x="304" y="134"/>
                </a:cubicBezTo>
                <a:cubicBezTo>
                  <a:pt x="311" y="134"/>
                  <a:pt x="311" y="134"/>
                  <a:pt x="311" y="134"/>
                </a:cubicBezTo>
                <a:cubicBezTo>
                  <a:pt x="311" y="134"/>
                  <a:pt x="311" y="134"/>
                  <a:pt x="311" y="127"/>
                </a:cubicBezTo>
                <a:cubicBezTo>
                  <a:pt x="311" y="127"/>
                  <a:pt x="311" y="127"/>
                  <a:pt x="318" y="127"/>
                </a:cubicBezTo>
                <a:cubicBezTo>
                  <a:pt x="318" y="127"/>
                  <a:pt x="318" y="127"/>
                  <a:pt x="318" y="120"/>
                </a:cubicBezTo>
                <a:cubicBezTo>
                  <a:pt x="318" y="127"/>
                  <a:pt x="318" y="127"/>
                  <a:pt x="325" y="127"/>
                </a:cubicBezTo>
                <a:cubicBezTo>
                  <a:pt x="325" y="120"/>
                  <a:pt x="325" y="120"/>
                  <a:pt x="325" y="120"/>
                </a:cubicBezTo>
                <a:cubicBezTo>
                  <a:pt x="332" y="120"/>
                  <a:pt x="332" y="120"/>
                  <a:pt x="332" y="120"/>
                </a:cubicBezTo>
                <a:cubicBezTo>
                  <a:pt x="339" y="120"/>
                  <a:pt x="339" y="120"/>
                  <a:pt x="339" y="120"/>
                </a:cubicBezTo>
                <a:cubicBezTo>
                  <a:pt x="339" y="120"/>
                  <a:pt x="339" y="120"/>
                  <a:pt x="346" y="120"/>
                </a:cubicBezTo>
                <a:cubicBezTo>
                  <a:pt x="346" y="120"/>
                  <a:pt x="346" y="120"/>
                  <a:pt x="339" y="120"/>
                </a:cubicBezTo>
                <a:cubicBezTo>
                  <a:pt x="339" y="127"/>
                  <a:pt x="339" y="127"/>
                  <a:pt x="346" y="127"/>
                </a:cubicBezTo>
                <a:cubicBezTo>
                  <a:pt x="346" y="127"/>
                  <a:pt x="346" y="127"/>
                  <a:pt x="353" y="127"/>
                </a:cubicBezTo>
                <a:lnTo>
                  <a:pt x="361" y="127"/>
                </a:lnTo>
                <a:cubicBezTo>
                  <a:pt x="361" y="127"/>
                  <a:pt x="361" y="127"/>
                  <a:pt x="368" y="127"/>
                </a:cubicBezTo>
                <a:lnTo>
                  <a:pt x="368" y="134"/>
                </a:lnTo>
                <a:cubicBezTo>
                  <a:pt x="368" y="134"/>
                  <a:pt x="368" y="134"/>
                  <a:pt x="375" y="134"/>
                </a:cubicBezTo>
                <a:cubicBezTo>
                  <a:pt x="375" y="141"/>
                  <a:pt x="375" y="141"/>
                  <a:pt x="375" y="141"/>
                </a:cubicBezTo>
                <a:cubicBezTo>
                  <a:pt x="368" y="141"/>
                  <a:pt x="361" y="141"/>
                  <a:pt x="353" y="141"/>
                </a:cubicBezTo>
                <a:lnTo>
                  <a:pt x="353" y="134"/>
                </a:lnTo>
                <a:cubicBezTo>
                  <a:pt x="353" y="141"/>
                  <a:pt x="353" y="141"/>
                  <a:pt x="353" y="141"/>
                </a:cubicBezTo>
                <a:cubicBezTo>
                  <a:pt x="361" y="141"/>
                  <a:pt x="361" y="141"/>
                  <a:pt x="353" y="141"/>
                </a:cubicBezTo>
                <a:cubicBezTo>
                  <a:pt x="353" y="149"/>
                  <a:pt x="361" y="149"/>
                  <a:pt x="361" y="149"/>
                </a:cubicBezTo>
                <a:cubicBezTo>
                  <a:pt x="368" y="156"/>
                  <a:pt x="368" y="156"/>
                  <a:pt x="368" y="149"/>
                </a:cubicBezTo>
                <a:cubicBezTo>
                  <a:pt x="361" y="149"/>
                  <a:pt x="361" y="149"/>
                  <a:pt x="361" y="149"/>
                </a:cubicBezTo>
                <a:cubicBezTo>
                  <a:pt x="368" y="149"/>
                  <a:pt x="368" y="149"/>
                  <a:pt x="368" y="149"/>
                </a:cubicBezTo>
                <a:cubicBezTo>
                  <a:pt x="368" y="149"/>
                  <a:pt x="368" y="149"/>
                  <a:pt x="375" y="149"/>
                </a:cubicBezTo>
                <a:cubicBezTo>
                  <a:pt x="375" y="149"/>
                  <a:pt x="375" y="149"/>
                  <a:pt x="375" y="141"/>
                </a:cubicBezTo>
                <a:cubicBezTo>
                  <a:pt x="382" y="141"/>
                  <a:pt x="382" y="141"/>
                  <a:pt x="382" y="141"/>
                </a:cubicBezTo>
                <a:cubicBezTo>
                  <a:pt x="382" y="141"/>
                  <a:pt x="382" y="141"/>
                  <a:pt x="382" y="134"/>
                </a:cubicBezTo>
                <a:cubicBezTo>
                  <a:pt x="382" y="134"/>
                  <a:pt x="382" y="134"/>
                  <a:pt x="382" y="127"/>
                </a:cubicBezTo>
                <a:lnTo>
                  <a:pt x="382" y="134"/>
                </a:lnTo>
                <a:cubicBezTo>
                  <a:pt x="382" y="134"/>
                  <a:pt x="389" y="134"/>
                  <a:pt x="389" y="127"/>
                </a:cubicBezTo>
                <a:cubicBezTo>
                  <a:pt x="389" y="134"/>
                  <a:pt x="389" y="134"/>
                  <a:pt x="389" y="134"/>
                </a:cubicBezTo>
                <a:cubicBezTo>
                  <a:pt x="389" y="134"/>
                  <a:pt x="389" y="134"/>
                  <a:pt x="382" y="134"/>
                </a:cubicBezTo>
                <a:cubicBezTo>
                  <a:pt x="389" y="134"/>
                  <a:pt x="389" y="141"/>
                  <a:pt x="389" y="141"/>
                </a:cubicBezTo>
                <a:cubicBezTo>
                  <a:pt x="389" y="141"/>
                  <a:pt x="389" y="141"/>
                  <a:pt x="396" y="141"/>
                </a:cubicBezTo>
                <a:cubicBezTo>
                  <a:pt x="396" y="134"/>
                  <a:pt x="396" y="134"/>
                  <a:pt x="396" y="134"/>
                </a:cubicBezTo>
                <a:lnTo>
                  <a:pt x="403" y="134"/>
                </a:lnTo>
                <a:cubicBezTo>
                  <a:pt x="403" y="134"/>
                  <a:pt x="403" y="134"/>
                  <a:pt x="403" y="127"/>
                </a:cubicBezTo>
                <a:lnTo>
                  <a:pt x="403" y="134"/>
                </a:lnTo>
                <a:cubicBezTo>
                  <a:pt x="410" y="134"/>
                  <a:pt x="403" y="127"/>
                  <a:pt x="410" y="127"/>
                </a:cubicBezTo>
                <a:cubicBezTo>
                  <a:pt x="410" y="127"/>
                  <a:pt x="410" y="127"/>
                  <a:pt x="410" y="134"/>
                </a:cubicBezTo>
                <a:cubicBezTo>
                  <a:pt x="410" y="134"/>
                  <a:pt x="410" y="134"/>
                  <a:pt x="417" y="127"/>
                </a:cubicBezTo>
                <a:cubicBezTo>
                  <a:pt x="417" y="127"/>
                  <a:pt x="417" y="134"/>
                  <a:pt x="417" y="127"/>
                </a:cubicBezTo>
                <a:cubicBezTo>
                  <a:pt x="417" y="127"/>
                  <a:pt x="417" y="127"/>
                  <a:pt x="424" y="127"/>
                </a:cubicBezTo>
                <a:cubicBezTo>
                  <a:pt x="424" y="134"/>
                  <a:pt x="424" y="134"/>
                  <a:pt x="424" y="134"/>
                </a:cubicBezTo>
                <a:lnTo>
                  <a:pt x="424" y="127"/>
                </a:lnTo>
                <a:cubicBezTo>
                  <a:pt x="431" y="127"/>
                  <a:pt x="431" y="127"/>
                  <a:pt x="431" y="127"/>
                </a:cubicBezTo>
                <a:cubicBezTo>
                  <a:pt x="431" y="127"/>
                  <a:pt x="431" y="127"/>
                  <a:pt x="438" y="127"/>
                </a:cubicBezTo>
                <a:cubicBezTo>
                  <a:pt x="438" y="127"/>
                  <a:pt x="445" y="127"/>
                  <a:pt x="452" y="134"/>
                </a:cubicBezTo>
                <a:lnTo>
                  <a:pt x="452" y="127"/>
                </a:lnTo>
                <a:cubicBezTo>
                  <a:pt x="445" y="127"/>
                  <a:pt x="452" y="127"/>
                  <a:pt x="445" y="127"/>
                </a:cubicBezTo>
                <a:cubicBezTo>
                  <a:pt x="445" y="120"/>
                  <a:pt x="445" y="120"/>
                  <a:pt x="445" y="120"/>
                </a:cubicBezTo>
                <a:cubicBezTo>
                  <a:pt x="445" y="120"/>
                  <a:pt x="445" y="113"/>
                  <a:pt x="452" y="113"/>
                </a:cubicBezTo>
                <a:cubicBezTo>
                  <a:pt x="445" y="106"/>
                  <a:pt x="438" y="99"/>
                  <a:pt x="431" y="99"/>
                </a:cubicBezTo>
                <a:cubicBezTo>
                  <a:pt x="424" y="99"/>
                  <a:pt x="424" y="99"/>
                  <a:pt x="424" y="99"/>
                </a:cubicBezTo>
                <a:cubicBezTo>
                  <a:pt x="424" y="99"/>
                  <a:pt x="424" y="99"/>
                  <a:pt x="417" y="99"/>
                </a:cubicBezTo>
                <a:cubicBezTo>
                  <a:pt x="417" y="99"/>
                  <a:pt x="417" y="99"/>
                  <a:pt x="417" y="106"/>
                </a:cubicBezTo>
                <a:cubicBezTo>
                  <a:pt x="417" y="106"/>
                  <a:pt x="417" y="106"/>
                  <a:pt x="424" y="106"/>
                </a:cubicBezTo>
                <a:cubicBezTo>
                  <a:pt x="417" y="106"/>
                  <a:pt x="417" y="106"/>
                  <a:pt x="417" y="106"/>
                </a:cubicBezTo>
                <a:cubicBezTo>
                  <a:pt x="410" y="106"/>
                  <a:pt x="410" y="106"/>
                  <a:pt x="410" y="106"/>
                </a:cubicBezTo>
                <a:cubicBezTo>
                  <a:pt x="410" y="106"/>
                  <a:pt x="410" y="99"/>
                  <a:pt x="417" y="99"/>
                </a:cubicBezTo>
                <a:cubicBezTo>
                  <a:pt x="417" y="99"/>
                  <a:pt x="417" y="99"/>
                  <a:pt x="417" y="92"/>
                </a:cubicBezTo>
                <a:lnTo>
                  <a:pt x="417" y="99"/>
                </a:lnTo>
                <a:cubicBezTo>
                  <a:pt x="424" y="92"/>
                  <a:pt x="424" y="92"/>
                  <a:pt x="424" y="92"/>
                </a:cubicBezTo>
                <a:cubicBezTo>
                  <a:pt x="389" y="71"/>
                  <a:pt x="346" y="57"/>
                  <a:pt x="297" y="57"/>
                </a:cubicBezTo>
                <a:cubicBezTo>
                  <a:pt x="262" y="57"/>
                  <a:pt x="226" y="71"/>
                  <a:pt x="191" y="85"/>
                </a:cubicBezTo>
                <a:close/>
                <a:moveTo>
                  <a:pt x="198" y="92"/>
                </a:moveTo>
                <a:lnTo>
                  <a:pt x="198" y="92"/>
                </a:lnTo>
                <a:close/>
                <a:moveTo>
                  <a:pt x="410" y="233"/>
                </a:moveTo>
                <a:lnTo>
                  <a:pt x="410" y="233"/>
                </a:lnTo>
                <a:cubicBezTo>
                  <a:pt x="410" y="233"/>
                  <a:pt x="410" y="233"/>
                  <a:pt x="403" y="233"/>
                </a:cubicBezTo>
                <a:cubicBezTo>
                  <a:pt x="410" y="233"/>
                  <a:pt x="410" y="233"/>
                  <a:pt x="410" y="233"/>
                </a:cubicBezTo>
                <a:lnTo>
                  <a:pt x="403" y="233"/>
                </a:lnTo>
                <a:cubicBezTo>
                  <a:pt x="403" y="226"/>
                  <a:pt x="403" y="226"/>
                  <a:pt x="403" y="226"/>
                </a:cubicBezTo>
                <a:lnTo>
                  <a:pt x="403" y="219"/>
                </a:lnTo>
                <a:lnTo>
                  <a:pt x="410" y="226"/>
                </a:lnTo>
                <a:cubicBezTo>
                  <a:pt x="410" y="219"/>
                  <a:pt x="410" y="219"/>
                  <a:pt x="410" y="219"/>
                </a:cubicBezTo>
                <a:cubicBezTo>
                  <a:pt x="410" y="219"/>
                  <a:pt x="410" y="219"/>
                  <a:pt x="403" y="219"/>
                </a:cubicBezTo>
                <a:cubicBezTo>
                  <a:pt x="403" y="219"/>
                  <a:pt x="403" y="219"/>
                  <a:pt x="396" y="219"/>
                </a:cubicBezTo>
                <a:lnTo>
                  <a:pt x="389" y="226"/>
                </a:lnTo>
                <a:lnTo>
                  <a:pt x="396" y="226"/>
                </a:lnTo>
                <a:cubicBezTo>
                  <a:pt x="396" y="226"/>
                  <a:pt x="389" y="233"/>
                  <a:pt x="396" y="233"/>
                </a:cubicBezTo>
                <a:cubicBezTo>
                  <a:pt x="396" y="233"/>
                  <a:pt x="396" y="233"/>
                  <a:pt x="396" y="240"/>
                </a:cubicBezTo>
                <a:lnTo>
                  <a:pt x="403" y="240"/>
                </a:lnTo>
                <a:cubicBezTo>
                  <a:pt x="396" y="240"/>
                  <a:pt x="396" y="240"/>
                  <a:pt x="396" y="240"/>
                </a:cubicBezTo>
                <a:cubicBezTo>
                  <a:pt x="396" y="247"/>
                  <a:pt x="396" y="247"/>
                  <a:pt x="396" y="247"/>
                </a:cubicBezTo>
                <a:cubicBezTo>
                  <a:pt x="396" y="247"/>
                  <a:pt x="396" y="247"/>
                  <a:pt x="403" y="247"/>
                </a:cubicBezTo>
                <a:cubicBezTo>
                  <a:pt x="403" y="254"/>
                  <a:pt x="403" y="254"/>
                  <a:pt x="410" y="254"/>
                </a:cubicBezTo>
                <a:cubicBezTo>
                  <a:pt x="410" y="247"/>
                  <a:pt x="410" y="247"/>
                  <a:pt x="410" y="247"/>
                </a:cubicBezTo>
                <a:cubicBezTo>
                  <a:pt x="410" y="240"/>
                  <a:pt x="410" y="240"/>
                  <a:pt x="410" y="240"/>
                </a:cubicBezTo>
                <a:cubicBezTo>
                  <a:pt x="410" y="233"/>
                  <a:pt x="410" y="233"/>
                  <a:pt x="410" y="233"/>
                </a:cubicBezTo>
                <a:cubicBezTo>
                  <a:pt x="410" y="233"/>
                  <a:pt x="410" y="233"/>
                  <a:pt x="410" y="240"/>
                </a:cubicBezTo>
                <a:cubicBezTo>
                  <a:pt x="410" y="233"/>
                  <a:pt x="410" y="233"/>
                  <a:pt x="410" y="233"/>
                </a:cubicBezTo>
                <a:close/>
                <a:moveTo>
                  <a:pt x="332" y="233"/>
                </a:moveTo>
                <a:lnTo>
                  <a:pt x="332" y="233"/>
                </a:lnTo>
                <a:close/>
                <a:moveTo>
                  <a:pt x="417" y="106"/>
                </a:moveTo>
                <a:lnTo>
                  <a:pt x="417" y="106"/>
                </a:lnTo>
                <a:cubicBezTo>
                  <a:pt x="417" y="113"/>
                  <a:pt x="417" y="106"/>
                  <a:pt x="417" y="113"/>
                </a:cubicBezTo>
                <a:lnTo>
                  <a:pt x="417" y="120"/>
                </a:lnTo>
                <a:cubicBezTo>
                  <a:pt x="417" y="120"/>
                  <a:pt x="417" y="120"/>
                  <a:pt x="410" y="120"/>
                </a:cubicBezTo>
                <a:lnTo>
                  <a:pt x="410" y="113"/>
                </a:lnTo>
                <a:cubicBezTo>
                  <a:pt x="403" y="113"/>
                  <a:pt x="403" y="113"/>
                  <a:pt x="403" y="113"/>
                </a:cubicBezTo>
                <a:cubicBezTo>
                  <a:pt x="410" y="113"/>
                  <a:pt x="410" y="113"/>
                  <a:pt x="410" y="113"/>
                </a:cubicBezTo>
                <a:cubicBezTo>
                  <a:pt x="410" y="113"/>
                  <a:pt x="410" y="113"/>
                  <a:pt x="403" y="106"/>
                </a:cubicBezTo>
                <a:lnTo>
                  <a:pt x="410" y="106"/>
                </a:lnTo>
                <a:lnTo>
                  <a:pt x="417" y="106"/>
                </a:lnTo>
                <a:close/>
                <a:moveTo>
                  <a:pt x="332" y="71"/>
                </a:moveTo>
                <a:lnTo>
                  <a:pt x="332" y="71"/>
                </a:lnTo>
                <a:cubicBezTo>
                  <a:pt x="325" y="71"/>
                  <a:pt x="325" y="71"/>
                  <a:pt x="325" y="71"/>
                </a:cubicBezTo>
                <a:cubicBezTo>
                  <a:pt x="325" y="71"/>
                  <a:pt x="325" y="71"/>
                  <a:pt x="318" y="71"/>
                </a:cubicBezTo>
                <a:cubicBezTo>
                  <a:pt x="318" y="71"/>
                  <a:pt x="318" y="71"/>
                  <a:pt x="325" y="71"/>
                </a:cubicBezTo>
                <a:cubicBezTo>
                  <a:pt x="318" y="71"/>
                  <a:pt x="311" y="71"/>
                  <a:pt x="311" y="71"/>
                </a:cubicBezTo>
                <a:cubicBezTo>
                  <a:pt x="311" y="71"/>
                  <a:pt x="311" y="71"/>
                  <a:pt x="311" y="64"/>
                </a:cubicBezTo>
                <a:cubicBezTo>
                  <a:pt x="318" y="64"/>
                  <a:pt x="318" y="64"/>
                  <a:pt x="318" y="64"/>
                </a:cubicBezTo>
                <a:cubicBezTo>
                  <a:pt x="318" y="71"/>
                  <a:pt x="318" y="64"/>
                  <a:pt x="325" y="71"/>
                </a:cubicBezTo>
                <a:lnTo>
                  <a:pt x="325" y="64"/>
                </a:lnTo>
                <a:cubicBezTo>
                  <a:pt x="325" y="64"/>
                  <a:pt x="325" y="64"/>
                  <a:pt x="325" y="71"/>
                </a:cubicBezTo>
                <a:cubicBezTo>
                  <a:pt x="325" y="64"/>
                  <a:pt x="325" y="64"/>
                  <a:pt x="332" y="64"/>
                </a:cubicBezTo>
                <a:cubicBezTo>
                  <a:pt x="332" y="64"/>
                  <a:pt x="332" y="71"/>
                  <a:pt x="339" y="71"/>
                </a:cubicBezTo>
                <a:cubicBezTo>
                  <a:pt x="332" y="71"/>
                  <a:pt x="332" y="71"/>
                  <a:pt x="332" y="71"/>
                </a:cubicBezTo>
                <a:close/>
                <a:moveTo>
                  <a:pt x="311" y="71"/>
                </a:moveTo>
                <a:lnTo>
                  <a:pt x="311" y="71"/>
                </a:lnTo>
                <a:cubicBezTo>
                  <a:pt x="318" y="71"/>
                  <a:pt x="318" y="71"/>
                  <a:pt x="318" y="71"/>
                </a:cubicBezTo>
                <a:lnTo>
                  <a:pt x="318" y="78"/>
                </a:lnTo>
                <a:cubicBezTo>
                  <a:pt x="311" y="78"/>
                  <a:pt x="311" y="78"/>
                  <a:pt x="311" y="78"/>
                </a:cubicBezTo>
                <a:cubicBezTo>
                  <a:pt x="311" y="85"/>
                  <a:pt x="311" y="85"/>
                  <a:pt x="311" y="85"/>
                </a:cubicBezTo>
                <a:cubicBezTo>
                  <a:pt x="304" y="85"/>
                  <a:pt x="304" y="85"/>
                  <a:pt x="304" y="85"/>
                </a:cubicBezTo>
                <a:cubicBezTo>
                  <a:pt x="304" y="85"/>
                  <a:pt x="304" y="85"/>
                  <a:pt x="311" y="85"/>
                </a:cubicBezTo>
                <a:cubicBezTo>
                  <a:pt x="304" y="85"/>
                  <a:pt x="304" y="78"/>
                  <a:pt x="304" y="78"/>
                </a:cubicBezTo>
                <a:lnTo>
                  <a:pt x="304" y="85"/>
                </a:lnTo>
                <a:cubicBezTo>
                  <a:pt x="297" y="85"/>
                  <a:pt x="297" y="78"/>
                  <a:pt x="297" y="78"/>
                </a:cubicBezTo>
                <a:cubicBezTo>
                  <a:pt x="304" y="78"/>
                  <a:pt x="304" y="78"/>
                  <a:pt x="304" y="78"/>
                </a:cubicBezTo>
                <a:cubicBezTo>
                  <a:pt x="304" y="78"/>
                  <a:pt x="304" y="78"/>
                  <a:pt x="297" y="78"/>
                </a:cubicBezTo>
                <a:cubicBezTo>
                  <a:pt x="297" y="78"/>
                  <a:pt x="297" y="78"/>
                  <a:pt x="297" y="71"/>
                </a:cubicBezTo>
                <a:cubicBezTo>
                  <a:pt x="297" y="71"/>
                  <a:pt x="297" y="71"/>
                  <a:pt x="290" y="71"/>
                </a:cubicBezTo>
                <a:cubicBezTo>
                  <a:pt x="290" y="71"/>
                  <a:pt x="290" y="71"/>
                  <a:pt x="297" y="71"/>
                </a:cubicBezTo>
                <a:cubicBezTo>
                  <a:pt x="297" y="71"/>
                  <a:pt x="297" y="71"/>
                  <a:pt x="304" y="71"/>
                </a:cubicBezTo>
                <a:lnTo>
                  <a:pt x="311" y="71"/>
                </a:lnTo>
                <a:close/>
                <a:moveTo>
                  <a:pt x="262" y="205"/>
                </a:moveTo>
                <a:lnTo>
                  <a:pt x="262" y="205"/>
                </a:lnTo>
                <a:lnTo>
                  <a:pt x="269" y="205"/>
                </a:lnTo>
                <a:cubicBezTo>
                  <a:pt x="262" y="205"/>
                  <a:pt x="262" y="205"/>
                  <a:pt x="262" y="205"/>
                </a:cubicBezTo>
                <a:cubicBezTo>
                  <a:pt x="255" y="205"/>
                  <a:pt x="255" y="205"/>
                  <a:pt x="255" y="205"/>
                </a:cubicBezTo>
                <a:cubicBezTo>
                  <a:pt x="255" y="205"/>
                  <a:pt x="255" y="205"/>
                  <a:pt x="248" y="205"/>
                </a:cubicBezTo>
                <a:cubicBezTo>
                  <a:pt x="255" y="205"/>
                  <a:pt x="255" y="205"/>
                  <a:pt x="255" y="205"/>
                </a:cubicBezTo>
                <a:lnTo>
                  <a:pt x="255" y="198"/>
                </a:lnTo>
                <a:lnTo>
                  <a:pt x="255" y="205"/>
                </a:lnTo>
                <a:cubicBezTo>
                  <a:pt x="255" y="198"/>
                  <a:pt x="248" y="198"/>
                  <a:pt x="248" y="198"/>
                </a:cubicBezTo>
                <a:lnTo>
                  <a:pt x="255" y="198"/>
                </a:lnTo>
                <a:cubicBezTo>
                  <a:pt x="255" y="191"/>
                  <a:pt x="255" y="191"/>
                  <a:pt x="255" y="191"/>
                </a:cubicBezTo>
                <a:cubicBezTo>
                  <a:pt x="255" y="191"/>
                  <a:pt x="255" y="191"/>
                  <a:pt x="248" y="191"/>
                </a:cubicBezTo>
                <a:lnTo>
                  <a:pt x="248" y="184"/>
                </a:lnTo>
                <a:cubicBezTo>
                  <a:pt x="248" y="177"/>
                  <a:pt x="248" y="177"/>
                  <a:pt x="248" y="177"/>
                </a:cubicBezTo>
                <a:lnTo>
                  <a:pt x="255" y="177"/>
                </a:lnTo>
                <a:lnTo>
                  <a:pt x="248" y="177"/>
                </a:lnTo>
                <a:cubicBezTo>
                  <a:pt x="255" y="177"/>
                  <a:pt x="255" y="177"/>
                  <a:pt x="255" y="177"/>
                </a:cubicBezTo>
                <a:cubicBezTo>
                  <a:pt x="255" y="184"/>
                  <a:pt x="255" y="184"/>
                  <a:pt x="255" y="184"/>
                </a:cubicBezTo>
                <a:cubicBezTo>
                  <a:pt x="255" y="191"/>
                  <a:pt x="255" y="191"/>
                  <a:pt x="255" y="191"/>
                </a:cubicBezTo>
                <a:cubicBezTo>
                  <a:pt x="262" y="191"/>
                  <a:pt x="262" y="191"/>
                  <a:pt x="262" y="191"/>
                </a:cubicBezTo>
                <a:cubicBezTo>
                  <a:pt x="262" y="198"/>
                  <a:pt x="262" y="198"/>
                  <a:pt x="262" y="198"/>
                </a:cubicBezTo>
                <a:lnTo>
                  <a:pt x="269" y="198"/>
                </a:lnTo>
                <a:cubicBezTo>
                  <a:pt x="269" y="198"/>
                  <a:pt x="262" y="198"/>
                  <a:pt x="262" y="205"/>
                </a:cubicBezTo>
                <a:close/>
                <a:moveTo>
                  <a:pt x="248" y="184"/>
                </a:moveTo>
                <a:lnTo>
                  <a:pt x="248" y="184"/>
                </a:lnTo>
                <a:close/>
                <a:moveTo>
                  <a:pt x="248" y="191"/>
                </a:moveTo>
                <a:lnTo>
                  <a:pt x="248" y="191"/>
                </a:lnTo>
                <a:cubicBezTo>
                  <a:pt x="248" y="191"/>
                  <a:pt x="248" y="191"/>
                  <a:pt x="240" y="191"/>
                </a:cubicBezTo>
                <a:cubicBezTo>
                  <a:pt x="248" y="191"/>
                  <a:pt x="248" y="198"/>
                  <a:pt x="248" y="198"/>
                </a:cubicBezTo>
                <a:cubicBezTo>
                  <a:pt x="240" y="198"/>
                  <a:pt x="240" y="198"/>
                  <a:pt x="240" y="198"/>
                </a:cubicBezTo>
                <a:cubicBezTo>
                  <a:pt x="233" y="198"/>
                  <a:pt x="233" y="205"/>
                  <a:pt x="233" y="205"/>
                </a:cubicBezTo>
                <a:cubicBezTo>
                  <a:pt x="233" y="198"/>
                  <a:pt x="233" y="198"/>
                  <a:pt x="233" y="198"/>
                </a:cubicBezTo>
                <a:cubicBezTo>
                  <a:pt x="233" y="198"/>
                  <a:pt x="233" y="198"/>
                  <a:pt x="240" y="198"/>
                </a:cubicBezTo>
                <a:cubicBezTo>
                  <a:pt x="233" y="198"/>
                  <a:pt x="233" y="198"/>
                  <a:pt x="233" y="191"/>
                </a:cubicBezTo>
                <a:cubicBezTo>
                  <a:pt x="233" y="191"/>
                  <a:pt x="233" y="191"/>
                  <a:pt x="240" y="191"/>
                </a:cubicBezTo>
                <a:cubicBezTo>
                  <a:pt x="240" y="191"/>
                  <a:pt x="240" y="191"/>
                  <a:pt x="240" y="184"/>
                </a:cubicBezTo>
                <a:cubicBezTo>
                  <a:pt x="240" y="191"/>
                  <a:pt x="240" y="191"/>
                  <a:pt x="240" y="191"/>
                </a:cubicBezTo>
                <a:cubicBezTo>
                  <a:pt x="240" y="191"/>
                  <a:pt x="248" y="184"/>
                  <a:pt x="248" y="191"/>
                </a:cubicBezTo>
                <a:close/>
                <a:moveTo>
                  <a:pt x="233" y="269"/>
                </a:moveTo>
                <a:lnTo>
                  <a:pt x="233" y="269"/>
                </a:lnTo>
                <a:lnTo>
                  <a:pt x="233" y="262"/>
                </a:lnTo>
                <a:lnTo>
                  <a:pt x="240" y="262"/>
                </a:lnTo>
                <a:lnTo>
                  <a:pt x="248" y="254"/>
                </a:lnTo>
                <a:lnTo>
                  <a:pt x="255" y="254"/>
                </a:lnTo>
                <a:cubicBezTo>
                  <a:pt x="255" y="254"/>
                  <a:pt x="255" y="254"/>
                  <a:pt x="262" y="254"/>
                </a:cubicBezTo>
                <a:lnTo>
                  <a:pt x="269" y="254"/>
                </a:lnTo>
                <a:cubicBezTo>
                  <a:pt x="269" y="254"/>
                  <a:pt x="269" y="254"/>
                  <a:pt x="269" y="247"/>
                </a:cubicBezTo>
                <a:cubicBezTo>
                  <a:pt x="276" y="247"/>
                  <a:pt x="276" y="254"/>
                  <a:pt x="276" y="254"/>
                </a:cubicBezTo>
                <a:lnTo>
                  <a:pt x="276" y="247"/>
                </a:lnTo>
                <a:cubicBezTo>
                  <a:pt x="283" y="247"/>
                  <a:pt x="283" y="247"/>
                  <a:pt x="283" y="247"/>
                </a:cubicBezTo>
                <a:lnTo>
                  <a:pt x="283" y="254"/>
                </a:lnTo>
                <a:lnTo>
                  <a:pt x="290" y="247"/>
                </a:lnTo>
                <a:cubicBezTo>
                  <a:pt x="290" y="247"/>
                  <a:pt x="290" y="247"/>
                  <a:pt x="290" y="254"/>
                </a:cubicBezTo>
                <a:cubicBezTo>
                  <a:pt x="290" y="247"/>
                  <a:pt x="290" y="247"/>
                  <a:pt x="290" y="247"/>
                </a:cubicBezTo>
                <a:cubicBezTo>
                  <a:pt x="290" y="254"/>
                  <a:pt x="290" y="254"/>
                  <a:pt x="290" y="254"/>
                </a:cubicBezTo>
                <a:lnTo>
                  <a:pt x="290" y="262"/>
                </a:lnTo>
                <a:cubicBezTo>
                  <a:pt x="297" y="262"/>
                  <a:pt x="297" y="262"/>
                  <a:pt x="297" y="262"/>
                </a:cubicBezTo>
                <a:cubicBezTo>
                  <a:pt x="297" y="262"/>
                  <a:pt x="297" y="262"/>
                  <a:pt x="304" y="262"/>
                </a:cubicBezTo>
                <a:cubicBezTo>
                  <a:pt x="304" y="269"/>
                  <a:pt x="304" y="269"/>
                  <a:pt x="304" y="269"/>
                </a:cubicBezTo>
                <a:lnTo>
                  <a:pt x="311" y="269"/>
                </a:lnTo>
                <a:lnTo>
                  <a:pt x="318" y="269"/>
                </a:lnTo>
                <a:cubicBezTo>
                  <a:pt x="318" y="262"/>
                  <a:pt x="318" y="262"/>
                  <a:pt x="325" y="262"/>
                </a:cubicBezTo>
                <a:lnTo>
                  <a:pt x="325" y="269"/>
                </a:lnTo>
                <a:cubicBezTo>
                  <a:pt x="332" y="269"/>
                  <a:pt x="332" y="269"/>
                  <a:pt x="332" y="269"/>
                </a:cubicBezTo>
                <a:lnTo>
                  <a:pt x="339" y="269"/>
                </a:lnTo>
                <a:cubicBezTo>
                  <a:pt x="339" y="269"/>
                  <a:pt x="339" y="269"/>
                  <a:pt x="346" y="269"/>
                </a:cubicBezTo>
                <a:cubicBezTo>
                  <a:pt x="353" y="269"/>
                  <a:pt x="353" y="269"/>
                  <a:pt x="353" y="269"/>
                </a:cubicBezTo>
                <a:cubicBezTo>
                  <a:pt x="353" y="269"/>
                  <a:pt x="353" y="269"/>
                  <a:pt x="361" y="276"/>
                </a:cubicBezTo>
                <a:cubicBezTo>
                  <a:pt x="353" y="276"/>
                  <a:pt x="353" y="276"/>
                  <a:pt x="353" y="276"/>
                </a:cubicBezTo>
                <a:cubicBezTo>
                  <a:pt x="353" y="283"/>
                  <a:pt x="353" y="283"/>
                  <a:pt x="353" y="283"/>
                </a:cubicBezTo>
                <a:lnTo>
                  <a:pt x="361" y="290"/>
                </a:lnTo>
                <a:lnTo>
                  <a:pt x="361" y="297"/>
                </a:lnTo>
                <a:cubicBezTo>
                  <a:pt x="368" y="297"/>
                  <a:pt x="361" y="304"/>
                  <a:pt x="368" y="304"/>
                </a:cubicBezTo>
                <a:cubicBezTo>
                  <a:pt x="368" y="311"/>
                  <a:pt x="368" y="311"/>
                  <a:pt x="375" y="318"/>
                </a:cubicBezTo>
                <a:lnTo>
                  <a:pt x="375" y="311"/>
                </a:lnTo>
                <a:lnTo>
                  <a:pt x="375" y="318"/>
                </a:lnTo>
                <a:cubicBezTo>
                  <a:pt x="375" y="318"/>
                  <a:pt x="375" y="318"/>
                  <a:pt x="382" y="318"/>
                </a:cubicBezTo>
                <a:lnTo>
                  <a:pt x="382" y="325"/>
                </a:lnTo>
                <a:cubicBezTo>
                  <a:pt x="389" y="325"/>
                  <a:pt x="389" y="325"/>
                  <a:pt x="389" y="325"/>
                </a:cubicBezTo>
                <a:cubicBezTo>
                  <a:pt x="396" y="325"/>
                  <a:pt x="396" y="325"/>
                  <a:pt x="396" y="325"/>
                </a:cubicBezTo>
                <a:lnTo>
                  <a:pt x="403" y="325"/>
                </a:lnTo>
                <a:cubicBezTo>
                  <a:pt x="403" y="325"/>
                  <a:pt x="403" y="325"/>
                  <a:pt x="403" y="332"/>
                </a:cubicBezTo>
                <a:lnTo>
                  <a:pt x="396" y="332"/>
                </a:lnTo>
                <a:cubicBezTo>
                  <a:pt x="396" y="332"/>
                  <a:pt x="396" y="332"/>
                  <a:pt x="396" y="339"/>
                </a:cubicBezTo>
                <a:cubicBezTo>
                  <a:pt x="396" y="347"/>
                  <a:pt x="396" y="347"/>
                  <a:pt x="389" y="347"/>
                </a:cubicBezTo>
                <a:cubicBezTo>
                  <a:pt x="389" y="347"/>
                  <a:pt x="389" y="347"/>
                  <a:pt x="389" y="354"/>
                </a:cubicBezTo>
                <a:lnTo>
                  <a:pt x="382" y="354"/>
                </a:lnTo>
                <a:cubicBezTo>
                  <a:pt x="382" y="361"/>
                  <a:pt x="375" y="361"/>
                  <a:pt x="375" y="361"/>
                </a:cubicBezTo>
                <a:cubicBezTo>
                  <a:pt x="375" y="368"/>
                  <a:pt x="375" y="368"/>
                  <a:pt x="375" y="368"/>
                </a:cubicBezTo>
                <a:lnTo>
                  <a:pt x="368" y="368"/>
                </a:lnTo>
                <a:lnTo>
                  <a:pt x="368" y="375"/>
                </a:lnTo>
                <a:cubicBezTo>
                  <a:pt x="368" y="375"/>
                  <a:pt x="368" y="375"/>
                  <a:pt x="368" y="382"/>
                </a:cubicBezTo>
                <a:cubicBezTo>
                  <a:pt x="375" y="389"/>
                  <a:pt x="375" y="389"/>
                  <a:pt x="375" y="389"/>
                </a:cubicBezTo>
                <a:cubicBezTo>
                  <a:pt x="375" y="396"/>
                  <a:pt x="375" y="396"/>
                  <a:pt x="375" y="396"/>
                </a:cubicBezTo>
                <a:lnTo>
                  <a:pt x="375" y="403"/>
                </a:lnTo>
                <a:cubicBezTo>
                  <a:pt x="375" y="403"/>
                  <a:pt x="375" y="403"/>
                  <a:pt x="368" y="403"/>
                </a:cubicBezTo>
                <a:cubicBezTo>
                  <a:pt x="361" y="410"/>
                  <a:pt x="361" y="410"/>
                  <a:pt x="361" y="410"/>
                </a:cubicBezTo>
                <a:lnTo>
                  <a:pt x="361" y="417"/>
                </a:lnTo>
                <a:lnTo>
                  <a:pt x="361" y="424"/>
                </a:lnTo>
                <a:cubicBezTo>
                  <a:pt x="361" y="424"/>
                  <a:pt x="353" y="424"/>
                  <a:pt x="353" y="431"/>
                </a:cubicBezTo>
                <a:lnTo>
                  <a:pt x="353" y="438"/>
                </a:lnTo>
                <a:lnTo>
                  <a:pt x="346" y="438"/>
                </a:lnTo>
                <a:cubicBezTo>
                  <a:pt x="346" y="445"/>
                  <a:pt x="339" y="445"/>
                  <a:pt x="339" y="452"/>
                </a:cubicBezTo>
                <a:cubicBezTo>
                  <a:pt x="332" y="452"/>
                  <a:pt x="332" y="452"/>
                  <a:pt x="332" y="452"/>
                </a:cubicBezTo>
                <a:cubicBezTo>
                  <a:pt x="325" y="452"/>
                  <a:pt x="325" y="452"/>
                  <a:pt x="325" y="452"/>
                </a:cubicBezTo>
                <a:lnTo>
                  <a:pt x="318" y="452"/>
                </a:lnTo>
                <a:cubicBezTo>
                  <a:pt x="318" y="460"/>
                  <a:pt x="318" y="452"/>
                  <a:pt x="318" y="452"/>
                </a:cubicBezTo>
                <a:cubicBezTo>
                  <a:pt x="318" y="460"/>
                  <a:pt x="318" y="460"/>
                  <a:pt x="318" y="460"/>
                </a:cubicBezTo>
                <a:cubicBezTo>
                  <a:pt x="311" y="460"/>
                  <a:pt x="311" y="452"/>
                  <a:pt x="311" y="452"/>
                </a:cubicBezTo>
                <a:cubicBezTo>
                  <a:pt x="311" y="445"/>
                  <a:pt x="311" y="445"/>
                  <a:pt x="311" y="445"/>
                </a:cubicBezTo>
                <a:cubicBezTo>
                  <a:pt x="311" y="445"/>
                  <a:pt x="311" y="438"/>
                  <a:pt x="304" y="438"/>
                </a:cubicBezTo>
                <a:cubicBezTo>
                  <a:pt x="304" y="431"/>
                  <a:pt x="304" y="431"/>
                  <a:pt x="304" y="431"/>
                </a:cubicBezTo>
                <a:cubicBezTo>
                  <a:pt x="304" y="431"/>
                  <a:pt x="304" y="431"/>
                  <a:pt x="304" y="424"/>
                </a:cubicBezTo>
                <a:cubicBezTo>
                  <a:pt x="304" y="417"/>
                  <a:pt x="297" y="417"/>
                  <a:pt x="297" y="417"/>
                </a:cubicBezTo>
                <a:lnTo>
                  <a:pt x="297" y="410"/>
                </a:lnTo>
                <a:cubicBezTo>
                  <a:pt x="297" y="403"/>
                  <a:pt x="297" y="403"/>
                  <a:pt x="297" y="403"/>
                </a:cubicBezTo>
                <a:lnTo>
                  <a:pt x="297" y="396"/>
                </a:lnTo>
                <a:cubicBezTo>
                  <a:pt x="297" y="389"/>
                  <a:pt x="297" y="389"/>
                  <a:pt x="297" y="389"/>
                </a:cubicBezTo>
                <a:cubicBezTo>
                  <a:pt x="297" y="382"/>
                  <a:pt x="297" y="382"/>
                  <a:pt x="297" y="382"/>
                </a:cubicBezTo>
                <a:cubicBezTo>
                  <a:pt x="297" y="382"/>
                  <a:pt x="297" y="382"/>
                  <a:pt x="297" y="375"/>
                </a:cubicBezTo>
                <a:lnTo>
                  <a:pt x="297" y="368"/>
                </a:lnTo>
                <a:cubicBezTo>
                  <a:pt x="290" y="368"/>
                  <a:pt x="290" y="368"/>
                  <a:pt x="290" y="368"/>
                </a:cubicBezTo>
                <a:cubicBezTo>
                  <a:pt x="290" y="361"/>
                  <a:pt x="290" y="361"/>
                  <a:pt x="290" y="361"/>
                </a:cubicBezTo>
                <a:cubicBezTo>
                  <a:pt x="283" y="361"/>
                  <a:pt x="283" y="361"/>
                  <a:pt x="283" y="361"/>
                </a:cubicBezTo>
                <a:cubicBezTo>
                  <a:pt x="290" y="361"/>
                  <a:pt x="290" y="361"/>
                  <a:pt x="290" y="354"/>
                </a:cubicBezTo>
                <a:lnTo>
                  <a:pt x="290" y="347"/>
                </a:lnTo>
                <a:cubicBezTo>
                  <a:pt x="283" y="347"/>
                  <a:pt x="290" y="347"/>
                  <a:pt x="283" y="347"/>
                </a:cubicBezTo>
                <a:cubicBezTo>
                  <a:pt x="283" y="347"/>
                  <a:pt x="276" y="347"/>
                  <a:pt x="276" y="339"/>
                </a:cubicBezTo>
                <a:cubicBezTo>
                  <a:pt x="276" y="339"/>
                  <a:pt x="276" y="339"/>
                  <a:pt x="269" y="339"/>
                </a:cubicBezTo>
                <a:cubicBezTo>
                  <a:pt x="262" y="339"/>
                  <a:pt x="262" y="339"/>
                  <a:pt x="262" y="339"/>
                </a:cubicBezTo>
                <a:lnTo>
                  <a:pt x="255" y="347"/>
                </a:lnTo>
                <a:lnTo>
                  <a:pt x="255" y="339"/>
                </a:lnTo>
                <a:cubicBezTo>
                  <a:pt x="255" y="339"/>
                  <a:pt x="255" y="339"/>
                  <a:pt x="255" y="347"/>
                </a:cubicBezTo>
                <a:cubicBezTo>
                  <a:pt x="255" y="347"/>
                  <a:pt x="255" y="339"/>
                  <a:pt x="248" y="339"/>
                </a:cubicBezTo>
                <a:cubicBezTo>
                  <a:pt x="248" y="347"/>
                  <a:pt x="248" y="347"/>
                  <a:pt x="248" y="347"/>
                </a:cubicBezTo>
                <a:cubicBezTo>
                  <a:pt x="240" y="347"/>
                  <a:pt x="240" y="347"/>
                  <a:pt x="240" y="347"/>
                </a:cubicBezTo>
                <a:cubicBezTo>
                  <a:pt x="233" y="339"/>
                  <a:pt x="233" y="339"/>
                  <a:pt x="233" y="339"/>
                </a:cubicBezTo>
                <a:cubicBezTo>
                  <a:pt x="226" y="339"/>
                  <a:pt x="226" y="339"/>
                  <a:pt x="226" y="339"/>
                </a:cubicBezTo>
                <a:cubicBezTo>
                  <a:pt x="226" y="332"/>
                  <a:pt x="226" y="332"/>
                  <a:pt x="226" y="332"/>
                </a:cubicBezTo>
                <a:cubicBezTo>
                  <a:pt x="226" y="332"/>
                  <a:pt x="219" y="332"/>
                  <a:pt x="219" y="325"/>
                </a:cubicBezTo>
                <a:cubicBezTo>
                  <a:pt x="219" y="325"/>
                  <a:pt x="219" y="325"/>
                  <a:pt x="212" y="325"/>
                </a:cubicBezTo>
                <a:cubicBezTo>
                  <a:pt x="212" y="318"/>
                  <a:pt x="212" y="318"/>
                  <a:pt x="212" y="318"/>
                </a:cubicBezTo>
                <a:cubicBezTo>
                  <a:pt x="219" y="318"/>
                  <a:pt x="219" y="318"/>
                  <a:pt x="219" y="318"/>
                </a:cubicBezTo>
                <a:cubicBezTo>
                  <a:pt x="212" y="318"/>
                  <a:pt x="212" y="318"/>
                  <a:pt x="212" y="318"/>
                </a:cubicBezTo>
                <a:lnTo>
                  <a:pt x="219" y="311"/>
                </a:lnTo>
                <a:lnTo>
                  <a:pt x="219" y="304"/>
                </a:lnTo>
                <a:cubicBezTo>
                  <a:pt x="219" y="304"/>
                  <a:pt x="219" y="297"/>
                  <a:pt x="212" y="297"/>
                </a:cubicBezTo>
                <a:cubicBezTo>
                  <a:pt x="219" y="297"/>
                  <a:pt x="219" y="297"/>
                  <a:pt x="219" y="297"/>
                </a:cubicBezTo>
                <a:cubicBezTo>
                  <a:pt x="219" y="290"/>
                  <a:pt x="219" y="290"/>
                  <a:pt x="219" y="290"/>
                </a:cubicBezTo>
                <a:cubicBezTo>
                  <a:pt x="219" y="283"/>
                  <a:pt x="219" y="283"/>
                  <a:pt x="219" y="283"/>
                </a:cubicBezTo>
                <a:lnTo>
                  <a:pt x="226" y="283"/>
                </a:lnTo>
                <a:lnTo>
                  <a:pt x="226" y="276"/>
                </a:lnTo>
                <a:cubicBezTo>
                  <a:pt x="233" y="276"/>
                  <a:pt x="233" y="276"/>
                  <a:pt x="233" y="276"/>
                </a:cubicBezTo>
                <a:cubicBezTo>
                  <a:pt x="233" y="269"/>
                  <a:pt x="233" y="269"/>
                  <a:pt x="233" y="269"/>
                </a:cubicBezTo>
                <a:close/>
                <a:moveTo>
                  <a:pt x="219" y="149"/>
                </a:moveTo>
                <a:lnTo>
                  <a:pt x="219" y="149"/>
                </a:lnTo>
                <a:cubicBezTo>
                  <a:pt x="219" y="149"/>
                  <a:pt x="219" y="149"/>
                  <a:pt x="219" y="156"/>
                </a:cubicBezTo>
                <a:cubicBezTo>
                  <a:pt x="212" y="156"/>
                  <a:pt x="212" y="156"/>
                  <a:pt x="212" y="156"/>
                </a:cubicBezTo>
                <a:lnTo>
                  <a:pt x="205" y="156"/>
                </a:lnTo>
                <a:lnTo>
                  <a:pt x="198" y="156"/>
                </a:lnTo>
                <a:cubicBezTo>
                  <a:pt x="198" y="149"/>
                  <a:pt x="205" y="149"/>
                  <a:pt x="205" y="149"/>
                </a:cubicBezTo>
                <a:cubicBezTo>
                  <a:pt x="198" y="149"/>
                  <a:pt x="198" y="149"/>
                  <a:pt x="198" y="149"/>
                </a:cubicBezTo>
                <a:cubicBezTo>
                  <a:pt x="198" y="149"/>
                  <a:pt x="198" y="149"/>
                  <a:pt x="205" y="149"/>
                </a:cubicBezTo>
                <a:cubicBezTo>
                  <a:pt x="198" y="149"/>
                  <a:pt x="198" y="149"/>
                  <a:pt x="198" y="141"/>
                </a:cubicBezTo>
                <a:cubicBezTo>
                  <a:pt x="198" y="141"/>
                  <a:pt x="198" y="149"/>
                  <a:pt x="198" y="141"/>
                </a:cubicBezTo>
                <a:lnTo>
                  <a:pt x="205" y="141"/>
                </a:lnTo>
                <a:cubicBezTo>
                  <a:pt x="205" y="149"/>
                  <a:pt x="205" y="149"/>
                  <a:pt x="205" y="149"/>
                </a:cubicBezTo>
                <a:cubicBezTo>
                  <a:pt x="205" y="141"/>
                  <a:pt x="205" y="141"/>
                  <a:pt x="205" y="141"/>
                </a:cubicBezTo>
                <a:lnTo>
                  <a:pt x="212" y="141"/>
                </a:lnTo>
                <a:cubicBezTo>
                  <a:pt x="212" y="141"/>
                  <a:pt x="212" y="141"/>
                  <a:pt x="219" y="141"/>
                </a:cubicBezTo>
                <a:lnTo>
                  <a:pt x="226" y="141"/>
                </a:lnTo>
                <a:cubicBezTo>
                  <a:pt x="226" y="149"/>
                  <a:pt x="226" y="149"/>
                  <a:pt x="226" y="149"/>
                </a:cubicBezTo>
                <a:cubicBezTo>
                  <a:pt x="226" y="149"/>
                  <a:pt x="226" y="149"/>
                  <a:pt x="219" y="149"/>
                </a:cubicBezTo>
                <a:close/>
                <a:moveTo>
                  <a:pt x="283" y="347"/>
                </a:moveTo>
                <a:lnTo>
                  <a:pt x="283" y="347"/>
                </a:lnTo>
                <a:close/>
                <a:moveTo>
                  <a:pt x="382" y="417"/>
                </a:moveTo>
                <a:lnTo>
                  <a:pt x="382" y="417"/>
                </a:lnTo>
                <a:lnTo>
                  <a:pt x="382" y="410"/>
                </a:lnTo>
                <a:cubicBezTo>
                  <a:pt x="382" y="410"/>
                  <a:pt x="382" y="410"/>
                  <a:pt x="382" y="403"/>
                </a:cubicBezTo>
                <a:cubicBezTo>
                  <a:pt x="389" y="403"/>
                  <a:pt x="389" y="403"/>
                  <a:pt x="389" y="403"/>
                </a:cubicBezTo>
                <a:cubicBezTo>
                  <a:pt x="389" y="396"/>
                  <a:pt x="389" y="396"/>
                  <a:pt x="389" y="396"/>
                </a:cubicBezTo>
                <a:cubicBezTo>
                  <a:pt x="389" y="396"/>
                  <a:pt x="389" y="396"/>
                  <a:pt x="396" y="396"/>
                </a:cubicBezTo>
                <a:cubicBezTo>
                  <a:pt x="396" y="396"/>
                  <a:pt x="396" y="396"/>
                  <a:pt x="396" y="389"/>
                </a:cubicBezTo>
                <a:cubicBezTo>
                  <a:pt x="396" y="389"/>
                  <a:pt x="396" y="389"/>
                  <a:pt x="396" y="396"/>
                </a:cubicBezTo>
                <a:cubicBezTo>
                  <a:pt x="403" y="396"/>
                  <a:pt x="396" y="396"/>
                  <a:pt x="403" y="396"/>
                </a:cubicBezTo>
                <a:cubicBezTo>
                  <a:pt x="403" y="396"/>
                  <a:pt x="403" y="396"/>
                  <a:pt x="403" y="403"/>
                </a:cubicBezTo>
                <a:cubicBezTo>
                  <a:pt x="396" y="403"/>
                  <a:pt x="396" y="403"/>
                  <a:pt x="396" y="403"/>
                </a:cubicBezTo>
                <a:lnTo>
                  <a:pt x="396" y="410"/>
                </a:lnTo>
                <a:cubicBezTo>
                  <a:pt x="396" y="410"/>
                  <a:pt x="396" y="417"/>
                  <a:pt x="396" y="424"/>
                </a:cubicBezTo>
                <a:cubicBezTo>
                  <a:pt x="396" y="424"/>
                  <a:pt x="389" y="424"/>
                  <a:pt x="389" y="431"/>
                </a:cubicBezTo>
                <a:cubicBezTo>
                  <a:pt x="382" y="431"/>
                  <a:pt x="382" y="431"/>
                  <a:pt x="382" y="424"/>
                </a:cubicBezTo>
                <a:cubicBezTo>
                  <a:pt x="382" y="424"/>
                  <a:pt x="382" y="424"/>
                  <a:pt x="382" y="417"/>
                </a:cubicBezTo>
                <a:close/>
                <a:moveTo>
                  <a:pt x="353" y="254"/>
                </a:moveTo>
                <a:lnTo>
                  <a:pt x="353" y="254"/>
                </a:lnTo>
                <a:close/>
                <a:moveTo>
                  <a:pt x="332" y="254"/>
                </a:moveTo>
                <a:lnTo>
                  <a:pt x="332" y="254"/>
                </a:lnTo>
                <a:cubicBezTo>
                  <a:pt x="325" y="254"/>
                  <a:pt x="325" y="254"/>
                  <a:pt x="325" y="254"/>
                </a:cubicBezTo>
                <a:cubicBezTo>
                  <a:pt x="332" y="254"/>
                  <a:pt x="332" y="254"/>
                  <a:pt x="332" y="254"/>
                </a:cubicBezTo>
                <a:close/>
                <a:moveTo>
                  <a:pt x="304" y="247"/>
                </a:moveTo>
                <a:lnTo>
                  <a:pt x="304" y="247"/>
                </a:lnTo>
                <a:lnTo>
                  <a:pt x="304" y="254"/>
                </a:lnTo>
                <a:cubicBezTo>
                  <a:pt x="304" y="247"/>
                  <a:pt x="297" y="247"/>
                  <a:pt x="297" y="247"/>
                </a:cubicBezTo>
                <a:lnTo>
                  <a:pt x="304" y="247"/>
                </a:lnTo>
                <a:close/>
                <a:moveTo>
                  <a:pt x="290" y="240"/>
                </a:moveTo>
                <a:lnTo>
                  <a:pt x="290" y="240"/>
                </a:lnTo>
                <a:cubicBezTo>
                  <a:pt x="283" y="240"/>
                  <a:pt x="283" y="247"/>
                  <a:pt x="283" y="247"/>
                </a:cubicBezTo>
                <a:cubicBezTo>
                  <a:pt x="283" y="240"/>
                  <a:pt x="283" y="240"/>
                  <a:pt x="283" y="240"/>
                </a:cubicBezTo>
                <a:cubicBezTo>
                  <a:pt x="283" y="240"/>
                  <a:pt x="283" y="240"/>
                  <a:pt x="290" y="240"/>
                </a:cubicBezTo>
                <a:close/>
                <a:moveTo>
                  <a:pt x="290" y="233"/>
                </a:moveTo>
                <a:lnTo>
                  <a:pt x="290" y="233"/>
                </a:lnTo>
                <a:cubicBezTo>
                  <a:pt x="283" y="233"/>
                  <a:pt x="283" y="233"/>
                  <a:pt x="283" y="233"/>
                </a:cubicBezTo>
                <a:lnTo>
                  <a:pt x="290" y="233"/>
                </a:lnTo>
                <a:close/>
                <a:moveTo>
                  <a:pt x="205" y="106"/>
                </a:moveTo>
                <a:lnTo>
                  <a:pt x="205" y="106"/>
                </a:lnTo>
                <a:lnTo>
                  <a:pt x="198" y="106"/>
                </a:lnTo>
                <a:cubicBezTo>
                  <a:pt x="198" y="106"/>
                  <a:pt x="198" y="106"/>
                  <a:pt x="198" y="99"/>
                </a:cubicBezTo>
                <a:cubicBezTo>
                  <a:pt x="198" y="99"/>
                  <a:pt x="198" y="99"/>
                  <a:pt x="205" y="99"/>
                </a:cubicBezTo>
                <a:cubicBezTo>
                  <a:pt x="205" y="99"/>
                  <a:pt x="198" y="99"/>
                  <a:pt x="198" y="106"/>
                </a:cubicBezTo>
                <a:cubicBezTo>
                  <a:pt x="205" y="106"/>
                  <a:pt x="205" y="106"/>
                  <a:pt x="205" y="106"/>
                </a:cubicBezTo>
                <a:close/>
                <a:moveTo>
                  <a:pt x="198" y="99"/>
                </a:moveTo>
                <a:lnTo>
                  <a:pt x="198" y="99"/>
                </a:lnTo>
                <a:close/>
                <a:moveTo>
                  <a:pt x="191" y="99"/>
                </a:moveTo>
                <a:lnTo>
                  <a:pt x="191" y="99"/>
                </a:lnTo>
                <a:lnTo>
                  <a:pt x="198" y="99"/>
                </a:lnTo>
                <a:lnTo>
                  <a:pt x="191" y="99"/>
                </a:lnTo>
                <a:close/>
                <a:moveTo>
                  <a:pt x="198" y="92"/>
                </a:moveTo>
                <a:lnTo>
                  <a:pt x="198" y="92"/>
                </a:lnTo>
                <a:lnTo>
                  <a:pt x="198" y="85"/>
                </a:lnTo>
                <a:lnTo>
                  <a:pt x="198" y="92"/>
                </a:lnTo>
                <a:close/>
                <a:moveTo>
                  <a:pt x="198" y="92"/>
                </a:moveTo>
                <a:lnTo>
                  <a:pt x="198" y="92"/>
                </a:lnTo>
                <a:close/>
                <a:moveTo>
                  <a:pt x="198" y="92"/>
                </a:moveTo>
                <a:lnTo>
                  <a:pt x="198" y="92"/>
                </a:lnTo>
                <a:close/>
                <a:moveTo>
                  <a:pt x="198" y="92"/>
                </a:moveTo>
                <a:lnTo>
                  <a:pt x="198" y="92"/>
                </a:lnTo>
                <a:close/>
                <a:moveTo>
                  <a:pt x="198" y="113"/>
                </a:moveTo>
                <a:lnTo>
                  <a:pt x="198" y="113"/>
                </a:lnTo>
                <a:close/>
                <a:moveTo>
                  <a:pt x="155" y="177"/>
                </a:moveTo>
                <a:lnTo>
                  <a:pt x="155" y="177"/>
                </a:lnTo>
                <a:close/>
                <a:moveTo>
                  <a:pt x="134" y="240"/>
                </a:moveTo>
                <a:lnTo>
                  <a:pt x="134" y="240"/>
                </a:lnTo>
                <a:cubicBezTo>
                  <a:pt x="134" y="233"/>
                  <a:pt x="134" y="233"/>
                  <a:pt x="134" y="233"/>
                </a:cubicBezTo>
                <a:lnTo>
                  <a:pt x="134" y="240"/>
                </a:lnTo>
                <a:lnTo>
                  <a:pt x="134" y="233"/>
                </a:lnTo>
                <a:cubicBezTo>
                  <a:pt x="127" y="233"/>
                  <a:pt x="127" y="233"/>
                  <a:pt x="127" y="233"/>
                </a:cubicBezTo>
                <a:lnTo>
                  <a:pt x="120" y="233"/>
                </a:lnTo>
                <a:lnTo>
                  <a:pt x="127" y="233"/>
                </a:lnTo>
                <a:cubicBezTo>
                  <a:pt x="127" y="226"/>
                  <a:pt x="127" y="226"/>
                  <a:pt x="127" y="226"/>
                </a:cubicBezTo>
                <a:cubicBezTo>
                  <a:pt x="127" y="226"/>
                  <a:pt x="127" y="226"/>
                  <a:pt x="127" y="219"/>
                </a:cubicBezTo>
                <a:lnTo>
                  <a:pt x="134" y="219"/>
                </a:lnTo>
                <a:cubicBezTo>
                  <a:pt x="134" y="226"/>
                  <a:pt x="127" y="226"/>
                  <a:pt x="127" y="226"/>
                </a:cubicBezTo>
                <a:cubicBezTo>
                  <a:pt x="127" y="226"/>
                  <a:pt x="127" y="226"/>
                  <a:pt x="134" y="226"/>
                </a:cubicBezTo>
                <a:cubicBezTo>
                  <a:pt x="134" y="226"/>
                  <a:pt x="134" y="233"/>
                  <a:pt x="134" y="226"/>
                </a:cubicBezTo>
                <a:cubicBezTo>
                  <a:pt x="134" y="226"/>
                  <a:pt x="134" y="226"/>
                  <a:pt x="141" y="226"/>
                </a:cubicBezTo>
                <a:cubicBezTo>
                  <a:pt x="134" y="233"/>
                  <a:pt x="134" y="233"/>
                  <a:pt x="134" y="233"/>
                </a:cubicBezTo>
                <a:lnTo>
                  <a:pt x="141" y="233"/>
                </a:lnTo>
                <a:cubicBezTo>
                  <a:pt x="141" y="233"/>
                  <a:pt x="141" y="233"/>
                  <a:pt x="134" y="233"/>
                </a:cubicBezTo>
                <a:cubicBezTo>
                  <a:pt x="141" y="233"/>
                  <a:pt x="141" y="233"/>
                  <a:pt x="141" y="233"/>
                </a:cubicBezTo>
                <a:lnTo>
                  <a:pt x="141" y="240"/>
                </a:lnTo>
                <a:cubicBezTo>
                  <a:pt x="141" y="240"/>
                  <a:pt x="141" y="240"/>
                  <a:pt x="134" y="240"/>
                </a:cubicBezTo>
                <a:close/>
                <a:moveTo>
                  <a:pt x="134" y="396"/>
                </a:moveTo>
                <a:lnTo>
                  <a:pt x="134" y="396"/>
                </a:lnTo>
                <a:lnTo>
                  <a:pt x="134" y="389"/>
                </a:lnTo>
                <a:lnTo>
                  <a:pt x="134" y="396"/>
                </a:lnTo>
                <a:close/>
                <a:moveTo>
                  <a:pt x="134" y="127"/>
                </a:moveTo>
                <a:lnTo>
                  <a:pt x="134" y="127"/>
                </a:lnTo>
                <a:cubicBezTo>
                  <a:pt x="134" y="134"/>
                  <a:pt x="134" y="134"/>
                  <a:pt x="134" y="134"/>
                </a:cubicBezTo>
                <a:cubicBezTo>
                  <a:pt x="134" y="134"/>
                  <a:pt x="134" y="134"/>
                  <a:pt x="134" y="127"/>
                </a:cubicBezTo>
                <a:close/>
                <a:moveTo>
                  <a:pt x="113" y="240"/>
                </a:moveTo>
                <a:lnTo>
                  <a:pt x="113" y="240"/>
                </a:lnTo>
                <a:lnTo>
                  <a:pt x="120" y="240"/>
                </a:lnTo>
                <a:cubicBezTo>
                  <a:pt x="120" y="240"/>
                  <a:pt x="120" y="240"/>
                  <a:pt x="113" y="240"/>
                </a:cubicBezTo>
                <a:close/>
                <a:moveTo>
                  <a:pt x="99" y="325"/>
                </a:moveTo>
                <a:lnTo>
                  <a:pt x="99" y="325"/>
                </a:lnTo>
                <a:lnTo>
                  <a:pt x="106" y="325"/>
                </a:lnTo>
                <a:cubicBezTo>
                  <a:pt x="106" y="325"/>
                  <a:pt x="106" y="325"/>
                  <a:pt x="99" y="325"/>
                </a:cubicBezTo>
                <a:close/>
                <a:moveTo>
                  <a:pt x="99" y="361"/>
                </a:moveTo>
                <a:lnTo>
                  <a:pt x="99" y="361"/>
                </a:lnTo>
                <a:lnTo>
                  <a:pt x="106" y="361"/>
                </a:lnTo>
                <a:cubicBezTo>
                  <a:pt x="99" y="361"/>
                  <a:pt x="106" y="361"/>
                  <a:pt x="99" y="361"/>
                </a:cubicBezTo>
                <a:close/>
                <a:moveTo>
                  <a:pt x="92" y="325"/>
                </a:moveTo>
                <a:lnTo>
                  <a:pt x="92" y="325"/>
                </a:lnTo>
                <a:cubicBezTo>
                  <a:pt x="92" y="325"/>
                  <a:pt x="92" y="325"/>
                  <a:pt x="85" y="325"/>
                </a:cubicBezTo>
                <a:cubicBezTo>
                  <a:pt x="85" y="325"/>
                  <a:pt x="85" y="325"/>
                  <a:pt x="78" y="325"/>
                </a:cubicBezTo>
                <a:cubicBezTo>
                  <a:pt x="85" y="325"/>
                  <a:pt x="85" y="325"/>
                  <a:pt x="85" y="325"/>
                </a:cubicBezTo>
                <a:lnTo>
                  <a:pt x="92" y="325"/>
                </a:lnTo>
                <a:lnTo>
                  <a:pt x="99" y="325"/>
                </a:lnTo>
                <a:cubicBezTo>
                  <a:pt x="92" y="325"/>
                  <a:pt x="92" y="325"/>
                  <a:pt x="92" y="325"/>
                </a:cubicBezTo>
                <a:close/>
                <a:moveTo>
                  <a:pt x="78" y="276"/>
                </a:moveTo>
                <a:lnTo>
                  <a:pt x="78" y="276"/>
                </a:lnTo>
                <a:close/>
                <a:moveTo>
                  <a:pt x="78" y="276"/>
                </a:moveTo>
                <a:lnTo>
                  <a:pt x="78" y="276"/>
                </a:lnTo>
                <a:close/>
                <a:moveTo>
                  <a:pt x="78" y="276"/>
                </a:moveTo>
                <a:lnTo>
                  <a:pt x="78" y="276"/>
                </a:lnTo>
                <a:close/>
                <a:moveTo>
                  <a:pt x="71" y="325"/>
                </a:moveTo>
                <a:lnTo>
                  <a:pt x="71" y="325"/>
                </a:lnTo>
                <a:cubicBezTo>
                  <a:pt x="71" y="325"/>
                  <a:pt x="71" y="325"/>
                  <a:pt x="78" y="325"/>
                </a:cubicBezTo>
                <a:cubicBezTo>
                  <a:pt x="71" y="325"/>
                  <a:pt x="71" y="325"/>
                  <a:pt x="71" y="325"/>
                </a:cubicBezTo>
                <a:close/>
                <a:moveTo>
                  <a:pt x="481" y="332"/>
                </a:moveTo>
                <a:lnTo>
                  <a:pt x="481" y="332"/>
                </a:lnTo>
                <a:lnTo>
                  <a:pt x="488" y="332"/>
                </a:lnTo>
                <a:lnTo>
                  <a:pt x="488" y="339"/>
                </a:lnTo>
                <a:cubicBezTo>
                  <a:pt x="488" y="339"/>
                  <a:pt x="488" y="339"/>
                  <a:pt x="481" y="339"/>
                </a:cubicBezTo>
                <a:lnTo>
                  <a:pt x="481" y="332"/>
                </a:lnTo>
                <a:close/>
                <a:moveTo>
                  <a:pt x="290" y="177"/>
                </a:moveTo>
                <a:lnTo>
                  <a:pt x="290" y="177"/>
                </a:lnTo>
                <a:cubicBezTo>
                  <a:pt x="290" y="177"/>
                  <a:pt x="290" y="177"/>
                  <a:pt x="290" y="184"/>
                </a:cubicBezTo>
                <a:cubicBezTo>
                  <a:pt x="290" y="184"/>
                  <a:pt x="290" y="184"/>
                  <a:pt x="283" y="184"/>
                </a:cubicBezTo>
                <a:cubicBezTo>
                  <a:pt x="283" y="184"/>
                  <a:pt x="283" y="184"/>
                  <a:pt x="283" y="177"/>
                </a:cubicBezTo>
                <a:lnTo>
                  <a:pt x="290" y="177"/>
                </a:lnTo>
                <a:close/>
                <a:moveTo>
                  <a:pt x="297" y="184"/>
                </a:moveTo>
                <a:lnTo>
                  <a:pt x="297" y="184"/>
                </a:lnTo>
                <a:cubicBezTo>
                  <a:pt x="297" y="191"/>
                  <a:pt x="297" y="184"/>
                  <a:pt x="297" y="191"/>
                </a:cubicBezTo>
                <a:lnTo>
                  <a:pt x="290" y="191"/>
                </a:lnTo>
                <a:cubicBezTo>
                  <a:pt x="290" y="184"/>
                  <a:pt x="290" y="184"/>
                  <a:pt x="297" y="184"/>
                </a:cubicBezTo>
                <a:close/>
                <a:moveTo>
                  <a:pt x="92" y="254"/>
                </a:moveTo>
                <a:lnTo>
                  <a:pt x="92" y="254"/>
                </a:lnTo>
                <a:close/>
                <a:moveTo>
                  <a:pt x="92" y="254"/>
                </a:moveTo>
                <a:lnTo>
                  <a:pt x="92" y="254"/>
                </a:lnTo>
                <a:close/>
                <a:moveTo>
                  <a:pt x="78" y="269"/>
                </a:moveTo>
                <a:lnTo>
                  <a:pt x="78" y="269"/>
                </a:lnTo>
                <a:close/>
                <a:moveTo>
                  <a:pt x="78" y="276"/>
                </a:moveTo>
                <a:lnTo>
                  <a:pt x="78" y="276"/>
                </a:lnTo>
                <a:cubicBezTo>
                  <a:pt x="78" y="269"/>
                  <a:pt x="78" y="269"/>
                  <a:pt x="78" y="269"/>
                </a:cubicBezTo>
                <a:cubicBezTo>
                  <a:pt x="78" y="269"/>
                  <a:pt x="78" y="269"/>
                  <a:pt x="78" y="276"/>
                </a:cubicBezTo>
                <a:close/>
                <a:moveTo>
                  <a:pt x="78" y="269"/>
                </a:moveTo>
                <a:lnTo>
                  <a:pt x="78" y="269"/>
                </a:lnTo>
                <a:close/>
                <a:moveTo>
                  <a:pt x="78" y="269"/>
                </a:moveTo>
                <a:lnTo>
                  <a:pt x="78" y="26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61" name="Freeform 122">
            <a:extLst>
              <a:ext uri="{FF2B5EF4-FFF2-40B4-BE49-F238E27FC236}">
                <a16:creationId xmlns:a16="http://schemas.microsoft.com/office/drawing/2014/main" id="{18274371-7D87-64E4-D4CE-824F82AC100F}"/>
              </a:ext>
            </a:extLst>
          </p:cNvPr>
          <p:cNvSpPr>
            <a:spLocks noChangeArrowheads="1"/>
          </p:cNvSpPr>
          <p:nvPr/>
        </p:nvSpPr>
        <p:spPr bwMode="auto">
          <a:xfrm>
            <a:off x="10133540" y="1004224"/>
            <a:ext cx="553668" cy="553668"/>
          </a:xfrm>
          <a:custGeom>
            <a:avLst/>
            <a:gdLst>
              <a:gd name="T0" fmla="*/ 2147483646 w 609"/>
              <a:gd name="T1" fmla="*/ 2147483646 h 609"/>
              <a:gd name="T2" fmla="*/ 2147483646 w 609"/>
              <a:gd name="T3" fmla="*/ 2147483646 h 609"/>
              <a:gd name="T4" fmla="*/ 0 w 609"/>
              <a:gd name="T5" fmla="*/ 2147483646 h 609"/>
              <a:gd name="T6" fmla="*/ 2147483646 w 609"/>
              <a:gd name="T7" fmla="*/ 0 h 609"/>
              <a:gd name="T8" fmla="*/ 2147483646 w 609"/>
              <a:gd name="T9" fmla="*/ 2147483646 h 609"/>
              <a:gd name="T10" fmla="*/ 2147483646 w 609"/>
              <a:gd name="T11" fmla="*/ 2147483646 h 609"/>
              <a:gd name="T12" fmla="*/ 2147483646 w 609"/>
              <a:gd name="T13" fmla="*/ 2147483646 h 609"/>
              <a:gd name="T14" fmla="*/ 2147483646 w 609"/>
              <a:gd name="T15" fmla="*/ 2147483646 h 609"/>
              <a:gd name="T16" fmla="*/ 2147483646 w 609"/>
              <a:gd name="T17" fmla="*/ 2147483646 h 609"/>
              <a:gd name="T18" fmla="*/ 2147483646 w 609"/>
              <a:gd name="T19" fmla="*/ 2147483646 h 609"/>
              <a:gd name="T20" fmla="*/ 2147483646 w 609"/>
              <a:gd name="T21" fmla="*/ 2147483646 h 609"/>
              <a:gd name="T22" fmla="*/ 2147483646 w 609"/>
              <a:gd name="T23" fmla="*/ 2147483646 h 609"/>
              <a:gd name="T24" fmla="*/ 2147483646 w 609"/>
              <a:gd name="T25" fmla="*/ 2147483646 h 609"/>
              <a:gd name="T26" fmla="*/ 2147483646 w 609"/>
              <a:gd name="T27" fmla="*/ 2147483646 h 609"/>
              <a:gd name="T28" fmla="*/ 2147483646 w 609"/>
              <a:gd name="T29" fmla="*/ 2147483646 h 609"/>
              <a:gd name="T30" fmla="*/ 2147483646 w 609"/>
              <a:gd name="T31" fmla="*/ 2147483646 h 609"/>
              <a:gd name="T32" fmla="*/ 2147483646 w 609"/>
              <a:gd name="T33" fmla="*/ 2147483646 h 609"/>
              <a:gd name="T34" fmla="*/ 2147483646 w 609"/>
              <a:gd name="T35" fmla="*/ 2147483646 h 609"/>
              <a:gd name="T36" fmla="*/ 2147483646 w 609"/>
              <a:gd name="T37" fmla="*/ 2147483646 h 609"/>
              <a:gd name="T38" fmla="*/ 2147483646 w 609"/>
              <a:gd name="T39" fmla="*/ 2147483646 h 609"/>
              <a:gd name="T40" fmla="*/ 2147483646 w 609"/>
              <a:gd name="T41" fmla="*/ 2147483646 h 609"/>
              <a:gd name="T42" fmla="*/ 2147483646 w 609"/>
              <a:gd name="T43" fmla="*/ 2147483646 h 609"/>
              <a:gd name="T44" fmla="*/ 2147483646 w 609"/>
              <a:gd name="T45" fmla="*/ 2147483646 h 609"/>
              <a:gd name="T46" fmla="*/ 2147483646 w 609"/>
              <a:gd name="T47" fmla="*/ 2147483646 h 609"/>
              <a:gd name="T48" fmla="*/ 2147483646 w 609"/>
              <a:gd name="T49" fmla="*/ 2147483646 h 60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09" h="609">
                <a:moveTo>
                  <a:pt x="304" y="608"/>
                </a:moveTo>
                <a:lnTo>
                  <a:pt x="304" y="608"/>
                </a:lnTo>
                <a:cubicBezTo>
                  <a:pt x="134" y="608"/>
                  <a:pt x="0" y="474"/>
                  <a:pt x="0" y="304"/>
                </a:cubicBezTo>
                <a:cubicBezTo>
                  <a:pt x="0" y="134"/>
                  <a:pt x="134" y="0"/>
                  <a:pt x="304" y="0"/>
                </a:cubicBezTo>
                <a:cubicBezTo>
                  <a:pt x="473" y="0"/>
                  <a:pt x="608" y="134"/>
                  <a:pt x="608" y="304"/>
                </a:cubicBezTo>
                <a:cubicBezTo>
                  <a:pt x="608" y="474"/>
                  <a:pt x="473" y="608"/>
                  <a:pt x="304" y="608"/>
                </a:cubicBezTo>
                <a:close/>
                <a:moveTo>
                  <a:pt x="304" y="57"/>
                </a:moveTo>
                <a:lnTo>
                  <a:pt x="304" y="57"/>
                </a:lnTo>
                <a:cubicBezTo>
                  <a:pt x="169" y="57"/>
                  <a:pt x="56" y="170"/>
                  <a:pt x="56" y="304"/>
                </a:cubicBezTo>
                <a:cubicBezTo>
                  <a:pt x="56" y="438"/>
                  <a:pt x="169" y="551"/>
                  <a:pt x="304" y="551"/>
                </a:cubicBezTo>
                <a:cubicBezTo>
                  <a:pt x="438" y="551"/>
                  <a:pt x="551" y="438"/>
                  <a:pt x="551" y="304"/>
                </a:cubicBezTo>
                <a:cubicBezTo>
                  <a:pt x="551" y="170"/>
                  <a:pt x="438" y="57"/>
                  <a:pt x="304" y="57"/>
                </a:cubicBezTo>
                <a:close/>
                <a:moveTo>
                  <a:pt x="240" y="361"/>
                </a:moveTo>
                <a:lnTo>
                  <a:pt x="240" y="361"/>
                </a:lnTo>
                <a:cubicBezTo>
                  <a:pt x="155" y="156"/>
                  <a:pt x="155" y="156"/>
                  <a:pt x="155" y="156"/>
                </a:cubicBezTo>
                <a:cubicBezTo>
                  <a:pt x="367" y="240"/>
                  <a:pt x="367" y="240"/>
                  <a:pt x="367" y="240"/>
                </a:cubicBezTo>
                <a:cubicBezTo>
                  <a:pt x="452" y="452"/>
                  <a:pt x="452" y="452"/>
                  <a:pt x="452" y="452"/>
                </a:cubicBezTo>
                <a:lnTo>
                  <a:pt x="240" y="361"/>
                </a:lnTo>
                <a:close/>
                <a:moveTo>
                  <a:pt x="304" y="276"/>
                </a:moveTo>
                <a:lnTo>
                  <a:pt x="304" y="276"/>
                </a:lnTo>
                <a:cubicBezTo>
                  <a:pt x="290" y="276"/>
                  <a:pt x="276" y="290"/>
                  <a:pt x="276" y="304"/>
                </a:cubicBezTo>
                <a:cubicBezTo>
                  <a:pt x="276" y="318"/>
                  <a:pt x="290" y="332"/>
                  <a:pt x="304" y="332"/>
                </a:cubicBezTo>
                <a:cubicBezTo>
                  <a:pt x="318" y="332"/>
                  <a:pt x="332" y="318"/>
                  <a:pt x="332" y="304"/>
                </a:cubicBezTo>
                <a:cubicBezTo>
                  <a:pt x="332" y="290"/>
                  <a:pt x="318" y="276"/>
                  <a:pt x="304" y="276"/>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62" name="Freeform 123">
            <a:extLst>
              <a:ext uri="{FF2B5EF4-FFF2-40B4-BE49-F238E27FC236}">
                <a16:creationId xmlns:a16="http://schemas.microsoft.com/office/drawing/2014/main" id="{081EF760-1A6F-D4E8-594A-24BB18EA6320}"/>
              </a:ext>
            </a:extLst>
          </p:cNvPr>
          <p:cNvSpPr>
            <a:spLocks noChangeArrowheads="1"/>
          </p:cNvSpPr>
          <p:nvPr/>
        </p:nvSpPr>
        <p:spPr bwMode="auto">
          <a:xfrm>
            <a:off x="9178663" y="1004224"/>
            <a:ext cx="549655" cy="553668"/>
          </a:xfrm>
          <a:custGeom>
            <a:avLst/>
            <a:gdLst>
              <a:gd name="T0" fmla="*/ 2147483646 w 602"/>
              <a:gd name="T1" fmla="*/ 2147483646 h 609"/>
              <a:gd name="T2" fmla="*/ 2147483646 w 602"/>
              <a:gd name="T3" fmla="*/ 2147483646 h 609"/>
              <a:gd name="T4" fmla="*/ 2147483646 w 602"/>
              <a:gd name="T5" fmla="*/ 2147483646 h 609"/>
              <a:gd name="T6" fmla="*/ 2147483646 w 602"/>
              <a:gd name="T7" fmla="*/ 2147483646 h 609"/>
              <a:gd name="T8" fmla="*/ 2147483646 w 602"/>
              <a:gd name="T9" fmla="*/ 2147483646 h 609"/>
              <a:gd name="T10" fmla="*/ 2147483646 w 602"/>
              <a:gd name="T11" fmla="*/ 2147483646 h 609"/>
              <a:gd name="T12" fmla="*/ 2147483646 w 602"/>
              <a:gd name="T13" fmla="*/ 2147483646 h 609"/>
              <a:gd name="T14" fmla="*/ 2147483646 w 602"/>
              <a:gd name="T15" fmla="*/ 2147483646 h 609"/>
              <a:gd name="T16" fmla="*/ 2147483646 w 602"/>
              <a:gd name="T17" fmla="*/ 2147483646 h 609"/>
              <a:gd name="T18" fmla="*/ 2147483646 w 602"/>
              <a:gd name="T19" fmla="*/ 2147483646 h 609"/>
              <a:gd name="T20" fmla="*/ 0 w 602"/>
              <a:gd name="T21" fmla="*/ 2147483646 h 609"/>
              <a:gd name="T22" fmla="*/ 2147483646 w 602"/>
              <a:gd name="T23" fmla="*/ 2147483646 h 609"/>
              <a:gd name="T24" fmla="*/ 2147483646 w 602"/>
              <a:gd name="T25" fmla="*/ 2147483646 h 609"/>
              <a:gd name="T26" fmla="*/ 2147483646 w 602"/>
              <a:gd name="T27" fmla="*/ 2147483646 h 609"/>
              <a:gd name="T28" fmla="*/ 2147483646 w 602"/>
              <a:gd name="T29" fmla="*/ 2147483646 h 609"/>
              <a:gd name="T30" fmla="*/ 2147483646 w 602"/>
              <a:gd name="T31" fmla="*/ 0 h 609"/>
              <a:gd name="T32" fmla="*/ 2147483646 w 602"/>
              <a:gd name="T33" fmla="*/ 2147483646 h 609"/>
              <a:gd name="T34" fmla="*/ 2147483646 w 602"/>
              <a:gd name="T35" fmla="*/ 2147483646 h 609"/>
              <a:gd name="T36" fmla="*/ 2147483646 w 602"/>
              <a:gd name="T37" fmla="*/ 2147483646 h 609"/>
              <a:gd name="T38" fmla="*/ 2147483646 w 602"/>
              <a:gd name="T39" fmla="*/ 2147483646 h 609"/>
              <a:gd name="T40" fmla="*/ 2147483646 w 602"/>
              <a:gd name="T41" fmla="*/ 2147483646 h 609"/>
              <a:gd name="T42" fmla="*/ 2147483646 w 602"/>
              <a:gd name="T43" fmla="*/ 2147483646 h 609"/>
              <a:gd name="T44" fmla="*/ 2147483646 w 602"/>
              <a:gd name="T45" fmla="*/ 2147483646 h 609"/>
              <a:gd name="T46" fmla="*/ 2147483646 w 602"/>
              <a:gd name="T47" fmla="*/ 2147483646 h 609"/>
              <a:gd name="T48" fmla="*/ 2147483646 w 602"/>
              <a:gd name="T49" fmla="*/ 2147483646 h 609"/>
              <a:gd name="T50" fmla="*/ 2147483646 w 602"/>
              <a:gd name="T51" fmla="*/ 2147483646 h 609"/>
              <a:gd name="T52" fmla="*/ 2147483646 w 602"/>
              <a:gd name="T53" fmla="*/ 2147483646 h 609"/>
              <a:gd name="T54" fmla="*/ 2147483646 w 602"/>
              <a:gd name="T55" fmla="*/ 2147483646 h 609"/>
              <a:gd name="T56" fmla="*/ 2147483646 w 602"/>
              <a:gd name="T57" fmla="*/ 2147483646 h 609"/>
              <a:gd name="T58" fmla="*/ 2147483646 w 602"/>
              <a:gd name="T59" fmla="*/ 2147483646 h 609"/>
              <a:gd name="T60" fmla="*/ 2147483646 w 602"/>
              <a:gd name="T61" fmla="*/ 2147483646 h 609"/>
              <a:gd name="T62" fmla="*/ 2147483646 w 602"/>
              <a:gd name="T63" fmla="*/ 2147483646 h 609"/>
              <a:gd name="T64" fmla="*/ 2147483646 w 602"/>
              <a:gd name="T65" fmla="*/ 2147483646 h 609"/>
              <a:gd name="T66" fmla="*/ 2147483646 w 602"/>
              <a:gd name="T67" fmla="*/ 2147483646 h 609"/>
              <a:gd name="T68" fmla="*/ 2147483646 w 602"/>
              <a:gd name="T69" fmla="*/ 2147483646 h 609"/>
              <a:gd name="T70" fmla="*/ 2147483646 w 602"/>
              <a:gd name="T71" fmla="*/ 2147483646 h 609"/>
              <a:gd name="T72" fmla="*/ 2147483646 w 602"/>
              <a:gd name="T73" fmla="*/ 2147483646 h 609"/>
              <a:gd name="T74" fmla="*/ 2147483646 w 602"/>
              <a:gd name="T75" fmla="*/ 2147483646 h 609"/>
              <a:gd name="T76" fmla="*/ 2147483646 w 602"/>
              <a:gd name="T77" fmla="*/ 2147483646 h 609"/>
              <a:gd name="T78" fmla="*/ 2147483646 w 602"/>
              <a:gd name="T79" fmla="*/ 2147483646 h 609"/>
              <a:gd name="T80" fmla="*/ 2147483646 w 602"/>
              <a:gd name="T81" fmla="*/ 2147483646 h 609"/>
              <a:gd name="T82" fmla="*/ 2147483646 w 602"/>
              <a:gd name="T83" fmla="*/ 2147483646 h 609"/>
              <a:gd name="T84" fmla="*/ 2147483646 w 602"/>
              <a:gd name="T85" fmla="*/ 2147483646 h 609"/>
              <a:gd name="T86" fmla="*/ 2147483646 w 602"/>
              <a:gd name="T87" fmla="*/ 2147483646 h 609"/>
              <a:gd name="T88" fmla="*/ 2147483646 w 602"/>
              <a:gd name="T89" fmla="*/ 2147483646 h 609"/>
              <a:gd name="T90" fmla="*/ 2147483646 w 602"/>
              <a:gd name="T91" fmla="*/ 2147483646 h 609"/>
              <a:gd name="T92" fmla="*/ 2147483646 w 602"/>
              <a:gd name="T93" fmla="*/ 2147483646 h 609"/>
              <a:gd name="T94" fmla="*/ 2147483646 w 602"/>
              <a:gd name="T95" fmla="*/ 2147483646 h 609"/>
              <a:gd name="T96" fmla="*/ 2147483646 w 602"/>
              <a:gd name="T97" fmla="*/ 2147483646 h 609"/>
              <a:gd name="T98" fmla="*/ 2147483646 w 602"/>
              <a:gd name="T99" fmla="*/ 214748364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02" h="609">
                <a:moveTo>
                  <a:pt x="572" y="332"/>
                </a:moveTo>
                <a:lnTo>
                  <a:pt x="572" y="332"/>
                </a:lnTo>
                <a:cubicBezTo>
                  <a:pt x="544" y="332"/>
                  <a:pt x="544" y="332"/>
                  <a:pt x="544" y="332"/>
                </a:cubicBezTo>
                <a:cubicBezTo>
                  <a:pt x="530" y="445"/>
                  <a:pt x="445" y="537"/>
                  <a:pt x="332" y="544"/>
                </a:cubicBezTo>
                <a:cubicBezTo>
                  <a:pt x="332" y="580"/>
                  <a:pt x="332" y="580"/>
                  <a:pt x="332" y="580"/>
                </a:cubicBezTo>
                <a:cubicBezTo>
                  <a:pt x="332" y="594"/>
                  <a:pt x="318" y="608"/>
                  <a:pt x="304" y="608"/>
                </a:cubicBezTo>
                <a:cubicBezTo>
                  <a:pt x="283" y="608"/>
                  <a:pt x="276" y="594"/>
                  <a:pt x="276" y="580"/>
                </a:cubicBezTo>
                <a:cubicBezTo>
                  <a:pt x="276" y="544"/>
                  <a:pt x="276" y="544"/>
                  <a:pt x="276" y="544"/>
                </a:cubicBezTo>
                <a:cubicBezTo>
                  <a:pt x="162" y="537"/>
                  <a:pt x="71" y="445"/>
                  <a:pt x="56" y="332"/>
                </a:cubicBezTo>
                <a:cubicBezTo>
                  <a:pt x="28" y="332"/>
                  <a:pt x="28" y="332"/>
                  <a:pt x="28" y="332"/>
                </a:cubicBezTo>
                <a:cubicBezTo>
                  <a:pt x="14" y="332"/>
                  <a:pt x="0" y="318"/>
                  <a:pt x="0" y="304"/>
                </a:cubicBezTo>
                <a:cubicBezTo>
                  <a:pt x="0" y="290"/>
                  <a:pt x="14" y="276"/>
                  <a:pt x="28" y="276"/>
                </a:cubicBezTo>
                <a:cubicBezTo>
                  <a:pt x="56" y="276"/>
                  <a:pt x="56" y="276"/>
                  <a:pt x="56" y="276"/>
                </a:cubicBezTo>
                <a:cubicBezTo>
                  <a:pt x="71" y="163"/>
                  <a:pt x="162" y="71"/>
                  <a:pt x="276" y="64"/>
                </a:cubicBezTo>
                <a:cubicBezTo>
                  <a:pt x="276" y="28"/>
                  <a:pt x="276" y="28"/>
                  <a:pt x="276" y="28"/>
                </a:cubicBezTo>
                <a:cubicBezTo>
                  <a:pt x="276" y="14"/>
                  <a:pt x="283" y="0"/>
                  <a:pt x="304" y="0"/>
                </a:cubicBezTo>
                <a:cubicBezTo>
                  <a:pt x="318" y="0"/>
                  <a:pt x="332" y="14"/>
                  <a:pt x="332" y="28"/>
                </a:cubicBezTo>
                <a:cubicBezTo>
                  <a:pt x="332" y="64"/>
                  <a:pt x="332" y="64"/>
                  <a:pt x="332" y="64"/>
                </a:cubicBezTo>
                <a:cubicBezTo>
                  <a:pt x="445" y="71"/>
                  <a:pt x="530" y="163"/>
                  <a:pt x="544" y="276"/>
                </a:cubicBezTo>
                <a:cubicBezTo>
                  <a:pt x="572" y="276"/>
                  <a:pt x="572" y="276"/>
                  <a:pt x="572" y="276"/>
                </a:cubicBezTo>
                <a:cubicBezTo>
                  <a:pt x="594" y="276"/>
                  <a:pt x="601" y="290"/>
                  <a:pt x="601" y="304"/>
                </a:cubicBezTo>
                <a:cubicBezTo>
                  <a:pt x="601" y="318"/>
                  <a:pt x="594" y="332"/>
                  <a:pt x="572" y="332"/>
                </a:cubicBezTo>
                <a:close/>
                <a:moveTo>
                  <a:pt x="431" y="276"/>
                </a:moveTo>
                <a:lnTo>
                  <a:pt x="431" y="276"/>
                </a:lnTo>
                <a:cubicBezTo>
                  <a:pt x="487" y="276"/>
                  <a:pt x="487" y="276"/>
                  <a:pt x="487" y="276"/>
                </a:cubicBezTo>
                <a:cubicBezTo>
                  <a:pt x="473" y="191"/>
                  <a:pt x="410" y="127"/>
                  <a:pt x="332" y="120"/>
                </a:cubicBezTo>
                <a:cubicBezTo>
                  <a:pt x="332" y="170"/>
                  <a:pt x="332" y="170"/>
                  <a:pt x="332" y="170"/>
                </a:cubicBezTo>
                <a:cubicBezTo>
                  <a:pt x="332" y="191"/>
                  <a:pt x="318" y="198"/>
                  <a:pt x="304" y="198"/>
                </a:cubicBezTo>
                <a:cubicBezTo>
                  <a:pt x="283" y="198"/>
                  <a:pt x="276" y="191"/>
                  <a:pt x="276" y="170"/>
                </a:cubicBezTo>
                <a:cubicBezTo>
                  <a:pt x="276" y="120"/>
                  <a:pt x="276" y="120"/>
                  <a:pt x="276" y="120"/>
                </a:cubicBezTo>
                <a:cubicBezTo>
                  <a:pt x="191" y="127"/>
                  <a:pt x="127" y="191"/>
                  <a:pt x="113" y="276"/>
                </a:cubicBezTo>
                <a:cubicBezTo>
                  <a:pt x="169" y="276"/>
                  <a:pt x="169" y="276"/>
                  <a:pt x="169" y="276"/>
                </a:cubicBezTo>
                <a:cubicBezTo>
                  <a:pt x="184" y="276"/>
                  <a:pt x="198" y="290"/>
                  <a:pt x="198" y="304"/>
                </a:cubicBezTo>
                <a:cubicBezTo>
                  <a:pt x="198" y="318"/>
                  <a:pt x="184" y="332"/>
                  <a:pt x="169" y="332"/>
                </a:cubicBezTo>
                <a:cubicBezTo>
                  <a:pt x="113" y="332"/>
                  <a:pt x="113" y="332"/>
                  <a:pt x="113" y="332"/>
                </a:cubicBezTo>
                <a:cubicBezTo>
                  <a:pt x="127" y="417"/>
                  <a:pt x="191" y="481"/>
                  <a:pt x="276" y="488"/>
                </a:cubicBezTo>
                <a:cubicBezTo>
                  <a:pt x="276" y="438"/>
                  <a:pt x="276" y="438"/>
                  <a:pt x="276" y="438"/>
                </a:cubicBezTo>
                <a:cubicBezTo>
                  <a:pt x="276" y="417"/>
                  <a:pt x="283" y="410"/>
                  <a:pt x="304" y="410"/>
                </a:cubicBezTo>
                <a:cubicBezTo>
                  <a:pt x="318" y="410"/>
                  <a:pt x="332" y="417"/>
                  <a:pt x="332" y="438"/>
                </a:cubicBezTo>
                <a:cubicBezTo>
                  <a:pt x="332" y="488"/>
                  <a:pt x="332" y="488"/>
                  <a:pt x="332" y="488"/>
                </a:cubicBezTo>
                <a:cubicBezTo>
                  <a:pt x="410" y="481"/>
                  <a:pt x="473" y="417"/>
                  <a:pt x="487" y="332"/>
                </a:cubicBezTo>
                <a:cubicBezTo>
                  <a:pt x="431" y="332"/>
                  <a:pt x="431" y="332"/>
                  <a:pt x="431" y="332"/>
                </a:cubicBezTo>
                <a:cubicBezTo>
                  <a:pt x="417" y="332"/>
                  <a:pt x="403" y="318"/>
                  <a:pt x="403" y="304"/>
                </a:cubicBezTo>
                <a:cubicBezTo>
                  <a:pt x="403" y="290"/>
                  <a:pt x="417" y="276"/>
                  <a:pt x="431" y="276"/>
                </a:cubicBezTo>
                <a:close/>
                <a:moveTo>
                  <a:pt x="304" y="332"/>
                </a:moveTo>
                <a:lnTo>
                  <a:pt x="304" y="332"/>
                </a:lnTo>
                <a:cubicBezTo>
                  <a:pt x="283" y="332"/>
                  <a:pt x="276" y="318"/>
                  <a:pt x="276" y="304"/>
                </a:cubicBezTo>
                <a:cubicBezTo>
                  <a:pt x="276" y="290"/>
                  <a:pt x="283" y="276"/>
                  <a:pt x="304" y="276"/>
                </a:cubicBezTo>
                <a:cubicBezTo>
                  <a:pt x="318" y="276"/>
                  <a:pt x="332" y="290"/>
                  <a:pt x="332" y="304"/>
                </a:cubicBezTo>
                <a:cubicBezTo>
                  <a:pt x="332" y="318"/>
                  <a:pt x="318" y="332"/>
                  <a:pt x="304" y="33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63" name="Freeform 124">
            <a:extLst>
              <a:ext uri="{FF2B5EF4-FFF2-40B4-BE49-F238E27FC236}">
                <a16:creationId xmlns:a16="http://schemas.microsoft.com/office/drawing/2014/main" id="{2FA0B2A8-7181-34B2-8A70-21EE665D5EDC}"/>
              </a:ext>
            </a:extLst>
          </p:cNvPr>
          <p:cNvSpPr>
            <a:spLocks noChangeArrowheads="1"/>
          </p:cNvSpPr>
          <p:nvPr/>
        </p:nvSpPr>
        <p:spPr bwMode="auto">
          <a:xfrm>
            <a:off x="8283966" y="1004224"/>
            <a:ext cx="413246" cy="553668"/>
          </a:xfrm>
          <a:custGeom>
            <a:avLst/>
            <a:gdLst>
              <a:gd name="T0" fmla="*/ 2147483646 w 454"/>
              <a:gd name="T1" fmla="*/ 2147483646 h 609"/>
              <a:gd name="T2" fmla="*/ 2147483646 w 454"/>
              <a:gd name="T3" fmla="*/ 2147483646 h 609"/>
              <a:gd name="T4" fmla="*/ 0 w 454"/>
              <a:gd name="T5" fmla="*/ 2147483646 h 609"/>
              <a:gd name="T6" fmla="*/ 2147483646 w 454"/>
              <a:gd name="T7" fmla="*/ 0 h 609"/>
              <a:gd name="T8" fmla="*/ 2147483646 w 454"/>
              <a:gd name="T9" fmla="*/ 2147483646 h 609"/>
              <a:gd name="T10" fmla="*/ 2147483646 w 454"/>
              <a:gd name="T11" fmla="*/ 2147483646 h 609"/>
              <a:gd name="T12" fmla="*/ 2147483646 w 454"/>
              <a:gd name="T13" fmla="*/ 2147483646 h 609"/>
              <a:gd name="T14" fmla="*/ 2147483646 w 454"/>
              <a:gd name="T15" fmla="*/ 2147483646 h 609"/>
              <a:gd name="T16" fmla="*/ 2147483646 w 454"/>
              <a:gd name="T17" fmla="*/ 2147483646 h 609"/>
              <a:gd name="T18" fmla="*/ 2147483646 w 454"/>
              <a:gd name="T19" fmla="*/ 2147483646 h 609"/>
              <a:gd name="T20" fmla="*/ 2147483646 w 454"/>
              <a:gd name="T21" fmla="*/ 2147483646 h 609"/>
              <a:gd name="T22" fmla="*/ 2147483646 w 454"/>
              <a:gd name="T23" fmla="*/ 2147483646 h 609"/>
              <a:gd name="T24" fmla="*/ 2147483646 w 454"/>
              <a:gd name="T25" fmla="*/ 2147483646 h 609"/>
              <a:gd name="T26" fmla="*/ 2147483646 w 454"/>
              <a:gd name="T27" fmla="*/ 2147483646 h 609"/>
              <a:gd name="T28" fmla="*/ 2147483646 w 454"/>
              <a:gd name="T29" fmla="*/ 2147483646 h 609"/>
              <a:gd name="T30" fmla="*/ 2147483646 w 454"/>
              <a:gd name="T31" fmla="*/ 2147483646 h 609"/>
              <a:gd name="T32" fmla="*/ 2147483646 w 454"/>
              <a:gd name="T33" fmla="*/ 2147483646 h 609"/>
              <a:gd name="T34" fmla="*/ 2147483646 w 454"/>
              <a:gd name="T35" fmla="*/ 2147483646 h 609"/>
              <a:gd name="T36" fmla="*/ 2147483646 w 454"/>
              <a:gd name="T37" fmla="*/ 2147483646 h 609"/>
              <a:gd name="T38" fmla="*/ 2147483646 w 454"/>
              <a:gd name="T39" fmla="*/ 2147483646 h 60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454" h="609">
                <a:moveTo>
                  <a:pt x="227" y="608"/>
                </a:moveTo>
                <a:lnTo>
                  <a:pt x="227" y="608"/>
                </a:lnTo>
                <a:cubicBezTo>
                  <a:pt x="227" y="608"/>
                  <a:pt x="0" y="354"/>
                  <a:pt x="0" y="226"/>
                </a:cubicBezTo>
                <a:cubicBezTo>
                  <a:pt x="0" y="106"/>
                  <a:pt x="106" y="0"/>
                  <a:pt x="227" y="0"/>
                </a:cubicBezTo>
                <a:cubicBezTo>
                  <a:pt x="354" y="0"/>
                  <a:pt x="453" y="106"/>
                  <a:pt x="453" y="226"/>
                </a:cubicBezTo>
                <a:cubicBezTo>
                  <a:pt x="453" y="354"/>
                  <a:pt x="227" y="608"/>
                  <a:pt x="227" y="608"/>
                </a:cubicBezTo>
                <a:close/>
                <a:moveTo>
                  <a:pt x="227" y="78"/>
                </a:moveTo>
                <a:lnTo>
                  <a:pt x="227" y="78"/>
                </a:lnTo>
                <a:cubicBezTo>
                  <a:pt x="149" y="78"/>
                  <a:pt x="78" y="149"/>
                  <a:pt x="78" y="226"/>
                </a:cubicBezTo>
                <a:cubicBezTo>
                  <a:pt x="78" y="311"/>
                  <a:pt x="149" y="382"/>
                  <a:pt x="227" y="382"/>
                </a:cubicBezTo>
                <a:cubicBezTo>
                  <a:pt x="311" y="382"/>
                  <a:pt x="382" y="311"/>
                  <a:pt x="382" y="226"/>
                </a:cubicBezTo>
                <a:cubicBezTo>
                  <a:pt x="382" y="149"/>
                  <a:pt x="311" y="78"/>
                  <a:pt x="227" y="78"/>
                </a:cubicBezTo>
                <a:close/>
                <a:moveTo>
                  <a:pt x="304" y="254"/>
                </a:moveTo>
                <a:lnTo>
                  <a:pt x="304" y="254"/>
                </a:lnTo>
                <a:cubicBezTo>
                  <a:pt x="156" y="254"/>
                  <a:pt x="156" y="254"/>
                  <a:pt x="156" y="254"/>
                </a:cubicBezTo>
                <a:cubicBezTo>
                  <a:pt x="135" y="254"/>
                  <a:pt x="128" y="247"/>
                  <a:pt x="128" y="226"/>
                </a:cubicBezTo>
                <a:cubicBezTo>
                  <a:pt x="128" y="212"/>
                  <a:pt x="135" y="198"/>
                  <a:pt x="156" y="198"/>
                </a:cubicBezTo>
                <a:cubicBezTo>
                  <a:pt x="304" y="198"/>
                  <a:pt x="304" y="198"/>
                  <a:pt x="304" y="198"/>
                </a:cubicBezTo>
                <a:cubicBezTo>
                  <a:pt x="319" y="198"/>
                  <a:pt x="333" y="212"/>
                  <a:pt x="333" y="226"/>
                </a:cubicBezTo>
                <a:cubicBezTo>
                  <a:pt x="333" y="247"/>
                  <a:pt x="319" y="254"/>
                  <a:pt x="304" y="25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64" name="Freeform 125">
            <a:extLst>
              <a:ext uri="{FF2B5EF4-FFF2-40B4-BE49-F238E27FC236}">
                <a16:creationId xmlns:a16="http://schemas.microsoft.com/office/drawing/2014/main" id="{26DEC425-A90D-7365-9E00-7513B6755FD2}"/>
              </a:ext>
            </a:extLst>
          </p:cNvPr>
          <p:cNvSpPr>
            <a:spLocks noChangeArrowheads="1"/>
          </p:cNvSpPr>
          <p:nvPr/>
        </p:nvSpPr>
        <p:spPr bwMode="auto">
          <a:xfrm>
            <a:off x="7325078" y="1004224"/>
            <a:ext cx="413244" cy="553668"/>
          </a:xfrm>
          <a:custGeom>
            <a:avLst/>
            <a:gdLst>
              <a:gd name="T0" fmla="*/ 2147483646 w 454"/>
              <a:gd name="T1" fmla="*/ 2147483646 h 609"/>
              <a:gd name="T2" fmla="*/ 2147483646 w 454"/>
              <a:gd name="T3" fmla="*/ 2147483646 h 609"/>
              <a:gd name="T4" fmla="*/ 0 w 454"/>
              <a:gd name="T5" fmla="*/ 2147483646 h 609"/>
              <a:gd name="T6" fmla="*/ 2147483646 w 454"/>
              <a:gd name="T7" fmla="*/ 0 h 609"/>
              <a:gd name="T8" fmla="*/ 2147483646 w 454"/>
              <a:gd name="T9" fmla="*/ 2147483646 h 609"/>
              <a:gd name="T10" fmla="*/ 2147483646 w 454"/>
              <a:gd name="T11" fmla="*/ 2147483646 h 609"/>
              <a:gd name="T12" fmla="*/ 2147483646 w 454"/>
              <a:gd name="T13" fmla="*/ 2147483646 h 609"/>
              <a:gd name="T14" fmla="*/ 2147483646 w 454"/>
              <a:gd name="T15" fmla="*/ 2147483646 h 609"/>
              <a:gd name="T16" fmla="*/ 2147483646 w 454"/>
              <a:gd name="T17" fmla="*/ 2147483646 h 609"/>
              <a:gd name="T18" fmla="*/ 2147483646 w 454"/>
              <a:gd name="T19" fmla="*/ 2147483646 h 609"/>
              <a:gd name="T20" fmla="*/ 2147483646 w 454"/>
              <a:gd name="T21" fmla="*/ 2147483646 h 609"/>
              <a:gd name="T22" fmla="*/ 2147483646 w 454"/>
              <a:gd name="T23" fmla="*/ 2147483646 h 609"/>
              <a:gd name="T24" fmla="*/ 2147483646 w 454"/>
              <a:gd name="T25" fmla="*/ 2147483646 h 609"/>
              <a:gd name="T26" fmla="*/ 2147483646 w 454"/>
              <a:gd name="T27" fmla="*/ 2147483646 h 609"/>
              <a:gd name="T28" fmla="*/ 2147483646 w 454"/>
              <a:gd name="T29" fmla="*/ 2147483646 h 609"/>
              <a:gd name="T30" fmla="*/ 2147483646 w 454"/>
              <a:gd name="T31" fmla="*/ 2147483646 h 609"/>
              <a:gd name="T32" fmla="*/ 2147483646 w 454"/>
              <a:gd name="T33" fmla="*/ 2147483646 h 609"/>
              <a:gd name="T34" fmla="*/ 2147483646 w 454"/>
              <a:gd name="T35" fmla="*/ 2147483646 h 609"/>
              <a:gd name="T36" fmla="*/ 2147483646 w 454"/>
              <a:gd name="T37" fmla="*/ 2147483646 h 609"/>
              <a:gd name="T38" fmla="*/ 2147483646 w 454"/>
              <a:gd name="T39" fmla="*/ 2147483646 h 609"/>
              <a:gd name="T40" fmla="*/ 2147483646 w 454"/>
              <a:gd name="T41" fmla="*/ 2147483646 h 609"/>
              <a:gd name="T42" fmla="*/ 2147483646 w 454"/>
              <a:gd name="T43" fmla="*/ 2147483646 h 609"/>
              <a:gd name="T44" fmla="*/ 2147483646 w 454"/>
              <a:gd name="T45" fmla="*/ 2147483646 h 609"/>
              <a:gd name="T46" fmla="*/ 2147483646 w 454"/>
              <a:gd name="T47" fmla="*/ 2147483646 h 609"/>
              <a:gd name="T48" fmla="*/ 2147483646 w 454"/>
              <a:gd name="T49" fmla="*/ 2147483646 h 609"/>
              <a:gd name="T50" fmla="*/ 2147483646 w 454"/>
              <a:gd name="T51" fmla="*/ 2147483646 h 609"/>
              <a:gd name="T52" fmla="*/ 2147483646 w 454"/>
              <a:gd name="T53" fmla="*/ 2147483646 h 609"/>
              <a:gd name="T54" fmla="*/ 2147483646 w 454"/>
              <a:gd name="T55" fmla="*/ 2147483646 h 609"/>
              <a:gd name="T56" fmla="*/ 2147483646 w 454"/>
              <a:gd name="T57" fmla="*/ 2147483646 h 609"/>
              <a:gd name="T58" fmla="*/ 2147483646 w 454"/>
              <a:gd name="T59" fmla="*/ 2147483646 h 60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54" h="609">
                <a:moveTo>
                  <a:pt x="227" y="608"/>
                </a:moveTo>
                <a:lnTo>
                  <a:pt x="227" y="608"/>
                </a:lnTo>
                <a:cubicBezTo>
                  <a:pt x="227" y="608"/>
                  <a:pt x="0" y="354"/>
                  <a:pt x="0" y="226"/>
                </a:cubicBezTo>
                <a:cubicBezTo>
                  <a:pt x="0" y="106"/>
                  <a:pt x="99" y="0"/>
                  <a:pt x="227" y="0"/>
                </a:cubicBezTo>
                <a:cubicBezTo>
                  <a:pt x="354" y="0"/>
                  <a:pt x="453" y="106"/>
                  <a:pt x="453" y="226"/>
                </a:cubicBezTo>
                <a:cubicBezTo>
                  <a:pt x="453" y="354"/>
                  <a:pt x="227" y="608"/>
                  <a:pt x="227" y="608"/>
                </a:cubicBezTo>
                <a:close/>
                <a:moveTo>
                  <a:pt x="227" y="78"/>
                </a:moveTo>
                <a:lnTo>
                  <a:pt x="227" y="78"/>
                </a:lnTo>
                <a:cubicBezTo>
                  <a:pt x="142" y="78"/>
                  <a:pt x="78" y="149"/>
                  <a:pt x="78" y="226"/>
                </a:cubicBezTo>
                <a:cubicBezTo>
                  <a:pt x="78" y="311"/>
                  <a:pt x="142" y="382"/>
                  <a:pt x="227" y="382"/>
                </a:cubicBezTo>
                <a:cubicBezTo>
                  <a:pt x="311" y="382"/>
                  <a:pt x="375" y="311"/>
                  <a:pt x="375" y="226"/>
                </a:cubicBezTo>
                <a:cubicBezTo>
                  <a:pt x="375" y="149"/>
                  <a:pt x="311" y="78"/>
                  <a:pt x="227" y="78"/>
                </a:cubicBezTo>
                <a:close/>
                <a:moveTo>
                  <a:pt x="304" y="254"/>
                </a:moveTo>
                <a:lnTo>
                  <a:pt x="304" y="254"/>
                </a:lnTo>
                <a:cubicBezTo>
                  <a:pt x="255" y="254"/>
                  <a:pt x="255" y="254"/>
                  <a:pt x="255" y="254"/>
                </a:cubicBezTo>
                <a:cubicBezTo>
                  <a:pt x="255" y="304"/>
                  <a:pt x="255" y="304"/>
                  <a:pt x="255" y="304"/>
                </a:cubicBezTo>
                <a:cubicBezTo>
                  <a:pt x="255" y="318"/>
                  <a:pt x="241" y="332"/>
                  <a:pt x="227" y="332"/>
                </a:cubicBezTo>
                <a:cubicBezTo>
                  <a:pt x="213" y="332"/>
                  <a:pt x="198" y="318"/>
                  <a:pt x="198" y="304"/>
                </a:cubicBezTo>
                <a:cubicBezTo>
                  <a:pt x="198" y="254"/>
                  <a:pt x="198" y="254"/>
                  <a:pt x="198" y="254"/>
                </a:cubicBezTo>
                <a:cubicBezTo>
                  <a:pt x="149" y="254"/>
                  <a:pt x="149" y="254"/>
                  <a:pt x="149" y="254"/>
                </a:cubicBezTo>
                <a:cubicBezTo>
                  <a:pt x="135" y="254"/>
                  <a:pt x="120" y="247"/>
                  <a:pt x="120" y="226"/>
                </a:cubicBezTo>
                <a:cubicBezTo>
                  <a:pt x="120" y="212"/>
                  <a:pt x="135" y="198"/>
                  <a:pt x="149" y="198"/>
                </a:cubicBezTo>
                <a:cubicBezTo>
                  <a:pt x="198" y="198"/>
                  <a:pt x="198" y="198"/>
                  <a:pt x="198" y="198"/>
                </a:cubicBezTo>
                <a:cubicBezTo>
                  <a:pt x="198" y="156"/>
                  <a:pt x="198" y="156"/>
                  <a:pt x="198" y="156"/>
                </a:cubicBezTo>
                <a:cubicBezTo>
                  <a:pt x="198" y="134"/>
                  <a:pt x="213" y="127"/>
                  <a:pt x="227" y="127"/>
                </a:cubicBezTo>
                <a:cubicBezTo>
                  <a:pt x="241" y="127"/>
                  <a:pt x="255" y="134"/>
                  <a:pt x="255" y="156"/>
                </a:cubicBezTo>
                <a:cubicBezTo>
                  <a:pt x="255" y="198"/>
                  <a:pt x="255" y="198"/>
                  <a:pt x="255" y="198"/>
                </a:cubicBezTo>
                <a:cubicBezTo>
                  <a:pt x="304" y="198"/>
                  <a:pt x="304" y="198"/>
                  <a:pt x="304" y="198"/>
                </a:cubicBezTo>
                <a:cubicBezTo>
                  <a:pt x="318" y="198"/>
                  <a:pt x="333" y="212"/>
                  <a:pt x="333" y="226"/>
                </a:cubicBezTo>
                <a:cubicBezTo>
                  <a:pt x="333" y="247"/>
                  <a:pt x="318" y="254"/>
                  <a:pt x="304" y="25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65" name="Freeform 126">
            <a:extLst>
              <a:ext uri="{FF2B5EF4-FFF2-40B4-BE49-F238E27FC236}">
                <a16:creationId xmlns:a16="http://schemas.microsoft.com/office/drawing/2014/main" id="{810CD874-2E1A-566E-365E-A571E7484A33}"/>
              </a:ext>
            </a:extLst>
          </p:cNvPr>
          <p:cNvSpPr>
            <a:spLocks noChangeArrowheads="1"/>
          </p:cNvSpPr>
          <p:nvPr/>
        </p:nvSpPr>
        <p:spPr bwMode="auto">
          <a:xfrm>
            <a:off x="6366187" y="1004224"/>
            <a:ext cx="413246" cy="553668"/>
          </a:xfrm>
          <a:custGeom>
            <a:avLst/>
            <a:gdLst>
              <a:gd name="T0" fmla="*/ 2147483646 w 454"/>
              <a:gd name="T1" fmla="*/ 2147483646 h 609"/>
              <a:gd name="T2" fmla="*/ 2147483646 w 454"/>
              <a:gd name="T3" fmla="*/ 2147483646 h 609"/>
              <a:gd name="T4" fmla="*/ 0 w 454"/>
              <a:gd name="T5" fmla="*/ 2147483646 h 609"/>
              <a:gd name="T6" fmla="*/ 2147483646 w 454"/>
              <a:gd name="T7" fmla="*/ 0 h 609"/>
              <a:gd name="T8" fmla="*/ 2147483646 w 454"/>
              <a:gd name="T9" fmla="*/ 2147483646 h 609"/>
              <a:gd name="T10" fmla="*/ 2147483646 w 454"/>
              <a:gd name="T11" fmla="*/ 2147483646 h 609"/>
              <a:gd name="T12" fmla="*/ 2147483646 w 454"/>
              <a:gd name="T13" fmla="*/ 2147483646 h 609"/>
              <a:gd name="T14" fmla="*/ 2147483646 w 454"/>
              <a:gd name="T15" fmla="*/ 2147483646 h 609"/>
              <a:gd name="T16" fmla="*/ 2147483646 w 454"/>
              <a:gd name="T17" fmla="*/ 2147483646 h 609"/>
              <a:gd name="T18" fmla="*/ 2147483646 w 454"/>
              <a:gd name="T19" fmla="*/ 2147483646 h 609"/>
              <a:gd name="T20" fmla="*/ 2147483646 w 454"/>
              <a:gd name="T21" fmla="*/ 2147483646 h 609"/>
              <a:gd name="T22" fmla="*/ 2147483646 w 454"/>
              <a:gd name="T23" fmla="*/ 2147483646 h 609"/>
              <a:gd name="T24" fmla="*/ 2147483646 w 454"/>
              <a:gd name="T25" fmla="*/ 2147483646 h 609"/>
              <a:gd name="T26" fmla="*/ 2147483646 w 454"/>
              <a:gd name="T27" fmla="*/ 2147483646 h 609"/>
              <a:gd name="T28" fmla="*/ 2147483646 w 454"/>
              <a:gd name="T29" fmla="*/ 2147483646 h 609"/>
              <a:gd name="T30" fmla="*/ 2147483646 w 454"/>
              <a:gd name="T31" fmla="*/ 2147483646 h 609"/>
              <a:gd name="T32" fmla="*/ 2147483646 w 454"/>
              <a:gd name="T33" fmla="*/ 2147483646 h 609"/>
              <a:gd name="T34" fmla="*/ 2147483646 w 454"/>
              <a:gd name="T35" fmla="*/ 2147483646 h 60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54" h="609">
                <a:moveTo>
                  <a:pt x="227" y="608"/>
                </a:moveTo>
                <a:lnTo>
                  <a:pt x="227" y="608"/>
                </a:lnTo>
                <a:cubicBezTo>
                  <a:pt x="227" y="608"/>
                  <a:pt x="0" y="354"/>
                  <a:pt x="0" y="226"/>
                </a:cubicBezTo>
                <a:cubicBezTo>
                  <a:pt x="0" y="106"/>
                  <a:pt x="99" y="0"/>
                  <a:pt x="227" y="0"/>
                </a:cubicBezTo>
                <a:cubicBezTo>
                  <a:pt x="347" y="0"/>
                  <a:pt x="453" y="106"/>
                  <a:pt x="453" y="226"/>
                </a:cubicBezTo>
                <a:cubicBezTo>
                  <a:pt x="453" y="354"/>
                  <a:pt x="227" y="608"/>
                  <a:pt x="227" y="608"/>
                </a:cubicBezTo>
                <a:close/>
                <a:moveTo>
                  <a:pt x="227" y="78"/>
                </a:moveTo>
                <a:lnTo>
                  <a:pt x="227" y="78"/>
                </a:lnTo>
                <a:cubicBezTo>
                  <a:pt x="142" y="78"/>
                  <a:pt x="71" y="149"/>
                  <a:pt x="71" y="226"/>
                </a:cubicBezTo>
                <a:cubicBezTo>
                  <a:pt x="71" y="311"/>
                  <a:pt x="142" y="382"/>
                  <a:pt x="227" y="382"/>
                </a:cubicBezTo>
                <a:cubicBezTo>
                  <a:pt x="304" y="382"/>
                  <a:pt x="375" y="311"/>
                  <a:pt x="375" y="226"/>
                </a:cubicBezTo>
                <a:cubicBezTo>
                  <a:pt x="375" y="149"/>
                  <a:pt x="304" y="78"/>
                  <a:pt x="227" y="78"/>
                </a:cubicBezTo>
                <a:close/>
                <a:moveTo>
                  <a:pt x="227" y="304"/>
                </a:moveTo>
                <a:lnTo>
                  <a:pt x="227" y="304"/>
                </a:lnTo>
                <a:cubicBezTo>
                  <a:pt x="184" y="304"/>
                  <a:pt x="149" y="269"/>
                  <a:pt x="149" y="226"/>
                </a:cubicBezTo>
                <a:cubicBezTo>
                  <a:pt x="149" y="184"/>
                  <a:pt x="184" y="156"/>
                  <a:pt x="227" y="156"/>
                </a:cubicBezTo>
                <a:cubicBezTo>
                  <a:pt x="269" y="156"/>
                  <a:pt x="297" y="184"/>
                  <a:pt x="297" y="226"/>
                </a:cubicBezTo>
                <a:cubicBezTo>
                  <a:pt x="297" y="269"/>
                  <a:pt x="269" y="304"/>
                  <a:pt x="227" y="30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66" name="Freeform 127">
            <a:extLst>
              <a:ext uri="{FF2B5EF4-FFF2-40B4-BE49-F238E27FC236}">
                <a16:creationId xmlns:a16="http://schemas.microsoft.com/office/drawing/2014/main" id="{90929860-458D-059A-9655-1B42882127C5}"/>
              </a:ext>
            </a:extLst>
          </p:cNvPr>
          <p:cNvSpPr>
            <a:spLocks noChangeArrowheads="1"/>
          </p:cNvSpPr>
          <p:nvPr/>
        </p:nvSpPr>
        <p:spPr bwMode="auto">
          <a:xfrm>
            <a:off x="5403286" y="1004224"/>
            <a:ext cx="413246" cy="553668"/>
          </a:xfrm>
          <a:custGeom>
            <a:avLst/>
            <a:gdLst>
              <a:gd name="T0" fmla="*/ 2147483646 w 453"/>
              <a:gd name="T1" fmla="*/ 2147483646 h 609"/>
              <a:gd name="T2" fmla="*/ 2147483646 w 453"/>
              <a:gd name="T3" fmla="*/ 2147483646 h 609"/>
              <a:gd name="T4" fmla="*/ 0 w 453"/>
              <a:gd name="T5" fmla="*/ 2147483646 h 609"/>
              <a:gd name="T6" fmla="*/ 2147483646 w 453"/>
              <a:gd name="T7" fmla="*/ 0 h 609"/>
              <a:gd name="T8" fmla="*/ 2147483646 w 453"/>
              <a:gd name="T9" fmla="*/ 2147483646 h 609"/>
              <a:gd name="T10" fmla="*/ 2147483646 w 453"/>
              <a:gd name="T11" fmla="*/ 2147483646 h 609"/>
              <a:gd name="T12" fmla="*/ 2147483646 w 453"/>
              <a:gd name="T13" fmla="*/ 2147483646 h 609"/>
              <a:gd name="T14" fmla="*/ 2147483646 w 453"/>
              <a:gd name="T15" fmla="*/ 2147483646 h 609"/>
              <a:gd name="T16" fmla="*/ 2147483646 w 453"/>
              <a:gd name="T17" fmla="*/ 2147483646 h 609"/>
              <a:gd name="T18" fmla="*/ 2147483646 w 453"/>
              <a:gd name="T19" fmla="*/ 2147483646 h 609"/>
              <a:gd name="T20" fmla="*/ 2147483646 w 453"/>
              <a:gd name="T21" fmla="*/ 2147483646 h 609"/>
              <a:gd name="T22" fmla="*/ 2147483646 w 453"/>
              <a:gd name="T23" fmla="*/ 2147483646 h 60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53" h="609">
                <a:moveTo>
                  <a:pt x="226" y="608"/>
                </a:moveTo>
                <a:lnTo>
                  <a:pt x="226" y="608"/>
                </a:lnTo>
                <a:cubicBezTo>
                  <a:pt x="226" y="608"/>
                  <a:pt x="0" y="354"/>
                  <a:pt x="0" y="226"/>
                </a:cubicBezTo>
                <a:cubicBezTo>
                  <a:pt x="0" y="106"/>
                  <a:pt x="106" y="0"/>
                  <a:pt x="226" y="0"/>
                </a:cubicBezTo>
                <a:cubicBezTo>
                  <a:pt x="354" y="0"/>
                  <a:pt x="452" y="106"/>
                  <a:pt x="452" y="226"/>
                </a:cubicBezTo>
                <a:cubicBezTo>
                  <a:pt x="452" y="354"/>
                  <a:pt x="226" y="608"/>
                  <a:pt x="226" y="608"/>
                </a:cubicBezTo>
                <a:close/>
                <a:moveTo>
                  <a:pt x="226" y="78"/>
                </a:moveTo>
                <a:lnTo>
                  <a:pt x="226" y="78"/>
                </a:lnTo>
                <a:cubicBezTo>
                  <a:pt x="149" y="78"/>
                  <a:pt x="78" y="149"/>
                  <a:pt x="78" y="226"/>
                </a:cubicBezTo>
                <a:cubicBezTo>
                  <a:pt x="78" y="311"/>
                  <a:pt x="149" y="382"/>
                  <a:pt x="226" y="382"/>
                </a:cubicBezTo>
                <a:cubicBezTo>
                  <a:pt x="311" y="382"/>
                  <a:pt x="382" y="311"/>
                  <a:pt x="382" y="226"/>
                </a:cubicBezTo>
                <a:cubicBezTo>
                  <a:pt x="382" y="149"/>
                  <a:pt x="311" y="78"/>
                  <a:pt x="226" y="7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67" name="Freeform 128">
            <a:extLst>
              <a:ext uri="{FF2B5EF4-FFF2-40B4-BE49-F238E27FC236}">
                <a16:creationId xmlns:a16="http://schemas.microsoft.com/office/drawing/2014/main" id="{099937E2-F213-F067-D19F-D1629E159127}"/>
              </a:ext>
            </a:extLst>
          </p:cNvPr>
          <p:cNvSpPr>
            <a:spLocks noChangeArrowheads="1"/>
          </p:cNvSpPr>
          <p:nvPr/>
        </p:nvSpPr>
        <p:spPr bwMode="auto">
          <a:xfrm>
            <a:off x="4376191" y="1080455"/>
            <a:ext cx="553668" cy="477437"/>
          </a:xfrm>
          <a:custGeom>
            <a:avLst/>
            <a:gdLst>
              <a:gd name="T0" fmla="*/ 2147483646 w 609"/>
              <a:gd name="T1" fmla="*/ 2147483646 h 524"/>
              <a:gd name="T2" fmla="*/ 2147483646 w 609"/>
              <a:gd name="T3" fmla="*/ 2147483646 h 524"/>
              <a:gd name="T4" fmla="*/ 2147483646 w 609"/>
              <a:gd name="T5" fmla="*/ 2147483646 h 524"/>
              <a:gd name="T6" fmla="*/ 2147483646 w 609"/>
              <a:gd name="T7" fmla="*/ 2147483646 h 524"/>
              <a:gd name="T8" fmla="*/ 2147483646 w 609"/>
              <a:gd name="T9" fmla="*/ 2147483646 h 524"/>
              <a:gd name="T10" fmla="*/ 2147483646 w 609"/>
              <a:gd name="T11" fmla="*/ 2147483646 h 524"/>
              <a:gd name="T12" fmla="*/ 2147483646 w 609"/>
              <a:gd name="T13" fmla="*/ 2147483646 h 524"/>
              <a:gd name="T14" fmla="*/ 2147483646 w 609"/>
              <a:gd name="T15" fmla="*/ 2147483646 h 524"/>
              <a:gd name="T16" fmla="*/ 2147483646 w 609"/>
              <a:gd name="T17" fmla="*/ 2147483646 h 524"/>
              <a:gd name="T18" fmla="*/ 2147483646 w 609"/>
              <a:gd name="T19" fmla="*/ 2147483646 h 524"/>
              <a:gd name="T20" fmla="*/ 2147483646 w 609"/>
              <a:gd name="T21" fmla="*/ 2147483646 h 524"/>
              <a:gd name="T22" fmla="*/ 2147483646 w 609"/>
              <a:gd name="T23" fmla="*/ 2147483646 h 524"/>
              <a:gd name="T24" fmla="*/ 2147483646 w 609"/>
              <a:gd name="T25" fmla="*/ 2147483646 h 524"/>
              <a:gd name="T26" fmla="*/ 2147483646 w 609"/>
              <a:gd name="T27" fmla="*/ 2147483646 h 524"/>
              <a:gd name="T28" fmla="*/ 2147483646 w 609"/>
              <a:gd name="T29" fmla="*/ 2147483646 h 524"/>
              <a:gd name="T30" fmla="*/ 2147483646 w 609"/>
              <a:gd name="T31" fmla="*/ 2147483646 h 524"/>
              <a:gd name="T32" fmla="*/ 2147483646 w 609"/>
              <a:gd name="T33" fmla="*/ 2147483646 h 524"/>
              <a:gd name="T34" fmla="*/ 2147483646 w 609"/>
              <a:gd name="T35" fmla="*/ 2147483646 h 524"/>
              <a:gd name="T36" fmla="*/ 2147483646 w 609"/>
              <a:gd name="T37" fmla="*/ 2147483646 h 524"/>
              <a:gd name="T38" fmla="*/ 2147483646 w 609"/>
              <a:gd name="T39" fmla="*/ 2147483646 h 524"/>
              <a:gd name="T40" fmla="*/ 2147483646 w 609"/>
              <a:gd name="T41" fmla="*/ 2147483646 h 524"/>
              <a:gd name="T42" fmla="*/ 2147483646 w 609"/>
              <a:gd name="T43" fmla="*/ 2147483646 h 524"/>
              <a:gd name="T44" fmla="*/ 2147483646 w 609"/>
              <a:gd name="T45" fmla="*/ 2147483646 h 524"/>
              <a:gd name="T46" fmla="*/ 2147483646 w 609"/>
              <a:gd name="T47" fmla="*/ 2147483646 h 524"/>
              <a:gd name="T48" fmla="*/ 2147483646 w 609"/>
              <a:gd name="T49" fmla="*/ 2147483646 h 524"/>
              <a:gd name="T50" fmla="*/ 2147483646 w 609"/>
              <a:gd name="T51" fmla="*/ 2147483646 h 524"/>
              <a:gd name="T52" fmla="*/ 2147483646 w 609"/>
              <a:gd name="T53" fmla="*/ 2147483646 h 524"/>
              <a:gd name="T54" fmla="*/ 2147483646 w 609"/>
              <a:gd name="T55" fmla="*/ 2147483646 h 524"/>
              <a:gd name="T56" fmla="*/ 2147483646 w 609"/>
              <a:gd name="T57" fmla="*/ 2147483646 h 524"/>
              <a:gd name="T58" fmla="*/ 2147483646 w 609"/>
              <a:gd name="T59" fmla="*/ 2147483646 h 524"/>
              <a:gd name="T60" fmla="*/ 2147483646 w 609"/>
              <a:gd name="T61" fmla="*/ 2147483646 h 524"/>
              <a:gd name="T62" fmla="*/ 2147483646 w 609"/>
              <a:gd name="T63" fmla="*/ 2147483646 h 524"/>
              <a:gd name="T64" fmla="*/ 2147483646 w 609"/>
              <a:gd name="T65" fmla="*/ 2147483646 h 524"/>
              <a:gd name="T66" fmla="*/ 2147483646 w 609"/>
              <a:gd name="T67" fmla="*/ 2147483646 h 524"/>
              <a:gd name="T68" fmla="*/ 2147483646 w 609"/>
              <a:gd name="T69" fmla="*/ 2147483646 h 524"/>
              <a:gd name="T70" fmla="*/ 2147483646 w 609"/>
              <a:gd name="T71" fmla="*/ 2147483646 h 524"/>
              <a:gd name="T72" fmla="*/ 2147483646 w 609"/>
              <a:gd name="T73" fmla="*/ 2147483646 h 524"/>
              <a:gd name="T74" fmla="*/ 2147483646 w 609"/>
              <a:gd name="T75" fmla="*/ 2147483646 h 524"/>
              <a:gd name="T76" fmla="*/ 2147483646 w 609"/>
              <a:gd name="T77" fmla="*/ 2147483646 h 524"/>
              <a:gd name="T78" fmla="*/ 2147483646 w 609"/>
              <a:gd name="T79" fmla="*/ 2147483646 h 524"/>
              <a:gd name="T80" fmla="*/ 2147483646 w 609"/>
              <a:gd name="T81" fmla="*/ 2147483646 h 524"/>
              <a:gd name="T82" fmla="*/ 2147483646 w 609"/>
              <a:gd name="T83" fmla="*/ 2147483646 h 52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09" h="524">
                <a:moveTo>
                  <a:pt x="467" y="417"/>
                </a:moveTo>
                <a:lnTo>
                  <a:pt x="467" y="417"/>
                </a:lnTo>
                <a:cubicBezTo>
                  <a:pt x="446" y="417"/>
                  <a:pt x="439" y="403"/>
                  <a:pt x="439" y="389"/>
                </a:cubicBezTo>
                <a:cubicBezTo>
                  <a:pt x="439" y="375"/>
                  <a:pt x="446" y="360"/>
                  <a:pt x="467" y="360"/>
                </a:cubicBezTo>
                <a:cubicBezTo>
                  <a:pt x="509" y="360"/>
                  <a:pt x="552" y="325"/>
                  <a:pt x="552" y="276"/>
                </a:cubicBezTo>
                <a:cubicBezTo>
                  <a:pt x="552" y="247"/>
                  <a:pt x="537" y="226"/>
                  <a:pt x="523" y="212"/>
                </a:cubicBezTo>
                <a:cubicBezTo>
                  <a:pt x="516" y="212"/>
                  <a:pt x="516" y="212"/>
                  <a:pt x="516" y="205"/>
                </a:cubicBezTo>
                <a:lnTo>
                  <a:pt x="509" y="205"/>
                </a:lnTo>
                <a:lnTo>
                  <a:pt x="502" y="198"/>
                </a:lnTo>
                <a:lnTo>
                  <a:pt x="495" y="198"/>
                </a:lnTo>
                <a:cubicBezTo>
                  <a:pt x="495" y="198"/>
                  <a:pt x="488" y="198"/>
                  <a:pt x="488" y="191"/>
                </a:cubicBezTo>
                <a:cubicBezTo>
                  <a:pt x="481" y="191"/>
                  <a:pt x="481" y="191"/>
                  <a:pt x="481" y="191"/>
                </a:cubicBezTo>
                <a:cubicBezTo>
                  <a:pt x="481" y="191"/>
                  <a:pt x="481" y="191"/>
                  <a:pt x="474" y="191"/>
                </a:cubicBezTo>
                <a:cubicBezTo>
                  <a:pt x="467" y="191"/>
                  <a:pt x="467" y="191"/>
                  <a:pt x="467" y="191"/>
                </a:cubicBezTo>
                <a:lnTo>
                  <a:pt x="460" y="191"/>
                </a:lnTo>
                <a:cubicBezTo>
                  <a:pt x="460" y="184"/>
                  <a:pt x="460" y="184"/>
                  <a:pt x="460" y="177"/>
                </a:cubicBezTo>
                <a:cubicBezTo>
                  <a:pt x="460" y="169"/>
                  <a:pt x="453" y="169"/>
                  <a:pt x="453" y="162"/>
                </a:cubicBezTo>
                <a:cubicBezTo>
                  <a:pt x="453" y="155"/>
                  <a:pt x="453" y="155"/>
                  <a:pt x="446" y="148"/>
                </a:cubicBezTo>
                <a:cubicBezTo>
                  <a:pt x="446" y="141"/>
                  <a:pt x="446" y="141"/>
                  <a:pt x="439" y="134"/>
                </a:cubicBezTo>
                <a:cubicBezTo>
                  <a:pt x="410" y="92"/>
                  <a:pt x="361" y="56"/>
                  <a:pt x="304" y="56"/>
                </a:cubicBezTo>
                <a:cubicBezTo>
                  <a:pt x="248" y="56"/>
                  <a:pt x="198" y="92"/>
                  <a:pt x="170" y="134"/>
                </a:cubicBezTo>
                <a:cubicBezTo>
                  <a:pt x="163" y="141"/>
                  <a:pt x="163" y="141"/>
                  <a:pt x="163" y="148"/>
                </a:cubicBezTo>
                <a:cubicBezTo>
                  <a:pt x="156" y="155"/>
                  <a:pt x="156" y="155"/>
                  <a:pt x="156" y="162"/>
                </a:cubicBezTo>
                <a:cubicBezTo>
                  <a:pt x="156" y="169"/>
                  <a:pt x="149" y="169"/>
                  <a:pt x="149" y="177"/>
                </a:cubicBezTo>
                <a:cubicBezTo>
                  <a:pt x="149" y="184"/>
                  <a:pt x="149" y="184"/>
                  <a:pt x="149" y="191"/>
                </a:cubicBezTo>
                <a:lnTo>
                  <a:pt x="142" y="191"/>
                </a:lnTo>
                <a:cubicBezTo>
                  <a:pt x="142" y="191"/>
                  <a:pt x="142" y="191"/>
                  <a:pt x="135" y="191"/>
                </a:cubicBezTo>
                <a:cubicBezTo>
                  <a:pt x="128" y="191"/>
                  <a:pt x="128" y="191"/>
                  <a:pt x="128" y="191"/>
                </a:cubicBezTo>
                <a:cubicBezTo>
                  <a:pt x="128" y="191"/>
                  <a:pt x="128" y="191"/>
                  <a:pt x="121" y="191"/>
                </a:cubicBezTo>
                <a:cubicBezTo>
                  <a:pt x="121" y="198"/>
                  <a:pt x="113" y="198"/>
                  <a:pt x="113" y="198"/>
                </a:cubicBezTo>
                <a:lnTo>
                  <a:pt x="106" y="198"/>
                </a:lnTo>
                <a:lnTo>
                  <a:pt x="99" y="205"/>
                </a:lnTo>
                <a:lnTo>
                  <a:pt x="92" y="205"/>
                </a:lnTo>
                <a:cubicBezTo>
                  <a:pt x="92" y="212"/>
                  <a:pt x="92" y="212"/>
                  <a:pt x="85" y="212"/>
                </a:cubicBezTo>
                <a:cubicBezTo>
                  <a:pt x="71" y="226"/>
                  <a:pt x="57" y="247"/>
                  <a:pt x="57" y="276"/>
                </a:cubicBezTo>
                <a:cubicBezTo>
                  <a:pt x="57" y="325"/>
                  <a:pt x="99" y="360"/>
                  <a:pt x="142" y="360"/>
                </a:cubicBezTo>
                <a:cubicBezTo>
                  <a:pt x="163" y="360"/>
                  <a:pt x="170" y="375"/>
                  <a:pt x="170" y="389"/>
                </a:cubicBezTo>
                <a:cubicBezTo>
                  <a:pt x="170" y="403"/>
                  <a:pt x="163" y="417"/>
                  <a:pt x="142" y="417"/>
                </a:cubicBezTo>
                <a:cubicBezTo>
                  <a:pt x="64" y="417"/>
                  <a:pt x="0" y="353"/>
                  <a:pt x="0" y="276"/>
                </a:cubicBezTo>
                <a:cubicBezTo>
                  <a:pt x="0" y="212"/>
                  <a:pt x="43" y="155"/>
                  <a:pt x="99" y="141"/>
                </a:cubicBezTo>
                <a:cubicBezTo>
                  <a:pt x="135" y="56"/>
                  <a:pt x="212" y="0"/>
                  <a:pt x="304" y="0"/>
                </a:cubicBezTo>
                <a:cubicBezTo>
                  <a:pt x="396" y="0"/>
                  <a:pt x="474" y="56"/>
                  <a:pt x="509" y="141"/>
                </a:cubicBezTo>
                <a:cubicBezTo>
                  <a:pt x="566" y="155"/>
                  <a:pt x="608" y="212"/>
                  <a:pt x="608" y="276"/>
                </a:cubicBezTo>
                <a:cubicBezTo>
                  <a:pt x="608" y="353"/>
                  <a:pt x="545" y="417"/>
                  <a:pt x="467" y="417"/>
                </a:cubicBezTo>
                <a:close/>
                <a:moveTo>
                  <a:pt x="198" y="353"/>
                </a:moveTo>
                <a:lnTo>
                  <a:pt x="198" y="353"/>
                </a:lnTo>
                <a:cubicBezTo>
                  <a:pt x="283" y="254"/>
                  <a:pt x="283" y="254"/>
                  <a:pt x="283" y="254"/>
                </a:cubicBezTo>
                <a:cubicBezTo>
                  <a:pt x="290" y="254"/>
                  <a:pt x="297" y="247"/>
                  <a:pt x="304" y="247"/>
                </a:cubicBezTo>
                <a:cubicBezTo>
                  <a:pt x="311" y="247"/>
                  <a:pt x="318" y="254"/>
                  <a:pt x="326" y="254"/>
                </a:cubicBezTo>
                <a:cubicBezTo>
                  <a:pt x="410" y="353"/>
                  <a:pt x="410" y="353"/>
                  <a:pt x="410" y="353"/>
                </a:cubicBezTo>
                <a:cubicBezTo>
                  <a:pt x="417" y="353"/>
                  <a:pt x="417" y="360"/>
                  <a:pt x="417" y="367"/>
                </a:cubicBezTo>
                <a:cubicBezTo>
                  <a:pt x="417" y="389"/>
                  <a:pt x="403" y="396"/>
                  <a:pt x="389" y="396"/>
                </a:cubicBezTo>
                <a:cubicBezTo>
                  <a:pt x="382" y="396"/>
                  <a:pt x="375" y="396"/>
                  <a:pt x="368" y="389"/>
                </a:cubicBezTo>
                <a:cubicBezTo>
                  <a:pt x="333" y="346"/>
                  <a:pt x="333" y="346"/>
                  <a:pt x="333" y="346"/>
                </a:cubicBezTo>
                <a:cubicBezTo>
                  <a:pt x="333" y="495"/>
                  <a:pt x="333" y="495"/>
                  <a:pt x="333" y="495"/>
                </a:cubicBezTo>
                <a:cubicBezTo>
                  <a:pt x="333" y="509"/>
                  <a:pt x="318" y="523"/>
                  <a:pt x="304" y="523"/>
                </a:cubicBezTo>
                <a:cubicBezTo>
                  <a:pt x="290" y="523"/>
                  <a:pt x="276" y="509"/>
                  <a:pt x="276" y="495"/>
                </a:cubicBezTo>
                <a:cubicBezTo>
                  <a:pt x="276" y="346"/>
                  <a:pt x="276" y="346"/>
                  <a:pt x="276" y="346"/>
                </a:cubicBezTo>
                <a:cubicBezTo>
                  <a:pt x="241" y="389"/>
                  <a:pt x="241" y="389"/>
                  <a:pt x="241" y="389"/>
                </a:cubicBezTo>
                <a:cubicBezTo>
                  <a:pt x="234" y="396"/>
                  <a:pt x="226" y="396"/>
                  <a:pt x="219" y="396"/>
                </a:cubicBezTo>
                <a:cubicBezTo>
                  <a:pt x="205" y="396"/>
                  <a:pt x="191" y="389"/>
                  <a:pt x="191" y="367"/>
                </a:cubicBezTo>
                <a:cubicBezTo>
                  <a:pt x="191" y="360"/>
                  <a:pt x="191" y="353"/>
                  <a:pt x="198" y="35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68" name="Freeform 129">
            <a:extLst>
              <a:ext uri="{FF2B5EF4-FFF2-40B4-BE49-F238E27FC236}">
                <a16:creationId xmlns:a16="http://schemas.microsoft.com/office/drawing/2014/main" id="{A127CF15-3BFB-69A5-1480-94E6DE21F330}"/>
              </a:ext>
            </a:extLst>
          </p:cNvPr>
          <p:cNvSpPr>
            <a:spLocks noChangeArrowheads="1"/>
          </p:cNvSpPr>
          <p:nvPr/>
        </p:nvSpPr>
        <p:spPr bwMode="auto">
          <a:xfrm>
            <a:off x="3417304" y="1080455"/>
            <a:ext cx="549655" cy="477437"/>
          </a:xfrm>
          <a:custGeom>
            <a:avLst/>
            <a:gdLst>
              <a:gd name="T0" fmla="*/ 2147483646 w 602"/>
              <a:gd name="T1" fmla="*/ 2147483646 h 524"/>
              <a:gd name="T2" fmla="*/ 2147483646 w 602"/>
              <a:gd name="T3" fmla="*/ 2147483646 h 524"/>
              <a:gd name="T4" fmla="*/ 2147483646 w 602"/>
              <a:gd name="T5" fmla="*/ 2147483646 h 524"/>
              <a:gd name="T6" fmla="*/ 2147483646 w 602"/>
              <a:gd name="T7" fmla="*/ 2147483646 h 524"/>
              <a:gd name="T8" fmla="*/ 2147483646 w 602"/>
              <a:gd name="T9" fmla="*/ 2147483646 h 524"/>
              <a:gd name="T10" fmla="*/ 2147483646 w 602"/>
              <a:gd name="T11" fmla="*/ 2147483646 h 524"/>
              <a:gd name="T12" fmla="*/ 2147483646 w 602"/>
              <a:gd name="T13" fmla="*/ 2147483646 h 524"/>
              <a:gd name="T14" fmla="*/ 2147483646 w 602"/>
              <a:gd name="T15" fmla="*/ 2147483646 h 524"/>
              <a:gd name="T16" fmla="*/ 2147483646 w 602"/>
              <a:gd name="T17" fmla="*/ 2147483646 h 524"/>
              <a:gd name="T18" fmla="*/ 2147483646 w 602"/>
              <a:gd name="T19" fmla="*/ 2147483646 h 524"/>
              <a:gd name="T20" fmla="*/ 2147483646 w 602"/>
              <a:gd name="T21" fmla="*/ 2147483646 h 524"/>
              <a:gd name="T22" fmla="*/ 2147483646 w 602"/>
              <a:gd name="T23" fmla="*/ 2147483646 h 524"/>
              <a:gd name="T24" fmla="*/ 2147483646 w 602"/>
              <a:gd name="T25" fmla="*/ 2147483646 h 524"/>
              <a:gd name="T26" fmla="*/ 2147483646 w 602"/>
              <a:gd name="T27" fmla="*/ 2147483646 h 524"/>
              <a:gd name="T28" fmla="*/ 2147483646 w 602"/>
              <a:gd name="T29" fmla="*/ 2147483646 h 524"/>
              <a:gd name="T30" fmla="*/ 2147483646 w 602"/>
              <a:gd name="T31" fmla="*/ 2147483646 h 524"/>
              <a:gd name="T32" fmla="*/ 2147483646 w 602"/>
              <a:gd name="T33" fmla="*/ 2147483646 h 524"/>
              <a:gd name="T34" fmla="*/ 2147483646 w 602"/>
              <a:gd name="T35" fmla="*/ 2147483646 h 524"/>
              <a:gd name="T36" fmla="*/ 2147483646 w 602"/>
              <a:gd name="T37" fmla="*/ 2147483646 h 524"/>
              <a:gd name="T38" fmla="*/ 2147483646 w 602"/>
              <a:gd name="T39" fmla="*/ 2147483646 h 524"/>
              <a:gd name="T40" fmla="*/ 2147483646 w 602"/>
              <a:gd name="T41" fmla="*/ 2147483646 h 524"/>
              <a:gd name="T42" fmla="*/ 2147483646 w 602"/>
              <a:gd name="T43" fmla="*/ 2147483646 h 524"/>
              <a:gd name="T44" fmla="*/ 2147483646 w 602"/>
              <a:gd name="T45" fmla="*/ 2147483646 h 524"/>
              <a:gd name="T46" fmla="*/ 2147483646 w 602"/>
              <a:gd name="T47" fmla="*/ 2147483646 h 524"/>
              <a:gd name="T48" fmla="*/ 2147483646 w 602"/>
              <a:gd name="T49" fmla="*/ 2147483646 h 524"/>
              <a:gd name="T50" fmla="*/ 2147483646 w 602"/>
              <a:gd name="T51" fmla="*/ 2147483646 h 524"/>
              <a:gd name="T52" fmla="*/ 2147483646 w 602"/>
              <a:gd name="T53" fmla="*/ 2147483646 h 524"/>
              <a:gd name="T54" fmla="*/ 2147483646 w 602"/>
              <a:gd name="T55" fmla="*/ 2147483646 h 524"/>
              <a:gd name="T56" fmla="*/ 2147483646 w 602"/>
              <a:gd name="T57" fmla="*/ 2147483646 h 524"/>
              <a:gd name="T58" fmla="*/ 2147483646 w 602"/>
              <a:gd name="T59" fmla="*/ 2147483646 h 524"/>
              <a:gd name="T60" fmla="*/ 2147483646 w 602"/>
              <a:gd name="T61" fmla="*/ 2147483646 h 524"/>
              <a:gd name="T62" fmla="*/ 2147483646 w 602"/>
              <a:gd name="T63" fmla="*/ 2147483646 h 524"/>
              <a:gd name="T64" fmla="*/ 2147483646 w 602"/>
              <a:gd name="T65" fmla="*/ 2147483646 h 524"/>
              <a:gd name="T66" fmla="*/ 2147483646 w 602"/>
              <a:gd name="T67" fmla="*/ 2147483646 h 524"/>
              <a:gd name="T68" fmla="*/ 2147483646 w 602"/>
              <a:gd name="T69" fmla="*/ 2147483646 h 524"/>
              <a:gd name="T70" fmla="*/ 2147483646 w 602"/>
              <a:gd name="T71" fmla="*/ 2147483646 h 524"/>
              <a:gd name="T72" fmla="*/ 2147483646 w 602"/>
              <a:gd name="T73" fmla="*/ 2147483646 h 524"/>
              <a:gd name="T74" fmla="*/ 2147483646 w 602"/>
              <a:gd name="T75" fmla="*/ 2147483646 h 524"/>
              <a:gd name="T76" fmla="*/ 2147483646 w 602"/>
              <a:gd name="T77" fmla="*/ 2147483646 h 524"/>
              <a:gd name="T78" fmla="*/ 2147483646 w 602"/>
              <a:gd name="T79" fmla="*/ 2147483646 h 524"/>
              <a:gd name="T80" fmla="*/ 2147483646 w 602"/>
              <a:gd name="T81" fmla="*/ 2147483646 h 524"/>
              <a:gd name="T82" fmla="*/ 2147483646 w 602"/>
              <a:gd name="T83" fmla="*/ 2147483646 h 524"/>
              <a:gd name="T84" fmla="*/ 2147483646 w 602"/>
              <a:gd name="T85" fmla="*/ 2147483646 h 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24">
                <a:moveTo>
                  <a:pt x="460" y="417"/>
                </a:moveTo>
                <a:lnTo>
                  <a:pt x="460" y="417"/>
                </a:lnTo>
                <a:cubicBezTo>
                  <a:pt x="446" y="417"/>
                  <a:pt x="431" y="403"/>
                  <a:pt x="431" y="389"/>
                </a:cubicBezTo>
                <a:cubicBezTo>
                  <a:pt x="431" y="375"/>
                  <a:pt x="446" y="360"/>
                  <a:pt x="460" y="360"/>
                </a:cubicBezTo>
                <a:cubicBezTo>
                  <a:pt x="509" y="360"/>
                  <a:pt x="544" y="325"/>
                  <a:pt x="544" y="276"/>
                </a:cubicBezTo>
                <a:cubicBezTo>
                  <a:pt x="544" y="247"/>
                  <a:pt x="537" y="226"/>
                  <a:pt x="516" y="212"/>
                </a:cubicBezTo>
                <a:cubicBezTo>
                  <a:pt x="516" y="212"/>
                  <a:pt x="516" y="212"/>
                  <a:pt x="509" y="205"/>
                </a:cubicBezTo>
                <a:cubicBezTo>
                  <a:pt x="502" y="205"/>
                  <a:pt x="502" y="198"/>
                  <a:pt x="502" y="198"/>
                </a:cubicBezTo>
                <a:cubicBezTo>
                  <a:pt x="502" y="198"/>
                  <a:pt x="502" y="198"/>
                  <a:pt x="495" y="198"/>
                </a:cubicBezTo>
                <a:cubicBezTo>
                  <a:pt x="495" y="198"/>
                  <a:pt x="495" y="198"/>
                  <a:pt x="488" y="198"/>
                </a:cubicBezTo>
                <a:cubicBezTo>
                  <a:pt x="488" y="198"/>
                  <a:pt x="488" y="198"/>
                  <a:pt x="488" y="191"/>
                </a:cubicBezTo>
                <a:lnTo>
                  <a:pt x="481" y="191"/>
                </a:lnTo>
                <a:cubicBezTo>
                  <a:pt x="474" y="191"/>
                  <a:pt x="474" y="191"/>
                  <a:pt x="474" y="191"/>
                </a:cubicBezTo>
                <a:cubicBezTo>
                  <a:pt x="467" y="191"/>
                  <a:pt x="467" y="191"/>
                  <a:pt x="460" y="191"/>
                </a:cubicBezTo>
                <a:cubicBezTo>
                  <a:pt x="460" y="184"/>
                  <a:pt x="460" y="184"/>
                  <a:pt x="460" y="177"/>
                </a:cubicBezTo>
                <a:cubicBezTo>
                  <a:pt x="453" y="177"/>
                  <a:pt x="453" y="177"/>
                  <a:pt x="453" y="177"/>
                </a:cubicBezTo>
                <a:cubicBezTo>
                  <a:pt x="453" y="169"/>
                  <a:pt x="453" y="169"/>
                  <a:pt x="453" y="162"/>
                </a:cubicBezTo>
                <a:cubicBezTo>
                  <a:pt x="446" y="155"/>
                  <a:pt x="446" y="155"/>
                  <a:pt x="446" y="148"/>
                </a:cubicBezTo>
                <a:cubicBezTo>
                  <a:pt x="446" y="141"/>
                  <a:pt x="439" y="141"/>
                  <a:pt x="439" y="134"/>
                </a:cubicBezTo>
                <a:cubicBezTo>
                  <a:pt x="410" y="92"/>
                  <a:pt x="361" y="56"/>
                  <a:pt x="304" y="56"/>
                </a:cubicBezTo>
                <a:cubicBezTo>
                  <a:pt x="241" y="56"/>
                  <a:pt x="191" y="92"/>
                  <a:pt x="163" y="134"/>
                </a:cubicBezTo>
                <a:cubicBezTo>
                  <a:pt x="163" y="141"/>
                  <a:pt x="163" y="141"/>
                  <a:pt x="156" y="148"/>
                </a:cubicBezTo>
                <a:cubicBezTo>
                  <a:pt x="156" y="155"/>
                  <a:pt x="156" y="155"/>
                  <a:pt x="156" y="162"/>
                </a:cubicBezTo>
                <a:cubicBezTo>
                  <a:pt x="156" y="162"/>
                  <a:pt x="156" y="162"/>
                  <a:pt x="149" y="162"/>
                </a:cubicBezTo>
                <a:cubicBezTo>
                  <a:pt x="149" y="169"/>
                  <a:pt x="149" y="169"/>
                  <a:pt x="149" y="177"/>
                </a:cubicBezTo>
                <a:cubicBezTo>
                  <a:pt x="149" y="184"/>
                  <a:pt x="142" y="184"/>
                  <a:pt x="142" y="191"/>
                </a:cubicBezTo>
                <a:lnTo>
                  <a:pt x="135" y="191"/>
                </a:lnTo>
                <a:cubicBezTo>
                  <a:pt x="135" y="191"/>
                  <a:pt x="135" y="191"/>
                  <a:pt x="128" y="191"/>
                </a:cubicBezTo>
                <a:cubicBezTo>
                  <a:pt x="120" y="191"/>
                  <a:pt x="120" y="191"/>
                  <a:pt x="120" y="191"/>
                </a:cubicBezTo>
                <a:cubicBezTo>
                  <a:pt x="113" y="198"/>
                  <a:pt x="113" y="198"/>
                  <a:pt x="113" y="198"/>
                </a:cubicBezTo>
                <a:cubicBezTo>
                  <a:pt x="106" y="198"/>
                  <a:pt x="106" y="198"/>
                  <a:pt x="106" y="198"/>
                </a:cubicBezTo>
                <a:cubicBezTo>
                  <a:pt x="99" y="198"/>
                  <a:pt x="99" y="205"/>
                  <a:pt x="99" y="205"/>
                </a:cubicBezTo>
                <a:cubicBezTo>
                  <a:pt x="92" y="205"/>
                  <a:pt x="92" y="205"/>
                  <a:pt x="92" y="205"/>
                </a:cubicBezTo>
                <a:cubicBezTo>
                  <a:pt x="92" y="212"/>
                  <a:pt x="85" y="212"/>
                  <a:pt x="85" y="212"/>
                </a:cubicBezTo>
                <a:cubicBezTo>
                  <a:pt x="71" y="226"/>
                  <a:pt x="57" y="247"/>
                  <a:pt x="57" y="276"/>
                </a:cubicBezTo>
                <a:cubicBezTo>
                  <a:pt x="57" y="325"/>
                  <a:pt x="92" y="360"/>
                  <a:pt x="142" y="360"/>
                </a:cubicBezTo>
                <a:cubicBezTo>
                  <a:pt x="156" y="360"/>
                  <a:pt x="170" y="375"/>
                  <a:pt x="170" y="389"/>
                </a:cubicBezTo>
                <a:cubicBezTo>
                  <a:pt x="170" y="403"/>
                  <a:pt x="156" y="417"/>
                  <a:pt x="142" y="417"/>
                </a:cubicBezTo>
                <a:cubicBezTo>
                  <a:pt x="64" y="417"/>
                  <a:pt x="0" y="353"/>
                  <a:pt x="0" y="276"/>
                </a:cubicBezTo>
                <a:cubicBezTo>
                  <a:pt x="0" y="212"/>
                  <a:pt x="43" y="155"/>
                  <a:pt x="99" y="141"/>
                </a:cubicBezTo>
                <a:cubicBezTo>
                  <a:pt x="135" y="56"/>
                  <a:pt x="212" y="0"/>
                  <a:pt x="304" y="0"/>
                </a:cubicBezTo>
                <a:cubicBezTo>
                  <a:pt x="396" y="0"/>
                  <a:pt x="474" y="56"/>
                  <a:pt x="502" y="141"/>
                </a:cubicBezTo>
                <a:cubicBezTo>
                  <a:pt x="559" y="155"/>
                  <a:pt x="601" y="212"/>
                  <a:pt x="601" y="276"/>
                </a:cubicBezTo>
                <a:cubicBezTo>
                  <a:pt x="601" y="353"/>
                  <a:pt x="537" y="417"/>
                  <a:pt x="460" y="417"/>
                </a:cubicBezTo>
                <a:close/>
                <a:moveTo>
                  <a:pt x="219" y="367"/>
                </a:moveTo>
                <a:lnTo>
                  <a:pt x="219" y="367"/>
                </a:lnTo>
                <a:cubicBezTo>
                  <a:pt x="226" y="367"/>
                  <a:pt x="233" y="375"/>
                  <a:pt x="241" y="382"/>
                </a:cubicBezTo>
                <a:cubicBezTo>
                  <a:pt x="276" y="417"/>
                  <a:pt x="276" y="417"/>
                  <a:pt x="276" y="417"/>
                </a:cubicBezTo>
                <a:cubicBezTo>
                  <a:pt x="276" y="276"/>
                  <a:pt x="276" y="276"/>
                  <a:pt x="276" y="276"/>
                </a:cubicBezTo>
                <a:cubicBezTo>
                  <a:pt x="276" y="262"/>
                  <a:pt x="283" y="247"/>
                  <a:pt x="304" y="247"/>
                </a:cubicBezTo>
                <a:cubicBezTo>
                  <a:pt x="318" y="247"/>
                  <a:pt x="333" y="262"/>
                  <a:pt x="333" y="276"/>
                </a:cubicBezTo>
                <a:cubicBezTo>
                  <a:pt x="333" y="417"/>
                  <a:pt x="333" y="417"/>
                  <a:pt x="333" y="417"/>
                </a:cubicBezTo>
                <a:cubicBezTo>
                  <a:pt x="368" y="382"/>
                  <a:pt x="368" y="382"/>
                  <a:pt x="368" y="382"/>
                </a:cubicBezTo>
                <a:cubicBezTo>
                  <a:pt x="368" y="375"/>
                  <a:pt x="375" y="367"/>
                  <a:pt x="389" y="367"/>
                </a:cubicBezTo>
                <a:cubicBezTo>
                  <a:pt x="403" y="367"/>
                  <a:pt x="417" y="382"/>
                  <a:pt x="417" y="396"/>
                </a:cubicBezTo>
                <a:cubicBezTo>
                  <a:pt x="417" y="403"/>
                  <a:pt x="410" y="410"/>
                  <a:pt x="410" y="417"/>
                </a:cubicBezTo>
                <a:cubicBezTo>
                  <a:pt x="325" y="509"/>
                  <a:pt x="325" y="509"/>
                  <a:pt x="325" y="509"/>
                </a:cubicBezTo>
                <a:cubicBezTo>
                  <a:pt x="318" y="516"/>
                  <a:pt x="311" y="523"/>
                  <a:pt x="304" y="523"/>
                </a:cubicBezTo>
                <a:cubicBezTo>
                  <a:pt x="290" y="523"/>
                  <a:pt x="283" y="516"/>
                  <a:pt x="283" y="509"/>
                </a:cubicBezTo>
                <a:cubicBezTo>
                  <a:pt x="198" y="417"/>
                  <a:pt x="198" y="417"/>
                  <a:pt x="198" y="417"/>
                </a:cubicBezTo>
                <a:cubicBezTo>
                  <a:pt x="191" y="410"/>
                  <a:pt x="191" y="403"/>
                  <a:pt x="191" y="396"/>
                </a:cubicBezTo>
                <a:cubicBezTo>
                  <a:pt x="191" y="382"/>
                  <a:pt x="198" y="367"/>
                  <a:pt x="219" y="36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69" name="Freeform 130">
            <a:extLst>
              <a:ext uri="{FF2B5EF4-FFF2-40B4-BE49-F238E27FC236}">
                <a16:creationId xmlns:a16="http://schemas.microsoft.com/office/drawing/2014/main" id="{34827E70-84FA-E695-14C6-47F6BA1E03DE}"/>
              </a:ext>
            </a:extLst>
          </p:cNvPr>
          <p:cNvSpPr>
            <a:spLocks noChangeArrowheads="1"/>
          </p:cNvSpPr>
          <p:nvPr/>
        </p:nvSpPr>
        <p:spPr bwMode="auto">
          <a:xfrm>
            <a:off x="2458413" y="1080455"/>
            <a:ext cx="549657" cy="449354"/>
          </a:xfrm>
          <a:custGeom>
            <a:avLst/>
            <a:gdLst>
              <a:gd name="T0" fmla="*/ 2147483646 w 602"/>
              <a:gd name="T1" fmla="*/ 2147483646 h 496"/>
              <a:gd name="T2" fmla="*/ 2147483646 w 602"/>
              <a:gd name="T3" fmla="*/ 2147483646 h 496"/>
              <a:gd name="T4" fmla="*/ 2147483646 w 602"/>
              <a:gd name="T5" fmla="*/ 2147483646 h 496"/>
              <a:gd name="T6" fmla="*/ 2147483646 w 602"/>
              <a:gd name="T7" fmla="*/ 2147483646 h 496"/>
              <a:gd name="T8" fmla="*/ 2147483646 w 602"/>
              <a:gd name="T9" fmla="*/ 2147483646 h 496"/>
              <a:gd name="T10" fmla="*/ 2147483646 w 602"/>
              <a:gd name="T11" fmla="*/ 2147483646 h 496"/>
              <a:gd name="T12" fmla="*/ 2147483646 w 602"/>
              <a:gd name="T13" fmla="*/ 2147483646 h 496"/>
              <a:gd name="T14" fmla="*/ 2147483646 w 602"/>
              <a:gd name="T15" fmla="*/ 2147483646 h 496"/>
              <a:gd name="T16" fmla="*/ 2147483646 w 602"/>
              <a:gd name="T17" fmla="*/ 2147483646 h 496"/>
              <a:gd name="T18" fmla="*/ 2147483646 w 602"/>
              <a:gd name="T19" fmla="*/ 2147483646 h 496"/>
              <a:gd name="T20" fmla="*/ 2147483646 w 602"/>
              <a:gd name="T21" fmla="*/ 2147483646 h 496"/>
              <a:gd name="T22" fmla="*/ 2147483646 w 602"/>
              <a:gd name="T23" fmla="*/ 2147483646 h 496"/>
              <a:gd name="T24" fmla="*/ 2147483646 w 602"/>
              <a:gd name="T25" fmla="*/ 2147483646 h 496"/>
              <a:gd name="T26" fmla="*/ 2147483646 w 602"/>
              <a:gd name="T27" fmla="*/ 2147483646 h 496"/>
              <a:gd name="T28" fmla="*/ 2147483646 w 602"/>
              <a:gd name="T29" fmla="*/ 2147483646 h 496"/>
              <a:gd name="T30" fmla="*/ 2147483646 w 602"/>
              <a:gd name="T31" fmla="*/ 2147483646 h 496"/>
              <a:gd name="T32" fmla="*/ 2147483646 w 602"/>
              <a:gd name="T33" fmla="*/ 2147483646 h 496"/>
              <a:gd name="T34" fmla="*/ 2147483646 w 602"/>
              <a:gd name="T35" fmla="*/ 2147483646 h 496"/>
              <a:gd name="T36" fmla="*/ 2147483646 w 602"/>
              <a:gd name="T37" fmla="*/ 2147483646 h 496"/>
              <a:gd name="T38" fmla="*/ 2147483646 w 602"/>
              <a:gd name="T39" fmla="*/ 2147483646 h 496"/>
              <a:gd name="T40" fmla="*/ 2147483646 w 602"/>
              <a:gd name="T41" fmla="*/ 2147483646 h 496"/>
              <a:gd name="T42" fmla="*/ 2147483646 w 602"/>
              <a:gd name="T43" fmla="*/ 2147483646 h 496"/>
              <a:gd name="T44" fmla="*/ 2147483646 w 602"/>
              <a:gd name="T45" fmla="*/ 2147483646 h 496"/>
              <a:gd name="T46" fmla="*/ 2147483646 w 602"/>
              <a:gd name="T47" fmla="*/ 2147483646 h 496"/>
              <a:gd name="T48" fmla="*/ 2147483646 w 602"/>
              <a:gd name="T49" fmla="*/ 2147483646 h 496"/>
              <a:gd name="T50" fmla="*/ 2147483646 w 602"/>
              <a:gd name="T51" fmla="*/ 2147483646 h 496"/>
              <a:gd name="T52" fmla="*/ 2147483646 w 602"/>
              <a:gd name="T53" fmla="*/ 2147483646 h 496"/>
              <a:gd name="T54" fmla="*/ 2147483646 w 602"/>
              <a:gd name="T55" fmla="*/ 2147483646 h 496"/>
              <a:gd name="T56" fmla="*/ 2147483646 w 602"/>
              <a:gd name="T57" fmla="*/ 2147483646 h 496"/>
              <a:gd name="T58" fmla="*/ 2147483646 w 602"/>
              <a:gd name="T59" fmla="*/ 2147483646 h 496"/>
              <a:gd name="T60" fmla="*/ 2147483646 w 602"/>
              <a:gd name="T61" fmla="*/ 2147483646 h 496"/>
              <a:gd name="T62" fmla="*/ 2147483646 w 602"/>
              <a:gd name="T63" fmla="*/ 2147483646 h 496"/>
              <a:gd name="T64" fmla="*/ 2147483646 w 602"/>
              <a:gd name="T65" fmla="*/ 2147483646 h 496"/>
              <a:gd name="T66" fmla="*/ 2147483646 w 602"/>
              <a:gd name="T67" fmla="*/ 2147483646 h 496"/>
              <a:gd name="T68" fmla="*/ 2147483646 w 602"/>
              <a:gd name="T69" fmla="*/ 2147483646 h 496"/>
              <a:gd name="T70" fmla="*/ 2147483646 w 602"/>
              <a:gd name="T71" fmla="*/ 2147483646 h 496"/>
              <a:gd name="T72" fmla="*/ 2147483646 w 602"/>
              <a:gd name="T73" fmla="*/ 2147483646 h 496"/>
              <a:gd name="T74" fmla="*/ 2147483646 w 602"/>
              <a:gd name="T75" fmla="*/ 2147483646 h 496"/>
              <a:gd name="T76" fmla="*/ 2147483646 w 602"/>
              <a:gd name="T77" fmla="*/ 2147483646 h 496"/>
              <a:gd name="T78" fmla="*/ 2147483646 w 602"/>
              <a:gd name="T79" fmla="*/ 2147483646 h 496"/>
              <a:gd name="T80" fmla="*/ 2147483646 w 602"/>
              <a:gd name="T81" fmla="*/ 2147483646 h 496"/>
              <a:gd name="T82" fmla="*/ 2147483646 w 602"/>
              <a:gd name="T83" fmla="*/ 2147483646 h 496"/>
              <a:gd name="T84" fmla="*/ 2147483646 w 602"/>
              <a:gd name="T85" fmla="*/ 2147483646 h 496"/>
              <a:gd name="T86" fmla="*/ 2147483646 w 602"/>
              <a:gd name="T87" fmla="*/ 2147483646 h 496"/>
              <a:gd name="T88" fmla="*/ 2147483646 w 602"/>
              <a:gd name="T89" fmla="*/ 2147483646 h 496"/>
              <a:gd name="T90" fmla="*/ 2147483646 w 602"/>
              <a:gd name="T91" fmla="*/ 2147483646 h 49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602" h="496">
                <a:moveTo>
                  <a:pt x="460" y="417"/>
                </a:moveTo>
                <a:lnTo>
                  <a:pt x="460" y="417"/>
                </a:lnTo>
                <a:cubicBezTo>
                  <a:pt x="446" y="417"/>
                  <a:pt x="431" y="403"/>
                  <a:pt x="431" y="389"/>
                </a:cubicBezTo>
                <a:cubicBezTo>
                  <a:pt x="431" y="375"/>
                  <a:pt x="446" y="360"/>
                  <a:pt x="460" y="360"/>
                </a:cubicBezTo>
                <a:cubicBezTo>
                  <a:pt x="509" y="360"/>
                  <a:pt x="544" y="325"/>
                  <a:pt x="544" y="276"/>
                </a:cubicBezTo>
                <a:cubicBezTo>
                  <a:pt x="544" y="247"/>
                  <a:pt x="530" y="226"/>
                  <a:pt x="516" y="212"/>
                </a:cubicBezTo>
                <a:cubicBezTo>
                  <a:pt x="516" y="212"/>
                  <a:pt x="509" y="212"/>
                  <a:pt x="509" y="205"/>
                </a:cubicBezTo>
                <a:cubicBezTo>
                  <a:pt x="509" y="205"/>
                  <a:pt x="509" y="205"/>
                  <a:pt x="502" y="205"/>
                </a:cubicBezTo>
                <a:cubicBezTo>
                  <a:pt x="502" y="205"/>
                  <a:pt x="502" y="198"/>
                  <a:pt x="495" y="198"/>
                </a:cubicBezTo>
                <a:cubicBezTo>
                  <a:pt x="495" y="198"/>
                  <a:pt x="495" y="198"/>
                  <a:pt x="488" y="198"/>
                </a:cubicBezTo>
                <a:cubicBezTo>
                  <a:pt x="488" y="198"/>
                  <a:pt x="488" y="198"/>
                  <a:pt x="481" y="191"/>
                </a:cubicBezTo>
                <a:cubicBezTo>
                  <a:pt x="481" y="191"/>
                  <a:pt x="481" y="191"/>
                  <a:pt x="474" y="191"/>
                </a:cubicBezTo>
                <a:cubicBezTo>
                  <a:pt x="467" y="191"/>
                  <a:pt x="467" y="191"/>
                  <a:pt x="467" y="191"/>
                </a:cubicBezTo>
                <a:lnTo>
                  <a:pt x="460" y="191"/>
                </a:lnTo>
                <a:cubicBezTo>
                  <a:pt x="460" y="184"/>
                  <a:pt x="453" y="184"/>
                  <a:pt x="453" y="177"/>
                </a:cubicBezTo>
                <a:cubicBezTo>
                  <a:pt x="453" y="169"/>
                  <a:pt x="453" y="169"/>
                  <a:pt x="453" y="162"/>
                </a:cubicBezTo>
                <a:cubicBezTo>
                  <a:pt x="446" y="162"/>
                  <a:pt x="446" y="162"/>
                  <a:pt x="446" y="162"/>
                </a:cubicBezTo>
                <a:cubicBezTo>
                  <a:pt x="446" y="155"/>
                  <a:pt x="446" y="155"/>
                  <a:pt x="446" y="148"/>
                </a:cubicBezTo>
                <a:cubicBezTo>
                  <a:pt x="438" y="141"/>
                  <a:pt x="438" y="141"/>
                  <a:pt x="438" y="134"/>
                </a:cubicBezTo>
                <a:cubicBezTo>
                  <a:pt x="410" y="92"/>
                  <a:pt x="361" y="56"/>
                  <a:pt x="297" y="56"/>
                </a:cubicBezTo>
                <a:cubicBezTo>
                  <a:pt x="240" y="56"/>
                  <a:pt x="191" y="92"/>
                  <a:pt x="163" y="134"/>
                </a:cubicBezTo>
                <a:cubicBezTo>
                  <a:pt x="163" y="141"/>
                  <a:pt x="156" y="141"/>
                  <a:pt x="156" y="148"/>
                </a:cubicBezTo>
                <a:cubicBezTo>
                  <a:pt x="156" y="155"/>
                  <a:pt x="156" y="155"/>
                  <a:pt x="149" y="162"/>
                </a:cubicBezTo>
                <a:cubicBezTo>
                  <a:pt x="149" y="169"/>
                  <a:pt x="149" y="169"/>
                  <a:pt x="149" y="177"/>
                </a:cubicBezTo>
                <a:cubicBezTo>
                  <a:pt x="149" y="177"/>
                  <a:pt x="149" y="177"/>
                  <a:pt x="142" y="177"/>
                </a:cubicBezTo>
                <a:cubicBezTo>
                  <a:pt x="142" y="184"/>
                  <a:pt x="142" y="184"/>
                  <a:pt x="142" y="191"/>
                </a:cubicBezTo>
                <a:cubicBezTo>
                  <a:pt x="135" y="191"/>
                  <a:pt x="135" y="191"/>
                  <a:pt x="127" y="191"/>
                </a:cubicBezTo>
                <a:cubicBezTo>
                  <a:pt x="127" y="191"/>
                  <a:pt x="127" y="191"/>
                  <a:pt x="120" y="191"/>
                </a:cubicBezTo>
                <a:lnTo>
                  <a:pt x="113" y="191"/>
                </a:lnTo>
                <a:cubicBezTo>
                  <a:pt x="113" y="198"/>
                  <a:pt x="113" y="198"/>
                  <a:pt x="113" y="198"/>
                </a:cubicBezTo>
                <a:cubicBezTo>
                  <a:pt x="106" y="198"/>
                  <a:pt x="106" y="198"/>
                  <a:pt x="106" y="198"/>
                </a:cubicBezTo>
                <a:cubicBezTo>
                  <a:pt x="99" y="198"/>
                  <a:pt x="99" y="198"/>
                  <a:pt x="99" y="198"/>
                </a:cubicBezTo>
                <a:cubicBezTo>
                  <a:pt x="99" y="198"/>
                  <a:pt x="99" y="205"/>
                  <a:pt x="92" y="205"/>
                </a:cubicBezTo>
                <a:cubicBezTo>
                  <a:pt x="85" y="212"/>
                  <a:pt x="85" y="212"/>
                  <a:pt x="85" y="212"/>
                </a:cubicBezTo>
                <a:cubicBezTo>
                  <a:pt x="64" y="226"/>
                  <a:pt x="57" y="247"/>
                  <a:pt x="57" y="276"/>
                </a:cubicBezTo>
                <a:cubicBezTo>
                  <a:pt x="57" y="325"/>
                  <a:pt x="92" y="360"/>
                  <a:pt x="142" y="360"/>
                </a:cubicBezTo>
                <a:cubicBezTo>
                  <a:pt x="156" y="360"/>
                  <a:pt x="170" y="375"/>
                  <a:pt x="170" y="389"/>
                </a:cubicBezTo>
                <a:cubicBezTo>
                  <a:pt x="170" y="403"/>
                  <a:pt x="156" y="417"/>
                  <a:pt x="142" y="417"/>
                </a:cubicBezTo>
                <a:cubicBezTo>
                  <a:pt x="64" y="417"/>
                  <a:pt x="0" y="353"/>
                  <a:pt x="0" y="276"/>
                </a:cubicBezTo>
                <a:cubicBezTo>
                  <a:pt x="0" y="212"/>
                  <a:pt x="43" y="155"/>
                  <a:pt x="99" y="141"/>
                </a:cubicBezTo>
                <a:cubicBezTo>
                  <a:pt x="127" y="56"/>
                  <a:pt x="205" y="0"/>
                  <a:pt x="297" y="0"/>
                </a:cubicBezTo>
                <a:cubicBezTo>
                  <a:pt x="389" y="0"/>
                  <a:pt x="467" y="56"/>
                  <a:pt x="502" y="141"/>
                </a:cubicBezTo>
                <a:cubicBezTo>
                  <a:pt x="559" y="155"/>
                  <a:pt x="601" y="212"/>
                  <a:pt x="601" y="276"/>
                </a:cubicBezTo>
                <a:cubicBezTo>
                  <a:pt x="601" y="353"/>
                  <a:pt x="537" y="417"/>
                  <a:pt x="460" y="417"/>
                </a:cubicBezTo>
                <a:close/>
                <a:moveTo>
                  <a:pt x="226" y="283"/>
                </a:moveTo>
                <a:lnTo>
                  <a:pt x="226" y="283"/>
                </a:lnTo>
                <a:cubicBezTo>
                  <a:pt x="233" y="283"/>
                  <a:pt x="240" y="290"/>
                  <a:pt x="240" y="297"/>
                </a:cubicBezTo>
                <a:cubicBezTo>
                  <a:pt x="297" y="346"/>
                  <a:pt x="297" y="346"/>
                  <a:pt x="297" y="346"/>
                </a:cubicBezTo>
                <a:cubicBezTo>
                  <a:pt x="354" y="297"/>
                  <a:pt x="354" y="297"/>
                  <a:pt x="354" y="297"/>
                </a:cubicBezTo>
                <a:cubicBezTo>
                  <a:pt x="361" y="290"/>
                  <a:pt x="368" y="283"/>
                  <a:pt x="375" y="283"/>
                </a:cubicBezTo>
                <a:cubicBezTo>
                  <a:pt x="389" y="283"/>
                  <a:pt x="403" y="297"/>
                  <a:pt x="403" y="311"/>
                </a:cubicBezTo>
                <a:cubicBezTo>
                  <a:pt x="403" y="318"/>
                  <a:pt x="403" y="325"/>
                  <a:pt x="396" y="332"/>
                </a:cubicBezTo>
                <a:cubicBezTo>
                  <a:pt x="340" y="389"/>
                  <a:pt x="340" y="389"/>
                  <a:pt x="340" y="389"/>
                </a:cubicBezTo>
                <a:cubicBezTo>
                  <a:pt x="396" y="445"/>
                  <a:pt x="396" y="445"/>
                  <a:pt x="396" y="445"/>
                </a:cubicBezTo>
                <a:cubicBezTo>
                  <a:pt x="403" y="452"/>
                  <a:pt x="403" y="459"/>
                  <a:pt x="403" y="466"/>
                </a:cubicBezTo>
                <a:cubicBezTo>
                  <a:pt x="403" y="480"/>
                  <a:pt x="389" y="495"/>
                  <a:pt x="375" y="495"/>
                </a:cubicBezTo>
                <a:cubicBezTo>
                  <a:pt x="368" y="495"/>
                  <a:pt x="361" y="488"/>
                  <a:pt x="354" y="480"/>
                </a:cubicBezTo>
                <a:cubicBezTo>
                  <a:pt x="297" y="431"/>
                  <a:pt x="297" y="431"/>
                  <a:pt x="297" y="431"/>
                </a:cubicBezTo>
                <a:cubicBezTo>
                  <a:pt x="240" y="480"/>
                  <a:pt x="240" y="480"/>
                  <a:pt x="240" y="480"/>
                </a:cubicBezTo>
                <a:cubicBezTo>
                  <a:pt x="240" y="488"/>
                  <a:pt x="233" y="495"/>
                  <a:pt x="226" y="495"/>
                </a:cubicBezTo>
                <a:cubicBezTo>
                  <a:pt x="205" y="495"/>
                  <a:pt x="198" y="480"/>
                  <a:pt x="198" y="466"/>
                </a:cubicBezTo>
                <a:cubicBezTo>
                  <a:pt x="198" y="459"/>
                  <a:pt x="198" y="452"/>
                  <a:pt x="205" y="445"/>
                </a:cubicBezTo>
                <a:cubicBezTo>
                  <a:pt x="262" y="389"/>
                  <a:pt x="262" y="389"/>
                  <a:pt x="262" y="389"/>
                </a:cubicBezTo>
                <a:cubicBezTo>
                  <a:pt x="205" y="332"/>
                  <a:pt x="205" y="332"/>
                  <a:pt x="205" y="332"/>
                </a:cubicBezTo>
                <a:cubicBezTo>
                  <a:pt x="198" y="325"/>
                  <a:pt x="198" y="318"/>
                  <a:pt x="198" y="311"/>
                </a:cubicBezTo>
                <a:cubicBezTo>
                  <a:pt x="198" y="297"/>
                  <a:pt x="205" y="283"/>
                  <a:pt x="226" y="28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70" name="Freeform 131">
            <a:extLst>
              <a:ext uri="{FF2B5EF4-FFF2-40B4-BE49-F238E27FC236}">
                <a16:creationId xmlns:a16="http://schemas.microsoft.com/office/drawing/2014/main" id="{CE45B899-0653-7D20-3F56-8F4032D7D926}"/>
              </a:ext>
            </a:extLst>
          </p:cNvPr>
          <p:cNvSpPr>
            <a:spLocks noChangeArrowheads="1"/>
          </p:cNvSpPr>
          <p:nvPr/>
        </p:nvSpPr>
        <p:spPr bwMode="auto">
          <a:xfrm>
            <a:off x="1495512" y="1080455"/>
            <a:ext cx="553668" cy="449354"/>
          </a:xfrm>
          <a:custGeom>
            <a:avLst/>
            <a:gdLst>
              <a:gd name="T0" fmla="*/ 2147483646 w 609"/>
              <a:gd name="T1" fmla="*/ 2147483646 h 496"/>
              <a:gd name="T2" fmla="*/ 2147483646 w 609"/>
              <a:gd name="T3" fmla="*/ 2147483646 h 496"/>
              <a:gd name="T4" fmla="*/ 2147483646 w 609"/>
              <a:gd name="T5" fmla="*/ 2147483646 h 496"/>
              <a:gd name="T6" fmla="*/ 2147483646 w 609"/>
              <a:gd name="T7" fmla="*/ 2147483646 h 496"/>
              <a:gd name="T8" fmla="*/ 2147483646 w 609"/>
              <a:gd name="T9" fmla="*/ 2147483646 h 496"/>
              <a:gd name="T10" fmla="*/ 2147483646 w 609"/>
              <a:gd name="T11" fmla="*/ 2147483646 h 496"/>
              <a:gd name="T12" fmla="*/ 2147483646 w 609"/>
              <a:gd name="T13" fmla="*/ 2147483646 h 496"/>
              <a:gd name="T14" fmla="*/ 2147483646 w 609"/>
              <a:gd name="T15" fmla="*/ 2147483646 h 496"/>
              <a:gd name="T16" fmla="*/ 2147483646 w 609"/>
              <a:gd name="T17" fmla="*/ 2147483646 h 496"/>
              <a:gd name="T18" fmla="*/ 2147483646 w 609"/>
              <a:gd name="T19" fmla="*/ 2147483646 h 496"/>
              <a:gd name="T20" fmla="*/ 2147483646 w 609"/>
              <a:gd name="T21" fmla="*/ 2147483646 h 496"/>
              <a:gd name="T22" fmla="*/ 2147483646 w 609"/>
              <a:gd name="T23" fmla="*/ 2147483646 h 496"/>
              <a:gd name="T24" fmla="*/ 2147483646 w 609"/>
              <a:gd name="T25" fmla="*/ 2147483646 h 496"/>
              <a:gd name="T26" fmla="*/ 2147483646 w 609"/>
              <a:gd name="T27" fmla="*/ 2147483646 h 496"/>
              <a:gd name="T28" fmla="*/ 2147483646 w 609"/>
              <a:gd name="T29" fmla="*/ 2147483646 h 496"/>
              <a:gd name="T30" fmla="*/ 2147483646 w 609"/>
              <a:gd name="T31" fmla="*/ 2147483646 h 496"/>
              <a:gd name="T32" fmla="*/ 2147483646 w 609"/>
              <a:gd name="T33" fmla="*/ 2147483646 h 496"/>
              <a:gd name="T34" fmla="*/ 2147483646 w 609"/>
              <a:gd name="T35" fmla="*/ 2147483646 h 496"/>
              <a:gd name="T36" fmla="*/ 2147483646 w 609"/>
              <a:gd name="T37" fmla="*/ 2147483646 h 496"/>
              <a:gd name="T38" fmla="*/ 2147483646 w 609"/>
              <a:gd name="T39" fmla="*/ 2147483646 h 496"/>
              <a:gd name="T40" fmla="*/ 2147483646 w 609"/>
              <a:gd name="T41" fmla="*/ 2147483646 h 496"/>
              <a:gd name="T42" fmla="*/ 2147483646 w 609"/>
              <a:gd name="T43" fmla="*/ 2147483646 h 496"/>
              <a:gd name="T44" fmla="*/ 2147483646 w 609"/>
              <a:gd name="T45" fmla="*/ 2147483646 h 496"/>
              <a:gd name="T46" fmla="*/ 2147483646 w 609"/>
              <a:gd name="T47" fmla="*/ 2147483646 h 496"/>
              <a:gd name="T48" fmla="*/ 2147483646 w 609"/>
              <a:gd name="T49" fmla="*/ 2147483646 h 496"/>
              <a:gd name="T50" fmla="*/ 2147483646 w 609"/>
              <a:gd name="T51" fmla="*/ 2147483646 h 496"/>
              <a:gd name="T52" fmla="*/ 2147483646 w 609"/>
              <a:gd name="T53" fmla="*/ 2147483646 h 496"/>
              <a:gd name="T54" fmla="*/ 2147483646 w 609"/>
              <a:gd name="T55" fmla="*/ 2147483646 h 496"/>
              <a:gd name="T56" fmla="*/ 2147483646 w 609"/>
              <a:gd name="T57" fmla="*/ 2147483646 h 496"/>
              <a:gd name="T58" fmla="*/ 2147483646 w 609"/>
              <a:gd name="T59" fmla="*/ 2147483646 h 496"/>
              <a:gd name="T60" fmla="*/ 2147483646 w 609"/>
              <a:gd name="T61" fmla="*/ 2147483646 h 496"/>
              <a:gd name="T62" fmla="*/ 2147483646 w 609"/>
              <a:gd name="T63" fmla="*/ 2147483646 h 496"/>
              <a:gd name="T64" fmla="*/ 2147483646 w 609"/>
              <a:gd name="T65" fmla="*/ 2147483646 h 496"/>
              <a:gd name="T66" fmla="*/ 2147483646 w 609"/>
              <a:gd name="T67" fmla="*/ 2147483646 h 496"/>
              <a:gd name="T68" fmla="*/ 2147483646 w 609"/>
              <a:gd name="T69" fmla="*/ 2147483646 h 496"/>
              <a:gd name="T70" fmla="*/ 2147483646 w 609"/>
              <a:gd name="T71" fmla="*/ 2147483646 h 496"/>
              <a:gd name="T72" fmla="*/ 2147483646 w 609"/>
              <a:gd name="T73" fmla="*/ 2147483646 h 496"/>
              <a:gd name="T74" fmla="*/ 2147483646 w 609"/>
              <a:gd name="T75" fmla="*/ 2147483646 h 496"/>
              <a:gd name="T76" fmla="*/ 2147483646 w 609"/>
              <a:gd name="T77" fmla="*/ 2147483646 h 49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609" h="496">
                <a:moveTo>
                  <a:pt x="467" y="417"/>
                </a:moveTo>
                <a:lnTo>
                  <a:pt x="467" y="417"/>
                </a:lnTo>
                <a:cubicBezTo>
                  <a:pt x="445" y="417"/>
                  <a:pt x="438" y="403"/>
                  <a:pt x="438" y="389"/>
                </a:cubicBezTo>
                <a:cubicBezTo>
                  <a:pt x="438" y="375"/>
                  <a:pt x="445" y="360"/>
                  <a:pt x="467" y="360"/>
                </a:cubicBezTo>
                <a:cubicBezTo>
                  <a:pt x="509" y="360"/>
                  <a:pt x="551" y="325"/>
                  <a:pt x="551" y="276"/>
                </a:cubicBezTo>
                <a:cubicBezTo>
                  <a:pt x="551" y="247"/>
                  <a:pt x="537" y="226"/>
                  <a:pt x="523" y="212"/>
                </a:cubicBezTo>
                <a:cubicBezTo>
                  <a:pt x="516" y="212"/>
                  <a:pt x="516" y="212"/>
                  <a:pt x="516" y="205"/>
                </a:cubicBezTo>
                <a:lnTo>
                  <a:pt x="509" y="205"/>
                </a:lnTo>
                <a:lnTo>
                  <a:pt x="502" y="198"/>
                </a:lnTo>
                <a:lnTo>
                  <a:pt x="495" y="198"/>
                </a:lnTo>
                <a:cubicBezTo>
                  <a:pt x="495" y="198"/>
                  <a:pt x="488" y="198"/>
                  <a:pt x="488" y="191"/>
                </a:cubicBezTo>
                <a:cubicBezTo>
                  <a:pt x="481" y="191"/>
                  <a:pt x="481" y="191"/>
                  <a:pt x="481" y="191"/>
                </a:cubicBezTo>
                <a:cubicBezTo>
                  <a:pt x="481" y="191"/>
                  <a:pt x="481" y="191"/>
                  <a:pt x="474" y="191"/>
                </a:cubicBezTo>
                <a:cubicBezTo>
                  <a:pt x="467" y="191"/>
                  <a:pt x="467" y="191"/>
                  <a:pt x="467" y="191"/>
                </a:cubicBezTo>
                <a:lnTo>
                  <a:pt x="459" y="191"/>
                </a:lnTo>
                <a:cubicBezTo>
                  <a:pt x="459" y="184"/>
                  <a:pt x="459" y="184"/>
                  <a:pt x="459" y="177"/>
                </a:cubicBezTo>
                <a:cubicBezTo>
                  <a:pt x="459" y="169"/>
                  <a:pt x="452" y="169"/>
                  <a:pt x="452" y="162"/>
                </a:cubicBezTo>
                <a:cubicBezTo>
                  <a:pt x="452" y="155"/>
                  <a:pt x="452" y="155"/>
                  <a:pt x="445" y="148"/>
                </a:cubicBezTo>
                <a:cubicBezTo>
                  <a:pt x="445" y="141"/>
                  <a:pt x="445" y="141"/>
                  <a:pt x="438" y="134"/>
                </a:cubicBezTo>
                <a:cubicBezTo>
                  <a:pt x="410" y="92"/>
                  <a:pt x="361" y="56"/>
                  <a:pt x="304" y="56"/>
                </a:cubicBezTo>
                <a:cubicBezTo>
                  <a:pt x="247" y="56"/>
                  <a:pt x="198" y="92"/>
                  <a:pt x="170" y="134"/>
                </a:cubicBezTo>
                <a:cubicBezTo>
                  <a:pt x="163" y="141"/>
                  <a:pt x="163" y="141"/>
                  <a:pt x="163" y="148"/>
                </a:cubicBezTo>
                <a:cubicBezTo>
                  <a:pt x="156" y="155"/>
                  <a:pt x="156" y="155"/>
                  <a:pt x="156" y="162"/>
                </a:cubicBezTo>
                <a:cubicBezTo>
                  <a:pt x="156" y="169"/>
                  <a:pt x="149" y="169"/>
                  <a:pt x="149" y="177"/>
                </a:cubicBezTo>
                <a:cubicBezTo>
                  <a:pt x="149" y="184"/>
                  <a:pt x="149" y="184"/>
                  <a:pt x="149" y="191"/>
                </a:cubicBezTo>
                <a:lnTo>
                  <a:pt x="141" y="191"/>
                </a:lnTo>
                <a:cubicBezTo>
                  <a:pt x="141" y="191"/>
                  <a:pt x="141" y="191"/>
                  <a:pt x="134" y="191"/>
                </a:cubicBezTo>
                <a:cubicBezTo>
                  <a:pt x="127" y="191"/>
                  <a:pt x="127" y="191"/>
                  <a:pt x="127" y="191"/>
                </a:cubicBezTo>
                <a:cubicBezTo>
                  <a:pt x="127" y="191"/>
                  <a:pt x="127" y="191"/>
                  <a:pt x="120" y="191"/>
                </a:cubicBezTo>
                <a:cubicBezTo>
                  <a:pt x="120" y="198"/>
                  <a:pt x="113" y="198"/>
                  <a:pt x="113" y="198"/>
                </a:cubicBezTo>
                <a:lnTo>
                  <a:pt x="106" y="198"/>
                </a:lnTo>
                <a:lnTo>
                  <a:pt x="99" y="205"/>
                </a:lnTo>
                <a:lnTo>
                  <a:pt x="92" y="205"/>
                </a:lnTo>
                <a:cubicBezTo>
                  <a:pt x="92" y="212"/>
                  <a:pt x="92" y="212"/>
                  <a:pt x="85" y="212"/>
                </a:cubicBezTo>
                <a:cubicBezTo>
                  <a:pt x="71" y="226"/>
                  <a:pt x="57" y="247"/>
                  <a:pt x="57" y="276"/>
                </a:cubicBezTo>
                <a:cubicBezTo>
                  <a:pt x="57" y="325"/>
                  <a:pt x="99" y="360"/>
                  <a:pt x="141" y="360"/>
                </a:cubicBezTo>
                <a:cubicBezTo>
                  <a:pt x="163" y="360"/>
                  <a:pt x="170" y="375"/>
                  <a:pt x="170" y="389"/>
                </a:cubicBezTo>
                <a:cubicBezTo>
                  <a:pt x="170" y="403"/>
                  <a:pt x="163" y="417"/>
                  <a:pt x="141" y="417"/>
                </a:cubicBezTo>
                <a:cubicBezTo>
                  <a:pt x="64" y="417"/>
                  <a:pt x="0" y="353"/>
                  <a:pt x="0" y="276"/>
                </a:cubicBezTo>
                <a:cubicBezTo>
                  <a:pt x="0" y="212"/>
                  <a:pt x="43" y="155"/>
                  <a:pt x="99" y="141"/>
                </a:cubicBezTo>
                <a:cubicBezTo>
                  <a:pt x="134" y="56"/>
                  <a:pt x="212" y="0"/>
                  <a:pt x="304" y="0"/>
                </a:cubicBezTo>
                <a:cubicBezTo>
                  <a:pt x="396" y="0"/>
                  <a:pt x="474" y="56"/>
                  <a:pt x="509" y="141"/>
                </a:cubicBezTo>
                <a:cubicBezTo>
                  <a:pt x="565" y="155"/>
                  <a:pt x="608" y="212"/>
                  <a:pt x="608" y="276"/>
                </a:cubicBezTo>
                <a:cubicBezTo>
                  <a:pt x="608" y="353"/>
                  <a:pt x="544" y="417"/>
                  <a:pt x="467" y="417"/>
                </a:cubicBezTo>
                <a:close/>
                <a:moveTo>
                  <a:pt x="226" y="360"/>
                </a:moveTo>
                <a:lnTo>
                  <a:pt x="226" y="360"/>
                </a:lnTo>
                <a:cubicBezTo>
                  <a:pt x="233" y="360"/>
                  <a:pt x="240" y="360"/>
                  <a:pt x="247" y="367"/>
                </a:cubicBezTo>
                <a:cubicBezTo>
                  <a:pt x="297" y="417"/>
                  <a:pt x="297" y="417"/>
                  <a:pt x="297" y="417"/>
                </a:cubicBezTo>
                <a:cubicBezTo>
                  <a:pt x="382" y="297"/>
                  <a:pt x="382" y="297"/>
                  <a:pt x="382" y="297"/>
                </a:cubicBezTo>
                <a:cubicBezTo>
                  <a:pt x="389" y="290"/>
                  <a:pt x="396" y="283"/>
                  <a:pt x="410" y="283"/>
                </a:cubicBezTo>
                <a:cubicBezTo>
                  <a:pt x="424" y="283"/>
                  <a:pt x="438" y="297"/>
                  <a:pt x="438" y="311"/>
                </a:cubicBezTo>
                <a:cubicBezTo>
                  <a:pt x="438" y="318"/>
                  <a:pt x="431" y="325"/>
                  <a:pt x="431" y="332"/>
                </a:cubicBezTo>
                <a:cubicBezTo>
                  <a:pt x="325" y="480"/>
                  <a:pt x="325" y="480"/>
                  <a:pt x="325" y="480"/>
                </a:cubicBezTo>
                <a:cubicBezTo>
                  <a:pt x="325" y="488"/>
                  <a:pt x="311" y="495"/>
                  <a:pt x="304" y="495"/>
                </a:cubicBezTo>
                <a:cubicBezTo>
                  <a:pt x="297" y="495"/>
                  <a:pt x="290" y="488"/>
                  <a:pt x="283" y="480"/>
                </a:cubicBezTo>
                <a:cubicBezTo>
                  <a:pt x="212" y="410"/>
                  <a:pt x="212" y="410"/>
                  <a:pt x="212" y="410"/>
                </a:cubicBezTo>
                <a:cubicBezTo>
                  <a:pt x="205" y="403"/>
                  <a:pt x="198" y="396"/>
                  <a:pt x="198" y="389"/>
                </a:cubicBezTo>
                <a:cubicBezTo>
                  <a:pt x="198" y="375"/>
                  <a:pt x="212" y="360"/>
                  <a:pt x="226" y="36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71" name="Freeform 132">
            <a:extLst>
              <a:ext uri="{FF2B5EF4-FFF2-40B4-BE49-F238E27FC236}">
                <a16:creationId xmlns:a16="http://schemas.microsoft.com/office/drawing/2014/main" id="{2BC93AAB-2A69-AFC4-A197-4BDABAE01635}"/>
              </a:ext>
            </a:extLst>
          </p:cNvPr>
          <p:cNvSpPr>
            <a:spLocks noChangeArrowheads="1"/>
          </p:cNvSpPr>
          <p:nvPr/>
        </p:nvSpPr>
        <p:spPr bwMode="auto">
          <a:xfrm>
            <a:off x="536624" y="1080455"/>
            <a:ext cx="549655" cy="381147"/>
          </a:xfrm>
          <a:custGeom>
            <a:avLst/>
            <a:gdLst>
              <a:gd name="T0" fmla="*/ 2147483646 w 602"/>
              <a:gd name="T1" fmla="*/ 2147483646 h 418"/>
              <a:gd name="T2" fmla="*/ 2147483646 w 602"/>
              <a:gd name="T3" fmla="*/ 2147483646 h 418"/>
              <a:gd name="T4" fmla="*/ 2147483646 w 602"/>
              <a:gd name="T5" fmla="*/ 2147483646 h 418"/>
              <a:gd name="T6" fmla="*/ 0 w 602"/>
              <a:gd name="T7" fmla="*/ 2147483646 h 418"/>
              <a:gd name="T8" fmla="*/ 2147483646 w 602"/>
              <a:gd name="T9" fmla="*/ 2147483646 h 418"/>
              <a:gd name="T10" fmla="*/ 2147483646 w 602"/>
              <a:gd name="T11" fmla="*/ 0 h 418"/>
              <a:gd name="T12" fmla="*/ 2147483646 w 602"/>
              <a:gd name="T13" fmla="*/ 2147483646 h 418"/>
              <a:gd name="T14" fmla="*/ 2147483646 w 602"/>
              <a:gd name="T15" fmla="*/ 2147483646 h 418"/>
              <a:gd name="T16" fmla="*/ 2147483646 w 602"/>
              <a:gd name="T17" fmla="*/ 2147483646 h 418"/>
              <a:gd name="T18" fmla="*/ 2147483646 w 602"/>
              <a:gd name="T19" fmla="*/ 2147483646 h 418"/>
              <a:gd name="T20" fmla="*/ 2147483646 w 602"/>
              <a:gd name="T21" fmla="*/ 2147483646 h 418"/>
              <a:gd name="T22" fmla="*/ 2147483646 w 602"/>
              <a:gd name="T23" fmla="*/ 2147483646 h 418"/>
              <a:gd name="T24" fmla="*/ 2147483646 w 602"/>
              <a:gd name="T25" fmla="*/ 2147483646 h 418"/>
              <a:gd name="T26" fmla="*/ 2147483646 w 602"/>
              <a:gd name="T27" fmla="*/ 2147483646 h 418"/>
              <a:gd name="T28" fmla="*/ 2147483646 w 602"/>
              <a:gd name="T29" fmla="*/ 2147483646 h 418"/>
              <a:gd name="T30" fmla="*/ 2147483646 w 602"/>
              <a:gd name="T31" fmla="*/ 2147483646 h 418"/>
              <a:gd name="T32" fmla="*/ 2147483646 w 602"/>
              <a:gd name="T33" fmla="*/ 2147483646 h 418"/>
              <a:gd name="T34" fmla="*/ 2147483646 w 602"/>
              <a:gd name="T35" fmla="*/ 2147483646 h 418"/>
              <a:gd name="T36" fmla="*/ 2147483646 w 602"/>
              <a:gd name="T37" fmla="*/ 2147483646 h 418"/>
              <a:gd name="T38" fmla="*/ 2147483646 w 602"/>
              <a:gd name="T39" fmla="*/ 2147483646 h 418"/>
              <a:gd name="T40" fmla="*/ 2147483646 w 602"/>
              <a:gd name="T41" fmla="*/ 2147483646 h 418"/>
              <a:gd name="T42" fmla="*/ 2147483646 w 602"/>
              <a:gd name="T43" fmla="*/ 2147483646 h 418"/>
              <a:gd name="T44" fmla="*/ 2147483646 w 602"/>
              <a:gd name="T45" fmla="*/ 2147483646 h 418"/>
              <a:gd name="T46" fmla="*/ 2147483646 w 602"/>
              <a:gd name="T47" fmla="*/ 2147483646 h 418"/>
              <a:gd name="T48" fmla="*/ 2147483646 w 602"/>
              <a:gd name="T49" fmla="*/ 2147483646 h 418"/>
              <a:gd name="T50" fmla="*/ 2147483646 w 602"/>
              <a:gd name="T51" fmla="*/ 2147483646 h 418"/>
              <a:gd name="T52" fmla="*/ 2147483646 w 602"/>
              <a:gd name="T53" fmla="*/ 2147483646 h 418"/>
              <a:gd name="T54" fmla="*/ 2147483646 w 602"/>
              <a:gd name="T55" fmla="*/ 2147483646 h 418"/>
              <a:gd name="T56" fmla="*/ 2147483646 w 602"/>
              <a:gd name="T57" fmla="*/ 2147483646 h 418"/>
              <a:gd name="T58" fmla="*/ 2147483646 w 602"/>
              <a:gd name="T59" fmla="*/ 2147483646 h 418"/>
              <a:gd name="T60" fmla="*/ 2147483646 w 602"/>
              <a:gd name="T61" fmla="*/ 2147483646 h 418"/>
              <a:gd name="T62" fmla="*/ 2147483646 w 602"/>
              <a:gd name="T63" fmla="*/ 2147483646 h 418"/>
              <a:gd name="T64" fmla="*/ 2147483646 w 602"/>
              <a:gd name="T65" fmla="*/ 2147483646 h 418"/>
              <a:gd name="T66" fmla="*/ 2147483646 w 602"/>
              <a:gd name="T67" fmla="*/ 2147483646 h 418"/>
              <a:gd name="T68" fmla="*/ 2147483646 w 602"/>
              <a:gd name="T69" fmla="*/ 2147483646 h 418"/>
              <a:gd name="T70" fmla="*/ 2147483646 w 602"/>
              <a:gd name="T71" fmla="*/ 2147483646 h 418"/>
              <a:gd name="T72" fmla="*/ 2147483646 w 602"/>
              <a:gd name="T73" fmla="*/ 2147483646 h 418"/>
              <a:gd name="T74" fmla="*/ 2147483646 w 602"/>
              <a:gd name="T75" fmla="*/ 2147483646 h 418"/>
              <a:gd name="T76" fmla="*/ 2147483646 w 602"/>
              <a:gd name="T77" fmla="*/ 2147483646 h 418"/>
              <a:gd name="T78" fmla="*/ 2147483646 w 602"/>
              <a:gd name="T79" fmla="*/ 2147483646 h 418"/>
              <a:gd name="T80" fmla="*/ 2147483646 w 602"/>
              <a:gd name="T81" fmla="*/ 2147483646 h 418"/>
              <a:gd name="T82" fmla="*/ 2147483646 w 602"/>
              <a:gd name="T83" fmla="*/ 2147483646 h 418"/>
              <a:gd name="T84" fmla="*/ 2147483646 w 602"/>
              <a:gd name="T85" fmla="*/ 2147483646 h 418"/>
              <a:gd name="T86" fmla="*/ 2147483646 w 602"/>
              <a:gd name="T87" fmla="*/ 2147483646 h 418"/>
              <a:gd name="T88" fmla="*/ 2147483646 w 602"/>
              <a:gd name="T89" fmla="*/ 2147483646 h 418"/>
              <a:gd name="T90" fmla="*/ 2147483646 w 602"/>
              <a:gd name="T91" fmla="*/ 2147483646 h 418"/>
              <a:gd name="T92" fmla="*/ 2147483646 w 602"/>
              <a:gd name="T93" fmla="*/ 2147483646 h 418"/>
              <a:gd name="T94" fmla="*/ 2147483646 w 602"/>
              <a:gd name="T95" fmla="*/ 2147483646 h 418"/>
              <a:gd name="T96" fmla="*/ 2147483646 w 602"/>
              <a:gd name="T97" fmla="*/ 2147483646 h 418"/>
              <a:gd name="T98" fmla="*/ 2147483646 w 602"/>
              <a:gd name="T99" fmla="*/ 2147483646 h 418"/>
              <a:gd name="T100" fmla="*/ 2147483646 w 602"/>
              <a:gd name="T101" fmla="*/ 2147483646 h 418"/>
              <a:gd name="T102" fmla="*/ 2147483646 w 602"/>
              <a:gd name="T103" fmla="*/ 2147483646 h 418"/>
              <a:gd name="T104" fmla="*/ 2147483646 w 602"/>
              <a:gd name="T105" fmla="*/ 2147483646 h 418"/>
              <a:gd name="T106" fmla="*/ 2147483646 w 602"/>
              <a:gd name="T107" fmla="*/ 2147483646 h 418"/>
              <a:gd name="T108" fmla="*/ 2147483646 w 602"/>
              <a:gd name="T109" fmla="*/ 2147483646 h 418"/>
              <a:gd name="T110" fmla="*/ 2147483646 w 602"/>
              <a:gd name="T111" fmla="*/ 2147483646 h 418"/>
              <a:gd name="T112" fmla="*/ 2147483646 w 602"/>
              <a:gd name="T113" fmla="*/ 2147483646 h 418"/>
              <a:gd name="T114" fmla="*/ 2147483646 w 602"/>
              <a:gd name="T115" fmla="*/ 2147483646 h 418"/>
              <a:gd name="T116" fmla="*/ 2147483646 w 602"/>
              <a:gd name="T117" fmla="*/ 2147483646 h 418"/>
              <a:gd name="T118" fmla="*/ 2147483646 w 602"/>
              <a:gd name="T119" fmla="*/ 2147483646 h 418"/>
              <a:gd name="T120" fmla="*/ 2147483646 w 602"/>
              <a:gd name="T121" fmla="*/ 2147483646 h 418"/>
              <a:gd name="T122" fmla="*/ 2147483646 w 602"/>
              <a:gd name="T123" fmla="*/ 2147483646 h 41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602" h="418">
                <a:moveTo>
                  <a:pt x="459" y="417"/>
                </a:moveTo>
                <a:lnTo>
                  <a:pt x="459" y="417"/>
                </a:lnTo>
                <a:cubicBezTo>
                  <a:pt x="141" y="417"/>
                  <a:pt x="141" y="417"/>
                  <a:pt x="141" y="417"/>
                </a:cubicBezTo>
                <a:cubicBezTo>
                  <a:pt x="64" y="417"/>
                  <a:pt x="0" y="353"/>
                  <a:pt x="0" y="276"/>
                </a:cubicBezTo>
                <a:cubicBezTo>
                  <a:pt x="0" y="212"/>
                  <a:pt x="42" y="155"/>
                  <a:pt x="99" y="141"/>
                </a:cubicBezTo>
                <a:cubicBezTo>
                  <a:pt x="134" y="56"/>
                  <a:pt x="212" y="0"/>
                  <a:pt x="304" y="0"/>
                </a:cubicBezTo>
                <a:cubicBezTo>
                  <a:pt x="396" y="0"/>
                  <a:pt x="474" y="56"/>
                  <a:pt x="502" y="141"/>
                </a:cubicBezTo>
                <a:cubicBezTo>
                  <a:pt x="558" y="155"/>
                  <a:pt x="601" y="212"/>
                  <a:pt x="601" y="276"/>
                </a:cubicBezTo>
                <a:cubicBezTo>
                  <a:pt x="601" y="353"/>
                  <a:pt x="537" y="417"/>
                  <a:pt x="459" y="417"/>
                </a:cubicBezTo>
                <a:close/>
                <a:moveTo>
                  <a:pt x="516" y="212"/>
                </a:moveTo>
                <a:lnTo>
                  <a:pt x="516" y="212"/>
                </a:lnTo>
                <a:cubicBezTo>
                  <a:pt x="516" y="212"/>
                  <a:pt x="516" y="212"/>
                  <a:pt x="509" y="205"/>
                </a:cubicBezTo>
                <a:cubicBezTo>
                  <a:pt x="502" y="205"/>
                  <a:pt x="502" y="198"/>
                  <a:pt x="502" y="198"/>
                </a:cubicBezTo>
                <a:cubicBezTo>
                  <a:pt x="502" y="198"/>
                  <a:pt x="502" y="198"/>
                  <a:pt x="495" y="198"/>
                </a:cubicBezTo>
                <a:cubicBezTo>
                  <a:pt x="495" y="198"/>
                  <a:pt x="495" y="198"/>
                  <a:pt x="488" y="198"/>
                </a:cubicBezTo>
                <a:cubicBezTo>
                  <a:pt x="488" y="198"/>
                  <a:pt x="488" y="198"/>
                  <a:pt x="488" y="191"/>
                </a:cubicBezTo>
                <a:lnTo>
                  <a:pt x="481" y="191"/>
                </a:lnTo>
                <a:cubicBezTo>
                  <a:pt x="474" y="191"/>
                  <a:pt x="474" y="191"/>
                  <a:pt x="474" y="191"/>
                </a:cubicBezTo>
                <a:cubicBezTo>
                  <a:pt x="467" y="191"/>
                  <a:pt x="467" y="191"/>
                  <a:pt x="459" y="191"/>
                </a:cubicBezTo>
                <a:cubicBezTo>
                  <a:pt x="459" y="184"/>
                  <a:pt x="459" y="184"/>
                  <a:pt x="459" y="177"/>
                </a:cubicBezTo>
                <a:cubicBezTo>
                  <a:pt x="452" y="177"/>
                  <a:pt x="452" y="177"/>
                  <a:pt x="452" y="177"/>
                </a:cubicBezTo>
                <a:cubicBezTo>
                  <a:pt x="452" y="169"/>
                  <a:pt x="452" y="169"/>
                  <a:pt x="452" y="162"/>
                </a:cubicBezTo>
                <a:cubicBezTo>
                  <a:pt x="445" y="155"/>
                  <a:pt x="445" y="155"/>
                  <a:pt x="445" y="148"/>
                </a:cubicBezTo>
                <a:cubicBezTo>
                  <a:pt x="445" y="141"/>
                  <a:pt x="438" y="141"/>
                  <a:pt x="438" y="134"/>
                </a:cubicBezTo>
                <a:cubicBezTo>
                  <a:pt x="410" y="92"/>
                  <a:pt x="361" y="56"/>
                  <a:pt x="304" y="56"/>
                </a:cubicBezTo>
                <a:cubicBezTo>
                  <a:pt x="240" y="56"/>
                  <a:pt x="191" y="92"/>
                  <a:pt x="163" y="134"/>
                </a:cubicBezTo>
                <a:cubicBezTo>
                  <a:pt x="163" y="141"/>
                  <a:pt x="163" y="141"/>
                  <a:pt x="156" y="148"/>
                </a:cubicBezTo>
                <a:cubicBezTo>
                  <a:pt x="156" y="155"/>
                  <a:pt x="156" y="155"/>
                  <a:pt x="156" y="162"/>
                </a:cubicBezTo>
                <a:cubicBezTo>
                  <a:pt x="156" y="162"/>
                  <a:pt x="156" y="162"/>
                  <a:pt x="148" y="162"/>
                </a:cubicBezTo>
                <a:cubicBezTo>
                  <a:pt x="148" y="169"/>
                  <a:pt x="148" y="169"/>
                  <a:pt x="148" y="177"/>
                </a:cubicBezTo>
                <a:cubicBezTo>
                  <a:pt x="148" y="184"/>
                  <a:pt x="141" y="184"/>
                  <a:pt x="141" y="191"/>
                </a:cubicBezTo>
                <a:lnTo>
                  <a:pt x="134" y="191"/>
                </a:lnTo>
                <a:cubicBezTo>
                  <a:pt x="134" y="191"/>
                  <a:pt x="134" y="191"/>
                  <a:pt x="127" y="191"/>
                </a:cubicBezTo>
                <a:cubicBezTo>
                  <a:pt x="120" y="191"/>
                  <a:pt x="120" y="191"/>
                  <a:pt x="120" y="191"/>
                </a:cubicBezTo>
                <a:cubicBezTo>
                  <a:pt x="113" y="198"/>
                  <a:pt x="113" y="198"/>
                  <a:pt x="113" y="198"/>
                </a:cubicBezTo>
                <a:cubicBezTo>
                  <a:pt x="106" y="198"/>
                  <a:pt x="106" y="198"/>
                  <a:pt x="106" y="198"/>
                </a:cubicBezTo>
                <a:cubicBezTo>
                  <a:pt x="99" y="198"/>
                  <a:pt x="99" y="205"/>
                  <a:pt x="99" y="205"/>
                </a:cubicBezTo>
                <a:cubicBezTo>
                  <a:pt x="92" y="205"/>
                  <a:pt x="92" y="205"/>
                  <a:pt x="92" y="205"/>
                </a:cubicBezTo>
                <a:cubicBezTo>
                  <a:pt x="92" y="212"/>
                  <a:pt x="85" y="212"/>
                  <a:pt x="85" y="212"/>
                </a:cubicBezTo>
                <a:cubicBezTo>
                  <a:pt x="71" y="226"/>
                  <a:pt x="57" y="247"/>
                  <a:pt x="57" y="276"/>
                </a:cubicBezTo>
                <a:cubicBezTo>
                  <a:pt x="57" y="325"/>
                  <a:pt x="92" y="360"/>
                  <a:pt x="141" y="360"/>
                </a:cubicBezTo>
                <a:cubicBezTo>
                  <a:pt x="459" y="360"/>
                  <a:pt x="459" y="360"/>
                  <a:pt x="459" y="360"/>
                </a:cubicBezTo>
                <a:cubicBezTo>
                  <a:pt x="509" y="360"/>
                  <a:pt x="544" y="325"/>
                  <a:pt x="544" y="276"/>
                </a:cubicBezTo>
                <a:cubicBezTo>
                  <a:pt x="544" y="247"/>
                  <a:pt x="537" y="226"/>
                  <a:pt x="516" y="21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 name="Slide Number Placeholder 1">
            <a:extLst>
              <a:ext uri="{FF2B5EF4-FFF2-40B4-BE49-F238E27FC236}">
                <a16:creationId xmlns:a16="http://schemas.microsoft.com/office/drawing/2014/main" id="{267F6232-20F7-5C77-0109-35AB0DA6B08D}"/>
              </a:ext>
            </a:extLst>
          </p:cNvPr>
          <p:cNvSpPr>
            <a:spLocks noGrp="1"/>
          </p:cNvSpPr>
          <p:nvPr>
            <p:ph type="sldNum" sz="quarter" idx="12"/>
          </p:nvPr>
        </p:nvSpPr>
        <p:spPr/>
        <p:txBody>
          <a:bodyPr/>
          <a:lstStyle/>
          <a:p>
            <a:fld id="{7737D3DD-0AB3-4F16-99FA-6262B2B4036D}" type="slidenum">
              <a:rPr lang="en-MY" smtClean="0"/>
              <a:t>27</a:t>
            </a:fld>
            <a:endParaRPr lang="en-MY"/>
          </a:p>
        </p:txBody>
      </p:sp>
    </p:spTree>
    <p:extLst>
      <p:ext uri="{BB962C8B-B14F-4D97-AF65-F5344CB8AC3E}">
        <p14:creationId xmlns:p14="http://schemas.microsoft.com/office/powerpoint/2010/main" val="11406708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Freeform 1">
            <a:extLst>
              <a:ext uri="{FF2B5EF4-FFF2-40B4-BE49-F238E27FC236}">
                <a16:creationId xmlns:a16="http://schemas.microsoft.com/office/drawing/2014/main" id="{AA138B7D-09E2-C49F-9E22-82D1943E6F59}"/>
              </a:ext>
            </a:extLst>
          </p:cNvPr>
          <p:cNvSpPr>
            <a:spLocks noChangeArrowheads="1"/>
          </p:cNvSpPr>
          <p:nvPr/>
        </p:nvSpPr>
        <p:spPr bwMode="auto">
          <a:xfrm>
            <a:off x="11070948" y="5376138"/>
            <a:ext cx="565703" cy="176532"/>
          </a:xfrm>
          <a:custGeom>
            <a:avLst/>
            <a:gdLst>
              <a:gd name="T0" fmla="*/ 2147483646 w 623"/>
              <a:gd name="T1" fmla="*/ 2147483646 h 192"/>
              <a:gd name="T2" fmla="*/ 2147483646 w 623"/>
              <a:gd name="T3" fmla="*/ 2147483646 h 192"/>
              <a:gd name="T4" fmla="*/ 2147483646 w 623"/>
              <a:gd name="T5" fmla="*/ 2147483646 h 192"/>
              <a:gd name="T6" fmla="*/ 2147483646 w 623"/>
              <a:gd name="T7" fmla="*/ 0 h 192"/>
              <a:gd name="T8" fmla="*/ 2147483646 w 623"/>
              <a:gd name="T9" fmla="*/ 2147483646 h 192"/>
              <a:gd name="T10" fmla="*/ 2147483646 w 623"/>
              <a:gd name="T11" fmla="*/ 0 h 192"/>
              <a:gd name="T12" fmla="*/ 2147483646 w 623"/>
              <a:gd name="T13" fmla="*/ 2147483646 h 192"/>
              <a:gd name="T14" fmla="*/ 2147483646 w 623"/>
              <a:gd name="T15" fmla="*/ 2147483646 h 192"/>
              <a:gd name="T16" fmla="*/ 2147483646 w 623"/>
              <a:gd name="T17" fmla="*/ 2147483646 h 192"/>
              <a:gd name="T18" fmla="*/ 2147483646 w 623"/>
              <a:gd name="T19" fmla="*/ 2147483646 h 192"/>
              <a:gd name="T20" fmla="*/ 2147483646 w 623"/>
              <a:gd name="T21" fmla="*/ 2147483646 h 192"/>
              <a:gd name="T22" fmla="*/ 2147483646 w 623"/>
              <a:gd name="T23" fmla="*/ 2147483646 h 1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23" h="192">
                <a:moveTo>
                  <a:pt x="615" y="42"/>
                </a:moveTo>
                <a:lnTo>
                  <a:pt x="615" y="42"/>
                </a:lnTo>
                <a:cubicBezTo>
                  <a:pt x="601" y="42"/>
                  <a:pt x="587" y="84"/>
                  <a:pt x="544" y="84"/>
                </a:cubicBezTo>
                <a:cubicBezTo>
                  <a:pt x="495" y="84"/>
                  <a:pt x="473" y="0"/>
                  <a:pt x="396" y="0"/>
                </a:cubicBezTo>
                <a:cubicBezTo>
                  <a:pt x="339" y="0"/>
                  <a:pt x="318" y="49"/>
                  <a:pt x="311" y="49"/>
                </a:cubicBezTo>
                <a:cubicBezTo>
                  <a:pt x="311" y="49"/>
                  <a:pt x="290" y="0"/>
                  <a:pt x="226" y="0"/>
                </a:cubicBezTo>
                <a:cubicBezTo>
                  <a:pt x="148" y="0"/>
                  <a:pt x="127" y="84"/>
                  <a:pt x="78" y="84"/>
                </a:cubicBezTo>
                <a:cubicBezTo>
                  <a:pt x="42" y="84"/>
                  <a:pt x="21" y="42"/>
                  <a:pt x="14" y="42"/>
                </a:cubicBezTo>
                <a:cubicBezTo>
                  <a:pt x="0" y="49"/>
                  <a:pt x="35" y="191"/>
                  <a:pt x="169" y="191"/>
                </a:cubicBezTo>
                <a:cubicBezTo>
                  <a:pt x="254" y="191"/>
                  <a:pt x="304" y="120"/>
                  <a:pt x="311" y="120"/>
                </a:cubicBezTo>
                <a:cubicBezTo>
                  <a:pt x="318" y="120"/>
                  <a:pt x="375" y="191"/>
                  <a:pt x="459" y="191"/>
                </a:cubicBezTo>
                <a:cubicBezTo>
                  <a:pt x="594" y="191"/>
                  <a:pt x="622" y="49"/>
                  <a:pt x="615" y="42"/>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88" name="Freeform 2">
            <a:extLst>
              <a:ext uri="{FF2B5EF4-FFF2-40B4-BE49-F238E27FC236}">
                <a16:creationId xmlns:a16="http://schemas.microsoft.com/office/drawing/2014/main" id="{52297507-F3D6-96D8-F61C-5452065F42C1}"/>
              </a:ext>
            </a:extLst>
          </p:cNvPr>
          <p:cNvSpPr>
            <a:spLocks noChangeArrowheads="1"/>
          </p:cNvSpPr>
          <p:nvPr/>
        </p:nvSpPr>
        <p:spPr bwMode="auto">
          <a:xfrm>
            <a:off x="10116071" y="5299907"/>
            <a:ext cx="553668" cy="328991"/>
          </a:xfrm>
          <a:custGeom>
            <a:avLst/>
            <a:gdLst>
              <a:gd name="T0" fmla="*/ 2147483646 w 609"/>
              <a:gd name="T1" fmla="*/ 2147483646 h 361"/>
              <a:gd name="T2" fmla="*/ 2147483646 w 609"/>
              <a:gd name="T3" fmla="*/ 2147483646 h 361"/>
              <a:gd name="T4" fmla="*/ 2147483646 w 609"/>
              <a:gd name="T5" fmla="*/ 2147483646 h 361"/>
              <a:gd name="T6" fmla="*/ 2147483646 w 609"/>
              <a:gd name="T7" fmla="*/ 2147483646 h 361"/>
              <a:gd name="T8" fmla="*/ 2147483646 w 609"/>
              <a:gd name="T9" fmla="*/ 2147483646 h 361"/>
              <a:gd name="T10" fmla="*/ 2147483646 w 609"/>
              <a:gd name="T11" fmla="*/ 2147483646 h 361"/>
              <a:gd name="T12" fmla="*/ 2147483646 w 609"/>
              <a:gd name="T13" fmla="*/ 2147483646 h 361"/>
              <a:gd name="T14" fmla="*/ 2147483646 w 609"/>
              <a:gd name="T15" fmla="*/ 2147483646 h 361"/>
              <a:gd name="T16" fmla="*/ 2147483646 w 609"/>
              <a:gd name="T17" fmla="*/ 2147483646 h 361"/>
              <a:gd name="T18" fmla="*/ 2147483646 w 609"/>
              <a:gd name="T19" fmla="*/ 2147483646 h 361"/>
              <a:gd name="T20" fmla="*/ 2147483646 w 609"/>
              <a:gd name="T21" fmla="*/ 2147483646 h 361"/>
              <a:gd name="T22" fmla="*/ 2147483646 w 609"/>
              <a:gd name="T23" fmla="*/ 2147483646 h 361"/>
              <a:gd name="T24" fmla="*/ 2147483646 w 609"/>
              <a:gd name="T25" fmla="*/ 2147483646 h 361"/>
              <a:gd name="T26" fmla="*/ 2147483646 w 609"/>
              <a:gd name="T27" fmla="*/ 2147483646 h 361"/>
              <a:gd name="T28" fmla="*/ 2147483646 w 609"/>
              <a:gd name="T29" fmla="*/ 2147483646 h 361"/>
              <a:gd name="T30" fmla="*/ 2147483646 w 609"/>
              <a:gd name="T31" fmla="*/ 0 h 361"/>
              <a:gd name="T32" fmla="*/ 2147483646 w 609"/>
              <a:gd name="T33" fmla="*/ 0 h 361"/>
              <a:gd name="T34" fmla="*/ 2147483646 w 609"/>
              <a:gd name="T35" fmla="*/ 0 h 361"/>
              <a:gd name="T36" fmla="*/ 2147483646 w 609"/>
              <a:gd name="T37" fmla="*/ 2147483646 h 361"/>
              <a:gd name="T38" fmla="*/ 2147483646 w 609"/>
              <a:gd name="T39" fmla="*/ 2147483646 h 361"/>
              <a:gd name="T40" fmla="*/ 2147483646 w 609"/>
              <a:gd name="T41" fmla="*/ 2147483646 h 361"/>
              <a:gd name="T42" fmla="*/ 2147483646 w 609"/>
              <a:gd name="T43" fmla="*/ 2147483646 h 361"/>
              <a:gd name="T44" fmla="*/ 2147483646 w 609"/>
              <a:gd name="T45" fmla="*/ 2147483646 h 361"/>
              <a:gd name="T46" fmla="*/ 2147483646 w 609"/>
              <a:gd name="T47" fmla="*/ 2147483646 h 361"/>
              <a:gd name="T48" fmla="*/ 0 w 609"/>
              <a:gd name="T49" fmla="*/ 2147483646 h 361"/>
              <a:gd name="T50" fmla="*/ 2147483646 w 609"/>
              <a:gd name="T51" fmla="*/ 2147483646 h 361"/>
              <a:gd name="T52" fmla="*/ 2147483646 w 609"/>
              <a:gd name="T53" fmla="*/ 2147483646 h 361"/>
              <a:gd name="T54" fmla="*/ 2147483646 w 609"/>
              <a:gd name="T55" fmla="*/ 2147483646 h 361"/>
              <a:gd name="T56" fmla="*/ 2147483646 w 609"/>
              <a:gd name="T57" fmla="*/ 2147483646 h 361"/>
              <a:gd name="T58" fmla="*/ 2147483646 w 609"/>
              <a:gd name="T59" fmla="*/ 2147483646 h 361"/>
              <a:gd name="T60" fmla="*/ 2147483646 w 609"/>
              <a:gd name="T61" fmla="*/ 2147483646 h 361"/>
              <a:gd name="T62" fmla="*/ 2147483646 w 609"/>
              <a:gd name="T63" fmla="*/ 2147483646 h 361"/>
              <a:gd name="T64" fmla="*/ 2147483646 w 609"/>
              <a:gd name="T65" fmla="*/ 2147483646 h 361"/>
              <a:gd name="T66" fmla="*/ 2147483646 w 609"/>
              <a:gd name="T67" fmla="*/ 2147483646 h 361"/>
              <a:gd name="T68" fmla="*/ 0 w 609"/>
              <a:gd name="T69" fmla="*/ 2147483646 h 361"/>
              <a:gd name="T70" fmla="*/ 2147483646 w 609"/>
              <a:gd name="T71" fmla="*/ 2147483646 h 361"/>
              <a:gd name="T72" fmla="*/ 2147483646 w 609"/>
              <a:gd name="T73" fmla="*/ 2147483646 h 361"/>
              <a:gd name="T74" fmla="*/ 2147483646 w 609"/>
              <a:gd name="T75" fmla="*/ 2147483646 h 361"/>
              <a:gd name="T76" fmla="*/ 2147483646 w 609"/>
              <a:gd name="T77" fmla="*/ 2147483646 h 361"/>
              <a:gd name="T78" fmla="*/ 2147483646 w 609"/>
              <a:gd name="T79" fmla="*/ 2147483646 h 361"/>
              <a:gd name="T80" fmla="*/ 2147483646 w 609"/>
              <a:gd name="T81" fmla="*/ 2147483646 h 361"/>
              <a:gd name="T82" fmla="*/ 2147483646 w 609"/>
              <a:gd name="T83" fmla="*/ 2147483646 h 361"/>
              <a:gd name="T84" fmla="*/ 2147483646 w 609"/>
              <a:gd name="T85" fmla="*/ 2147483646 h 361"/>
              <a:gd name="T86" fmla="*/ 2147483646 w 609"/>
              <a:gd name="T87" fmla="*/ 2147483646 h 361"/>
              <a:gd name="T88" fmla="*/ 0 w 609"/>
              <a:gd name="T89" fmla="*/ 2147483646 h 361"/>
              <a:gd name="T90" fmla="*/ 2147483646 w 609"/>
              <a:gd name="T91" fmla="*/ 0 h 361"/>
              <a:gd name="T92" fmla="*/ 2147483646 w 609"/>
              <a:gd name="T93" fmla="*/ 0 h 361"/>
              <a:gd name="T94" fmla="*/ 2147483646 w 609"/>
              <a:gd name="T95" fmla="*/ 0 h 361"/>
              <a:gd name="T96" fmla="*/ 2147483646 w 609"/>
              <a:gd name="T97" fmla="*/ 2147483646 h 361"/>
              <a:gd name="T98" fmla="*/ 2147483646 w 609"/>
              <a:gd name="T99" fmla="*/ 2147483646 h 361"/>
              <a:gd name="T100" fmla="*/ 2147483646 w 609"/>
              <a:gd name="T101" fmla="*/ 2147483646 h 361"/>
              <a:gd name="T102" fmla="*/ 2147483646 w 609"/>
              <a:gd name="T103" fmla="*/ 2147483646 h 361"/>
              <a:gd name="T104" fmla="*/ 2147483646 w 609"/>
              <a:gd name="T105" fmla="*/ 2147483646 h 361"/>
              <a:gd name="T106" fmla="*/ 2147483646 w 609"/>
              <a:gd name="T107" fmla="*/ 2147483646 h 361"/>
              <a:gd name="T108" fmla="*/ 2147483646 w 609"/>
              <a:gd name="T109" fmla="*/ 2147483646 h 361"/>
              <a:gd name="T110" fmla="*/ 2147483646 w 609"/>
              <a:gd name="T111" fmla="*/ 2147483646 h 361"/>
              <a:gd name="T112" fmla="*/ 2147483646 w 609"/>
              <a:gd name="T113" fmla="*/ 2147483646 h 361"/>
              <a:gd name="T114" fmla="*/ 2147483646 w 609"/>
              <a:gd name="T115" fmla="*/ 2147483646 h 361"/>
              <a:gd name="T116" fmla="*/ 2147483646 w 609"/>
              <a:gd name="T117" fmla="*/ 2147483646 h 36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609" h="361">
                <a:moveTo>
                  <a:pt x="579" y="205"/>
                </a:moveTo>
                <a:lnTo>
                  <a:pt x="579" y="205"/>
                </a:lnTo>
                <a:cubicBezTo>
                  <a:pt x="198" y="205"/>
                  <a:pt x="198" y="205"/>
                  <a:pt x="198" y="205"/>
                </a:cubicBezTo>
                <a:cubicBezTo>
                  <a:pt x="184" y="205"/>
                  <a:pt x="169" y="198"/>
                  <a:pt x="169" y="176"/>
                </a:cubicBezTo>
                <a:cubicBezTo>
                  <a:pt x="169" y="162"/>
                  <a:pt x="184" y="148"/>
                  <a:pt x="198" y="148"/>
                </a:cubicBezTo>
                <a:cubicBezTo>
                  <a:pt x="579" y="148"/>
                  <a:pt x="579" y="148"/>
                  <a:pt x="579" y="148"/>
                </a:cubicBezTo>
                <a:cubicBezTo>
                  <a:pt x="594" y="148"/>
                  <a:pt x="608" y="162"/>
                  <a:pt x="608" y="176"/>
                </a:cubicBezTo>
                <a:cubicBezTo>
                  <a:pt x="608" y="198"/>
                  <a:pt x="594" y="205"/>
                  <a:pt x="579" y="205"/>
                </a:cubicBezTo>
                <a:close/>
                <a:moveTo>
                  <a:pt x="579" y="56"/>
                </a:moveTo>
                <a:lnTo>
                  <a:pt x="579" y="56"/>
                </a:lnTo>
                <a:cubicBezTo>
                  <a:pt x="198" y="56"/>
                  <a:pt x="198" y="56"/>
                  <a:pt x="198" y="56"/>
                </a:cubicBezTo>
                <a:cubicBezTo>
                  <a:pt x="184" y="56"/>
                  <a:pt x="169" y="42"/>
                  <a:pt x="169" y="28"/>
                </a:cubicBezTo>
                <a:cubicBezTo>
                  <a:pt x="169" y="14"/>
                  <a:pt x="184" y="0"/>
                  <a:pt x="198" y="0"/>
                </a:cubicBezTo>
                <a:cubicBezTo>
                  <a:pt x="579" y="0"/>
                  <a:pt x="579" y="0"/>
                  <a:pt x="579" y="0"/>
                </a:cubicBezTo>
                <a:cubicBezTo>
                  <a:pt x="594" y="0"/>
                  <a:pt x="608" y="14"/>
                  <a:pt x="608" y="28"/>
                </a:cubicBezTo>
                <a:cubicBezTo>
                  <a:pt x="608" y="42"/>
                  <a:pt x="594" y="56"/>
                  <a:pt x="579" y="56"/>
                </a:cubicBezTo>
                <a:close/>
                <a:moveTo>
                  <a:pt x="85" y="360"/>
                </a:moveTo>
                <a:lnTo>
                  <a:pt x="85" y="360"/>
                </a:lnTo>
                <a:cubicBezTo>
                  <a:pt x="28" y="360"/>
                  <a:pt x="28" y="360"/>
                  <a:pt x="28" y="360"/>
                </a:cubicBezTo>
                <a:cubicBezTo>
                  <a:pt x="14" y="360"/>
                  <a:pt x="0" y="346"/>
                  <a:pt x="0" y="332"/>
                </a:cubicBezTo>
                <a:cubicBezTo>
                  <a:pt x="0" y="311"/>
                  <a:pt x="14" y="304"/>
                  <a:pt x="28" y="304"/>
                </a:cubicBezTo>
                <a:cubicBezTo>
                  <a:pt x="85" y="304"/>
                  <a:pt x="85" y="304"/>
                  <a:pt x="85" y="304"/>
                </a:cubicBezTo>
                <a:cubicBezTo>
                  <a:pt x="106" y="304"/>
                  <a:pt x="113" y="311"/>
                  <a:pt x="113" y="332"/>
                </a:cubicBezTo>
                <a:cubicBezTo>
                  <a:pt x="113" y="346"/>
                  <a:pt x="106" y="360"/>
                  <a:pt x="85" y="360"/>
                </a:cubicBezTo>
                <a:close/>
                <a:moveTo>
                  <a:pt x="85" y="205"/>
                </a:moveTo>
                <a:lnTo>
                  <a:pt x="85" y="205"/>
                </a:lnTo>
                <a:cubicBezTo>
                  <a:pt x="28" y="205"/>
                  <a:pt x="28" y="205"/>
                  <a:pt x="28" y="205"/>
                </a:cubicBezTo>
                <a:cubicBezTo>
                  <a:pt x="14" y="205"/>
                  <a:pt x="0" y="198"/>
                  <a:pt x="0" y="176"/>
                </a:cubicBezTo>
                <a:cubicBezTo>
                  <a:pt x="0" y="162"/>
                  <a:pt x="14" y="148"/>
                  <a:pt x="28" y="148"/>
                </a:cubicBezTo>
                <a:cubicBezTo>
                  <a:pt x="85" y="148"/>
                  <a:pt x="85" y="148"/>
                  <a:pt x="85" y="148"/>
                </a:cubicBezTo>
                <a:cubicBezTo>
                  <a:pt x="106" y="148"/>
                  <a:pt x="113" y="162"/>
                  <a:pt x="113" y="176"/>
                </a:cubicBezTo>
                <a:cubicBezTo>
                  <a:pt x="113" y="198"/>
                  <a:pt x="106" y="205"/>
                  <a:pt x="85" y="205"/>
                </a:cubicBezTo>
                <a:close/>
                <a:moveTo>
                  <a:pt x="85" y="56"/>
                </a:moveTo>
                <a:lnTo>
                  <a:pt x="85" y="56"/>
                </a:lnTo>
                <a:cubicBezTo>
                  <a:pt x="28" y="56"/>
                  <a:pt x="28" y="56"/>
                  <a:pt x="28" y="56"/>
                </a:cubicBezTo>
                <a:cubicBezTo>
                  <a:pt x="14" y="56"/>
                  <a:pt x="0" y="42"/>
                  <a:pt x="0" y="28"/>
                </a:cubicBezTo>
                <a:cubicBezTo>
                  <a:pt x="0" y="14"/>
                  <a:pt x="14" y="0"/>
                  <a:pt x="28" y="0"/>
                </a:cubicBezTo>
                <a:cubicBezTo>
                  <a:pt x="85" y="0"/>
                  <a:pt x="85" y="0"/>
                  <a:pt x="85" y="0"/>
                </a:cubicBezTo>
                <a:cubicBezTo>
                  <a:pt x="106" y="0"/>
                  <a:pt x="113" y="14"/>
                  <a:pt x="113" y="28"/>
                </a:cubicBezTo>
                <a:cubicBezTo>
                  <a:pt x="113" y="42"/>
                  <a:pt x="106" y="56"/>
                  <a:pt x="85" y="56"/>
                </a:cubicBezTo>
                <a:close/>
                <a:moveTo>
                  <a:pt x="198" y="360"/>
                </a:moveTo>
                <a:lnTo>
                  <a:pt x="198" y="360"/>
                </a:lnTo>
                <a:cubicBezTo>
                  <a:pt x="184" y="360"/>
                  <a:pt x="169" y="346"/>
                  <a:pt x="169" y="332"/>
                </a:cubicBezTo>
                <a:cubicBezTo>
                  <a:pt x="169" y="311"/>
                  <a:pt x="184" y="304"/>
                  <a:pt x="198" y="304"/>
                </a:cubicBezTo>
                <a:cubicBezTo>
                  <a:pt x="579" y="304"/>
                  <a:pt x="579" y="304"/>
                  <a:pt x="579" y="304"/>
                </a:cubicBezTo>
                <a:cubicBezTo>
                  <a:pt x="594" y="304"/>
                  <a:pt x="608" y="311"/>
                  <a:pt x="608" y="332"/>
                </a:cubicBezTo>
                <a:cubicBezTo>
                  <a:pt x="608" y="346"/>
                  <a:pt x="594" y="360"/>
                  <a:pt x="579" y="360"/>
                </a:cubicBezTo>
                <a:cubicBezTo>
                  <a:pt x="198" y="360"/>
                  <a:pt x="198" y="360"/>
                  <a:pt x="198" y="36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89" name="Freeform 3">
            <a:extLst>
              <a:ext uri="{FF2B5EF4-FFF2-40B4-BE49-F238E27FC236}">
                <a16:creationId xmlns:a16="http://schemas.microsoft.com/office/drawing/2014/main" id="{0A2ED479-B0A5-2087-26EA-3BB842BE05FF}"/>
              </a:ext>
            </a:extLst>
          </p:cNvPr>
          <p:cNvSpPr>
            <a:spLocks noChangeArrowheads="1"/>
          </p:cNvSpPr>
          <p:nvPr/>
        </p:nvSpPr>
        <p:spPr bwMode="auto">
          <a:xfrm>
            <a:off x="9161194" y="5299907"/>
            <a:ext cx="549655" cy="328991"/>
          </a:xfrm>
          <a:custGeom>
            <a:avLst/>
            <a:gdLst>
              <a:gd name="T0" fmla="*/ 2147483646 w 602"/>
              <a:gd name="T1" fmla="*/ 2147483646 h 361"/>
              <a:gd name="T2" fmla="*/ 2147483646 w 602"/>
              <a:gd name="T3" fmla="*/ 2147483646 h 361"/>
              <a:gd name="T4" fmla="*/ 2147483646 w 602"/>
              <a:gd name="T5" fmla="*/ 2147483646 h 361"/>
              <a:gd name="T6" fmla="*/ 0 w 602"/>
              <a:gd name="T7" fmla="*/ 2147483646 h 361"/>
              <a:gd name="T8" fmla="*/ 2147483646 w 602"/>
              <a:gd name="T9" fmla="*/ 2147483646 h 361"/>
              <a:gd name="T10" fmla="*/ 2147483646 w 602"/>
              <a:gd name="T11" fmla="*/ 2147483646 h 361"/>
              <a:gd name="T12" fmla="*/ 2147483646 w 602"/>
              <a:gd name="T13" fmla="*/ 2147483646 h 361"/>
              <a:gd name="T14" fmla="*/ 2147483646 w 602"/>
              <a:gd name="T15" fmla="*/ 2147483646 h 361"/>
              <a:gd name="T16" fmla="*/ 2147483646 w 602"/>
              <a:gd name="T17" fmla="*/ 2147483646 h 361"/>
              <a:gd name="T18" fmla="*/ 2147483646 w 602"/>
              <a:gd name="T19" fmla="*/ 2147483646 h 361"/>
              <a:gd name="T20" fmla="*/ 2147483646 w 602"/>
              <a:gd name="T21" fmla="*/ 2147483646 h 361"/>
              <a:gd name="T22" fmla="*/ 0 w 602"/>
              <a:gd name="T23" fmla="*/ 2147483646 h 361"/>
              <a:gd name="T24" fmla="*/ 2147483646 w 602"/>
              <a:gd name="T25" fmla="*/ 0 h 361"/>
              <a:gd name="T26" fmla="*/ 2147483646 w 602"/>
              <a:gd name="T27" fmla="*/ 0 h 361"/>
              <a:gd name="T28" fmla="*/ 2147483646 w 602"/>
              <a:gd name="T29" fmla="*/ 2147483646 h 361"/>
              <a:gd name="T30" fmla="*/ 2147483646 w 602"/>
              <a:gd name="T31" fmla="*/ 2147483646 h 361"/>
              <a:gd name="T32" fmla="*/ 2147483646 w 602"/>
              <a:gd name="T33" fmla="*/ 2147483646 h 361"/>
              <a:gd name="T34" fmla="*/ 2147483646 w 602"/>
              <a:gd name="T35" fmla="*/ 2147483646 h 361"/>
              <a:gd name="T36" fmla="*/ 2147483646 w 602"/>
              <a:gd name="T37" fmla="*/ 2147483646 h 361"/>
              <a:gd name="T38" fmla="*/ 2147483646 w 602"/>
              <a:gd name="T39" fmla="*/ 2147483646 h 361"/>
              <a:gd name="T40" fmla="*/ 2147483646 w 602"/>
              <a:gd name="T41" fmla="*/ 2147483646 h 361"/>
              <a:gd name="T42" fmla="*/ 2147483646 w 602"/>
              <a:gd name="T43" fmla="*/ 2147483646 h 361"/>
              <a:gd name="T44" fmla="*/ 0 w 602"/>
              <a:gd name="T45" fmla="*/ 2147483646 h 361"/>
              <a:gd name="T46" fmla="*/ 2147483646 w 602"/>
              <a:gd name="T47" fmla="*/ 2147483646 h 36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602" h="361">
                <a:moveTo>
                  <a:pt x="572" y="205"/>
                </a:moveTo>
                <a:lnTo>
                  <a:pt x="572" y="205"/>
                </a:lnTo>
                <a:cubicBezTo>
                  <a:pt x="28" y="205"/>
                  <a:pt x="28" y="205"/>
                  <a:pt x="28" y="205"/>
                </a:cubicBezTo>
                <a:cubicBezTo>
                  <a:pt x="14" y="205"/>
                  <a:pt x="0" y="198"/>
                  <a:pt x="0" y="176"/>
                </a:cubicBezTo>
                <a:cubicBezTo>
                  <a:pt x="0" y="162"/>
                  <a:pt x="14" y="148"/>
                  <a:pt x="28" y="148"/>
                </a:cubicBezTo>
                <a:cubicBezTo>
                  <a:pt x="572" y="148"/>
                  <a:pt x="572" y="148"/>
                  <a:pt x="572" y="148"/>
                </a:cubicBezTo>
                <a:cubicBezTo>
                  <a:pt x="594" y="148"/>
                  <a:pt x="601" y="162"/>
                  <a:pt x="601" y="176"/>
                </a:cubicBezTo>
                <a:cubicBezTo>
                  <a:pt x="601" y="198"/>
                  <a:pt x="594" y="205"/>
                  <a:pt x="572" y="205"/>
                </a:cubicBezTo>
                <a:close/>
                <a:moveTo>
                  <a:pt x="572" y="56"/>
                </a:moveTo>
                <a:lnTo>
                  <a:pt x="572" y="56"/>
                </a:lnTo>
                <a:cubicBezTo>
                  <a:pt x="28" y="56"/>
                  <a:pt x="28" y="56"/>
                  <a:pt x="28" y="56"/>
                </a:cubicBezTo>
                <a:cubicBezTo>
                  <a:pt x="14" y="56"/>
                  <a:pt x="0" y="42"/>
                  <a:pt x="0" y="28"/>
                </a:cubicBezTo>
                <a:cubicBezTo>
                  <a:pt x="0" y="14"/>
                  <a:pt x="14" y="0"/>
                  <a:pt x="28" y="0"/>
                </a:cubicBezTo>
                <a:cubicBezTo>
                  <a:pt x="572" y="0"/>
                  <a:pt x="572" y="0"/>
                  <a:pt x="572" y="0"/>
                </a:cubicBezTo>
                <a:cubicBezTo>
                  <a:pt x="594" y="0"/>
                  <a:pt x="601" y="14"/>
                  <a:pt x="601" y="28"/>
                </a:cubicBezTo>
                <a:cubicBezTo>
                  <a:pt x="601" y="42"/>
                  <a:pt x="594" y="56"/>
                  <a:pt x="572" y="56"/>
                </a:cubicBezTo>
                <a:close/>
                <a:moveTo>
                  <a:pt x="28" y="304"/>
                </a:moveTo>
                <a:lnTo>
                  <a:pt x="28" y="304"/>
                </a:lnTo>
                <a:cubicBezTo>
                  <a:pt x="572" y="304"/>
                  <a:pt x="572" y="304"/>
                  <a:pt x="572" y="304"/>
                </a:cubicBezTo>
                <a:cubicBezTo>
                  <a:pt x="594" y="304"/>
                  <a:pt x="601" y="311"/>
                  <a:pt x="601" y="332"/>
                </a:cubicBezTo>
                <a:cubicBezTo>
                  <a:pt x="601" y="346"/>
                  <a:pt x="594" y="360"/>
                  <a:pt x="572" y="360"/>
                </a:cubicBezTo>
                <a:cubicBezTo>
                  <a:pt x="28" y="360"/>
                  <a:pt x="28" y="360"/>
                  <a:pt x="28" y="360"/>
                </a:cubicBezTo>
                <a:cubicBezTo>
                  <a:pt x="14" y="360"/>
                  <a:pt x="0" y="346"/>
                  <a:pt x="0" y="332"/>
                </a:cubicBezTo>
                <a:cubicBezTo>
                  <a:pt x="0" y="311"/>
                  <a:pt x="14" y="304"/>
                  <a:pt x="28" y="30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90" name="Freeform 4">
            <a:extLst>
              <a:ext uri="{FF2B5EF4-FFF2-40B4-BE49-F238E27FC236}">
                <a16:creationId xmlns:a16="http://schemas.microsoft.com/office/drawing/2014/main" id="{6F43B23C-C4C6-0AF4-6AA3-182633E505BC}"/>
              </a:ext>
            </a:extLst>
          </p:cNvPr>
          <p:cNvSpPr>
            <a:spLocks noChangeArrowheads="1"/>
          </p:cNvSpPr>
          <p:nvPr/>
        </p:nvSpPr>
        <p:spPr bwMode="auto">
          <a:xfrm>
            <a:off x="8258472" y="5408235"/>
            <a:ext cx="433306" cy="104314"/>
          </a:xfrm>
          <a:custGeom>
            <a:avLst/>
            <a:gdLst>
              <a:gd name="T0" fmla="*/ 2147483646 w 475"/>
              <a:gd name="T1" fmla="*/ 2147483646 h 114"/>
              <a:gd name="T2" fmla="*/ 2147483646 w 475"/>
              <a:gd name="T3" fmla="*/ 2147483646 h 114"/>
              <a:gd name="T4" fmla="*/ 2147483646 w 475"/>
              <a:gd name="T5" fmla="*/ 2147483646 h 114"/>
              <a:gd name="T6" fmla="*/ 2147483646 w 475"/>
              <a:gd name="T7" fmla="*/ 0 h 114"/>
              <a:gd name="T8" fmla="*/ 2147483646 w 475"/>
              <a:gd name="T9" fmla="*/ 2147483646 h 114"/>
              <a:gd name="T10" fmla="*/ 2147483646 w 475"/>
              <a:gd name="T11" fmla="*/ 2147483646 h 114"/>
              <a:gd name="T12" fmla="*/ 2147483646 w 475"/>
              <a:gd name="T13" fmla="*/ 2147483646 h 114"/>
              <a:gd name="T14" fmla="*/ 2147483646 w 475"/>
              <a:gd name="T15" fmla="*/ 2147483646 h 114"/>
              <a:gd name="T16" fmla="*/ 2147483646 w 475"/>
              <a:gd name="T17" fmla="*/ 2147483646 h 114"/>
              <a:gd name="T18" fmla="*/ 2147483646 w 475"/>
              <a:gd name="T19" fmla="*/ 0 h 114"/>
              <a:gd name="T20" fmla="*/ 2147483646 w 475"/>
              <a:gd name="T21" fmla="*/ 2147483646 h 114"/>
              <a:gd name="T22" fmla="*/ 2147483646 w 475"/>
              <a:gd name="T23" fmla="*/ 2147483646 h 114"/>
              <a:gd name="T24" fmla="*/ 2147483646 w 475"/>
              <a:gd name="T25" fmla="*/ 2147483646 h 114"/>
              <a:gd name="T26" fmla="*/ 2147483646 w 475"/>
              <a:gd name="T27" fmla="*/ 2147483646 h 114"/>
              <a:gd name="T28" fmla="*/ 0 w 475"/>
              <a:gd name="T29" fmla="*/ 2147483646 h 114"/>
              <a:gd name="T30" fmla="*/ 2147483646 w 475"/>
              <a:gd name="T31" fmla="*/ 0 h 114"/>
              <a:gd name="T32" fmla="*/ 2147483646 w 475"/>
              <a:gd name="T33" fmla="*/ 2147483646 h 114"/>
              <a:gd name="T34" fmla="*/ 2147483646 w 475"/>
              <a:gd name="T35" fmla="*/ 2147483646 h 11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75" h="114">
                <a:moveTo>
                  <a:pt x="417" y="113"/>
                </a:moveTo>
                <a:lnTo>
                  <a:pt x="417" y="113"/>
                </a:lnTo>
                <a:cubicBezTo>
                  <a:pt x="382" y="113"/>
                  <a:pt x="361" y="92"/>
                  <a:pt x="361" y="56"/>
                </a:cubicBezTo>
                <a:cubicBezTo>
                  <a:pt x="361" y="28"/>
                  <a:pt x="382" y="0"/>
                  <a:pt x="417" y="0"/>
                </a:cubicBezTo>
                <a:cubicBezTo>
                  <a:pt x="446" y="0"/>
                  <a:pt x="474" y="28"/>
                  <a:pt x="474" y="56"/>
                </a:cubicBezTo>
                <a:cubicBezTo>
                  <a:pt x="474" y="92"/>
                  <a:pt x="446" y="113"/>
                  <a:pt x="417" y="113"/>
                </a:cubicBezTo>
                <a:close/>
                <a:moveTo>
                  <a:pt x="234" y="113"/>
                </a:moveTo>
                <a:lnTo>
                  <a:pt x="234" y="113"/>
                </a:lnTo>
                <a:cubicBezTo>
                  <a:pt x="205" y="113"/>
                  <a:pt x="177" y="92"/>
                  <a:pt x="177" y="56"/>
                </a:cubicBezTo>
                <a:cubicBezTo>
                  <a:pt x="177" y="28"/>
                  <a:pt x="205" y="0"/>
                  <a:pt x="234" y="0"/>
                </a:cubicBezTo>
                <a:cubicBezTo>
                  <a:pt x="269" y="0"/>
                  <a:pt x="290" y="28"/>
                  <a:pt x="290" y="56"/>
                </a:cubicBezTo>
                <a:cubicBezTo>
                  <a:pt x="290" y="92"/>
                  <a:pt x="269" y="113"/>
                  <a:pt x="234" y="113"/>
                </a:cubicBezTo>
                <a:close/>
                <a:moveTo>
                  <a:pt x="57" y="113"/>
                </a:moveTo>
                <a:lnTo>
                  <a:pt x="57" y="113"/>
                </a:lnTo>
                <a:cubicBezTo>
                  <a:pt x="29" y="113"/>
                  <a:pt x="0" y="92"/>
                  <a:pt x="0" y="56"/>
                </a:cubicBezTo>
                <a:cubicBezTo>
                  <a:pt x="0" y="28"/>
                  <a:pt x="29" y="0"/>
                  <a:pt x="57" y="0"/>
                </a:cubicBezTo>
                <a:cubicBezTo>
                  <a:pt x="85" y="0"/>
                  <a:pt x="113" y="28"/>
                  <a:pt x="113" y="56"/>
                </a:cubicBezTo>
                <a:cubicBezTo>
                  <a:pt x="113" y="92"/>
                  <a:pt x="85" y="113"/>
                  <a:pt x="57" y="11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91" name="Freeform 5">
            <a:extLst>
              <a:ext uri="{FF2B5EF4-FFF2-40B4-BE49-F238E27FC236}">
                <a16:creationId xmlns:a16="http://schemas.microsoft.com/office/drawing/2014/main" id="{077AEC15-A045-8DB5-E665-C28BCB0881F5}"/>
              </a:ext>
            </a:extLst>
          </p:cNvPr>
          <p:cNvSpPr>
            <a:spLocks noChangeArrowheads="1"/>
          </p:cNvSpPr>
          <p:nvPr/>
        </p:nvSpPr>
        <p:spPr bwMode="auto">
          <a:xfrm>
            <a:off x="7411923" y="5279848"/>
            <a:ext cx="208629" cy="361088"/>
          </a:xfrm>
          <a:custGeom>
            <a:avLst/>
            <a:gdLst>
              <a:gd name="T0" fmla="*/ 2147483646 w 228"/>
              <a:gd name="T1" fmla="*/ 2147483646 h 396"/>
              <a:gd name="T2" fmla="*/ 2147483646 w 228"/>
              <a:gd name="T3" fmla="*/ 2147483646 h 396"/>
              <a:gd name="T4" fmla="*/ 2147483646 w 228"/>
              <a:gd name="T5" fmla="*/ 2147483646 h 396"/>
              <a:gd name="T6" fmla="*/ 2147483646 w 228"/>
              <a:gd name="T7" fmla="*/ 2147483646 h 396"/>
              <a:gd name="T8" fmla="*/ 2147483646 w 228"/>
              <a:gd name="T9" fmla="*/ 2147483646 h 396"/>
              <a:gd name="T10" fmla="*/ 0 w 228"/>
              <a:gd name="T11" fmla="*/ 2147483646 h 396"/>
              <a:gd name="T12" fmla="*/ 2147483646 w 228"/>
              <a:gd name="T13" fmla="*/ 2147483646 h 396"/>
              <a:gd name="T14" fmla="*/ 2147483646 w 228"/>
              <a:gd name="T15" fmla="*/ 2147483646 h 396"/>
              <a:gd name="T16" fmla="*/ 2147483646 w 228"/>
              <a:gd name="T17" fmla="*/ 2147483646 h 396"/>
              <a:gd name="T18" fmla="*/ 2147483646 w 228"/>
              <a:gd name="T19" fmla="*/ 2147483646 h 396"/>
              <a:gd name="T20" fmla="*/ 2147483646 w 228"/>
              <a:gd name="T21" fmla="*/ 2147483646 h 396"/>
              <a:gd name="T22" fmla="*/ 2147483646 w 228"/>
              <a:gd name="T23" fmla="*/ 2147483646 h 396"/>
              <a:gd name="T24" fmla="*/ 2147483646 w 228"/>
              <a:gd name="T25" fmla="*/ 2147483646 h 396"/>
              <a:gd name="T26" fmla="*/ 2147483646 w 228"/>
              <a:gd name="T27" fmla="*/ 2147483646 h 396"/>
              <a:gd name="T28" fmla="*/ 2147483646 w 228"/>
              <a:gd name="T29" fmla="*/ 2147483646 h 396"/>
              <a:gd name="T30" fmla="*/ 2147483646 w 228"/>
              <a:gd name="T31" fmla="*/ 2147483646 h 396"/>
              <a:gd name="T32" fmla="*/ 2147483646 w 228"/>
              <a:gd name="T33" fmla="*/ 2147483646 h 396"/>
              <a:gd name="T34" fmla="*/ 2147483646 w 228"/>
              <a:gd name="T35" fmla="*/ 2147483646 h 396"/>
              <a:gd name="T36" fmla="*/ 2147483646 w 228"/>
              <a:gd name="T37" fmla="*/ 0 h 396"/>
              <a:gd name="T38" fmla="*/ 0 w 228"/>
              <a:gd name="T39" fmla="*/ 2147483646 h 396"/>
              <a:gd name="T40" fmla="*/ 2147483646 w 228"/>
              <a:gd name="T41" fmla="*/ 2147483646 h 39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28" h="396">
                <a:moveTo>
                  <a:pt x="7" y="49"/>
                </a:moveTo>
                <a:lnTo>
                  <a:pt x="7" y="49"/>
                </a:lnTo>
                <a:cubicBezTo>
                  <a:pt x="156" y="197"/>
                  <a:pt x="156" y="197"/>
                  <a:pt x="156" y="197"/>
                </a:cubicBezTo>
                <a:cubicBezTo>
                  <a:pt x="7" y="353"/>
                  <a:pt x="7" y="353"/>
                  <a:pt x="7" y="353"/>
                </a:cubicBezTo>
                <a:cubicBezTo>
                  <a:pt x="0" y="353"/>
                  <a:pt x="0" y="360"/>
                  <a:pt x="0" y="367"/>
                </a:cubicBezTo>
                <a:cubicBezTo>
                  <a:pt x="0" y="388"/>
                  <a:pt x="15" y="395"/>
                  <a:pt x="29" y="395"/>
                </a:cubicBezTo>
                <a:cubicBezTo>
                  <a:pt x="36" y="395"/>
                  <a:pt x="43" y="395"/>
                  <a:pt x="50" y="388"/>
                </a:cubicBezTo>
                <a:cubicBezTo>
                  <a:pt x="220" y="219"/>
                  <a:pt x="220" y="219"/>
                  <a:pt x="220" y="219"/>
                </a:cubicBezTo>
                <a:cubicBezTo>
                  <a:pt x="227" y="212"/>
                  <a:pt x="227" y="205"/>
                  <a:pt x="227" y="197"/>
                </a:cubicBezTo>
                <a:cubicBezTo>
                  <a:pt x="227" y="190"/>
                  <a:pt x="227" y="183"/>
                  <a:pt x="220" y="176"/>
                </a:cubicBezTo>
                <a:cubicBezTo>
                  <a:pt x="50" y="7"/>
                  <a:pt x="50" y="7"/>
                  <a:pt x="50" y="7"/>
                </a:cubicBezTo>
                <a:cubicBezTo>
                  <a:pt x="43" y="7"/>
                  <a:pt x="36" y="0"/>
                  <a:pt x="29" y="0"/>
                </a:cubicBezTo>
                <a:cubicBezTo>
                  <a:pt x="15" y="0"/>
                  <a:pt x="0" y="14"/>
                  <a:pt x="0" y="28"/>
                </a:cubicBezTo>
                <a:cubicBezTo>
                  <a:pt x="0" y="42"/>
                  <a:pt x="7" y="49"/>
                  <a:pt x="7" y="49"/>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92" name="Freeform 6">
            <a:extLst>
              <a:ext uri="{FF2B5EF4-FFF2-40B4-BE49-F238E27FC236}">
                <a16:creationId xmlns:a16="http://schemas.microsoft.com/office/drawing/2014/main" id="{ECAD9ECD-41D8-080B-18F6-17E9E583CDD5}"/>
              </a:ext>
            </a:extLst>
          </p:cNvPr>
          <p:cNvSpPr>
            <a:spLocks noChangeArrowheads="1"/>
          </p:cNvSpPr>
          <p:nvPr/>
        </p:nvSpPr>
        <p:spPr bwMode="auto">
          <a:xfrm>
            <a:off x="6453033" y="5279848"/>
            <a:ext cx="208629" cy="361088"/>
          </a:xfrm>
          <a:custGeom>
            <a:avLst/>
            <a:gdLst>
              <a:gd name="T0" fmla="*/ 2147483646 w 228"/>
              <a:gd name="T1" fmla="*/ 2147483646 h 396"/>
              <a:gd name="T2" fmla="*/ 2147483646 w 228"/>
              <a:gd name="T3" fmla="*/ 2147483646 h 396"/>
              <a:gd name="T4" fmla="*/ 2147483646 w 228"/>
              <a:gd name="T5" fmla="*/ 2147483646 h 396"/>
              <a:gd name="T6" fmla="*/ 2147483646 w 228"/>
              <a:gd name="T7" fmla="*/ 2147483646 h 396"/>
              <a:gd name="T8" fmla="*/ 2147483646 w 228"/>
              <a:gd name="T9" fmla="*/ 2147483646 h 396"/>
              <a:gd name="T10" fmla="*/ 2147483646 w 228"/>
              <a:gd name="T11" fmla="*/ 2147483646 h 396"/>
              <a:gd name="T12" fmla="*/ 2147483646 w 228"/>
              <a:gd name="T13" fmla="*/ 2147483646 h 396"/>
              <a:gd name="T14" fmla="*/ 2147483646 w 228"/>
              <a:gd name="T15" fmla="*/ 2147483646 h 396"/>
              <a:gd name="T16" fmla="*/ 2147483646 w 228"/>
              <a:gd name="T17" fmla="*/ 2147483646 h 396"/>
              <a:gd name="T18" fmla="*/ 2147483646 w 228"/>
              <a:gd name="T19" fmla="*/ 2147483646 h 396"/>
              <a:gd name="T20" fmla="*/ 2147483646 w 228"/>
              <a:gd name="T21" fmla="*/ 2147483646 h 396"/>
              <a:gd name="T22" fmla="*/ 0 w 228"/>
              <a:gd name="T23" fmla="*/ 2147483646 h 396"/>
              <a:gd name="T24" fmla="*/ 0 w 228"/>
              <a:gd name="T25" fmla="*/ 2147483646 h 396"/>
              <a:gd name="T26" fmla="*/ 0 w 228"/>
              <a:gd name="T27" fmla="*/ 2147483646 h 396"/>
              <a:gd name="T28" fmla="*/ 2147483646 w 228"/>
              <a:gd name="T29" fmla="*/ 2147483646 h 396"/>
              <a:gd name="T30" fmla="*/ 2147483646 w 228"/>
              <a:gd name="T31" fmla="*/ 2147483646 h 396"/>
              <a:gd name="T32" fmla="*/ 2147483646 w 228"/>
              <a:gd name="T33" fmla="*/ 2147483646 h 396"/>
              <a:gd name="T34" fmla="*/ 2147483646 w 228"/>
              <a:gd name="T35" fmla="*/ 2147483646 h 396"/>
              <a:gd name="T36" fmla="*/ 2147483646 w 228"/>
              <a:gd name="T37" fmla="*/ 0 h 396"/>
              <a:gd name="T38" fmla="*/ 2147483646 w 228"/>
              <a:gd name="T39" fmla="*/ 2147483646 h 396"/>
              <a:gd name="T40" fmla="*/ 2147483646 w 228"/>
              <a:gd name="T41" fmla="*/ 2147483646 h 39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28" h="396">
                <a:moveTo>
                  <a:pt x="212" y="49"/>
                </a:moveTo>
                <a:lnTo>
                  <a:pt x="212" y="49"/>
                </a:lnTo>
                <a:cubicBezTo>
                  <a:pt x="64" y="197"/>
                  <a:pt x="64" y="197"/>
                  <a:pt x="64" y="197"/>
                </a:cubicBezTo>
                <a:cubicBezTo>
                  <a:pt x="220" y="353"/>
                  <a:pt x="220" y="353"/>
                  <a:pt x="220" y="353"/>
                </a:cubicBezTo>
                <a:cubicBezTo>
                  <a:pt x="220" y="353"/>
                  <a:pt x="227" y="360"/>
                  <a:pt x="227" y="367"/>
                </a:cubicBezTo>
                <a:cubicBezTo>
                  <a:pt x="227" y="388"/>
                  <a:pt x="212" y="395"/>
                  <a:pt x="198" y="395"/>
                </a:cubicBezTo>
                <a:cubicBezTo>
                  <a:pt x="191" y="395"/>
                  <a:pt x="184" y="395"/>
                  <a:pt x="177" y="388"/>
                </a:cubicBezTo>
                <a:cubicBezTo>
                  <a:pt x="7" y="219"/>
                  <a:pt x="7" y="219"/>
                  <a:pt x="7" y="219"/>
                </a:cubicBezTo>
                <a:cubicBezTo>
                  <a:pt x="0" y="212"/>
                  <a:pt x="0" y="205"/>
                  <a:pt x="0" y="197"/>
                </a:cubicBezTo>
                <a:cubicBezTo>
                  <a:pt x="0" y="190"/>
                  <a:pt x="0" y="183"/>
                  <a:pt x="7" y="176"/>
                </a:cubicBezTo>
                <a:cubicBezTo>
                  <a:pt x="177" y="7"/>
                  <a:pt x="177" y="7"/>
                  <a:pt x="177" y="7"/>
                </a:cubicBezTo>
                <a:cubicBezTo>
                  <a:pt x="184" y="7"/>
                  <a:pt x="191" y="0"/>
                  <a:pt x="198" y="0"/>
                </a:cubicBezTo>
                <a:cubicBezTo>
                  <a:pt x="212" y="0"/>
                  <a:pt x="227" y="14"/>
                  <a:pt x="227" y="28"/>
                </a:cubicBezTo>
                <a:cubicBezTo>
                  <a:pt x="227" y="42"/>
                  <a:pt x="220" y="49"/>
                  <a:pt x="212" y="49"/>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93" name="Freeform 7">
            <a:extLst>
              <a:ext uri="{FF2B5EF4-FFF2-40B4-BE49-F238E27FC236}">
                <a16:creationId xmlns:a16="http://schemas.microsoft.com/office/drawing/2014/main" id="{D22BAE5D-912B-CE1C-5B3E-E3627D4A6D70}"/>
              </a:ext>
            </a:extLst>
          </p:cNvPr>
          <p:cNvSpPr>
            <a:spLocks noChangeArrowheads="1"/>
          </p:cNvSpPr>
          <p:nvPr/>
        </p:nvSpPr>
        <p:spPr bwMode="auto">
          <a:xfrm>
            <a:off x="5409890" y="5356076"/>
            <a:ext cx="361088" cy="208629"/>
          </a:xfrm>
          <a:custGeom>
            <a:avLst/>
            <a:gdLst>
              <a:gd name="T0" fmla="*/ 2147483646 w 397"/>
              <a:gd name="T1" fmla="*/ 2147483646 h 228"/>
              <a:gd name="T2" fmla="*/ 2147483646 w 397"/>
              <a:gd name="T3" fmla="*/ 2147483646 h 228"/>
              <a:gd name="T4" fmla="*/ 2147483646 w 397"/>
              <a:gd name="T5" fmla="*/ 2147483646 h 228"/>
              <a:gd name="T6" fmla="*/ 2147483646 w 397"/>
              <a:gd name="T7" fmla="*/ 2147483646 h 228"/>
              <a:gd name="T8" fmla="*/ 2147483646 w 397"/>
              <a:gd name="T9" fmla="*/ 2147483646 h 228"/>
              <a:gd name="T10" fmla="*/ 2147483646 w 397"/>
              <a:gd name="T11" fmla="*/ 2147483646 h 228"/>
              <a:gd name="T12" fmla="*/ 2147483646 w 397"/>
              <a:gd name="T13" fmla="*/ 2147483646 h 228"/>
              <a:gd name="T14" fmla="*/ 2147483646 w 397"/>
              <a:gd name="T15" fmla="*/ 2147483646 h 228"/>
              <a:gd name="T16" fmla="*/ 2147483646 w 397"/>
              <a:gd name="T17" fmla="*/ 2147483646 h 228"/>
              <a:gd name="T18" fmla="*/ 2147483646 w 397"/>
              <a:gd name="T19" fmla="*/ 2147483646 h 228"/>
              <a:gd name="T20" fmla="*/ 2147483646 w 397"/>
              <a:gd name="T21" fmla="*/ 2147483646 h 228"/>
              <a:gd name="T22" fmla="*/ 2147483646 w 397"/>
              <a:gd name="T23" fmla="*/ 0 h 228"/>
              <a:gd name="T24" fmla="*/ 2147483646 w 397"/>
              <a:gd name="T25" fmla="*/ 0 h 228"/>
              <a:gd name="T26" fmla="*/ 2147483646 w 397"/>
              <a:gd name="T27" fmla="*/ 0 h 228"/>
              <a:gd name="T28" fmla="*/ 2147483646 w 397"/>
              <a:gd name="T29" fmla="*/ 2147483646 h 228"/>
              <a:gd name="T30" fmla="*/ 2147483646 w 397"/>
              <a:gd name="T31" fmla="*/ 2147483646 h 228"/>
              <a:gd name="T32" fmla="*/ 2147483646 w 397"/>
              <a:gd name="T33" fmla="*/ 2147483646 h 228"/>
              <a:gd name="T34" fmla="*/ 2147483646 w 397"/>
              <a:gd name="T35" fmla="*/ 2147483646 h 228"/>
              <a:gd name="T36" fmla="*/ 0 w 397"/>
              <a:gd name="T37" fmla="*/ 2147483646 h 228"/>
              <a:gd name="T38" fmla="*/ 2147483646 w 397"/>
              <a:gd name="T39" fmla="*/ 2147483646 h 228"/>
              <a:gd name="T40" fmla="*/ 2147483646 w 397"/>
              <a:gd name="T41" fmla="*/ 2147483646 h 22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97" h="228">
                <a:moveTo>
                  <a:pt x="50" y="220"/>
                </a:moveTo>
                <a:lnTo>
                  <a:pt x="50" y="220"/>
                </a:lnTo>
                <a:cubicBezTo>
                  <a:pt x="198" y="71"/>
                  <a:pt x="198" y="71"/>
                  <a:pt x="198" y="71"/>
                </a:cubicBezTo>
                <a:cubicBezTo>
                  <a:pt x="354" y="220"/>
                  <a:pt x="354" y="220"/>
                  <a:pt x="354" y="220"/>
                </a:cubicBezTo>
                <a:cubicBezTo>
                  <a:pt x="354" y="227"/>
                  <a:pt x="361" y="227"/>
                  <a:pt x="368" y="227"/>
                </a:cubicBezTo>
                <a:cubicBezTo>
                  <a:pt x="389" y="227"/>
                  <a:pt x="396" y="220"/>
                  <a:pt x="396" y="198"/>
                </a:cubicBezTo>
                <a:cubicBezTo>
                  <a:pt x="396" y="191"/>
                  <a:pt x="396" y="184"/>
                  <a:pt x="389" y="184"/>
                </a:cubicBezTo>
                <a:cubicBezTo>
                  <a:pt x="220" y="15"/>
                  <a:pt x="220" y="15"/>
                  <a:pt x="220" y="15"/>
                </a:cubicBezTo>
                <a:cubicBezTo>
                  <a:pt x="213" y="8"/>
                  <a:pt x="205" y="0"/>
                  <a:pt x="198" y="0"/>
                </a:cubicBezTo>
                <a:cubicBezTo>
                  <a:pt x="191" y="0"/>
                  <a:pt x="184" y="8"/>
                  <a:pt x="177" y="15"/>
                </a:cubicBezTo>
                <a:cubicBezTo>
                  <a:pt x="8" y="184"/>
                  <a:pt x="8" y="184"/>
                  <a:pt x="8" y="184"/>
                </a:cubicBezTo>
                <a:cubicBezTo>
                  <a:pt x="8" y="184"/>
                  <a:pt x="0" y="191"/>
                  <a:pt x="0" y="198"/>
                </a:cubicBezTo>
                <a:cubicBezTo>
                  <a:pt x="0" y="220"/>
                  <a:pt x="15" y="227"/>
                  <a:pt x="29" y="227"/>
                </a:cubicBezTo>
                <a:cubicBezTo>
                  <a:pt x="43" y="227"/>
                  <a:pt x="50" y="227"/>
                  <a:pt x="50" y="22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94" name="Freeform 8">
            <a:extLst>
              <a:ext uri="{FF2B5EF4-FFF2-40B4-BE49-F238E27FC236}">
                <a16:creationId xmlns:a16="http://schemas.microsoft.com/office/drawing/2014/main" id="{C5FCBD56-69C4-79D0-D01A-D10A8CA841F1}"/>
              </a:ext>
            </a:extLst>
          </p:cNvPr>
          <p:cNvSpPr>
            <a:spLocks noChangeArrowheads="1"/>
          </p:cNvSpPr>
          <p:nvPr/>
        </p:nvSpPr>
        <p:spPr bwMode="auto">
          <a:xfrm>
            <a:off x="4455013" y="5356076"/>
            <a:ext cx="361088" cy="208629"/>
          </a:xfrm>
          <a:custGeom>
            <a:avLst/>
            <a:gdLst>
              <a:gd name="T0" fmla="*/ 2147483646 w 397"/>
              <a:gd name="T1" fmla="*/ 2147483646 h 228"/>
              <a:gd name="T2" fmla="*/ 2147483646 w 397"/>
              <a:gd name="T3" fmla="*/ 2147483646 h 228"/>
              <a:gd name="T4" fmla="*/ 2147483646 w 397"/>
              <a:gd name="T5" fmla="*/ 2147483646 h 228"/>
              <a:gd name="T6" fmla="*/ 2147483646 w 397"/>
              <a:gd name="T7" fmla="*/ 2147483646 h 228"/>
              <a:gd name="T8" fmla="*/ 2147483646 w 397"/>
              <a:gd name="T9" fmla="*/ 2147483646 h 228"/>
              <a:gd name="T10" fmla="*/ 2147483646 w 397"/>
              <a:gd name="T11" fmla="*/ 0 h 228"/>
              <a:gd name="T12" fmla="*/ 2147483646 w 397"/>
              <a:gd name="T13" fmla="*/ 2147483646 h 228"/>
              <a:gd name="T14" fmla="*/ 2147483646 w 397"/>
              <a:gd name="T15" fmla="*/ 2147483646 h 228"/>
              <a:gd name="T16" fmla="*/ 2147483646 w 397"/>
              <a:gd name="T17" fmla="*/ 2147483646 h 228"/>
              <a:gd name="T18" fmla="*/ 2147483646 w 397"/>
              <a:gd name="T19" fmla="*/ 2147483646 h 228"/>
              <a:gd name="T20" fmla="*/ 2147483646 w 397"/>
              <a:gd name="T21" fmla="*/ 2147483646 h 228"/>
              <a:gd name="T22" fmla="*/ 2147483646 w 397"/>
              <a:gd name="T23" fmla="*/ 2147483646 h 228"/>
              <a:gd name="T24" fmla="*/ 2147483646 w 397"/>
              <a:gd name="T25" fmla="*/ 2147483646 h 228"/>
              <a:gd name="T26" fmla="*/ 2147483646 w 397"/>
              <a:gd name="T27" fmla="*/ 2147483646 h 228"/>
              <a:gd name="T28" fmla="*/ 2147483646 w 397"/>
              <a:gd name="T29" fmla="*/ 2147483646 h 228"/>
              <a:gd name="T30" fmla="*/ 2147483646 w 397"/>
              <a:gd name="T31" fmla="*/ 2147483646 h 228"/>
              <a:gd name="T32" fmla="*/ 2147483646 w 397"/>
              <a:gd name="T33" fmla="*/ 2147483646 h 228"/>
              <a:gd name="T34" fmla="*/ 2147483646 w 397"/>
              <a:gd name="T35" fmla="*/ 2147483646 h 228"/>
              <a:gd name="T36" fmla="*/ 0 w 397"/>
              <a:gd name="T37" fmla="*/ 2147483646 h 228"/>
              <a:gd name="T38" fmla="*/ 2147483646 w 397"/>
              <a:gd name="T39" fmla="*/ 0 h 228"/>
              <a:gd name="T40" fmla="*/ 2147483646 w 397"/>
              <a:gd name="T41" fmla="*/ 2147483646 h 22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97" h="228">
                <a:moveTo>
                  <a:pt x="50" y="15"/>
                </a:moveTo>
                <a:lnTo>
                  <a:pt x="50" y="15"/>
                </a:lnTo>
                <a:cubicBezTo>
                  <a:pt x="198" y="163"/>
                  <a:pt x="198" y="163"/>
                  <a:pt x="198" y="163"/>
                </a:cubicBezTo>
                <a:cubicBezTo>
                  <a:pt x="347" y="8"/>
                  <a:pt x="347" y="8"/>
                  <a:pt x="347" y="8"/>
                </a:cubicBezTo>
                <a:cubicBezTo>
                  <a:pt x="354" y="8"/>
                  <a:pt x="361" y="0"/>
                  <a:pt x="368" y="0"/>
                </a:cubicBezTo>
                <a:cubicBezTo>
                  <a:pt x="382" y="0"/>
                  <a:pt x="396" y="15"/>
                  <a:pt x="396" y="29"/>
                </a:cubicBezTo>
                <a:cubicBezTo>
                  <a:pt x="396" y="36"/>
                  <a:pt x="396" y="43"/>
                  <a:pt x="389" y="50"/>
                </a:cubicBezTo>
                <a:cubicBezTo>
                  <a:pt x="220" y="220"/>
                  <a:pt x="220" y="220"/>
                  <a:pt x="220" y="220"/>
                </a:cubicBezTo>
                <a:cubicBezTo>
                  <a:pt x="212" y="227"/>
                  <a:pt x="205" y="227"/>
                  <a:pt x="198" y="227"/>
                </a:cubicBezTo>
                <a:cubicBezTo>
                  <a:pt x="191" y="227"/>
                  <a:pt x="184" y="227"/>
                  <a:pt x="177" y="220"/>
                </a:cubicBezTo>
                <a:cubicBezTo>
                  <a:pt x="7" y="50"/>
                  <a:pt x="7" y="50"/>
                  <a:pt x="7" y="50"/>
                </a:cubicBezTo>
                <a:cubicBezTo>
                  <a:pt x="0" y="43"/>
                  <a:pt x="0" y="36"/>
                  <a:pt x="0" y="29"/>
                </a:cubicBezTo>
                <a:cubicBezTo>
                  <a:pt x="0" y="15"/>
                  <a:pt x="15" y="0"/>
                  <a:pt x="29" y="0"/>
                </a:cubicBezTo>
                <a:cubicBezTo>
                  <a:pt x="36" y="0"/>
                  <a:pt x="43" y="8"/>
                  <a:pt x="50" y="15"/>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95" name="Freeform 9">
            <a:extLst>
              <a:ext uri="{FF2B5EF4-FFF2-40B4-BE49-F238E27FC236}">
                <a16:creationId xmlns:a16="http://schemas.microsoft.com/office/drawing/2014/main" id="{89463F5C-E57C-F49A-416F-D2C58B012226}"/>
              </a:ext>
            </a:extLst>
          </p:cNvPr>
          <p:cNvSpPr>
            <a:spLocks noChangeArrowheads="1"/>
          </p:cNvSpPr>
          <p:nvPr/>
        </p:nvSpPr>
        <p:spPr bwMode="auto">
          <a:xfrm>
            <a:off x="3528221" y="5319969"/>
            <a:ext cx="288870" cy="288870"/>
          </a:xfrm>
          <a:custGeom>
            <a:avLst/>
            <a:gdLst>
              <a:gd name="T0" fmla="*/ 2147483646 w 319"/>
              <a:gd name="T1" fmla="*/ 2147483646 h 319"/>
              <a:gd name="T2" fmla="*/ 2147483646 w 319"/>
              <a:gd name="T3" fmla="*/ 2147483646 h 319"/>
              <a:gd name="T4" fmla="*/ 2147483646 w 319"/>
              <a:gd name="T5" fmla="*/ 2147483646 h 319"/>
              <a:gd name="T6" fmla="*/ 2147483646 w 319"/>
              <a:gd name="T7" fmla="*/ 2147483646 h 319"/>
              <a:gd name="T8" fmla="*/ 2147483646 w 319"/>
              <a:gd name="T9" fmla="*/ 2147483646 h 319"/>
              <a:gd name="T10" fmla="*/ 2147483646 w 319"/>
              <a:gd name="T11" fmla="*/ 2147483646 h 319"/>
              <a:gd name="T12" fmla="*/ 2147483646 w 319"/>
              <a:gd name="T13" fmla="*/ 2147483646 h 319"/>
              <a:gd name="T14" fmla="*/ 2147483646 w 319"/>
              <a:gd name="T15" fmla="*/ 2147483646 h 319"/>
              <a:gd name="T16" fmla="*/ 2147483646 w 319"/>
              <a:gd name="T17" fmla="*/ 2147483646 h 319"/>
              <a:gd name="T18" fmla="*/ 2147483646 w 319"/>
              <a:gd name="T19" fmla="*/ 2147483646 h 319"/>
              <a:gd name="T20" fmla="*/ 2147483646 w 319"/>
              <a:gd name="T21" fmla="*/ 2147483646 h 319"/>
              <a:gd name="T22" fmla="*/ 2147483646 w 319"/>
              <a:gd name="T23" fmla="*/ 2147483646 h 319"/>
              <a:gd name="T24" fmla="*/ 2147483646 w 319"/>
              <a:gd name="T25" fmla="*/ 2147483646 h 319"/>
              <a:gd name="T26" fmla="*/ 0 w 319"/>
              <a:gd name="T27" fmla="*/ 2147483646 h 319"/>
              <a:gd name="T28" fmla="*/ 2147483646 w 319"/>
              <a:gd name="T29" fmla="*/ 2147483646 h 319"/>
              <a:gd name="T30" fmla="*/ 2147483646 w 319"/>
              <a:gd name="T31" fmla="*/ 2147483646 h 319"/>
              <a:gd name="T32" fmla="*/ 2147483646 w 319"/>
              <a:gd name="T33" fmla="*/ 2147483646 h 319"/>
              <a:gd name="T34" fmla="*/ 2147483646 w 319"/>
              <a:gd name="T35" fmla="*/ 2147483646 h 319"/>
              <a:gd name="T36" fmla="*/ 2147483646 w 319"/>
              <a:gd name="T37" fmla="*/ 2147483646 h 319"/>
              <a:gd name="T38" fmla="*/ 0 w 319"/>
              <a:gd name="T39" fmla="*/ 2147483646 h 319"/>
              <a:gd name="T40" fmla="*/ 2147483646 w 319"/>
              <a:gd name="T41" fmla="*/ 0 h 319"/>
              <a:gd name="T42" fmla="*/ 2147483646 w 319"/>
              <a:gd name="T43" fmla="*/ 2147483646 h 319"/>
              <a:gd name="T44" fmla="*/ 2147483646 w 319"/>
              <a:gd name="T45" fmla="*/ 2147483646 h 319"/>
              <a:gd name="T46" fmla="*/ 2147483646 w 319"/>
              <a:gd name="T47" fmla="*/ 2147483646 h 319"/>
              <a:gd name="T48" fmla="*/ 2147483646 w 319"/>
              <a:gd name="T49" fmla="*/ 2147483646 h 319"/>
              <a:gd name="T50" fmla="*/ 2147483646 w 319"/>
              <a:gd name="T51" fmla="*/ 2147483646 h 319"/>
              <a:gd name="T52" fmla="*/ 2147483646 w 319"/>
              <a:gd name="T53" fmla="*/ 0 h 319"/>
              <a:gd name="T54" fmla="*/ 2147483646 w 319"/>
              <a:gd name="T55" fmla="*/ 2147483646 h 319"/>
              <a:gd name="T56" fmla="*/ 2147483646 w 319"/>
              <a:gd name="T57" fmla="*/ 2147483646 h 31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19" h="319">
                <a:moveTo>
                  <a:pt x="311" y="42"/>
                </a:moveTo>
                <a:lnTo>
                  <a:pt x="311" y="42"/>
                </a:lnTo>
                <a:cubicBezTo>
                  <a:pt x="198" y="155"/>
                  <a:pt x="198" y="155"/>
                  <a:pt x="198" y="155"/>
                </a:cubicBezTo>
                <a:cubicBezTo>
                  <a:pt x="311" y="269"/>
                  <a:pt x="311" y="269"/>
                  <a:pt x="311" y="269"/>
                </a:cubicBezTo>
                <a:cubicBezTo>
                  <a:pt x="318" y="276"/>
                  <a:pt x="318" y="283"/>
                  <a:pt x="318" y="290"/>
                </a:cubicBezTo>
                <a:cubicBezTo>
                  <a:pt x="318" y="304"/>
                  <a:pt x="311" y="318"/>
                  <a:pt x="289" y="318"/>
                </a:cubicBezTo>
                <a:cubicBezTo>
                  <a:pt x="282" y="318"/>
                  <a:pt x="275" y="318"/>
                  <a:pt x="275" y="311"/>
                </a:cubicBezTo>
                <a:cubicBezTo>
                  <a:pt x="162" y="198"/>
                  <a:pt x="162" y="198"/>
                  <a:pt x="162" y="198"/>
                </a:cubicBezTo>
                <a:cubicBezTo>
                  <a:pt x="49" y="311"/>
                  <a:pt x="49" y="311"/>
                  <a:pt x="49" y="311"/>
                </a:cubicBezTo>
                <a:cubicBezTo>
                  <a:pt x="42" y="318"/>
                  <a:pt x="35" y="318"/>
                  <a:pt x="28" y="318"/>
                </a:cubicBezTo>
                <a:cubicBezTo>
                  <a:pt x="14" y="318"/>
                  <a:pt x="0" y="304"/>
                  <a:pt x="0" y="290"/>
                </a:cubicBezTo>
                <a:cubicBezTo>
                  <a:pt x="0" y="283"/>
                  <a:pt x="0" y="276"/>
                  <a:pt x="7" y="269"/>
                </a:cubicBezTo>
                <a:cubicBezTo>
                  <a:pt x="120" y="155"/>
                  <a:pt x="120" y="155"/>
                  <a:pt x="120" y="155"/>
                </a:cubicBezTo>
                <a:cubicBezTo>
                  <a:pt x="7" y="42"/>
                  <a:pt x="7" y="42"/>
                  <a:pt x="7" y="42"/>
                </a:cubicBezTo>
                <a:cubicBezTo>
                  <a:pt x="0" y="42"/>
                  <a:pt x="0" y="35"/>
                  <a:pt x="0" y="28"/>
                </a:cubicBezTo>
                <a:cubicBezTo>
                  <a:pt x="0" y="7"/>
                  <a:pt x="14" y="0"/>
                  <a:pt x="28" y="0"/>
                </a:cubicBezTo>
                <a:cubicBezTo>
                  <a:pt x="35" y="0"/>
                  <a:pt x="42" y="0"/>
                  <a:pt x="49" y="7"/>
                </a:cubicBezTo>
                <a:cubicBezTo>
                  <a:pt x="162" y="120"/>
                  <a:pt x="162" y="120"/>
                  <a:pt x="162" y="120"/>
                </a:cubicBezTo>
                <a:cubicBezTo>
                  <a:pt x="275" y="7"/>
                  <a:pt x="275" y="7"/>
                  <a:pt x="275" y="7"/>
                </a:cubicBezTo>
                <a:cubicBezTo>
                  <a:pt x="275" y="0"/>
                  <a:pt x="282" y="0"/>
                  <a:pt x="289" y="0"/>
                </a:cubicBezTo>
                <a:cubicBezTo>
                  <a:pt x="311" y="0"/>
                  <a:pt x="318" y="7"/>
                  <a:pt x="318" y="28"/>
                </a:cubicBezTo>
                <a:cubicBezTo>
                  <a:pt x="318" y="35"/>
                  <a:pt x="318" y="42"/>
                  <a:pt x="311" y="42"/>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96" name="Freeform 10">
            <a:extLst>
              <a:ext uri="{FF2B5EF4-FFF2-40B4-BE49-F238E27FC236}">
                <a16:creationId xmlns:a16="http://schemas.microsoft.com/office/drawing/2014/main" id="{0D4D8367-3FF3-547F-ACCF-A6C91EEAAAAC}"/>
              </a:ext>
            </a:extLst>
          </p:cNvPr>
          <p:cNvSpPr>
            <a:spLocks noChangeArrowheads="1"/>
          </p:cNvSpPr>
          <p:nvPr/>
        </p:nvSpPr>
        <p:spPr bwMode="auto">
          <a:xfrm>
            <a:off x="2529210" y="5344041"/>
            <a:ext cx="361088" cy="244736"/>
          </a:xfrm>
          <a:custGeom>
            <a:avLst/>
            <a:gdLst>
              <a:gd name="T0" fmla="*/ 2147483646 w 397"/>
              <a:gd name="T1" fmla="*/ 2147483646 h 270"/>
              <a:gd name="T2" fmla="*/ 2147483646 w 397"/>
              <a:gd name="T3" fmla="*/ 2147483646 h 270"/>
              <a:gd name="T4" fmla="*/ 2147483646 w 397"/>
              <a:gd name="T5" fmla="*/ 2147483646 h 270"/>
              <a:gd name="T6" fmla="*/ 2147483646 w 397"/>
              <a:gd name="T7" fmla="*/ 2147483646 h 270"/>
              <a:gd name="T8" fmla="*/ 2147483646 w 397"/>
              <a:gd name="T9" fmla="*/ 2147483646 h 270"/>
              <a:gd name="T10" fmla="*/ 2147483646 w 397"/>
              <a:gd name="T11" fmla="*/ 2147483646 h 270"/>
              <a:gd name="T12" fmla="*/ 2147483646 w 397"/>
              <a:gd name="T13" fmla="*/ 2147483646 h 270"/>
              <a:gd name="T14" fmla="*/ 2147483646 w 397"/>
              <a:gd name="T15" fmla="*/ 2147483646 h 270"/>
              <a:gd name="T16" fmla="*/ 2147483646 w 397"/>
              <a:gd name="T17" fmla="*/ 2147483646 h 270"/>
              <a:gd name="T18" fmla="*/ 2147483646 w 397"/>
              <a:gd name="T19" fmla="*/ 2147483646 h 270"/>
              <a:gd name="T20" fmla="*/ 0 w 397"/>
              <a:gd name="T21" fmla="*/ 2147483646 h 270"/>
              <a:gd name="T22" fmla="*/ 2147483646 w 397"/>
              <a:gd name="T23" fmla="*/ 2147483646 h 270"/>
              <a:gd name="T24" fmla="*/ 2147483646 w 397"/>
              <a:gd name="T25" fmla="*/ 2147483646 h 270"/>
              <a:gd name="T26" fmla="*/ 2147483646 w 397"/>
              <a:gd name="T27" fmla="*/ 2147483646 h 270"/>
              <a:gd name="T28" fmla="*/ 2147483646 w 397"/>
              <a:gd name="T29" fmla="*/ 2147483646 h 270"/>
              <a:gd name="T30" fmla="*/ 2147483646 w 397"/>
              <a:gd name="T31" fmla="*/ 2147483646 h 270"/>
              <a:gd name="T32" fmla="*/ 2147483646 w 397"/>
              <a:gd name="T33" fmla="*/ 2147483646 h 270"/>
              <a:gd name="T34" fmla="*/ 2147483646 w 397"/>
              <a:gd name="T35" fmla="*/ 0 h 270"/>
              <a:gd name="T36" fmla="*/ 2147483646 w 397"/>
              <a:gd name="T37" fmla="*/ 2147483646 h 270"/>
              <a:gd name="T38" fmla="*/ 2147483646 w 397"/>
              <a:gd name="T39" fmla="*/ 2147483646 h 2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97" h="270">
                <a:moveTo>
                  <a:pt x="389" y="43"/>
                </a:moveTo>
                <a:lnTo>
                  <a:pt x="389" y="43"/>
                </a:lnTo>
                <a:cubicBezTo>
                  <a:pt x="170" y="262"/>
                  <a:pt x="170" y="262"/>
                  <a:pt x="170" y="262"/>
                </a:cubicBezTo>
                <a:cubicBezTo>
                  <a:pt x="170" y="269"/>
                  <a:pt x="163" y="269"/>
                  <a:pt x="156" y="269"/>
                </a:cubicBezTo>
                <a:cubicBezTo>
                  <a:pt x="149" y="269"/>
                  <a:pt x="141" y="269"/>
                  <a:pt x="134" y="262"/>
                </a:cubicBezTo>
                <a:cubicBezTo>
                  <a:pt x="14" y="142"/>
                  <a:pt x="14" y="142"/>
                  <a:pt x="14" y="142"/>
                </a:cubicBezTo>
                <a:cubicBezTo>
                  <a:pt x="7" y="135"/>
                  <a:pt x="0" y="127"/>
                  <a:pt x="0" y="120"/>
                </a:cubicBezTo>
                <a:cubicBezTo>
                  <a:pt x="0" y="106"/>
                  <a:pt x="14" y="92"/>
                  <a:pt x="28" y="92"/>
                </a:cubicBezTo>
                <a:cubicBezTo>
                  <a:pt x="36" y="92"/>
                  <a:pt x="43" y="92"/>
                  <a:pt x="50" y="99"/>
                </a:cubicBezTo>
                <a:cubicBezTo>
                  <a:pt x="156" y="205"/>
                  <a:pt x="156" y="205"/>
                  <a:pt x="156" y="205"/>
                </a:cubicBezTo>
                <a:cubicBezTo>
                  <a:pt x="354" y="7"/>
                  <a:pt x="354" y="7"/>
                  <a:pt x="354" y="7"/>
                </a:cubicBezTo>
                <a:cubicBezTo>
                  <a:pt x="354" y="0"/>
                  <a:pt x="361" y="0"/>
                  <a:pt x="368" y="0"/>
                </a:cubicBezTo>
                <a:cubicBezTo>
                  <a:pt x="389" y="0"/>
                  <a:pt x="396" y="7"/>
                  <a:pt x="396" y="29"/>
                </a:cubicBezTo>
                <a:cubicBezTo>
                  <a:pt x="396" y="36"/>
                  <a:pt x="396" y="43"/>
                  <a:pt x="389" y="43"/>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97" name="Freeform 11">
            <a:extLst>
              <a:ext uri="{FF2B5EF4-FFF2-40B4-BE49-F238E27FC236}">
                <a16:creationId xmlns:a16="http://schemas.microsoft.com/office/drawing/2014/main" id="{068AF20F-1437-6CAF-6945-14F947BF677B}"/>
              </a:ext>
            </a:extLst>
          </p:cNvPr>
          <p:cNvSpPr>
            <a:spLocks noChangeArrowheads="1"/>
          </p:cNvSpPr>
          <p:nvPr/>
        </p:nvSpPr>
        <p:spPr bwMode="auto">
          <a:xfrm>
            <a:off x="1554274" y="5432307"/>
            <a:ext cx="401209" cy="52156"/>
          </a:xfrm>
          <a:custGeom>
            <a:avLst/>
            <a:gdLst>
              <a:gd name="T0" fmla="*/ 2147483646 w 439"/>
              <a:gd name="T1" fmla="*/ 2147483646 h 58"/>
              <a:gd name="T2" fmla="*/ 2147483646 w 439"/>
              <a:gd name="T3" fmla="*/ 2147483646 h 58"/>
              <a:gd name="T4" fmla="*/ 2147483646 w 439"/>
              <a:gd name="T5" fmla="*/ 2147483646 h 58"/>
              <a:gd name="T6" fmla="*/ 2147483646 w 439"/>
              <a:gd name="T7" fmla="*/ 2147483646 h 58"/>
              <a:gd name="T8" fmla="*/ 2147483646 w 439"/>
              <a:gd name="T9" fmla="*/ 2147483646 h 58"/>
              <a:gd name="T10" fmla="*/ 0 w 439"/>
              <a:gd name="T11" fmla="*/ 2147483646 h 58"/>
              <a:gd name="T12" fmla="*/ 2147483646 w 439"/>
              <a:gd name="T13" fmla="*/ 0 h 58"/>
              <a:gd name="T14" fmla="*/ 2147483646 w 439"/>
              <a:gd name="T15" fmla="*/ 0 h 58"/>
              <a:gd name="T16" fmla="*/ 2147483646 w 439"/>
              <a:gd name="T17" fmla="*/ 0 h 58"/>
              <a:gd name="T18" fmla="*/ 2147483646 w 439"/>
              <a:gd name="T19" fmla="*/ 0 h 58"/>
              <a:gd name="T20" fmla="*/ 2147483646 w 439"/>
              <a:gd name="T21" fmla="*/ 2147483646 h 58"/>
              <a:gd name="T22" fmla="*/ 2147483646 w 439"/>
              <a:gd name="T23" fmla="*/ 2147483646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9" h="58">
                <a:moveTo>
                  <a:pt x="410" y="57"/>
                </a:moveTo>
                <a:lnTo>
                  <a:pt x="410" y="57"/>
                </a:lnTo>
                <a:cubicBezTo>
                  <a:pt x="247" y="57"/>
                  <a:pt x="247" y="57"/>
                  <a:pt x="247" y="57"/>
                </a:cubicBezTo>
                <a:cubicBezTo>
                  <a:pt x="191" y="57"/>
                  <a:pt x="191" y="57"/>
                  <a:pt x="191" y="57"/>
                </a:cubicBezTo>
                <a:cubicBezTo>
                  <a:pt x="28" y="57"/>
                  <a:pt x="28" y="57"/>
                  <a:pt x="28" y="57"/>
                </a:cubicBezTo>
                <a:cubicBezTo>
                  <a:pt x="14" y="57"/>
                  <a:pt x="0" y="50"/>
                  <a:pt x="0" y="28"/>
                </a:cubicBezTo>
                <a:cubicBezTo>
                  <a:pt x="0" y="14"/>
                  <a:pt x="14" y="0"/>
                  <a:pt x="28" y="0"/>
                </a:cubicBezTo>
                <a:cubicBezTo>
                  <a:pt x="191" y="0"/>
                  <a:pt x="191" y="0"/>
                  <a:pt x="191" y="0"/>
                </a:cubicBezTo>
                <a:cubicBezTo>
                  <a:pt x="247" y="0"/>
                  <a:pt x="247" y="0"/>
                  <a:pt x="247" y="0"/>
                </a:cubicBezTo>
                <a:cubicBezTo>
                  <a:pt x="410" y="0"/>
                  <a:pt x="410" y="0"/>
                  <a:pt x="410" y="0"/>
                </a:cubicBezTo>
                <a:cubicBezTo>
                  <a:pt x="424" y="0"/>
                  <a:pt x="438" y="14"/>
                  <a:pt x="438" y="28"/>
                </a:cubicBezTo>
                <a:cubicBezTo>
                  <a:pt x="438" y="50"/>
                  <a:pt x="424" y="57"/>
                  <a:pt x="410" y="57"/>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98" name="Freeform 12">
            <a:extLst>
              <a:ext uri="{FF2B5EF4-FFF2-40B4-BE49-F238E27FC236}">
                <a16:creationId xmlns:a16="http://schemas.microsoft.com/office/drawing/2014/main" id="{4C88F7D8-F60B-C218-E59E-10EBAD482E6C}"/>
              </a:ext>
            </a:extLst>
          </p:cNvPr>
          <p:cNvSpPr>
            <a:spLocks noChangeArrowheads="1"/>
          </p:cNvSpPr>
          <p:nvPr/>
        </p:nvSpPr>
        <p:spPr bwMode="auto">
          <a:xfrm>
            <a:off x="595383" y="5267810"/>
            <a:ext cx="393185" cy="393185"/>
          </a:xfrm>
          <a:custGeom>
            <a:avLst/>
            <a:gdLst>
              <a:gd name="T0" fmla="*/ 2147483646 w 432"/>
              <a:gd name="T1" fmla="*/ 2147483646 h 432"/>
              <a:gd name="T2" fmla="*/ 2147483646 w 432"/>
              <a:gd name="T3" fmla="*/ 2147483646 h 432"/>
              <a:gd name="T4" fmla="*/ 2147483646 w 432"/>
              <a:gd name="T5" fmla="*/ 2147483646 h 432"/>
              <a:gd name="T6" fmla="*/ 2147483646 w 432"/>
              <a:gd name="T7" fmla="*/ 2147483646 h 432"/>
              <a:gd name="T8" fmla="*/ 2147483646 w 432"/>
              <a:gd name="T9" fmla="*/ 2147483646 h 432"/>
              <a:gd name="T10" fmla="*/ 2147483646 w 432"/>
              <a:gd name="T11" fmla="*/ 2147483646 h 432"/>
              <a:gd name="T12" fmla="*/ 2147483646 w 432"/>
              <a:gd name="T13" fmla="*/ 2147483646 h 432"/>
              <a:gd name="T14" fmla="*/ 2147483646 w 432"/>
              <a:gd name="T15" fmla="*/ 2147483646 h 432"/>
              <a:gd name="T16" fmla="*/ 0 w 432"/>
              <a:gd name="T17" fmla="*/ 2147483646 h 432"/>
              <a:gd name="T18" fmla="*/ 2147483646 w 432"/>
              <a:gd name="T19" fmla="*/ 2147483646 h 432"/>
              <a:gd name="T20" fmla="*/ 2147483646 w 432"/>
              <a:gd name="T21" fmla="*/ 2147483646 h 432"/>
              <a:gd name="T22" fmla="*/ 2147483646 w 432"/>
              <a:gd name="T23" fmla="*/ 2147483646 h 432"/>
              <a:gd name="T24" fmla="*/ 2147483646 w 432"/>
              <a:gd name="T25" fmla="*/ 0 h 432"/>
              <a:gd name="T26" fmla="*/ 2147483646 w 432"/>
              <a:gd name="T27" fmla="*/ 2147483646 h 432"/>
              <a:gd name="T28" fmla="*/ 2147483646 w 432"/>
              <a:gd name="T29" fmla="*/ 2147483646 h 432"/>
              <a:gd name="T30" fmla="*/ 2147483646 w 432"/>
              <a:gd name="T31" fmla="*/ 2147483646 h 432"/>
              <a:gd name="T32" fmla="*/ 2147483646 w 432"/>
              <a:gd name="T33" fmla="*/ 2147483646 h 432"/>
              <a:gd name="T34" fmla="*/ 2147483646 w 432"/>
              <a:gd name="T35" fmla="*/ 2147483646 h 43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32" h="432">
                <a:moveTo>
                  <a:pt x="403" y="240"/>
                </a:moveTo>
                <a:lnTo>
                  <a:pt x="403" y="240"/>
                </a:lnTo>
                <a:cubicBezTo>
                  <a:pt x="247" y="240"/>
                  <a:pt x="247" y="240"/>
                  <a:pt x="247" y="240"/>
                </a:cubicBezTo>
                <a:cubicBezTo>
                  <a:pt x="247" y="402"/>
                  <a:pt x="247" y="402"/>
                  <a:pt x="247" y="402"/>
                </a:cubicBezTo>
                <a:cubicBezTo>
                  <a:pt x="247" y="417"/>
                  <a:pt x="233" y="431"/>
                  <a:pt x="219" y="431"/>
                </a:cubicBezTo>
                <a:cubicBezTo>
                  <a:pt x="198" y="431"/>
                  <a:pt x="191" y="417"/>
                  <a:pt x="191" y="402"/>
                </a:cubicBezTo>
                <a:cubicBezTo>
                  <a:pt x="191" y="240"/>
                  <a:pt x="191" y="240"/>
                  <a:pt x="191" y="240"/>
                </a:cubicBezTo>
                <a:cubicBezTo>
                  <a:pt x="28" y="240"/>
                  <a:pt x="28" y="240"/>
                  <a:pt x="28" y="240"/>
                </a:cubicBezTo>
                <a:cubicBezTo>
                  <a:pt x="14" y="240"/>
                  <a:pt x="0" y="233"/>
                  <a:pt x="0" y="211"/>
                </a:cubicBezTo>
                <a:cubicBezTo>
                  <a:pt x="0" y="197"/>
                  <a:pt x="14" y="183"/>
                  <a:pt x="28" y="183"/>
                </a:cubicBezTo>
                <a:cubicBezTo>
                  <a:pt x="191" y="183"/>
                  <a:pt x="191" y="183"/>
                  <a:pt x="191" y="183"/>
                </a:cubicBezTo>
                <a:cubicBezTo>
                  <a:pt x="191" y="28"/>
                  <a:pt x="191" y="28"/>
                  <a:pt x="191" y="28"/>
                </a:cubicBezTo>
                <a:cubicBezTo>
                  <a:pt x="191" y="7"/>
                  <a:pt x="198" y="0"/>
                  <a:pt x="219" y="0"/>
                </a:cubicBezTo>
                <a:cubicBezTo>
                  <a:pt x="233" y="0"/>
                  <a:pt x="247" y="7"/>
                  <a:pt x="247" y="28"/>
                </a:cubicBezTo>
                <a:cubicBezTo>
                  <a:pt x="247" y="183"/>
                  <a:pt x="247" y="183"/>
                  <a:pt x="247" y="183"/>
                </a:cubicBezTo>
                <a:cubicBezTo>
                  <a:pt x="403" y="183"/>
                  <a:pt x="403" y="183"/>
                  <a:pt x="403" y="183"/>
                </a:cubicBezTo>
                <a:cubicBezTo>
                  <a:pt x="424" y="183"/>
                  <a:pt x="431" y="197"/>
                  <a:pt x="431" y="211"/>
                </a:cubicBezTo>
                <a:cubicBezTo>
                  <a:pt x="431" y="233"/>
                  <a:pt x="424" y="240"/>
                  <a:pt x="403" y="24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99" name="Freeform 13">
            <a:extLst>
              <a:ext uri="{FF2B5EF4-FFF2-40B4-BE49-F238E27FC236}">
                <a16:creationId xmlns:a16="http://schemas.microsoft.com/office/drawing/2014/main" id="{D05361AA-9F7B-B929-8F22-2F65BEDAEC1F}"/>
              </a:ext>
            </a:extLst>
          </p:cNvPr>
          <p:cNvSpPr>
            <a:spLocks noChangeArrowheads="1"/>
          </p:cNvSpPr>
          <p:nvPr/>
        </p:nvSpPr>
        <p:spPr bwMode="auto">
          <a:xfrm>
            <a:off x="11251491" y="4224667"/>
            <a:ext cx="204618" cy="465402"/>
          </a:xfrm>
          <a:custGeom>
            <a:avLst/>
            <a:gdLst>
              <a:gd name="T0" fmla="*/ 2147483646 w 227"/>
              <a:gd name="T1" fmla="*/ 2147483646 h 510"/>
              <a:gd name="T2" fmla="*/ 2147483646 w 227"/>
              <a:gd name="T3" fmla="*/ 2147483646 h 510"/>
              <a:gd name="T4" fmla="*/ 0 w 227"/>
              <a:gd name="T5" fmla="*/ 2147483646 h 510"/>
              <a:gd name="T6" fmla="*/ 0 w 227"/>
              <a:gd name="T7" fmla="*/ 2147483646 h 510"/>
              <a:gd name="T8" fmla="*/ 0 w 227"/>
              <a:gd name="T9" fmla="*/ 2147483646 h 510"/>
              <a:gd name="T10" fmla="*/ 0 w 227"/>
              <a:gd name="T11" fmla="*/ 2147483646 h 510"/>
              <a:gd name="T12" fmla="*/ 0 w 227"/>
              <a:gd name="T13" fmla="*/ 2147483646 h 510"/>
              <a:gd name="T14" fmla="*/ 0 w 227"/>
              <a:gd name="T15" fmla="*/ 2147483646 h 510"/>
              <a:gd name="T16" fmla="*/ 2147483646 w 227"/>
              <a:gd name="T17" fmla="*/ 0 h 510"/>
              <a:gd name="T18" fmla="*/ 2147483646 w 227"/>
              <a:gd name="T19" fmla="*/ 0 h 510"/>
              <a:gd name="T20" fmla="*/ 2147483646 w 227"/>
              <a:gd name="T21" fmla="*/ 2147483646 h 510"/>
              <a:gd name="T22" fmla="*/ 2147483646 w 227"/>
              <a:gd name="T23" fmla="*/ 2147483646 h 510"/>
              <a:gd name="T24" fmla="*/ 2147483646 w 227"/>
              <a:gd name="T25" fmla="*/ 2147483646 h 510"/>
              <a:gd name="T26" fmla="*/ 2147483646 w 227"/>
              <a:gd name="T27" fmla="*/ 2147483646 h 510"/>
              <a:gd name="T28" fmla="*/ 2147483646 w 227"/>
              <a:gd name="T29" fmla="*/ 2147483646 h 510"/>
              <a:gd name="T30" fmla="*/ 2147483646 w 227"/>
              <a:gd name="T31" fmla="*/ 2147483646 h 510"/>
              <a:gd name="T32" fmla="*/ 2147483646 w 227"/>
              <a:gd name="T33" fmla="*/ 2147483646 h 51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27" h="510">
                <a:moveTo>
                  <a:pt x="113" y="396"/>
                </a:moveTo>
                <a:lnTo>
                  <a:pt x="113" y="396"/>
                </a:lnTo>
                <a:cubicBezTo>
                  <a:pt x="0" y="509"/>
                  <a:pt x="0" y="509"/>
                  <a:pt x="0" y="509"/>
                </a:cubicBezTo>
                <a:cubicBezTo>
                  <a:pt x="0" y="368"/>
                  <a:pt x="0" y="368"/>
                  <a:pt x="0" y="368"/>
                </a:cubicBezTo>
                <a:cubicBezTo>
                  <a:pt x="0" y="276"/>
                  <a:pt x="0" y="276"/>
                  <a:pt x="0" y="276"/>
                </a:cubicBezTo>
                <a:cubicBezTo>
                  <a:pt x="0" y="170"/>
                  <a:pt x="0" y="170"/>
                  <a:pt x="0" y="170"/>
                </a:cubicBezTo>
                <a:cubicBezTo>
                  <a:pt x="0" y="128"/>
                  <a:pt x="0" y="128"/>
                  <a:pt x="0" y="128"/>
                </a:cubicBezTo>
                <a:cubicBezTo>
                  <a:pt x="0" y="29"/>
                  <a:pt x="0" y="29"/>
                  <a:pt x="0" y="29"/>
                </a:cubicBezTo>
                <a:cubicBezTo>
                  <a:pt x="0" y="15"/>
                  <a:pt x="14" y="0"/>
                  <a:pt x="28" y="0"/>
                </a:cubicBezTo>
                <a:cubicBezTo>
                  <a:pt x="198" y="0"/>
                  <a:pt x="198" y="0"/>
                  <a:pt x="198" y="0"/>
                </a:cubicBezTo>
                <a:cubicBezTo>
                  <a:pt x="219" y="0"/>
                  <a:pt x="226" y="15"/>
                  <a:pt x="226" y="29"/>
                </a:cubicBezTo>
                <a:cubicBezTo>
                  <a:pt x="226" y="128"/>
                  <a:pt x="226" y="128"/>
                  <a:pt x="226" y="128"/>
                </a:cubicBezTo>
                <a:cubicBezTo>
                  <a:pt x="226" y="170"/>
                  <a:pt x="226" y="170"/>
                  <a:pt x="226" y="170"/>
                </a:cubicBezTo>
                <a:cubicBezTo>
                  <a:pt x="226" y="276"/>
                  <a:pt x="226" y="276"/>
                  <a:pt x="226" y="276"/>
                </a:cubicBezTo>
                <a:cubicBezTo>
                  <a:pt x="226" y="368"/>
                  <a:pt x="226" y="368"/>
                  <a:pt x="226" y="368"/>
                </a:cubicBezTo>
                <a:cubicBezTo>
                  <a:pt x="226" y="509"/>
                  <a:pt x="226" y="509"/>
                  <a:pt x="226" y="509"/>
                </a:cubicBezTo>
                <a:lnTo>
                  <a:pt x="113" y="396"/>
                </a:ln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00" name="Freeform 14">
            <a:extLst>
              <a:ext uri="{FF2B5EF4-FFF2-40B4-BE49-F238E27FC236}">
                <a16:creationId xmlns:a16="http://schemas.microsoft.com/office/drawing/2014/main" id="{5FA0E056-17AD-D28B-41B3-85D6A4E80143}"/>
              </a:ext>
            </a:extLst>
          </p:cNvPr>
          <p:cNvSpPr>
            <a:spLocks noChangeArrowheads="1"/>
          </p:cNvSpPr>
          <p:nvPr/>
        </p:nvSpPr>
        <p:spPr bwMode="auto">
          <a:xfrm>
            <a:off x="10116071" y="4224667"/>
            <a:ext cx="553668" cy="553668"/>
          </a:xfrm>
          <a:custGeom>
            <a:avLst/>
            <a:gdLst>
              <a:gd name="T0" fmla="*/ 2147483646 w 609"/>
              <a:gd name="T1" fmla="*/ 2147483646 h 609"/>
              <a:gd name="T2" fmla="*/ 2147483646 w 609"/>
              <a:gd name="T3" fmla="*/ 2147483646 h 609"/>
              <a:gd name="T4" fmla="*/ 2147483646 w 609"/>
              <a:gd name="T5" fmla="*/ 2147483646 h 609"/>
              <a:gd name="T6" fmla="*/ 0 w 609"/>
              <a:gd name="T7" fmla="*/ 2147483646 h 609"/>
              <a:gd name="T8" fmla="*/ 2147483646 w 609"/>
              <a:gd name="T9" fmla="*/ 2147483646 h 609"/>
              <a:gd name="T10" fmla="*/ 2147483646 w 609"/>
              <a:gd name="T11" fmla="*/ 2147483646 h 609"/>
              <a:gd name="T12" fmla="*/ 2147483646 w 609"/>
              <a:gd name="T13" fmla="*/ 2147483646 h 609"/>
              <a:gd name="T14" fmla="*/ 2147483646 w 609"/>
              <a:gd name="T15" fmla="*/ 2147483646 h 609"/>
              <a:gd name="T16" fmla="*/ 2147483646 w 609"/>
              <a:gd name="T17" fmla="*/ 2147483646 h 609"/>
              <a:gd name="T18" fmla="*/ 2147483646 w 609"/>
              <a:gd name="T19" fmla="*/ 2147483646 h 609"/>
              <a:gd name="T20" fmla="*/ 2147483646 w 609"/>
              <a:gd name="T21" fmla="*/ 2147483646 h 609"/>
              <a:gd name="T22" fmla="*/ 2147483646 w 609"/>
              <a:gd name="T23" fmla="*/ 2147483646 h 609"/>
              <a:gd name="T24" fmla="*/ 2147483646 w 609"/>
              <a:gd name="T25" fmla="*/ 2147483646 h 609"/>
              <a:gd name="T26" fmla="*/ 2147483646 w 609"/>
              <a:gd name="T27" fmla="*/ 2147483646 h 609"/>
              <a:gd name="T28" fmla="*/ 2147483646 w 609"/>
              <a:gd name="T29" fmla="*/ 2147483646 h 609"/>
              <a:gd name="T30" fmla="*/ 2147483646 w 609"/>
              <a:gd name="T31" fmla="*/ 2147483646 h 609"/>
              <a:gd name="T32" fmla="*/ 2147483646 w 609"/>
              <a:gd name="T33" fmla="*/ 2147483646 h 609"/>
              <a:gd name="T34" fmla="*/ 2147483646 w 609"/>
              <a:gd name="T35" fmla="*/ 2147483646 h 609"/>
              <a:gd name="T36" fmla="*/ 2147483646 w 609"/>
              <a:gd name="T37" fmla="*/ 2147483646 h 609"/>
              <a:gd name="T38" fmla="*/ 2147483646 w 609"/>
              <a:gd name="T39" fmla="*/ 2147483646 h 609"/>
              <a:gd name="T40" fmla="*/ 2147483646 w 609"/>
              <a:gd name="T41" fmla="*/ 2147483646 h 609"/>
              <a:gd name="T42" fmla="*/ 2147483646 w 609"/>
              <a:gd name="T43" fmla="*/ 2147483646 h 609"/>
              <a:gd name="T44" fmla="*/ 2147483646 w 609"/>
              <a:gd name="T45" fmla="*/ 2147483646 h 609"/>
              <a:gd name="T46" fmla="*/ 2147483646 w 609"/>
              <a:gd name="T47" fmla="*/ 2147483646 h 609"/>
              <a:gd name="T48" fmla="*/ 2147483646 w 609"/>
              <a:gd name="T49" fmla="*/ 2147483646 h 609"/>
              <a:gd name="T50" fmla="*/ 2147483646 w 609"/>
              <a:gd name="T51" fmla="*/ 2147483646 h 609"/>
              <a:gd name="T52" fmla="*/ 2147483646 w 609"/>
              <a:gd name="T53" fmla="*/ 2147483646 h 609"/>
              <a:gd name="T54" fmla="*/ 2147483646 w 609"/>
              <a:gd name="T55" fmla="*/ 2147483646 h 609"/>
              <a:gd name="T56" fmla="*/ 2147483646 w 609"/>
              <a:gd name="T57" fmla="*/ 2147483646 h 609"/>
              <a:gd name="T58" fmla="*/ 2147483646 w 609"/>
              <a:gd name="T59" fmla="*/ 2147483646 h 609"/>
              <a:gd name="T60" fmla="*/ 2147483646 w 609"/>
              <a:gd name="T61" fmla="*/ 2147483646 h 609"/>
              <a:gd name="T62" fmla="*/ 2147483646 w 609"/>
              <a:gd name="T63" fmla="*/ 2147483646 h 609"/>
              <a:gd name="T64" fmla="*/ 2147483646 w 609"/>
              <a:gd name="T65" fmla="*/ 2147483646 h 609"/>
              <a:gd name="T66" fmla="*/ 2147483646 w 609"/>
              <a:gd name="T67" fmla="*/ 2147483646 h 609"/>
              <a:gd name="T68" fmla="*/ 2147483646 w 609"/>
              <a:gd name="T69" fmla="*/ 2147483646 h 609"/>
              <a:gd name="T70" fmla="*/ 2147483646 w 609"/>
              <a:gd name="T71" fmla="*/ 2147483646 h 609"/>
              <a:gd name="T72" fmla="*/ 2147483646 w 609"/>
              <a:gd name="T73" fmla="*/ 2147483646 h 609"/>
              <a:gd name="T74" fmla="*/ 2147483646 w 609"/>
              <a:gd name="T75" fmla="*/ 2147483646 h 609"/>
              <a:gd name="T76" fmla="*/ 2147483646 w 609"/>
              <a:gd name="T77" fmla="*/ 2147483646 h 609"/>
              <a:gd name="T78" fmla="*/ 2147483646 w 609"/>
              <a:gd name="T79" fmla="*/ 2147483646 h 609"/>
              <a:gd name="T80" fmla="*/ 2147483646 w 609"/>
              <a:gd name="T81" fmla="*/ 2147483646 h 609"/>
              <a:gd name="T82" fmla="*/ 2147483646 w 609"/>
              <a:gd name="T83" fmla="*/ 2147483646 h 609"/>
              <a:gd name="T84" fmla="*/ 2147483646 w 609"/>
              <a:gd name="T85" fmla="*/ 2147483646 h 609"/>
              <a:gd name="T86" fmla="*/ 2147483646 w 609"/>
              <a:gd name="T87" fmla="*/ 2147483646 h 609"/>
              <a:gd name="T88" fmla="*/ 2147483646 w 609"/>
              <a:gd name="T89" fmla="*/ 2147483646 h 609"/>
              <a:gd name="T90" fmla="*/ 2147483646 w 609"/>
              <a:gd name="T91" fmla="*/ 2147483646 h 609"/>
              <a:gd name="T92" fmla="*/ 2147483646 w 609"/>
              <a:gd name="T93" fmla="*/ 2147483646 h 609"/>
              <a:gd name="T94" fmla="*/ 2147483646 w 609"/>
              <a:gd name="T95" fmla="*/ 2147483646 h 609"/>
              <a:gd name="T96" fmla="*/ 2147483646 w 609"/>
              <a:gd name="T97" fmla="*/ 2147483646 h 609"/>
              <a:gd name="T98" fmla="*/ 2147483646 w 609"/>
              <a:gd name="T99" fmla="*/ 2147483646 h 609"/>
              <a:gd name="T100" fmla="*/ 2147483646 w 609"/>
              <a:gd name="T101" fmla="*/ 2147483646 h 609"/>
              <a:gd name="T102" fmla="*/ 2147483646 w 609"/>
              <a:gd name="T103" fmla="*/ 2147483646 h 609"/>
              <a:gd name="T104" fmla="*/ 2147483646 w 609"/>
              <a:gd name="T105" fmla="*/ 2147483646 h 609"/>
              <a:gd name="T106" fmla="*/ 2147483646 w 609"/>
              <a:gd name="T107" fmla="*/ 2147483646 h 609"/>
              <a:gd name="T108" fmla="*/ 2147483646 w 609"/>
              <a:gd name="T109" fmla="*/ 2147483646 h 609"/>
              <a:gd name="T110" fmla="*/ 2147483646 w 609"/>
              <a:gd name="T111" fmla="*/ 2147483646 h 609"/>
              <a:gd name="T112" fmla="*/ 2147483646 w 609"/>
              <a:gd name="T113" fmla="*/ 2147483646 h 609"/>
              <a:gd name="T114" fmla="*/ 2147483646 w 609"/>
              <a:gd name="T115" fmla="*/ 2147483646 h 609"/>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609" h="609">
                <a:moveTo>
                  <a:pt x="587" y="488"/>
                </a:moveTo>
                <a:lnTo>
                  <a:pt x="587" y="488"/>
                </a:lnTo>
                <a:cubicBezTo>
                  <a:pt x="318" y="601"/>
                  <a:pt x="318" y="601"/>
                  <a:pt x="318" y="601"/>
                </a:cubicBezTo>
                <a:cubicBezTo>
                  <a:pt x="311" y="608"/>
                  <a:pt x="311" y="608"/>
                  <a:pt x="304" y="608"/>
                </a:cubicBezTo>
                <a:cubicBezTo>
                  <a:pt x="297" y="608"/>
                  <a:pt x="297" y="608"/>
                  <a:pt x="290" y="601"/>
                </a:cubicBezTo>
                <a:cubicBezTo>
                  <a:pt x="21" y="488"/>
                  <a:pt x="21" y="488"/>
                  <a:pt x="21" y="488"/>
                </a:cubicBezTo>
                <a:cubicBezTo>
                  <a:pt x="7" y="488"/>
                  <a:pt x="0" y="474"/>
                  <a:pt x="0" y="467"/>
                </a:cubicBezTo>
                <a:cubicBezTo>
                  <a:pt x="0" y="29"/>
                  <a:pt x="0" y="29"/>
                  <a:pt x="0" y="29"/>
                </a:cubicBezTo>
                <a:cubicBezTo>
                  <a:pt x="0" y="15"/>
                  <a:pt x="14" y="0"/>
                  <a:pt x="28" y="0"/>
                </a:cubicBezTo>
                <a:cubicBezTo>
                  <a:pt x="35" y="0"/>
                  <a:pt x="35" y="0"/>
                  <a:pt x="42" y="8"/>
                </a:cubicBezTo>
                <a:cubicBezTo>
                  <a:pt x="304" y="114"/>
                  <a:pt x="304" y="114"/>
                  <a:pt x="304" y="114"/>
                </a:cubicBezTo>
                <a:cubicBezTo>
                  <a:pt x="565" y="8"/>
                  <a:pt x="565" y="8"/>
                  <a:pt x="565" y="8"/>
                </a:cubicBezTo>
                <a:cubicBezTo>
                  <a:pt x="572" y="0"/>
                  <a:pt x="572" y="0"/>
                  <a:pt x="579" y="0"/>
                </a:cubicBezTo>
                <a:cubicBezTo>
                  <a:pt x="594" y="0"/>
                  <a:pt x="608" y="15"/>
                  <a:pt x="608" y="29"/>
                </a:cubicBezTo>
                <a:cubicBezTo>
                  <a:pt x="608" y="467"/>
                  <a:pt x="608" y="467"/>
                  <a:pt x="608" y="467"/>
                </a:cubicBezTo>
                <a:cubicBezTo>
                  <a:pt x="608" y="474"/>
                  <a:pt x="601" y="488"/>
                  <a:pt x="587" y="488"/>
                </a:cubicBezTo>
                <a:close/>
                <a:moveTo>
                  <a:pt x="276" y="163"/>
                </a:moveTo>
                <a:lnTo>
                  <a:pt x="276" y="163"/>
                </a:lnTo>
                <a:cubicBezTo>
                  <a:pt x="56" y="71"/>
                  <a:pt x="56" y="71"/>
                  <a:pt x="56" y="71"/>
                </a:cubicBezTo>
                <a:cubicBezTo>
                  <a:pt x="56" y="446"/>
                  <a:pt x="56" y="446"/>
                  <a:pt x="56" y="446"/>
                </a:cubicBezTo>
                <a:cubicBezTo>
                  <a:pt x="276" y="538"/>
                  <a:pt x="276" y="538"/>
                  <a:pt x="276" y="538"/>
                </a:cubicBezTo>
                <a:lnTo>
                  <a:pt x="276" y="163"/>
                </a:lnTo>
                <a:close/>
                <a:moveTo>
                  <a:pt x="551" y="71"/>
                </a:moveTo>
                <a:lnTo>
                  <a:pt x="551" y="71"/>
                </a:lnTo>
                <a:cubicBezTo>
                  <a:pt x="332" y="163"/>
                  <a:pt x="332" y="163"/>
                  <a:pt x="332" y="163"/>
                </a:cubicBezTo>
                <a:cubicBezTo>
                  <a:pt x="332" y="538"/>
                  <a:pt x="332" y="538"/>
                  <a:pt x="332" y="538"/>
                </a:cubicBezTo>
                <a:cubicBezTo>
                  <a:pt x="551" y="446"/>
                  <a:pt x="551" y="446"/>
                  <a:pt x="551" y="446"/>
                </a:cubicBezTo>
                <a:lnTo>
                  <a:pt x="551" y="71"/>
                </a:lnTo>
                <a:close/>
                <a:moveTo>
                  <a:pt x="375" y="206"/>
                </a:moveTo>
                <a:lnTo>
                  <a:pt x="375" y="206"/>
                </a:lnTo>
                <a:cubicBezTo>
                  <a:pt x="480" y="156"/>
                  <a:pt x="480" y="156"/>
                  <a:pt x="480" y="156"/>
                </a:cubicBezTo>
                <a:cubicBezTo>
                  <a:pt x="488" y="156"/>
                  <a:pt x="488" y="156"/>
                  <a:pt x="495" y="156"/>
                </a:cubicBezTo>
                <a:cubicBezTo>
                  <a:pt x="509" y="156"/>
                  <a:pt x="523" y="163"/>
                  <a:pt x="523" y="184"/>
                </a:cubicBezTo>
                <a:cubicBezTo>
                  <a:pt x="523" y="191"/>
                  <a:pt x="516" y="206"/>
                  <a:pt x="502" y="206"/>
                </a:cubicBezTo>
                <a:cubicBezTo>
                  <a:pt x="403" y="255"/>
                  <a:pt x="403" y="255"/>
                  <a:pt x="403" y="255"/>
                </a:cubicBezTo>
                <a:cubicBezTo>
                  <a:pt x="396" y="255"/>
                  <a:pt x="396" y="255"/>
                  <a:pt x="389" y="255"/>
                </a:cubicBezTo>
                <a:cubicBezTo>
                  <a:pt x="375" y="255"/>
                  <a:pt x="360" y="248"/>
                  <a:pt x="360" y="227"/>
                </a:cubicBezTo>
                <a:cubicBezTo>
                  <a:pt x="360" y="220"/>
                  <a:pt x="367" y="206"/>
                  <a:pt x="375" y="206"/>
                </a:cubicBezTo>
                <a:close/>
                <a:moveTo>
                  <a:pt x="375" y="304"/>
                </a:moveTo>
                <a:lnTo>
                  <a:pt x="375" y="304"/>
                </a:lnTo>
                <a:cubicBezTo>
                  <a:pt x="480" y="262"/>
                  <a:pt x="480" y="262"/>
                  <a:pt x="480" y="262"/>
                </a:cubicBezTo>
                <a:cubicBezTo>
                  <a:pt x="488" y="255"/>
                  <a:pt x="488" y="255"/>
                  <a:pt x="495" y="255"/>
                </a:cubicBezTo>
                <a:cubicBezTo>
                  <a:pt x="509" y="255"/>
                  <a:pt x="523" y="269"/>
                  <a:pt x="523" y="283"/>
                </a:cubicBezTo>
                <a:cubicBezTo>
                  <a:pt x="523" y="297"/>
                  <a:pt x="516" y="304"/>
                  <a:pt x="502" y="311"/>
                </a:cubicBezTo>
                <a:cubicBezTo>
                  <a:pt x="403" y="361"/>
                  <a:pt x="403" y="361"/>
                  <a:pt x="403" y="361"/>
                </a:cubicBezTo>
                <a:cubicBezTo>
                  <a:pt x="396" y="361"/>
                  <a:pt x="396" y="361"/>
                  <a:pt x="389" y="361"/>
                </a:cubicBezTo>
                <a:cubicBezTo>
                  <a:pt x="375" y="361"/>
                  <a:pt x="360" y="347"/>
                  <a:pt x="360" y="333"/>
                </a:cubicBezTo>
                <a:cubicBezTo>
                  <a:pt x="360" y="319"/>
                  <a:pt x="367" y="311"/>
                  <a:pt x="375" y="304"/>
                </a:cubicBezTo>
                <a:close/>
                <a:moveTo>
                  <a:pt x="375" y="410"/>
                </a:moveTo>
                <a:lnTo>
                  <a:pt x="375" y="410"/>
                </a:lnTo>
                <a:cubicBezTo>
                  <a:pt x="480" y="361"/>
                  <a:pt x="480" y="361"/>
                  <a:pt x="480" y="361"/>
                </a:cubicBezTo>
                <a:cubicBezTo>
                  <a:pt x="488" y="361"/>
                  <a:pt x="488" y="361"/>
                  <a:pt x="495" y="361"/>
                </a:cubicBezTo>
                <a:cubicBezTo>
                  <a:pt x="509" y="361"/>
                  <a:pt x="523" y="375"/>
                  <a:pt x="523" y="389"/>
                </a:cubicBezTo>
                <a:cubicBezTo>
                  <a:pt x="523" y="403"/>
                  <a:pt x="516" y="410"/>
                  <a:pt x="502" y="417"/>
                </a:cubicBezTo>
                <a:cubicBezTo>
                  <a:pt x="403" y="460"/>
                  <a:pt x="403" y="460"/>
                  <a:pt x="403" y="460"/>
                </a:cubicBezTo>
                <a:cubicBezTo>
                  <a:pt x="396" y="467"/>
                  <a:pt x="396" y="467"/>
                  <a:pt x="389" y="467"/>
                </a:cubicBezTo>
                <a:cubicBezTo>
                  <a:pt x="375" y="467"/>
                  <a:pt x="360" y="453"/>
                  <a:pt x="360" y="439"/>
                </a:cubicBezTo>
                <a:cubicBezTo>
                  <a:pt x="360" y="425"/>
                  <a:pt x="367" y="417"/>
                  <a:pt x="375" y="410"/>
                </a:cubicBezTo>
                <a:close/>
                <a:moveTo>
                  <a:pt x="113" y="156"/>
                </a:moveTo>
                <a:lnTo>
                  <a:pt x="113" y="156"/>
                </a:lnTo>
                <a:cubicBezTo>
                  <a:pt x="120" y="156"/>
                  <a:pt x="120" y="156"/>
                  <a:pt x="127" y="156"/>
                </a:cubicBezTo>
                <a:cubicBezTo>
                  <a:pt x="233" y="206"/>
                  <a:pt x="233" y="206"/>
                  <a:pt x="233" y="206"/>
                </a:cubicBezTo>
                <a:cubicBezTo>
                  <a:pt x="240" y="206"/>
                  <a:pt x="247" y="220"/>
                  <a:pt x="247" y="227"/>
                </a:cubicBezTo>
                <a:cubicBezTo>
                  <a:pt x="247" y="248"/>
                  <a:pt x="233" y="255"/>
                  <a:pt x="219" y="255"/>
                </a:cubicBezTo>
                <a:cubicBezTo>
                  <a:pt x="212" y="255"/>
                  <a:pt x="212" y="255"/>
                  <a:pt x="205" y="255"/>
                </a:cubicBezTo>
                <a:cubicBezTo>
                  <a:pt x="106" y="206"/>
                  <a:pt x="106" y="206"/>
                  <a:pt x="106" y="206"/>
                </a:cubicBezTo>
                <a:cubicBezTo>
                  <a:pt x="92" y="206"/>
                  <a:pt x="85" y="191"/>
                  <a:pt x="85" y="184"/>
                </a:cubicBezTo>
                <a:cubicBezTo>
                  <a:pt x="85" y="163"/>
                  <a:pt x="99" y="156"/>
                  <a:pt x="113" y="156"/>
                </a:cubicBezTo>
                <a:close/>
                <a:moveTo>
                  <a:pt x="113" y="255"/>
                </a:moveTo>
                <a:lnTo>
                  <a:pt x="113" y="255"/>
                </a:lnTo>
                <a:cubicBezTo>
                  <a:pt x="120" y="255"/>
                  <a:pt x="120" y="255"/>
                  <a:pt x="127" y="262"/>
                </a:cubicBezTo>
                <a:cubicBezTo>
                  <a:pt x="233" y="304"/>
                  <a:pt x="233" y="304"/>
                  <a:pt x="233" y="304"/>
                </a:cubicBezTo>
                <a:cubicBezTo>
                  <a:pt x="240" y="311"/>
                  <a:pt x="247" y="319"/>
                  <a:pt x="247" y="333"/>
                </a:cubicBezTo>
                <a:cubicBezTo>
                  <a:pt x="247" y="347"/>
                  <a:pt x="233" y="361"/>
                  <a:pt x="219" y="361"/>
                </a:cubicBezTo>
                <a:cubicBezTo>
                  <a:pt x="212" y="361"/>
                  <a:pt x="212" y="361"/>
                  <a:pt x="205" y="361"/>
                </a:cubicBezTo>
                <a:cubicBezTo>
                  <a:pt x="106" y="311"/>
                  <a:pt x="106" y="311"/>
                  <a:pt x="106" y="311"/>
                </a:cubicBezTo>
                <a:cubicBezTo>
                  <a:pt x="92" y="304"/>
                  <a:pt x="85" y="297"/>
                  <a:pt x="85" y="283"/>
                </a:cubicBezTo>
                <a:cubicBezTo>
                  <a:pt x="85" y="269"/>
                  <a:pt x="99" y="255"/>
                  <a:pt x="113" y="255"/>
                </a:cubicBezTo>
                <a:close/>
                <a:moveTo>
                  <a:pt x="113" y="361"/>
                </a:moveTo>
                <a:lnTo>
                  <a:pt x="113" y="361"/>
                </a:lnTo>
                <a:cubicBezTo>
                  <a:pt x="120" y="361"/>
                  <a:pt x="120" y="361"/>
                  <a:pt x="127" y="361"/>
                </a:cubicBezTo>
                <a:cubicBezTo>
                  <a:pt x="233" y="410"/>
                  <a:pt x="233" y="410"/>
                  <a:pt x="233" y="410"/>
                </a:cubicBezTo>
                <a:cubicBezTo>
                  <a:pt x="240" y="417"/>
                  <a:pt x="247" y="425"/>
                  <a:pt x="247" y="439"/>
                </a:cubicBezTo>
                <a:cubicBezTo>
                  <a:pt x="247" y="453"/>
                  <a:pt x="233" y="467"/>
                  <a:pt x="219" y="467"/>
                </a:cubicBezTo>
                <a:cubicBezTo>
                  <a:pt x="212" y="467"/>
                  <a:pt x="212" y="467"/>
                  <a:pt x="205" y="460"/>
                </a:cubicBezTo>
                <a:cubicBezTo>
                  <a:pt x="106" y="417"/>
                  <a:pt x="106" y="417"/>
                  <a:pt x="106" y="417"/>
                </a:cubicBezTo>
                <a:cubicBezTo>
                  <a:pt x="92" y="410"/>
                  <a:pt x="85" y="403"/>
                  <a:pt x="85" y="389"/>
                </a:cubicBezTo>
                <a:cubicBezTo>
                  <a:pt x="85" y="375"/>
                  <a:pt x="99" y="361"/>
                  <a:pt x="113" y="36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01" name="Freeform 15">
            <a:extLst>
              <a:ext uri="{FF2B5EF4-FFF2-40B4-BE49-F238E27FC236}">
                <a16:creationId xmlns:a16="http://schemas.microsoft.com/office/drawing/2014/main" id="{4E4D07C3-0E98-F9A8-DC78-410F93E1585D}"/>
              </a:ext>
            </a:extLst>
          </p:cNvPr>
          <p:cNvSpPr>
            <a:spLocks noChangeArrowheads="1"/>
          </p:cNvSpPr>
          <p:nvPr/>
        </p:nvSpPr>
        <p:spPr bwMode="auto">
          <a:xfrm>
            <a:off x="9161194" y="4224667"/>
            <a:ext cx="549655" cy="553668"/>
          </a:xfrm>
          <a:custGeom>
            <a:avLst/>
            <a:gdLst>
              <a:gd name="T0" fmla="*/ 2147483646 w 602"/>
              <a:gd name="T1" fmla="*/ 2147483646 h 609"/>
              <a:gd name="T2" fmla="*/ 2147483646 w 602"/>
              <a:gd name="T3" fmla="*/ 2147483646 h 609"/>
              <a:gd name="T4" fmla="*/ 2147483646 w 602"/>
              <a:gd name="T5" fmla="*/ 2147483646 h 609"/>
              <a:gd name="T6" fmla="*/ 2147483646 w 602"/>
              <a:gd name="T7" fmla="*/ 2147483646 h 609"/>
              <a:gd name="T8" fmla="*/ 2147483646 w 602"/>
              <a:gd name="T9" fmla="*/ 2147483646 h 609"/>
              <a:gd name="T10" fmla="*/ 2147483646 w 602"/>
              <a:gd name="T11" fmla="*/ 2147483646 h 609"/>
              <a:gd name="T12" fmla="*/ 0 w 602"/>
              <a:gd name="T13" fmla="*/ 2147483646 h 609"/>
              <a:gd name="T14" fmla="*/ 0 w 602"/>
              <a:gd name="T15" fmla="*/ 2147483646 h 609"/>
              <a:gd name="T16" fmla="*/ 2147483646 w 602"/>
              <a:gd name="T17" fmla="*/ 0 h 609"/>
              <a:gd name="T18" fmla="*/ 2147483646 w 602"/>
              <a:gd name="T19" fmla="*/ 2147483646 h 609"/>
              <a:gd name="T20" fmla="*/ 2147483646 w 602"/>
              <a:gd name="T21" fmla="*/ 2147483646 h 609"/>
              <a:gd name="T22" fmla="*/ 2147483646 w 602"/>
              <a:gd name="T23" fmla="*/ 2147483646 h 609"/>
              <a:gd name="T24" fmla="*/ 2147483646 w 602"/>
              <a:gd name="T25" fmla="*/ 2147483646 h 609"/>
              <a:gd name="T26" fmla="*/ 2147483646 w 602"/>
              <a:gd name="T27" fmla="*/ 2147483646 h 609"/>
              <a:gd name="T28" fmla="*/ 2147483646 w 602"/>
              <a:gd name="T29" fmla="*/ 2147483646 h 609"/>
              <a:gd name="T30" fmla="*/ 2147483646 w 602"/>
              <a:gd name="T31" fmla="*/ 2147483646 h 609"/>
              <a:gd name="T32" fmla="*/ 2147483646 w 602"/>
              <a:gd name="T33" fmla="*/ 2147483646 h 609"/>
              <a:gd name="T34" fmla="*/ 2147483646 w 602"/>
              <a:gd name="T35" fmla="*/ 2147483646 h 609"/>
              <a:gd name="T36" fmla="*/ 2147483646 w 602"/>
              <a:gd name="T37" fmla="*/ 0 h 609"/>
              <a:gd name="T38" fmla="*/ 2147483646 w 602"/>
              <a:gd name="T39" fmla="*/ 2147483646 h 609"/>
              <a:gd name="T40" fmla="*/ 2147483646 w 602"/>
              <a:gd name="T41" fmla="*/ 2147483646 h 609"/>
              <a:gd name="T42" fmla="*/ 2147483646 w 602"/>
              <a:gd name="T43" fmla="*/ 2147483646 h 609"/>
              <a:gd name="T44" fmla="*/ 2147483646 w 602"/>
              <a:gd name="T45" fmla="*/ 2147483646 h 609"/>
              <a:gd name="T46" fmla="*/ 2147483646 w 602"/>
              <a:gd name="T47" fmla="*/ 2147483646 h 609"/>
              <a:gd name="T48" fmla="*/ 2147483646 w 602"/>
              <a:gd name="T49" fmla="*/ 2147483646 h 609"/>
              <a:gd name="T50" fmla="*/ 2147483646 w 602"/>
              <a:gd name="T51" fmla="*/ 2147483646 h 609"/>
              <a:gd name="T52" fmla="*/ 2147483646 w 602"/>
              <a:gd name="T53" fmla="*/ 2147483646 h 609"/>
              <a:gd name="T54" fmla="*/ 2147483646 w 602"/>
              <a:gd name="T55" fmla="*/ 2147483646 h 609"/>
              <a:gd name="T56" fmla="*/ 2147483646 w 602"/>
              <a:gd name="T57" fmla="*/ 2147483646 h 609"/>
              <a:gd name="T58" fmla="*/ 2147483646 w 602"/>
              <a:gd name="T59" fmla="*/ 2147483646 h 609"/>
              <a:gd name="T60" fmla="*/ 2147483646 w 602"/>
              <a:gd name="T61" fmla="*/ 2147483646 h 609"/>
              <a:gd name="T62" fmla="*/ 2147483646 w 602"/>
              <a:gd name="T63" fmla="*/ 2147483646 h 609"/>
              <a:gd name="T64" fmla="*/ 2147483646 w 602"/>
              <a:gd name="T65" fmla="*/ 2147483646 h 609"/>
              <a:gd name="T66" fmla="*/ 2147483646 w 602"/>
              <a:gd name="T67" fmla="*/ 2147483646 h 60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02" h="609">
                <a:moveTo>
                  <a:pt x="586" y="488"/>
                </a:moveTo>
                <a:lnTo>
                  <a:pt x="586" y="488"/>
                </a:lnTo>
                <a:cubicBezTo>
                  <a:pt x="311" y="601"/>
                  <a:pt x="311" y="601"/>
                  <a:pt x="311" y="601"/>
                </a:cubicBezTo>
                <a:cubicBezTo>
                  <a:pt x="311" y="608"/>
                  <a:pt x="304" y="608"/>
                  <a:pt x="304" y="608"/>
                </a:cubicBezTo>
                <a:cubicBezTo>
                  <a:pt x="297" y="608"/>
                  <a:pt x="297" y="608"/>
                  <a:pt x="290" y="601"/>
                </a:cubicBezTo>
                <a:cubicBezTo>
                  <a:pt x="14" y="488"/>
                  <a:pt x="14" y="488"/>
                  <a:pt x="14" y="488"/>
                </a:cubicBezTo>
                <a:cubicBezTo>
                  <a:pt x="7" y="488"/>
                  <a:pt x="0" y="474"/>
                  <a:pt x="0" y="467"/>
                </a:cubicBezTo>
                <a:cubicBezTo>
                  <a:pt x="0" y="29"/>
                  <a:pt x="0" y="29"/>
                  <a:pt x="0" y="29"/>
                </a:cubicBezTo>
                <a:cubicBezTo>
                  <a:pt x="0" y="15"/>
                  <a:pt x="14" y="0"/>
                  <a:pt x="28" y="0"/>
                </a:cubicBezTo>
                <a:cubicBezTo>
                  <a:pt x="35" y="0"/>
                  <a:pt x="35" y="0"/>
                  <a:pt x="42" y="8"/>
                </a:cubicBezTo>
                <a:cubicBezTo>
                  <a:pt x="304" y="114"/>
                  <a:pt x="304" y="114"/>
                  <a:pt x="304" y="114"/>
                </a:cubicBezTo>
                <a:cubicBezTo>
                  <a:pt x="565" y="8"/>
                  <a:pt x="565" y="8"/>
                  <a:pt x="565" y="8"/>
                </a:cubicBezTo>
                <a:cubicBezTo>
                  <a:pt x="565" y="0"/>
                  <a:pt x="572" y="0"/>
                  <a:pt x="572" y="0"/>
                </a:cubicBezTo>
                <a:cubicBezTo>
                  <a:pt x="594" y="0"/>
                  <a:pt x="601" y="15"/>
                  <a:pt x="601" y="29"/>
                </a:cubicBezTo>
                <a:cubicBezTo>
                  <a:pt x="601" y="467"/>
                  <a:pt x="601" y="467"/>
                  <a:pt x="601" y="467"/>
                </a:cubicBezTo>
                <a:cubicBezTo>
                  <a:pt x="601" y="474"/>
                  <a:pt x="594" y="488"/>
                  <a:pt x="586" y="488"/>
                </a:cubicBezTo>
                <a:close/>
                <a:moveTo>
                  <a:pt x="276" y="538"/>
                </a:moveTo>
                <a:lnTo>
                  <a:pt x="276" y="538"/>
                </a:lnTo>
                <a:cubicBezTo>
                  <a:pt x="276" y="163"/>
                  <a:pt x="276" y="163"/>
                  <a:pt x="276" y="163"/>
                </a:cubicBezTo>
                <a:cubicBezTo>
                  <a:pt x="56" y="71"/>
                  <a:pt x="56" y="71"/>
                  <a:pt x="56" y="71"/>
                </a:cubicBezTo>
                <a:cubicBezTo>
                  <a:pt x="56" y="446"/>
                  <a:pt x="56" y="446"/>
                  <a:pt x="56" y="446"/>
                </a:cubicBezTo>
                <a:lnTo>
                  <a:pt x="276" y="538"/>
                </a:lnTo>
                <a:close/>
                <a:moveTo>
                  <a:pt x="544" y="71"/>
                </a:moveTo>
                <a:lnTo>
                  <a:pt x="544" y="71"/>
                </a:lnTo>
                <a:cubicBezTo>
                  <a:pt x="332" y="163"/>
                  <a:pt x="332" y="163"/>
                  <a:pt x="332" y="163"/>
                </a:cubicBezTo>
                <a:cubicBezTo>
                  <a:pt x="332" y="538"/>
                  <a:pt x="332" y="538"/>
                  <a:pt x="332" y="538"/>
                </a:cubicBezTo>
                <a:cubicBezTo>
                  <a:pt x="544" y="446"/>
                  <a:pt x="544" y="446"/>
                  <a:pt x="544" y="446"/>
                </a:cubicBezTo>
                <a:lnTo>
                  <a:pt x="544" y="7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02" name="Freeform 16">
            <a:extLst>
              <a:ext uri="{FF2B5EF4-FFF2-40B4-BE49-F238E27FC236}">
                <a16:creationId xmlns:a16="http://schemas.microsoft.com/office/drawing/2014/main" id="{9EA9AF8C-BD82-0F89-056B-2A1561B6EAF1}"/>
              </a:ext>
            </a:extLst>
          </p:cNvPr>
          <p:cNvSpPr>
            <a:spLocks noChangeArrowheads="1"/>
          </p:cNvSpPr>
          <p:nvPr/>
        </p:nvSpPr>
        <p:spPr bwMode="auto">
          <a:xfrm>
            <a:off x="8258472" y="4252753"/>
            <a:ext cx="433306" cy="501510"/>
          </a:xfrm>
          <a:custGeom>
            <a:avLst/>
            <a:gdLst>
              <a:gd name="T0" fmla="*/ 2147483646 w 475"/>
              <a:gd name="T1" fmla="*/ 2147483646 h 552"/>
              <a:gd name="T2" fmla="*/ 2147483646 w 475"/>
              <a:gd name="T3" fmla="*/ 2147483646 h 552"/>
              <a:gd name="T4" fmla="*/ 2147483646 w 475"/>
              <a:gd name="T5" fmla="*/ 2147483646 h 552"/>
              <a:gd name="T6" fmla="*/ 2147483646 w 475"/>
              <a:gd name="T7" fmla="*/ 0 h 552"/>
              <a:gd name="T8" fmla="*/ 2147483646 w 475"/>
              <a:gd name="T9" fmla="*/ 0 h 552"/>
              <a:gd name="T10" fmla="*/ 2147483646 w 475"/>
              <a:gd name="T11" fmla="*/ 2147483646 h 552"/>
              <a:gd name="T12" fmla="*/ 2147483646 w 475"/>
              <a:gd name="T13" fmla="*/ 2147483646 h 552"/>
              <a:gd name="T14" fmla="*/ 2147483646 w 475"/>
              <a:gd name="T15" fmla="*/ 2147483646 h 552"/>
              <a:gd name="T16" fmla="*/ 2147483646 w 475"/>
              <a:gd name="T17" fmla="*/ 2147483646 h 552"/>
              <a:gd name="T18" fmla="*/ 2147483646 w 475"/>
              <a:gd name="T19" fmla="*/ 2147483646 h 552"/>
              <a:gd name="T20" fmla="*/ 2147483646 w 475"/>
              <a:gd name="T21" fmla="*/ 2147483646 h 552"/>
              <a:gd name="T22" fmla="*/ 2147483646 w 475"/>
              <a:gd name="T23" fmla="*/ 2147483646 h 552"/>
              <a:gd name="T24" fmla="*/ 2147483646 w 475"/>
              <a:gd name="T25" fmla="*/ 2147483646 h 552"/>
              <a:gd name="T26" fmla="*/ 2147483646 w 475"/>
              <a:gd name="T27" fmla="*/ 2147483646 h 552"/>
              <a:gd name="T28" fmla="*/ 2147483646 w 475"/>
              <a:gd name="T29" fmla="*/ 2147483646 h 552"/>
              <a:gd name="T30" fmla="*/ 2147483646 w 475"/>
              <a:gd name="T31" fmla="*/ 2147483646 h 552"/>
              <a:gd name="T32" fmla="*/ 2147483646 w 475"/>
              <a:gd name="T33" fmla="*/ 2147483646 h 552"/>
              <a:gd name="T34" fmla="*/ 2147483646 w 475"/>
              <a:gd name="T35" fmla="*/ 2147483646 h 552"/>
              <a:gd name="T36" fmla="*/ 2147483646 w 475"/>
              <a:gd name="T37" fmla="*/ 2147483646 h 552"/>
              <a:gd name="T38" fmla="*/ 2147483646 w 475"/>
              <a:gd name="T39" fmla="*/ 2147483646 h 552"/>
              <a:gd name="T40" fmla="*/ 2147483646 w 475"/>
              <a:gd name="T41" fmla="*/ 2147483646 h 552"/>
              <a:gd name="T42" fmla="*/ 2147483646 w 475"/>
              <a:gd name="T43" fmla="*/ 2147483646 h 552"/>
              <a:gd name="T44" fmla="*/ 2147483646 w 475"/>
              <a:gd name="T45" fmla="*/ 2147483646 h 552"/>
              <a:gd name="T46" fmla="*/ 2147483646 w 475"/>
              <a:gd name="T47" fmla="*/ 2147483646 h 552"/>
              <a:gd name="T48" fmla="*/ 2147483646 w 475"/>
              <a:gd name="T49" fmla="*/ 2147483646 h 552"/>
              <a:gd name="T50" fmla="*/ 2147483646 w 475"/>
              <a:gd name="T51" fmla="*/ 2147483646 h 552"/>
              <a:gd name="T52" fmla="*/ 2147483646 w 475"/>
              <a:gd name="T53" fmla="*/ 0 h 552"/>
              <a:gd name="T54" fmla="*/ 2147483646 w 475"/>
              <a:gd name="T55" fmla="*/ 0 h 552"/>
              <a:gd name="T56" fmla="*/ 2147483646 w 475"/>
              <a:gd name="T57" fmla="*/ 2147483646 h 552"/>
              <a:gd name="T58" fmla="*/ 2147483646 w 475"/>
              <a:gd name="T59" fmla="*/ 2147483646 h 552"/>
              <a:gd name="T60" fmla="*/ 2147483646 w 475"/>
              <a:gd name="T61" fmla="*/ 2147483646 h 552"/>
              <a:gd name="T62" fmla="*/ 2147483646 w 475"/>
              <a:gd name="T63" fmla="*/ 2147483646 h 552"/>
              <a:gd name="T64" fmla="*/ 2147483646 w 475"/>
              <a:gd name="T65" fmla="*/ 2147483646 h 552"/>
              <a:gd name="T66" fmla="*/ 2147483646 w 475"/>
              <a:gd name="T67" fmla="*/ 2147483646 h 552"/>
              <a:gd name="T68" fmla="*/ 2147483646 w 475"/>
              <a:gd name="T69" fmla="*/ 2147483646 h 552"/>
              <a:gd name="T70" fmla="*/ 0 w 475"/>
              <a:gd name="T71" fmla="*/ 2147483646 h 552"/>
              <a:gd name="T72" fmla="*/ 2147483646 w 475"/>
              <a:gd name="T73" fmla="*/ 2147483646 h 552"/>
              <a:gd name="T74" fmla="*/ 2147483646 w 475"/>
              <a:gd name="T75" fmla="*/ 2147483646 h 552"/>
              <a:gd name="T76" fmla="*/ 2147483646 w 475"/>
              <a:gd name="T77" fmla="*/ 2147483646 h 552"/>
              <a:gd name="T78" fmla="*/ 2147483646 w 475"/>
              <a:gd name="T79" fmla="*/ 2147483646 h 552"/>
              <a:gd name="T80" fmla="*/ 2147483646 w 475"/>
              <a:gd name="T81" fmla="*/ 2147483646 h 552"/>
              <a:gd name="T82" fmla="*/ 2147483646 w 475"/>
              <a:gd name="T83" fmla="*/ 2147483646 h 552"/>
              <a:gd name="T84" fmla="*/ 2147483646 w 475"/>
              <a:gd name="T85" fmla="*/ 2147483646 h 552"/>
              <a:gd name="T86" fmla="*/ 2147483646 w 475"/>
              <a:gd name="T87" fmla="*/ 2147483646 h 552"/>
              <a:gd name="T88" fmla="*/ 2147483646 w 475"/>
              <a:gd name="T89" fmla="*/ 2147483646 h 552"/>
              <a:gd name="T90" fmla="*/ 0 w 475"/>
              <a:gd name="T91" fmla="*/ 2147483646 h 552"/>
              <a:gd name="T92" fmla="*/ 2147483646 w 475"/>
              <a:gd name="T93" fmla="*/ 2147483646 h 552"/>
              <a:gd name="T94" fmla="*/ 2147483646 w 475"/>
              <a:gd name="T95" fmla="*/ 2147483646 h 552"/>
              <a:gd name="T96" fmla="*/ 2147483646 w 475"/>
              <a:gd name="T97" fmla="*/ 2147483646 h 552"/>
              <a:gd name="T98" fmla="*/ 2147483646 w 475"/>
              <a:gd name="T99" fmla="*/ 2147483646 h 552"/>
              <a:gd name="T100" fmla="*/ 2147483646 w 475"/>
              <a:gd name="T101" fmla="*/ 2147483646 h 552"/>
              <a:gd name="T102" fmla="*/ 2147483646 w 475"/>
              <a:gd name="T103" fmla="*/ 2147483646 h 552"/>
              <a:gd name="T104" fmla="*/ 2147483646 w 475"/>
              <a:gd name="T105" fmla="*/ 2147483646 h 552"/>
              <a:gd name="T106" fmla="*/ 0 w 475"/>
              <a:gd name="T107" fmla="*/ 2147483646 h 552"/>
              <a:gd name="T108" fmla="*/ 2147483646 w 475"/>
              <a:gd name="T109" fmla="*/ 2147483646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03" name="Freeform 17">
            <a:extLst>
              <a:ext uri="{FF2B5EF4-FFF2-40B4-BE49-F238E27FC236}">
                <a16:creationId xmlns:a16="http://schemas.microsoft.com/office/drawing/2014/main" id="{01B1EDA0-306A-0AED-CD72-9C650F8B5955}"/>
              </a:ext>
            </a:extLst>
          </p:cNvPr>
          <p:cNvSpPr>
            <a:spLocks noChangeArrowheads="1"/>
          </p:cNvSpPr>
          <p:nvPr/>
        </p:nvSpPr>
        <p:spPr bwMode="auto">
          <a:xfrm>
            <a:off x="7327668" y="4244729"/>
            <a:ext cx="461391" cy="533606"/>
          </a:xfrm>
          <a:custGeom>
            <a:avLst/>
            <a:gdLst>
              <a:gd name="T0" fmla="*/ 2147483646 w 509"/>
              <a:gd name="T1" fmla="*/ 2147483646 h 587"/>
              <a:gd name="T2" fmla="*/ 2147483646 w 509"/>
              <a:gd name="T3" fmla="*/ 2147483646 h 587"/>
              <a:gd name="T4" fmla="*/ 2147483646 w 509"/>
              <a:gd name="T5" fmla="*/ 2147483646 h 587"/>
              <a:gd name="T6" fmla="*/ 2147483646 w 509"/>
              <a:gd name="T7" fmla="*/ 2147483646 h 587"/>
              <a:gd name="T8" fmla="*/ 2147483646 w 509"/>
              <a:gd name="T9" fmla="*/ 2147483646 h 587"/>
              <a:gd name="T10" fmla="*/ 2147483646 w 509"/>
              <a:gd name="T11" fmla="*/ 2147483646 h 587"/>
              <a:gd name="T12" fmla="*/ 2147483646 w 509"/>
              <a:gd name="T13" fmla="*/ 2147483646 h 587"/>
              <a:gd name="T14" fmla="*/ 2147483646 w 509"/>
              <a:gd name="T15" fmla="*/ 2147483646 h 587"/>
              <a:gd name="T16" fmla="*/ 2147483646 w 509"/>
              <a:gd name="T17" fmla="*/ 2147483646 h 587"/>
              <a:gd name="T18" fmla="*/ 2147483646 w 509"/>
              <a:gd name="T19" fmla="*/ 2147483646 h 587"/>
              <a:gd name="T20" fmla="*/ 2147483646 w 509"/>
              <a:gd name="T21" fmla="*/ 2147483646 h 587"/>
              <a:gd name="T22" fmla="*/ 2147483646 w 509"/>
              <a:gd name="T23" fmla="*/ 2147483646 h 587"/>
              <a:gd name="T24" fmla="*/ 2147483646 w 509"/>
              <a:gd name="T25" fmla="*/ 2147483646 h 587"/>
              <a:gd name="T26" fmla="*/ 2147483646 w 509"/>
              <a:gd name="T27" fmla="*/ 2147483646 h 587"/>
              <a:gd name="T28" fmla="*/ 2147483646 w 509"/>
              <a:gd name="T29" fmla="*/ 2147483646 h 587"/>
              <a:gd name="T30" fmla="*/ 2147483646 w 509"/>
              <a:gd name="T31" fmla="*/ 2147483646 h 587"/>
              <a:gd name="T32" fmla="*/ 2147483646 w 509"/>
              <a:gd name="T33" fmla="*/ 2147483646 h 587"/>
              <a:gd name="T34" fmla="*/ 2147483646 w 509"/>
              <a:gd name="T35" fmla="*/ 2147483646 h 587"/>
              <a:gd name="T36" fmla="*/ 2147483646 w 509"/>
              <a:gd name="T37" fmla="*/ 2147483646 h 587"/>
              <a:gd name="T38" fmla="*/ 2147483646 w 509"/>
              <a:gd name="T39" fmla="*/ 2147483646 h 587"/>
              <a:gd name="T40" fmla="*/ 2147483646 w 509"/>
              <a:gd name="T41" fmla="*/ 2147483646 h 587"/>
              <a:gd name="T42" fmla="*/ 2147483646 w 509"/>
              <a:gd name="T43" fmla="*/ 2147483646 h 587"/>
              <a:gd name="T44" fmla="*/ 2147483646 w 509"/>
              <a:gd name="T45" fmla="*/ 2147483646 h 587"/>
              <a:gd name="T46" fmla="*/ 2147483646 w 509"/>
              <a:gd name="T47" fmla="*/ 2147483646 h 587"/>
              <a:gd name="T48" fmla="*/ 2147483646 w 509"/>
              <a:gd name="T49" fmla="*/ 2147483646 h 587"/>
              <a:gd name="T50" fmla="*/ 0 w 509"/>
              <a:gd name="T51" fmla="*/ 2147483646 h 587"/>
              <a:gd name="T52" fmla="*/ 0 w 509"/>
              <a:gd name="T53" fmla="*/ 2147483646 h 587"/>
              <a:gd name="T54" fmla="*/ 2147483646 w 509"/>
              <a:gd name="T55" fmla="*/ 0 h 587"/>
              <a:gd name="T56" fmla="*/ 2147483646 w 509"/>
              <a:gd name="T57" fmla="*/ 0 h 587"/>
              <a:gd name="T58" fmla="*/ 2147483646 w 509"/>
              <a:gd name="T59" fmla="*/ 0 h 587"/>
              <a:gd name="T60" fmla="*/ 2147483646 w 509"/>
              <a:gd name="T61" fmla="*/ 0 h 587"/>
              <a:gd name="T62" fmla="*/ 2147483646 w 509"/>
              <a:gd name="T63" fmla="*/ 2147483646 h 587"/>
              <a:gd name="T64" fmla="*/ 2147483646 w 509"/>
              <a:gd name="T65" fmla="*/ 2147483646 h 587"/>
              <a:gd name="T66" fmla="*/ 2147483646 w 509"/>
              <a:gd name="T67" fmla="*/ 2147483646 h 587"/>
              <a:gd name="T68" fmla="*/ 2147483646 w 509"/>
              <a:gd name="T69" fmla="*/ 2147483646 h 587"/>
              <a:gd name="T70" fmla="*/ 2147483646 w 509"/>
              <a:gd name="T71" fmla="*/ 2147483646 h 587"/>
              <a:gd name="T72" fmla="*/ 2147483646 w 509"/>
              <a:gd name="T73" fmla="*/ 2147483646 h 587"/>
              <a:gd name="T74" fmla="*/ 2147483646 w 509"/>
              <a:gd name="T75" fmla="*/ 2147483646 h 587"/>
              <a:gd name="T76" fmla="*/ 2147483646 w 509"/>
              <a:gd name="T77" fmla="*/ 2147483646 h 587"/>
              <a:gd name="T78" fmla="*/ 2147483646 w 509"/>
              <a:gd name="T79" fmla="*/ 2147483646 h 587"/>
              <a:gd name="T80" fmla="*/ 2147483646 w 509"/>
              <a:gd name="T81" fmla="*/ 2147483646 h 587"/>
              <a:gd name="T82" fmla="*/ 2147483646 w 509"/>
              <a:gd name="T83" fmla="*/ 2147483646 h 587"/>
              <a:gd name="T84" fmla="*/ 2147483646 w 509"/>
              <a:gd name="T85" fmla="*/ 2147483646 h 587"/>
              <a:gd name="T86" fmla="*/ 2147483646 w 509"/>
              <a:gd name="T87" fmla="*/ 0 h 587"/>
              <a:gd name="T88" fmla="*/ 2147483646 w 509"/>
              <a:gd name="T89" fmla="*/ 0 h 587"/>
              <a:gd name="T90" fmla="*/ 2147483646 w 509"/>
              <a:gd name="T91" fmla="*/ 2147483646 h 587"/>
              <a:gd name="T92" fmla="*/ 2147483646 w 509"/>
              <a:gd name="T93" fmla="*/ 2147483646 h 587"/>
              <a:gd name="T94" fmla="*/ 2147483646 w 509"/>
              <a:gd name="T95" fmla="*/ 2147483646 h 58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509" h="587">
                <a:moveTo>
                  <a:pt x="480" y="452"/>
                </a:moveTo>
                <a:lnTo>
                  <a:pt x="480" y="452"/>
                </a:lnTo>
                <a:cubicBezTo>
                  <a:pt x="473" y="452"/>
                  <a:pt x="466" y="452"/>
                  <a:pt x="459" y="445"/>
                </a:cubicBezTo>
                <a:cubicBezTo>
                  <a:pt x="438" y="424"/>
                  <a:pt x="438" y="424"/>
                  <a:pt x="438" y="424"/>
                </a:cubicBezTo>
                <a:cubicBezTo>
                  <a:pt x="438" y="558"/>
                  <a:pt x="438" y="558"/>
                  <a:pt x="438" y="558"/>
                </a:cubicBezTo>
                <a:cubicBezTo>
                  <a:pt x="438" y="572"/>
                  <a:pt x="431" y="586"/>
                  <a:pt x="409" y="586"/>
                </a:cubicBezTo>
                <a:cubicBezTo>
                  <a:pt x="395" y="586"/>
                  <a:pt x="381" y="572"/>
                  <a:pt x="381" y="558"/>
                </a:cubicBezTo>
                <a:cubicBezTo>
                  <a:pt x="381" y="424"/>
                  <a:pt x="381" y="424"/>
                  <a:pt x="381" y="424"/>
                </a:cubicBezTo>
                <a:cubicBezTo>
                  <a:pt x="367" y="445"/>
                  <a:pt x="367" y="445"/>
                  <a:pt x="367" y="445"/>
                </a:cubicBezTo>
                <a:cubicBezTo>
                  <a:pt x="360" y="452"/>
                  <a:pt x="353" y="452"/>
                  <a:pt x="346" y="452"/>
                </a:cubicBezTo>
                <a:cubicBezTo>
                  <a:pt x="332" y="452"/>
                  <a:pt x="318" y="438"/>
                  <a:pt x="318" y="424"/>
                </a:cubicBezTo>
                <a:cubicBezTo>
                  <a:pt x="318" y="417"/>
                  <a:pt x="318" y="410"/>
                  <a:pt x="325" y="403"/>
                </a:cubicBezTo>
                <a:cubicBezTo>
                  <a:pt x="395" y="339"/>
                  <a:pt x="395" y="339"/>
                  <a:pt x="395" y="339"/>
                </a:cubicBezTo>
                <a:cubicBezTo>
                  <a:pt x="395" y="332"/>
                  <a:pt x="402" y="332"/>
                  <a:pt x="409" y="332"/>
                </a:cubicBezTo>
                <a:cubicBezTo>
                  <a:pt x="417" y="332"/>
                  <a:pt x="424" y="332"/>
                  <a:pt x="431" y="339"/>
                </a:cubicBezTo>
                <a:cubicBezTo>
                  <a:pt x="494" y="403"/>
                  <a:pt x="494" y="403"/>
                  <a:pt x="494" y="403"/>
                </a:cubicBezTo>
                <a:cubicBezTo>
                  <a:pt x="501" y="410"/>
                  <a:pt x="508" y="417"/>
                  <a:pt x="508" y="424"/>
                </a:cubicBezTo>
                <a:cubicBezTo>
                  <a:pt x="508" y="438"/>
                  <a:pt x="494" y="452"/>
                  <a:pt x="480" y="452"/>
                </a:cubicBezTo>
                <a:close/>
                <a:moveTo>
                  <a:pt x="304" y="381"/>
                </a:moveTo>
                <a:lnTo>
                  <a:pt x="304" y="381"/>
                </a:lnTo>
                <a:cubicBezTo>
                  <a:pt x="296" y="395"/>
                  <a:pt x="289" y="410"/>
                  <a:pt x="289" y="424"/>
                </a:cubicBezTo>
                <a:cubicBezTo>
                  <a:pt x="289" y="452"/>
                  <a:pt x="318" y="480"/>
                  <a:pt x="346" y="480"/>
                </a:cubicBezTo>
                <a:lnTo>
                  <a:pt x="353" y="480"/>
                </a:lnTo>
                <a:cubicBezTo>
                  <a:pt x="353" y="544"/>
                  <a:pt x="353" y="544"/>
                  <a:pt x="353" y="544"/>
                </a:cubicBezTo>
                <a:cubicBezTo>
                  <a:pt x="28" y="544"/>
                  <a:pt x="28" y="544"/>
                  <a:pt x="28" y="544"/>
                </a:cubicBezTo>
                <a:cubicBezTo>
                  <a:pt x="7" y="544"/>
                  <a:pt x="0" y="537"/>
                  <a:pt x="0" y="516"/>
                </a:cubicBezTo>
                <a:cubicBezTo>
                  <a:pt x="0" y="28"/>
                  <a:pt x="0" y="28"/>
                  <a:pt x="0" y="28"/>
                </a:cubicBezTo>
                <a:cubicBezTo>
                  <a:pt x="0" y="14"/>
                  <a:pt x="7" y="0"/>
                  <a:pt x="28" y="0"/>
                </a:cubicBezTo>
                <a:cubicBezTo>
                  <a:pt x="91" y="0"/>
                  <a:pt x="91" y="0"/>
                  <a:pt x="91" y="0"/>
                </a:cubicBezTo>
                <a:cubicBezTo>
                  <a:pt x="176" y="0"/>
                  <a:pt x="176" y="0"/>
                  <a:pt x="176" y="0"/>
                </a:cubicBezTo>
                <a:cubicBezTo>
                  <a:pt x="176" y="106"/>
                  <a:pt x="176" y="106"/>
                  <a:pt x="176" y="106"/>
                </a:cubicBezTo>
                <a:cubicBezTo>
                  <a:pt x="176" y="162"/>
                  <a:pt x="176" y="162"/>
                  <a:pt x="176" y="162"/>
                </a:cubicBezTo>
                <a:cubicBezTo>
                  <a:pt x="176" y="191"/>
                  <a:pt x="205" y="219"/>
                  <a:pt x="233" y="219"/>
                </a:cubicBezTo>
                <a:cubicBezTo>
                  <a:pt x="289" y="219"/>
                  <a:pt x="289" y="219"/>
                  <a:pt x="289" y="219"/>
                </a:cubicBezTo>
                <a:cubicBezTo>
                  <a:pt x="409" y="219"/>
                  <a:pt x="409" y="219"/>
                  <a:pt x="409" y="219"/>
                </a:cubicBezTo>
                <a:cubicBezTo>
                  <a:pt x="409" y="304"/>
                  <a:pt x="409" y="304"/>
                  <a:pt x="409" y="304"/>
                </a:cubicBezTo>
                <a:cubicBezTo>
                  <a:pt x="395" y="304"/>
                  <a:pt x="381" y="311"/>
                  <a:pt x="374" y="318"/>
                </a:cubicBezTo>
                <a:lnTo>
                  <a:pt x="304" y="381"/>
                </a:lnTo>
                <a:close/>
                <a:moveTo>
                  <a:pt x="233" y="191"/>
                </a:moveTo>
                <a:lnTo>
                  <a:pt x="233" y="191"/>
                </a:lnTo>
                <a:cubicBezTo>
                  <a:pt x="219" y="191"/>
                  <a:pt x="205" y="176"/>
                  <a:pt x="205" y="162"/>
                </a:cubicBezTo>
                <a:cubicBezTo>
                  <a:pt x="205" y="106"/>
                  <a:pt x="205" y="106"/>
                  <a:pt x="205" y="106"/>
                </a:cubicBezTo>
                <a:cubicBezTo>
                  <a:pt x="205" y="0"/>
                  <a:pt x="205" y="0"/>
                  <a:pt x="205" y="0"/>
                </a:cubicBezTo>
                <a:cubicBezTo>
                  <a:pt x="409" y="191"/>
                  <a:pt x="409" y="191"/>
                  <a:pt x="409" y="191"/>
                </a:cubicBezTo>
                <a:cubicBezTo>
                  <a:pt x="289" y="191"/>
                  <a:pt x="289" y="191"/>
                  <a:pt x="289" y="191"/>
                </a:cubicBezTo>
                <a:lnTo>
                  <a:pt x="233" y="19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04" name="Freeform 18">
            <a:extLst>
              <a:ext uri="{FF2B5EF4-FFF2-40B4-BE49-F238E27FC236}">
                <a16:creationId xmlns:a16="http://schemas.microsoft.com/office/drawing/2014/main" id="{29A894D9-DAFC-A2C7-795F-7F9906B30CC6}"/>
              </a:ext>
            </a:extLst>
          </p:cNvPr>
          <p:cNvSpPr>
            <a:spLocks noChangeArrowheads="1"/>
          </p:cNvSpPr>
          <p:nvPr/>
        </p:nvSpPr>
        <p:spPr bwMode="auto">
          <a:xfrm>
            <a:off x="6360756" y="4244729"/>
            <a:ext cx="465402" cy="533606"/>
          </a:xfrm>
          <a:custGeom>
            <a:avLst/>
            <a:gdLst>
              <a:gd name="T0" fmla="*/ 2147483646 w 510"/>
              <a:gd name="T1" fmla="*/ 2147483646 h 587"/>
              <a:gd name="T2" fmla="*/ 2147483646 w 510"/>
              <a:gd name="T3" fmla="*/ 2147483646 h 587"/>
              <a:gd name="T4" fmla="*/ 2147483646 w 510"/>
              <a:gd name="T5" fmla="*/ 2147483646 h 587"/>
              <a:gd name="T6" fmla="*/ 2147483646 w 510"/>
              <a:gd name="T7" fmla="*/ 2147483646 h 587"/>
              <a:gd name="T8" fmla="*/ 2147483646 w 510"/>
              <a:gd name="T9" fmla="*/ 2147483646 h 587"/>
              <a:gd name="T10" fmla="*/ 2147483646 w 510"/>
              <a:gd name="T11" fmla="*/ 2147483646 h 587"/>
              <a:gd name="T12" fmla="*/ 2147483646 w 510"/>
              <a:gd name="T13" fmla="*/ 2147483646 h 587"/>
              <a:gd name="T14" fmla="*/ 2147483646 w 510"/>
              <a:gd name="T15" fmla="*/ 2147483646 h 587"/>
              <a:gd name="T16" fmla="*/ 2147483646 w 510"/>
              <a:gd name="T17" fmla="*/ 2147483646 h 587"/>
              <a:gd name="T18" fmla="*/ 2147483646 w 510"/>
              <a:gd name="T19" fmla="*/ 2147483646 h 587"/>
              <a:gd name="T20" fmla="*/ 2147483646 w 510"/>
              <a:gd name="T21" fmla="*/ 2147483646 h 587"/>
              <a:gd name="T22" fmla="*/ 2147483646 w 510"/>
              <a:gd name="T23" fmla="*/ 2147483646 h 587"/>
              <a:gd name="T24" fmla="*/ 2147483646 w 510"/>
              <a:gd name="T25" fmla="*/ 2147483646 h 587"/>
              <a:gd name="T26" fmla="*/ 2147483646 w 510"/>
              <a:gd name="T27" fmla="*/ 2147483646 h 587"/>
              <a:gd name="T28" fmla="*/ 2147483646 w 510"/>
              <a:gd name="T29" fmla="*/ 2147483646 h 587"/>
              <a:gd name="T30" fmla="*/ 2147483646 w 510"/>
              <a:gd name="T31" fmla="*/ 2147483646 h 587"/>
              <a:gd name="T32" fmla="*/ 2147483646 w 510"/>
              <a:gd name="T33" fmla="*/ 2147483646 h 587"/>
              <a:gd name="T34" fmla="*/ 2147483646 w 510"/>
              <a:gd name="T35" fmla="*/ 2147483646 h 587"/>
              <a:gd name="T36" fmla="*/ 2147483646 w 510"/>
              <a:gd name="T37" fmla="*/ 2147483646 h 587"/>
              <a:gd name="T38" fmla="*/ 2147483646 w 510"/>
              <a:gd name="T39" fmla="*/ 2147483646 h 587"/>
              <a:gd name="T40" fmla="*/ 2147483646 w 510"/>
              <a:gd name="T41" fmla="*/ 2147483646 h 587"/>
              <a:gd name="T42" fmla="*/ 2147483646 w 510"/>
              <a:gd name="T43" fmla="*/ 2147483646 h 587"/>
              <a:gd name="T44" fmla="*/ 2147483646 w 510"/>
              <a:gd name="T45" fmla="*/ 2147483646 h 587"/>
              <a:gd name="T46" fmla="*/ 2147483646 w 510"/>
              <a:gd name="T47" fmla="*/ 2147483646 h 587"/>
              <a:gd name="T48" fmla="*/ 2147483646 w 510"/>
              <a:gd name="T49" fmla="*/ 2147483646 h 587"/>
              <a:gd name="T50" fmla="*/ 2147483646 w 510"/>
              <a:gd name="T51" fmla="*/ 2147483646 h 587"/>
              <a:gd name="T52" fmla="*/ 0 w 510"/>
              <a:gd name="T53" fmla="*/ 2147483646 h 587"/>
              <a:gd name="T54" fmla="*/ 0 w 510"/>
              <a:gd name="T55" fmla="*/ 2147483646 h 587"/>
              <a:gd name="T56" fmla="*/ 2147483646 w 510"/>
              <a:gd name="T57" fmla="*/ 0 h 587"/>
              <a:gd name="T58" fmla="*/ 2147483646 w 510"/>
              <a:gd name="T59" fmla="*/ 0 h 587"/>
              <a:gd name="T60" fmla="*/ 2147483646 w 510"/>
              <a:gd name="T61" fmla="*/ 0 h 587"/>
              <a:gd name="T62" fmla="*/ 2147483646 w 510"/>
              <a:gd name="T63" fmla="*/ 0 h 587"/>
              <a:gd name="T64" fmla="*/ 2147483646 w 510"/>
              <a:gd name="T65" fmla="*/ 2147483646 h 587"/>
              <a:gd name="T66" fmla="*/ 2147483646 w 510"/>
              <a:gd name="T67" fmla="*/ 2147483646 h 587"/>
              <a:gd name="T68" fmla="*/ 2147483646 w 510"/>
              <a:gd name="T69" fmla="*/ 2147483646 h 587"/>
              <a:gd name="T70" fmla="*/ 2147483646 w 510"/>
              <a:gd name="T71" fmla="*/ 2147483646 h 587"/>
              <a:gd name="T72" fmla="*/ 2147483646 w 510"/>
              <a:gd name="T73" fmla="*/ 2147483646 h 587"/>
              <a:gd name="T74" fmla="*/ 2147483646 w 510"/>
              <a:gd name="T75" fmla="*/ 2147483646 h 587"/>
              <a:gd name="T76" fmla="*/ 2147483646 w 510"/>
              <a:gd name="T77" fmla="*/ 2147483646 h 587"/>
              <a:gd name="T78" fmla="*/ 2147483646 w 510"/>
              <a:gd name="T79" fmla="*/ 2147483646 h 587"/>
              <a:gd name="T80" fmla="*/ 2147483646 w 510"/>
              <a:gd name="T81" fmla="*/ 2147483646 h 587"/>
              <a:gd name="T82" fmla="*/ 2147483646 w 510"/>
              <a:gd name="T83" fmla="*/ 2147483646 h 587"/>
              <a:gd name="T84" fmla="*/ 2147483646 w 510"/>
              <a:gd name="T85" fmla="*/ 2147483646 h 587"/>
              <a:gd name="T86" fmla="*/ 2147483646 w 510"/>
              <a:gd name="T87" fmla="*/ 2147483646 h 587"/>
              <a:gd name="T88" fmla="*/ 2147483646 w 510"/>
              <a:gd name="T89" fmla="*/ 0 h 587"/>
              <a:gd name="T90" fmla="*/ 2147483646 w 510"/>
              <a:gd name="T91" fmla="*/ 0 h 587"/>
              <a:gd name="T92" fmla="*/ 2147483646 w 510"/>
              <a:gd name="T93" fmla="*/ 2147483646 h 587"/>
              <a:gd name="T94" fmla="*/ 2147483646 w 510"/>
              <a:gd name="T95" fmla="*/ 2147483646 h 587"/>
              <a:gd name="T96" fmla="*/ 2147483646 w 510"/>
              <a:gd name="T97" fmla="*/ 2147483646 h 587"/>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510" h="587">
                <a:moveTo>
                  <a:pt x="502" y="509"/>
                </a:moveTo>
                <a:lnTo>
                  <a:pt x="502" y="509"/>
                </a:lnTo>
                <a:cubicBezTo>
                  <a:pt x="439" y="572"/>
                  <a:pt x="439" y="572"/>
                  <a:pt x="439" y="572"/>
                </a:cubicBezTo>
                <a:cubicBezTo>
                  <a:pt x="432" y="579"/>
                  <a:pt x="424" y="586"/>
                  <a:pt x="417" y="586"/>
                </a:cubicBezTo>
                <a:cubicBezTo>
                  <a:pt x="410" y="586"/>
                  <a:pt x="403" y="579"/>
                  <a:pt x="396" y="572"/>
                </a:cubicBezTo>
                <a:cubicBezTo>
                  <a:pt x="333" y="509"/>
                  <a:pt x="333" y="509"/>
                  <a:pt x="333" y="509"/>
                </a:cubicBezTo>
                <a:cubicBezTo>
                  <a:pt x="326" y="502"/>
                  <a:pt x="326" y="495"/>
                  <a:pt x="326" y="487"/>
                </a:cubicBezTo>
                <a:cubicBezTo>
                  <a:pt x="326" y="473"/>
                  <a:pt x="333" y="459"/>
                  <a:pt x="354" y="459"/>
                </a:cubicBezTo>
                <a:cubicBezTo>
                  <a:pt x="361" y="459"/>
                  <a:pt x="368" y="466"/>
                  <a:pt x="368" y="473"/>
                </a:cubicBezTo>
                <a:cubicBezTo>
                  <a:pt x="389" y="487"/>
                  <a:pt x="389" y="487"/>
                  <a:pt x="389" y="487"/>
                </a:cubicBezTo>
                <a:cubicBezTo>
                  <a:pt x="389" y="360"/>
                  <a:pt x="389" y="360"/>
                  <a:pt x="389" y="360"/>
                </a:cubicBezTo>
                <a:cubicBezTo>
                  <a:pt x="389" y="339"/>
                  <a:pt x="403" y="332"/>
                  <a:pt x="417" y="332"/>
                </a:cubicBezTo>
                <a:cubicBezTo>
                  <a:pt x="432" y="332"/>
                  <a:pt x="446" y="339"/>
                  <a:pt x="446" y="360"/>
                </a:cubicBezTo>
                <a:cubicBezTo>
                  <a:pt x="446" y="487"/>
                  <a:pt x="446" y="487"/>
                  <a:pt x="446" y="487"/>
                </a:cubicBezTo>
                <a:cubicBezTo>
                  <a:pt x="467" y="473"/>
                  <a:pt x="467" y="473"/>
                  <a:pt x="467" y="473"/>
                </a:cubicBezTo>
                <a:cubicBezTo>
                  <a:pt x="467" y="466"/>
                  <a:pt x="474" y="459"/>
                  <a:pt x="481" y="459"/>
                </a:cubicBezTo>
                <a:cubicBezTo>
                  <a:pt x="502" y="459"/>
                  <a:pt x="509" y="473"/>
                  <a:pt x="509" y="487"/>
                </a:cubicBezTo>
                <a:cubicBezTo>
                  <a:pt x="509" y="495"/>
                  <a:pt x="509" y="502"/>
                  <a:pt x="502" y="509"/>
                </a:cubicBezTo>
                <a:close/>
                <a:moveTo>
                  <a:pt x="361" y="360"/>
                </a:moveTo>
                <a:lnTo>
                  <a:pt x="361" y="360"/>
                </a:lnTo>
                <a:cubicBezTo>
                  <a:pt x="361" y="431"/>
                  <a:pt x="361" y="431"/>
                  <a:pt x="361" y="431"/>
                </a:cubicBezTo>
                <a:lnTo>
                  <a:pt x="354" y="431"/>
                </a:lnTo>
                <a:cubicBezTo>
                  <a:pt x="319" y="431"/>
                  <a:pt x="297" y="459"/>
                  <a:pt x="297" y="487"/>
                </a:cubicBezTo>
                <a:cubicBezTo>
                  <a:pt x="297" y="509"/>
                  <a:pt x="304" y="523"/>
                  <a:pt x="311" y="530"/>
                </a:cubicBezTo>
                <a:cubicBezTo>
                  <a:pt x="326" y="544"/>
                  <a:pt x="326" y="544"/>
                  <a:pt x="326" y="544"/>
                </a:cubicBezTo>
                <a:cubicBezTo>
                  <a:pt x="29" y="544"/>
                  <a:pt x="29" y="544"/>
                  <a:pt x="29" y="544"/>
                </a:cubicBezTo>
                <a:cubicBezTo>
                  <a:pt x="15" y="544"/>
                  <a:pt x="0" y="537"/>
                  <a:pt x="0" y="516"/>
                </a:cubicBezTo>
                <a:cubicBezTo>
                  <a:pt x="0" y="28"/>
                  <a:pt x="0" y="28"/>
                  <a:pt x="0" y="28"/>
                </a:cubicBezTo>
                <a:cubicBezTo>
                  <a:pt x="0" y="14"/>
                  <a:pt x="15" y="0"/>
                  <a:pt x="29" y="0"/>
                </a:cubicBezTo>
                <a:cubicBezTo>
                  <a:pt x="99" y="0"/>
                  <a:pt x="99" y="0"/>
                  <a:pt x="99" y="0"/>
                </a:cubicBezTo>
                <a:cubicBezTo>
                  <a:pt x="184" y="0"/>
                  <a:pt x="184" y="0"/>
                  <a:pt x="184" y="0"/>
                </a:cubicBezTo>
                <a:cubicBezTo>
                  <a:pt x="184" y="106"/>
                  <a:pt x="184" y="106"/>
                  <a:pt x="184" y="106"/>
                </a:cubicBezTo>
                <a:cubicBezTo>
                  <a:pt x="184" y="162"/>
                  <a:pt x="184" y="162"/>
                  <a:pt x="184" y="162"/>
                </a:cubicBezTo>
                <a:cubicBezTo>
                  <a:pt x="184" y="191"/>
                  <a:pt x="206" y="219"/>
                  <a:pt x="241" y="219"/>
                </a:cubicBezTo>
                <a:cubicBezTo>
                  <a:pt x="297" y="219"/>
                  <a:pt x="297" y="219"/>
                  <a:pt x="297" y="219"/>
                </a:cubicBezTo>
                <a:cubicBezTo>
                  <a:pt x="417" y="219"/>
                  <a:pt x="417" y="219"/>
                  <a:pt x="417" y="219"/>
                </a:cubicBezTo>
                <a:cubicBezTo>
                  <a:pt x="417" y="304"/>
                  <a:pt x="417" y="304"/>
                  <a:pt x="417" y="304"/>
                </a:cubicBezTo>
                <a:cubicBezTo>
                  <a:pt x="389" y="304"/>
                  <a:pt x="361" y="325"/>
                  <a:pt x="361" y="360"/>
                </a:cubicBezTo>
                <a:close/>
                <a:moveTo>
                  <a:pt x="241" y="191"/>
                </a:moveTo>
                <a:lnTo>
                  <a:pt x="241" y="191"/>
                </a:lnTo>
                <a:cubicBezTo>
                  <a:pt x="220" y="191"/>
                  <a:pt x="213" y="176"/>
                  <a:pt x="213" y="162"/>
                </a:cubicBezTo>
                <a:cubicBezTo>
                  <a:pt x="213" y="106"/>
                  <a:pt x="213" y="106"/>
                  <a:pt x="213" y="106"/>
                </a:cubicBezTo>
                <a:cubicBezTo>
                  <a:pt x="213" y="0"/>
                  <a:pt x="213" y="0"/>
                  <a:pt x="213" y="0"/>
                </a:cubicBezTo>
                <a:cubicBezTo>
                  <a:pt x="417" y="191"/>
                  <a:pt x="417" y="191"/>
                  <a:pt x="417" y="191"/>
                </a:cubicBezTo>
                <a:cubicBezTo>
                  <a:pt x="297" y="191"/>
                  <a:pt x="297" y="191"/>
                  <a:pt x="297" y="191"/>
                </a:cubicBezTo>
                <a:lnTo>
                  <a:pt x="241" y="19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05" name="Freeform 19">
            <a:extLst>
              <a:ext uri="{FF2B5EF4-FFF2-40B4-BE49-F238E27FC236}">
                <a16:creationId xmlns:a16="http://schemas.microsoft.com/office/drawing/2014/main" id="{836AC24E-0E15-1831-5EC0-07A44E147055}"/>
              </a:ext>
            </a:extLst>
          </p:cNvPr>
          <p:cNvSpPr>
            <a:spLocks noChangeArrowheads="1"/>
          </p:cNvSpPr>
          <p:nvPr/>
        </p:nvSpPr>
        <p:spPr bwMode="auto">
          <a:xfrm>
            <a:off x="5405879" y="4244729"/>
            <a:ext cx="465402" cy="521571"/>
          </a:xfrm>
          <a:custGeom>
            <a:avLst/>
            <a:gdLst>
              <a:gd name="T0" fmla="*/ 2147483646 w 510"/>
              <a:gd name="T1" fmla="*/ 2147483646 h 573"/>
              <a:gd name="T2" fmla="*/ 2147483646 w 510"/>
              <a:gd name="T3" fmla="*/ 2147483646 h 573"/>
              <a:gd name="T4" fmla="*/ 2147483646 w 510"/>
              <a:gd name="T5" fmla="*/ 2147483646 h 573"/>
              <a:gd name="T6" fmla="*/ 2147483646 w 510"/>
              <a:gd name="T7" fmla="*/ 2147483646 h 573"/>
              <a:gd name="T8" fmla="*/ 2147483646 w 510"/>
              <a:gd name="T9" fmla="*/ 2147483646 h 573"/>
              <a:gd name="T10" fmla="*/ 2147483646 w 510"/>
              <a:gd name="T11" fmla="*/ 2147483646 h 573"/>
              <a:gd name="T12" fmla="*/ 2147483646 w 510"/>
              <a:gd name="T13" fmla="*/ 2147483646 h 573"/>
              <a:gd name="T14" fmla="*/ 2147483646 w 510"/>
              <a:gd name="T15" fmla="*/ 2147483646 h 573"/>
              <a:gd name="T16" fmla="*/ 2147483646 w 510"/>
              <a:gd name="T17" fmla="*/ 2147483646 h 573"/>
              <a:gd name="T18" fmla="*/ 2147483646 w 510"/>
              <a:gd name="T19" fmla="*/ 2147483646 h 573"/>
              <a:gd name="T20" fmla="*/ 2147483646 w 510"/>
              <a:gd name="T21" fmla="*/ 2147483646 h 573"/>
              <a:gd name="T22" fmla="*/ 2147483646 w 510"/>
              <a:gd name="T23" fmla="*/ 2147483646 h 573"/>
              <a:gd name="T24" fmla="*/ 2147483646 w 510"/>
              <a:gd name="T25" fmla="*/ 2147483646 h 573"/>
              <a:gd name="T26" fmla="*/ 2147483646 w 510"/>
              <a:gd name="T27" fmla="*/ 2147483646 h 573"/>
              <a:gd name="T28" fmla="*/ 2147483646 w 510"/>
              <a:gd name="T29" fmla="*/ 2147483646 h 573"/>
              <a:gd name="T30" fmla="*/ 2147483646 w 510"/>
              <a:gd name="T31" fmla="*/ 2147483646 h 573"/>
              <a:gd name="T32" fmla="*/ 2147483646 w 510"/>
              <a:gd name="T33" fmla="*/ 2147483646 h 573"/>
              <a:gd name="T34" fmla="*/ 2147483646 w 510"/>
              <a:gd name="T35" fmla="*/ 2147483646 h 573"/>
              <a:gd name="T36" fmla="*/ 2147483646 w 510"/>
              <a:gd name="T37" fmla="*/ 2147483646 h 573"/>
              <a:gd name="T38" fmla="*/ 2147483646 w 510"/>
              <a:gd name="T39" fmla="*/ 2147483646 h 573"/>
              <a:gd name="T40" fmla="*/ 2147483646 w 510"/>
              <a:gd name="T41" fmla="*/ 2147483646 h 573"/>
              <a:gd name="T42" fmla="*/ 2147483646 w 510"/>
              <a:gd name="T43" fmla="*/ 2147483646 h 573"/>
              <a:gd name="T44" fmla="*/ 2147483646 w 510"/>
              <a:gd name="T45" fmla="*/ 2147483646 h 573"/>
              <a:gd name="T46" fmla="*/ 2147483646 w 510"/>
              <a:gd name="T47" fmla="*/ 2147483646 h 573"/>
              <a:gd name="T48" fmla="*/ 2147483646 w 510"/>
              <a:gd name="T49" fmla="*/ 2147483646 h 573"/>
              <a:gd name="T50" fmla="*/ 2147483646 w 510"/>
              <a:gd name="T51" fmla="*/ 2147483646 h 573"/>
              <a:gd name="T52" fmla="*/ 2147483646 w 510"/>
              <a:gd name="T53" fmla="*/ 2147483646 h 573"/>
              <a:gd name="T54" fmla="*/ 2147483646 w 510"/>
              <a:gd name="T55" fmla="*/ 2147483646 h 573"/>
              <a:gd name="T56" fmla="*/ 2147483646 w 510"/>
              <a:gd name="T57" fmla="*/ 2147483646 h 573"/>
              <a:gd name="T58" fmla="*/ 2147483646 w 510"/>
              <a:gd name="T59" fmla="*/ 2147483646 h 573"/>
              <a:gd name="T60" fmla="*/ 2147483646 w 510"/>
              <a:gd name="T61" fmla="*/ 2147483646 h 573"/>
              <a:gd name="T62" fmla="*/ 2147483646 w 510"/>
              <a:gd name="T63" fmla="*/ 2147483646 h 573"/>
              <a:gd name="T64" fmla="*/ 2147483646 w 510"/>
              <a:gd name="T65" fmla="*/ 2147483646 h 573"/>
              <a:gd name="T66" fmla="*/ 2147483646 w 510"/>
              <a:gd name="T67" fmla="*/ 2147483646 h 573"/>
              <a:gd name="T68" fmla="*/ 2147483646 w 510"/>
              <a:gd name="T69" fmla="*/ 2147483646 h 573"/>
              <a:gd name="T70" fmla="*/ 2147483646 w 510"/>
              <a:gd name="T71" fmla="*/ 2147483646 h 573"/>
              <a:gd name="T72" fmla="*/ 2147483646 w 510"/>
              <a:gd name="T73" fmla="*/ 2147483646 h 573"/>
              <a:gd name="T74" fmla="*/ 2147483646 w 510"/>
              <a:gd name="T75" fmla="*/ 2147483646 h 573"/>
              <a:gd name="T76" fmla="*/ 2147483646 w 510"/>
              <a:gd name="T77" fmla="*/ 2147483646 h 573"/>
              <a:gd name="T78" fmla="*/ 2147483646 w 510"/>
              <a:gd name="T79" fmla="*/ 2147483646 h 573"/>
              <a:gd name="T80" fmla="*/ 0 w 510"/>
              <a:gd name="T81" fmla="*/ 2147483646 h 573"/>
              <a:gd name="T82" fmla="*/ 0 w 510"/>
              <a:gd name="T83" fmla="*/ 2147483646 h 573"/>
              <a:gd name="T84" fmla="*/ 2147483646 w 510"/>
              <a:gd name="T85" fmla="*/ 0 h 573"/>
              <a:gd name="T86" fmla="*/ 2147483646 w 510"/>
              <a:gd name="T87" fmla="*/ 0 h 573"/>
              <a:gd name="T88" fmla="*/ 2147483646 w 510"/>
              <a:gd name="T89" fmla="*/ 0 h 573"/>
              <a:gd name="T90" fmla="*/ 2147483646 w 510"/>
              <a:gd name="T91" fmla="*/ 2147483646 h 573"/>
              <a:gd name="T92" fmla="*/ 2147483646 w 510"/>
              <a:gd name="T93" fmla="*/ 2147483646 h 573"/>
              <a:gd name="T94" fmla="*/ 2147483646 w 510"/>
              <a:gd name="T95" fmla="*/ 2147483646 h 573"/>
              <a:gd name="T96" fmla="*/ 2147483646 w 510"/>
              <a:gd name="T97" fmla="*/ 2147483646 h 573"/>
              <a:gd name="T98" fmla="*/ 2147483646 w 510"/>
              <a:gd name="T99" fmla="*/ 2147483646 h 573"/>
              <a:gd name="T100" fmla="*/ 2147483646 w 510"/>
              <a:gd name="T101" fmla="*/ 2147483646 h 573"/>
              <a:gd name="T102" fmla="*/ 2147483646 w 510"/>
              <a:gd name="T103" fmla="*/ 2147483646 h 573"/>
              <a:gd name="T104" fmla="*/ 2147483646 w 510"/>
              <a:gd name="T105" fmla="*/ 2147483646 h 573"/>
              <a:gd name="T106" fmla="*/ 2147483646 w 510"/>
              <a:gd name="T107" fmla="*/ 2147483646 h 573"/>
              <a:gd name="T108" fmla="*/ 2147483646 w 510"/>
              <a:gd name="T109" fmla="*/ 2147483646 h 573"/>
              <a:gd name="T110" fmla="*/ 2147483646 w 510"/>
              <a:gd name="T111" fmla="*/ 2147483646 h 573"/>
              <a:gd name="T112" fmla="*/ 2147483646 w 510"/>
              <a:gd name="T113" fmla="*/ 2147483646 h 573"/>
              <a:gd name="T114" fmla="*/ 2147483646 w 510"/>
              <a:gd name="T115" fmla="*/ 0 h 573"/>
              <a:gd name="T116" fmla="*/ 2147483646 w 510"/>
              <a:gd name="T117" fmla="*/ 2147483646 h 573"/>
              <a:gd name="T118" fmla="*/ 2147483646 w 510"/>
              <a:gd name="T119" fmla="*/ 2147483646 h 573"/>
              <a:gd name="T120" fmla="*/ 2147483646 w 510"/>
              <a:gd name="T121" fmla="*/ 2147483646 h 57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510" h="573">
                <a:moveTo>
                  <a:pt x="502" y="452"/>
                </a:moveTo>
                <a:lnTo>
                  <a:pt x="502" y="452"/>
                </a:lnTo>
                <a:cubicBezTo>
                  <a:pt x="467" y="487"/>
                  <a:pt x="467" y="487"/>
                  <a:pt x="467" y="487"/>
                </a:cubicBezTo>
                <a:cubicBezTo>
                  <a:pt x="502" y="530"/>
                  <a:pt x="502" y="530"/>
                  <a:pt x="502" y="530"/>
                </a:cubicBezTo>
                <a:cubicBezTo>
                  <a:pt x="509" y="530"/>
                  <a:pt x="509" y="537"/>
                  <a:pt x="509" y="544"/>
                </a:cubicBezTo>
                <a:cubicBezTo>
                  <a:pt x="509" y="565"/>
                  <a:pt x="495" y="572"/>
                  <a:pt x="481" y="572"/>
                </a:cubicBezTo>
                <a:cubicBezTo>
                  <a:pt x="474" y="572"/>
                  <a:pt x="467" y="572"/>
                  <a:pt x="460" y="565"/>
                </a:cubicBezTo>
                <a:cubicBezTo>
                  <a:pt x="424" y="530"/>
                  <a:pt x="424" y="530"/>
                  <a:pt x="424" y="530"/>
                </a:cubicBezTo>
                <a:cubicBezTo>
                  <a:pt x="389" y="565"/>
                  <a:pt x="389" y="565"/>
                  <a:pt x="389" y="565"/>
                </a:cubicBezTo>
                <a:cubicBezTo>
                  <a:pt x="382" y="572"/>
                  <a:pt x="375" y="572"/>
                  <a:pt x="368" y="572"/>
                </a:cubicBezTo>
                <a:cubicBezTo>
                  <a:pt x="354" y="572"/>
                  <a:pt x="340" y="565"/>
                  <a:pt x="340" y="544"/>
                </a:cubicBezTo>
                <a:cubicBezTo>
                  <a:pt x="340" y="537"/>
                  <a:pt x="340" y="530"/>
                  <a:pt x="347" y="530"/>
                </a:cubicBezTo>
                <a:cubicBezTo>
                  <a:pt x="382" y="487"/>
                  <a:pt x="382" y="487"/>
                  <a:pt x="382" y="487"/>
                </a:cubicBezTo>
                <a:cubicBezTo>
                  <a:pt x="347" y="452"/>
                  <a:pt x="347" y="452"/>
                  <a:pt x="347" y="452"/>
                </a:cubicBezTo>
                <a:cubicBezTo>
                  <a:pt x="340" y="445"/>
                  <a:pt x="340" y="438"/>
                  <a:pt x="340" y="431"/>
                </a:cubicBezTo>
                <a:cubicBezTo>
                  <a:pt x="340" y="417"/>
                  <a:pt x="354" y="403"/>
                  <a:pt x="368" y="403"/>
                </a:cubicBezTo>
                <a:cubicBezTo>
                  <a:pt x="375" y="403"/>
                  <a:pt x="382" y="410"/>
                  <a:pt x="389" y="417"/>
                </a:cubicBezTo>
                <a:cubicBezTo>
                  <a:pt x="424" y="452"/>
                  <a:pt x="424" y="452"/>
                  <a:pt x="424" y="452"/>
                </a:cubicBezTo>
                <a:cubicBezTo>
                  <a:pt x="460" y="417"/>
                  <a:pt x="460" y="417"/>
                  <a:pt x="460" y="417"/>
                </a:cubicBezTo>
                <a:cubicBezTo>
                  <a:pt x="467" y="410"/>
                  <a:pt x="474" y="403"/>
                  <a:pt x="481" y="403"/>
                </a:cubicBezTo>
                <a:cubicBezTo>
                  <a:pt x="495" y="403"/>
                  <a:pt x="509" y="417"/>
                  <a:pt x="509" y="431"/>
                </a:cubicBezTo>
                <a:cubicBezTo>
                  <a:pt x="509" y="438"/>
                  <a:pt x="509" y="445"/>
                  <a:pt x="502" y="452"/>
                </a:cubicBezTo>
                <a:close/>
                <a:moveTo>
                  <a:pt x="417" y="403"/>
                </a:moveTo>
                <a:lnTo>
                  <a:pt x="417" y="403"/>
                </a:lnTo>
                <a:cubicBezTo>
                  <a:pt x="410" y="395"/>
                  <a:pt x="410" y="395"/>
                  <a:pt x="410" y="395"/>
                </a:cubicBezTo>
                <a:cubicBezTo>
                  <a:pt x="396" y="381"/>
                  <a:pt x="382" y="374"/>
                  <a:pt x="368" y="374"/>
                </a:cubicBezTo>
                <a:cubicBezTo>
                  <a:pt x="340" y="374"/>
                  <a:pt x="311" y="403"/>
                  <a:pt x="311" y="431"/>
                </a:cubicBezTo>
                <a:cubicBezTo>
                  <a:pt x="311" y="452"/>
                  <a:pt x="318" y="466"/>
                  <a:pt x="326" y="473"/>
                </a:cubicBezTo>
                <a:cubicBezTo>
                  <a:pt x="347" y="487"/>
                  <a:pt x="347" y="487"/>
                  <a:pt x="347" y="487"/>
                </a:cubicBezTo>
                <a:cubicBezTo>
                  <a:pt x="326" y="509"/>
                  <a:pt x="326" y="509"/>
                  <a:pt x="326" y="509"/>
                </a:cubicBezTo>
                <a:cubicBezTo>
                  <a:pt x="318" y="516"/>
                  <a:pt x="311" y="530"/>
                  <a:pt x="311" y="544"/>
                </a:cubicBezTo>
                <a:cubicBezTo>
                  <a:pt x="290" y="544"/>
                  <a:pt x="290" y="544"/>
                  <a:pt x="290" y="544"/>
                </a:cubicBezTo>
                <a:cubicBezTo>
                  <a:pt x="29" y="544"/>
                  <a:pt x="29" y="544"/>
                  <a:pt x="29" y="544"/>
                </a:cubicBezTo>
                <a:cubicBezTo>
                  <a:pt x="15" y="544"/>
                  <a:pt x="0" y="537"/>
                  <a:pt x="0" y="516"/>
                </a:cubicBezTo>
                <a:cubicBezTo>
                  <a:pt x="0" y="28"/>
                  <a:pt x="0" y="28"/>
                  <a:pt x="0" y="28"/>
                </a:cubicBezTo>
                <a:cubicBezTo>
                  <a:pt x="0" y="14"/>
                  <a:pt x="15" y="0"/>
                  <a:pt x="29" y="0"/>
                </a:cubicBezTo>
                <a:cubicBezTo>
                  <a:pt x="92" y="0"/>
                  <a:pt x="92" y="0"/>
                  <a:pt x="92" y="0"/>
                </a:cubicBezTo>
                <a:cubicBezTo>
                  <a:pt x="177" y="0"/>
                  <a:pt x="177" y="0"/>
                  <a:pt x="177" y="0"/>
                </a:cubicBezTo>
                <a:cubicBezTo>
                  <a:pt x="177" y="106"/>
                  <a:pt x="177" y="106"/>
                  <a:pt x="177" y="106"/>
                </a:cubicBezTo>
                <a:cubicBezTo>
                  <a:pt x="177" y="162"/>
                  <a:pt x="177" y="162"/>
                  <a:pt x="177" y="162"/>
                </a:cubicBezTo>
                <a:cubicBezTo>
                  <a:pt x="177" y="191"/>
                  <a:pt x="205" y="219"/>
                  <a:pt x="234" y="219"/>
                </a:cubicBezTo>
                <a:cubicBezTo>
                  <a:pt x="290" y="219"/>
                  <a:pt x="290" y="219"/>
                  <a:pt x="290" y="219"/>
                </a:cubicBezTo>
                <a:cubicBezTo>
                  <a:pt x="417" y="219"/>
                  <a:pt x="417" y="219"/>
                  <a:pt x="417" y="219"/>
                </a:cubicBezTo>
                <a:cubicBezTo>
                  <a:pt x="417" y="374"/>
                  <a:pt x="417" y="374"/>
                  <a:pt x="417" y="374"/>
                </a:cubicBezTo>
                <a:lnTo>
                  <a:pt x="417" y="403"/>
                </a:lnTo>
                <a:close/>
                <a:moveTo>
                  <a:pt x="234" y="191"/>
                </a:moveTo>
                <a:lnTo>
                  <a:pt x="234" y="191"/>
                </a:lnTo>
                <a:cubicBezTo>
                  <a:pt x="220" y="191"/>
                  <a:pt x="205" y="176"/>
                  <a:pt x="205" y="162"/>
                </a:cubicBezTo>
                <a:cubicBezTo>
                  <a:pt x="205" y="106"/>
                  <a:pt x="205" y="106"/>
                  <a:pt x="205" y="106"/>
                </a:cubicBezTo>
                <a:cubicBezTo>
                  <a:pt x="205" y="0"/>
                  <a:pt x="205" y="0"/>
                  <a:pt x="205" y="0"/>
                </a:cubicBezTo>
                <a:cubicBezTo>
                  <a:pt x="417" y="191"/>
                  <a:pt x="417" y="191"/>
                  <a:pt x="417" y="191"/>
                </a:cubicBezTo>
                <a:cubicBezTo>
                  <a:pt x="290" y="191"/>
                  <a:pt x="290" y="191"/>
                  <a:pt x="290" y="191"/>
                </a:cubicBezTo>
                <a:lnTo>
                  <a:pt x="234" y="19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06" name="Freeform 20">
            <a:extLst>
              <a:ext uri="{FF2B5EF4-FFF2-40B4-BE49-F238E27FC236}">
                <a16:creationId xmlns:a16="http://schemas.microsoft.com/office/drawing/2014/main" id="{B21DC344-BF6C-5809-5829-3AF5F625C4E3}"/>
              </a:ext>
            </a:extLst>
          </p:cNvPr>
          <p:cNvSpPr>
            <a:spLocks noChangeArrowheads="1"/>
          </p:cNvSpPr>
          <p:nvPr/>
        </p:nvSpPr>
        <p:spPr bwMode="auto">
          <a:xfrm>
            <a:off x="4446988" y="4244729"/>
            <a:ext cx="465402" cy="509534"/>
          </a:xfrm>
          <a:custGeom>
            <a:avLst/>
            <a:gdLst>
              <a:gd name="T0" fmla="*/ 2147483646 w 510"/>
              <a:gd name="T1" fmla="*/ 2147483646 h 559"/>
              <a:gd name="T2" fmla="*/ 2147483646 w 510"/>
              <a:gd name="T3" fmla="*/ 2147483646 h 559"/>
              <a:gd name="T4" fmla="*/ 2147483646 w 510"/>
              <a:gd name="T5" fmla="*/ 2147483646 h 559"/>
              <a:gd name="T6" fmla="*/ 2147483646 w 510"/>
              <a:gd name="T7" fmla="*/ 2147483646 h 559"/>
              <a:gd name="T8" fmla="*/ 2147483646 w 510"/>
              <a:gd name="T9" fmla="*/ 2147483646 h 559"/>
              <a:gd name="T10" fmla="*/ 2147483646 w 510"/>
              <a:gd name="T11" fmla="*/ 2147483646 h 559"/>
              <a:gd name="T12" fmla="*/ 2147483646 w 510"/>
              <a:gd name="T13" fmla="*/ 2147483646 h 559"/>
              <a:gd name="T14" fmla="*/ 2147483646 w 510"/>
              <a:gd name="T15" fmla="*/ 2147483646 h 559"/>
              <a:gd name="T16" fmla="*/ 2147483646 w 510"/>
              <a:gd name="T17" fmla="*/ 2147483646 h 559"/>
              <a:gd name="T18" fmla="*/ 2147483646 w 510"/>
              <a:gd name="T19" fmla="*/ 2147483646 h 559"/>
              <a:gd name="T20" fmla="*/ 2147483646 w 510"/>
              <a:gd name="T21" fmla="*/ 2147483646 h 559"/>
              <a:gd name="T22" fmla="*/ 2147483646 w 510"/>
              <a:gd name="T23" fmla="*/ 2147483646 h 559"/>
              <a:gd name="T24" fmla="*/ 2147483646 w 510"/>
              <a:gd name="T25" fmla="*/ 2147483646 h 559"/>
              <a:gd name="T26" fmla="*/ 2147483646 w 510"/>
              <a:gd name="T27" fmla="*/ 2147483646 h 559"/>
              <a:gd name="T28" fmla="*/ 2147483646 w 510"/>
              <a:gd name="T29" fmla="*/ 2147483646 h 559"/>
              <a:gd name="T30" fmla="*/ 2147483646 w 510"/>
              <a:gd name="T31" fmla="*/ 2147483646 h 559"/>
              <a:gd name="T32" fmla="*/ 2147483646 w 510"/>
              <a:gd name="T33" fmla="*/ 2147483646 h 559"/>
              <a:gd name="T34" fmla="*/ 2147483646 w 510"/>
              <a:gd name="T35" fmla="*/ 2147483646 h 559"/>
              <a:gd name="T36" fmla="*/ 2147483646 w 510"/>
              <a:gd name="T37" fmla="*/ 2147483646 h 559"/>
              <a:gd name="T38" fmla="*/ 2147483646 w 510"/>
              <a:gd name="T39" fmla="*/ 2147483646 h 559"/>
              <a:gd name="T40" fmla="*/ 2147483646 w 510"/>
              <a:gd name="T41" fmla="*/ 2147483646 h 559"/>
              <a:gd name="T42" fmla="*/ 2147483646 w 510"/>
              <a:gd name="T43" fmla="*/ 2147483646 h 559"/>
              <a:gd name="T44" fmla="*/ 2147483646 w 510"/>
              <a:gd name="T45" fmla="*/ 2147483646 h 559"/>
              <a:gd name="T46" fmla="*/ 2147483646 w 510"/>
              <a:gd name="T47" fmla="*/ 2147483646 h 559"/>
              <a:gd name="T48" fmla="*/ 2147483646 w 510"/>
              <a:gd name="T49" fmla="*/ 2147483646 h 559"/>
              <a:gd name="T50" fmla="*/ 2147483646 w 510"/>
              <a:gd name="T51" fmla="*/ 2147483646 h 559"/>
              <a:gd name="T52" fmla="*/ 2147483646 w 510"/>
              <a:gd name="T53" fmla="*/ 2147483646 h 559"/>
              <a:gd name="T54" fmla="*/ 0 w 510"/>
              <a:gd name="T55" fmla="*/ 2147483646 h 559"/>
              <a:gd name="T56" fmla="*/ 0 w 510"/>
              <a:gd name="T57" fmla="*/ 2147483646 h 559"/>
              <a:gd name="T58" fmla="*/ 2147483646 w 510"/>
              <a:gd name="T59" fmla="*/ 0 h 559"/>
              <a:gd name="T60" fmla="*/ 2147483646 w 510"/>
              <a:gd name="T61" fmla="*/ 0 h 559"/>
              <a:gd name="T62" fmla="*/ 2147483646 w 510"/>
              <a:gd name="T63" fmla="*/ 0 h 559"/>
              <a:gd name="T64" fmla="*/ 2147483646 w 510"/>
              <a:gd name="T65" fmla="*/ 2147483646 h 559"/>
              <a:gd name="T66" fmla="*/ 2147483646 w 510"/>
              <a:gd name="T67" fmla="*/ 2147483646 h 559"/>
              <a:gd name="T68" fmla="*/ 2147483646 w 510"/>
              <a:gd name="T69" fmla="*/ 2147483646 h 559"/>
              <a:gd name="T70" fmla="*/ 2147483646 w 510"/>
              <a:gd name="T71" fmla="*/ 2147483646 h 559"/>
              <a:gd name="T72" fmla="*/ 2147483646 w 510"/>
              <a:gd name="T73" fmla="*/ 2147483646 h 559"/>
              <a:gd name="T74" fmla="*/ 2147483646 w 510"/>
              <a:gd name="T75" fmla="*/ 2147483646 h 559"/>
              <a:gd name="T76" fmla="*/ 2147483646 w 510"/>
              <a:gd name="T77" fmla="*/ 2147483646 h 559"/>
              <a:gd name="T78" fmla="*/ 2147483646 w 510"/>
              <a:gd name="T79" fmla="*/ 2147483646 h 559"/>
              <a:gd name="T80" fmla="*/ 2147483646 w 510"/>
              <a:gd name="T81" fmla="*/ 2147483646 h 559"/>
              <a:gd name="T82" fmla="*/ 2147483646 w 510"/>
              <a:gd name="T83" fmla="*/ 2147483646 h 559"/>
              <a:gd name="T84" fmla="*/ 2147483646 w 510"/>
              <a:gd name="T85" fmla="*/ 2147483646 h 559"/>
              <a:gd name="T86" fmla="*/ 2147483646 w 510"/>
              <a:gd name="T87" fmla="*/ 2147483646 h 559"/>
              <a:gd name="T88" fmla="*/ 2147483646 w 510"/>
              <a:gd name="T89" fmla="*/ 0 h 559"/>
              <a:gd name="T90" fmla="*/ 2147483646 w 510"/>
              <a:gd name="T91" fmla="*/ 2147483646 h 559"/>
              <a:gd name="T92" fmla="*/ 2147483646 w 510"/>
              <a:gd name="T93" fmla="*/ 2147483646 h 559"/>
              <a:gd name="T94" fmla="*/ 2147483646 w 510"/>
              <a:gd name="T95" fmla="*/ 2147483646 h 55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510" h="559">
                <a:moveTo>
                  <a:pt x="495" y="473"/>
                </a:moveTo>
                <a:lnTo>
                  <a:pt x="495" y="473"/>
                </a:lnTo>
                <a:cubicBezTo>
                  <a:pt x="424" y="544"/>
                  <a:pt x="424" y="544"/>
                  <a:pt x="424" y="544"/>
                </a:cubicBezTo>
                <a:cubicBezTo>
                  <a:pt x="417" y="551"/>
                  <a:pt x="410" y="558"/>
                  <a:pt x="403" y="558"/>
                </a:cubicBezTo>
                <a:cubicBezTo>
                  <a:pt x="396" y="558"/>
                  <a:pt x="389" y="551"/>
                  <a:pt x="382" y="544"/>
                </a:cubicBezTo>
                <a:cubicBezTo>
                  <a:pt x="347" y="509"/>
                  <a:pt x="347" y="509"/>
                  <a:pt x="347" y="509"/>
                </a:cubicBezTo>
                <a:cubicBezTo>
                  <a:pt x="340" y="502"/>
                  <a:pt x="340" y="495"/>
                  <a:pt x="340" y="487"/>
                </a:cubicBezTo>
                <a:cubicBezTo>
                  <a:pt x="340" y="473"/>
                  <a:pt x="347" y="459"/>
                  <a:pt x="368" y="459"/>
                </a:cubicBezTo>
                <a:cubicBezTo>
                  <a:pt x="375" y="459"/>
                  <a:pt x="382" y="466"/>
                  <a:pt x="382" y="473"/>
                </a:cubicBezTo>
                <a:cubicBezTo>
                  <a:pt x="403" y="487"/>
                  <a:pt x="403" y="487"/>
                  <a:pt x="403" y="487"/>
                </a:cubicBezTo>
                <a:cubicBezTo>
                  <a:pt x="460" y="431"/>
                  <a:pt x="460" y="431"/>
                  <a:pt x="460" y="431"/>
                </a:cubicBezTo>
                <a:cubicBezTo>
                  <a:pt x="467" y="424"/>
                  <a:pt x="474" y="424"/>
                  <a:pt x="481" y="424"/>
                </a:cubicBezTo>
                <a:cubicBezTo>
                  <a:pt x="495" y="424"/>
                  <a:pt x="509" y="438"/>
                  <a:pt x="509" y="452"/>
                </a:cubicBezTo>
                <a:cubicBezTo>
                  <a:pt x="509" y="459"/>
                  <a:pt x="502" y="466"/>
                  <a:pt x="495" y="473"/>
                </a:cubicBezTo>
                <a:close/>
                <a:moveTo>
                  <a:pt x="410" y="438"/>
                </a:moveTo>
                <a:lnTo>
                  <a:pt x="410" y="438"/>
                </a:lnTo>
                <a:cubicBezTo>
                  <a:pt x="403" y="445"/>
                  <a:pt x="403" y="445"/>
                  <a:pt x="403" y="445"/>
                </a:cubicBezTo>
                <a:cubicBezTo>
                  <a:pt x="396" y="438"/>
                  <a:pt x="382" y="431"/>
                  <a:pt x="368" y="431"/>
                </a:cubicBezTo>
                <a:cubicBezTo>
                  <a:pt x="333" y="431"/>
                  <a:pt x="311" y="459"/>
                  <a:pt x="311" y="487"/>
                </a:cubicBezTo>
                <a:cubicBezTo>
                  <a:pt x="311" y="509"/>
                  <a:pt x="318" y="523"/>
                  <a:pt x="325" y="530"/>
                </a:cubicBezTo>
                <a:cubicBezTo>
                  <a:pt x="340" y="544"/>
                  <a:pt x="340" y="544"/>
                  <a:pt x="340" y="544"/>
                </a:cubicBezTo>
                <a:cubicBezTo>
                  <a:pt x="241" y="544"/>
                  <a:pt x="241" y="544"/>
                  <a:pt x="241" y="544"/>
                </a:cubicBezTo>
                <a:cubicBezTo>
                  <a:pt x="29" y="544"/>
                  <a:pt x="29" y="544"/>
                  <a:pt x="29" y="544"/>
                </a:cubicBezTo>
                <a:cubicBezTo>
                  <a:pt x="7" y="544"/>
                  <a:pt x="0" y="537"/>
                  <a:pt x="0" y="516"/>
                </a:cubicBezTo>
                <a:cubicBezTo>
                  <a:pt x="0" y="28"/>
                  <a:pt x="0" y="28"/>
                  <a:pt x="0" y="28"/>
                </a:cubicBezTo>
                <a:cubicBezTo>
                  <a:pt x="0" y="14"/>
                  <a:pt x="7" y="0"/>
                  <a:pt x="29" y="0"/>
                </a:cubicBezTo>
                <a:cubicBezTo>
                  <a:pt x="92" y="0"/>
                  <a:pt x="92" y="0"/>
                  <a:pt x="92" y="0"/>
                </a:cubicBezTo>
                <a:cubicBezTo>
                  <a:pt x="177" y="0"/>
                  <a:pt x="177" y="0"/>
                  <a:pt x="177" y="0"/>
                </a:cubicBezTo>
                <a:cubicBezTo>
                  <a:pt x="177" y="106"/>
                  <a:pt x="177" y="106"/>
                  <a:pt x="177" y="106"/>
                </a:cubicBezTo>
                <a:cubicBezTo>
                  <a:pt x="177" y="162"/>
                  <a:pt x="177" y="162"/>
                  <a:pt x="177" y="162"/>
                </a:cubicBezTo>
                <a:cubicBezTo>
                  <a:pt x="177" y="191"/>
                  <a:pt x="205" y="219"/>
                  <a:pt x="234" y="219"/>
                </a:cubicBezTo>
                <a:cubicBezTo>
                  <a:pt x="290" y="219"/>
                  <a:pt x="290" y="219"/>
                  <a:pt x="290" y="219"/>
                </a:cubicBezTo>
                <a:cubicBezTo>
                  <a:pt x="410" y="219"/>
                  <a:pt x="410" y="219"/>
                  <a:pt x="410" y="219"/>
                </a:cubicBezTo>
                <a:cubicBezTo>
                  <a:pt x="410" y="388"/>
                  <a:pt x="410" y="388"/>
                  <a:pt x="410" y="388"/>
                </a:cubicBezTo>
                <a:lnTo>
                  <a:pt x="410" y="438"/>
                </a:lnTo>
                <a:close/>
                <a:moveTo>
                  <a:pt x="234" y="191"/>
                </a:moveTo>
                <a:lnTo>
                  <a:pt x="234" y="191"/>
                </a:lnTo>
                <a:cubicBezTo>
                  <a:pt x="219" y="191"/>
                  <a:pt x="205" y="176"/>
                  <a:pt x="205" y="162"/>
                </a:cubicBezTo>
                <a:cubicBezTo>
                  <a:pt x="205" y="106"/>
                  <a:pt x="205" y="106"/>
                  <a:pt x="205" y="106"/>
                </a:cubicBezTo>
                <a:cubicBezTo>
                  <a:pt x="205" y="0"/>
                  <a:pt x="205" y="0"/>
                  <a:pt x="205" y="0"/>
                </a:cubicBezTo>
                <a:cubicBezTo>
                  <a:pt x="410" y="191"/>
                  <a:pt x="410" y="191"/>
                  <a:pt x="410" y="191"/>
                </a:cubicBezTo>
                <a:cubicBezTo>
                  <a:pt x="290" y="191"/>
                  <a:pt x="290" y="191"/>
                  <a:pt x="290" y="191"/>
                </a:cubicBezTo>
                <a:lnTo>
                  <a:pt x="234" y="19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07" name="Freeform 21">
            <a:extLst>
              <a:ext uri="{FF2B5EF4-FFF2-40B4-BE49-F238E27FC236}">
                <a16:creationId xmlns:a16="http://schemas.microsoft.com/office/drawing/2014/main" id="{30C40AA7-561B-A726-1FA8-2C5F5AAC5505}"/>
              </a:ext>
            </a:extLst>
          </p:cNvPr>
          <p:cNvSpPr>
            <a:spLocks noChangeArrowheads="1"/>
          </p:cNvSpPr>
          <p:nvPr/>
        </p:nvSpPr>
        <p:spPr bwMode="auto">
          <a:xfrm>
            <a:off x="3484087" y="4244729"/>
            <a:ext cx="457378" cy="497499"/>
          </a:xfrm>
          <a:custGeom>
            <a:avLst/>
            <a:gdLst>
              <a:gd name="T0" fmla="*/ 2147483646 w 503"/>
              <a:gd name="T1" fmla="*/ 2147483646 h 545"/>
              <a:gd name="T2" fmla="*/ 2147483646 w 503"/>
              <a:gd name="T3" fmla="*/ 2147483646 h 545"/>
              <a:gd name="T4" fmla="*/ 2147483646 w 503"/>
              <a:gd name="T5" fmla="*/ 2147483646 h 545"/>
              <a:gd name="T6" fmla="*/ 2147483646 w 503"/>
              <a:gd name="T7" fmla="*/ 2147483646 h 545"/>
              <a:gd name="T8" fmla="*/ 2147483646 w 503"/>
              <a:gd name="T9" fmla="*/ 2147483646 h 545"/>
              <a:gd name="T10" fmla="*/ 2147483646 w 503"/>
              <a:gd name="T11" fmla="*/ 2147483646 h 545"/>
              <a:gd name="T12" fmla="*/ 2147483646 w 503"/>
              <a:gd name="T13" fmla="*/ 2147483646 h 545"/>
              <a:gd name="T14" fmla="*/ 2147483646 w 503"/>
              <a:gd name="T15" fmla="*/ 2147483646 h 545"/>
              <a:gd name="T16" fmla="*/ 2147483646 w 503"/>
              <a:gd name="T17" fmla="*/ 2147483646 h 545"/>
              <a:gd name="T18" fmla="*/ 2147483646 w 503"/>
              <a:gd name="T19" fmla="*/ 2147483646 h 545"/>
              <a:gd name="T20" fmla="*/ 2147483646 w 503"/>
              <a:gd name="T21" fmla="*/ 2147483646 h 545"/>
              <a:gd name="T22" fmla="*/ 2147483646 w 503"/>
              <a:gd name="T23" fmla="*/ 2147483646 h 545"/>
              <a:gd name="T24" fmla="*/ 2147483646 w 503"/>
              <a:gd name="T25" fmla="*/ 2147483646 h 545"/>
              <a:gd name="T26" fmla="*/ 2147483646 w 503"/>
              <a:gd name="T27" fmla="*/ 2147483646 h 545"/>
              <a:gd name="T28" fmla="*/ 2147483646 w 503"/>
              <a:gd name="T29" fmla="*/ 2147483646 h 545"/>
              <a:gd name="T30" fmla="*/ 2147483646 w 503"/>
              <a:gd name="T31" fmla="*/ 2147483646 h 545"/>
              <a:gd name="T32" fmla="*/ 2147483646 w 503"/>
              <a:gd name="T33" fmla="*/ 2147483646 h 545"/>
              <a:gd name="T34" fmla="*/ 2147483646 w 503"/>
              <a:gd name="T35" fmla="*/ 2147483646 h 545"/>
              <a:gd name="T36" fmla="*/ 2147483646 w 503"/>
              <a:gd name="T37" fmla="*/ 2147483646 h 545"/>
              <a:gd name="T38" fmla="*/ 2147483646 w 503"/>
              <a:gd name="T39" fmla="*/ 2147483646 h 545"/>
              <a:gd name="T40" fmla="*/ 2147483646 w 503"/>
              <a:gd name="T41" fmla="*/ 2147483646 h 545"/>
              <a:gd name="T42" fmla="*/ 2147483646 w 503"/>
              <a:gd name="T43" fmla="*/ 2147483646 h 545"/>
              <a:gd name="T44" fmla="*/ 2147483646 w 503"/>
              <a:gd name="T45" fmla="*/ 2147483646 h 545"/>
              <a:gd name="T46" fmla="*/ 0 w 503"/>
              <a:gd name="T47" fmla="*/ 2147483646 h 545"/>
              <a:gd name="T48" fmla="*/ 0 w 503"/>
              <a:gd name="T49" fmla="*/ 2147483646 h 545"/>
              <a:gd name="T50" fmla="*/ 2147483646 w 503"/>
              <a:gd name="T51" fmla="*/ 0 h 545"/>
              <a:gd name="T52" fmla="*/ 2147483646 w 503"/>
              <a:gd name="T53" fmla="*/ 0 h 545"/>
              <a:gd name="T54" fmla="*/ 2147483646 w 503"/>
              <a:gd name="T55" fmla="*/ 0 h 545"/>
              <a:gd name="T56" fmla="*/ 2147483646 w 503"/>
              <a:gd name="T57" fmla="*/ 0 h 545"/>
              <a:gd name="T58" fmla="*/ 2147483646 w 503"/>
              <a:gd name="T59" fmla="*/ 2147483646 h 545"/>
              <a:gd name="T60" fmla="*/ 2147483646 w 503"/>
              <a:gd name="T61" fmla="*/ 2147483646 h 545"/>
              <a:gd name="T62" fmla="*/ 2147483646 w 503"/>
              <a:gd name="T63" fmla="*/ 2147483646 h 545"/>
              <a:gd name="T64" fmla="*/ 2147483646 w 503"/>
              <a:gd name="T65" fmla="*/ 2147483646 h 545"/>
              <a:gd name="T66" fmla="*/ 2147483646 w 503"/>
              <a:gd name="T67" fmla="*/ 2147483646 h 545"/>
              <a:gd name="T68" fmla="*/ 2147483646 w 503"/>
              <a:gd name="T69" fmla="*/ 2147483646 h 545"/>
              <a:gd name="T70" fmla="*/ 2147483646 w 503"/>
              <a:gd name="T71" fmla="*/ 2147483646 h 545"/>
              <a:gd name="T72" fmla="*/ 2147483646 w 503"/>
              <a:gd name="T73" fmla="*/ 2147483646 h 545"/>
              <a:gd name="T74" fmla="*/ 2147483646 w 503"/>
              <a:gd name="T75" fmla="*/ 2147483646 h 545"/>
              <a:gd name="T76" fmla="*/ 2147483646 w 503"/>
              <a:gd name="T77" fmla="*/ 2147483646 h 545"/>
              <a:gd name="T78" fmla="*/ 2147483646 w 503"/>
              <a:gd name="T79" fmla="*/ 0 h 545"/>
              <a:gd name="T80" fmla="*/ 2147483646 w 503"/>
              <a:gd name="T81" fmla="*/ 2147483646 h 545"/>
              <a:gd name="T82" fmla="*/ 2147483646 w 503"/>
              <a:gd name="T83" fmla="*/ 2147483646 h 545"/>
              <a:gd name="T84" fmla="*/ 2147483646 w 503"/>
              <a:gd name="T85" fmla="*/ 2147483646 h 54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503" h="545">
                <a:moveTo>
                  <a:pt x="474" y="516"/>
                </a:moveTo>
                <a:lnTo>
                  <a:pt x="474" y="516"/>
                </a:lnTo>
                <a:cubicBezTo>
                  <a:pt x="445" y="516"/>
                  <a:pt x="445" y="516"/>
                  <a:pt x="445" y="516"/>
                </a:cubicBezTo>
                <a:cubicBezTo>
                  <a:pt x="389" y="516"/>
                  <a:pt x="389" y="516"/>
                  <a:pt x="389" y="516"/>
                </a:cubicBezTo>
                <a:cubicBezTo>
                  <a:pt x="361" y="516"/>
                  <a:pt x="361" y="516"/>
                  <a:pt x="361" y="516"/>
                </a:cubicBezTo>
                <a:cubicBezTo>
                  <a:pt x="347" y="516"/>
                  <a:pt x="332" y="509"/>
                  <a:pt x="332" y="487"/>
                </a:cubicBezTo>
                <a:cubicBezTo>
                  <a:pt x="332" y="473"/>
                  <a:pt x="347" y="459"/>
                  <a:pt x="361" y="459"/>
                </a:cubicBezTo>
                <a:cubicBezTo>
                  <a:pt x="382" y="459"/>
                  <a:pt x="382" y="459"/>
                  <a:pt x="382" y="459"/>
                </a:cubicBezTo>
                <a:cubicBezTo>
                  <a:pt x="389" y="459"/>
                  <a:pt x="389" y="459"/>
                  <a:pt x="389" y="459"/>
                </a:cubicBezTo>
                <a:cubicBezTo>
                  <a:pt x="445" y="459"/>
                  <a:pt x="445" y="459"/>
                  <a:pt x="445" y="459"/>
                </a:cubicBezTo>
                <a:cubicBezTo>
                  <a:pt x="474" y="459"/>
                  <a:pt x="474" y="459"/>
                  <a:pt x="474" y="459"/>
                </a:cubicBezTo>
                <a:cubicBezTo>
                  <a:pt x="488" y="459"/>
                  <a:pt x="502" y="473"/>
                  <a:pt x="502" y="487"/>
                </a:cubicBezTo>
                <a:cubicBezTo>
                  <a:pt x="502" y="509"/>
                  <a:pt x="488" y="516"/>
                  <a:pt x="474" y="516"/>
                </a:cubicBezTo>
                <a:close/>
                <a:moveTo>
                  <a:pt x="417" y="374"/>
                </a:moveTo>
                <a:lnTo>
                  <a:pt x="417" y="374"/>
                </a:lnTo>
                <a:cubicBezTo>
                  <a:pt x="417" y="431"/>
                  <a:pt x="417" y="431"/>
                  <a:pt x="417" y="431"/>
                </a:cubicBezTo>
                <a:cubicBezTo>
                  <a:pt x="361" y="431"/>
                  <a:pt x="361" y="431"/>
                  <a:pt x="361" y="431"/>
                </a:cubicBezTo>
                <a:cubicBezTo>
                  <a:pt x="332" y="431"/>
                  <a:pt x="304" y="459"/>
                  <a:pt x="304" y="487"/>
                </a:cubicBezTo>
                <a:cubicBezTo>
                  <a:pt x="304" y="523"/>
                  <a:pt x="332" y="544"/>
                  <a:pt x="361" y="544"/>
                </a:cubicBezTo>
                <a:cubicBezTo>
                  <a:pt x="28" y="544"/>
                  <a:pt x="28" y="544"/>
                  <a:pt x="28" y="544"/>
                </a:cubicBezTo>
                <a:cubicBezTo>
                  <a:pt x="14" y="544"/>
                  <a:pt x="0" y="537"/>
                  <a:pt x="0" y="516"/>
                </a:cubicBezTo>
                <a:cubicBezTo>
                  <a:pt x="0" y="28"/>
                  <a:pt x="0" y="28"/>
                  <a:pt x="0" y="28"/>
                </a:cubicBezTo>
                <a:cubicBezTo>
                  <a:pt x="0" y="14"/>
                  <a:pt x="14" y="0"/>
                  <a:pt x="28" y="0"/>
                </a:cubicBezTo>
                <a:cubicBezTo>
                  <a:pt x="99" y="0"/>
                  <a:pt x="99" y="0"/>
                  <a:pt x="99" y="0"/>
                </a:cubicBezTo>
                <a:cubicBezTo>
                  <a:pt x="184" y="0"/>
                  <a:pt x="184" y="0"/>
                  <a:pt x="184" y="0"/>
                </a:cubicBezTo>
                <a:cubicBezTo>
                  <a:pt x="184" y="106"/>
                  <a:pt x="184" y="106"/>
                  <a:pt x="184" y="106"/>
                </a:cubicBezTo>
                <a:cubicBezTo>
                  <a:pt x="184" y="162"/>
                  <a:pt x="184" y="162"/>
                  <a:pt x="184" y="162"/>
                </a:cubicBezTo>
                <a:cubicBezTo>
                  <a:pt x="184" y="191"/>
                  <a:pt x="205" y="219"/>
                  <a:pt x="241" y="219"/>
                </a:cubicBezTo>
                <a:cubicBezTo>
                  <a:pt x="297" y="219"/>
                  <a:pt x="297" y="219"/>
                  <a:pt x="297" y="219"/>
                </a:cubicBezTo>
                <a:cubicBezTo>
                  <a:pt x="417" y="219"/>
                  <a:pt x="417" y="219"/>
                  <a:pt x="417" y="219"/>
                </a:cubicBezTo>
                <a:cubicBezTo>
                  <a:pt x="417" y="374"/>
                  <a:pt x="417" y="374"/>
                  <a:pt x="417" y="374"/>
                </a:cubicBezTo>
                <a:close/>
                <a:moveTo>
                  <a:pt x="241" y="191"/>
                </a:moveTo>
                <a:lnTo>
                  <a:pt x="241" y="191"/>
                </a:lnTo>
                <a:cubicBezTo>
                  <a:pt x="219" y="191"/>
                  <a:pt x="212" y="176"/>
                  <a:pt x="212" y="162"/>
                </a:cubicBezTo>
                <a:cubicBezTo>
                  <a:pt x="212" y="106"/>
                  <a:pt x="212" y="106"/>
                  <a:pt x="212" y="106"/>
                </a:cubicBezTo>
                <a:cubicBezTo>
                  <a:pt x="212" y="0"/>
                  <a:pt x="212" y="0"/>
                  <a:pt x="212" y="0"/>
                </a:cubicBezTo>
                <a:cubicBezTo>
                  <a:pt x="417" y="191"/>
                  <a:pt x="417" y="191"/>
                  <a:pt x="417" y="191"/>
                </a:cubicBezTo>
                <a:cubicBezTo>
                  <a:pt x="297" y="191"/>
                  <a:pt x="297" y="191"/>
                  <a:pt x="297" y="191"/>
                </a:cubicBezTo>
                <a:lnTo>
                  <a:pt x="241" y="19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08" name="Freeform 22">
            <a:extLst>
              <a:ext uri="{FF2B5EF4-FFF2-40B4-BE49-F238E27FC236}">
                <a16:creationId xmlns:a16="http://schemas.microsoft.com/office/drawing/2014/main" id="{98CCE6ED-F2F7-8B1C-67BD-A7C062E501BE}"/>
              </a:ext>
            </a:extLst>
          </p:cNvPr>
          <p:cNvSpPr>
            <a:spLocks noChangeArrowheads="1"/>
          </p:cNvSpPr>
          <p:nvPr/>
        </p:nvSpPr>
        <p:spPr bwMode="auto">
          <a:xfrm>
            <a:off x="2525199" y="4244729"/>
            <a:ext cx="457378" cy="521571"/>
          </a:xfrm>
          <a:custGeom>
            <a:avLst/>
            <a:gdLst>
              <a:gd name="T0" fmla="*/ 2147483646 w 503"/>
              <a:gd name="T1" fmla="*/ 2147483646 h 573"/>
              <a:gd name="T2" fmla="*/ 2147483646 w 503"/>
              <a:gd name="T3" fmla="*/ 2147483646 h 573"/>
              <a:gd name="T4" fmla="*/ 2147483646 w 503"/>
              <a:gd name="T5" fmla="*/ 2147483646 h 573"/>
              <a:gd name="T6" fmla="*/ 2147483646 w 503"/>
              <a:gd name="T7" fmla="*/ 2147483646 h 573"/>
              <a:gd name="T8" fmla="*/ 2147483646 w 503"/>
              <a:gd name="T9" fmla="*/ 2147483646 h 573"/>
              <a:gd name="T10" fmla="*/ 2147483646 w 503"/>
              <a:gd name="T11" fmla="*/ 2147483646 h 573"/>
              <a:gd name="T12" fmla="*/ 2147483646 w 503"/>
              <a:gd name="T13" fmla="*/ 2147483646 h 573"/>
              <a:gd name="T14" fmla="*/ 2147483646 w 503"/>
              <a:gd name="T15" fmla="*/ 2147483646 h 573"/>
              <a:gd name="T16" fmla="*/ 2147483646 w 503"/>
              <a:gd name="T17" fmla="*/ 2147483646 h 573"/>
              <a:gd name="T18" fmla="*/ 2147483646 w 503"/>
              <a:gd name="T19" fmla="*/ 2147483646 h 573"/>
              <a:gd name="T20" fmla="*/ 2147483646 w 503"/>
              <a:gd name="T21" fmla="*/ 2147483646 h 573"/>
              <a:gd name="T22" fmla="*/ 2147483646 w 503"/>
              <a:gd name="T23" fmla="*/ 2147483646 h 573"/>
              <a:gd name="T24" fmla="*/ 2147483646 w 503"/>
              <a:gd name="T25" fmla="*/ 2147483646 h 573"/>
              <a:gd name="T26" fmla="*/ 2147483646 w 503"/>
              <a:gd name="T27" fmla="*/ 2147483646 h 573"/>
              <a:gd name="T28" fmla="*/ 2147483646 w 503"/>
              <a:gd name="T29" fmla="*/ 2147483646 h 573"/>
              <a:gd name="T30" fmla="*/ 2147483646 w 503"/>
              <a:gd name="T31" fmla="*/ 2147483646 h 573"/>
              <a:gd name="T32" fmla="*/ 2147483646 w 503"/>
              <a:gd name="T33" fmla="*/ 2147483646 h 573"/>
              <a:gd name="T34" fmla="*/ 2147483646 w 503"/>
              <a:gd name="T35" fmla="*/ 2147483646 h 573"/>
              <a:gd name="T36" fmla="*/ 2147483646 w 503"/>
              <a:gd name="T37" fmla="*/ 2147483646 h 573"/>
              <a:gd name="T38" fmla="*/ 2147483646 w 503"/>
              <a:gd name="T39" fmla="*/ 2147483646 h 573"/>
              <a:gd name="T40" fmla="*/ 2147483646 w 503"/>
              <a:gd name="T41" fmla="*/ 2147483646 h 573"/>
              <a:gd name="T42" fmla="*/ 2147483646 w 503"/>
              <a:gd name="T43" fmla="*/ 2147483646 h 573"/>
              <a:gd name="T44" fmla="*/ 2147483646 w 503"/>
              <a:gd name="T45" fmla="*/ 2147483646 h 573"/>
              <a:gd name="T46" fmla="*/ 2147483646 w 503"/>
              <a:gd name="T47" fmla="*/ 2147483646 h 573"/>
              <a:gd name="T48" fmla="*/ 0 w 503"/>
              <a:gd name="T49" fmla="*/ 2147483646 h 573"/>
              <a:gd name="T50" fmla="*/ 0 w 503"/>
              <a:gd name="T51" fmla="*/ 2147483646 h 573"/>
              <a:gd name="T52" fmla="*/ 2147483646 w 503"/>
              <a:gd name="T53" fmla="*/ 0 h 573"/>
              <a:gd name="T54" fmla="*/ 2147483646 w 503"/>
              <a:gd name="T55" fmla="*/ 0 h 573"/>
              <a:gd name="T56" fmla="*/ 2147483646 w 503"/>
              <a:gd name="T57" fmla="*/ 0 h 573"/>
              <a:gd name="T58" fmla="*/ 2147483646 w 503"/>
              <a:gd name="T59" fmla="*/ 0 h 573"/>
              <a:gd name="T60" fmla="*/ 2147483646 w 503"/>
              <a:gd name="T61" fmla="*/ 2147483646 h 573"/>
              <a:gd name="T62" fmla="*/ 2147483646 w 503"/>
              <a:gd name="T63" fmla="*/ 2147483646 h 573"/>
              <a:gd name="T64" fmla="*/ 2147483646 w 503"/>
              <a:gd name="T65" fmla="*/ 2147483646 h 573"/>
              <a:gd name="T66" fmla="*/ 2147483646 w 503"/>
              <a:gd name="T67" fmla="*/ 2147483646 h 573"/>
              <a:gd name="T68" fmla="*/ 2147483646 w 503"/>
              <a:gd name="T69" fmla="*/ 2147483646 h 573"/>
              <a:gd name="T70" fmla="*/ 2147483646 w 503"/>
              <a:gd name="T71" fmla="*/ 2147483646 h 573"/>
              <a:gd name="T72" fmla="*/ 2147483646 w 503"/>
              <a:gd name="T73" fmla="*/ 2147483646 h 573"/>
              <a:gd name="T74" fmla="*/ 2147483646 w 503"/>
              <a:gd name="T75" fmla="*/ 2147483646 h 573"/>
              <a:gd name="T76" fmla="*/ 2147483646 w 503"/>
              <a:gd name="T77" fmla="*/ 2147483646 h 573"/>
              <a:gd name="T78" fmla="*/ 2147483646 w 503"/>
              <a:gd name="T79" fmla="*/ 2147483646 h 573"/>
              <a:gd name="T80" fmla="*/ 2147483646 w 503"/>
              <a:gd name="T81" fmla="*/ 2147483646 h 573"/>
              <a:gd name="T82" fmla="*/ 2147483646 w 503"/>
              <a:gd name="T83" fmla="*/ 2147483646 h 573"/>
              <a:gd name="T84" fmla="*/ 2147483646 w 503"/>
              <a:gd name="T85" fmla="*/ 0 h 573"/>
              <a:gd name="T86" fmla="*/ 2147483646 w 503"/>
              <a:gd name="T87" fmla="*/ 2147483646 h 573"/>
              <a:gd name="T88" fmla="*/ 2147483646 w 503"/>
              <a:gd name="T89" fmla="*/ 2147483646 h 573"/>
              <a:gd name="T90" fmla="*/ 2147483646 w 503"/>
              <a:gd name="T91" fmla="*/ 2147483646 h 57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503" h="573">
                <a:moveTo>
                  <a:pt x="474" y="516"/>
                </a:moveTo>
                <a:lnTo>
                  <a:pt x="474" y="516"/>
                </a:lnTo>
                <a:cubicBezTo>
                  <a:pt x="445" y="516"/>
                  <a:pt x="445" y="516"/>
                  <a:pt x="445" y="516"/>
                </a:cubicBezTo>
                <a:cubicBezTo>
                  <a:pt x="445" y="544"/>
                  <a:pt x="445" y="544"/>
                  <a:pt x="445" y="544"/>
                </a:cubicBezTo>
                <a:cubicBezTo>
                  <a:pt x="445" y="565"/>
                  <a:pt x="431" y="572"/>
                  <a:pt x="417" y="572"/>
                </a:cubicBezTo>
                <a:cubicBezTo>
                  <a:pt x="396" y="572"/>
                  <a:pt x="389" y="565"/>
                  <a:pt x="389" y="544"/>
                </a:cubicBezTo>
                <a:cubicBezTo>
                  <a:pt x="389" y="516"/>
                  <a:pt x="389" y="516"/>
                  <a:pt x="389" y="516"/>
                </a:cubicBezTo>
                <a:cubicBezTo>
                  <a:pt x="361" y="516"/>
                  <a:pt x="361" y="516"/>
                  <a:pt x="361" y="516"/>
                </a:cubicBezTo>
                <a:cubicBezTo>
                  <a:pt x="339" y="516"/>
                  <a:pt x="332" y="509"/>
                  <a:pt x="332" y="487"/>
                </a:cubicBezTo>
                <a:cubicBezTo>
                  <a:pt x="332" y="473"/>
                  <a:pt x="339" y="459"/>
                  <a:pt x="361" y="459"/>
                </a:cubicBezTo>
                <a:cubicBezTo>
                  <a:pt x="389" y="459"/>
                  <a:pt x="389" y="459"/>
                  <a:pt x="389" y="459"/>
                </a:cubicBezTo>
                <a:cubicBezTo>
                  <a:pt x="389" y="431"/>
                  <a:pt x="389" y="431"/>
                  <a:pt x="389" y="431"/>
                </a:cubicBezTo>
                <a:cubicBezTo>
                  <a:pt x="389" y="417"/>
                  <a:pt x="396" y="403"/>
                  <a:pt x="417" y="403"/>
                </a:cubicBezTo>
                <a:cubicBezTo>
                  <a:pt x="431" y="403"/>
                  <a:pt x="445" y="417"/>
                  <a:pt x="445" y="431"/>
                </a:cubicBezTo>
                <a:cubicBezTo>
                  <a:pt x="445" y="459"/>
                  <a:pt x="445" y="459"/>
                  <a:pt x="445" y="459"/>
                </a:cubicBezTo>
                <a:cubicBezTo>
                  <a:pt x="474" y="459"/>
                  <a:pt x="474" y="459"/>
                  <a:pt x="474" y="459"/>
                </a:cubicBezTo>
                <a:cubicBezTo>
                  <a:pt x="488" y="459"/>
                  <a:pt x="502" y="473"/>
                  <a:pt x="502" y="487"/>
                </a:cubicBezTo>
                <a:cubicBezTo>
                  <a:pt x="502" y="509"/>
                  <a:pt x="488" y="516"/>
                  <a:pt x="474" y="516"/>
                </a:cubicBezTo>
                <a:close/>
                <a:moveTo>
                  <a:pt x="361" y="431"/>
                </a:moveTo>
                <a:lnTo>
                  <a:pt x="361" y="431"/>
                </a:lnTo>
                <a:cubicBezTo>
                  <a:pt x="325" y="431"/>
                  <a:pt x="304" y="459"/>
                  <a:pt x="304" y="487"/>
                </a:cubicBezTo>
                <a:cubicBezTo>
                  <a:pt x="304" y="523"/>
                  <a:pt x="325" y="544"/>
                  <a:pt x="361" y="544"/>
                </a:cubicBezTo>
                <a:cubicBezTo>
                  <a:pt x="28" y="544"/>
                  <a:pt x="28" y="544"/>
                  <a:pt x="28" y="544"/>
                </a:cubicBezTo>
                <a:cubicBezTo>
                  <a:pt x="14" y="544"/>
                  <a:pt x="0" y="537"/>
                  <a:pt x="0" y="516"/>
                </a:cubicBezTo>
                <a:cubicBezTo>
                  <a:pt x="0" y="28"/>
                  <a:pt x="0" y="28"/>
                  <a:pt x="0" y="28"/>
                </a:cubicBezTo>
                <a:cubicBezTo>
                  <a:pt x="0" y="14"/>
                  <a:pt x="14" y="0"/>
                  <a:pt x="28" y="0"/>
                </a:cubicBezTo>
                <a:cubicBezTo>
                  <a:pt x="92" y="0"/>
                  <a:pt x="92" y="0"/>
                  <a:pt x="92" y="0"/>
                </a:cubicBezTo>
                <a:cubicBezTo>
                  <a:pt x="177" y="0"/>
                  <a:pt x="177" y="0"/>
                  <a:pt x="177" y="0"/>
                </a:cubicBezTo>
                <a:cubicBezTo>
                  <a:pt x="177" y="106"/>
                  <a:pt x="177" y="106"/>
                  <a:pt x="177" y="106"/>
                </a:cubicBezTo>
                <a:cubicBezTo>
                  <a:pt x="177" y="162"/>
                  <a:pt x="177" y="162"/>
                  <a:pt x="177" y="162"/>
                </a:cubicBezTo>
                <a:cubicBezTo>
                  <a:pt x="177" y="191"/>
                  <a:pt x="205" y="219"/>
                  <a:pt x="233" y="219"/>
                </a:cubicBezTo>
                <a:cubicBezTo>
                  <a:pt x="290" y="219"/>
                  <a:pt x="290" y="219"/>
                  <a:pt x="290" y="219"/>
                </a:cubicBezTo>
                <a:cubicBezTo>
                  <a:pt x="417" y="219"/>
                  <a:pt x="417" y="219"/>
                  <a:pt x="417" y="219"/>
                </a:cubicBezTo>
                <a:cubicBezTo>
                  <a:pt x="417" y="374"/>
                  <a:pt x="417" y="374"/>
                  <a:pt x="417" y="374"/>
                </a:cubicBezTo>
                <a:cubicBezTo>
                  <a:pt x="382" y="374"/>
                  <a:pt x="361" y="403"/>
                  <a:pt x="361" y="431"/>
                </a:cubicBezTo>
                <a:close/>
                <a:moveTo>
                  <a:pt x="233" y="191"/>
                </a:moveTo>
                <a:lnTo>
                  <a:pt x="233" y="191"/>
                </a:lnTo>
                <a:cubicBezTo>
                  <a:pt x="219" y="191"/>
                  <a:pt x="205" y="176"/>
                  <a:pt x="205" y="162"/>
                </a:cubicBezTo>
                <a:cubicBezTo>
                  <a:pt x="205" y="106"/>
                  <a:pt x="205" y="106"/>
                  <a:pt x="205" y="106"/>
                </a:cubicBezTo>
                <a:cubicBezTo>
                  <a:pt x="205" y="0"/>
                  <a:pt x="205" y="0"/>
                  <a:pt x="205" y="0"/>
                </a:cubicBezTo>
                <a:cubicBezTo>
                  <a:pt x="417" y="191"/>
                  <a:pt x="417" y="191"/>
                  <a:pt x="417" y="191"/>
                </a:cubicBezTo>
                <a:cubicBezTo>
                  <a:pt x="290" y="191"/>
                  <a:pt x="290" y="191"/>
                  <a:pt x="290" y="191"/>
                </a:cubicBezTo>
                <a:lnTo>
                  <a:pt x="233" y="19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09" name="Freeform 23">
            <a:extLst>
              <a:ext uri="{FF2B5EF4-FFF2-40B4-BE49-F238E27FC236}">
                <a16:creationId xmlns:a16="http://schemas.microsoft.com/office/drawing/2014/main" id="{EDAEBC7E-F4A7-9D9F-9DB3-DFCEE4AB25BA}"/>
              </a:ext>
            </a:extLst>
          </p:cNvPr>
          <p:cNvSpPr>
            <a:spLocks noChangeArrowheads="1"/>
          </p:cNvSpPr>
          <p:nvPr/>
        </p:nvSpPr>
        <p:spPr bwMode="auto">
          <a:xfrm>
            <a:off x="1542236" y="4224667"/>
            <a:ext cx="425281" cy="553668"/>
          </a:xfrm>
          <a:custGeom>
            <a:avLst/>
            <a:gdLst>
              <a:gd name="T0" fmla="*/ 2147483646 w 467"/>
              <a:gd name="T1" fmla="*/ 2147483646 h 609"/>
              <a:gd name="T2" fmla="*/ 2147483646 w 467"/>
              <a:gd name="T3" fmla="*/ 2147483646 h 609"/>
              <a:gd name="T4" fmla="*/ 2147483646 w 467"/>
              <a:gd name="T5" fmla="*/ 2147483646 h 609"/>
              <a:gd name="T6" fmla="*/ 2147483646 w 467"/>
              <a:gd name="T7" fmla="*/ 2147483646 h 609"/>
              <a:gd name="T8" fmla="*/ 2147483646 w 467"/>
              <a:gd name="T9" fmla="*/ 2147483646 h 609"/>
              <a:gd name="T10" fmla="*/ 2147483646 w 467"/>
              <a:gd name="T11" fmla="*/ 0 h 609"/>
              <a:gd name="T12" fmla="*/ 2147483646 w 467"/>
              <a:gd name="T13" fmla="*/ 0 h 609"/>
              <a:gd name="T14" fmla="*/ 2147483646 w 467"/>
              <a:gd name="T15" fmla="*/ 2147483646 h 609"/>
              <a:gd name="T16" fmla="*/ 2147483646 w 467"/>
              <a:gd name="T17" fmla="*/ 2147483646 h 609"/>
              <a:gd name="T18" fmla="*/ 2147483646 w 467"/>
              <a:gd name="T19" fmla="*/ 2147483646 h 609"/>
              <a:gd name="T20" fmla="*/ 2147483646 w 467"/>
              <a:gd name="T21" fmla="*/ 2147483646 h 609"/>
              <a:gd name="T22" fmla="*/ 2147483646 w 467"/>
              <a:gd name="T23" fmla="*/ 2147483646 h 609"/>
              <a:gd name="T24" fmla="*/ 2147483646 w 467"/>
              <a:gd name="T25" fmla="*/ 2147483646 h 609"/>
              <a:gd name="T26" fmla="*/ 2147483646 w 467"/>
              <a:gd name="T27" fmla="*/ 2147483646 h 609"/>
              <a:gd name="T28" fmla="*/ 2147483646 w 467"/>
              <a:gd name="T29" fmla="*/ 2147483646 h 609"/>
              <a:gd name="T30" fmla="*/ 2147483646 w 467"/>
              <a:gd name="T31" fmla="*/ 2147483646 h 609"/>
              <a:gd name="T32" fmla="*/ 2147483646 w 467"/>
              <a:gd name="T33" fmla="*/ 2147483646 h 609"/>
              <a:gd name="T34" fmla="*/ 2147483646 w 467"/>
              <a:gd name="T35" fmla="*/ 2147483646 h 609"/>
              <a:gd name="T36" fmla="*/ 2147483646 w 467"/>
              <a:gd name="T37" fmla="*/ 2147483646 h 609"/>
              <a:gd name="T38" fmla="*/ 2147483646 w 467"/>
              <a:gd name="T39" fmla="*/ 0 h 609"/>
              <a:gd name="T40" fmla="*/ 2147483646 w 467"/>
              <a:gd name="T41" fmla="*/ 2147483646 h 609"/>
              <a:gd name="T42" fmla="*/ 2147483646 w 467"/>
              <a:gd name="T43" fmla="*/ 2147483646 h 609"/>
              <a:gd name="T44" fmla="*/ 2147483646 w 467"/>
              <a:gd name="T45" fmla="*/ 2147483646 h 609"/>
              <a:gd name="T46" fmla="*/ 2147483646 w 467"/>
              <a:gd name="T47" fmla="*/ 2147483646 h 609"/>
              <a:gd name="T48" fmla="*/ 2147483646 w 467"/>
              <a:gd name="T49" fmla="*/ 2147483646 h 609"/>
              <a:gd name="T50" fmla="*/ 2147483646 w 467"/>
              <a:gd name="T51" fmla="*/ 2147483646 h 609"/>
              <a:gd name="T52" fmla="*/ 2147483646 w 467"/>
              <a:gd name="T53" fmla="*/ 2147483646 h 609"/>
              <a:gd name="T54" fmla="*/ 2147483646 w 467"/>
              <a:gd name="T55" fmla="*/ 2147483646 h 609"/>
              <a:gd name="T56" fmla="*/ 2147483646 w 467"/>
              <a:gd name="T57" fmla="*/ 2147483646 h 609"/>
              <a:gd name="T58" fmla="*/ 2147483646 w 467"/>
              <a:gd name="T59" fmla="*/ 2147483646 h 609"/>
              <a:gd name="T60" fmla="*/ 2147483646 w 467"/>
              <a:gd name="T61" fmla="*/ 2147483646 h 609"/>
              <a:gd name="T62" fmla="*/ 0 w 467"/>
              <a:gd name="T63" fmla="*/ 2147483646 h 609"/>
              <a:gd name="T64" fmla="*/ 0 w 467"/>
              <a:gd name="T65" fmla="*/ 2147483646 h 609"/>
              <a:gd name="T66" fmla="*/ 2147483646 w 467"/>
              <a:gd name="T67" fmla="*/ 2147483646 h 609"/>
              <a:gd name="T68" fmla="*/ 2147483646 w 467"/>
              <a:gd name="T69" fmla="*/ 2147483646 h 609"/>
              <a:gd name="T70" fmla="*/ 2147483646 w 467"/>
              <a:gd name="T71" fmla="*/ 2147483646 h 609"/>
              <a:gd name="T72" fmla="*/ 2147483646 w 467"/>
              <a:gd name="T73" fmla="*/ 2147483646 h 609"/>
              <a:gd name="T74" fmla="*/ 2147483646 w 467"/>
              <a:gd name="T75" fmla="*/ 2147483646 h 609"/>
              <a:gd name="T76" fmla="*/ 2147483646 w 467"/>
              <a:gd name="T77" fmla="*/ 2147483646 h 60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67" h="609">
                <a:moveTo>
                  <a:pt x="438" y="552"/>
                </a:moveTo>
                <a:lnTo>
                  <a:pt x="438" y="552"/>
                </a:lnTo>
                <a:cubicBezTo>
                  <a:pt x="85" y="552"/>
                  <a:pt x="85" y="552"/>
                  <a:pt x="85" y="552"/>
                </a:cubicBezTo>
                <a:cubicBezTo>
                  <a:pt x="63" y="552"/>
                  <a:pt x="56" y="538"/>
                  <a:pt x="56" y="524"/>
                </a:cubicBezTo>
                <a:cubicBezTo>
                  <a:pt x="56" y="29"/>
                  <a:pt x="56" y="29"/>
                  <a:pt x="56" y="29"/>
                </a:cubicBezTo>
                <a:cubicBezTo>
                  <a:pt x="56" y="15"/>
                  <a:pt x="63" y="0"/>
                  <a:pt x="85" y="0"/>
                </a:cubicBezTo>
                <a:cubicBezTo>
                  <a:pt x="233" y="0"/>
                  <a:pt x="233" y="0"/>
                  <a:pt x="233" y="0"/>
                </a:cubicBezTo>
                <a:cubicBezTo>
                  <a:pt x="233" y="107"/>
                  <a:pt x="233" y="107"/>
                  <a:pt x="233" y="107"/>
                </a:cubicBezTo>
                <a:cubicBezTo>
                  <a:pt x="233" y="163"/>
                  <a:pt x="233" y="163"/>
                  <a:pt x="233" y="163"/>
                </a:cubicBezTo>
                <a:cubicBezTo>
                  <a:pt x="233" y="191"/>
                  <a:pt x="261" y="220"/>
                  <a:pt x="290" y="220"/>
                </a:cubicBezTo>
                <a:cubicBezTo>
                  <a:pt x="346" y="220"/>
                  <a:pt x="346" y="220"/>
                  <a:pt x="346" y="220"/>
                </a:cubicBezTo>
                <a:cubicBezTo>
                  <a:pt x="466" y="220"/>
                  <a:pt x="466" y="220"/>
                  <a:pt x="466" y="220"/>
                </a:cubicBezTo>
                <a:cubicBezTo>
                  <a:pt x="466" y="446"/>
                  <a:pt x="466" y="446"/>
                  <a:pt x="466" y="446"/>
                </a:cubicBezTo>
                <a:cubicBezTo>
                  <a:pt x="466" y="524"/>
                  <a:pt x="466" y="524"/>
                  <a:pt x="466" y="524"/>
                </a:cubicBezTo>
                <a:cubicBezTo>
                  <a:pt x="466" y="538"/>
                  <a:pt x="459" y="552"/>
                  <a:pt x="438" y="552"/>
                </a:cubicBezTo>
                <a:close/>
                <a:moveTo>
                  <a:pt x="290" y="191"/>
                </a:moveTo>
                <a:lnTo>
                  <a:pt x="290" y="191"/>
                </a:lnTo>
                <a:cubicBezTo>
                  <a:pt x="275" y="191"/>
                  <a:pt x="261" y="177"/>
                  <a:pt x="261" y="163"/>
                </a:cubicBezTo>
                <a:cubicBezTo>
                  <a:pt x="261" y="107"/>
                  <a:pt x="261" y="107"/>
                  <a:pt x="261" y="107"/>
                </a:cubicBezTo>
                <a:cubicBezTo>
                  <a:pt x="261" y="0"/>
                  <a:pt x="261" y="0"/>
                  <a:pt x="261" y="0"/>
                </a:cubicBezTo>
                <a:cubicBezTo>
                  <a:pt x="466" y="191"/>
                  <a:pt x="466" y="191"/>
                  <a:pt x="466" y="191"/>
                </a:cubicBezTo>
                <a:cubicBezTo>
                  <a:pt x="346" y="191"/>
                  <a:pt x="346" y="191"/>
                  <a:pt x="346" y="191"/>
                </a:cubicBezTo>
                <a:lnTo>
                  <a:pt x="290" y="191"/>
                </a:lnTo>
                <a:close/>
                <a:moveTo>
                  <a:pt x="106" y="580"/>
                </a:moveTo>
                <a:lnTo>
                  <a:pt x="106" y="580"/>
                </a:lnTo>
                <a:cubicBezTo>
                  <a:pt x="127" y="580"/>
                  <a:pt x="127" y="580"/>
                  <a:pt x="127" y="580"/>
                </a:cubicBezTo>
                <a:cubicBezTo>
                  <a:pt x="311" y="580"/>
                  <a:pt x="311" y="580"/>
                  <a:pt x="311" y="580"/>
                </a:cubicBezTo>
                <a:cubicBezTo>
                  <a:pt x="353" y="580"/>
                  <a:pt x="353" y="580"/>
                  <a:pt x="353" y="580"/>
                </a:cubicBezTo>
                <a:cubicBezTo>
                  <a:pt x="410" y="580"/>
                  <a:pt x="410" y="580"/>
                  <a:pt x="410" y="580"/>
                </a:cubicBezTo>
                <a:cubicBezTo>
                  <a:pt x="410" y="594"/>
                  <a:pt x="403" y="608"/>
                  <a:pt x="381" y="608"/>
                </a:cubicBezTo>
                <a:cubicBezTo>
                  <a:pt x="56" y="608"/>
                  <a:pt x="56" y="608"/>
                  <a:pt x="56" y="608"/>
                </a:cubicBezTo>
                <a:cubicBezTo>
                  <a:pt x="21" y="608"/>
                  <a:pt x="0" y="580"/>
                  <a:pt x="0" y="552"/>
                </a:cubicBezTo>
                <a:cubicBezTo>
                  <a:pt x="0" y="85"/>
                  <a:pt x="0" y="85"/>
                  <a:pt x="0" y="85"/>
                </a:cubicBezTo>
                <a:cubicBezTo>
                  <a:pt x="0" y="71"/>
                  <a:pt x="7" y="57"/>
                  <a:pt x="28" y="57"/>
                </a:cubicBezTo>
                <a:cubicBezTo>
                  <a:pt x="28" y="142"/>
                  <a:pt x="28" y="142"/>
                  <a:pt x="28" y="142"/>
                </a:cubicBezTo>
                <a:cubicBezTo>
                  <a:pt x="28" y="474"/>
                  <a:pt x="28" y="474"/>
                  <a:pt x="28" y="474"/>
                </a:cubicBezTo>
                <a:cubicBezTo>
                  <a:pt x="28" y="524"/>
                  <a:pt x="28" y="524"/>
                  <a:pt x="28" y="524"/>
                </a:cubicBezTo>
                <a:cubicBezTo>
                  <a:pt x="28" y="552"/>
                  <a:pt x="49" y="580"/>
                  <a:pt x="85" y="580"/>
                </a:cubicBezTo>
                <a:lnTo>
                  <a:pt x="106" y="58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10" name="Freeform 24">
            <a:extLst>
              <a:ext uri="{FF2B5EF4-FFF2-40B4-BE49-F238E27FC236}">
                <a16:creationId xmlns:a16="http://schemas.microsoft.com/office/drawing/2014/main" id="{931997BA-D989-2272-E64C-07A82755508D}"/>
              </a:ext>
            </a:extLst>
          </p:cNvPr>
          <p:cNvSpPr>
            <a:spLocks noChangeArrowheads="1"/>
          </p:cNvSpPr>
          <p:nvPr/>
        </p:nvSpPr>
        <p:spPr bwMode="auto">
          <a:xfrm>
            <a:off x="603408" y="4244729"/>
            <a:ext cx="381150" cy="497499"/>
          </a:xfrm>
          <a:custGeom>
            <a:avLst/>
            <a:gdLst>
              <a:gd name="T0" fmla="*/ 2147483646 w 418"/>
              <a:gd name="T1" fmla="*/ 2147483646 h 545"/>
              <a:gd name="T2" fmla="*/ 2147483646 w 418"/>
              <a:gd name="T3" fmla="*/ 2147483646 h 545"/>
              <a:gd name="T4" fmla="*/ 2147483646 w 418"/>
              <a:gd name="T5" fmla="*/ 2147483646 h 545"/>
              <a:gd name="T6" fmla="*/ 0 w 418"/>
              <a:gd name="T7" fmla="*/ 2147483646 h 545"/>
              <a:gd name="T8" fmla="*/ 0 w 418"/>
              <a:gd name="T9" fmla="*/ 2147483646 h 545"/>
              <a:gd name="T10" fmla="*/ 2147483646 w 418"/>
              <a:gd name="T11" fmla="*/ 0 h 545"/>
              <a:gd name="T12" fmla="*/ 2147483646 w 418"/>
              <a:gd name="T13" fmla="*/ 0 h 545"/>
              <a:gd name="T14" fmla="*/ 2147483646 w 418"/>
              <a:gd name="T15" fmla="*/ 2147483646 h 545"/>
              <a:gd name="T16" fmla="*/ 2147483646 w 418"/>
              <a:gd name="T17" fmla="*/ 2147483646 h 545"/>
              <a:gd name="T18" fmla="*/ 2147483646 w 418"/>
              <a:gd name="T19" fmla="*/ 2147483646 h 545"/>
              <a:gd name="T20" fmla="*/ 2147483646 w 418"/>
              <a:gd name="T21" fmla="*/ 2147483646 h 545"/>
              <a:gd name="T22" fmla="*/ 2147483646 w 418"/>
              <a:gd name="T23" fmla="*/ 2147483646 h 545"/>
              <a:gd name="T24" fmla="*/ 2147483646 w 418"/>
              <a:gd name="T25" fmla="*/ 2147483646 h 545"/>
              <a:gd name="T26" fmla="*/ 2147483646 w 418"/>
              <a:gd name="T27" fmla="*/ 2147483646 h 545"/>
              <a:gd name="T28" fmla="*/ 2147483646 w 418"/>
              <a:gd name="T29" fmla="*/ 2147483646 h 545"/>
              <a:gd name="T30" fmla="*/ 2147483646 w 418"/>
              <a:gd name="T31" fmla="*/ 2147483646 h 545"/>
              <a:gd name="T32" fmla="*/ 2147483646 w 418"/>
              <a:gd name="T33" fmla="*/ 2147483646 h 545"/>
              <a:gd name="T34" fmla="*/ 2147483646 w 418"/>
              <a:gd name="T35" fmla="*/ 2147483646 h 545"/>
              <a:gd name="T36" fmla="*/ 2147483646 w 418"/>
              <a:gd name="T37" fmla="*/ 2147483646 h 545"/>
              <a:gd name="T38" fmla="*/ 2147483646 w 418"/>
              <a:gd name="T39" fmla="*/ 0 h 545"/>
              <a:gd name="T40" fmla="*/ 2147483646 w 418"/>
              <a:gd name="T41" fmla="*/ 2147483646 h 545"/>
              <a:gd name="T42" fmla="*/ 2147483646 w 418"/>
              <a:gd name="T43" fmla="*/ 2147483646 h 545"/>
              <a:gd name="T44" fmla="*/ 2147483646 w 418"/>
              <a:gd name="T45" fmla="*/ 2147483646 h 54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18" h="545">
                <a:moveTo>
                  <a:pt x="389" y="544"/>
                </a:moveTo>
                <a:lnTo>
                  <a:pt x="389" y="544"/>
                </a:lnTo>
                <a:cubicBezTo>
                  <a:pt x="28" y="544"/>
                  <a:pt x="28" y="544"/>
                  <a:pt x="28" y="544"/>
                </a:cubicBezTo>
                <a:cubicBezTo>
                  <a:pt x="14" y="544"/>
                  <a:pt x="0" y="537"/>
                  <a:pt x="0" y="516"/>
                </a:cubicBezTo>
                <a:cubicBezTo>
                  <a:pt x="0" y="28"/>
                  <a:pt x="0" y="28"/>
                  <a:pt x="0" y="28"/>
                </a:cubicBezTo>
                <a:cubicBezTo>
                  <a:pt x="0" y="14"/>
                  <a:pt x="14" y="0"/>
                  <a:pt x="28" y="0"/>
                </a:cubicBezTo>
                <a:cubicBezTo>
                  <a:pt x="184" y="0"/>
                  <a:pt x="184" y="0"/>
                  <a:pt x="184" y="0"/>
                </a:cubicBezTo>
                <a:cubicBezTo>
                  <a:pt x="184" y="106"/>
                  <a:pt x="184" y="106"/>
                  <a:pt x="184" y="106"/>
                </a:cubicBezTo>
                <a:cubicBezTo>
                  <a:pt x="184" y="162"/>
                  <a:pt x="184" y="162"/>
                  <a:pt x="184" y="162"/>
                </a:cubicBezTo>
                <a:cubicBezTo>
                  <a:pt x="184" y="191"/>
                  <a:pt x="205" y="219"/>
                  <a:pt x="240" y="219"/>
                </a:cubicBezTo>
                <a:cubicBezTo>
                  <a:pt x="297" y="219"/>
                  <a:pt x="297" y="219"/>
                  <a:pt x="297" y="219"/>
                </a:cubicBezTo>
                <a:cubicBezTo>
                  <a:pt x="417" y="219"/>
                  <a:pt x="417" y="219"/>
                  <a:pt x="417" y="219"/>
                </a:cubicBezTo>
                <a:cubicBezTo>
                  <a:pt x="417" y="445"/>
                  <a:pt x="417" y="445"/>
                  <a:pt x="417" y="445"/>
                </a:cubicBezTo>
                <a:cubicBezTo>
                  <a:pt x="417" y="516"/>
                  <a:pt x="417" y="516"/>
                  <a:pt x="417" y="516"/>
                </a:cubicBezTo>
                <a:cubicBezTo>
                  <a:pt x="417" y="537"/>
                  <a:pt x="403" y="544"/>
                  <a:pt x="389" y="544"/>
                </a:cubicBezTo>
                <a:close/>
                <a:moveTo>
                  <a:pt x="240" y="191"/>
                </a:moveTo>
                <a:lnTo>
                  <a:pt x="240" y="191"/>
                </a:lnTo>
                <a:cubicBezTo>
                  <a:pt x="219" y="191"/>
                  <a:pt x="212" y="176"/>
                  <a:pt x="212" y="162"/>
                </a:cubicBezTo>
                <a:cubicBezTo>
                  <a:pt x="212" y="106"/>
                  <a:pt x="212" y="106"/>
                  <a:pt x="212" y="106"/>
                </a:cubicBezTo>
                <a:cubicBezTo>
                  <a:pt x="212" y="0"/>
                  <a:pt x="212" y="0"/>
                  <a:pt x="212" y="0"/>
                </a:cubicBezTo>
                <a:cubicBezTo>
                  <a:pt x="417" y="191"/>
                  <a:pt x="417" y="191"/>
                  <a:pt x="417" y="191"/>
                </a:cubicBezTo>
                <a:cubicBezTo>
                  <a:pt x="297" y="191"/>
                  <a:pt x="297" y="191"/>
                  <a:pt x="297" y="191"/>
                </a:cubicBezTo>
                <a:lnTo>
                  <a:pt x="240" y="19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11" name="Freeform 25">
            <a:extLst>
              <a:ext uri="{FF2B5EF4-FFF2-40B4-BE49-F238E27FC236}">
                <a16:creationId xmlns:a16="http://schemas.microsoft.com/office/drawing/2014/main" id="{FABFA102-C112-AB11-3065-A61FD8E19AF7}"/>
              </a:ext>
            </a:extLst>
          </p:cNvPr>
          <p:cNvSpPr>
            <a:spLocks noChangeArrowheads="1"/>
          </p:cNvSpPr>
          <p:nvPr/>
        </p:nvSpPr>
        <p:spPr bwMode="auto">
          <a:xfrm>
            <a:off x="11082983" y="3325960"/>
            <a:ext cx="549657" cy="489475"/>
          </a:xfrm>
          <a:custGeom>
            <a:avLst/>
            <a:gdLst>
              <a:gd name="T0" fmla="*/ 2147483646 w 602"/>
              <a:gd name="T1" fmla="*/ 2147483646 h 538"/>
              <a:gd name="T2" fmla="*/ 2147483646 w 602"/>
              <a:gd name="T3" fmla="*/ 2147483646 h 538"/>
              <a:gd name="T4" fmla="*/ 2147483646 w 602"/>
              <a:gd name="T5" fmla="*/ 2147483646 h 538"/>
              <a:gd name="T6" fmla="*/ 2147483646 w 602"/>
              <a:gd name="T7" fmla="*/ 2147483646 h 538"/>
              <a:gd name="T8" fmla="*/ 2147483646 w 602"/>
              <a:gd name="T9" fmla="*/ 2147483646 h 538"/>
              <a:gd name="T10" fmla="*/ 2147483646 w 602"/>
              <a:gd name="T11" fmla="*/ 2147483646 h 538"/>
              <a:gd name="T12" fmla="*/ 2147483646 w 602"/>
              <a:gd name="T13" fmla="*/ 2147483646 h 538"/>
              <a:gd name="T14" fmla="*/ 2147483646 w 602"/>
              <a:gd name="T15" fmla="*/ 2147483646 h 538"/>
              <a:gd name="T16" fmla="*/ 2147483646 w 602"/>
              <a:gd name="T17" fmla="*/ 2147483646 h 538"/>
              <a:gd name="T18" fmla="*/ 0 w 602"/>
              <a:gd name="T19" fmla="*/ 2147483646 h 538"/>
              <a:gd name="T20" fmla="*/ 0 w 602"/>
              <a:gd name="T21" fmla="*/ 2147483646 h 538"/>
              <a:gd name="T22" fmla="*/ 0 w 602"/>
              <a:gd name="T23" fmla="*/ 2147483646 h 538"/>
              <a:gd name="T24" fmla="*/ 2147483646 w 602"/>
              <a:gd name="T25" fmla="*/ 2147483646 h 538"/>
              <a:gd name="T26" fmla="*/ 2147483646 w 602"/>
              <a:gd name="T27" fmla="*/ 2147483646 h 538"/>
              <a:gd name="T28" fmla="*/ 2147483646 w 602"/>
              <a:gd name="T29" fmla="*/ 2147483646 h 538"/>
              <a:gd name="T30" fmla="*/ 0 w 602"/>
              <a:gd name="T31" fmla="*/ 2147483646 h 538"/>
              <a:gd name="T32" fmla="*/ 0 w 602"/>
              <a:gd name="T33" fmla="*/ 2147483646 h 538"/>
              <a:gd name="T34" fmla="*/ 2147483646 w 602"/>
              <a:gd name="T35" fmla="*/ 0 h 538"/>
              <a:gd name="T36" fmla="*/ 2147483646 w 602"/>
              <a:gd name="T37" fmla="*/ 0 h 538"/>
              <a:gd name="T38" fmla="*/ 2147483646 w 602"/>
              <a:gd name="T39" fmla="*/ 0 h 538"/>
              <a:gd name="T40" fmla="*/ 2147483646 w 602"/>
              <a:gd name="T41" fmla="*/ 2147483646 h 538"/>
              <a:gd name="T42" fmla="*/ 2147483646 w 602"/>
              <a:gd name="T43" fmla="*/ 2147483646 h 538"/>
              <a:gd name="T44" fmla="*/ 0 w 602"/>
              <a:gd name="T45" fmla="*/ 2147483646 h 538"/>
              <a:gd name="T46" fmla="*/ 2147483646 w 602"/>
              <a:gd name="T47" fmla="*/ 2147483646 h 538"/>
              <a:gd name="T48" fmla="*/ 2147483646 w 602"/>
              <a:gd name="T49" fmla="*/ 2147483646 h 538"/>
              <a:gd name="T50" fmla="*/ 2147483646 w 602"/>
              <a:gd name="T51" fmla="*/ 2147483646 h 538"/>
              <a:gd name="T52" fmla="*/ 2147483646 w 602"/>
              <a:gd name="T53" fmla="*/ 2147483646 h 538"/>
              <a:gd name="T54" fmla="*/ 2147483646 w 602"/>
              <a:gd name="T55" fmla="*/ 2147483646 h 538"/>
              <a:gd name="T56" fmla="*/ 2147483646 w 602"/>
              <a:gd name="T57" fmla="*/ 2147483646 h 538"/>
              <a:gd name="T58" fmla="*/ 2147483646 w 602"/>
              <a:gd name="T59" fmla="*/ 2147483646 h 538"/>
              <a:gd name="T60" fmla="*/ 2147483646 w 602"/>
              <a:gd name="T61" fmla="*/ 2147483646 h 538"/>
              <a:gd name="T62" fmla="*/ 2147483646 w 602"/>
              <a:gd name="T63" fmla="*/ 2147483646 h 538"/>
              <a:gd name="T64" fmla="*/ 2147483646 w 602"/>
              <a:gd name="T65" fmla="*/ 2147483646 h 538"/>
              <a:gd name="T66" fmla="*/ 2147483646 w 602"/>
              <a:gd name="T67" fmla="*/ 2147483646 h 53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02" h="538">
                <a:moveTo>
                  <a:pt x="573" y="339"/>
                </a:moveTo>
                <a:lnTo>
                  <a:pt x="573" y="339"/>
                </a:lnTo>
                <a:cubicBezTo>
                  <a:pt x="558" y="339"/>
                  <a:pt x="544" y="346"/>
                  <a:pt x="530" y="360"/>
                </a:cubicBezTo>
                <a:cubicBezTo>
                  <a:pt x="516" y="375"/>
                  <a:pt x="516" y="375"/>
                  <a:pt x="516" y="375"/>
                </a:cubicBezTo>
                <a:cubicBezTo>
                  <a:pt x="502" y="360"/>
                  <a:pt x="502" y="360"/>
                  <a:pt x="502" y="360"/>
                </a:cubicBezTo>
                <a:cubicBezTo>
                  <a:pt x="488" y="346"/>
                  <a:pt x="474" y="339"/>
                  <a:pt x="459" y="339"/>
                </a:cubicBezTo>
                <a:cubicBezTo>
                  <a:pt x="431" y="339"/>
                  <a:pt x="403" y="367"/>
                  <a:pt x="403" y="396"/>
                </a:cubicBezTo>
                <a:cubicBezTo>
                  <a:pt x="403" y="417"/>
                  <a:pt x="410" y="431"/>
                  <a:pt x="417" y="438"/>
                </a:cubicBezTo>
                <a:cubicBezTo>
                  <a:pt x="438" y="452"/>
                  <a:pt x="438" y="452"/>
                  <a:pt x="438" y="452"/>
                </a:cubicBezTo>
                <a:cubicBezTo>
                  <a:pt x="417" y="474"/>
                  <a:pt x="417" y="474"/>
                  <a:pt x="417" y="474"/>
                </a:cubicBezTo>
                <a:cubicBezTo>
                  <a:pt x="410" y="474"/>
                  <a:pt x="410" y="474"/>
                  <a:pt x="410" y="474"/>
                </a:cubicBezTo>
                <a:cubicBezTo>
                  <a:pt x="28" y="474"/>
                  <a:pt x="28" y="474"/>
                  <a:pt x="28" y="474"/>
                </a:cubicBezTo>
                <a:cubicBezTo>
                  <a:pt x="7" y="474"/>
                  <a:pt x="0" y="459"/>
                  <a:pt x="0" y="445"/>
                </a:cubicBezTo>
                <a:cubicBezTo>
                  <a:pt x="0" y="410"/>
                  <a:pt x="0" y="410"/>
                  <a:pt x="0" y="410"/>
                </a:cubicBezTo>
                <a:cubicBezTo>
                  <a:pt x="0" y="360"/>
                  <a:pt x="0" y="360"/>
                  <a:pt x="0" y="360"/>
                </a:cubicBezTo>
                <a:cubicBezTo>
                  <a:pt x="0" y="325"/>
                  <a:pt x="0" y="325"/>
                  <a:pt x="0" y="325"/>
                </a:cubicBezTo>
                <a:cubicBezTo>
                  <a:pt x="0" y="276"/>
                  <a:pt x="0" y="276"/>
                  <a:pt x="0" y="276"/>
                </a:cubicBezTo>
                <a:cubicBezTo>
                  <a:pt x="0" y="240"/>
                  <a:pt x="0" y="240"/>
                  <a:pt x="0" y="240"/>
                </a:cubicBezTo>
                <a:cubicBezTo>
                  <a:pt x="0" y="141"/>
                  <a:pt x="0" y="141"/>
                  <a:pt x="0" y="141"/>
                </a:cubicBezTo>
                <a:cubicBezTo>
                  <a:pt x="601" y="141"/>
                  <a:pt x="601" y="141"/>
                  <a:pt x="601" y="141"/>
                </a:cubicBezTo>
                <a:cubicBezTo>
                  <a:pt x="601" y="240"/>
                  <a:pt x="601" y="240"/>
                  <a:pt x="601" y="240"/>
                </a:cubicBezTo>
                <a:cubicBezTo>
                  <a:pt x="601" y="276"/>
                  <a:pt x="601" y="276"/>
                  <a:pt x="601" y="276"/>
                </a:cubicBezTo>
                <a:cubicBezTo>
                  <a:pt x="601" y="325"/>
                  <a:pt x="601" y="325"/>
                  <a:pt x="601" y="325"/>
                </a:cubicBezTo>
                <a:cubicBezTo>
                  <a:pt x="601" y="346"/>
                  <a:pt x="601" y="346"/>
                  <a:pt x="601" y="346"/>
                </a:cubicBezTo>
                <a:cubicBezTo>
                  <a:pt x="594" y="346"/>
                  <a:pt x="580" y="339"/>
                  <a:pt x="573" y="339"/>
                </a:cubicBezTo>
                <a:close/>
                <a:moveTo>
                  <a:pt x="0" y="85"/>
                </a:moveTo>
                <a:lnTo>
                  <a:pt x="0" y="85"/>
                </a:lnTo>
                <a:cubicBezTo>
                  <a:pt x="0" y="71"/>
                  <a:pt x="0" y="71"/>
                  <a:pt x="0" y="71"/>
                </a:cubicBezTo>
                <a:cubicBezTo>
                  <a:pt x="0" y="28"/>
                  <a:pt x="0" y="28"/>
                  <a:pt x="0" y="28"/>
                </a:cubicBezTo>
                <a:cubicBezTo>
                  <a:pt x="0" y="14"/>
                  <a:pt x="7" y="0"/>
                  <a:pt x="28" y="0"/>
                </a:cubicBezTo>
                <a:cubicBezTo>
                  <a:pt x="64" y="0"/>
                  <a:pt x="64" y="0"/>
                  <a:pt x="64" y="0"/>
                </a:cubicBezTo>
                <a:cubicBezTo>
                  <a:pt x="85" y="0"/>
                  <a:pt x="85" y="0"/>
                  <a:pt x="85" y="0"/>
                </a:cubicBezTo>
                <a:cubicBezTo>
                  <a:pt x="113" y="0"/>
                  <a:pt x="113" y="0"/>
                  <a:pt x="113" y="0"/>
                </a:cubicBezTo>
                <a:cubicBezTo>
                  <a:pt x="170" y="0"/>
                  <a:pt x="170" y="0"/>
                  <a:pt x="170" y="0"/>
                </a:cubicBezTo>
                <a:cubicBezTo>
                  <a:pt x="226" y="56"/>
                  <a:pt x="226" y="56"/>
                  <a:pt x="226" y="56"/>
                </a:cubicBezTo>
                <a:cubicBezTo>
                  <a:pt x="573" y="56"/>
                  <a:pt x="573" y="56"/>
                  <a:pt x="573" y="56"/>
                </a:cubicBezTo>
                <a:cubicBezTo>
                  <a:pt x="587" y="56"/>
                  <a:pt x="601" y="71"/>
                  <a:pt x="601" y="85"/>
                </a:cubicBezTo>
                <a:cubicBezTo>
                  <a:pt x="601" y="113"/>
                  <a:pt x="601" y="113"/>
                  <a:pt x="601" y="113"/>
                </a:cubicBezTo>
                <a:cubicBezTo>
                  <a:pt x="0" y="113"/>
                  <a:pt x="0" y="113"/>
                  <a:pt x="0" y="113"/>
                </a:cubicBezTo>
                <a:lnTo>
                  <a:pt x="0" y="85"/>
                </a:lnTo>
                <a:close/>
                <a:moveTo>
                  <a:pt x="438" y="495"/>
                </a:moveTo>
                <a:lnTo>
                  <a:pt x="438" y="495"/>
                </a:lnTo>
                <a:cubicBezTo>
                  <a:pt x="474" y="452"/>
                  <a:pt x="474" y="452"/>
                  <a:pt x="474" y="452"/>
                </a:cubicBezTo>
                <a:cubicBezTo>
                  <a:pt x="438" y="417"/>
                  <a:pt x="438" y="417"/>
                  <a:pt x="438" y="417"/>
                </a:cubicBezTo>
                <a:cubicBezTo>
                  <a:pt x="431" y="410"/>
                  <a:pt x="431" y="403"/>
                  <a:pt x="431" y="396"/>
                </a:cubicBezTo>
                <a:cubicBezTo>
                  <a:pt x="431" y="382"/>
                  <a:pt x="445" y="367"/>
                  <a:pt x="459" y="367"/>
                </a:cubicBezTo>
                <a:cubicBezTo>
                  <a:pt x="466" y="367"/>
                  <a:pt x="474" y="375"/>
                  <a:pt x="481" y="382"/>
                </a:cubicBezTo>
                <a:cubicBezTo>
                  <a:pt x="516" y="417"/>
                  <a:pt x="516" y="417"/>
                  <a:pt x="516" y="417"/>
                </a:cubicBezTo>
                <a:cubicBezTo>
                  <a:pt x="551" y="382"/>
                  <a:pt x="551" y="382"/>
                  <a:pt x="551" y="382"/>
                </a:cubicBezTo>
                <a:cubicBezTo>
                  <a:pt x="558" y="375"/>
                  <a:pt x="565" y="367"/>
                  <a:pt x="573" y="367"/>
                </a:cubicBezTo>
                <a:cubicBezTo>
                  <a:pt x="587" y="367"/>
                  <a:pt x="601" y="382"/>
                  <a:pt x="601" y="396"/>
                </a:cubicBezTo>
                <a:cubicBezTo>
                  <a:pt x="601" y="403"/>
                  <a:pt x="601" y="410"/>
                  <a:pt x="594" y="417"/>
                </a:cubicBezTo>
                <a:cubicBezTo>
                  <a:pt x="558" y="452"/>
                  <a:pt x="558" y="452"/>
                  <a:pt x="558" y="452"/>
                </a:cubicBezTo>
                <a:cubicBezTo>
                  <a:pt x="594" y="495"/>
                  <a:pt x="594" y="495"/>
                  <a:pt x="594" y="495"/>
                </a:cubicBezTo>
                <a:cubicBezTo>
                  <a:pt x="601" y="495"/>
                  <a:pt x="601" y="502"/>
                  <a:pt x="601" y="509"/>
                </a:cubicBezTo>
                <a:cubicBezTo>
                  <a:pt x="601" y="530"/>
                  <a:pt x="587" y="537"/>
                  <a:pt x="573" y="537"/>
                </a:cubicBezTo>
                <a:cubicBezTo>
                  <a:pt x="565" y="537"/>
                  <a:pt x="558" y="537"/>
                  <a:pt x="551" y="530"/>
                </a:cubicBezTo>
                <a:cubicBezTo>
                  <a:pt x="516" y="495"/>
                  <a:pt x="516" y="495"/>
                  <a:pt x="516" y="495"/>
                </a:cubicBezTo>
                <a:cubicBezTo>
                  <a:pt x="481" y="530"/>
                  <a:pt x="481" y="530"/>
                  <a:pt x="481" y="530"/>
                </a:cubicBezTo>
                <a:cubicBezTo>
                  <a:pt x="474" y="537"/>
                  <a:pt x="466" y="537"/>
                  <a:pt x="459" y="537"/>
                </a:cubicBezTo>
                <a:cubicBezTo>
                  <a:pt x="445" y="537"/>
                  <a:pt x="431" y="530"/>
                  <a:pt x="431" y="509"/>
                </a:cubicBezTo>
                <a:cubicBezTo>
                  <a:pt x="431" y="502"/>
                  <a:pt x="431" y="495"/>
                  <a:pt x="438" y="49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12" name="Freeform 26">
            <a:extLst>
              <a:ext uri="{FF2B5EF4-FFF2-40B4-BE49-F238E27FC236}">
                <a16:creationId xmlns:a16="http://schemas.microsoft.com/office/drawing/2014/main" id="{C950A85B-ABDA-67F5-D522-44A1481C42F5}"/>
              </a:ext>
            </a:extLst>
          </p:cNvPr>
          <p:cNvSpPr>
            <a:spLocks noChangeArrowheads="1"/>
          </p:cNvSpPr>
          <p:nvPr/>
        </p:nvSpPr>
        <p:spPr bwMode="auto">
          <a:xfrm>
            <a:off x="10116071" y="3325960"/>
            <a:ext cx="553668" cy="477440"/>
          </a:xfrm>
          <a:custGeom>
            <a:avLst/>
            <a:gdLst>
              <a:gd name="T0" fmla="*/ 2147483646 w 609"/>
              <a:gd name="T1" fmla="*/ 2147483646 h 524"/>
              <a:gd name="T2" fmla="*/ 2147483646 w 609"/>
              <a:gd name="T3" fmla="*/ 2147483646 h 524"/>
              <a:gd name="T4" fmla="*/ 2147483646 w 609"/>
              <a:gd name="T5" fmla="*/ 2147483646 h 524"/>
              <a:gd name="T6" fmla="*/ 2147483646 w 609"/>
              <a:gd name="T7" fmla="*/ 2147483646 h 524"/>
              <a:gd name="T8" fmla="*/ 2147483646 w 609"/>
              <a:gd name="T9" fmla="*/ 2147483646 h 524"/>
              <a:gd name="T10" fmla="*/ 2147483646 w 609"/>
              <a:gd name="T11" fmla="*/ 2147483646 h 524"/>
              <a:gd name="T12" fmla="*/ 2147483646 w 609"/>
              <a:gd name="T13" fmla="*/ 2147483646 h 524"/>
              <a:gd name="T14" fmla="*/ 2147483646 w 609"/>
              <a:gd name="T15" fmla="*/ 2147483646 h 524"/>
              <a:gd name="T16" fmla="*/ 0 w 609"/>
              <a:gd name="T17" fmla="*/ 2147483646 h 524"/>
              <a:gd name="T18" fmla="*/ 0 w 609"/>
              <a:gd name="T19" fmla="*/ 2147483646 h 524"/>
              <a:gd name="T20" fmla="*/ 0 w 609"/>
              <a:gd name="T21" fmla="*/ 2147483646 h 524"/>
              <a:gd name="T22" fmla="*/ 0 w 609"/>
              <a:gd name="T23" fmla="*/ 2147483646 h 524"/>
              <a:gd name="T24" fmla="*/ 0 w 609"/>
              <a:gd name="T25" fmla="*/ 2147483646 h 524"/>
              <a:gd name="T26" fmla="*/ 0 w 609"/>
              <a:gd name="T27" fmla="*/ 2147483646 h 524"/>
              <a:gd name="T28" fmla="*/ 0 w 609"/>
              <a:gd name="T29" fmla="*/ 2147483646 h 524"/>
              <a:gd name="T30" fmla="*/ 2147483646 w 609"/>
              <a:gd name="T31" fmla="*/ 2147483646 h 524"/>
              <a:gd name="T32" fmla="*/ 2147483646 w 609"/>
              <a:gd name="T33" fmla="*/ 2147483646 h 524"/>
              <a:gd name="T34" fmla="*/ 2147483646 w 609"/>
              <a:gd name="T35" fmla="*/ 2147483646 h 524"/>
              <a:gd name="T36" fmla="*/ 2147483646 w 609"/>
              <a:gd name="T37" fmla="*/ 2147483646 h 524"/>
              <a:gd name="T38" fmla="*/ 2147483646 w 609"/>
              <a:gd name="T39" fmla="*/ 2147483646 h 524"/>
              <a:gd name="T40" fmla="*/ 2147483646 w 609"/>
              <a:gd name="T41" fmla="*/ 2147483646 h 524"/>
              <a:gd name="T42" fmla="*/ 2147483646 w 609"/>
              <a:gd name="T43" fmla="*/ 2147483646 h 524"/>
              <a:gd name="T44" fmla="*/ 0 w 609"/>
              <a:gd name="T45" fmla="*/ 2147483646 h 524"/>
              <a:gd name="T46" fmla="*/ 0 w 609"/>
              <a:gd name="T47" fmla="*/ 2147483646 h 524"/>
              <a:gd name="T48" fmla="*/ 0 w 609"/>
              <a:gd name="T49" fmla="*/ 2147483646 h 524"/>
              <a:gd name="T50" fmla="*/ 0 w 609"/>
              <a:gd name="T51" fmla="*/ 2147483646 h 524"/>
              <a:gd name="T52" fmla="*/ 2147483646 w 609"/>
              <a:gd name="T53" fmla="*/ 0 h 524"/>
              <a:gd name="T54" fmla="*/ 2147483646 w 609"/>
              <a:gd name="T55" fmla="*/ 0 h 524"/>
              <a:gd name="T56" fmla="*/ 2147483646 w 609"/>
              <a:gd name="T57" fmla="*/ 0 h 524"/>
              <a:gd name="T58" fmla="*/ 2147483646 w 609"/>
              <a:gd name="T59" fmla="*/ 0 h 524"/>
              <a:gd name="T60" fmla="*/ 2147483646 w 609"/>
              <a:gd name="T61" fmla="*/ 0 h 524"/>
              <a:gd name="T62" fmla="*/ 2147483646 w 609"/>
              <a:gd name="T63" fmla="*/ 2147483646 h 524"/>
              <a:gd name="T64" fmla="*/ 2147483646 w 609"/>
              <a:gd name="T65" fmla="*/ 2147483646 h 524"/>
              <a:gd name="T66" fmla="*/ 2147483646 w 609"/>
              <a:gd name="T67" fmla="*/ 2147483646 h 524"/>
              <a:gd name="T68" fmla="*/ 2147483646 w 609"/>
              <a:gd name="T69" fmla="*/ 2147483646 h 524"/>
              <a:gd name="T70" fmla="*/ 0 w 609"/>
              <a:gd name="T71" fmla="*/ 2147483646 h 524"/>
              <a:gd name="T72" fmla="*/ 0 w 609"/>
              <a:gd name="T73" fmla="*/ 2147483646 h 524"/>
              <a:gd name="T74" fmla="*/ 2147483646 w 609"/>
              <a:gd name="T75" fmla="*/ 2147483646 h 524"/>
              <a:gd name="T76" fmla="*/ 2147483646 w 609"/>
              <a:gd name="T77" fmla="*/ 2147483646 h 524"/>
              <a:gd name="T78" fmla="*/ 2147483646 w 609"/>
              <a:gd name="T79" fmla="*/ 2147483646 h 524"/>
              <a:gd name="T80" fmla="*/ 2147483646 w 609"/>
              <a:gd name="T81" fmla="*/ 2147483646 h 524"/>
              <a:gd name="T82" fmla="*/ 2147483646 w 609"/>
              <a:gd name="T83" fmla="*/ 2147483646 h 524"/>
              <a:gd name="T84" fmla="*/ 2147483646 w 609"/>
              <a:gd name="T85" fmla="*/ 2147483646 h 524"/>
              <a:gd name="T86" fmla="*/ 2147483646 w 609"/>
              <a:gd name="T87" fmla="*/ 2147483646 h 524"/>
              <a:gd name="T88" fmla="*/ 2147483646 w 609"/>
              <a:gd name="T89" fmla="*/ 2147483646 h 524"/>
              <a:gd name="T90" fmla="*/ 2147483646 w 609"/>
              <a:gd name="T91" fmla="*/ 2147483646 h 524"/>
              <a:gd name="T92" fmla="*/ 2147483646 w 609"/>
              <a:gd name="T93" fmla="*/ 2147483646 h 524"/>
              <a:gd name="T94" fmla="*/ 2147483646 w 609"/>
              <a:gd name="T95" fmla="*/ 2147483646 h 524"/>
              <a:gd name="T96" fmla="*/ 2147483646 w 609"/>
              <a:gd name="T97" fmla="*/ 2147483646 h 524"/>
              <a:gd name="T98" fmla="*/ 2147483646 w 609"/>
              <a:gd name="T99" fmla="*/ 2147483646 h 524"/>
              <a:gd name="T100" fmla="*/ 2147483646 w 609"/>
              <a:gd name="T101" fmla="*/ 2147483646 h 52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609" h="524">
                <a:moveTo>
                  <a:pt x="579" y="360"/>
                </a:moveTo>
                <a:lnTo>
                  <a:pt x="579" y="360"/>
                </a:lnTo>
                <a:cubicBezTo>
                  <a:pt x="558" y="360"/>
                  <a:pt x="544" y="367"/>
                  <a:pt x="537" y="375"/>
                </a:cubicBezTo>
                <a:cubicBezTo>
                  <a:pt x="502" y="410"/>
                  <a:pt x="502" y="410"/>
                  <a:pt x="502" y="410"/>
                </a:cubicBezTo>
                <a:cubicBezTo>
                  <a:pt x="495" y="403"/>
                  <a:pt x="480" y="396"/>
                  <a:pt x="466" y="396"/>
                </a:cubicBezTo>
                <a:cubicBezTo>
                  <a:pt x="431" y="396"/>
                  <a:pt x="410" y="424"/>
                  <a:pt x="410" y="452"/>
                </a:cubicBezTo>
                <a:cubicBezTo>
                  <a:pt x="410" y="459"/>
                  <a:pt x="410" y="467"/>
                  <a:pt x="410" y="474"/>
                </a:cubicBezTo>
                <a:cubicBezTo>
                  <a:pt x="28" y="474"/>
                  <a:pt x="28" y="474"/>
                  <a:pt x="28" y="474"/>
                </a:cubicBezTo>
                <a:cubicBezTo>
                  <a:pt x="14" y="474"/>
                  <a:pt x="0" y="459"/>
                  <a:pt x="0" y="445"/>
                </a:cubicBezTo>
                <a:cubicBezTo>
                  <a:pt x="0" y="410"/>
                  <a:pt x="0" y="410"/>
                  <a:pt x="0" y="410"/>
                </a:cubicBezTo>
                <a:cubicBezTo>
                  <a:pt x="0" y="360"/>
                  <a:pt x="0" y="360"/>
                  <a:pt x="0" y="360"/>
                </a:cubicBezTo>
                <a:cubicBezTo>
                  <a:pt x="0" y="325"/>
                  <a:pt x="0" y="325"/>
                  <a:pt x="0" y="325"/>
                </a:cubicBezTo>
                <a:cubicBezTo>
                  <a:pt x="0" y="276"/>
                  <a:pt x="0" y="276"/>
                  <a:pt x="0" y="276"/>
                </a:cubicBezTo>
                <a:cubicBezTo>
                  <a:pt x="0" y="240"/>
                  <a:pt x="0" y="240"/>
                  <a:pt x="0" y="240"/>
                </a:cubicBezTo>
                <a:cubicBezTo>
                  <a:pt x="0" y="141"/>
                  <a:pt x="0" y="141"/>
                  <a:pt x="0" y="141"/>
                </a:cubicBezTo>
                <a:cubicBezTo>
                  <a:pt x="608" y="141"/>
                  <a:pt x="608" y="141"/>
                  <a:pt x="608" y="141"/>
                </a:cubicBezTo>
                <a:cubicBezTo>
                  <a:pt x="608" y="240"/>
                  <a:pt x="608" y="240"/>
                  <a:pt x="608" y="240"/>
                </a:cubicBezTo>
                <a:cubicBezTo>
                  <a:pt x="608" y="276"/>
                  <a:pt x="608" y="276"/>
                  <a:pt x="608" y="276"/>
                </a:cubicBezTo>
                <a:cubicBezTo>
                  <a:pt x="608" y="325"/>
                  <a:pt x="608" y="325"/>
                  <a:pt x="608" y="325"/>
                </a:cubicBezTo>
                <a:cubicBezTo>
                  <a:pt x="608" y="360"/>
                  <a:pt x="608" y="360"/>
                  <a:pt x="608" y="360"/>
                </a:cubicBezTo>
                <a:cubicBezTo>
                  <a:pt x="608" y="367"/>
                  <a:pt x="608" y="367"/>
                  <a:pt x="608" y="367"/>
                </a:cubicBezTo>
                <a:cubicBezTo>
                  <a:pt x="594" y="360"/>
                  <a:pt x="587" y="360"/>
                  <a:pt x="579" y="360"/>
                </a:cubicBezTo>
                <a:close/>
                <a:moveTo>
                  <a:pt x="0" y="85"/>
                </a:moveTo>
                <a:lnTo>
                  <a:pt x="0" y="85"/>
                </a:lnTo>
                <a:cubicBezTo>
                  <a:pt x="0" y="71"/>
                  <a:pt x="0" y="71"/>
                  <a:pt x="0" y="71"/>
                </a:cubicBezTo>
                <a:cubicBezTo>
                  <a:pt x="0" y="28"/>
                  <a:pt x="0" y="28"/>
                  <a:pt x="0" y="28"/>
                </a:cubicBezTo>
                <a:cubicBezTo>
                  <a:pt x="0" y="14"/>
                  <a:pt x="14" y="0"/>
                  <a:pt x="28" y="0"/>
                </a:cubicBezTo>
                <a:cubicBezTo>
                  <a:pt x="71" y="0"/>
                  <a:pt x="71" y="0"/>
                  <a:pt x="71" y="0"/>
                </a:cubicBezTo>
                <a:cubicBezTo>
                  <a:pt x="85" y="0"/>
                  <a:pt x="85" y="0"/>
                  <a:pt x="85" y="0"/>
                </a:cubicBezTo>
                <a:cubicBezTo>
                  <a:pt x="113" y="0"/>
                  <a:pt x="113" y="0"/>
                  <a:pt x="113" y="0"/>
                </a:cubicBezTo>
                <a:cubicBezTo>
                  <a:pt x="169" y="0"/>
                  <a:pt x="169" y="0"/>
                  <a:pt x="169" y="0"/>
                </a:cubicBezTo>
                <a:cubicBezTo>
                  <a:pt x="226" y="56"/>
                  <a:pt x="226" y="56"/>
                  <a:pt x="226" y="56"/>
                </a:cubicBezTo>
                <a:cubicBezTo>
                  <a:pt x="579" y="56"/>
                  <a:pt x="579" y="56"/>
                  <a:pt x="579" y="56"/>
                </a:cubicBezTo>
                <a:cubicBezTo>
                  <a:pt x="594" y="56"/>
                  <a:pt x="608" y="71"/>
                  <a:pt x="608" y="85"/>
                </a:cubicBezTo>
                <a:cubicBezTo>
                  <a:pt x="608" y="113"/>
                  <a:pt x="608" y="113"/>
                  <a:pt x="608" y="113"/>
                </a:cubicBezTo>
                <a:cubicBezTo>
                  <a:pt x="0" y="113"/>
                  <a:pt x="0" y="113"/>
                  <a:pt x="0" y="113"/>
                </a:cubicBezTo>
                <a:lnTo>
                  <a:pt x="0" y="85"/>
                </a:lnTo>
                <a:close/>
                <a:moveTo>
                  <a:pt x="466" y="424"/>
                </a:moveTo>
                <a:lnTo>
                  <a:pt x="466" y="424"/>
                </a:lnTo>
                <a:cubicBezTo>
                  <a:pt x="473" y="424"/>
                  <a:pt x="480" y="431"/>
                  <a:pt x="480" y="438"/>
                </a:cubicBezTo>
                <a:cubicBezTo>
                  <a:pt x="502" y="452"/>
                  <a:pt x="502" y="452"/>
                  <a:pt x="502" y="452"/>
                </a:cubicBezTo>
                <a:cubicBezTo>
                  <a:pt x="558" y="396"/>
                  <a:pt x="558" y="396"/>
                  <a:pt x="558" y="396"/>
                </a:cubicBezTo>
                <a:cubicBezTo>
                  <a:pt x="565" y="389"/>
                  <a:pt x="572" y="389"/>
                  <a:pt x="579" y="389"/>
                </a:cubicBezTo>
                <a:cubicBezTo>
                  <a:pt x="594" y="389"/>
                  <a:pt x="608" y="403"/>
                  <a:pt x="608" y="417"/>
                </a:cubicBezTo>
                <a:cubicBezTo>
                  <a:pt x="608" y="424"/>
                  <a:pt x="601" y="431"/>
                  <a:pt x="594" y="438"/>
                </a:cubicBezTo>
                <a:cubicBezTo>
                  <a:pt x="523" y="509"/>
                  <a:pt x="523" y="509"/>
                  <a:pt x="523" y="509"/>
                </a:cubicBezTo>
                <a:cubicBezTo>
                  <a:pt x="516" y="516"/>
                  <a:pt x="509" y="523"/>
                  <a:pt x="502" y="523"/>
                </a:cubicBezTo>
                <a:cubicBezTo>
                  <a:pt x="495" y="523"/>
                  <a:pt x="488" y="516"/>
                  <a:pt x="480" y="509"/>
                </a:cubicBezTo>
                <a:cubicBezTo>
                  <a:pt x="445" y="474"/>
                  <a:pt x="445" y="474"/>
                  <a:pt x="445" y="474"/>
                </a:cubicBezTo>
                <a:cubicBezTo>
                  <a:pt x="438" y="467"/>
                  <a:pt x="438" y="459"/>
                  <a:pt x="438" y="452"/>
                </a:cubicBezTo>
                <a:cubicBezTo>
                  <a:pt x="438" y="438"/>
                  <a:pt x="445" y="424"/>
                  <a:pt x="466" y="42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13" name="Freeform 27">
            <a:extLst>
              <a:ext uri="{FF2B5EF4-FFF2-40B4-BE49-F238E27FC236}">
                <a16:creationId xmlns:a16="http://schemas.microsoft.com/office/drawing/2014/main" id="{0659B20D-6992-3FED-C695-C84953BC42D5}"/>
              </a:ext>
            </a:extLst>
          </p:cNvPr>
          <p:cNvSpPr>
            <a:spLocks noChangeArrowheads="1"/>
          </p:cNvSpPr>
          <p:nvPr/>
        </p:nvSpPr>
        <p:spPr bwMode="auto">
          <a:xfrm>
            <a:off x="9161194" y="3325960"/>
            <a:ext cx="549655" cy="437319"/>
          </a:xfrm>
          <a:custGeom>
            <a:avLst/>
            <a:gdLst>
              <a:gd name="T0" fmla="*/ 2147483646 w 602"/>
              <a:gd name="T1" fmla="*/ 2147483646 h 482"/>
              <a:gd name="T2" fmla="*/ 2147483646 w 602"/>
              <a:gd name="T3" fmla="*/ 2147483646 h 482"/>
              <a:gd name="T4" fmla="*/ 2147483646 w 602"/>
              <a:gd name="T5" fmla="*/ 2147483646 h 482"/>
              <a:gd name="T6" fmla="*/ 2147483646 w 602"/>
              <a:gd name="T7" fmla="*/ 2147483646 h 482"/>
              <a:gd name="T8" fmla="*/ 2147483646 w 602"/>
              <a:gd name="T9" fmla="*/ 2147483646 h 482"/>
              <a:gd name="T10" fmla="*/ 2147483646 w 602"/>
              <a:gd name="T11" fmla="*/ 2147483646 h 482"/>
              <a:gd name="T12" fmla="*/ 0 w 602"/>
              <a:gd name="T13" fmla="*/ 2147483646 h 482"/>
              <a:gd name="T14" fmla="*/ 0 w 602"/>
              <a:gd name="T15" fmla="*/ 2147483646 h 482"/>
              <a:gd name="T16" fmla="*/ 0 w 602"/>
              <a:gd name="T17" fmla="*/ 2147483646 h 482"/>
              <a:gd name="T18" fmla="*/ 0 w 602"/>
              <a:gd name="T19" fmla="*/ 2147483646 h 482"/>
              <a:gd name="T20" fmla="*/ 0 w 602"/>
              <a:gd name="T21" fmla="*/ 2147483646 h 482"/>
              <a:gd name="T22" fmla="*/ 0 w 602"/>
              <a:gd name="T23" fmla="*/ 2147483646 h 482"/>
              <a:gd name="T24" fmla="*/ 0 w 602"/>
              <a:gd name="T25" fmla="*/ 2147483646 h 482"/>
              <a:gd name="T26" fmla="*/ 2147483646 w 602"/>
              <a:gd name="T27" fmla="*/ 2147483646 h 482"/>
              <a:gd name="T28" fmla="*/ 2147483646 w 602"/>
              <a:gd name="T29" fmla="*/ 2147483646 h 482"/>
              <a:gd name="T30" fmla="*/ 2147483646 w 602"/>
              <a:gd name="T31" fmla="*/ 2147483646 h 482"/>
              <a:gd name="T32" fmla="*/ 2147483646 w 602"/>
              <a:gd name="T33" fmla="*/ 2147483646 h 482"/>
              <a:gd name="T34" fmla="*/ 2147483646 w 602"/>
              <a:gd name="T35" fmla="*/ 2147483646 h 482"/>
              <a:gd name="T36" fmla="*/ 2147483646 w 602"/>
              <a:gd name="T37" fmla="*/ 2147483646 h 482"/>
              <a:gd name="T38" fmla="*/ 2147483646 w 602"/>
              <a:gd name="T39" fmla="*/ 2147483646 h 482"/>
              <a:gd name="T40" fmla="*/ 2147483646 w 602"/>
              <a:gd name="T41" fmla="*/ 2147483646 h 482"/>
              <a:gd name="T42" fmla="*/ 0 w 602"/>
              <a:gd name="T43" fmla="*/ 2147483646 h 482"/>
              <a:gd name="T44" fmla="*/ 0 w 602"/>
              <a:gd name="T45" fmla="*/ 2147483646 h 482"/>
              <a:gd name="T46" fmla="*/ 0 w 602"/>
              <a:gd name="T47" fmla="*/ 2147483646 h 482"/>
              <a:gd name="T48" fmla="*/ 0 w 602"/>
              <a:gd name="T49" fmla="*/ 2147483646 h 482"/>
              <a:gd name="T50" fmla="*/ 2147483646 w 602"/>
              <a:gd name="T51" fmla="*/ 0 h 482"/>
              <a:gd name="T52" fmla="*/ 2147483646 w 602"/>
              <a:gd name="T53" fmla="*/ 0 h 482"/>
              <a:gd name="T54" fmla="*/ 2147483646 w 602"/>
              <a:gd name="T55" fmla="*/ 0 h 482"/>
              <a:gd name="T56" fmla="*/ 2147483646 w 602"/>
              <a:gd name="T57" fmla="*/ 0 h 482"/>
              <a:gd name="T58" fmla="*/ 2147483646 w 602"/>
              <a:gd name="T59" fmla="*/ 0 h 482"/>
              <a:gd name="T60" fmla="*/ 2147483646 w 602"/>
              <a:gd name="T61" fmla="*/ 2147483646 h 482"/>
              <a:gd name="T62" fmla="*/ 2147483646 w 602"/>
              <a:gd name="T63" fmla="*/ 2147483646 h 482"/>
              <a:gd name="T64" fmla="*/ 2147483646 w 602"/>
              <a:gd name="T65" fmla="*/ 2147483646 h 482"/>
              <a:gd name="T66" fmla="*/ 2147483646 w 602"/>
              <a:gd name="T67" fmla="*/ 2147483646 h 482"/>
              <a:gd name="T68" fmla="*/ 0 w 602"/>
              <a:gd name="T69" fmla="*/ 2147483646 h 482"/>
              <a:gd name="T70" fmla="*/ 0 w 602"/>
              <a:gd name="T71" fmla="*/ 2147483646 h 482"/>
              <a:gd name="T72" fmla="*/ 2147483646 w 602"/>
              <a:gd name="T73" fmla="*/ 2147483646 h 482"/>
              <a:gd name="T74" fmla="*/ 2147483646 w 602"/>
              <a:gd name="T75" fmla="*/ 2147483646 h 482"/>
              <a:gd name="T76" fmla="*/ 2147483646 w 602"/>
              <a:gd name="T77" fmla="*/ 2147483646 h 482"/>
              <a:gd name="T78" fmla="*/ 2147483646 w 602"/>
              <a:gd name="T79" fmla="*/ 2147483646 h 482"/>
              <a:gd name="T80" fmla="*/ 2147483646 w 602"/>
              <a:gd name="T81" fmla="*/ 2147483646 h 482"/>
              <a:gd name="T82" fmla="*/ 2147483646 w 602"/>
              <a:gd name="T83" fmla="*/ 2147483646 h 482"/>
              <a:gd name="T84" fmla="*/ 2147483646 w 602"/>
              <a:gd name="T85" fmla="*/ 2147483646 h 482"/>
              <a:gd name="T86" fmla="*/ 2147483646 w 602"/>
              <a:gd name="T87" fmla="*/ 2147483646 h 48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02" h="482">
                <a:moveTo>
                  <a:pt x="565" y="396"/>
                </a:moveTo>
                <a:lnTo>
                  <a:pt x="565" y="396"/>
                </a:lnTo>
                <a:cubicBezTo>
                  <a:pt x="452" y="396"/>
                  <a:pt x="452" y="396"/>
                  <a:pt x="452" y="396"/>
                </a:cubicBezTo>
                <a:cubicBezTo>
                  <a:pt x="424" y="396"/>
                  <a:pt x="396" y="424"/>
                  <a:pt x="396" y="452"/>
                </a:cubicBezTo>
                <a:cubicBezTo>
                  <a:pt x="396" y="459"/>
                  <a:pt x="396" y="467"/>
                  <a:pt x="396" y="474"/>
                </a:cubicBezTo>
                <a:cubicBezTo>
                  <a:pt x="28" y="474"/>
                  <a:pt x="28" y="474"/>
                  <a:pt x="28" y="474"/>
                </a:cubicBezTo>
                <a:cubicBezTo>
                  <a:pt x="14" y="474"/>
                  <a:pt x="0" y="459"/>
                  <a:pt x="0" y="445"/>
                </a:cubicBezTo>
                <a:cubicBezTo>
                  <a:pt x="0" y="410"/>
                  <a:pt x="0" y="410"/>
                  <a:pt x="0" y="410"/>
                </a:cubicBezTo>
                <a:cubicBezTo>
                  <a:pt x="0" y="360"/>
                  <a:pt x="0" y="360"/>
                  <a:pt x="0" y="360"/>
                </a:cubicBezTo>
                <a:cubicBezTo>
                  <a:pt x="0" y="325"/>
                  <a:pt x="0" y="325"/>
                  <a:pt x="0" y="325"/>
                </a:cubicBezTo>
                <a:cubicBezTo>
                  <a:pt x="0" y="276"/>
                  <a:pt x="0" y="276"/>
                  <a:pt x="0" y="276"/>
                </a:cubicBezTo>
                <a:cubicBezTo>
                  <a:pt x="0" y="240"/>
                  <a:pt x="0" y="240"/>
                  <a:pt x="0" y="240"/>
                </a:cubicBezTo>
                <a:cubicBezTo>
                  <a:pt x="0" y="141"/>
                  <a:pt x="0" y="141"/>
                  <a:pt x="0" y="141"/>
                </a:cubicBezTo>
                <a:cubicBezTo>
                  <a:pt x="601" y="141"/>
                  <a:pt x="601" y="141"/>
                  <a:pt x="601" y="141"/>
                </a:cubicBezTo>
                <a:cubicBezTo>
                  <a:pt x="601" y="240"/>
                  <a:pt x="601" y="240"/>
                  <a:pt x="601" y="240"/>
                </a:cubicBezTo>
                <a:cubicBezTo>
                  <a:pt x="601" y="276"/>
                  <a:pt x="601" y="276"/>
                  <a:pt x="601" y="276"/>
                </a:cubicBezTo>
                <a:cubicBezTo>
                  <a:pt x="601" y="325"/>
                  <a:pt x="601" y="325"/>
                  <a:pt x="601" y="325"/>
                </a:cubicBezTo>
                <a:cubicBezTo>
                  <a:pt x="601" y="360"/>
                  <a:pt x="601" y="360"/>
                  <a:pt x="601" y="360"/>
                </a:cubicBezTo>
                <a:cubicBezTo>
                  <a:pt x="601" y="410"/>
                  <a:pt x="601" y="410"/>
                  <a:pt x="601" y="410"/>
                </a:cubicBezTo>
                <a:cubicBezTo>
                  <a:pt x="594" y="403"/>
                  <a:pt x="579" y="396"/>
                  <a:pt x="565" y="396"/>
                </a:cubicBezTo>
                <a:close/>
                <a:moveTo>
                  <a:pt x="0" y="85"/>
                </a:moveTo>
                <a:lnTo>
                  <a:pt x="0" y="85"/>
                </a:lnTo>
                <a:cubicBezTo>
                  <a:pt x="0" y="71"/>
                  <a:pt x="0" y="71"/>
                  <a:pt x="0" y="71"/>
                </a:cubicBezTo>
                <a:cubicBezTo>
                  <a:pt x="0" y="28"/>
                  <a:pt x="0" y="28"/>
                  <a:pt x="0" y="28"/>
                </a:cubicBezTo>
                <a:cubicBezTo>
                  <a:pt x="0" y="14"/>
                  <a:pt x="14" y="0"/>
                  <a:pt x="28" y="0"/>
                </a:cubicBezTo>
                <a:cubicBezTo>
                  <a:pt x="63" y="0"/>
                  <a:pt x="63" y="0"/>
                  <a:pt x="63" y="0"/>
                </a:cubicBezTo>
                <a:cubicBezTo>
                  <a:pt x="85" y="0"/>
                  <a:pt x="85" y="0"/>
                  <a:pt x="85" y="0"/>
                </a:cubicBezTo>
                <a:cubicBezTo>
                  <a:pt x="113" y="0"/>
                  <a:pt x="113" y="0"/>
                  <a:pt x="113" y="0"/>
                </a:cubicBezTo>
                <a:cubicBezTo>
                  <a:pt x="169" y="0"/>
                  <a:pt x="169" y="0"/>
                  <a:pt x="169" y="0"/>
                </a:cubicBezTo>
                <a:cubicBezTo>
                  <a:pt x="226" y="56"/>
                  <a:pt x="226" y="56"/>
                  <a:pt x="226" y="56"/>
                </a:cubicBezTo>
                <a:cubicBezTo>
                  <a:pt x="572" y="56"/>
                  <a:pt x="572" y="56"/>
                  <a:pt x="572" y="56"/>
                </a:cubicBezTo>
                <a:cubicBezTo>
                  <a:pt x="594" y="56"/>
                  <a:pt x="601" y="71"/>
                  <a:pt x="601" y="85"/>
                </a:cubicBezTo>
                <a:cubicBezTo>
                  <a:pt x="601" y="113"/>
                  <a:pt x="601" y="113"/>
                  <a:pt x="601" y="113"/>
                </a:cubicBezTo>
                <a:cubicBezTo>
                  <a:pt x="0" y="113"/>
                  <a:pt x="0" y="113"/>
                  <a:pt x="0" y="113"/>
                </a:cubicBezTo>
                <a:lnTo>
                  <a:pt x="0" y="85"/>
                </a:lnTo>
                <a:close/>
                <a:moveTo>
                  <a:pt x="452" y="424"/>
                </a:moveTo>
                <a:lnTo>
                  <a:pt x="452" y="424"/>
                </a:lnTo>
                <a:cubicBezTo>
                  <a:pt x="565" y="424"/>
                  <a:pt x="565" y="424"/>
                  <a:pt x="565" y="424"/>
                </a:cubicBezTo>
                <a:cubicBezTo>
                  <a:pt x="579" y="424"/>
                  <a:pt x="594" y="438"/>
                  <a:pt x="594" y="452"/>
                </a:cubicBezTo>
                <a:cubicBezTo>
                  <a:pt x="594" y="474"/>
                  <a:pt x="579" y="481"/>
                  <a:pt x="565" y="481"/>
                </a:cubicBezTo>
                <a:cubicBezTo>
                  <a:pt x="452" y="481"/>
                  <a:pt x="452" y="481"/>
                  <a:pt x="452" y="481"/>
                </a:cubicBezTo>
                <a:cubicBezTo>
                  <a:pt x="438" y="481"/>
                  <a:pt x="424" y="474"/>
                  <a:pt x="424" y="452"/>
                </a:cubicBezTo>
                <a:cubicBezTo>
                  <a:pt x="424" y="438"/>
                  <a:pt x="438" y="424"/>
                  <a:pt x="452" y="42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14" name="Freeform 28">
            <a:extLst>
              <a:ext uri="{FF2B5EF4-FFF2-40B4-BE49-F238E27FC236}">
                <a16:creationId xmlns:a16="http://schemas.microsoft.com/office/drawing/2014/main" id="{2914B8C3-ED29-64D6-01EA-2ED25A3B7FD8}"/>
              </a:ext>
            </a:extLst>
          </p:cNvPr>
          <p:cNvSpPr>
            <a:spLocks noChangeArrowheads="1"/>
          </p:cNvSpPr>
          <p:nvPr/>
        </p:nvSpPr>
        <p:spPr bwMode="auto">
          <a:xfrm>
            <a:off x="8202303" y="3325960"/>
            <a:ext cx="545644" cy="489475"/>
          </a:xfrm>
          <a:custGeom>
            <a:avLst/>
            <a:gdLst>
              <a:gd name="T0" fmla="*/ 2147483646 w 601"/>
              <a:gd name="T1" fmla="*/ 2147483646 h 538"/>
              <a:gd name="T2" fmla="*/ 2147483646 w 601"/>
              <a:gd name="T3" fmla="*/ 2147483646 h 538"/>
              <a:gd name="T4" fmla="*/ 2147483646 w 601"/>
              <a:gd name="T5" fmla="*/ 2147483646 h 538"/>
              <a:gd name="T6" fmla="*/ 2147483646 w 601"/>
              <a:gd name="T7" fmla="*/ 2147483646 h 538"/>
              <a:gd name="T8" fmla="*/ 2147483646 w 601"/>
              <a:gd name="T9" fmla="*/ 2147483646 h 538"/>
              <a:gd name="T10" fmla="*/ 2147483646 w 601"/>
              <a:gd name="T11" fmla="*/ 2147483646 h 538"/>
              <a:gd name="T12" fmla="*/ 2147483646 w 601"/>
              <a:gd name="T13" fmla="*/ 2147483646 h 538"/>
              <a:gd name="T14" fmla="*/ 0 w 601"/>
              <a:gd name="T15" fmla="*/ 2147483646 h 538"/>
              <a:gd name="T16" fmla="*/ 0 w 601"/>
              <a:gd name="T17" fmla="*/ 2147483646 h 538"/>
              <a:gd name="T18" fmla="*/ 0 w 601"/>
              <a:gd name="T19" fmla="*/ 2147483646 h 538"/>
              <a:gd name="T20" fmla="*/ 0 w 601"/>
              <a:gd name="T21" fmla="*/ 2147483646 h 538"/>
              <a:gd name="T22" fmla="*/ 0 w 601"/>
              <a:gd name="T23" fmla="*/ 2147483646 h 538"/>
              <a:gd name="T24" fmla="*/ 0 w 601"/>
              <a:gd name="T25" fmla="*/ 2147483646 h 538"/>
              <a:gd name="T26" fmla="*/ 0 w 601"/>
              <a:gd name="T27" fmla="*/ 2147483646 h 538"/>
              <a:gd name="T28" fmla="*/ 2147483646 w 601"/>
              <a:gd name="T29" fmla="*/ 2147483646 h 538"/>
              <a:gd name="T30" fmla="*/ 2147483646 w 601"/>
              <a:gd name="T31" fmla="*/ 2147483646 h 538"/>
              <a:gd name="T32" fmla="*/ 2147483646 w 601"/>
              <a:gd name="T33" fmla="*/ 2147483646 h 538"/>
              <a:gd name="T34" fmla="*/ 2147483646 w 601"/>
              <a:gd name="T35" fmla="*/ 2147483646 h 538"/>
              <a:gd name="T36" fmla="*/ 2147483646 w 601"/>
              <a:gd name="T37" fmla="*/ 2147483646 h 538"/>
              <a:gd name="T38" fmla="*/ 2147483646 w 601"/>
              <a:gd name="T39" fmla="*/ 2147483646 h 538"/>
              <a:gd name="T40" fmla="*/ 2147483646 w 601"/>
              <a:gd name="T41" fmla="*/ 2147483646 h 538"/>
              <a:gd name="T42" fmla="*/ 2147483646 w 601"/>
              <a:gd name="T43" fmla="*/ 2147483646 h 538"/>
              <a:gd name="T44" fmla="*/ 0 w 601"/>
              <a:gd name="T45" fmla="*/ 2147483646 h 538"/>
              <a:gd name="T46" fmla="*/ 0 w 601"/>
              <a:gd name="T47" fmla="*/ 2147483646 h 538"/>
              <a:gd name="T48" fmla="*/ 0 w 601"/>
              <a:gd name="T49" fmla="*/ 2147483646 h 538"/>
              <a:gd name="T50" fmla="*/ 0 w 601"/>
              <a:gd name="T51" fmla="*/ 2147483646 h 538"/>
              <a:gd name="T52" fmla="*/ 2147483646 w 601"/>
              <a:gd name="T53" fmla="*/ 0 h 538"/>
              <a:gd name="T54" fmla="*/ 2147483646 w 601"/>
              <a:gd name="T55" fmla="*/ 0 h 538"/>
              <a:gd name="T56" fmla="*/ 2147483646 w 601"/>
              <a:gd name="T57" fmla="*/ 0 h 538"/>
              <a:gd name="T58" fmla="*/ 2147483646 w 601"/>
              <a:gd name="T59" fmla="*/ 0 h 538"/>
              <a:gd name="T60" fmla="*/ 2147483646 w 601"/>
              <a:gd name="T61" fmla="*/ 0 h 538"/>
              <a:gd name="T62" fmla="*/ 2147483646 w 601"/>
              <a:gd name="T63" fmla="*/ 2147483646 h 538"/>
              <a:gd name="T64" fmla="*/ 2147483646 w 601"/>
              <a:gd name="T65" fmla="*/ 2147483646 h 538"/>
              <a:gd name="T66" fmla="*/ 2147483646 w 601"/>
              <a:gd name="T67" fmla="*/ 2147483646 h 538"/>
              <a:gd name="T68" fmla="*/ 2147483646 w 601"/>
              <a:gd name="T69" fmla="*/ 2147483646 h 538"/>
              <a:gd name="T70" fmla="*/ 0 w 601"/>
              <a:gd name="T71" fmla="*/ 2147483646 h 538"/>
              <a:gd name="T72" fmla="*/ 0 w 601"/>
              <a:gd name="T73" fmla="*/ 2147483646 h 538"/>
              <a:gd name="T74" fmla="*/ 2147483646 w 601"/>
              <a:gd name="T75" fmla="*/ 2147483646 h 538"/>
              <a:gd name="T76" fmla="*/ 2147483646 w 601"/>
              <a:gd name="T77" fmla="*/ 2147483646 h 538"/>
              <a:gd name="T78" fmla="*/ 2147483646 w 601"/>
              <a:gd name="T79" fmla="*/ 2147483646 h 538"/>
              <a:gd name="T80" fmla="*/ 2147483646 w 601"/>
              <a:gd name="T81" fmla="*/ 2147483646 h 538"/>
              <a:gd name="T82" fmla="*/ 2147483646 w 601"/>
              <a:gd name="T83" fmla="*/ 2147483646 h 538"/>
              <a:gd name="T84" fmla="*/ 2147483646 w 601"/>
              <a:gd name="T85" fmla="*/ 2147483646 h 538"/>
              <a:gd name="T86" fmla="*/ 2147483646 w 601"/>
              <a:gd name="T87" fmla="*/ 2147483646 h 538"/>
              <a:gd name="T88" fmla="*/ 2147483646 w 601"/>
              <a:gd name="T89" fmla="*/ 2147483646 h 538"/>
              <a:gd name="T90" fmla="*/ 2147483646 w 601"/>
              <a:gd name="T91" fmla="*/ 2147483646 h 538"/>
              <a:gd name="T92" fmla="*/ 2147483646 w 601"/>
              <a:gd name="T93" fmla="*/ 2147483646 h 538"/>
              <a:gd name="T94" fmla="*/ 2147483646 w 601"/>
              <a:gd name="T95" fmla="*/ 2147483646 h 538"/>
              <a:gd name="T96" fmla="*/ 2147483646 w 601"/>
              <a:gd name="T97" fmla="*/ 2147483646 h 538"/>
              <a:gd name="T98" fmla="*/ 2147483646 w 601"/>
              <a:gd name="T99" fmla="*/ 2147483646 h 538"/>
              <a:gd name="T100" fmla="*/ 2147483646 w 601"/>
              <a:gd name="T101" fmla="*/ 2147483646 h 538"/>
              <a:gd name="T102" fmla="*/ 2147483646 w 601"/>
              <a:gd name="T103" fmla="*/ 2147483646 h 538"/>
              <a:gd name="T104" fmla="*/ 2147483646 w 601"/>
              <a:gd name="T105" fmla="*/ 2147483646 h 538"/>
              <a:gd name="T106" fmla="*/ 2147483646 w 601"/>
              <a:gd name="T107" fmla="*/ 2147483646 h 538"/>
              <a:gd name="T108" fmla="*/ 2147483646 w 601"/>
              <a:gd name="T109" fmla="*/ 2147483646 h 53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01" h="538">
                <a:moveTo>
                  <a:pt x="565" y="396"/>
                </a:moveTo>
                <a:lnTo>
                  <a:pt x="565" y="396"/>
                </a:lnTo>
                <a:cubicBezTo>
                  <a:pt x="565" y="367"/>
                  <a:pt x="537" y="339"/>
                  <a:pt x="509" y="339"/>
                </a:cubicBezTo>
                <a:cubicBezTo>
                  <a:pt x="473" y="339"/>
                  <a:pt x="452" y="367"/>
                  <a:pt x="452" y="396"/>
                </a:cubicBezTo>
                <a:cubicBezTo>
                  <a:pt x="417" y="396"/>
                  <a:pt x="396" y="424"/>
                  <a:pt x="396" y="452"/>
                </a:cubicBezTo>
                <a:cubicBezTo>
                  <a:pt x="396" y="459"/>
                  <a:pt x="396" y="467"/>
                  <a:pt x="396" y="474"/>
                </a:cubicBezTo>
                <a:cubicBezTo>
                  <a:pt x="28" y="474"/>
                  <a:pt x="28" y="474"/>
                  <a:pt x="28" y="474"/>
                </a:cubicBezTo>
                <a:cubicBezTo>
                  <a:pt x="7" y="474"/>
                  <a:pt x="0" y="459"/>
                  <a:pt x="0" y="445"/>
                </a:cubicBezTo>
                <a:cubicBezTo>
                  <a:pt x="0" y="410"/>
                  <a:pt x="0" y="410"/>
                  <a:pt x="0" y="410"/>
                </a:cubicBezTo>
                <a:cubicBezTo>
                  <a:pt x="0" y="360"/>
                  <a:pt x="0" y="360"/>
                  <a:pt x="0" y="360"/>
                </a:cubicBezTo>
                <a:cubicBezTo>
                  <a:pt x="0" y="325"/>
                  <a:pt x="0" y="325"/>
                  <a:pt x="0" y="325"/>
                </a:cubicBezTo>
                <a:cubicBezTo>
                  <a:pt x="0" y="276"/>
                  <a:pt x="0" y="276"/>
                  <a:pt x="0" y="276"/>
                </a:cubicBezTo>
                <a:cubicBezTo>
                  <a:pt x="0" y="240"/>
                  <a:pt x="0" y="240"/>
                  <a:pt x="0" y="240"/>
                </a:cubicBezTo>
                <a:cubicBezTo>
                  <a:pt x="0" y="141"/>
                  <a:pt x="0" y="141"/>
                  <a:pt x="0" y="141"/>
                </a:cubicBezTo>
                <a:cubicBezTo>
                  <a:pt x="600" y="141"/>
                  <a:pt x="600" y="141"/>
                  <a:pt x="600" y="141"/>
                </a:cubicBezTo>
                <a:cubicBezTo>
                  <a:pt x="600" y="240"/>
                  <a:pt x="600" y="240"/>
                  <a:pt x="600" y="240"/>
                </a:cubicBezTo>
                <a:cubicBezTo>
                  <a:pt x="600" y="276"/>
                  <a:pt x="600" y="276"/>
                  <a:pt x="600" y="276"/>
                </a:cubicBezTo>
                <a:cubicBezTo>
                  <a:pt x="600" y="325"/>
                  <a:pt x="600" y="325"/>
                  <a:pt x="600" y="325"/>
                </a:cubicBezTo>
                <a:cubicBezTo>
                  <a:pt x="600" y="360"/>
                  <a:pt x="600" y="360"/>
                  <a:pt x="600" y="360"/>
                </a:cubicBezTo>
                <a:cubicBezTo>
                  <a:pt x="600" y="410"/>
                  <a:pt x="600" y="410"/>
                  <a:pt x="600" y="410"/>
                </a:cubicBezTo>
                <a:cubicBezTo>
                  <a:pt x="593" y="403"/>
                  <a:pt x="579" y="396"/>
                  <a:pt x="565" y="396"/>
                </a:cubicBezTo>
                <a:close/>
                <a:moveTo>
                  <a:pt x="0" y="85"/>
                </a:moveTo>
                <a:lnTo>
                  <a:pt x="0" y="85"/>
                </a:lnTo>
                <a:cubicBezTo>
                  <a:pt x="0" y="71"/>
                  <a:pt x="0" y="71"/>
                  <a:pt x="0" y="71"/>
                </a:cubicBezTo>
                <a:cubicBezTo>
                  <a:pt x="0" y="28"/>
                  <a:pt x="0" y="28"/>
                  <a:pt x="0" y="28"/>
                </a:cubicBezTo>
                <a:cubicBezTo>
                  <a:pt x="0" y="14"/>
                  <a:pt x="7" y="0"/>
                  <a:pt x="28" y="0"/>
                </a:cubicBezTo>
                <a:cubicBezTo>
                  <a:pt x="63" y="0"/>
                  <a:pt x="63" y="0"/>
                  <a:pt x="63" y="0"/>
                </a:cubicBezTo>
                <a:cubicBezTo>
                  <a:pt x="85" y="0"/>
                  <a:pt x="85" y="0"/>
                  <a:pt x="85" y="0"/>
                </a:cubicBezTo>
                <a:cubicBezTo>
                  <a:pt x="113" y="0"/>
                  <a:pt x="113" y="0"/>
                  <a:pt x="113" y="0"/>
                </a:cubicBezTo>
                <a:cubicBezTo>
                  <a:pt x="169" y="0"/>
                  <a:pt x="169" y="0"/>
                  <a:pt x="169" y="0"/>
                </a:cubicBezTo>
                <a:cubicBezTo>
                  <a:pt x="226" y="56"/>
                  <a:pt x="226" y="56"/>
                  <a:pt x="226" y="56"/>
                </a:cubicBezTo>
                <a:cubicBezTo>
                  <a:pt x="572" y="56"/>
                  <a:pt x="572" y="56"/>
                  <a:pt x="572" y="56"/>
                </a:cubicBezTo>
                <a:cubicBezTo>
                  <a:pt x="586" y="56"/>
                  <a:pt x="600" y="71"/>
                  <a:pt x="600" y="85"/>
                </a:cubicBezTo>
                <a:cubicBezTo>
                  <a:pt x="600" y="113"/>
                  <a:pt x="600" y="113"/>
                  <a:pt x="600" y="113"/>
                </a:cubicBezTo>
                <a:cubicBezTo>
                  <a:pt x="0" y="113"/>
                  <a:pt x="0" y="113"/>
                  <a:pt x="0" y="113"/>
                </a:cubicBezTo>
                <a:lnTo>
                  <a:pt x="0" y="85"/>
                </a:lnTo>
                <a:close/>
                <a:moveTo>
                  <a:pt x="452" y="424"/>
                </a:moveTo>
                <a:lnTo>
                  <a:pt x="452" y="424"/>
                </a:lnTo>
                <a:cubicBezTo>
                  <a:pt x="480" y="424"/>
                  <a:pt x="480" y="424"/>
                  <a:pt x="480" y="424"/>
                </a:cubicBezTo>
                <a:cubicBezTo>
                  <a:pt x="480" y="396"/>
                  <a:pt x="480" y="396"/>
                  <a:pt x="480" y="396"/>
                </a:cubicBezTo>
                <a:cubicBezTo>
                  <a:pt x="480" y="382"/>
                  <a:pt x="487" y="367"/>
                  <a:pt x="509" y="367"/>
                </a:cubicBezTo>
                <a:cubicBezTo>
                  <a:pt x="523" y="367"/>
                  <a:pt x="537" y="382"/>
                  <a:pt x="537" y="396"/>
                </a:cubicBezTo>
                <a:cubicBezTo>
                  <a:pt x="537" y="424"/>
                  <a:pt x="537" y="424"/>
                  <a:pt x="537" y="424"/>
                </a:cubicBezTo>
                <a:cubicBezTo>
                  <a:pt x="565" y="424"/>
                  <a:pt x="565" y="424"/>
                  <a:pt x="565" y="424"/>
                </a:cubicBezTo>
                <a:cubicBezTo>
                  <a:pt x="579" y="424"/>
                  <a:pt x="593" y="438"/>
                  <a:pt x="593" y="452"/>
                </a:cubicBezTo>
                <a:cubicBezTo>
                  <a:pt x="593" y="474"/>
                  <a:pt x="579" y="481"/>
                  <a:pt x="565" y="481"/>
                </a:cubicBezTo>
                <a:cubicBezTo>
                  <a:pt x="537" y="481"/>
                  <a:pt x="537" y="481"/>
                  <a:pt x="537" y="481"/>
                </a:cubicBezTo>
                <a:cubicBezTo>
                  <a:pt x="537" y="509"/>
                  <a:pt x="537" y="509"/>
                  <a:pt x="537" y="509"/>
                </a:cubicBezTo>
                <a:cubicBezTo>
                  <a:pt x="537" y="530"/>
                  <a:pt x="523" y="537"/>
                  <a:pt x="509" y="537"/>
                </a:cubicBezTo>
                <a:cubicBezTo>
                  <a:pt x="487" y="537"/>
                  <a:pt x="480" y="530"/>
                  <a:pt x="480" y="509"/>
                </a:cubicBezTo>
                <a:cubicBezTo>
                  <a:pt x="480" y="481"/>
                  <a:pt x="480" y="481"/>
                  <a:pt x="480" y="481"/>
                </a:cubicBezTo>
                <a:cubicBezTo>
                  <a:pt x="452" y="481"/>
                  <a:pt x="452" y="481"/>
                  <a:pt x="452" y="481"/>
                </a:cubicBezTo>
                <a:cubicBezTo>
                  <a:pt x="431" y="481"/>
                  <a:pt x="424" y="474"/>
                  <a:pt x="424" y="452"/>
                </a:cubicBezTo>
                <a:cubicBezTo>
                  <a:pt x="424" y="438"/>
                  <a:pt x="431" y="424"/>
                  <a:pt x="452" y="42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15" name="Freeform 29">
            <a:extLst>
              <a:ext uri="{FF2B5EF4-FFF2-40B4-BE49-F238E27FC236}">
                <a16:creationId xmlns:a16="http://schemas.microsoft.com/office/drawing/2014/main" id="{866C9332-6B61-45D3-0A00-8858EE1A1165}"/>
              </a:ext>
            </a:extLst>
          </p:cNvPr>
          <p:cNvSpPr>
            <a:spLocks noChangeArrowheads="1"/>
          </p:cNvSpPr>
          <p:nvPr/>
        </p:nvSpPr>
        <p:spPr bwMode="auto">
          <a:xfrm>
            <a:off x="7239402" y="3325960"/>
            <a:ext cx="553668" cy="433306"/>
          </a:xfrm>
          <a:custGeom>
            <a:avLst/>
            <a:gdLst>
              <a:gd name="T0" fmla="*/ 2147483646 w 608"/>
              <a:gd name="T1" fmla="*/ 2147483646 h 475"/>
              <a:gd name="T2" fmla="*/ 2147483646 w 608"/>
              <a:gd name="T3" fmla="*/ 2147483646 h 475"/>
              <a:gd name="T4" fmla="*/ 2147483646 w 608"/>
              <a:gd name="T5" fmla="*/ 2147483646 h 475"/>
              <a:gd name="T6" fmla="*/ 0 w 608"/>
              <a:gd name="T7" fmla="*/ 2147483646 h 475"/>
              <a:gd name="T8" fmla="*/ 0 w 608"/>
              <a:gd name="T9" fmla="*/ 2147483646 h 475"/>
              <a:gd name="T10" fmla="*/ 0 w 608"/>
              <a:gd name="T11" fmla="*/ 2147483646 h 475"/>
              <a:gd name="T12" fmla="*/ 0 w 608"/>
              <a:gd name="T13" fmla="*/ 2147483646 h 475"/>
              <a:gd name="T14" fmla="*/ 0 w 608"/>
              <a:gd name="T15" fmla="*/ 2147483646 h 475"/>
              <a:gd name="T16" fmla="*/ 0 w 608"/>
              <a:gd name="T17" fmla="*/ 2147483646 h 475"/>
              <a:gd name="T18" fmla="*/ 0 w 608"/>
              <a:gd name="T19" fmla="*/ 2147483646 h 475"/>
              <a:gd name="T20" fmla="*/ 2147483646 w 608"/>
              <a:gd name="T21" fmla="*/ 2147483646 h 475"/>
              <a:gd name="T22" fmla="*/ 2147483646 w 608"/>
              <a:gd name="T23" fmla="*/ 2147483646 h 475"/>
              <a:gd name="T24" fmla="*/ 2147483646 w 608"/>
              <a:gd name="T25" fmla="*/ 2147483646 h 475"/>
              <a:gd name="T26" fmla="*/ 2147483646 w 608"/>
              <a:gd name="T27" fmla="*/ 2147483646 h 475"/>
              <a:gd name="T28" fmla="*/ 2147483646 w 608"/>
              <a:gd name="T29" fmla="*/ 2147483646 h 475"/>
              <a:gd name="T30" fmla="*/ 2147483646 w 608"/>
              <a:gd name="T31" fmla="*/ 2147483646 h 475"/>
              <a:gd name="T32" fmla="*/ 2147483646 w 608"/>
              <a:gd name="T33" fmla="*/ 2147483646 h 475"/>
              <a:gd name="T34" fmla="*/ 2147483646 w 608"/>
              <a:gd name="T35" fmla="*/ 2147483646 h 475"/>
              <a:gd name="T36" fmla="*/ 0 w 608"/>
              <a:gd name="T37" fmla="*/ 2147483646 h 475"/>
              <a:gd name="T38" fmla="*/ 0 w 608"/>
              <a:gd name="T39" fmla="*/ 2147483646 h 475"/>
              <a:gd name="T40" fmla="*/ 0 w 608"/>
              <a:gd name="T41" fmla="*/ 2147483646 h 475"/>
              <a:gd name="T42" fmla="*/ 0 w 608"/>
              <a:gd name="T43" fmla="*/ 2147483646 h 475"/>
              <a:gd name="T44" fmla="*/ 2147483646 w 608"/>
              <a:gd name="T45" fmla="*/ 0 h 475"/>
              <a:gd name="T46" fmla="*/ 2147483646 w 608"/>
              <a:gd name="T47" fmla="*/ 0 h 475"/>
              <a:gd name="T48" fmla="*/ 2147483646 w 608"/>
              <a:gd name="T49" fmla="*/ 0 h 475"/>
              <a:gd name="T50" fmla="*/ 2147483646 w 608"/>
              <a:gd name="T51" fmla="*/ 0 h 475"/>
              <a:gd name="T52" fmla="*/ 2147483646 w 608"/>
              <a:gd name="T53" fmla="*/ 0 h 475"/>
              <a:gd name="T54" fmla="*/ 2147483646 w 608"/>
              <a:gd name="T55" fmla="*/ 2147483646 h 475"/>
              <a:gd name="T56" fmla="*/ 2147483646 w 608"/>
              <a:gd name="T57" fmla="*/ 2147483646 h 475"/>
              <a:gd name="T58" fmla="*/ 2147483646 w 608"/>
              <a:gd name="T59" fmla="*/ 2147483646 h 475"/>
              <a:gd name="T60" fmla="*/ 2147483646 w 608"/>
              <a:gd name="T61" fmla="*/ 2147483646 h 475"/>
              <a:gd name="T62" fmla="*/ 0 w 608"/>
              <a:gd name="T63" fmla="*/ 2147483646 h 475"/>
              <a:gd name="T64" fmla="*/ 0 w 608"/>
              <a:gd name="T65" fmla="*/ 2147483646 h 4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608" h="475">
                <a:moveTo>
                  <a:pt x="579" y="474"/>
                </a:moveTo>
                <a:lnTo>
                  <a:pt x="579" y="474"/>
                </a:lnTo>
                <a:cubicBezTo>
                  <a:pt x="28" y="474"/>
                  <a:pt x="28" y="474"/>
                  <a:pt x="28" y="474"/>
                </a:cubicBezTo>
                <a:cubicBezTo>
                  <a:pt x="14" y="474"/>
                  <a:pt x="0" y="459"/>
                  <a:pt x="0" y="445"/>
                </a:cubicBezTo>
                <a:cubicBezTo>
                  <a:pt x="0" y="410"/>
                  <a:pt x="0" y="410"/>
                  <a:pt x="0" y="410"/>
                </a:cubicBezTo>
                <a:cubicBezTo>
                  <a:pt x="0" y="360"/>
                  <a:pt x="0" y="360"/>
                  <a:pt x="0" y="360"/>
                </a:cubicBezTo>
                <a:cubicBezTo>
                  <a:pt x="0" y="325"/>
                  <a:pt x="0" y="325"/>
                  <a:pt x="0" y="325"/>
                </a:cubicBezTo>
                <a:cubicBezTo>
                  <a:pt x="0" y="276"/>
                  <a:pt x="0" y="276"/>
                  <a:pt x="0" y="276"/>
                </a:cubicBezTo>
                <a:cubicBezTo>
                  <a:pt x="0" y="240"/>
                  <a:pt x="0" y="240"/>
                  <a:pt x="0" y="240"/>
                </a:cubicBezTo>
                <a:cubicBezTo>
                  <a:pt x="0" y="141"/>
                  <a:pt x="0" y="141"/>
                  <a:pt x="0" y="141"/>
                </a:cubicBezTo>
                <a:cubicBezTo>
                  <a:pt x="607" y="141"/>
                  <a:pt x="607" y="141"/>
                  <a:pt x="607" y="141"/>
                </a:cubicBezTo>
                <a:cubicBezTo>
                  <a:pt x="607" y="240"/>
                  <a:pt x="607" y="240"/>
                  <a:pt x="607" y="240"/>
                </a:cubicBezTo>
                <a:cubicBezTo>
                  <a:pt x="607" y="276"/>
                  <a:pt x="607" y="276"/>
                  <a:pt x="607" y="276"/>
                </a:cubicBezTo>
                <a:cubicBezTo>
                  <a:pt x="607" y="325"/>
                  <a:pt x="607" y="325"/>
                  <a:pt x="607" y="325"/>
                </a:cubicBezTo>
                <a:cubicBezTo>
                  <a:pt x="607" y="360"/>
                  <a:pt x="607" y="360"/>
                  <a:pt x="607" y="360"/>
                </a:cubicBezTo>
                <a:cubicBezTo>
                  <a:pt x="607" y="410"/>
                  <a:pt x="607" y="410"/>
                  <a:pt x="607" y="410"/>
                </a:cubicBezTo>
                <a:cubicBezTo>
                  <a:pt x="607" y="445"/>
                  <a:pt x="607" y="445"/>
                  <a:pt x="607" y="445"/>
                </a:cubicBezTo>
                <a:cubicBezTo>
                  <a:pt x="607" y="459"/>
                  <a:pt x="593" y="474"/>
                  <a:pt x="579" y="474"/>
                </a:cubicBezTo>
                <a:close/>
                <a:moveTo>
                  <a:pt x="0" y="85"/>
                </a:moveTo>
                <a:lnTo>
                  <a:pt x="0" y="85"/>
                </a:lnTo>
                <a:cubicBezTo>
                  <a:pt x="0" y="71"/>
                  <a:pt x="0" y="71"/>
                  <a:pt x="0" y="71"/>
                </a:cubicBezTo>
                <a:cubicBezTo>
                  <a:pt x="0" y="28"/>
                  <a:pt x="0" y="28"/>
                  <a:pt x="0" y="28"/>
                </a:cubicBezTo>
                <a:cubicBezTo>
                  <a:pt x="0" y="14"/>
                  <a:pt x="14" y="0"/>
                  <a:pt x="28" y="0"/>
                </a:cubicBezTo>
                <a:cubicBezTo>
                  <a:pt x="70" y="0"/>
                  <a:pt x="70" y="0"/>
                  <a:pt x="70" y="0"/>
                </a:cubicBezTo>
                <a:cubicBezTo>
                  <a:pt x="84" y="0"/>
                  <a:pt x="84" y="0"/>
                  <a:pt x="84" y="0"/>
                </a:cubicBezTo>
                <a:cubicBezTo>
                  <a:pt x="113" y="0"/>
                  <a:pt x="113" y="0"/>
                  <a:pt x="113" y="0"/>
                </a:cubicBezTo>
                <a:cubicBezTo>
                  <a:pt x="169" y="0"/>
                  <a:pt x="169" y="0"/>
                  <a:pt x="169" y="0"/>
                </a:cubicBezTo>
                <a:cubicBezTo>
                  <a:pt x="226" y="56"/>
                  <a:pt x="226" y="56"/>
                  <a:pt x="226" y="56"/>
                </a:cubicBezTo>
                <a:cubicBezTo>
                  <a:pt x="579" y="56"/>
                  <a:pt x="579" y="56"/>
                  <a:pt x="579" y="56"/>
                </a:cubicBezTo>
                <a:cubicBezTo>
                  <a:pt x="593" y="56"/>
                  <a:pt x="607" y="71"/>
                  <a:pt x="607" y="85"/>
                </a:cubicBezTo>
                <a:cubicBezTo>
                  <a:pt x="607" y="113"/>
                  <a:pt x="607" y="113"/>
                  <a:pt x="607" y="113"/>
                </a:cubicBezTo>
                <a:cubicBezTo>
                  <a:pt x="0" y="113"/>
                  <a:pt x="0" y="113"/>
                  <a:pt x="0" y="113"/>
                </a:cubicBezTo>
                <a:lnTo>
                  <a:pt x="0" y="8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16" name="Freeform 30">
            <a:extLst>
              <a:ext uri="{FF2B5EF4-FFF2-40B4-BE49-F238E27FC236}">
                <a16:creationId xmlns:a16="http://schemas.microsoft.com/office/drawing/2014/main" id="{9CCE5966-C090-A66C-D7BC-26BAFC26201B}"/>
              </a:ext>
            </a:extLst>
          </p:cNvPr>
          <p:cNvSpPr>
            <a:spLocks noChangeArrowheads="1"/>
          </p:cNvSpPr>
          <p:nvPr/>
        </p:nvSpPr>
        <p:spPr bwMode="auto">
          <a:xfrm>
            <a:off x="6280514" y="3265780"/>
            <a:ext cx="545644" cy="549655"/>
          </a:xfrm>
          <a:custGeom>
            <a:avLst/>
            <a:gdLst>
              <a:gd name="T0" fmla="*/ 2147483646 w 601"/>
              <a:gd name="T1" fmla="*/ 2147483646 h 602"/>
              <a:gd name="T2" fmla="*/ 2147483646 w 601"/>
              <a:gd name="T3" fmla="*/ 2147483646 h 602"/>
              <a:gd name="T4" fmla="*/ 0 w 601"/>
              <a:gd name="T5" fmla="*/ 2147483646 h 602"/>
              <a:gd name="T6" fmla="*/ 2147483646 w 601"/>
              <a:gd name="T7" fmla="*/ 0 h 602"/>
              <a:gd name="T8" fmla="*/ 2147483646 w 601"/>
              <a:gd name="T9" fmla="*/ 2147483646 h 602"/>
              <a:gd name="T10" fmla="*/ 2147483646 w 601"/>
              <a:gd name="T11" fmla="*/ 2147483646 h 602"/>
              <a:gd name="T12" fmla="*/ 2147483646 w 601"/>
              <a:gd name="T13" fmla="*/ 2147483646 h 602"/>
              <a:gd name="T14" fmla="*/ 2147483646 w 601"/>
              <a:gd name="T15" fmla="*/ 2147483646 h 602"/>
              <a:gd name="T16" fmla="*/ 2147483646 w 601"/>
              <a:gd name="T17" fmla="*/ 2147483646 h 602"/>
              <a:gd name="T18" fmla="*/ 2147483646 w 601"/>
              <a:gd name="T19" fmla="*/ 2147483646 h 602"/>
              <a:gd name="T20" fmla="*/ 2147483646 w 601"/>
              <a:gd name="T21" fmla="*/ 2147483646 h 602"/>
              <a:gd name="T22" fmla="*/ 2147483646 w 601"/>
              <a:gd name="T23" fmla="*/ 2147483646 h 602"/>
              <a:gd name="T24" fmla="*/ 2147483646 w 601"/>
              <a:gd name="T25" fmla="*/ 2147483646 h 602"/>
              <a:gd name="T26" fmla="*/ 2147483646 w 601"/>
              <a:gd name="T27" fmla="*/ 2147483646 h 602"/>
              <a:gd name="T28" fmla="*/ 2147483646 w 601"/>
              <a:gd name="T29" fmla="*/ 2147483646 h 602"/>
              <a:gd name="T30" fmla="*/ 2147483646 w 601"/>
              <a:gd name="T31" fmla="*/ 2147483646 h 602"/>
              <a:gd name="T32" fmla="*/ 2147483646 w 601"/>
              <a:gd name="T33" fmla="*/ 2147483646 h 602"/>
              <a:gd name="T34" fmla="*/ 2147483646 w 601"/>
              <a:gd name="T35" fmla="*/ 2147483646 h 602"/>
              <a:gd name="T36" fmla="*/ 2147483646 w 601"/>
              <a:gd name="T37" fmla="*/ 2147483646 h 602"/>
              <a:gd name="T38" fmla="*/ 2147483646 w 601"/>
              <a:gd name="T39" fmla="*/ 2147483646 h 602"/>
              <a:gd name="T40" fmla="*/ 2147483646 w 601"/>
              <a:gd name="T41" fmla="*/ 2147483646 h 602"/>
              <a:gd name="T42" fmla="*/ 2147483646 w 601"/>
              <a:gd name="T43" fmla="*/ 2147483646 h 602"/>
              <a:gd name="T44" fmla="*/ 2147483646 w 601"/>
              <a:gd name="T45" fmla="*/ 2147483646 h 602"/>
              <a:gd name="T46" fmla="*/ 2147483646 w 601"/>
              <a:gd name="T47" fmla="*/ 2147483646 h 602"/>
              <a:gd name="T48" fmla="*/ 2147483646 w 601"/>
              <a:gd name="T49" fmla="*/ 2147483646 h 602"/>
              <a:gd name="T50" fmla="*/ 2147483646 w 601"/>
              <a:gd name="T51" fmla="*/ 2147483646 h 602"/>
              <a:gd name="T52" fmla="*/ 2147483646 w 601"/>
              <a:gd name="T53" fmla="*/ 2147483646 h 602"/>
              <a:gd name="T54" fmla="*/ 2147483646 w 601"/>
              <a:gd name="T55" fmla="*/ 2147483646 h 602"/>
              <a:gd name="T56" fmla="*/ 2147483646 w 601"/>
              <a:gd name="T57" fmla="*/ 2147483646 h 602"/>
              <a:gd name="T58" fmla="*/ 2147483646 w 601"/>
              <a:gd name="T59" fmla="*/ 2147483646 h 602"/>
              <a:gd name="T60" fmla="*/ 2147483646 w 601"/>
              <a:gd name="T61" fmla="*/ 2147483646 h 602"/>
              <a:gd name="T62" fmla="*/ 2147483646 w 601"/>
              <a:gd name="T63" fmla="*/ 2147483646 h 602"/>
              <a:gd name="T64" fmla="*/ 2147483646 w 601"/>
              <a:gd name="T65" fmla="*/ 2147483646 h 602"/>
              <a:gd name="T66" fmla="*/ 2147483646 w 601"/>
              <a:gd name="T67" fmla="*/ 2147483646 h 602"/>
              <a:gd name="T68" fmla="*/ 2147483646 w 601"/>
              <a:gd name="T69" fmla="*/ 2147483646 h 60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601" h="602">
                <a:moveTo>
                  <a:pt x="304" y="601"/>
                </a:moveTo>
                <a:lnTo>
                  <a:pt x="304" y="601"/>
                </a:lnTo>
                <a:cubicBezTo>
                  <a:pt x="134" y="601"/>
                  <a:pt x="0" y="467"/>
                  <a:pt x="0" y="304"/>
                </a:cubicBezTo>
                <a:cubicBezTo>
                  <a:pt x="0" y="135"/>
                  <a:pt x="134" y="0"/>
                  <a:pt x="304" y="0"/>
                </a:cubicBezTo>
                <a:cubicBezTo>
                  <a:pt x="466" y="0"/>
                  <a:pt x="600" y="135"/>
                  <a:pt x="600" y="304"/>
                </a:cubicBezTo>
                <a:cubicBezTo>
                  <a:pt x="600" y="467"/>
                  <a:pt x="466" y="601"/>
                  <a:pt x="304" y="601"/>
                </a:cubicBezTo>
                <a:close/>
                <a:moveTo>
                  <a:pt x="304" y="57"/>
                </a:moveTo>
                <a:lnTo>
                  <a:pt x="304" y="57"/>
                </a:lnTo>
                <a:cubicBezTo>
                  <a:pt x="169" y="57"/>
                  <a:pt x="56" y="170"/>
                  <a:pt x="56" y="304"/>
                </a:cubicBezTo>
                <a:cubicBezTo>
                  <a:pt x="56" y="439"/>
                  <a:pt x="169" y="545"/>
                  <a:pt x="304" y="545"/>
                </a:cubicBezTo>
                <a:cubicBezTo>
                  <a:pt x="438" y="545"/>
                  <a:pt x="544" y="439"/>
                  <a:pt x="544" y="304"/>
                </a:cubicBezTo>
                <a:cubicBezTo>
                  <a:pt x="544" y="170"/>
                  <a:pt x="438" y="57"/>
                  <a:pt x="304" y="57"/>
                </a:cubicBezTo>
                <a:close/>
                <a:moveTo>
                  <a:pt x="395" y="368"/>
                </a:moveTo>
                <a:lnTo>
                  <a:pt x="395" y="368"/>
                </a:lnTo>
                <a:cubicBezTo>
                  <a:pt x="395" y="382"/>
                  <a:pt x="381" y="396"/>
                  <a:pt x="367" y="396"/>
                </a:cubicBezTo>
                <a:cubicBezTo>
                  <a:pt x="353" y="396"/>
                  <a:pt x="339" y="382"/>
                  <a:pt x="339" y="368"/>
                </a:cubicBezTo>
                <a:cubicBezTo>
                  <a:pt x="339" y="326"/>
                  <a:pt x="339" y="326"/>
                  <a:pt x="339" y="326"/>
                </a:cubicBezTo>
                <a:cubicBezTo>
                  <a:pt x="254" y="389"/>
                  <a:pt x="254" y="389"/>
                  <a:pt x="254" y="389"/>
                </a:cubicBezTo>
                <a:cubicBezTo>
                  <a:pt x="247" y="396"/>
                  <a:pt x="240" y="396"/>
                  <a:pt x="233" y="396"/>
                </a:cubicBezTo>
                <a:cubicBezTo>
                  <a:pt x="219" y="396"/>
                  <a:pt x="204" y="382"/>
                  <a:pt x="204" y="368"/>
                </a:cubicBezTo>
                <a:cubicBezTo>
                  <a:pt x="204" y="234"/>
                  <a:pt x="204" y="234"/>
                  <a:pt x="204" y="234"/>
                </a:cubicBezTo>
                <a:cubicBezTo>
                  <a:pt x="204" y="220"/>
                  <a:pt x="219" y="205"/>
                  <a:pt x="233" y="205"/>
                </a:cubicBezTo>
                <a:cubicBezTo>
                  <a:pt x="240" y="205"/>
                  <a:pt x="247" y="213"/>
                  <a:pt x="254" y="213"/>
                </a:cubicBezTo>
                <a:cubicBezTo>
                  <a:pt x="339" y="276"/>
                  <a:pt x="339" y="276"/>
                  <a:pt x="339" y="276"/>
                </a:cubicBezTo>
                <a:cubicBezTo>
                  <a:pt x="339" y="234"/>
                  <a:pt x="339" y="234"/>
                  <a:pt x="339" y="234"/>
                </a:cubicBezTo>
                <a:cubicBezTo>
                  <a:pt x="339" y="220"/>
                  <a:pt x="353" y="205"/>
                  <a:pt x="367" y="205"/>
                </a:cubicBezTo>
                <a:cubicBezTo>
                  <a:pt x="381" y="205"/>
                  <a:pt x="395" y="220"/>
                  <a:pt x="395" y="234"/>
                </a:cubicBezTo>
                <a:cubicBezTo>
                  <a:pt x="395" y="368"/>
                  <a:pt x="395" y="368"/>
                  <a:pt x="395" y="36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17" name="Freeform 31">
            <a:extLst>
              <a:ext uri="{FF2B5EF4-FFF2-40B4-BE49-F238E27FC236}">
                <a16:creationId xmlns:a16="http://schemas.microsoft.com/office/drawing/2014/main" id="{D9581495-E5B8-45AA-16E1-48D09D591753}"/>
              </a:ext>
            </a:extLst>
          </p:cNvPr>
          <p:cNvSpPr>
            <a:spLocks noChangeArrowheads="1"/>
          </p:cNvSpPr>
          <p:nvPr/>
        </p:nvSpPr>
        <p:spPr bwMode="auto">
          <a:xfrm>
            <a:off x="5321624" y="3265780"/>
            <a:ext cx="545644" cy="549655"/>
          </a:xfrm>
          <a:custGeom>
            <a:avLst/>
            <a:gdLst>
              <a:gd name="T0" fmla="*/ 2147483646 w 601"/>
              <a:gd name="T1" fmla="*/ 2147483646 h 602"/>
              <a:gd name="T2" fmla="*/ 2147483646 w 601"/>
              <a:gd name="T3" fmla="*/ 2147483646 h 602"/>
              <a:gd name="T4" fmla="*/ 0 w 601"/>
              <a:gd name="T5" fmla="*/ 2147483646 h 602"/>
              <a:gd name="T6" fmla="*/ 2147483646 w 601"/>
              <a:gd name="T7" fmla="*/ 0 h 602"/>
              <a:gd name="T8" fmla="*/ 2147483646 w 601"/>
              <a:gd name="T9" fmla="*/ 2147483646 h 602"/>
              <a:gd name="T10" fmla="*/ 2147483646 w 601"/>
              <a:gd name="T11" fmla="*/ 2147483646 h 602"/>
              <a:gd name="T12" fmla="*/ 2147483646 w 601"/>
              <a:gd name="T13" fmla="*/ 2147483646 h 602"/>
              <a:gd name="T14" fmla="*/ 2147483646 w 601"/>
              <a:gd name="T15" fmla="*/ 2147483646 h 602"/>
              <a:gd name="T16" fmla="*/ 2147483646 w 601"/>
              <a:gd name="T17" fmla="*/ 2147483646 h 602"/>
              <a:gd name="T18" fmla="*/ 2147483646 w 601"/>
              <a:gd name="T19" fmla="*/ 2147483646 h 602"/>
              <a:gd name="T20" fmla="*/ 2147483646 w 601"/>
              <a:gd name="T21" fmla="*/ 2147483646 h 602"/>
              <a:gd name="T22" fmla="*/ 2147483646 w 601"/>
              <a:gd name="T23" fmla="*/ 2147483646 h 602"/>
              <a:gd name="T24" fmla="*/ 2147483646 w 601"/>
              <a:gd name="T25" fmla="*/ 2147483646 h 602"/>
              <a:gd name="T26" fmla="*/ 2147483646 w 601"/>
              <a:gd name="T27" fmla="*/ 2147483646 h 602"/>
              <a:gd name="T28" fmla="*/ 2147483646 w 601"/>
              <a:gd name="T29" fmla="*/ 2147483646 h 602"/>
              <a:gd name="T30" fmla="*/ 2147483646 w 601"/>
              <a:gd name="T31" fmla="*/ 2147483646 h 602"/>
              <a:gd name="T32" fmla="*/ 2147483646 w 601"/>
              <a:gd name="T33" fmla="*/ 2147483646 h 602"/>
              <a:gd name="T34" fmla="*/ 2147483646 w 601"/>
              <a:gd name="T35" fmla="*/ 2147483646 h 602"/>
              <a:gd name="T36" fmla="*/ 2147483646 w 601"/>
              <a:gd name="T37" fmla="*/ 2147483646 h 602"/>
              <a:gd name="T38" fmla="*/ 2147483646 w 601"/>
              <a:gd name="T39" fmla="*/ 2147483646 h 602"/>
              <a:gd name="T40" fmla="*/ 2147483646 w 601"/>
              <a:gd name="T41" fmla="*/ 2147483646 h 602"/>
              <a:gd name="T42" fmla="*/ 2147483646 w 601"/>
              <a:gd name="T43" fmla="*/ 2147483646 h 602"/>
              <a:gd name="T44" fmla="*/ 2147483646 w 601"/>
              <a:gd name="T45" fmla="*/ 2147483646 h 602"/>
              <a:gd name="T46" fmla="*/ 2147483646 w 601"/>
              <a:gd name="T47" fmla="*/ 2147483646 h 602"/>
              <a:gd name="T48" fmla="*/ 2147483646 w 601"/>
              <a:gd name="T49" fmla="*/ 2147483646 h 602"/>
              <a:gd name="T50" fmla="*/ 2147483646 w 601"/>
              <a:gd name="T51" fmla="*/ 2147483646 h 602"/>
              <a:gd name="T52" fmla="*/ 2147483646 w 601"/>
              <a:gd name="T53" fmla="*/ 2147483646 h 602"/>
              <a:gd name="T54" fmla="*/ 2147483646 w 601"/>
              <a:gd name="T55" fmla="*/ 2147483646 h 602"/>
              <a:gd name="T56" fmla="*/ 2147483646 w 601"/>
              <a:gd name="T57" fmla="*/ 2147483646 h 602"/>
              <a:gd name="T58" fmla="*/ 2147483646 w 601"/>
              <a:gd name="T59" fmla="*/ 2147483646 h 602"/>
              <a:gd name="T60" fmla="*/ 2147483646 w 601"/>
              <a:gd name="T61" fmla="*/ 2147483646 h 602"/>
              <a:gd name="T62" fmla="*/ 2147483646 w 601"/>
              <a:gd name="T63" fmla="*/ 2147483646 h 602"/>
              <a:gd name="T64" fmla="*/ 2147483646 w 601"/>
              <a:gd name="T65" fmla="*/ 2147483646 h 602"/>
              <a:gd name="T66" fmla="*/ 2147483646 w 601"/>
              <a:gd name="T67" fmla="*/ 2147483646 h 602"/>
              <a:gd name="T68" fmla="*/ 2147483646 w 601"/>
              <a:gd name="T69" fmla="*/ 2147483646 h 60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601" h="602">
                <a:moveTo>
                  <a:pt x="296" y="601"/>
                </a:moveTo>
                <a:lnTo>
                  <a:pt x="296" y="601"/>
                </a:lnTo>
                <a:cubicBezTo>
                  <a:pt x="134" y="601"/>
                  <a:pt x="0" y="467"/>
                  <a:pt x="0" y="304"/>
                </a:cubicBezTo>
                <a:cubicBezTo>
                  <a:pt x="0" y="135"/>
                  <a:pt x="134" y="0"/>
                  <a:pt x="296" y="0"/>
                </a:cubicBezTo>
                <a:cubicBezTo>
                  <a:pt x="466" y="0"/>
                  <a:pt x="600" y="135"/>
                  <a:pt x="600" y="304"/>
                </a:cubicBezTo>
                <a:cubicBezTo>
                  <a:pt x="600" y="467"/>
                  <a:pt x="466" y="601"/>
                  <a:pt x="296" y="601"/>
                </a:cubicBezTo>
                <a:close/>
                <a:moveTo>
                  <a:pt x="296" y="57"/>
                </a:moveTo>
                <a:lnTo>
                  <a:pt x="296" y="57"/>
                </a:lnTo>
                <a:cubicBezTo>
                  <a:pt x="162" y="57"/>
                  <a:pt x="56" y="170"/>
                  <a:pt x="56" y="304"/>
                </a:cubicBezTo>
                <a:cubicBezTo>
                  <a:pt x="56" y="439"/>
                  <a:pt x="162" y="545"/>
                  <a:pt x="296" y="545"/>
                </a:cubicBezTo>
                <a:cubicBezTo>
                  <a:pt x="431" y="545"/>
                  <a:pt x="544" y="439"/>
                  <a:pt x="544" y="304"/>
                </a:cubicBezTo>
                <a:cubicBezTo>
                  <a:pt x="544" y="170"/>
                  <a:pt x="431" y="57"/>
                  <a:pt x="296" y="57"/>
                </a:cubicBezTo>
                <a:close/>
                <a:moveTo>
                  <a:pt x="395" y="368"/>
                </a:moveTo>
                <a:lnTo>
                  <a:pt x="395" y="368"/>
                </a:lnTo>
                <a:cubicBezTo>
                  <a:pt x="395" y="382"/>
                  <a:pt x="381" y="396"/>
                  <a:pt x="367" y="396"/>
                </a:cubicBezTo>
                <a:cubicBezTo>
                  <a:pt x="360" y="396"/>
                  <a:pt x="353" y="396"/>
                  <a:pt x="346" y="389"/>
                </a:cubicBezTo>
                <a:cubicBezTo>
                  <a:pt x="261" y="326"/>
                  <a:pt x="261" y="326"/>
                  <a:pt x="261" y="326"/>
                </a:cubicBezTo>
                <a:cubicBezTo>
                  <a:pt x="261" y="368"/>
                  <a:pt x="261" y="368"/>
                  <a:pt x="261" y="368"/>
                </a:cubicBezTo>
                <a:cubicBezTo>
                  <a:pt x="261" y="382"/>
                  <a:pt x="247" y="396"/>
                  <a:pt x="233" y="396"/>
                </a:cubicBezTo>
                <a:cubicBezTo>
                  <a:pt x="219" y="396"/>
                  <a:pt x="204" y="382"/>
                  <a:pt x="204" y="368"/>
                </a:cubicBezTo>
                <a:cubicBezTo>
                  <a:pt x="204" y="234"/>
                  <a:pt x="204" y="234"/>
                  <a:pt x="204" y="234"/>
                </a:cubicBezTo>
                <a:cubicBezTo>
                  <a:pt x="204" y="220"/>
                  <a:pt x="219" y="205"/>
                  <a:pt x="233" y="205"/>
                </a:cubicBezTo>
                <a:cubicBezTo>
                  <a:pt x="247" y="205"/>
                  <a:pt x="261" y="220"/>
                  <a:pt x="261" y="234"/>
                </a:cubicBezTo>
                <a:cubicBezTo>
                  <a:pt x="261" y="276"/>
                  <a:pt x="261" y="276"/>
                  <a:pt x="261" y="276"/>
                </a:cubicBezTo>
                <a:cubicBezTo>
                  <a:pt x="346" y="213"/>
                  <a:pt x="346" y="213"/>
                  <a:pt x="346" y="213"/>
                </a:cubicBezTo>
                <a:cubicBezTo>
                  <a:pt x="353" y="213"/>
                  <a:pt x="360" y="205"/>
                  <a:pt x="367" y="205"/>
                </a:cubicBezTo>
                <a:cubicBezTo>
                  <a:pt x="381" y="205"/>
                  <a:pt x="395" y="220"/>
                  <a:pt x="395" y="234"/>
                </a:cubicBezTo>
                <a:cubicBezTo>
                  <a:pt x="395" y="368"/>
                  <a:pt x="395" y="368"/>
                  <a:pt x="395" y="36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18" name="Freeform 32">
            <a:extLst>
              <a:ext uri="{FF2B5EF4-FFF2-40B4-BE49-F238E27FC236}">
                <a16:creationId xmlns:a16="http://schemas.microsoft.com/office/drawing/2014/main" id="{88151D75-8580-59F1-FBC9-DE5CDFE7F418}"/>
              </a:ext>
            </a:extLst>
          </p:cNvPr>
          <p:cNvSpPr>
            <a:spLocks noChangeArrowheads="1"/>
          </p:cNvSpPr>
          <p:nvPr/>
        </p:nvSpPr>
        <p:spPr bwMode="auto">
          <a:xfrm>
            <a:off x="4358722" y="3265780"/>
            <a:ext cx="553668" cy="549655"/>
          </a:xfrm>
          <a:custGeom>
            <a:avLst/>
            <a:gdLst>
              <a:gd name="T0" fmla="*/ 2147483646 w 609"/>
              <a:gd name="T1" fmla="*/ 2147483646 h 602"/>
              <a:gd name="T2" fmla="*/ 2147483646 w 609"/>
              <a:gd name="T3" fmla="*/ 2147483646 h 602"/>
              <a:gd name="T4" fmla="*/ 0 w 609"/>
              <a:gd name="T5" fmla="*/ 2147483646 h 602"/>
              <a:gd name="T6" fmla="*/ 2147483646 w 609"/>
              <a:gd name="T7" fmla="*/ 0 h 602"/>
              <a:gd name="T8" fmla="*/ 2147483646 w 609"/>
              <a:gd name="T9" fmla="*/ 2147483646 h 602"/>
              <a:gd name="T10" fmla="*/ 2147483646 w 609"/>
              <a:gd name="T11" fmla="*/ 2147483646 h 602"/>
              <a:gd name="T12" fmla="*/ 2147483646 w 609"/>
              <a:gd name="T13" fmla="*/ 2147483646 h 602"/>
              <a:gd name="T14" fmla="*/ 2147483646 w 609"/>
              <a:gd name="T15" fmla="*/ 2147483646 h 602"/>
              <a:gd name="T16" fmla="*/ 2147483646 w 609"/>
              <a:gd name="T17" fmla="*/ 2147483646 h 602"/>
              <a:gd name="T18" fmla="*/ 2147483646 w 609"/>
              <a:gd name="T19" fmla="*/ 2147483646 h 602"/>
              <a:gd name="T20" fmla="*/ 2147483646 w 609"/>
              <a:gd name="T21" fmla="*/ 2147483646 h 602"/>
              <a:gd name="T22" fmla="*/ 2147483646 w 609"/>
              <a:gd name="T23" fmla="*/ 2147483646 h 602"/>
              <a:gd name="T24" fmla="*/ 2147483646 w 609"/>
              <a:gd name="T25" fmla="*/ 2147483646 h 602"/>
              <a:gd name="T26" fmla="*/ 2147483646 w 609"/>
              <a:gd name="T27" fmla="*/ 2147483646 h 602"/>
              <a:gd name="T28" fmla="*/ 2147483646 w 609"/>
              <a:gd name="T29" fmla="*/ 2147483646 h 602"/>
              <a:gd name="T30" fmla="*/ 2147483646 w 609"/>
              <a:gd name="T31" fmla="*/ 2147483646 h 602"/>
              <a:gd name="T32" fmla="*/ 2147483646 w 609"/>
              <a:gd name="T33" fmla="*/ 2147483646 h 602"/>
              <a:gd name="T34" fmla="*/ 2147483646 w 609"/>
              <a:gd name="T35" fmla="*/ 2147483646 h 602"/>
              <a:gd name="T36" fmla="*/ 2147483646 w 609"/>
              <a:gd name="T37" fmla="*/ 2147483646 h 602"/>
              <a:gd name="T38" fmla="*/ 2147483646 w 609"/>
              <a:gd name="T39" fmla="*/ 2147483646 h 602"/>
              <a:gd name="T40" fmla="*/ 2147483646 w 609"/>
              <a:gd name="T41" fmla="*/ 2147483646 h 602"/>
              <a:gd name="T42" fmla="*/ 2147483646 w 609"/>
              <a:gd name="T43" fmla="*/ 2147483646 h 602"/>
              <a:gd name="T44" fmla="*/ 2147483646 w 609"/>
              <a:gd name="T45" fmla="*/ 2147483646 h 602"/>
              <a:gd name="T46" fmla="*/ 2147483646 w 609"/>
              <a:gd name="T47" fmla="*/ 2147483646 h 602"/>
              <a:gd name="T48" fmla="*/ 2147483646 w 609"/>
              <a:gd name="T49" fmla="*/ 2147483646 h 602"/>
              <a:gd name="T50" fmla="*/ 2147483646 w 609"/>
              <a:gd name="T51" fmla="*/ 2147483646 h 602"/>
              <a:gd name="T52" fmla="*/ 2147483646 w 609"/>
              <a:gd name="T53" fmla="*/ 2147483646 h 602"/>
              <a:gd name="T54" fmla="*/ 2147483646 w 609"/>
              <a:gd name="T55" fmla="*/ 2147483646 h 602"/>
              <a:gd name="T56" fmla="*/ 2147483646 w 609"/>
              <a:gd name="T57" fmla="*/ 2147483646 h 602"/>
              <a:gd name="T58" fmla="*/ 2147483646 w 609"/>
              <a:gd name="T59" fmla="*/ 2147483646 h 602"/>
              <a:gd name="T60" fmla="*/ 2147483646 w 609"/>
              <a:gd name="T61" fmla="*/ 2147483646 h 602"/>
              <a:gd name="T62" fmla="*/ 2147483646 w 609"/>
              <a:gd name="T63" fmla="*/ 2147483646 h 602"/>
              <a:gd name="T64" fmla="*/ 2147483646 w 609"/>
              <a:gd name="T65" fmla="*/ 2147483646 h 602"/>
              <a:gd name="T66" fmla="*/ 2147483646 w 609"/>
              <a:gd name="T67" fmla="*/ 2147483646 h 602"/>
              <a:gd name="T68" fmla="*/ 2147483646 w 609"/>
              <a:gd name="T69" fmla="*/ 2147483646 h 602"/>
              <a:gd name="T70" fmla="*/ 2147483646 w 609"/>
              <a:gd name="T71" fmla="*/ 2147483646 h 602"/>
              <a:gd name="T72" fmla="*/ 2147483646 w 609"/>
              <a:gd name="T73" fmla="*/ 2147483646 h 60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609" h="602">
                <a:moveTo>
                  <a:pt x="304" y="601"/>
                </a:moveTo>
                <a:lnTo>
                  <a:pt x="304" y="601"/>
                </a:lnTo>
                <a:cubicBezTo>
                  <a:pt x="135" y="601"/>
                  <a:pt x="0" y="467"/>
                  <a:pt x="0" y="304"/>
                </a:cubicBezTo>
                <a:cubicBezTo>
                  <a:pt x="0" y="135"/>
                  <a:pt x="135" y="0"/>
                  <a:pt x="304" y="0"/>
                </a:cubicBezTo>
                <a:cubicBezTo>
                  <a:pt x="474" y="0"/>
                  <a:pt x="608" y="135"/>
                  <a:pt x="608" y="304"/>
                </a:cubicBezTo>
                <a:cubicBezTo>
                  <a:pt x="608" y="467"/>
                  <a:pt x="474" y="601"/>
                  <a:pt x="304" y="601"/>
                </a:cubicBezTo>
                <a:close/>
                <a:moveTo>
                  <a:pt x="304" y="57"/>
                </a:moveTo>
                <a:lnTo>
                  <a:pt x="304" y="57"/>
                </a:lnTo>
                <a:cubicBezTo>
                  <a:pt x="170" y="57"/>
                  <a:pt x="57" y="170"/>
                  <a:pt x="57" y="304"/>
                </a:cubicBezTo>
                <a:cubicBezTo>
                  <a:pt x="57" y="439"/>
                  <a:pt x="170" y="545"/>
                  <a:pt x="304" y="545"/>
                </a:cubicBezTo>
                <a:cubicBezTo>
                  <a:pt x="439" y="545"/>
                  <a:pt x="552" y="439"/>
                  <a:pt x="552" y="304"/>
                </a:cubicBezTo>
                <a:cubicBezTo>
                  <a:pt x="552" y="170"/>
                  <a:pt x="439" y="57"/>
                  <a:pt x="304" y="57"/>
                </a:cubicBezTo>
                <a:close/>
                <a:moveTo>
                  <a:pt x="432" y="326"/>
                </a:moveTo>
                <a:lnTo>
                  <a:pt x="432" y="326"/>
                </a:lnTo>
                <a:cubicBezTo>
                  <a:pt x="340" y="389"/>
                  <a:pt x="340" y="389"/>
                  <a:pt x="340" y="389"/>
                </a:cubicBezTo>
                <a:cubicBezTo>
                  <a:pt x="333" y="396"/>
                  <a:pt x="333" y="396"/>
                  <a:pt x="326" y="396"/>
                </a:cubicBezTo>
                <a:cubicBezTo>
                  <a:pt x="304" y="396"/>
                  <a:pt x="297" y="382"/>
                  <a:pt x="297" y="368"/>
                </a:cubicBezTo>
                <a:cubicBezTo>
                  <a:pt x="297" y="333"/>
                  <a:pt x="297" y="333"/>
                  <a:pt x="297" y="333"/>
                </a:cubicBezTo>
                <a:cubicBezTo>
                  <a:pt x="205" y="389"/>
                  <a:pt x="205" y="389"/>
                  <a:pt x="205" y="389"/>
                </a:cubicBezTo>
                <a:cubicBezTo>
                  <a:pt x="205" y="396"/>
                  <a:pt x="198" y="396"/>
                  <a:pt x="191" y="396"/>
                </a:cubicBezTo>
                <a:cubicBezTo>
                  <a:pt x="177" y="396"/>
                  <a:pt x="163" y="382"/>
                  <a:pt x="163" y="368"/>
                </a:cubicBezTo>
                <a:cubicBezTo>
                  <a:pt x="163" y="234"/>
                  <a:pt x="163" y="234"/>
                  <a:pt x="163" y="234"/>
                </a:cubicBezTo>
                <a:cubicBezTo>
                  <a:pt x="163" y="220"/>
                  <a:pt x="177" y="205"/>
                  <a:pt x="191" y="205"/>
                </a:cubicBezTo>
                <a:cubicBezTo>
                  <a:pt x="198" y="205"/>
                  <a:pt x="205" y="213"/>
                  <a:pt x="205" y="213"/>
                </a:cubicBezTo>
                <a:cubicBezTo>
                  <a:pt x="297" y="276"/>
                  <a:pt x="297" y="276"/>
                  <a:pt x="297" y="276"/>
                </a:cubicBezTo>
                <a:cubicBezTo>
                  <a:pt x="297" y="234"/>
                  <a:pt x="297" y="234"/>
                  <a:pt x="297" y="234"/>
                </a:cubicBezTo>
                <a:cubicBezTo>
                  <a:pt x="297" y="220"/>
                  <a:pt x="304" y="205"/>
                  <a:pt x="326" y="205"/>
                </a:cubicBezTo>
                <a:cubicBezTo>
                  <a:pt x="333" y="205"/>
                  <a:pt x="333" y="213"/>
                  <a:pt x="340" y="213"/>
                </a:cubicBezTo>
                <a:cubicBezTo>
                  <a:pt x="432" y="276"/>
                  <a:pt x="432" y="276"/>
                  <a:pt x="432" y="276"/>
                </a:cubicBezTo>
                <a:cubicBezTo>
                  <a:pt x="439" y="283"/>
                  <a:pt x="446" y="290"/>
                  <a:pt x="446" y="304"/>
                </a:cubicBezTo>
                <a:cubicBezTo>
                  <a:pt x="446" y="311"/>
                  <a:pt x="439" y="318"/>
                  <a:pt x="432" y="326"/>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19" name="Freeform 33">
            <a:extLst>
              <a:ext uri="{FF2B5EF4-FFF2-40B4-BE49-F238E27FC236}">
                <a16:creationId xmlns:a16="http://schemas.microsoft.com/office/drawing/2014/main" id="{52A57B43-68FD-79CA-871A-D929EFDD39F5}"/>
              </a:ext>
            </a:extLst>
          </p:cNvPr>
          <p:cNvSpPr>
            <a:spLocks noChangeArrowheads="1"/>
          </p:cNvSpPr>
          <p:nvPr/>
        </p:nvSpPr>
        <p:spPr bwMode="auto">
          <a:xfrm>
            <a:off x="3399835" y="3265780"/>
            <a:ext cx="549655" cy="549655"/>
          </a:xfrm>
          <a:custGeom>
            <a:avLst/>
            <a:gdLst>
              <a:gd name="T0" fmla="*/ 2147483646 w 602"/>
              <a:gd name="T1" fmla="*/ 2147483646 h 602"/>
              <a:gd name="T2" fmla="*/ 2147483646 w 602"/>
              <a:gd name="T3" fmla="*/ 2147483646 h 602"/>
              <a:gd name="T4" fmla="*/ 2147483646 w 602"/>
              <a:gd name="T5" fmla="*/ 2147483646 h 602"/>
              <a:gd name="T6" fmla="*/ 2147483646 w 602"/>
              <a:gd name="T7" fmla="*/ 0 h 602"/>
              <a:gd name="T8" fmla="*/ 0 w 602"/>
              <a:gd name="T9" fmla="*/ 2147483646 h 602"/>
              <a:gd name="T10" fmla="*/ 2147483646 w 602"/>
              <a:gd name="T11" fmla="*/ 2147483646 h 602"/>
              <a:gd name="T12" fmla="*/ 2147483646 w 602"/>
              <a:gd name="T13" fmla="*/ 2147483646 h 602"/>
              <a:gd name="T14" fmla="*/ 2147483646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2147483646 w 602"/>
              <a:gd name="T25" fmla="*/ 2147483646 h 602"/>
              <a:gd name="T26" fmla="*/ 2147483646 w 602"/>
              <a:gd name="T27" fmla="*/ 2147483646 h 602"/>
              <a:gd name="T28" fmla="*/ 2147483646 w 602"/>
              <a:gd name="T29" fmla="*/ 2147483646 h 602"/>
              <a:gd name="T30" fmla="*/ 2147483646 w 602"/>
              <a:gd name="T31" fmla="*/ 2147483646 h 602"/>
              <a:gd name="T32" fmla="*/ 2147483646 w 602"/>
              <a:gd name="T33" fmla="*/ 2147483646 h 602"/>
              <a:gd name="T34" fmla="*/ 2147483646 w 602"/>
              <a:gd name="T35" fmla="*/ 2147483646 h 602"/>
              <a:gd name="T36" fmla="*/ 2147483646 w 602"/>
              <a:gd name="T37" fmla="*/ 2147483646 h 602"/>
              <a:gd name="T38" fmla="*/ 2147483646 w 602"/>
              <a:gd name="T39" fmla="*/ 2147483646 h 602"/>
              <a:gd name="T40" fmla="*/ 2147483646 w 602"/>
              <a:gd name="T41" fmla="*/ 2147483646 h 602"/>
              <a:gd name="T42" fmla="*/ 2147483646 w 602"/>
              <a:gd name="T43" fmla="*/ 2147483646 h 602"/>
              <a:gd name="T44" fmla="*/ 2147483646 w 602"/>
              <a:gd name="T45" fmla="*/ 2147483646 h 602"/>
              <a:gd name="T46" fmla="*/ 2147483646 w 602"/>
              <a:gd name="T47" fmla="*/ 2147483646 h 602"/>
              <a:gd name="T48" fmla="*/ 2147483646 w 602"/>
              <a:gd name="T49" fmla="*/ 2147483646 h 602"/>
              <a:gd name="T50" fmla="*/ 2147483646 w 602"/>
              <a:gd name="T51" fmla="*/ 2147483646 h 602"/>
              <a:gd name="T52" fmla="*/ 2147483646 w 602"/>
              <a:gd name="T53" fmla="*/ 2147483646 h 602"/>
              <a:gd name="T54" fmla="*/ 2147483646 w 602"/>
              <a:gd name="T55" fmla="*/ 2147483646 h 602"/>
              <a:gd name="T56" fmla="*/ 2147483646 w 602"/>
              <a:gd name="T57" fmla="*/ 2147483646 h 602"/>
              <a:gd name="T58" fmla="*/ 2147483646 w 602"/>
              <a:gd name="T59" fmla="*/ 2147483646 h 602"/>
              <a:gd name="T60" fmla="*/ 2147483646 w 602"/>
              <a:gd name="T61" fmla="*/ 2147483646 h 602"/>
              <a:gd name="T62" fmla="*/ 2147483646 w 602"/>
              <a:gd name="T63" fmla="*/ 2147483646 h 602"/>
              <a:gd name="T64" fmla="*/ 2147483646 w 602"/>
              <a:gd name="T65" fmla="*/ 2147483646 h 602"/>
              <a:gd name="T66" fmla="*/ 2147483646 w 602"/>
              <a:gd name="T67" fmla="*/ 2147483646 h 602"/>
              <a:gd name="T68" fmla="*/ 2147483646 w 602"/>
              <a:gd name="T69" fmla="*/ 2147483646 h 602"/>
              <a:gd name="T70" fmla="*/ 2147483646 w 602"/>
              <a:gd name="T71" fmla="*/ 2147483646 h 602"/>
              <a:gd name="T72" fmla="*/ 2147483646 w 602"/>
              <a:gd name="T73" fmla="*/ 2147483646 h 60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602" h="602">
                <a:moveTo>
                  <a:pt x="304" y="601"/>
                </a:moveTo>
                <a:lnTo>
                  <a:pt x="304" y="601"/>
                </a:lnTo>
                <a:cubicBezTo>
                  <a:pt x="467" y="601"/>
                  <a:pt x="601" y="467"/>
                  <a:pt x="601" y="304"/>
                </a:cubicBezTo>
                <a:cubicBezTo>
                  <a:pt x="601" y="135"/>
                  <a:pt x="467" y="0"/>
                  <a:pt x="304" y="0"/>
                </a:cubicBezTo>
                <a:cubicBezTo>
                  <a:pt x="135" y="0"/>
                  <a:pt x="0" y="135"/>
                  <a:pt x="0" y="304"/>
                </a:cubicBezTo>
                <a:cubicBezTo>
                  <a:pt x="0" y="467"/>
                  <a:pt x="135" y="601"/>
                  <a:pt x="304" y="601"/>
                </a:cubicBezTo>
                <a:close/>
                <a:moveTo>
                  <a:pt x="304" y="57"/>
                </a:moveTo>
                <a:lnTo>
                  <a:pt x="304" y="57"/>
                </a:lnTo>
                <a:cubicBezTo>
                  <a:pt x="439" y="57"/>
                  <a:pt x="544" y="170"/>
                  <a:pt x="544" y="304"/>
                </a:cubicBezTo>
                <a:cubicBezTo>
                  <a:pt x="544" y="439"/>
                  <a:pt x="439" y="545"/>
                  <a:pt x="304" y="545"/>
                </a:cubicBezTo>
                <a:cubicBezTo>
                  <a:pt x="170" y="545"/>
                  <a:pt x="57" y="439"/>
                  <a:pt x="57" y="304"/>
                </a:cubicBezTo>
                <a:cubicBezTo>
                  <a:pt x="57" y="170"/>
                  <a:pt x="170" y="57"/>
                  <a:pt x="304" y="57"/>
                </a:cubicBezTo>
                <a:close/>
                <a:moveTo>
                  <a:pt x="177" y="326"/>
                </a:moveTo>
                <a:lnTo>
                  <a:pt x="177" y="326"/>
                </a:lnTo>
                <a:cubicBezTo>
                  <a:pt x="269" y="389"/>
                  <a:pt x="269" y="389"/>
                  <a:pt x="269" y="389"/>
                </a:cubicBezTo>
                <a:cubicBezTo>
                  <a:pt x="269" y="396"/>
                  <a:pt x="276" y="396"/>
                  <a:pt x="283" y="396"/>
                </a:cubicBezTo>
                <a:cubicBezTo>
                  <a:pt x="297" y="396"/>
                  <a:pt x="311" y="382"/>
                  <a:pt x="311" y="368"/>
                </a:cubicBezTo>
                <a:cubicBezTo>
                  <a:pt x="311" y="333"/>
                  <a:pt x="311" y="333"/>
                  <a:pt x="311" y="333"/>
                </a:cubicBezTo>
                <a:cubicBezTo>
                  <a:pt x="396" y="389"/>
                  <a:pt x="396" y="389"/>
                  <a:pt x="396" y="389"/>
                </a:cubicBezTo>
                <a:cubicBezTo>
                  <a:pt x="403" y="396"/>
                  <a:pt x="410" y="396"/>
                  <a:pt x="417" y="396"/>
                </a:cubicBezTo>
                <a:cubicBezTo>
                  <a:pt x="431" y="396"/>
                  <a:pt x="446" y="382"/>
                  <a:pt x="446" y="368"/>
                </a:cubicBezTo>
                <a:cubicBezTo>
                  <a:pt x="446" y="234"/>
                  <a:pt x="446" y="234"/>
                  <a:pt x="446" y="234"/>
                </a:cubicBezTo>
                <a:cubicBezTo>
                  <a:pt x="446" y="220"/>
                  <a:pt x="431" y="205"/>
                  <a:pt x="417" y="205"/>
                </a:cubicBezTo>
                <a:cubicBezTo>
                  <a:pt x="410" y="205"/>
                  <a:pt x="403" y="213"/>
                  <a:pt x="396" y="213"/>
                </a:cubicBezTo>
                <a:cubicBezTo>
                  <a:pt x="311" y="276"/>
                  <a:pt x="311" y="276"/>
                  <a:pt x="311" y="276"/>
                </a:cubicBezTo>
                <a:cubicBezTo>
                  <a:pt x="311" y="234"/>
                  <a:pt x="311" y="234"/>
                  <a:pt x="311" y="234"/>
                </a:cubicBezTo>
                <a:cubicBezTo>
                  <a:pt x="311" y="220"/>
                  <a:pt x="297" y="205"/>
                  <a:pt x="283" y="205"/>
                </a:cubicBezTo>
                <a:cubicBezTo>
                  <a:pt x="276" y="205"/>
                  <a:pt x="269" y="213"/>
                  <a:pt x="269" y="213"/>
                </a:cubicBezTo>
                <a:cubicBezTo>
                  <a:pt x="177" y="276"/>
                  <a:pt x="177" y="276"/>
                  <a:pt x="177" y="276"/>
                </a:cubicBezTo>
                <a:cubicBezTo>
                  <a:pt x="163" y="283"/>
                  <a:pt x="163" y="290"/>
                  <a:pt x="163" y="304"/>
                </a:cubicBezTo>
                <a:cubicBezTo>
                  <a:pt x="163" y="311"/>
                  <a:pt x="163" y="318"/>
                  <a:pt x="177" y="326"/>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20" name="Freeform 34">
            <a:extLst>
              <a:ext uri="{FF2B5EF4-FFF2-40B4-BE49-F238E27FC236}">
                <a16:creationId xmlns:a16="http://schemas.microsoft.com/office/drawing/2014/main" id="{A62053B7-7EC7-668B-CDF5-6FFA92529605}"/>
              </a:ext>
            </a:extLst>
          </p:cNvPr>
          <p:cNvSpPr>
            <a:spLocks noChangeArrowheads="1"/>
          </p:cNvSpPr>
          <p:nvPr/>
        </p:nvSpPr>
        <p:spPr bwMode="auto">
          <a:xfrm>
            <a:off x="2440944" y="3265780"/>
            <a:ext cx="549657" cy="549655"/>
          </a:xfrm>
          <a:custGeom>
            <a:avLst/>
            <a:gdLst>
              <a:gd name="T0" fmla="*/ 2147483646 w 602"/>
              <a:gd name="T1" fmla="*/ 2147483646 h 602"/>
              <a:gd name="T2" fmla="*/ 2147483646 w 602"/>
              <a:gd name="T3" fmla="*/ 2147483646 h 602"/>
              <a:gd name="T4" fmla="*/ 0 w 602"/>
              <a:gd name="T5" fmla="*/ 2147483646 h 602"/>
              <a:gd name="T6" fmla="*/ 2147483646 w 602"/>
              <a:gd name="T7" fmla="*/ 0 h 602"/>
              <a:gd name="T8" fmla="*/ 2147483646 w 602"/>
              <a:gd name="T9" fmla="*/ 2147483646 h 602"/>
              <a:gd name="T10" fmla="*/ 2147483646 w 602"/>
              <a:gd name="T11" fmla="*/ 2147483646 h 602"/>
              <a:gd name="T12" fmla="*/ 2147483646 w 602"/>
              <a:gd name="T13" fmla="*/ 2147483646 h 602"/>
              <a:gd name="T14" fmla="*/ 2147483646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2147483646 w 602"/>
              <a:gd name="T25" fmla="*/ 2147483646 h 602"/>
              <a:gd name="T26" fmla="*/ 2147483646 w 602"/>
              <a:gd name="T27" fmla="*/ 2147483646 h 602"/>
              <a:gd name="T28" fmla="*/ 2147483646 w 602"/>
              <a:gd name="T29" fmla="*/ 2147483646 h 602"/>
              <a:gd name="T30" fmla="*/ 2147483646 w 602"/>
              <a:gd name="T31" fmla="*/ 2147483646 h 602"/>
              <a:gd name="T32" fmla="*/ 2147483646 w 602"/>
              <a:gd name="T33" fmla="*/ 2147483646 h 602"/>
              <a:gd name="T34" fmla="*/ 2147483646 w 602"/>
              <a:gd name="T35" fmla="*/ 2147483646 h 602"/>
              <a:gd name="T36" fmla="*/ 2147483646 w 602"/>
              <a:gd name="T37" fmla="*/ 2147483646 h 602"/>
              <a:gd name="T38" fmla="*/ 2147483646 w 602"/>
              <a:gd name="T39" fmla="*/ 2147483646 h 602"/>
              <a:gd name="T40" fmla="*/ 2147483646 w 602"/>
              <a:gd name="T41" fmla="*/ 2147483646 h 602"/>
              <a:gd name="T42" fmla="*/ 2147483646 w 602"/>
              <a:gd name="T43" fmla="*/ 2147483646 h 602"/>
              <a:gd name="T44" fmla="*/ 2147483646 w 602"/>
              <a:gd name="T45" fmla="*/ 2147483646 h 602"/>
              <a:gd name="T46" fmla="*/ 2147483646 w 602"/>
              <a:gd name="T47" fmla="*/ 2147483646 h 602"/>
              <a:gd name="T48" fmla="*/ 2147483646 w 602"/>
              <a:gd name="T49" fmla="*/ 2147483646 h 602"/>
              <a:gd name="T50" fmla="*/ 2147483646 w 602"/>
              <a:gd name="T51" fmla="*/ 2147483646 h 602"/>
              <a:gd name="T52" fmla="*/ 2147483646 w 602"/>
              <a:gd name="T53" fmla="*/ 2147483646 h 602"/>
              <a:gd name="T54" fmla="*/ 2147483646 w 602"/>
              <a:gd name="T55" fmla="*/ 2147483646 h 602"/>
              <a:gd name="T56" fmla="*/ 2147483646 w 602"/>
              <a:gd name="T57" fmla="*/ 2147483646 h 602"/>
              <a:gd name="T58" fmla="*/ 2147483646 w 602"/>
              <a:gd name="T59" fmla="*/ 2147483646 h 602"/>
              <a:gd name="T60" fmla="*/ 2147483646 w 602"/>
              <a:gd name="T61" fmla="*/ 2147483646 h 602"/>
              <a:gd name="T62" fmla="*/ 2147483646 w 602"/>
              <a:gd name="T63" fmla="*/ 2147483646 h 602"/>
              <a:gd name="T64" fmla="*/ 2147483646 w 602"/>
              <a:gd name="T65" fmla="*/ 2147483646 h 602"/>
              <a:gd name="T66" fmla="*/ 2147483646 w 602"/>
              <a:gd name="T67" fmla="*/ 2147483646 h 602"/>
              <a:gd name="T68" fmla="*/ 2147483646 w 602"/>
              <a:gd name="T69" fmla="*/ 2147483646 h 602"/>
              <a:gd name="T70" fmla="*/ 2147483646 w 602"/>
              <a:gd name="T71" fmla="*/ 2147483646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2" h="602">
                <a:moveTo>
                  <a:pt x="297" y="601"/>
                </a:moveTo>
                <a:lnTo>
                  <a:pt x="297" y="601"/>
                </a:lnTo>
                <a:cubicBezTo>
                  <a:pt x="135" y="601"/>
                  <a:pt x="0" y="467"/>
                  <a:pt x="0" y="304"/>
                </a:cubicBezTo>
                <a:cubicBezTo>
                  <a:pt x="0" y="135"/>
                  <a:pt x="135" y="0"/>
                  <a:pt x="297" y="0"/>
                </a:cubicBezTo>
                <a:cubicBezTo>
                  <a:pt x="467" y="0"/>
                  <a:pt x="601" y="135"/>
                  <a:pt x="601" y="304"/>
                </a:cubicBezTo>
                <a:cubicBezTo>
                  <a:pt x="601" y="467"/>
                  <a:pt x="467" y="601"/>
                  <a:pt x="297" y="601"/>
                </a:cubicBezTo>
                <a:close/>
                <a:moveTo>
                  <a:pt x="297" y="57"/>
                </a:moveTo>
                <a:lnTo>
                  <a:pt x="297" y="57"/>
                </a:lnTo>
                <a:cubicBezTo>
                  <a:pt x="163" y="57"/>
                  <a:pt x="57" y="170"/>
                  <a:pt x="57" y="304"/>
                </a:cubicBezTo>
                <a:cubicBezTo>
                  <a:pt x="57" y="439"/>
                  <a:pt x="163" y="545"/>
                  <a:pt x="297" y="545"/>
                </a:cubicBezTo>
                <a:cubicBezTo>
                  <a:pt x="431" y="545"/>
                  <a:pt x="544" y="439"/>
                  <a:pt x="544" y="304"/>
                </a:cubicBezTo>
                <a:cubicBezTo>
                  <a:pt x="544" y="170"/>
                  <a:pt x="431" y="57"/>
                  <a:pt x="297" y="57"/>
                </a:cubicBezTo>
                <a:close/>
                <a:moveTo>
                  <a:pt x="382" y="375"/>
                </a:moveTo>
                <a:lnTo>
                  <a:pt x="382" y="375"/>
                </a:lnTo>
                <a:cubicBezTo>
                  <a:pt x="382" y="396"/>
                  <a:pt x="375" y="403"/>
                  <a:pt x="354" y="403"/>
                </a:cubicBezTo>
                <a:cubicBezTo>
                  <a:pt x="340" y="403"/>
                  <a:pt x="325" y="396"/>
                  <a:pt x="325" y="375"/>
                </a:cubicBezTo>
                <a:cubicBezTo>
                  <a:pt x="325" y="227"/>
                  <a:pt x="325" y="227"/>
                  <a:pt x="325" y="227"/>
                </a:cubicBezTo>
                <a:cubicBezTo>
                  <a:pt x="325" y="213"/>
                  <a:pt x="340" y="198"/>
                  <a:pt x="354" y="198"/>
                </a:cubicBezTo>
                <a:cubicBezTo>
                  <a:pt x="375" y="198"/>
                  <a:pt x="382" y="213"/>
                  <a:pt x="382" y="227"/>
                </a:cubicBezTo>
                <a:cubicBezTo>
                  <a:pt x="382" y="375"/>
                  <a:pt x="382" y="375"/>
                  <a:pt x="382" y="375"/>
                </a:cubicBezTo>
                <a:close/>
                <a:moveTo>
                  <a:pt x="269" y="375"/>
                </a:moveTo>
                <a:lnTo>
                  <a:pt x="269" y="375"/>
                </a:lnTo>
                <a:cubicBezTo>
                  <a:pt x="269" y="396"/>
                  <a:pt x="262" y="403"/>
                  <a:pt x="240" y="403"/>
                </a:cubicBezTo>
                <a:cubicBezTo>
                  <a:pt x="226" y="403"/>
                  <a:pt x="212" y="396"/>
                  <a:pt x="212" y="375"/>
                </a:cubicBezTo>
                <a:cubicBezTo>
                  <a:pt x="212" y="227"/>
                  <a:pt x="212" y="227"/>
                  <a:pt x="212" y="227"/>
                </a:cubicBezTo>
                <a:cubicBezTo>
                  <a:pt x="212" y="213"/>
                  <a:pt x="226" y="198"/>
                  <a:pt x="240" y="198"/>
                </a:cubicBezTo>
                <a:cubicBezTo>
                  <a:pt x="262" y="198"/>
                  <a:pt x="269" y="213"/>
                  <a:pt x="269" y="227"/>
                </a:cubicBezTo>
                <a:cubicBezTo>
                  <a:pt x="269" y="375"/>
                  <a:pt x="269" y="375"/>
                  <a:pt x="269" y="37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21" name="Freeform 35">
            <a:extLst>
              <a:ext uri="{FF2B5EF4-FFF2-40B4-BE49-F238E27FC236}">
                <a16:creationId xmlns:a16="http://schemas.microsoft.com/office/drawing/2014/main" id="{8504D30E-07D1-D519-9175-1DF3577CC680}"/>
              </a:ext>
            </a:extLst>
          </p:cNvPr>
          <p:cNvSpPr>
            <a:spLocks noChangeArrowheads="1"/>
          </p:cNvSpPr>
          <p:nvPr/>
        </p:nvSpPr>
        <p:spPr bwMode="auto">
          <a:xfrm>
            <a:off x="1478043" y="3265780"/>
            <a:ext cx="553668" cy="549655"/>
          </a:xfrm>
          <a:custGeom>
            <a:avLst/>
            <a:gdLst>
              <a:gd name="T0" fmla="*/ 2147483646 w 609"/>
              <a:gd name="T1" fmla="*/ 2147483646 h 602"/>
              <a:gd name="T2" fmla="*/ 2147483646 w 609"/>
              <a:gd name="T3" fmla="*/ 2147483646 h 602"/>
              <a:gd name="T4" fmla="*/ 0 w 609"/>
              <a:gd name="T5" fmla="*/ 2147483646 h 602"/>
              <a:gd name="T6" fmla="*/ 2147483646 w 609"/>
              <a:gd name="T7" fmla="*/ 0 h 602"/>
              <a:gd name="T8" fmla="*/ 2147483646 w 609"/>
              <a:gd name="T9" fmla="*/ 2147483646 h 602"/>
              <a:gd name="T10" fmla="*/ 2147483646 w 609"/>
              <a:gd name="T11" fmla="*/ 2147483646 h 602"/>
              <a:gd name="T12" fmla="*/ 2147483646 w 609"/>
              <a:gd name="T13" fmla="*/ 2147483646 h 602"/>
              <a:gd name="T14" fmla="*/ 2147483646 w 609"/>
              <a:gd name="T15" fmla="*/ 2147483646 h 602"/>
              <a:gd name="T16" fmla="*/ 2147483646 w 609"/>
              <a:gd name="T17" fmla="*/ 2147483646 h 602"/>
              <a:gd name="T18" fmla="*/ 2147483646 w 609"/>
              <a:gd name="T19" fmla="*/ 2147483646 h 602"/>
              <a:gd name="T20" fmla="*/ 2147483646 w 609"/>
              <a:gd name="T21" fmla="*/ 2147483646 h 602"/>
              <a:gd name="T22" fmla="*/ 2147483646 w 609"/>
              <a:gd name="T23" fmla="*/ 2147483646 h 602"/>
              <a:gd name="T24" fmla="*/ 2147483646 w 609"/>
              <a:gd name="T25" fmla="*/ 2147483646 h 602"/>
              <a:gd name="T26" fmla="*/ 2147483646 w 609"/>
              <a:gd name="T27" fmla="*/ 2147483646 h 602"/>
              <a:gd name="T28" fmla="*/ 2147483646 w 609"/>
              <a:gd name="T29" fmla="*/ 2147483646 h 602"/>
              <a:gd name="T30" fmla="*/ 2147483646 w 609"/>
              <a:gd name="T31" fmla="*/ 2147483646 h 602"/>
              <a:gd name="T32" fmla="*/ 2147483646 w 609"/>
              <a:gd name="T33" fmla="*/ 2147483646 h 602"/>
              <a:gd name="T34" fmla="*/ 2147483646 w 609"/>
              <a:gd name="T35" fmla="*/ 2147483646 h 602"/>
              <a:gd name="T36" fmla="*/ 2147483646 w 609"/>
              <a:gd name="T37" fmla="*/ 2147483646 h 602"/>
              <a:gd name="T38" fmla="*/ 2147483646 w 609"/>
              <a:gd name="T39" fmla="*/ 2147483646 h 602"/>
              <a:gd name="T40" fmla="*/ 2147483646 w 609"/>
              <a:gd name="T41" fmla="*/ 2147483646 h 602"/>
              <a:gd name="T42" fmla="*/ 2147483646 w 609"/>
              <a:gd name="T43" fmla="*/ 2147483646 h 60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609" h="602">
                <a:moveTo>
                  <a:pt x="304" y="601"/>
                </a:moveTo>
                <a:lnTo>
                  <a:pt x="304" y="601"/>
                </a:lnTo>
                <a:cubicBezTo>
                  <a:pt x="134" y="601"/>
                  <a:pt x="0" y="467"/>
                  <a:pt x="0" y="304"/>
                </a:cubicBezTo>
                <a:cubicBezTo>
                  <a:pt x="0" y="135"/>
                  <a:pt x="134" y="0"/>
                  <a:pt x="304" y="0"/>
                </a:cubicBezTo>
                <a:cubicBezTo>
                  <a:pt x="474" y="0"/>
                  <a:pt x="608" y="135"/>
                  <a:pt x="608" y="304"/>
                </a:cubicBezTo>
                <a:cubicBezTo>
                  <a:pt x="608" y="467"/>
                  <a:pt x="474" y="601"/>
                  <a:pt x="304" y="601"/>
                </a:cubicBezTo>
                <a:close/>
                <a:moveTo>
                  <a:pt x="304" y="57"/>
                </a:moveTo>
                <a:lnTo>
                  <a:pt x="304" y="57"/>
                </a:lnTo>
                <a:cubicBezTo>
                  <a:pt x="170" y="57"/>
                  <a:pt x="57" y="170"/>
                  <a:pt x="57" y="304"/>
                </a:cubicBezTo>
                <a:cubicBezTo>
                  <a:pt x="57" y="439"/>
                  <a:pt x="170" y="545"/>
                  <a:pt x="304" y="545"/>
                </a:cubicBezTo>
                <a:cubicBezTo>
                  <a:pt x="438" y="545"/>
                  <a:pt x="551" y="439"/>
                  <a:pt x="551" y="304"/>
                </a:cubicBezTo>
                <a:cubicBezTo>
                  <a:pt x="551" y="170"/>
                  <a:pt x="438" y="57"/>
                  <a:pt x="304" y="57"/>
                </a:cubicBezTo>
                <a:close/>
                <a:moveTo>
                  <a:pt x="382" y="403"/>
                </a:moveTo>
                <a:lnTo>
                  <a:pt x="382" y="403"/>
                </a:lnTo>
                <a:cubicBezTo>
                  <a:pt x="226" y="403"/>
                  <a:pt x="226" y="403"/>
                  <a:pt x="226" y="403"/>
                </a:cubicBezTo>
                <a:cubicBezTo>
                  <a:pt x="212" y="403"/>
                  <a:pt x="198" y="396"/>
                  <a:pt x="198" y="375"/>
                </a:cubicBezTo>
                <a:cubicBezTo>
                  <a:pt x="198" y="227"/>
                  <a:pt x="198" y="227"/>
                  <a:pt x="198" y="227"/>
                </a:cubicBezTo>
                <a:cubicBezTo>
                  <a:pt x="198" y="213"/>
                  <a:pt x="212" y="198"/>
                  <a:pt x="226" y="198"/>
                </a:cubicBezTo>
                <a:cubicBezTo>
                  <a:pt x="382" y="198"/>
                  <a:pt x="382" y="198"/>
                  <a:pt x="382" y="198"/>
                </a:cubicBezTo>
                <a:cubicBezTo>
                  <a:pt x="396" y="198"/>
                  <a:pt x="410" y="213"/>
                  <a:pt x="410" y="227"/>
                </a:cubicBezTo>
                <a:cubicBezTo>
                  <a:pt x="410" y="375"/>
                  <a:pt x="410" y="375"/>
                  <a:pt x="410" y="375"/>
                </a:cubicBezTo>
                <a:cubicBezTo>
                  <a:pt x="410" y="396"/>
                  <a:pt x="396" y="403"/>
                  <a:pt x="382" y="40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22" name="Freeform 36">
            <a:extLst>
              <a:ext uri="{FF2B5EF4-FFF2-40B4-BE49-F238E27FC236}">
                <a16:creationId xmlns:a16="http://schemas.microsoft.com/office/drawing/2014/main" id="{342633C3-4D70-F4E3-C742-39C5A7DA146D}"/>
              </a:ext>
            </a:extLst>
          </p:cNvPr>
          <p:cNvSpPr>
            <a:spLocks noChangeArrowheads="1"/>
          </p:cNvSpPr>
          <p:nvPr/>
        </p:nvSpPr>
        <p:spPr bwMode="auto">
          <a:xfrm>
            <a:off x="519155" y="3265780"/>
            <a:ext cx="549655" cy="549655"/>
          </a:xfrm>
          <a:custGeom>
            <a:avLst/>
            <a:gdLst>
              <a:gd name="T0" fmla="*/ 2147483646 w 602"/>
              <a:gd name="T1" fmla="*/ 2147483646 h 602"/>
              <a:gd name="T2" fmla="*/ 2147483646 w 602"/>
              <a:gd name="T3" fmla="*/ 2147483646 h 602"/>
              <a:gd name="T4" fmla="*/ 0 w 602"/>
              <a:gd name="T5" fmla="*/ 2147483646 h 602"/>
              <a:gd name="T6" fmla="*/ 2147483646 w 602"/>
              <a:gd name="T7" fmla="*/ 0 h 602"/>
              <a:gd name="T8" fmla="*/ 2147483646 w 602"/>
              <a:gd name="T9" fmla="*/ 2147483646 h 602"/>
              <a:gd name="T10" fmla="*/ 2147483646 w 602"/>
              <a:gd name="T11" fmla="*/ 2147483646 h 602"/>
              <a:gd name="T12" fmla="*/ 2147483646 w 602"/>
              <a:gd name="T13" fmla="*/ 2147483646 h 602"/>
              <a:gd name="T14" fmla="*/ 2147483646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2147483646 w 602"/>
              <a:gd name="T25" fmla="*/ 2147483646 h 602"/>
              <a:gd name="T26" fmla="*/ 2147483646 w 602"/>
              <a:gd name="T27" fmla="*/ 2147483646 h 602"/>
              <a:gd name="T28" fmla="*/ 2147483646 w 602"/>
              <a:gd name="T29" fmla="*/ 2147483646 h 602"/>
              <a:gd name="T30" fmla="*/ 2147483646 w 602"/>
              <a:gd name="T31" fmla="*/ 2147483646 h 602"/>
              <a:gd name="T32" fmla="*/ 2147483646 w 602"/>
              <a:gd name="T33" fmla="*/ 2147483646 h 602"/>
              <a:gd name="T34" fmla="*/ 2147483646 w 602"/>
              <a:gd name="T35" fmla="*/ 2147483646 h 602"/>
              <a:gd name="T36" fmla="*/ 2147483646 w 602"/>
              <a:gd name="T37" fmla="*/ 2147483646 h 602"/>
              <a:gd name="T38" fmla="*/ 2147483646 w 602"/>
              <a:gd name="T39" fmla="*/ 2147483646 h 602"/>
              <a:gd name="T40" fmla="*/ 2147483646 w 602"/>
              <a:gd name="T41" fmla="*/ 2147483646 h 602"/>
              <a:gd name="T42" fmla="*/ 2147483646 w 602"/>
              <a:gd name="T43" fmla="*/ 2147483646 h 602"/>
              <a:gd name="T44" fmla="*/ 2147483646 w 602"/>
              <a:gd name="T45" fmla="*/ 2147483646 h 602"/>
              <a:gd name="T46" fmla="*/ 2147483646 w 602"/>
              <a:gd name="T47" fmla="*/ 2147483646 h 602"/>
              <a:gd name="T48" fmla="*/ 2147483646 w 602"/>
              <a:gd name="T49" fmla="*/ 2147483646 h 602"/>
              <a:gd name="T50" fmla="*/ 2147483646 w 602"/>
              <a:gd name="T51" fmla="*/ 2147483646 h 602"/>
              <a:gd name="T52" fmla="*/ 2147483646 w 602"/>
              <a:gd name="T53" fmla="*/ 2147483646 h 602"/>
              <a:gd name="T54" fmla="*/ 2147483646 w 602"/>
              <a:gd name="T55" fmla="*/ 2147483646 h 602"/>
              <a:gd name="T56" fmla="*/ 2147483646 w 602"/>
              <a:gd name="T57" fmla="*/ 2147483646 h 602"/>
              <a:gd name="T58" fmla="*/ 2147483646 w 602"/>
              <a:gd name="T59" fmla="*/ 2147483646 h 602"/>
              <a:gd name="T60" fmla="*/ 2147483646 w 602"/>
              <a:gd name="T61" fmla="*/ 2147483646 h 602"/>
              <a:gd name="T62" fmla="*/ 2147483646 w 602"/>
              <a:gd name="T63" fmla="*/ 2147483646 h 602"/>
              <a:gd name="T64" fmla="*/ 2147483646 w 602"/>
              <a:gd name="T65" fmla="*/ 2147483646 h 602"/>
              <a:gd name="T66" fmla="*/ 2147483646 w 602"/>
              <a:gd name="T67" fmla="*/ 2147483646 h 602"/>
              <a:gd name="T68" fmla="*/ 2147483646 w 602"/>
              <a:gd name="T69" fmla="*/ 2147483646 h 602"/>
              <a:gd name="T70" fmla="*/ 2147483646 w 602"/>
              <a:gd name="T71" fmla="*/ 2147483646 h 602"/>
              <a:gd name="T72" fmla="*/ 2147483646 w 602"/>
              <a:gd name="T73" fmla="*/ 2147483646 h 60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602" h="602">
                <a:moveTo>
                  <a:pt x="304" y="601"/>
                </a:moveTo>
                <a:lnTo>
                  <a:pt x="304" y="601"/>
                </a:lnTo>
                <a:cubicBezTo>
                  <a:pt x="134" y="601"/>
                  <a:pt x="0" y="467"/>
                  <a:pt x="0" y="304"/>
                </a:cubicBezTo>
                <a:cubicBezTo>
                  <a:pt x="0" y="135"/>
                  <a:pt x="134" y="0"/>
                  <a:pt x="304" y="0"/>
                </a:cubicBezTo>
                <a:cubicBezTo>
                  <a:pt x="467" y="0"/>
                  <a:pt x="601" y="135"/>
                  <a:pt x="601" y="304"/>
                </a:cubicBezTo>
                <a:cubicBezTo>
                  <a:pt x="601" y="467"/>
                  <a:pt x="467" y="601"/>
                  <a:pt x="304" y="601"/>
                </a:cubicBezTo>
                <a:close/>
                <a:moveTo>
                  <a:pt x="304" y="57"/>
                </a:moveTo>
                <a:lnTo>
                  <a:pt x="304" y="57"/>
                </a:lnTo>
                <a:cubicBezTo>
                  <a:pt x="170" y="57"/>
                  <a:pt x="57" y="170"/>
                  <a:pt x="57" y="304"/>
                </a:cubicBezTo>
                <a:cubicBezTo>
                  <a:pt x="57" y="439"/>
                  <a:pt x="170" y="545"/>
                  <a:pt x="304" y="545"/>
                </a:cubicBezTo>
                <a:cubicBezTo>
                  <a:pt x="438" y="545"/>
                  <a:pt x="544" y="439"/>
                  <a:pt x="544" y="304"/>
                </a:cubicBezTo>
                <a:cubicBezTo>
                  <a:pt x="544" y="170"/>
                  <a:pt x="438" y="57"/>
                  <a:pt x="304" y="57"/>
                </a:cubicBezTo>
                <a:close/>
                <a:moveTo>
                  <a:pt x="389" y="326"/>
                </a:moveTo>
                <a:lnTo>
                  <a:pt x="389" y="326"/>
                </a:lnTo>
                <a:cubicBezTo>
                  <a:pt x="240" y="417"/>
                  <a:pt x="240" y="417"/>
                  <a:pt x="240" y="417"/>
                </a:cubicBezTo>
                <a:lnTo>
                  <a:pt x="240" y="424"/>
                </a:lnTo>
                <a:cubicBezTo>
                  <a:pt x="233" y="424"/>
                  <a:pt x="233" y="424"/>
                  <a:pt x="233" y="424"/>
                </a:cubicBezTo>
                <a:cubicBezTo>
                  <a:pt x="226" y="424"/>
                  <a:pt x="226" y="424"/>
                  <a:pt x="226" y="424"/>
                </a:cubicBezTo>
                <a:cubicBezTo>
                  <a:pt x="212" y="424"/>
                  <a:pt x="198" y="410"/>
                  <a:pt x="198" y="396"/>
                </a:cubicBezTo>
                <a:cubicBezTo>
                  <a:pt x="198" y="205"/>
                  <a:pt x="198" y="205"/>
                  <a:pt x="198" y="205"/>
                </a:cubicBezTo>
                <a:cubicBezTo>
                  <a:pt x="198" y="191"/>
                  <a:pt x="212" y="177"/>
                  <a:pt x="226" y="177"/>
                </a:cubicBezTo>
                <a:cubicBezTo>
                  <a:pt x="233" y="177"/>
                  <a:pt x="240" y="184"/>
                  <a:pt x="240" y="184"/>
                </a:cubicBezTo>
                <a:cubicBezTo>
                  <a:pt x="389" y="276"/>
                  <a:pt x="389" y="276"/>
                  <a:pt x="389" y="276"/>
                </a:cubicBezTo>
                <a:cubicBezTo>
                  <a:pt x="403" y="283"/>
                  <a:pt x="403" y="290"/>
                  <a:pt x="403" y="304"/>
                </a:cubicBezTo>
                <a:cubicBezTo>
                  <a:pt x="403" y="311"/>
                  <a:pt x="403" y="318"/>
                  <a:pt x="389" y="326"/>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23" name="Freeform 37">
            <a:extLst>
              <a:ext uri="{FF2B5EF4-FFF2-40B4-BE49-F238E27FC236}">
                <a16:creationId xmlns:a16="http://schemas.microsoft.com/office/drawing/2014/main" id="{DE55DEE0-7CD1-1AB1-A61C-7B8E70305C83}"/>
              </a:ext>
            </a:extLst>
          </p:cNvPr>
          <p:cNvSpPr>
            <a:spLocks noChangeArrowheads="1"/>
          </p:cNvSpPr>
          <p:nvPr/>
        </p:nvSpPr>
        <p:spPr bwMode="auto">
          <a:xfrm>
            <a:off x="11082983" y="2310902"/>
            <a:ext cx="549657" cy="549655"/>
          </a:xfrm>
          <a:custGeom>
            <a:avLst/>
            <a:gdLst>
              <a:gd name="T0" fmla="*/ 2147483646 w 602"/>
              <a:gd name="T1" fmla="*/ 2147483646 h 602"/>
              <a:gd name="T2" fmla="*/ 2147483646 w 602"/>
              <a:gd name="T3" fmla="*/ 2147483646 h 602"/>
              <a:gd name="T4" fmla="*/ 0 w 602"/>
              <a:gd name="T5" fmla="*/ 2147483646 h 602"/>
              <a:gd name="T6" fmla="*/ 2147483646 w 602"/>
              <a:gd name="T7" fmla="*/ 0 h 602"/>
              <a:gd name="T8" fmla="*/ 2147483646 w 602"/>
              <a:gd name="T9" fmla="*/ 2147483646 h 602"/>
              <a:gd name="T10" fmla="*/ 2147483646 w 602"/>
              <a:gd name="T11" fmla="*/ 2147483646 h 602"/>
              <a:gd name="T12" fmla="*/ 2147483646 w 602"/>
              <a:gd name="T13" fmla="*/ 2147483646 h 602"/>
              <a:gd name="T14" fmla="*/ 2147483646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297" y="601"/>
                </a:moveTo>
                <a:lnTo>
                  <a:pt x="297" y="601"/>
                </a:lnTo>
                <a:cubicBezTo>
                  <a:pt x="134" y="601"/>
                  <a:pt x="0" y="467"/>
                  <a:pt x="0" y="297"/>
                </a:cubicBezTo>
                <a:cubicBezTo>
                  <a:pt x="0" y="135"/>
                  <a:pt x="134" y="0"/>
                  <a:pt x="297" y="0"/>
                </a:cubicBezTo>
                <a:cubicBezTo>
                  <a:pt x="466" y="0"/>
                  <a:pt x="601" y="135"/>
                  <a:pt x="601" y="297"/>
                </a:cubicBezTo>
                <a:cubicBezTo>
                  <a:pt x="601" y="467"/>
                  <a:pt x="466" y="601"/>
                  <a:pt x="297" y="601"/>
                </a:cubicBezTo>
                <a:close/>
                <a:moveTo>
                  <a:pt x="297" y="57"/>
                </a:moveTo>
                <a:lnTo>
                  <a:pt x="297" y="57"/>
                </a:lnTo>
                <a:cubicBezTo>
                  <a:pt x="163" y="57"/>
                  <a:pt x="57" y="163"/>
                  <a:pt x="57" y="297"/>
                </a:cubicBezTo>
                <a:cubicBezTo>
                  <a:pt x="57" y="431"/>
                  <a:pt x="163" y="544"/>
                  <a:pt x="297" y="544"/>
                </a:cubicBezTo>
                <a:cubicBezTo>
                  <a:pt x="431" y="544"/>
                  <a:pt x="544" y="431"/>
                  <a:pt x="544" y="297"/>
                </a:cubicBezTo>
                <a:cubicBezTo>
                  <a:pt x="544" y="163"/>
                  <a:pt x="431" y="57"/>
                  <a:pt x="297" y="5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24" name="Freeform 38">
            <a:extLst>
              <a:ext uri="{FF2B5EF4-FFF2-40B4-BE49-F238E27FC236}">
                <a16:creationId xmlns:a16="http://schemas.microsoft.com/office/drawing/2014/main" id="{60A20671-72A3-C257-F0C5-A0122F68482C}"/>
              </a:ext>
            </a:extLst>
          </p:cNvPr>
          <p:cNvSpPr>
            <a:spLocks noChangeArrowheads="1"/>
          </p:cNvSpPr>
          <p:nvPr/>
        </p:nvSpPr>
        <p:spPr bwMode="auto">
          <a:xfrm>
            <a:off x="10116071" y="2310902"/>
            <a:ext cx="553668" cy="549655"/>
          </a:xfrm>
          <a:custGeom>
            <a:avLst/>
            <a:gdLst>
              <a:gd name="T0" fmla="*/ 2147483646 w 609"/>
              <a:gd name="T1" fmla="*/ 2147483646 h 602"/>
              <a:gd name="T2" fmla="*/ 2147483646 w 609"/>
              <a:gd name="T3" fmla="*/ 2147483646 h 602"/>
              <a:gd name="T4" fmla="*/ 2147483646 w 609"/>
              <a:gd name="T5" fmla="*/ 2147483646 h 602"/>
              <a:gd name="T6" fmla="*/ 0 w 609"/>
              <a:gd name="T7" fmla="*/ 2147483646 h 602"/>
              <a:gd name="T8" fmla="*/ 0 w 609"/>
              <a:gd name="T9" fmla="*/ 2147483646 h 602"/>
              <a:gd name="T10" fmla="*/ 2147483646 w 609"/>
              <a:gd name="T11" fmla="*/ 0 h 602"/>
              <a:gd name="T12" fmla="*/ 2147483646 w 609"/>
              <a:gd name="T13" fmla="*/ 0 h 602"/>
              <a:gd name="T14" fmla="*/ 2147483646 w 609"/>
              <a:gd name="T15" fmla="*/ 2147483646 h 602"/>
              <a:gd name="T16" fmla="*/ 2147483646 w 609"/>
              <a:gd name="T17" fmla="*/ 2147483646 h 602"/>
              <a:gd name="T18" fmla="*/ 2147483646 w 609"/>
              <a:gd name="T19" fmla="*/ 2147483646 h 602"/>
              <a:gd name="T20" fmla="*/ 2147483646 w 609"/>
              <a:gd name="T21" fmla="*/ 2147483646 h 602"/>
              <a:gd name="T22" fmla="*/ 2147483646 w 609"/>
              <a:gd name="T23" fmla="*/ 2147483646 h 602"/>
              <a:gd name="T24" fmla="*/ 2147483646 w 609"/>
              <a:gd name="T25" fmla="*/ 2147483646 h 602"/>
              <a:gd name="T26" fmla="*/ 2147483646 w 609"/>
              <a:gd name="T27" fmla="*/ 2147483646 h 602"/>
              <a:gd name="T28" fmla="*/ 2147483646 w 609"/>
              <a:gd name="T29" fmla="*/ 2147483646 h 602"/>
              <a:gd name="T30" fmla="*/ 2147483646 w 609"/>
              <a:gd name="T31" fmla="*/ 2147483646 h 60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609" h="602">
                <a:moveTo>
                  <a:pt x="579" y="601"/>
                </a:moveTo>
                <a:lnTo>
                  <a:pt x="579" y="601"/>
                </a:lnTo>
                <a:cubicBezTo>
                  <a:pt x="28" y="601"/>
                  <a:pt x="28" y="601"/>
                  <a:pt x="28" y="601"/>
                </a:cubicBezTo>
                <a:cubicBezTo>
                  <a:pt x="14" y="601"/>
                  <a:pt x="0" y="587"/>
                  <a:pt x="0" y="573"/>
                </a:cubicBezTo>
                <a:cubicBezTo>
                  <a:pt x="0" y="29"/>
                  <a:pt x="0" y="29"/>
                  <a:pt x="0" y="29"/>
                </a:cubicBezTo>
                <a:cubicBezTo>
                  <a:pt x="0" y="7"/>
                  <a:pt x="14" y="0"/>
                  <a:pt x="28" y="0"/>
                </a:cubicBezTo>
                <a:cubicBezTo>
                  <a:pt x="579" y="0"/>
                  <a:pt x="579" y="0"/>
                  <a:pt x="579" y="0"/>
                </a:cubicBezTo>
                <a:cubicBezTo>
                  <a:pt x="594" y="0"/>
                  <a:pt x="608" y="7"/>
                  <a:pt x="608" y="29"/>
                </a:cubicBezTo>
                <a:cubicBezTo>
                  <a:pt x="608" y="573"/>
                  <a:pt x="608" y="573"/>
                  <a:pt x="608" y="573"/>
                </a:cubicBezTo>
                <a:cubicBezTo>
                  <a:pt x="608" y="587"/>
                  <a:pt x="594" y="601"/>
                  <a:pt x="579" y="601"/>
                </a:cubicBezTo>
                <a:close/>
                <a:moveTo>
                  <a:pt x="551" y="57"/>
                </a:moveTo>
                <a:lnTo>
                  <a:pt x="551" y="57"/>
                </a:lnTo>
                <a:cubicBezTo>
                  <a:pt x="56" y="57"/>
                  <a:pt x="56" y="57"/>
                  <a:pt x="56" y="57"/>
                </a:cubicBezTo>
                <a:cubicBezTo>
                  <a:pt x="56" y="544"/>
                  <a:pt x="56" y="544"/>
                  <a:pt x="56" y="544"/>
                </a:cubicBezTo>
                <a:cubicBezTo>
                  <a:pt x="551" y="544"/>
                  <a:pt x="551" y="544"/>
                  <a:pt x="551" y="544"/>
                </a:cubicBezTo>
                <a:lnTo>
                  <a:pt x="551" y="57"/>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25" name="Freeform 39">
            <a:extLst>
              <a:ext uri="{FF2B5EF4-FFF2-40B4-BE49-F238E27FC236}">
                <a16:creationId xmlns:a16="http://schemas.microsoft.com/office/drawing/2014/main" id="{42D95944-836A-B281-A7F9-8E9305BDDE21}"/>
              </a:ext>
            </a:extLst>
          </p:cNvPr>
          <p:cNvSpPr>
            <a:spLocks noChangeArrowheads="1"/>
          </p:cNvSpPr>
          <p:nvPr/>
        </p:nvSpPr>
        <p:spPr bwMode="auto">
          <a:xfrm>
            <a:off x="9165204" y="2322937"/>
            <a:ext cx="533609" cy="517561"/>
          </a:xfrm>
          <a:custGeom>
            <a:avLst/>
            <a:gdLst>
              <a:gd name="T0" fmla="*/ 2147483646 w 588"/>
              <a:gd name="T1" fmla="*/ 2147483646 h 567"/>
              <a:gd name="T2" fmla="*/ 2147483646 w 588"/>
              <a:gd name="T3" fmla="*/ 2147483646 h 567"/>
              <a:gd name="T4" fmla="*/ 2147483646 w 588"/>
              <a:gd name="T5" fmla="*/ 2147483646 h 567"/>
              <a:gd name="T6" fmla="*/ 2147483646 w 588"/>
              <a:gd name="T7" fmla="*/ 2147483646 h 567"/>
              <a:gd name="T8" fmla="*/ 2147483646 w 588"/>
              <a:gd name="T9" fmla="*/ 2147483646 h 567"/>
              <a:gd name="T10" fmla="*/ 2147483646 w 588"/>
              <a:gd name="T11" fmla="*/ 2147483646 h 567"/>
              <a:gd name="T12" fmla="*/ 2147483646 w 588"/>
              <a:gd name="T13" fmla="*/ 2147483646 h 567"/>
              <a:gd name="T14" fmla="*/ 2147483646 w 588"/>
              <a:gd name="T15" fmla="*/ 2147483646 h 567"/>
              <a:gd name="T16" fmla="*/ 2147483646 w 588"/>
              <a:gd name="T17" fmla="*/ 2147483646 h 567"/>
              <a:gd name="T18" fmla="*/ 2147483646 w 588"/>
              <a:gd name="T19" fmla="*/ 2147483646 h 567"/>
              <a:gd name="T20" fmla="*/ 2147483646 w 588"/>
              <a:gd name="T21" fmla="*/ 2147483646 h 567"/>
              <a:gd name="T22" fmla="*/ 2147483646 w 588"/>
              <a:gd name="T23" fmla="*/ 2147483646 h 567"/>
              <a:gd name="T24" fmla="*/ 2147483646 w 588"/>
              <a:gd name="T25" fmla="*/ 2147483646 h 567"/>
              <a:gd name="T26" fmla="*/ 0 w 588"/>
              <a:gd name="T27" fmla="*/ 2147483646 h 567"/>
              <a:gd name="T28" fmla="*/ 0 w 588"/>
              <a:gd name="T29" fmla="*/ 2147483646 h 567"/>
              <a:gd name="T30" fmla="*/ 2147483646 w 588"/>
              <a:gd name="T31" fmla="*/ 2147483646 h 567"/>
              <a:gd name="T32" fmla="*/ 2147483646 w 588"/>
              <a:gd name="T33" fmla="*/ 2147483646 h 567"/>
              <a:gd name="T34" fmla="*/ 2147483646 w 588"/>
              <a:gd name="T35" fmla="*/ 2147483646 h 567"/>
              <a:gd name="T36" fmla="*/ 2147483646 w 588"/>
              <a:gd name="T37" fmla="*/ 2147483646 h 567"/>
              <a:gd name="T38" fmla="*/ 2147483646 w 588"/>
              <a:gd name="T39" fmla="*/ 2147483646 h 567"/>
              <a:gd name="T40" fmla="*/ 2147483646 w 588"/>
              <a:gd name="T41" fmla="*/ 2147483646 h 567"/>
              <a:gd name="T42" fmla="*/ 2147483646 w 588"/>
              <a:gd name="T43" fmla="*/ 2147483646 h 567"/>
              <a:gd name="T44" fmla="*/ 2147483646 w 588"/>
              <a:gd name="T45" fmla="*/ 2147483646 h 567"/>
              <a:gd name="T46" fmla="*/ 2147483646 w 588"/>
              <a:gd name="T47" fmla="*/ 2147483646 h 567"/>
              <a:gd name="T48" fmla="*/ 2147483646 w 588"/>
              <a:gd name="T49" fmla="*/ 2147483646 h 567"/>
              <a:gd name="T50" fmla="*/ 2147483646 w 588"/>
              <a:gd name="T51" fmla="*/ 2147483646 h 567"/>
              <a:gd name="T52" fmla="*/ 2147483646 w 588"/>
              <a:gd name="T53" fmla="*/ 2147483646 h 567"/>
              <a:gd name="T54" fmla="*/ 2147483646 w 588"/>
              <a:gd name="T55" fmla="*/ 2147483646 h 567"/>
              <a:gd name="T56" fmla="*/ 2147483646 w 588"/>
              <a:gd name="T57" fmla="*/ 2147483646 h 567"/>
              <a:gd name="T58" fmla="*/ 2147483646 w 588"/>
              <a:gd name="T59" fmla="*/ 2147483646 h 567"/>
              <a:gd name="T60" fmla="*/ 2147483646 w 588"/>
              <a:gd name="T61" fmla="*/ 2147483646 h 567"/>
              <a:gd name="T62" fmla="*/ 2147483646 w 588"/>
              <a:gd name="T63" fmla="*/ 2147483646 h 567"/>
              <a:gd name="T64" fmla="*/ 2147483646 w 588"/>
              <a:gd name="T65" fmla="*/ 2147483646 h 567"/>
              <a:gd name="T66" fmla="*/ 2147483646 w 588"/>
              <a:gd name="T67" fmla="*/ 2147483646 h 567"/>
              <a:gd name="T68" fmla="*/ 2147483646 w 588"/>
              <a:gd name="T69" fmla="*/ 2147483646 h 567"/>
              <a:gd name="T70" fmla="*/ 2147483646 w 588"/>
              <a:gd name="T71" fmla="*/ 2147483646 h 567"/>
              <a:gd name="T72" fmla="*/ 2147483646 w 588"/>
              <a:gd name="T73" fmla="*/ 2147483646 h 567"/>
              <a:gd name="T74" fmla="*/ 2147483646 w 588"/>
              <a:gd name="T75" fmla="*/ 2147483646 h 567"/>
              <a:gd name="T76" fmla="*/ 2147483646 w 588"/>
              <a:gd name="T77" fmla="*/ 2147483646 h 567"/>
              <a:gd name="T78" fmla="*/ 2147483646 w 588"/>
              <a:gd name="T79" fmla="*/ 2147483646 h 567"/>
              <a:gd name="T80" fmla="*/ 2147483646 w 588"/>
              <a:gd name="T81" fmla="*/ 2147483646 h 567"/>
              <a:gd name="T82" fmla="*/ 2147483646 w 588"/>
              <a:gd name="T83" fmla="*/ 0 h 567"/>
              <a:gd name="T84" fmla="*/ 2147483646 w 588"/>
              <a:gd name="T85" fmla="*/ 2147483646 h 567"/>
              <a:gd name="T86" fmla="*/ 2147483646 w 588"/>
              <a:gd name="T87" fmla="*/ 2147483646 h 567"/>
              <a:gd name="T88" fmla="*/ 2147483646 w 588"/>
              <a:gd name="T89" fmla="*/ 2147483646 h 567"/>
              <a:gd name="T90" fmla="*/ 2147483646 w 588"/>
              <a:gd name="T91" fmla="*/ 2147483646 h 56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588" h="567">
                <a:moveTo>
                  <a:pt x="558" y="474"/>
                </a:moveTo>
                <a:lnTo>
                  <a:pt x="558" y="474"/>
                </a:lnTo>
                <a:cubicBezTo>
                  <a:pt x="417" y="474"/>
                  <a:pt x="417" y="474"/>
                  <a:pt x="417" y="474"/>
                </a:cubicBezTo>
                <a:cubicBezTo>
                  <a:pt x="382" y="474"/>
                  <a:pt x="382" y="474"/>
                  <a:pt x="382" y="474"/>
                </a:cubicBezTo>
                <a:cubicBezTo>
                  <a:pt x="382" y="523"/>
                  <a:pt x="382" y="523"/>
                  <a:pt x="382" y="523"/>
                </a:cubicBezTo>
                <a:cubicBezTo>
                  <a:pt x="417" y="559"/>
                  <a:pt x="417" y="559"/>
                  <a:pt x="417" y="559"/>
                </a:cubicBezTo>
                <a:cubicBezTo>
                  <a:pt x="417" y="566"/>
                  <a:pt x="417" y="566"/>
                  <a:pt x="417" y="566"/>
                </a:cubicBezTo>
                <a:cubicBezTo>
                  <a:pt x="169" y="566"/>
                  <a:pt x="169" y="566"/>
                  <a:pt x="169" y="566"/>
                </a:cubicBezTo>
                <a:cubicBezTo>
                  <a:pt x="169" y="559"/>
                  <a:pt x="169" y="559"/>
                  <a:pt x="169" y="559"/>
                </a:cubicBezTo>
                <a:cubicBezTo>
                  <a:pt x="212" y="523"/>
                  <a:pt x="212" y="523"/>
                  <a:pt x="212" y="523"/>
                </a:cubicBezTo>
                <a:cubicBezTo>
                  <a:pt x="212" y="474"/>
                  <a:pt x="212" y="474"/>
                  <a:pt x="212" y="474"/>
                </a:cubicBezTo>
                <a:cubicBezTo>
                  <a:pt x="169" y="474"/>
                  <a:pt x="169" y="474"/>
                  <a:pt x="169" y="474"/>
                </a:cubicBezTo>
                <a:cubicBezTo>
                  <a:pt x="28" y="474"/>
                  <a:pt x="28" y="474"/>
                  <a:pt x="28" y="474"/>
                </a:cubicBezTo>
                <a:cubicBezTo>
                  <a:pt x="14" y="474"/>
                  <a:pt x="0" y="460"/>
                  <a:pt x="0" y="446"/>
                </a:cubicBezTo>
                <a:cubicBezTo>
                  <a:pt x="0" y="71"/>
                  <a:pt x="0" y="71"/>
                  <a:pt x="0" y="71"/>
                </a:cubicBezTo>
                <a:cubicBezTo>
                  <a:pt x="0" y="50"/>
                  <a:pt x="14" y="43"/>
                  <a:pt x="28" y="43"/>
                </a:cubicBezTo>
                <a:cubicBezTo>
                  <a:pt x="205" y="43"/>
                  <a:pt x="205" y="43"/>
                  <a:pt x="205" y="43"/>
                </a:cubicBezTo>
                <a:cubicBezTo>
                  <a:pt x="169" y="78"/>
                  <a:pt x="169" y="78"/>
                  <a:pt x="169" y="78"/>
                </a:cubicBezTo>
                <a:cubicBezTo>
                  <a:pt x="42" y="78"/>
                  <a:pt x="42" y="78"/>
                  <a:pt x="42" y="78"/>
                </a:cubicBezTo>
                <a:cubicBezTo>
                  <a:pt x="42" y="396"/>
                  <a:pt x="42" y="396"/>
                  <a:pt x="42" y="396"/>
                </a:cubicBezTo>
                <a:cubicBezTo>
                  <a:pt x="551" y="396"/>
                  <a:pt x="551" y="396"/>
                  <a:pt x="551" y="396"/>
                </a:cubicBezTo>
                <a:cubicBezTo>
                  <a:pt x="551" y="78"/>
                  <a:pt x="551" y="78"/>
                  <a:pt x="551" y="78"/>
                </a:cubicBezTo>
                <a:cubicBezTo>
                  <a:pt x="424" y="78"/>
                  <a:pt x="424" y="78"/>
                  <a:pt x="424" y="78"/>
                </a:cubicBezTo>
                <a:cubicBezTo>
                  <a:pt x="382" y="43"/>
                  <a:pt x="382" y="43"/>
                  <a:pt x="382" y="43"/>
                </a:cubicBezTo>
                <a:cubicBezTo>
                  <a:pt x="558" y="43"/>
                  <a:pt x="558" y="43"/>
                  <a:pt x="558" y="43"/>
                </a:cubicBezTo>
                <a:cubicBezTo>
                  <a:pt x="572" y="43"/>
                  <a:pt x="587" y="50"/>
                  <a:pt x="587" y="71"/>
                </a:cubicBezTo>
                <a:cubicBezTo>
                  <a:pt x="587" y="446"/>
                  <a:pt x="587" y="446"/>
                  <a:pt x="587" y="446"/>
                </a:cubicBezTo>
                <a:cubicBezTo>
                  <a:pt x="587" y="460"/>
                  <a:pt x="572" y="474"/>
                  <a:pt x="558" y="474"/>
                </a:cubicBezTo>
                <a:close/>
                <a:moveTo>
                  <a:pt x="360" y="128"/>
                </a:moveTo>
                <a:lnTo>
                  <a:pt x="360" y="128"/>
                </a:lnTo>
                <a:cubicBezTo>
                  <a:pt x="353" y="128"/>
                  <a:pt x="346" y="121"/>
                  <a:pt x="339" y="113"/>
                </a:cubicBezTo>
                <a:cubicBezTo>
                  <a:pt x="325" y="99"/>
                  <a:pt x="325" y="99"/>
                  <a:pt x="325" y="99"/>
                </a:cubicBezTo>
                <a:cubicBezTo>
                  <a:pt x="325" y="226"/>
                  <a:pt x="325" y="226"/>
                  <a:pt x="325" y="226"/>
                </a:cubicBezTo>
                <a:cubicBezTo>
                  <a:pt x="325" y="248"/>
                  <a:pt x="311" y="255"/>
                  <a:pt x="297" y="255"/>
                </a:cubicBezTo>
                <a:cubicBezTo>
                  <a:pt x="276" y="255"/>
                  <a:pt x="269" y="248"/>
                  <a:pt x="269" y="226"/>
                </a:cubicBezTo>
                <a:cubicBezTo>
                  <a:pt x="269" y="99"/>
                  <a:pt x="269" y="99"/>
                  <a:pt x="269" y="99"/>
                </a:cubicBezTo>
                <a:cubicBezTo>
                  <a:pt x="247" y="113"/>
                  <a:pt x="247" y="113"/>
                  <a:pt x="247" y="113"/>
                </a:cubicBezTo>
                <a:cubicBezTo>
                  <a:pt x="240" y="121"/>
                  <a:pt x="233" y="128"/>
                  <a:pt x="226" y="128"/>
                </a:cubicBezTo>
                <a:cubicBezTo>
                  <a:pt x="212" y="128"/>
                  <a:pt x="198" y="113"/>
                  <a:pt x="198" y="99"/>
                </a:cubicBezTo>
                <a:cubicBezTo>
                  <a:pt x="198" y="92"/>
                  <a:pt x="205" y="85"/>
                  <a:pt x="212" y="78"/>
                </a:cubicBezTo>
                <a:cubicBezTo>
                  <a:pt x="276" y="15"/>
                  <a:pt x="276" y="15"/>
                  <a:pt x="276" y="15"/>
                </a:cubicBezTo>
                <a:cubicBezTo>
                  <a:pt x="283" y="8"/>
                  <a:pt x="290" y="0"/>
                  <a:pt x="297" y="0"/>
                </a:cubicBezTo>
                <a:cubicBezTo>
                  <a:pt x="304" y="0"/>
                  <a:pt x="311" y="8"/>
                  <a:pt x="311" y="15"/>
                </a:cubicBezTo>
                <a:cubicBezTo>
                  <a:pt x="382" y="78"/>
                  <a:pt x="382" y="78"/>
                  <a:pt x="382" y="78"/>
                </a:cubicBezTo>
                <a:cubicBezTo>
                  <a:pt x="389" y="85"/>
                  <a:pt x="389" y="92"/>
                  <a:pt x="389" y="99"/>
                </a:cubicBezTo>
                <a:cubicBezTo>
                  <a:pt x="389" y="113"/>
                  <a:pt x="375" y="128"/>
                  <a:pt x="360" y="12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26" name="Freeform 40">
            <a:extLst>
              <a:ext uri="{FF2B5EF4-FFF2-40B4-BE49-F238E27FC236}">
                <a16:creationId xmlns:a16="http://schemas.microsoft.com/office/drawing/2014/main" id="{872FBB73-5A55-7DFF-39D1-CBA51E2D9A54}"/>
              </a:ext>
            </a:extLst>
          </p:cNvPr>
          <p:cNvSpPr>
            <a:spLocks noChangeArrowheads="1"/>
          </p:cNvSpPr>
          <p:nvPr/>
        </p:nvSpPr>
        <p:spPr bwMode="auto">
          <a:xfrm>
            <a:off x="8206317" y="2322937"/>
            <a:ext cx="533607" cy="517561"/>
          </a:xfrm>
          <a:custGeom>
            <a:avLst/>
            <a:gdLst>
              <a:gd name="T0" fmla="*/ 2147483646 w 587"/>
              <a:gd name="T1" fmla="*/ 2147483646 h 567"/>
              <a:gd name="T2" fmla="*/ 2147483646 w 587"/>
              <a:gd name="T3" fmla="*/ 2147483646 h 567"/>
              <a:gd name="T4" fmla="*/ 2147483646 w 587"/>
              <a:gd name="T5" fmla="*/ 2147483646 h 567"/>
              <a:gd name="T6" fmla="*/ 2147483646 w 587"/>
              <a:gd name="T7" fmla="*/ 2147483646 h 567"/>
              <a:gd name="T8" fmla="*/ 2147483646 w 587"/>
              <a:gd name="T9" fmla="*/ 2147483646 h 567"/>
              <a:gd name="T10" fmla="*/ 2147483646 w 587"/>
              <a:gd name="T11" fmla="*/ 2147483646 h 567"/>
              <a:gd name="T12" fmla="*/ 2147483646 w 587"/>
              <a:gd name="T13" fmla="*/ 2147483646 h 567"/>
              <a:gd name="T14" fmla="*/ 2147483646 w 587"/>
              <a:gd name="T15" fmla="*/ 2147483646 h 567"/>
              <a:gd name="T16" fmla="*/ 2147483646 w 587"/>
              <a:gd name="T17" fmla="*/ 2147483646 h 567"/>
              <a:gd name="T18" fmla="*/ 2147483646 w 587"/>
              <a:gd name="T19" fmla="*/ 2147483646 h 567"/>
              <a:gd name="T20" fmla="*/ 2147483646 w 587"/>
              <a:gd name="T21" fmla="*/ 2147483646 h 567"/>
              <a:gd name="T22" fmla="*/ 2147483646 w 587"/>
              <a:gd name="T23" fmla="*/ 2147483646 h 567"/>
              <a:gd name="T24" fmla="*/ 2147483646 w 587"/>
              <a:gd name="T25" fmla="*/ 2147483646 h 567"/>
              <a:gd name="T26" fmla="*/ 0 w 587"/>
              <a:gd name="T27" fmla="*/ 2147483646 h 567"/>
              <a:gd name="T28" fmla="*/ 0 w 587"/>
              <a:gd name="T29" fmla="*/ 2147483646 h 567"/>
              <a:gd name="T30" fmla="*/ 2147483646 w 587"/>
              <a:gd name="T31" fmla="*/ 2147483646 h 567"/>
              <a:gd name="T32" fmla="*/ 2147483646 w 587"/>
              <a:gd name="T33" fmla="*/ 2147483646 h 567"/>
              <a:gd name="T34" fmla="*/ 2147483646 w 587"/>
              <a:gd name="T35" fmla="*/ 2147483646 h 567"/>
              <a:gd name="T36" fmla="*/ 2147483646 w 587"/>
              <a:gd name="T37" fmla="*/ 2147483646 h 567"/>
              <a:gd name="T38" fmla="*/ 2147483646 w 587"/>
              <a:gd name="T39" fmla="*/ 2147483646 h 567"/>
              <a:gd name="T40" fmla="*/ 2147483646 w 587"/>
              <a:gd name="T41" fmla="*/ 2147483646 h 567"/>
              <a:gd name="T42" fmla="*/ 2147483646 w 587"/>
              <a:gd name="T43" fmla="*/ 2147483646 h 567"/>
              <a:gd name="T44" fmla="*/ 2147483646 w 587"/>
              <a:gd name="T45" fmla="*/ 2147483646 h 567"/>
              <a:gd name="T46" fmla="*/ 2147483646 w 587"/>
              <a:gd name="T47" fmla="*/ 2147483646 h 567"/>
              <a:gd name="T48" fmla="*/ 2147483646 w 587"/>
              <a:gd name="T49" fmla="*/ 2147483646 h 567"/>
              <a:gd name="T50" fmla="*/ 2147483646 w 587"/>
              <a:gd name="T51" fmla="*/ 2147483646 h 567"/>
              <a:gd name="T52" fmla="*/ 2147483646 w 587"/>
              <a:gd name="T53" fmla="*/ 2147483646 h 567"/>
              <a:gd name="T54" fmla="*/ 2147483646 w 587"/>
              <a:gd name="T55" fmla="*/ 2147483646 h 567"/>
              <a:gd name="T56" fmla="*/ 2147483646 w 587"/>
              <a:gd name="T57" fmla="*/ 2147483646 h 567"/>
              <a:gd name="T58" fmla="*/ 2147483646 w 587"/>
              <a:gd name="T59" fmla="*/ 2147483646 h 567"/>
              <a:gd name="T60" fmla="*/ 2147483646 w 587"/>
              <a:gd name="T61" fmla="*/ 2147483646 h 567"/>
              <a:gd name="T62" fmla="*/ 2147483646 w 587"/>
              <a:gd name="T63" fmla="*/ 2147483646 h 567"/>
              <a:gd name="T64" fmla="*/ 2147483646 w 587"/>
              <a:gd name="T65" fmla="*/ 2147483646 h 567"/>
              <a:gd name="T66" fmla="*/ 2147483646 w 587"/>
              <a:gd name="T67" fmla="*/ 2147483646 h 567"/>
              <a:gd name="T68" fmla="*/ 2147483646 w 587"/>
              <a:gd name="T69" fmla="*/ 2147483646 h 567"/>
              <a:gd name="T70" fmla="*/ 2147483646 w 587"/>
              <a:gd name="T71" fmla="*/ 2147483646 h 567"/>
              <a:gd name="T72" fmla="*/ 2147483646 w 587"/>
              <a:gd name="T73" fmla="*/ 2147483646 h 567"/>
              <a:gd name="T74" fmla="*/ 2147483646 w 587"/>
              <a:gd name="T75" fmla="*/ 2147483646 h 567"/>
              <a:gd name="T76" fmla="*/ 2147483646 w 587"/>
              <a:gd name="T77" fmla="*/ 2147483646 h 567"/>
              <a:gd name="T78" fmla="*/ 2147483646 w 587"/>
              <a:gd name="T79" fmla="*/ 2147483646 h 567"/>
              <a:gd name="T80" fmla="*/ 2147483646 w 587"/>
              <a:gd name="T81" fmla="*/ 0 h 567"/>
              <a:gd name="T82" fmla="*/ 2147483646 w 587"/>
              <a:gd name="T83" fmla="*/ 2147483646 h 567"/>
              <a:gd name="T84" fmla="*/ 2147483646 w 587"/>
              <a:gd name="T85" fmla="*/ 2147483646 h 567"/>
              <a:gd name="T86" fmla="*/ 2147483646 w 587"/>
              <a:gd name="T87" fmla="*/ 2147483646 h 567"/>
              <a:gd name="T88" fmla="*/ 2147483646 w 587"/>
              <a:gd name="T89" fmla="*/ 2147483646 h 567"/>
              <a:gd name="T90" fmla="*/ 2147483646 w 587"/>
              <a:gd name="T91" fmla="*/ 2147483646 h 56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587" h="567">
                <a:moveTo>
                  <a:pt x="558" y="474"/>
                </a:moveTo>
                <a:lnTo>
                  <a:pt x="558" y="474"/>
                </a:lnTo>
                <a:cubicBezTo>
                  <a:pt x="417" y="474"/>
                  <a:pt x="417" y="474"/>
                  <a:pt x="417" y="474"/>
                </a:cubicBezTo>
                <a:cubicBezTo>
                  <a:pt x="374" y="474"/>
                  <a:pt x="374" y="474"/>
                  <a:pt x="374" y="474"/>
                </a:cubicBezTo>
                <a:cubicBezTo>
                  <a:pt x="374" y="523"/>
                  <a:pt x="374" y="523"/>
                  <a:pt x="374" y="523"/>
                </a:cubicBezTo>
                <a:cubicBezTo>
                  <a:pt x="417" y="559"/>
                  <a:pt x="417" y="559"/>
                  <a:pt x="417" y="559"/>
                </a:cubicBezTo>
                <a:cubicBezTo>
                  <a:pt x="417" y="566"/>
                  <a:pt x="417" y="566"/>
                  <a:pt x="417" y="566"/>
                </a:cubicBezTo>
                <a:cubicBezTo>
                  <a:pt x="169" y="566"/>
                  <a:pt x="169" y="566"/>
                  <a:pt x="169" y="566"/>
                </a:cubicBezTo>
                <a:cubicBezTo>
                  <a:pt x="169" y="559"/>
                  <a:pt x="169" y="559"/>
                  <a:pt x="169" y="559"/>
                </a:cubicBezTo>
                <a:cubicBezTo>
                  <a:pt x="205" y="523"/>
                  <a:pt x="205" y="523"/>
                  <a:pt x="205" y="523"/>
                </a:cubicBezTo>
                <a:cubicBezTo>
                  <a:pt x="205" y="474"/>
                  <a:pt x="205" y="474"/>
                  <a:pt x="205" y="474"/>
                </a:cubicBezTo>
                <a:cubicBezTo>
                  <a:pt x="169" y="474"/>
                  <a:pt x="169" y="474"/>
                  <a:pt x="169" y="474"/>
                </a:cubicBezTo>
                <a:cubicBezTo>
                  <a:pt x="28" y="474"/>
                  <a:pt x="28" y="474"/>
                  <a:pt x="28" y="474"/>
                </a:cubicBezTo>
                <a:cubicBezTo>
                  <a:pt x="14" y="474"/>
                  <a:pt x="0" y="460"/>
                  <a:pt x="0" y="446"/>
                </a:cubicBezTo>
                <a:cubicBezTo>
                  <a:pt x="0" y="71"/>
                  <a:pt x="0" y="71"/>
                  <a:pt x="0" y="71"/>
                </a:cubicBezTo>
                <a:cubicBezTo>
                  <a:pt x="0" y="50"/>
                  <a:pt x="14" y="43"/>
                  <a:pt x="28" y="43"/>
                </a:cubicBezTo>
                <a:cubicBezTo>
                  <a:pt x="233" y="43"/>
                  <a:pt x="233" y="43"/>
                  <a:pt x="233" y="43"/>
                </a:cubicBezTo>
                <a:cubicBezTo>
                  <a:pt x="233" y="78"/>
                  <a:pt x="233" y="78"/>
                  <a:pt x="233" y="78"/>
                </a:cubicBezTo>
                <a:cubicBezTo>
                  <a:pt x="35" y="78"/>
                  <a:pt x="35" y="78"/>
                  <a:pt x="35" y="78"/>
                </a:cubicBezTo>
                <a:cubicBezTo>
                  <a:pt x="35" y="396"/>
                  <a:pt x="35" y="396"/>
                  <a:pt x="35" y="396"/>
                </a:cubicBezTo>
                <a:cubicBezTo>
                  <a:pt x="544" y="396"/>
                  <a:pt x="544" y="396"/>
                  <a:pt x="544" y="396"/>
                </a:cubicBezTo>
                <a:cubicBezTo>
                  <a:pt x="544" y="78"/>
                  <a:pt x="544" y="78"/>
                  <a:pt x="544" y="78"/>
                </a:cubicBezTo>
                <a:cubicBezTo>
                  <a:pt x="346" y="78"/>
                  <a:pt x="346" y="78"/>
                  <a:pt x="346" y="78"/>
                </a:cubicBezTo>
                <a:cubicBezTo>
                  <a:pt x="346" y="43"/>
                  <a:pt x="346" y="43"/>
                  <a:pt x="346" y="43"/>
                </a:cubicBezTo>
                <a:cubicBezTo>
                  <a:pt x="558" y="43"/>
                  <a:pt x="558" y="43"/>
                  <a:pt x="558" y="43"/>
                </a:cubicBezTo>
                <a:cubicBezTo>
                  <a:pt x="572" y="43"/>
                  <a:pt x="586" y="50"/>
                  <a:pt x="586" y="71"/>
                </a:cubicBezTo>
                <a:cubicBezTo>
                  <a:pt x="586" y="446"/>
                  <a:pt x="586" y="446"/>
                  <a:pt x="586" y="446"/>
                </a:cubicBezTo>
                <a:cubicBezTo>
                  <a:pt x="586" y="460"/>
                  <a:pt x="572" y="474"/>
                  <a:pt x="558" y="474"/>
                </a:cubicBezTo>
                <a:close/>
                <a:moveTo>
                  <a:pt x="389" y="163"/>
                </a:moveTo>
                <a:lnTo>
                  <a:pt x="389" y="163"/>
                </a:lnTo>
                <a:cubicBezTo>
                  <a:pt x="389" y="170"/>
                  <a:pt x="382" y="177"/>
                  <a:pt x="374" y="184"/>
                </a:cubicBezTo>
                <a:cubicBezTo>
                  <a:pt x="311" y="248"/>
                  <a:pt x="311" y="248"/>
                  <a:pt x="311" y="248"/>
                </a:cubicBezTo>
                <a:cubicBezTo>
                  <a:pt x="304" y="255"/>
                  <a:pt x="297" y="255"/>
                  <a:pt x="290" y="255"/>
                </a:cubicBezTo>
                <a:cubicBezTo>
                  <a:pt x="283" y="255"/>
                  <a:pt x="276" y="255"/>
                  <a:pt x="276" y="248"/>
                </a:cubicBezTo>
                <a:cubicBezTo>
                  <a:pt x="205" y="184"/>
                  <a:pt x="205" y="184"/>
                  <a:pt x="205" y="184"/>
                </a:cubicBezTo>
                <a:cubicBezTo>
                  <a:pt x="198" y="177"/>
                  <a:pt x="198" y="170"/>
                  <a:pt x="198" y="163"/>
                </a:cubicBezTo>
                <a:cubicBezTo>
                  <a:pt x="198" y="149"/>
                  <a:pt x="212" y="135"/>
                  <a:pt x="226" y="135"/>
                </a:cubicBezTo>
                <a:cubicBezTo>
                  <a:pt x="233" y="135"/>
                  <a:pt x="240" y="135"/>
                  <a:pt x="247" y="142"/>
                </a:cubicBezTo>
                <a:cubicBezTo>
                  <a:pt x="261" y="163"/>
                  <a:pt x="261" y="163"/>
                  <a:pt x="261" y="163"/>
                </a:cubicBezTo>
                <a:cubicBezTo>
                  <a:pt x="261" y="29"/>
                  <a:pt x="261" y="29"/>
                  <a:pt x="261" y="29"/>
                </a:cubicBezTo>
                <a:cubicBezTo>
                  <a:pt x="261" y="15"/>
                  <a:pt x="276" y="0"/>
                  <a:pt x="290" y="0"/>
                </a:cubicBezTo>
                <a:cubicBezTo>
                  <a:pt x="311" y="0"/>
                  <a:pt x="318" y="15"/>
                  <a:pt x="318" y="29"/>
                </a:cubicBezTo>
                <a:cubicBezTo>
                  <a:pt x="318" y="163"/>
                  <a:pt x="318" y="163"/>
                  <a:pt x="318" y="163"/>
                </a:cubicBezTo>
                <a:cubicBezTo>
                  <a:pt x="339" y="142"/>
                  <a:pt x="339" y="142"/>
                  <a:pt x="339" y="142"/>
                </a:cubicBezTo>
                <a:cubicBezTo>
                  <a:pt x="346" y="135"/>
                  <a:pt x="353" y="135"/>
                  <a:pt x="360" y="135"/>
                </a:cubicBezTo>
                <a:cubicBezTo>
                  <a:pt x="374" y="135"/>
                  <a:pt x="389" y="149"/>
                  <a:pt x="389" y="16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27" name="Freeform 41">
            <a:extLst>
              <a:ext uri="{FF2B5EF4-FFF2-40B4-BE49-F238E27FC236}">
                <a16:creationId xmlns:a16="http://schemas.microsoft.com/office/drawing/2014/main" id="{FC2E88A9-1AB3-672D-BF71-2678245DF09D}"/>
              </a:ext>
            </a:extLst>
          </p:cNvPr>
          <p:cNvSpPr>
            <a:spLocks noChangeArrowheads="1"/>
          </p:cNvSpPr>
          <p:nvPr/>
        </p:nvSpPr>
        <p:spPr bwMode="auto">
          <a:xfrm>
            <a:off x="7251440" y="2359048"/>
            <a:ext cx="529596" cy="477437"/>
          </a:xfrm>
          <a:custGeom>
            <a:avLst/>
            <a:gdLst>
              <a:gd name="T0" fmla="*/ 2147483646 w 580"/>
              <a:gd name="T1" fmla="*/ 2147483646 h 524"/>
              <a:gd name="T2" fmla="*/ 2147483646 w 580"/>
              <a:gd name="T3" fmla="*/ 2147483646 h 524"/>
              <a:gd name="T4" fmla="*/ 2147483646 w 580"/>
              <a:gd name="T5" fmla="*/ 2147483646 h 524"/>
              <a:gd name="T6" fmla="*/ 2147483646 w 580"/>
              <a:gd name="T7" fmla="*/ 2147483646 h 524"/>
              <a:gd name="T8" fmla="*/ 2147483646 w 580"/>
              <a:gd name="T9" fmla="*/ 2147483646 h 524"/>
              <a:gd name="T10" fmla="*/ 2147483646 w 580"/>
              <a:gd name="T11" fmla="*/ 2147483646 h 524"/>
              <a:gd name="T12" fmla="*/ 2147483646 w 580"/>
              <a:gd name="T13" fmla="*/ 2147483646 h 524"/>
              <a:gd name="T14" fmla="*/ 2147483646 w 580"/>
              <a:gd name="T15" fmla="*/ 2147483646 h 524"/>
              <a:gd name="T16" fmla="*/ 2147483646 w 580"/>
              <a:gd name="T17" fmla="*/ 2147483646 h 524"/>
              <a:gd name="T18" fmla="*/ 2147483646 w 580"/>
              <a:gd name="T19" fmla="*/ 2147483646 h 524"/>
              <a:gd name="T20" fmla="*/ 2147483646 w 580"/>
              <a:gd name="T21" fmla="*/ 2147483646 h 524"/>
              <a:gd name="T22" fmla="*/ 2147483646 w 580"/>
              <a:gd name="T23" fmla="*/ 2147483646 h 524"/>
              <a:gd name="T24" fmla="*/ 2147483646 w 580"/>
              <a:gd name="T25" fmla="*/ 2147483646 h 524"/>
              <a:gd name="T26" fmla="*/ 0 w 580"/>
              <a:gd name="T27" fmla="*/ 2147483646 h 524"/>
              <a:gd name="T28" fmla="*/ 0 w 580"/>
              <a:gd name="T29" fmla="*/ 2147483646 h 524"/>
              <a:gd name="T30" fmla="*/ 2147483646 w 580"/>
              <a:gd name="T31" fmla="*/ 0 h 524"/>
              <a:gd name="T32" fmla="*/ 2147483646 w 580"/>
              <a:gd name="T33" fmla="*/ 0 h 524"/>
              <a:gd name="T34" fmla="*/ 2147483646 w 580"/>
              <a:gd name="T35" fmla="*/ 2147483646 h 524"/>
              <a:gd name="T36" fmla="*/ 2147483646 w 580"/>
              <a:gd name="T37" fmla="*/ 2147483646 h 524"/>
              <a:gd name="T38" fmla="*/ 2147483646 w 580"/>
              <a:gd name="T39" fmla="*/ 2147483646 h 524"/>
              <a:gd name="T40" fmla="*/ 2147483646 w 580"/>
              <a:gd name="T41" fmla="*/ 2147483646 h 524"/>
              <a:gd name="T42" fmla="*/ 2147483646 w 580"/>
              <a:gd name="T43" fmla="*/ 2147483646 h 524"/>
              <a:gd name="T44" fmla="*/ 2147483646 w 580"/>
              <a:gd name="T45" fmla="*/ 2147483646 h 524"/>
              <a:gd name="T46" fmla="*/ 2147483646 w 580"/>
              <a:gd name="T47" fmla="*/ 2147483646 h 524"/>
              <a:gd name="T48" fmla="*/ 2147483646 w 580"/>
              <a:gd name="T49" fmla="*/ 2147483646 h 524"/>
              <a:gd name="T50" fmla="*/ 2147483646 w 580"/>
              <a:gd name="T51" fmla="*/ 2147483646 h 524"/>
              <a:gd name="T52" fmla="*/ 2147483646 w 580"/>
              <a:gd name="T53" fmla="*/ 2147483646 h 524"/>
              <a:gd name="T54" fmla="*/ 2147483646 w 580"/>
              <a:gd name="T55" fmla="*/ 2147483646 h 524"/>
              <a:gd name="T56" fmla="*/ 2147483646 w 580"/>
              <a:gd name="T57" fmla="*/ 2147483646 h 524"/>
              <a:gd name="T58" fmla="*/ 2147483646 w 580"/>
              <a:gd name="T59" fmla="*/ 2147483646 h 524"/>
              <a:gd name="T60" fmla="*/ 2147483646 w 580"/>
              <a:gd name="T61" fmla="*/ 2147483646 h 524"/>
              <a:gd name="T62" fmla="*/ 2147483646 w 580"/>
              <a:gd name="T63" fmla="*/ 2147483646 h 524"/>
              <a:gd name="T64" fmla="*/ 2147483646 w 580"/>
              <a:gd name="T65" fmla="*/ 2147483646 h 524"/>
              <a:gd name="T66" fmla="*/ 2147483646 w 580"/>
              <a:gd name="T67" fmla="*/ 2147483646 h 524"/>
              <a:gd name="T68" fmla="*/ 2147483646 w 580"/>
              <a:gd name="T69" fmla="*/ 2147483646 h 524"/>
              <a:gd name="T70" fmla="*/ 2147483646 w 580"/>
              <a:gd name="T71" fmla="*/ 2147483646 h 524"/>
              <a:gd name="T72" fmla="*/ 2147483646 w 580"/>
              <a:gd name="T73" fmla="*/ 2147483646 h 524"/>
              <a:gd name="T74" fmla="*/ 2147483646 w 580"/>
              <a:gd name="T75" fmla="*/ 2147483646 h 524"/>
              <a:gd name="T76" fmla="*/ 2147483646 w 580"/>
              <a:gd name="T77" fmla="*/ 2147483646 h 524"/>
              <a:gd name="T78" fmla="*/ 2147483646 w 580"/>
              <a:gd name="T79" fmla="*/ 2147483646 h 524"/>
              <a:gd name="T80" fmla="*/ 2147483646 w 580"/>
              <a:gd name="T81" fmla="*/ 2147483646 h 524"/>
              <a:gd name="T82" fmla="*/ 2147483646 w 580"/>
              <a:gd name="T83" fmla="*/ 2147483646 h 524"/>
              <a:gd name="T84" fmla="*/ 2147483646 w 580"/>
              <a:gd name="T85" fmla="*/ 2147483646 h 524"/>
              <a:gd name="T86" fmla="*/ 2147483646 w 580"/>
              <a:gd name="T87" fmla="*/ 2147483646 h 524"/>
              <a:gd name="T88" fmla="*/ 2147483646 w 580"/>
              <a:gd name="T89" fmla="*/ 2147483646 h 524"/>
              <a:gd name="T90" fmla="*/ 2147483646 w 580"/>
              <a:gd name="T91" fmla="*/ 2147483646 h 524"/>
              <a:gd name="T92" fmla="*/ 2147483646 w 580"/>
              <a:gd name="T93" fmla="*/ 2147483646 h 524"/>
              <a:gd name="T94" fmla="*/ 2147483646 w 580"/>
              <a:gd name="T95" fmla="*/ 2147483646 h 524"/>
              <a:gd name="T96" fmla="*/ 2147483646 w 580"/>
              <a:gd name="T97" fmla="*/ 2147483646 h 524"/>
              <a:gd name="T98" fmla="*/ 2147483646 w 580"/>
              <a:gd name="T99" fmla="*/ 2147483646 h 524"/>
              <a:gd name="T100" fmla="*/ 2147483646 w 580"/>
              <a:gd name="T101" fmla="*/ 2147483646 h 524"/>
              <a:gd name="T102" fmla="*/ 2147483646 w 580"/>
              <a:gd name="T103" fmla="*/ 2147483646 h 524"/>
              <a:gd name="T104" fmla="*/ 2147483646 w 580"/>
              <a:gd name="T105" fmla="*/ 2147483646 h 524"/>
              <a:gd name="T106" fmla="*/ 2147483646 w 580"/>
              <a:gd name="T107" fmla="*/ 2147483646 h 524"/>
              <a:gd name="T108" fmla="*/ 2147483646 w 580"/>
              <a:gd name="T109" fmla="*/ 2147483646 h 524"/>
              <a:gd name="T110" fmla="*/ 2147483646 w 580"/>
              <a:gd name="T111" fmla="*/ 2147483646 h 52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80" h="524">
                <a:moveTo>
                  <a:pt x="551" y="431"/>
                </a:moveTo>
                <a:lnTo>
                  <a:pt x="551" y="431"/>
                </a:lnTo>
                <a:cubicBezTo>
                  <a:pt x="410" y="431"/>
                  <a:pt x="410" y="431"/>
                  <a:pt x="410" y="431"/>
                </a:cubicBezTo>
                <a:cubicBezTo>
                  <a:pt x="374" y="431"/>
                  <a:pt x="374" y="431"/>
                  <a:pt x="374" y="431"/>
                </a:cubicBezTo>
                <a:cubicBezTo>
                  <a:pt x="374" y="480"/>
                  <a:pt x="374" y="480"/>
                  <a:pt x="374" y="480"/>
                </a:cubicBezTo>
                <a:cubicBezTo>
                  <a:pt x="410" y="516"/>
                  <a:pt x="410" y="516"/>
                  <a:pt x="410" y="516"/>
                </a:cubicBezTo>
                <a:cubicBezTo>
                  <a:pt x="410" y="523"/>
                  <a:pt x="410" y="523"/>
                  <a:pt x="410" y="523"/>
                </a:cubicBezTo>
                <a:cubicBezTo>
                  <a:pt x="169" y="523"/>
                  <a:pt x="169" y="523"/>
                  <a:pt x="169" y="523"/>
                </a:cubicBezTo>
                <a:cubicBezTo>
                  <a:pt x="169" y="516"/>
                  <a:pt x="169" y="516"/>
                  <a:pt x="169" y="516"/>
                </a:cubicBezTo>
                <a:cubicBezTo>
                  <a:pt x="205" y="480"/>
                  <a:pt x="205" y="480"/>
                  <a:pt x="205" y="480"/>
                </a:cubicBezTo>
                <a:cubicBezTo>
                  <a:pt x="205" y="431"/>
                  <a:pt x="205" y="431"/>
                  <a:pt x="205" y="431"/>
                </a:cubicBezTo>
                <a:cubicBezTo>
                  <a:pt x="169" y="431"/>
                  <a:pt x="169" y="431"/>
                  <a:pt x="169" y="431"/>
                </a:cubicBezTo>
                <a:cubicBezTo>
                  <a:pt x="28" y="431"/>
                  <a:pt x="28" y="431"/>
                  <a:pt x="28" y="431"/>
                </a:cubicBezTo>
                <a:cubicBezTo>
                  <a:pt x="7" y="431"/>
                  <a:pt x="0" y="417"/>
                  <a:pt x="0" y="403"/>
                </a:cubicBezTo>
                <a:cubicBezTo>
                  <a:pt x="0" y="28"/>
                  <a:pt x="0" y="28"/>
                  <a:pt x="0" y="28"/>
                </a:cubicBezTo>
                <a:cubicBezTo>
                  <a:pt x="0" y="7"/>
                  <a:pt x="7" y="0"/>
                  <a:pt x="28" y="0"/>
                </a:cubicBezTo>
                <a:cubicBezTo>
                  <a:pt x="551" y="0"/>
                  <a:pt x="551" y="0"/>
                  <a:pt x="551" y="0"/>
                </a:cubicBezTo>
                <a:cubicBezTo>
                  <a:pt x="572" y="0"/>
                  <a:pt x="579" y="7"/>
                  <a:pt x="579" y="28"/>
                </a:cubicBezTo>
                <a:cubicBezTo>
                  <a:pt x="579" y="403"/>
                  <a:pt x="579" y="403"/>
                  <a:pt x="579" y="403"/>
                </a:cubicBezTo>
                <a:cubicBezTo>
                  <a:pt x="579" y="417"/>
                  <a:pt x="572" y="431"/>
                  <a:pt x="551" y="431"/>
                </a:cubicBezTo>
                <a:close/>
                <a:moveTo>
                  <a:pt x="544" y="35"/>
                </a:moveTo>
                <a:lnTo>
                  <a:pt x="544" y="35"/>
                </a:lnTo>
                <a:cubicBezTo>
                  <a:pt x="35" y="35"/>
                  <a:pt x="35" y="35"/>
                  <a:pt x="35" y="35"/>
                </a:cubicBezTo>
                <a:cubicBezTo>
                  <a:pt x="35" y="353"/>
                  <a:pt x="35" y="353"/>
                  <a:pt x="35" y="353"/>
                </a:cubicBezTo>
                <a:cubicBezTo>
                  <a:pt x="544" y="353"/>
                  <a:pt x="544" y="353"/>
                  <a:pt x="544" y="353"/>
                </a:cubicBezTo>
                <a:lnTo>
                  <a:pt x="544" y="35"/>
                </a:lnTo>
                <a:close/>
                <a:moveTo>
                  <a:pt x="233" y="113"/>
                </a:moveTo>
                <a:lnTo>
                  <a:pt x="233" y="113"/>
                </a:lnTo>
                <a:cubicBezTo>
                  <a:pt x="240" y="113"/>
                  <a:pt x="247" y="113"/>
                  <a:pt x="254" y="120"/>
                </a:cubicBezTo>
                <a:cubicBezTo>
                  <a:pt x="290" y="155"/>
                  <a:pt x="290" y="155"/>
                  <a:pt x="290" y="155"/>
                </a:cubicBezTo>
                <a:cubicBezTo>
                  <a:pt x="325" y="120"/>
                  <a:pt x="325" y="120"/>
                  <a:pt x="325" y="120"/>
                </a:cubicBezTo>
                <a:cubicBezTo>
                  <a:pt x="332" y="113"/>
                  <a:pt x="339" y="113"/>
                  <a:pt x="346" y="113"/>
                </a:cubicBezTo>
                <a:cubicBezTo>
                  <a:pt x="360" y="113"/>
                  <a:pt x="374" y="120"/>
                  <a:pt x="374" y="141"/>
                </a:cubicBezTo>
                <a:cubicBezTo>
                  <a:pt x="374" y="148"/>
                  <a:pt x="374" y="155"/>
                  <a:pt x="367" y="155"/>
                </a:cubicBezTo>
                <a:cubicBezTo>
                  <a:pt x="332" y="198"/>
                  <a:pt x="332" y="198"/>
                  <a:pt x="332" y="198"/>
                </a:cubicBezTo>
                <a:cubicBezTo>
                  <a:pt x="367" y="233"/>
                  <a:pt x="367" y="233"/>
                  <a:pt x="367" y="233"/>
                </a:cubicBezTo>
                <a:cubicBezTo>
                  <a:pt x="374" y="240"/>
                  <a:pt x="374" y="247"/>
                  <a:pt x="374" y="254"/>
                </a:cubicBezTo>
                <a:cubicBezTo>
                  <a:pt x="374" y="268"/>
                  <a:pt x="360" y="283"/>
                  <a:pt x="346" y="283"/>
                </a:cubicBezTo>
                <a:cubicBezTo>
                  <a:pt x="339" y="283"/>
                  <a:pt x="332" y="276"/>
                  <a:pt x="325" y="268"/>
                </a:cubicBezTo>
                <a:cubicBezTo>
                  <a:pt x="290" y="233"/>
                  <a:pt x="290" y="233"/>
                  <a:pt x="290" y="233"/>
                </a:cubicBezTo>
                <a:cubicBezTo>
                  <a:pt x="254" y="268"/>
                  <a:pt x="254" y="268"/>
                  <a:pt x="254" y="268"/>
                </a:cubicBezTo>
                <a:cubicBezTo>
                  <a:pt x="247" y="276"/>
                  <a:pt x="240" y="283"/>
                  <a:pt x="233" y="283"/>
                </a:cubicBezTo>
                <a:cubicBezTo>
                  <a:pt x="219" y="283"/>
                  <a:pt x="205" y="268"/>
                  <a:pt x="205" y="254"/>
                </a:cubicBezTo>
                <a:cubicBezTo>
                  <a:pt x="205" y="247"/>
                  <a:pt x="205" y="240"/>
                  <a:pt x="212" y="233"/>
                </a:cubicBezTo>
                <a:cubicBezTo>
                  <a:pt x="247" y="198"/>
                  <a:pt x="247" y="198"/>
                  <a:pt x="247" y="198"/>
                </a:cubicBezTo>
                <a:cubicBezTo>
                  <a:pt x="212" y="155"/>
                  <a:pt x="212" y="155"/>
                  <a:pt x="212" y="155"/>
                </a:cubicBezTo>
                <a:cubicBezTo>
                  <a:pt x="205" y="155"/>
                  <a:pt x="205" y="148"/>
                  <a:pt x="205" y="141"/>
                </a:cubicBezTo>
                <a:cubicBezTo>
                  <a:pt x="205" y="120"/>
                  <a:pt x="219" y="113"/>
                  <a:pt x="233" y="11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28" name="Freeform 42">
            <a:extLst>
              <a:ext uri="{FF2B5EF4-FFF2-40B4-BE49-F238E27FC236}">
                <a16:creationId xmlns:a16="http://schemas.microsoft.com/office/drawing/2014/main" id="{73B78377-1A0B-FEA1-1613-D675F849BF54}"/>
              </a:ext>
            </a:extLst>
          </p:cNvPr>
          <p:cNvSpPr>
            <a:spLocks noChangeArrowheads="1"/>
          </p:cNvSpPr>
          <p:nvPr/>
        </p:nvSpPr>
        <p:spPr bwMode="auto">
          <a:xfrm>
            <a:off x="6284525" y="2359048"/>
            <a:ext cx="533609" cy="477437"/>
          </a:xfrm>
          <a:custGeom>
            <a:avLst/>
            <a:gdLst>
              <a:gd name="T0" fmla="*/ 2147483646 w 587"/>
              <a:gd name="T1" fmla="*/ 2147483646 h 524"/>
              <a:gd name="T2" fmla="*/ 2147483646 w 587"/>
              <a:gd name="T3" fmla="*/ 2147483646 h 524"/>
              <a:gd name="T4" fmla="*/ 2147483646 w 587"/>
              <a:gd name="T5" fmla="*/ 2147483646 h 524"/>
              <a:gd name="T6" fmla="*/ 2147483646 w 587"/>
              <a:gd name="T7" fmla="*/ 2147483646 h 524"/>
              <a:gd name="T8" fmla="*/ 2147483646 w 587"/>
              <a:gd name="T9" fmla="*/ 2147483646 h 524"/>
              <a:gd name="T10" fmla="*/ 2147483646 w 587"/>
              <a:gd name="T11" fmla="*/ 2147483646 h 524"/>
              <a:gd name="T12" fmla="*/ 2147483646 w 587"/>
              <a:gd name="T13" fmla="*/ 2147483646 h 524"/>
              <a:gd name="T14" fmla="*/ 2147483646 w 587"/>
              <a:gd name="T15" fmla="*/ 2147483646 h 524"/>
              <a:gd name="T16" fmla="*/ 2147483646 w 587"/>
              <a:gd name="T17" fmla="*/ 2147483646 h 524"/>
              <a:gd name="T18" fmla="*/ 2147483646 w 587"/>
              <a:gd name="T19" fmla="*/ 2147483646 h 524"/>
              <a:gd name="T20" fmla="*/ 2147483646 w 587"/>
              <a:gd name="T21" fmla="*/ 2147483646 h 524"/>
              <a:gd name="T22" fmla="*/ 2147483646 w 587"/>
              <a:gd name="T23" fmla="*/ 2147483646 h 524"/>
              <a:gd name="T24" fmla="*/ 2147483646 w 587"/>
              <a:gd name="T25" fmla="*/ 2147483646 h 524"/>
              <a:gd name="T26" fmla="*/ 0 w 587"/>
              <a:gd name="T27" fmla="*/ 2147483646 h 524"/>
              <a:gd name="T28" fmla="*/ 0 w 587"/>
              <a:gd name="T29" fmla="*/ 2147483646 h 524"/>
              <a:gd name="T30" fmla="*/ 2147483646 w 587"/>
              <a:gd name="T31" fmla="*/ 0 h 524"/>
              <a:gd name="T32" fmla="*/ 2147483646 w 587"/>
              <a:gd name="T33" fmla="*/ 0 h 524"/>
              <a:gd name="T34" fmla="*/ 2147483646 w 587"/>
              <a:gd name="T35" fmla="*/ 2147483646 h 524"/>
              <a:gd name="T36" fmla="*/ 2147483646 w 587"/>
              <a:gd name="T37" fmla="*/ 2147483646 h 524"/>
              <a:gd name="T38" fmla="*/ 2147483646 w 587"/>
              <a:gd name="T39" fmla="*/ 2147483646 h 524"/>
              <a:gd name="T40" fmla="*/ 2147483646 w 587"/>
              <a:gd name="T41" fmla="*/ 2147483646 h 524"/>
              <a:gd name="T42" fmla="*/ 2147483646 w 587"/>
              <a:gd name="T43" fmla="*/ 2147483646 h 524"/>
              <a:gd name="T44" fmla="*/ 2147483646 w 587"/>
              <a:gd name="T45" fmla="*/ 2147483646 h 524"/>
              <a:gd name="T46" fmla="*/ 2147483646 w 587"/>
              <a:gd name="T47" fmla="*/ 2147483646 h 524"/>
              <a:gd name="T48" fmla="*/ 2147483646 w 587"/>
              <a:gd name="T49" fmla="*/ 2147483646 h 524"/>
              <a:gd name="T50" fmla="*/ 2147483646 w 587"/>
              <a:gd name="T51" fmla="*/ 2147483646 h 524"/>
              <a:gd name="T52" fmla="*/ 2147483646 w 587"/>
              <a:gd name="T53" fmla="*/ 2147483646 h 524"/>
              <a:gd name="T54" fmla="*/ 2147483646 w 587"/>
              <a:gd name="T55" fmla="*/ 2147483646 h 524"/>
              <a:gd name="T56" fmla="*/ 2147483646 w 587"/>
              <a:gd name="T57" fmla="*/ 2147483646 h 524"/>
              <a:gd name="T58" fmla="*/ 2147483646 w 587"/>
              <a:gd name="T59" fmla="*/ 2147483646 h 524"/>
              <a:gd name="T60" fmla="*/ 2147483646 w 587"/>
              <a:gd name="T61" fmla="*/ 2147483646 h 524"/>
              <a:gd name="T62" fmla="*/ 2147483646 w 587"/>
              <a:gd name="T63" fmla="*/ 2147483646 h 524"/>
              <a:gd name="T64" fmla="*/ 2147483646 w 587"/>
              <a:gd name="T65" fmla="*/ 2147483646 h 524"/>
              <a:gd name="T66" fmla="*/ 2147483646 w 587"/>
              <a:gd name="T67" fmla="*/ 2147483646 h 524"/>
              <a:gd name="T68" fmla="*/ 2147483646 w 587"/>
              <a:gd name="T69" fmla="*/ 2147483646 h 524"/>
              <a:gd name="T70" fmla="*/ 2147483646 w 587"/>
              <a:gd name="T71" fmla="*/ 2147483646 h 524"/>
              <a:gd name="T72" fmla="*/ 2147483646 w 587"/>
              <a:gd name="T73" fmla="*/ 2147483646 h 524"/>
              <a:gd name="T74" fmla="*/ 2147483646 w 587"/>
              <a:gd name="T75" fmla="*/ 2147483646 h 524"/>
              <a:gd name="T76" fmla="*/ 2147483646 w 587"/>
              <a:gd name="T77" fmla="*/ 2147483646 h 524"/>
              <a:gd name="T78" fmla="*/ 2147483646 w 587"/>
              <a:gd name="T79" fmla="*/ 2147483646 h 524"/>
              <a:gd name="T80" fmla="*/ 2147483646 w 587"/>
              <a:gd name="T81" fmla="*/ 2147483646 h 524"/>
              <a:gd name="T82" fmla="*/ 2147483646 w 587"/>
              <a:gd name="T83" fmla="*/ 2147483646 h 524"/>
              <a:gd name="T84" fmla="*/ 2147483646 w 587"/>
              <a:gd name="T85" fmla="*/ 2147483646 h 524"/>
              <a:gd name="T86" fmla="*/ 2147483646 w 587"/>
              <a:gd name="T87" fmla="*/ 2147483646 h 524"/>
              <a:gd name="T88" fmla="*/ 2147483646 w 587"/>
              <a:gd name="T89" fmla="*/ 2147483646 h 524"/>
              <a:gd name="T90" fmla="*/ 2147483646 w 587"/>
              <a:gd name="T91" fmla="*/ 2147483646 h 5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587" h="524">
                <a:moveTo>
                  <a:pt x="558" y="431"/>
                </a:moveTo>
                <a:lnTo>
                  <a:pt x="558" y="431"/>
                </a:lnTo>
                <a:cubicBezTo>
                  <a:pt x="417" y="431"/>
                  <a:pt x="417" y="431"/>
                  <a:pt x="417" y="431"/>
                </a:cubicBezTo>
                <a:cubicBezTo>
                  <a:pt x="381" y="431"/>
                  <a:pt x="381" y="431"/>
                  <a:pt x="381" y="431"/>
                </a:cubicBezTo>
                <a:cubicBezTo>
                  <a:pt x="381" y="480"/>
                  <a:pt x="381" y="480"/>
                  <a:pt x="381" y="480"/>
                </a:cubicBezTo>
                <a:cubicBezTo>
                  <a:pt x="417" y="516"/>
                  <a:pt x="417" y="516"/>
                  <a:pt x="417" y="516"/>
                </a:cubicBezTo>
                <a:cubicBezTo>
                  <a:pt x="417" y="523"/>
                  <a:pt x="417" y="523"/>
                  <a:pt x="417" y="523"/>
                </a:cubicBezTo>
                <a:cubicBezTo>
                  <a:pt x="169" y="523"/>
                  <a:pt x="169" y="523"/>
                  <a:pt x="169" y="523"/>
                </a:cubicBezTo>
                <a:cubicBezTo>
                  <a:pt x="169" y="516"/>
                  <a:pt x="169" y="516"/>
                  <a:pt x="169" y="516"/>
                </a:cubicBezTo>
                <a:cubicBezTo>
                  <a:pt x="212" y="480"/>
                  <a:pt x="212" y="480"/>
                  <a:pt x="212" y="480"/>
                </a:cubicBezTo>
                <a:cubicBezTo>
                  <a:pt x="212" y="431"/>
                  <a:pt x="212" y="431"/>
                  <a:pt x="212" y="431"/>
                </a:cubicBezTo>
                <a:cubicBezTo>
                  <a:pt x="169" y="431"/>
                  <a:pt x="169" y="431"/>
                  <a:pt x="169" y="431"/>
                </a:cubicBezTo>
                <a:cubicBezTo>
                  <a:pt x="28" y="431"/>
                  <a:pt x="28" y="431"/>
                  <a:pt x="28" y="431"/>
                </a:cubicBezTo>
                <a:cubicBezTo>
                  <a:pt x="14" y="431"/>
                  <a:pt x="0" y="417"/>
                  <a:pt x="0" y="403"/>
                </a:cubicBezTo>
                <a:cubicBezTo>
                  <a:pt x="0" y="28"/>
                  <a:pt x="0" y="28"/>
                  <a:pt x="0" y="28"/>
                </a:cubicBezTo>
                <a:cubicBezTo>
                  <a:pt x="0" y="7"/>
                  <a:pt x="14" y="0"/>
                  <a:pt x="28" y="0"/>
                </a:cubicBezTo>
                <a:cubicBezTo>
                  <a:pt x="558" y="0"/>
                  <a:pt x="558" y="0"/>
                  <a:pt x="558" y="0"/>
                </a:cubicBezTo>
                <a:cubicBezTo>
                  <a:pt x="572" y="0"/>
                  <a:pt x="586" y="7"/>
                  <a:pt x="586" y="28"/>
                </a:cubicBezTo>
                <a:cubicBezTo>
                  <a:pt x="586" y="403"/>
                  <a:pt x="586" y="403"/>
                  <a:pt x="586" y="403"/>
                </a:cubicBezTo>
                <a:cubicBezTo>
                  <a:pt x="586" y="417"/>
                  <a:pt x="572" y="431"/>
                  <a:pt x="558" y="431"/>
                </a:cubicBezTo>
                <a:close/>
                <a:moveTo>
                  <a:pt x="551" y="35"/>
                </a:moveTo>
                <a:lnTo>
                  <a:pt x="551" y="35"/>
                </a:lnTo>
                <a:cubicBezTo>
                  <a:pt x="42" y="35"/>
                  <a:pt x="42" y="35"/>
                  <a:pt x="42" y="35"/>
                </a:cubicBezTo>
                <a:cubicBezTo>
                  <a:pt x="42" y="353"/>
                  <a:pt x="42" y="353"/>
                  <a:pt x="42" y="353"/>
                </a:cubicBezTo>
                <a:cubicBezTo>
                  <a:pt x="551" y="353"/>
                  <a:pt x="551" y="353"/>
                  <a:pt x="551" y="353"/>
                </a:cubicBezTo>
                <a:lnTo>
                  <a:pt x="551" y="35"/>
                </a:lnTo>
                <a:close/>
                <a:moveTo>
                  <a:pt x="240" y="169"/>
                </a:moveTo>
                <a:lnTo>
                  <a:pt x="240" y="169"/>
                </a:lnTo>
                <a:cubicBezTo>
                  <a:pt x="247" y="169"/>
                  <a:pt x="254" y="169"/>
                  <a:pt x="254" y="176"/>
                </a:cubicBezTo>
                <a:cubicBezTo>
                  <a:pt x="275" y="191"/>
                  <a:pt x="275" y="191"/>
                  <a:pt x="275" y="191"/>
                </a:cubicBezTo>
                <a:cubicBezTo>
                  <a:pt x="332" y="141"/>
                  <a:pt x="332" y="141"/>
                  <a:pt x="332" y="141"/>
                </a:cubicBezTo>
                <a:cubicBezTo>
                  <a:pt x="339" y="134"/>
                  <a:pt x="346" y="127"/>
                  <a:pt x="353" y="127"/>
                </a:cubicBezTo>
                <a:cubicBezTo>
                  <a:pt x="367" y="127"/>
                  <a:pt x="381" y="141"/>
                  <a:pt x="381" y="155"/>
                </a:cubicBezTo>
                <a:cubicBezTo>
                  <a:pt x="381" y="162"/>
                  <a:pt x="374" y="169"/>
                  <a:pt x="367" y="176"/>
                </a:cubicBezTo>
                <a:cubicBezTo>
                  <a:pt x="297" y="254"/>
                  <a:pt x="297" y="254"/>
                  <a:pt x="297" y="254"/>
                </a:cubicBezTo>
                <a:cubicBezTo>
                  <a:pt x="290" y="261"/>
                  <a:pt x="282" y="261"/>
                  <a:pt x="275" y="261"/>
                </a:cubicBezTo>
                <a:cubicBezTo>
                  <a:pt x="268" y="261"/>
                  <a:pt x="261" y="261"/>
                  <a:pt x="254" y="254"/>
                </a:cubicBezTo>
                <a:cubicBezTo>
                  <a:pt x="219" y="212"/>
                  <a:pt x="219" y="212"/>
                  <a:pt x="219" y="212"/>
                </a:cubicBezTo>
                <a:cubicBezTo>
                  <a:pt x="212" y="212"/>
                  <a:pt x="212" y="205"/>
                  <a:pt x="212" y="198"/>
                </a:cubicBezTo>
                <a:cubicBezTo>
                  <a:pt x="212" y="176"/>
                  <a:pt x="219" y="169"/>
                  <a:pt x="240" y="169"/>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29" name="Freeform 43">
            <a:extLst>
              <a:ext uri="{FF2B5EF4-FFF2-40B4-BE49-F238E27FC236}">
                <a16:creationId xmlns:a16="http://schemas.microsoft.com/office/drawing/2014/main" id="{A521F1E9-EE42-7173-6B9E-E3BF8D8450A2}"/>
              </a:ext>
            </a:extLst>
          </p:cNvPr>
          <p:cNvSpPr>
            <a:spLocks noChangeArrowheads="1"/>
          </p:cNvSpPr>
          <p:nvPr/>
        </p:nvSpPr>
        <p:spPr bwMode="auto">
          <a:xfrm>
            <a:off x="5329648" y="2359048"/>
            <a:ext cx="533609" cy="477437"/>
          </a:xfrm>
          <a:custGeom>
            <a:avLst/>
            <a:gdLst>
              <a:gd name="T0" fmla="*/ 2147483646 w 587"/>
              <a:gd name="T1" fmla="*/ 2147483646 h 524"/>
              <a:gd name="T2" fmla="*/ 2147483646 w 587"/>
              <a:gd name="T3" fmla="*/ 2147483646 h 524"/>
              <a:gd name="T4" fmla="*/ 2147483646 w 587"/>
              <a:gd name="T5" fmla="*/ 2147483646 h 524"/>
              <a:gd name="T6" fmla="*/ 2147483646 w 587"/>
              <a:gd name="T7" fmla="*/ 2147483646 h 524"/>
              <a:gd name="T8" fmla="*/ 2147483646 w 587"/>
              <a:gd name="T9" fmla="*/ 2147483646 h 524"/>
              <a:gd name="T10" fmla="*/ 2147483646 w 587"/>
              <a:gd name="T11" fmla="*/ 2147483646 h 524"/>
              <a:gd name="T12" fmla="*/ 2147483646 w 587"/>
              <a:gd name="T13" fmla="*/ 2147483646 h 524"/>
              <a:gd name="T14" fmla="*/ 2147483646 w 587"/>
              <a:gd name="T15" fmla="*/ 2147483646 h 524"/>
              <a:gd name="T16" fmla="*/ 2147483646 w 587"/>
              <a:gd name="T17" fmla="*/ 2147483646 h 524"/>
              <a:gd name="T18" fmla="*/ 2147483646 w 587"/>
              <a:gd name="T19" fmla="*/ 2147483646 h 524"/>
              <a:gd name="T20" fmla="*/ 2147483646 w 587"/>
              <a:gd name="T21" fmla="*/ 2147483646 h 524"/>
              <a:gd name="T22" fmla="*/ 2147483646 w 587"/>
              <a:gd name="T23" fmla="*/ 2147483646 h 524"/>
              <a:gd name="T24" fmla="*/ 2147483646 w 587"/>
              <a:gd name="T25" fmla="*/ 2147483646 h 524"/>
              <a:gd name="T26" fmla="*/ 0 w 587"/>
              <a:gd name="T27" fmla="*/ 2147483646 h 524"/>
              <a:gd name="T28" fmla="*/ 0 w 587"/>
              <a:gd name="T29" fmla="*/ 2147483646 h 524"/>
              <a:gd name="T30" fmla="*/ 2147483646 w 587"/>
              <a:gd name="T31" fmla="*/ 0 h 524"/>
              <a:gd name="T32" fmla="*/ 2147483646 w 587"/>
              <a:gd name="T33" fmla="*/ 0 h 524"/>
              <a:gd name="T34" fmla="*/ 2147483646 w 587"/>
              <a:gd name="T35" fmla="*/ 2147483646 h 524"/>
              <a:gd name="T36" fmla="*/ 2147483646 w 587"/>
              <a:gd name="T37" fmla="*/ 2147483646 h 524"/>
              <a:gd name="T38" fmla="*/ 2147483646 w 587"/>
              <a:gd name="T39" fmla="*/ 2147483646 h 524"/>
              <a:gd name="T40" fmla="*/ 2147483646 w 587"/>
              <a:gd name="T41" fmla="*/ 2147483646 h 524"/>
              <a:gd name="T42" fmla="*/ 2147483646 w 587"/>
              <a:gd name="T43" fmla="*/ 2147483646 h 524"/>
              <a:gd name="T44" fmla="*/ 2147483646 w 587"/>
              <a:gd name="T45" fmla="*/ 2147483646 h 524"/>
              <a:gd name="T46" fmla="*/ 2147483646 w 587"/>
              <a:gd name="T47" fmla="*/ 2147483646 h 524"/>
              <a:gd name="T48" fmla="*/ 2147483646 w 587"/>
              <a:gd name="T49" fmla="*/ 2147483646 h 524"/>
              <a:gd name="T50" fmla="*/ 2147483646 w 587"/>
              <a:gd name="T51" fmla="*/ 2147483646 h 524"/>
              <a:gd name="T52" fmla="*/ 2147483646 w 587"/>
              <a:gd name="T53" fmla="*/ 2147483646 h 524"/>
              <a:gd name="T54" fmla="*/ 2147483646 w 587"/>
              <a:gd name="T55" fmla="*/ 2147483646 h 524"/>
              <a:gd name="T56" fmla="*/ 2147483646 w 587"/>
              <a:gd name="T57" fmla="*/ 2147483646 h 524"/>
              <a:gd name="T58" fmla="*/ 2147483646 w 587"/>
              <a:gd name="T59" fmla="*/ 2147483646 h 524"/>
              <a:gd name="T60" fmla="*/ 2147483646 w 587"/>
              <a:gd name="T61" fmla="*/ 2147483646 h 524"/>
              <a:gd name="T62" fmla="*/ 2147483646 w 587"/>
              <a:gd name="T63" fmla="*/ 2147483646 h 524"/>
              <a:gd name="T64" fmla="*/ 2147483646 w 587"/>
              <a:gd name="T65" fmla="*/ 2147483646 h 524"/>
              <a:gd name="T66" fmla="*/ 2147483646 w 587"/>
              <a:gd name="T67" fmla="*/ 2147483646 h 52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87" h="524">
                <a:moveTo>
                  <a:pt x="558" y="431"/>
                </a:moveTo>
                <a:lnTo>
                  <a:pt x="558" y="431"/>
                </a:lnTo>
                <a:cubicBezTo>
                  <a:pt x="417" y="431"/>
                  <a:pt x="417" y="431"/>
                  <a:pt x="417" y="431"/>
                </a:cubicBezTo>
                <a:cubicBezTo>
                  <a:pt x="374" y="431"/>
                  <a:pt x="374" y="431"/>
                  <a:pt x="374" y="431"/>
                </a:cubicBezTo>
                <a:cubicBezTo>
                  <a:pt x="374" y="480"/>
                  <a:pt x="374" y="480"/>
                  <a:pt x="374" y="480"/>
                </a:cubicBezTo>
                <a:cubicBezTo>
                  <a:pt x="417" y="516"/>
                  <a:pt x="417" y="516"/>
                  <a:pt x="417" y="516"/>
                </a:cubicBezTo>
                <a:cubicBezTo>
                  <a:pt x="417" y="523"/>
                  <a:pt x="417" y="523"/>
                  <a:pt x="417" y="523"/>
                </a:cubicBezTo>
                <a:cubicBezTo>
                  <a:pt x="169" y="523"/>
                  <a:pt x="169" y="523"/>
                  <a:pt x="169" y="523"/>
                </a:cubicBezTo>
                <a:cubicBezTo>
                  <a:pt x="169" y="516"/>
                  <a:pt x="169" y="516"/>
                  <a:pt x="169" y="516"/>
                </a:cubicBezTo>
                <a:cubicBezTo>
                  <a:pt x="204" y="480"/>
                  <a:pt x="204" y="480"/>
                  <a:pt x="204" y="480"/>
                </a:cubicBezTo>
                <a:cubicBezTo>
                  <a:pt x="204" y="431"/>
                  <a:pt x="204" y="431"/>
                  <a:pt x="204" y="431"/>
                </a:cubicBezTo>
                <a:cubicBezTo>
                  <a:pt x="169" y="431"/>
                  <a:pt x="169" y="431"/>
                  <a:pt x="169" y="431"/>
                </a:cubicBezTo>
                <a:cubicBezTo>
                  <a:pt x="28" y="431"/>
                  <a:pt x="28" y="431"/>
                  <a:pt x="28" y="431"/>
                </a:cubicBezTo>
                <a:cubicBezTo>
                  <a:pt x="14" y="431"/>
                  <a:pt x="0" y="417"/>
                  <a:pt x="0" y="403"/>
                </a:cubicBezTo>
                <a:cubicBezTo>
                  <a:pt x="0" y="28"/>
                  <a:pt x="0" y="28"/>
                  <a:pt x="0" y="28"/>
                </a:cubicBezTo>
                <a:cubicBezTo>
                  <a:pt x="0" y="7"/>
                  <a:pt x="14" y="0"/>
                  <a:pt x="28" y="0"/>
                </a:cubicBezTo>
                <a:cubicBezTo>
                  <a:pt x="558" y="0"/>
                  <a:pt x="558" y="0"/>
                  <a:pt x="558" y="0"/>
                </a:cubicBezTo>
                <a:cubicBezTo>
                  <a:pt x="572" y="0"/>
                  <a:pt x="586" y="7"/>
                  <a:pt x="586" y="28"/>
                </a:cubicBezTo>
                <a:cubicBezTo>
                  <a:pt x="586" y="403"/>
                  <a:pt x="586" y="403"/>
                  <a:pt x="586" y="403"/>
                </a:cubicBezTo>
                <a:cubicBezTo>
                  <a:pt x="586" y="417"/>
                  <a:pt x="572" y="431"/>
                  <a:pt x="558" y="431"/>
                </a:cubicBezTo>
                <a:close/>
                <a:moveTo>
                  <a:pt x="544" y="35"/>
                </a:moveTo>
                <a:lnTo>
                  <a:pt x="544" y="35"/>
                </a:lnTo>
                <a:cubicBezTo>
                  <a:pt x="35" y="35"/>
                  <a:pt x="35" y="35"/>
                  <a:pt x="35" y="35"/>
                </a:cubicBezTo>
                <a:cubicBezTo>
                  <a:pt x="35" y="353"/>
                  <a:pt x="35" y="353"/>
                  <a:pt x="35" y="353"/>
                </a:cubicBezTo>
                <a:cubicBezTo>
                  <a:pt x="544" y="353"/>
                  <a:pt x="544" y="353"/>
                  <a:pt x="544" y="353"/>
                </a:cubicBezTo>
                <a:lnTo>
                  <a:pt x="544" y="35"/>
                </a:lnTo>
                <a:close/>
                <a:moveTo>
                  <a:pt x="233" y="169"/>
                </a:moveTo>
                <a:lnTo>
                  <a:pt x="233" y="169"/>
                </a:lnTo>
                <a:cubicBezTo>
                  <a:pt x="346" y="169"/>
                  <a:pt x="346" y="169"/>
                  <a:pt x="346" y="169"/>
                </a:cubicBezTo>
                <a:cubicBezTo>
                  <a:pt x="367" y="169"/>
                  <a:pt x="374" y="176"/>
                  <a:pt x="374" y="198"/>
                </a:cubicBezTo>
                <a:cubicBezTo>
                  <a:pt x="374" y="212"/>
                  <a:pt x="367" y="226"/>
                  <a:pt x="346" y="226"/>
                </a:cubicBezTo>
                <a:cubicBezTo>
                  <a:pt x="233" y="226"/>
                  <a:pt x="233" y="226"/>
                  <a:pt x="233" y="226"/>
                </a:cubicBezTo>
                <a:cubicBezTo>
                  <a:pt x="219" y="226"/>
                  <a:pt x="204" y="212"/>
                  <a:pt x="204" y="198"/>
                </a:cubicBezTo>
                <a:cubicBezTo>
                  <a:pt x="204" y="176"/>
                  <a:pt x="219" y="169"/>
                  <a:pt x="233" y="169"/>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30" name="Freeform 44">
            <a:extLst>
              <a:ext uri="{FF2B5EF4-FFF2-40B4-BE49-F238E27FC236}">
                <a16:creationId xmlns:a16="http://schemas.microsoft.com/office/drawing/2014/main" id="{DC38A9C5-4AE9-E27F-B124-7BDE04A3DE9C}"/>
              </a:ext>
            </a:extLst>
          </p:cNvPr>
          <p:cNvSpPr>
            <a:spLocks noChangeArrowheads="1"/>
          </p:cNvSpPr>
          <p:nvPr/>
        </p:nvSpPr>
        <p:spPr bwMode="auto">
          <a:xfrm>
            <a:off x="4370760" y="2359048"/>
            <a:ext cx="529596" cy="477437"/>
          </a:xfrm>
          <a:custGeom>
            <a:avLst/>
            <a:gdLst>
              <a:gd name="T0" fmla="*/ 2147483646 w 580"/>
              <a:gd name="T1" fmla="*/ 2147483646 h 524"/>
              <a:gd name="T2" fmla="*/ 2147483646 w 580"/>
              <a:gd name="T3" fmla="*/ 2147483646 h 524"/>
              <a:gd name="T4" fmla="*/ 2147483646 w 580"/>
              <a:gd name="T5" fmla="*/ 2147483646 h 524"/>
              <a:gd name="T6" fmla="*/ 2147483646 w 580"/>
              <a:gd name="T7" fmla="*/ 2147483646 h 524"/>
              <a:gd name="T8" fmla="*/ 2147483646 w 580"/>
              <a:gd name="T9" fmla="*/ 2147483646 h 524"/>
              <a:gd name="T10" fmla="*/ 2147483646 w 580"/>
              <a:gd name="T11" fmla="*/ 2147483646 h 524"/>
              <a:gd name="T12" fmla="*/ 2147483646 w 580"/>
              <a:gd name="T13" fmla="*/ 2147483646 h 524"/>
              <a:gd name="T14" fmla="*/ 2147483646 w 580"/>
              <a:gd name="T15" fmla="*/ 2147483646 h 524"/>
              <a:gd name="T16" fmla="*/ 2147483646 w 580"/>
              <a:gd name="T17" fmla="*/ 2147483646 h 524"/>
              <a:gd name="T18" fmla="*/ 2147483646 w 580"/>
              <a:gd name="T19" fmla="*/ 2147483646 h 524"/>
              <a:gd name="T20" fmla="*/ 2147483646 w 580"/>
              <a:gd name="T21" fmla="*/ 2147483646 h 524"/>
              <a:gd name="T22" fmla="*/ 2147483646 w 580"/>
              <a:gd name="T23" fmla="*/ 2147483646 h 524"/>
              <a:gd name="T24" fmla="*/ 2147483646 w 580"/>
              <a:gd name="T25" fmla="*/ 2147483646 h 524"/>
              <a:gd name="T26" fmla="*/ 0 w 580"/>
              <a:gd name="T27" fmla="*/ 2147483646 h 524"/>
              <a:gd name="T28" fmla="*/ 0 w 580"/>
              <a:gd name="T29" fmla="*/ 2147483646 h 524"/>
              <a:gd name="T30" fmla="*/ 2147483646 w 580"/>
              <a:gd name="T31" fmla="*/ 0 h 524"/>
              <a:gd name="T32" fmla="*/ 2147483646 w 580"/>
              <a:gd name="T33" fmla="*/ 0 h 524"/>
              <a:gd name="T34" fmla="*/ 2147483646 w 580"/>
              <a:gd name="T35" fmla="*/ 2147483646 h 524"/>
              <a:gd name="T36" fmla="*/ 2147483646 w 580"/>
              <a:gd name="T37" fmla="*/ 2147483646 h 524"/>
              <a:gd name="T38" fmla="*/ 2147483646 w 580"/>
              <a:gd name="T39" fmla="*/ 2147483646 h 524"/>
              <a:gd name="T40" fmla="*/ 2147483646 w 580"/>
              <a:gd name="T41" fmla="*/ 2147483646 h 524"/>
              <a:gd name="T42" fmla="*/ 2147483646 w 580"/>
              <a:gd name="T43" fmla="*/ 2147483646 h 524"/>
              <a:gd name="T44" fmla="*/ 2147483646 w 580"/>
              <a:gd name="T45" fmla="*/ 2147483646 h 524"/>
              <a:gd name="T46" fmla="*/ 2147483646 w 580"/>
              <a:gd name="T47" fmla="*/ 2147483646 h 524"/>
              <a:gd name="T48" fmla="*/ 2147483646 w 580"/>
              <a:gd name="T49" fmla="*/ 2147483646 h 524"/>
              <a:gd name="T50" fmla="*/ 2147483646 w 580"/>
              <a:gd name="T51" fmla="*/ 2147483646 h 524"/>
              <a:gd name="T52" fmla="*/ 2147483646 w 580"/>
              <a:gd name="T53" fmla="*/ 2147483646 h 524"/>
              <a:gd name="T54" fmla="*/ 2147483646 w 580"/>
              <a:gd name="T55" fmla="*/ 2147483646 h 524"/>
              <a:gd name="T56" fmla="*/ 2147483646 w 580"/>
              <a:gd name="T57" fmla="*/ 2147483646 h 524"/>
              <a:gd name="T58" fmla="*/ 2147483646 w 580"/>
              <a:gd name="T59" fmla="*/ 2147483646 h 524"/>
              <a:gd name="T60" fmla="*/ 2147483646 w 580"/>
              <a:gd name="T61" fmla="*/ 2147483646 h 524"/>
              <a:gd name="T62" fmla="*/ 2147483646 w 580"/>
              <a:gd name="T63" fmla="*/ 2147483646 h 524"/>
              <a:gd name="T64" fmla="*/ 2147483646 w 580"/>
              <a:gd name="T65" fmla="*/ 2147483646 h 524"/>
              <a:gd name="T66" fmla="*/ 2147483646 w 580"/>
              <a:gd name="T67" fmla="*/ 2147483646 h 524"/>
              <a:gd name="T68" fmla="*/ 2147483646 w 580"/>
              <a:gd name="T69" fmla="*/ 2147483646 h 524"/>
              <a:gd name="T70" fmla="*/ 2147483646 w 580"/>
              <a:gd name="T71" fmla="*/ 2147483646 h 524"/>
              <a:gd name="T72" fmla="*/ 2147483646 w 580"/>
              <a:gd name="T73" fmla="*/ 2147483646 h 524"/>
              <a:gd name="T74" fmla="*/ 2147483646 w 580"/>
              <a:gd name="T75" fmla="*/ 2147483646 h 524"/>
              <a:gd name="T76" fmla="*/ 2147483646 w 580"/>
              <a:gd name="T77" fmla="*/ 2147483646 h 524"/>
              <a:gd name="T78" fmla="*/ 2147483646 w 580"/>
              <a:gd name="T79" fmla="*/ 2147483646 h 524"/>
              <a:gd name="T80" fmla="*/ 2147483646 w 580"/>
              <a:gd name="T81" fmla="*/ 2147483646 h 524"/>
              <a:gd name="T82" fmla="*/ 2147483646 w 580"/>
              <a:gd name="T83" fmla="*/ 2147483646 h 524"/>
              <a:gd name="T84" fmla="*/ 2147483646 w 580"/>
              <a:gd name="T85" fmla="*/ 2147483646 h 524"/>
              <a:gd name="T86" fmla="*/ 2147483646 w 580"/>
              <a:gd name="T87" fmla="*/ 2147483646 h 52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580" h="524">
                <a:moveTo>
                  <a:pt x="551" y="431"/>
                </a:moveTo>
                <a:lnTo>
                  <a:pt x="551" y="431"/>
                </a:lnTo>
                <a:cubicBezTo>
                  <a:pt x="409" y="431"/>
                  <a:pt x="409" y="431"/>
                  <a:pt x="409" y="431"/>
                </a:cubicBezTo>
                <a:cubicBezTo>
                  <a:pt x="374" y="431"/>
                  <a:pt x="374" y="431"/>
                  <a:pt x="374" y="431"/>
                </a:cubicBezTo>
                <a:cubicBezTo>
                  <a:pt x="374" y="480"/>
                  <a:pt x="374" y="480"/>
                  <a:pt x="374" y="480"/>
                </a:cubicBezTo>
                <a:cubicBezTo>
                  <a:pt x="409" y="516"/>
                  <a:pt x="409" y="516"/>
                  <a:pt x="409" y="516"/>
                </a:cubicBezTo>
                <a:cubicBezTo>
                  <a:pt x="409" y="523"/>
                  <a:pt x="409" y="523"/>
                  <a:pt x="409" y="523"/>
                </a:cubicBezTo>
                <a:cubicBezTo>
                  <a:pt x="169" y="523"/>
                  <a:pt x="169" y="523"/>
                  <a:pt x="169" y="523"/>
                </a:cubicBezTo>
                <a:cubicBezTo>
                  <a:pt x="169" y="516"/>
                  <a:pt x="169" y="516"/>
                  <a:pt x="169" y="516"/>
                </a:cubicBezTo>
                <a:cubicBezTo>
                  <a:pt x="204" y="480"/>
                  <a:pt x="204" y="480"/>
                  <a:pt x="204" y="480"/>
                </a:cubicBezTo>
                <a:cubicBezTo>
                  <a:pt x="204" y="431"/>
                  <a:pt x="204" y="431"/>
                  <a:pt x="204" y="431"/>
                </a:cubicBezTo>
                <a:cubicBezTo>
                  <a:pt x="169" y="431"/>
                  <a:pt x="169" y="431"/>
                  <a:pt x="169" y="431"/>
                </a:cubicBezTo>
                <a:cubicBezTo>
                  <a:pt x="28" y="431"/>
                  <a:pt x="28" y="431"/>
                  <a:pt x="28" y="431"/>
                </a:cubicBezTo>
                <a:cubicBezTo>
                  <a:pt x="7" y="431"/>
                  <a:pt x="0" y="417"/>
                  <a:pt x="0" y="403"/>
                </a:cubicBezTo>
                <a:cubicBezTo>
                  <a:pt x="0" y="28"/>
                  <a:pt x="0" y="28"/>
                  <a:pt x="0" y="28"/>
                </a:cubicBezTo>
                <a:cubicBezTo>
                  <a:pt x="0" y="7"/>
                  <a:pt x="7" y="0"/>
                  <a:pt x="28" y="0"/>
                </a:cubicBezTo>
                <a:cubicBezTo>
                  <a:pt x="551" y="0"/>
                  <a:pt x="551" y="0"/>
                  <a:pt x="551" y="0"/>
                </a:cubicBezTo>
                <a:cubicBezTo>
                  <a:pt x="572" y="0"/>
                  <a:pt x="579" y="7"/>
                  <a:pt x="579" y="28"/>
                </a:cubicBezTo>
                <a:cubicBezTo>
                  <a:pt x="579" y="403"/>
                  <a:pt x="579" y="403"/>
                  <a:pt x="579" y="403"/>
                </a:cubicBezTo>
                <a:cubicBezTo>
                  <a:pt x="579" y="417"/>
                  <a:pt x="572" y="431"/>
                  <a:pt x="551" y="431"/>
                </a:cubicBezTo>
                <a:close/>
                <a:moveTo>
                  <a:pt x="544" y="35"/>
                </a:moveTo>
                <a:lnTo>
                  <a:pt x="544" y="35"/>
                </a:lnTo>
                <a:cubicBezTo>
                  <a:pt x="35" y="35"/>
                  <a:pt x="35" y="35"/>
                  <a:pt x="35" y="35"/>
                </a:cubicBezTo>
                <a:cubicBezTo>
                  <a:pt x="35" y="353"/>
                  <a:pt x="35" y="353"/>
                  <a:pt x="35" y="353"/>
                </a:cubicBezTo>
                <a:cubicBezTo>
                  <a:pt x="544" y="353"/>
                  <a:pt x="544" y="353"/>
                  <a:pt x="544" y="353"/>
                </a:cubicBezTo>
                <a:lnTo>
                  <a:pt x="544" y="35"/>
                </a:lnTo>
                <a:close/>
                <a:moveTo>
                  <a:pt x="233" y="169"/>
                </a:moveTo>
                <a:lnTo>
                  <a:pt x="233" y="169"/>
                </a:lnTo>
                <a:cubicBezTo>
                  <a:pt x="261" y="169"/>
                  <a:pt x="261" y="169"/>
                  <a:pt x="261" y="169"/>
                </a:cubicBezTo>
                <a:cubicBezTo>
                  <a:pt x="261" y="141"/>
                  <a:pt x="261" y="141"/>
                  <a:pt x="261" y="141"/>
                </a:cubicBezTo>
                <a:cubicBezTo>
                  <a:pt x="261" y="120"/>
                  <a:pt x="275" y="113"/>
                  <a:pt x="289" y="113"/>
                </a:cubicBezTo>
                <a:cubicBezTo>
                  <a:pt x="303" y="113"/>
                  <a:pt x="318" y="120"/>
                  <a:pt x="318" y="141"/>
                </a:cubicBezTo>
                <a:cubicBezTo>
                  <a:pt x="318" y="169"/>
                  <a:pt x="318" y="169"/>
                  <a:pt x="318" y="169"/>
                </a:cubicBezTo>
                <a:cubicBezTo>
                  <a:pt x="346" y="169"/>
                  <a:pt x="346" y="169"/>
                  <a:pt x="346" y="169"/>
                </a:cubicBezTo>
                <a:cubicBezTo>
                  <a:pt x="360" y="169"/>
                  <a:pt x="374" y="176"/>
                  <a:pt x="374" y="198"/>
                </a:cubicBezTo>
                <a:cubicBezTo>
                  <a:pt x="374" y="212"/>
                  <a:pt x="360" y="226"/>
                  <a:pt x="346" y="226"/>
                </a:cubicBezTo>
                <a:cubicBezTo>
                  <a:pt x="318" y="226"/>
                  <a:pt x="318" y="226"/>
                  <a:pt x="318" y="226"/>
                </a:cubicBezTo>
                <a:cubicBezTo>
                  <a:pt x="318" y="254"/>
                  <a:pt x="318" y="254"/>
                  <a:pt x="318" y="254"/>
                </a:cubicBezTo>
                <a:cubicBezTo>
                  <a:pt x="318" y="268"/>
                  <a:pt x="303" y="283"/>
                  <a:pt x="289" y="283"/>
                </a:cubicBezTo>
                <a:cubicBezTo>
                  <a:pt x="275" y="283"/>
                  <a:pt x="261" y="268"/>
                  <a:pt x="261" y="254"/>
                </a:cubicBezTo>
                <a:cubicBezTo>
                  <a:pt x="261" y="226"/>
                  <a:pt x="261" y="226"/>
                  <a:pt x="261" y="226"/>
                </a:cubicBezTo>
                <a:cubicBezTo>
                  <a:pt x="233" y="226"/>
                  <a:pt x="233" y="226"/>
                  <a:pt x="233" y="226"/>
                </a:cubicBezTo>
                <a:cubicBezTo>
                  <a:pt x="219" y="226"/>
                  <a:pt x="204" y="212"/>
                  <a:pt x="204" y="198"/>
                </a:cubicBezTo>
                <a:cubicBezTo>
                  <a:pt x="204" y="176"/>
                  <a:pt x="219" y="169"/>
                  <a:pt x="233" y="169"/>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31" name="Freeform 45">
            <a:extLst>
              <a:ext uri="{FF2B5EF4-FFF2-40B4-BE49-F238E27FC236}">
                <a16:creationId xmlns:a16="http://schemas.microsoft.com/office/drawing/2014/main" id="{B345B418-04AB-0D99-6956-8B3804213904}"/>
              </a:ext>
            </a:extLst>
          </p:cNvPr>
          <p:cNvSpPr>
            <a:spLocks noChangeArrowheads="1"/>
          </p:cNvSpPr>
          <p:nvPr/>
        </p:nvSpPr>
        <p:spPr bwMode="auto">
          <a:xfrm>
            <a:off x="3403845" y="2359048"/>
            <a:ext cx="533609" cy="477437"/>
          </a:xfrm>
          <a:custGeom>
            <a:avLst/>
            <a:gdLst>
              <a:gd name="T0" fmla="*/ 2147483646 w 588"/>
              <a:gd name="T1" fmla="*/ 2147483646 h 524"/>
              <a:gd name="T2" fmla="*/ 2147483646 w 588"/>
              <a:gd name="T3" fmla="*/ 2147483646 h 524"/>
              <a:gd name="T4" fmla="*/ 2147483646 w 588"/>
              <a:gd name="T5" fmla="*/ 2147483646 h 524"/>
              <a:gd name="T6" fmla="*/ 2147483646 w 588"/>
              <a:gd name="T7" fmla="*/ 2147483646 h 524"/>
              <a:gd name="T8" fmla="*/ 2147483646 w 588"/>
              <a:gd name="T9" fmla="*/ 2147483646 h 524"/>
              <a:gd name="T10" fmla="*/ 2147483646 w 588"/>
              <a:gd name="T11" fmla="*/ 2147483646 h 524"/>
              <a:gd name="T12" fmla="*/ 2147483646 w 588"/>
              <a:gd name="T13" fmla="*/ 2147483646 h 524"/>
              <a:gd name="T14" fmla="*/ 2147483646 w 588"/>
              <a:gd name="T15" fmla="*/ 2147483646 h 524"/>
              <a:gd name="T16" fmla="*/ 2147483646 w 588"/>
              <a:gd name="T17" fmla="*/ 2147483646 h 524"/>
              <a:gd name="T18" fmla="*/ 2147483646 w 588"/>
              <a:gd name="T19" fmla="*/ 2147483646 h 524"/>
              <a:gd name="T20" fmla="*/ 2147483646 w 588"/>
              <a:gd name="T21" fmla="*/ 2147483646 h 524"/>
              <a:gd name="T22" fmla="*/ 2147483646 w 588"/>
              <a:gd name="T23" fmla="*/ 2147483646 h 524"/>
              <a:gd name="T24" fmla="*/ 2147483646 w 588"/>
              <a:gd name="T25" fmla="*/ 2147483646 h 524"/>
              <a:gd name="T26" fmla="*/ 0 w 588"/>
              <a:gd name="T27" fmla="*/ 2147483646 h 524"/>
              <a:gd name="T28" fmla="*/ 0 w 588"/>
              <a:gd name="T29" fmla="*/ 2147483646 h 524"/>
              <a:gd name="T30" fmla="*/ 2147483646 w 588"/>
              <a:gd name="T31" fmla="*/ 0 h 524"/>
              <a:gd name="T32" fmla="*/ 2147483646 w 588"/>
              <a:gd name="T33" fmla="*/ 0 h 524"/>
              <a:gd name="T34" fmla="*/ 2147483646 w 588"/>
              <a:gd name="T35" fmla="*/ 2147483646 h 524"/>
              <a:gd name="T36" fmla="*/ 2147483646 w 588"/>
              <a:gd name="T37" fmla="*/ 2147483646 h 524"/>
              <a:gd name="T38" fmla="*/ 2147483646 w 588"/>
              <a:gd name="T39" fmla="*/ 2147483646 h 524"/>
              <a:gd name="T40" fmla="*/ 2147483646 w 588"/>
              <a:gd name="T41" fmla="*/ 2147483646 h 524"/>
              <a:gd name="T42" fmla="*/ 2147483646 w 588"/>
              <a:gd name="T43" fmla="*/ 2147483646 h 524"/>
              <a:gd name="T44" fmla="*/ 2147483646 w 588"/>
              <a:gd name="T45" fmla="*/ 2147483646 h 524"/>
              <a:gd name="T46" fmla="*/ 2147483646 w 588"/>
              <a:gd name="T47" fmla="*/ 2147483646 h 524"/>
              <a:gd name="T48" fmla="*/ 2147483646 w 588"/>
              <a:gd name="T49" fmla="*/ 2147483646 h 524"/>
              <a:gd name="T50" fmla="*/ 2147483646 w 588"/>
              <a:gd name="T51" fmla="*/ 2147483646 h 5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588" h="524">
                <a:moveTo>
                  <a:pt x="559" y="431"/>
                </a:moveTo>
                <a:lnTo>
                  <a:pt x="559" y="431"/>
                </a:lnTo>
                <a:cubicBezTo>
                  <a:pt x="417" y="431"/>
                  <a:pt x="417" y="431"/>
                  <a:pt x="417" y="431"/>
                </a:cubicBezTo>
                <a:cubicBezTo>
                  <a:pt x="382" y="431"/>
                  <a:pt x="382" y="431"/>
                  <a:pt x="382" y="431"/>
                </a:cubicBezTo>
                <a:cubicBezTo>
                  <a:pt x="382" y="480"/>
                  <a:pt x="382" y="480"/>
                  <a:pt x="382" y="480"/>
                </a:cubicBezTo>
                <a:cubicBezTo>
                  <a:pt x="417" y="516"/>
                  <a:pt x="417" y="516"/>
                  <a:pt x="417" y="516"/>
                </a:cubicBezTo>
                <a:cubicBezTo>
                  <a:pt x="417" y="523"/>
                  <a:pt x="417" y="523"/>
                  <a:pt x="417" y="523"/>
                </a:cubicBezTo>
                <a:cubicBezTo>
                  <a:pt x="170" y="523"/>
                  <a:pt x="170" y="523"/>
                  <a:pt x="170" y="523"/>
                </a:cubicBezTo>
                <a:cubicBezTo>
                  <a:pt x="170" y="516"/>
                  <a:pt x="170" y="516"/>
                  <a:pt x="170" y="516"/>
                </a:cubicBezTo>
                <a:cubicBezTo>
                  <a:pt x="212" y="480"/>
                  <a:pt x="212" y="480"/>
                  <a:pt x="212" y="480"/>
                </a:cubicBezTo>
                <a:cubicBezTo>
                  <a:pt x="212" y="431"/>
                  <a:pt x="212" y="431"/>
                  <a:pt x="212" y="431"/>
                </a:cubicBezTo>
                <a:cubicBezTo>
                  <a:pt x="170" y="431"/>
                  <a:pt x="170" y="431"/>
                  <a:pt x="170" y="431"/>
                </a:cubicBezTo>
                <a:cubicBezTo>
                  <a:pt x="29" y="431"/>
                  <a:pt x="29" y="431"/>
                  <a:pt x="29" y="431"/>
                </a:cubicBezTo>
                <a:cubicBezTo>
                  <a:pt x="15" y="431"/>
                  <a:pt x="0" y="417"/>
                  <a:pt x="0" y="403"/>
                </a:cubicBezTo>
                <a:cubicBezTo>
                  <a:pt x="0" y="28"/>
                  <a:pt x="0" y="28"/>
                  <a:pt x="0" y="28"/>
                </a:cubicBezTo>
                <a:cubicBezTo>
                  <a:pt x="0" y="7"/>
                  <a:pt x="15" y="0"/>
                  <a:pt x="29" y="0"/>
                </a:cubicBezTo>
                <a:cubicBezTo>
                  <a:pt x="559" y="0"/>
                  <a:pt x="559" y="0"/>
                  <a:pt x="559" y="0"/>
                </a:cubicBezTo>
                <a:cubicBezTo>
                  <a:pt x="573" y="0"/>
                  <a:pt x="587" y="7"/>
                  <a:pt x="587" y="28"/>
                </a:cubicBezTo>
                <a:cubicBezTo>
                  <a:pt x="587" y="403"/>
                  <a:pt x="587" y="403"/>
                  <a:pt x="587" y="403"/>
                </a:cubicBezTo>
                <a:cubicBezTo>
                  <a:pt x="587" y="417"/>
                  <a:pt x="573" y="431"/>
                  <a:pt x="559" y="431"/>
                </a:cubicBezTo>
                <a:close/>
                <a:moveTo>
                  <a:pt x="552" y="35"/>
                </a:moveTo>
                <a:lnTo>
                  <a:pt x="552" y="35"/>
                </a:lnTo>
                <a:cubicBezTo>
                  <a:pt x="43" y="35"/>
                  <a:pt x="43" y="35"/>
                  <a:pt x="43" y="35"/>
                </a:cubicBezTo>
                <a:cubicBezTo>
                  <a:pt x="43" y="353"/>
                  <a:pt x="43" y="353"/>
                  <a:pt x="43" y="353"/>
                </a:cubicBezTo>
                <a:cubicBezTo>
                  <a:pt x="552" y="353"/>
                  <a:pt x="552" y="353"/>
                  <a:pt x="552" y="353"/>
                </a:cubicBezTo>
                <a:lnTo>
                  <a:pt x="552" y="3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32" name="Freeform 46">
            <a:extLst>
              <a:ext uri="{FF2B5EF4-FFF2-40B4-BE49-F238E27FC236}">
                <a16:creationId xmlns:a16="http://schemas.microsoft.com/office/drawing/2014/main" id="{0FB45519-E654-46B1-8028-16EFEEB4234E}"/>
              </a:ext>
            </a:extLst>
          </p:cNvPr>
          <p:cNvSpPr>
            <a:spLocks noChangeArrowheads="1"/>
          </p:cNvSpPr>
          <p:nvPr/>
        </p:nvSpPr>
        <p:spPr bwMode="auto">
          <a:xfrm>
            <a:off x="2440944" y="2411203"/>
            <a:ext cx="549657" cy="341029"/>
          </a:xfrm>
          <a:custGeom>
            <a:avLst/>
            <a:gdLst>
              <a:gd name="T0" fmla="*/ 2147483646 w 602"/>
              <a:gd name="T1" fmla="*/ 2147483646 h 376"/>
              <a:gd name="T2" fmla="*/ 2147483646 w 602"/>
              <a:gd name="T3" fmla="*/ 2147483646 h 376"/>
              <a:gd name="T4" fmla="*/ 2147483646 w 602"/>
              <a:gd name="T5" fmla="*/ 2147483646 h 376"/>
              <a:gd name="T6" fmla="*/ 2147483646 w 602"/>
              <a:gd name="T7" fmla="*/ 2147483646 h 376"/>
              <a:gd name="T8" fmla="*/ 2147483646 w 602"/>
              <a:gd name="T9" fmla="*/ 2147483646 h 376"/>
              <a:gd name="T10" fmla="*/ 0 w 602"/>
              <a:gd name="T11" fmla="*/ 2147483646 h 376"/>
              <a:gd name="T12" fmla="*/ 0 w 602"/>
              <a:gd name="T13" fmla="*/ 2147483646 h 376"/>
              <a:gd name="T14" fmla="*/ 2147483646 w 602"/>
              <a:gd name="T15" fmla="*/ 2147483646 h 376"/>
              <a:gd name="T16" fmla="*/ 2147483646 w 602"/>
              <a:gd name="T17" fmla="*/ 2147483646 h 376"/>
              <a:gd name="T18" fmla="*/ 2147483646 w 602"/>
              <a:gd name="T19" fmla="*/ 0 h 376"/>
              <a:gd name="T20" fmla="*/ 2147483646 w 602"/>
              <a:gd name="T21" fmla="*/ 0 h 376"/>
              <a:gd name="T22" fmla="*/ 2147483646 w 602"/>
              <a:gd name="T23" fmla="*/ 2147483646 h 376"/>
              <a:gd name="T24" fmla="*/ 2147483646 w 602"/>
              <a:gd name="T25" fmla="*/ 2147483646 h 376"/>
              <a:gd name="T26" fmla="*/ 2147483646 w 602"/>
              <a:gd name="T27" fmla="*/ 2147483646 h 376"/>
              <a:gd name="T28" fmla="*/ 2147483646 w 602"/>
              <a:gd name="T29" fmla="*/ 2147483646 h 376"/>
              <a:gd name="T30" fmla="*/ 2147483646 w 602"/>
              <a:gd name="T31" fmla="*/ 2147483646 h 376"/>
              <a:gd name="T32" fmla="*/ 2147483646 w 602"/>
              <a:gd name="T33" fmla="*/ 2147483646 h 376"/>
              <a:gd name="T34" fmla="*/ 2147483646 w 602"/>
              <a:gd name="T35" fmla="*/ 2147483646 h 376"/>
              <a:gd name="T36" fmla="*/ 2147483646 w 602"/>
              <a:gd name="T37" fmla="*/ 2147483646 h 376"/>
              <a:gd name="T38" fmla="*/ 2147483646 w 602"/>
              <a:gd name="T39" fmla="*/ 2147483646 h 376"/>
              <a:gd name="T40" fmla="*/ 2147483646 w 602"/>
              <a:gd name="T41" fmla="*/ 2147483646 h 376"/>
              <a:gd name="T42" fmla="*/ 2147483646 w 602"/>
              <a:gd name="T43" fmla="*/ 2147483646 h 376"/>
              <a:gd name="T44" fmla="*/ 2147483646 w 602"/>
              <a:gd name="T45" fmla="*/ 2147483646 h 376"/>
              <a:gd name="T46" fmla="*/ 2147483646 w 602"/>
              <a:gd name="T47" fmla="*/ 2147483646 h 376"/>
              <a:gd name="T48" fmla="*/ 2147483646 w 602"/>
              <a:gd name="T49" fmla="*/ 2147483646 h 376"/>
              <a:gd name="T50" fmla="*/ 2147483646 w 602"/>
              <a:gd name="T51" fmla="*/ 2147483646 h 376"/>
              <a:gd name="T52" fmla="*/ 2147483646 w 602"/>
              <a:gd name="T53" fmla="*/ 2147483646 h 376"/>
              <a:gd name="T54" fmla="*/ 2147483646 w 602"/>
              <a:gd name="T55" fmla="*/ 2147483646 h 37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602" h="376">
                <a:moveTo>
                  <a:pt x="573" y="375"/>
                </a:moveTo>
                <a:lnTo>
                  <a:pt x="573" y="375"/>
                </a:lnTo>
                <a:cubicBezTo>
                  <a:pt x="544" y="375"/>
                  <a:pt x="544" y="375"/>
                  <a:pt x="544" y="375"/>
                </a:cubicBezTo>
                <a:cubicBezTo>
                  <a:pt x="57" y="375"/>
                  <a:pt x="57" y="375"/>
                  <a:pt x="57" y="375"/>
                </a:cubicBezTo>
                <a:cubicBezTo>
                  <a:pt x="29" y="375"/>
                  <a:pt x="29" y="375"/>
                  <a:pt x="29" y="375"/>
                </a:cubicBezTo>
                <a:cubicBezTo>
                  <a:pt x="7" y="375"/>
                  <a:pt x="0" y="361"/>
                  <a:pt x="0" y="347"/>
                </a:cubicBezTo>
                <a:cubicBezTo>
                  <a:pt x="0" y="297"/>
                  <a:pt x="0" y="297"/>
                  <a:pt x="0" y="297"/>
                </a:cubicBezTo>
                <a:cubicBezTo>
                  <a:pt x="57" y="297"/>
                  <a:pt x="57" y="297"/>
                  <a:pt x="57" y="297"/>
                </a:cubicBezTo>
                <a:cubicBezTo>
                  <a:pt x="57" y="29"/>
                  <a:pt x="57" y="29"/>
                  <a:pt x="57" y="29"/>
                </a:cubicBezTo>
                <a:cubicBezTo>
                  <a:pt x="57" y="7"/>
                  <a:pt x="64" y="0"/>
                  <a:pt x="85" y="0"/>
                </a:cubicBezTo>
                <a:cubicBezTo>
                  <a:pt x="516" y="0"/>
                  <a:pt x="516" y="0"/>
                  <a:pt x="516" y="0"/>
                </a:cubicBezTo>
                <a:cubicBezTo>
                  <a:pt x="530" y="0"/>
                  <a:pt x="544" y="7"/>
                  <a:pt x="544" y="29"/>
                </a:cubicBezTo>
                <a:cubicBezTo>
                  <a:pt x="544" y="297"/>
                  <a:pt x="544" y="297"/>
                  <a:pt x="544" y="297"/>
                </a:cubicBezTo>
                <a:cubicBezTo>
                  <a:pt x="601" y="297"/>
                  <a:pt x="601" y="297"/>
                  <a:pt x="601" y="297"/>
                </a:cubicBezTo>
                <a:cubicBezTo>
                  <a:pt x="601" y="347"/>
                  <a:pt x="601" y="347"/>
                  <a:pt x="601" y="347"/>
                </a:cubicBezTo>
                <a:cubicBezTo>
                  <a:pt x="601" y="361"/>
                  <a:pt x="587" y="375"/>
                  <a:pt x="573" y="375"/>
                </a:cubicBezTo>
                <a:close/>
                <a:moveTo>
                  <a:pt x="233" y="347"/>
                </a:moveTo>
                <a:lnTo>
                  <a:pt x="233" y="347"/>
                </a:lnTo>
                <a:cubicBezTo>
                  <a:pt x="368" y="347"/>
                  <a:pt x="368" y="347"/>
                  <a:pt x="368" y="347"/>
                </a:cubicBezTo>
                <a:cubicBezTo>
                  <a:pt x="368" y="325"/>
                  <a:pt x="368" y="325"/>
                  <a:pt x="368" y="325"/>
                </a:cubicBezTo>
                <a:cubicBezTo>
                  <a:pt x="233" y="325"/>
                  <a:pt x="233" y="325"/>
                  <a:pt x="233" y="325"/>
                </a:cubicBezTo>
                <a:lnTo>
                  <a:pt x="233" y="347"/>
                </a:lnTo>
                <a:close/>
                <a:moveTo>
                  <a:pt x="509" y="36"/>
                </a:moveTo>
                <a:lnTo>
                  <a:pt x="509" y="36"/>
                </a:lnTo>
                <a:cubicBezTo>
                  <a:pt x="92" y="36"/>
                  <a:pt x="92" y="36"/>
                  <a:pt x="92" y="36"/>
                </a:cubicBezTo>
                <a:cubicBezTo>
                  <a:pt x="92" y="283"/>
                  <a:pt x="92" y="283"/>
                  <a:pt x="92" y="283"/>
                </a:cubicBezTo>
                <a:cubicBezTo>
                  <a:pt x="509" y="283"/>
                  <a:pt x="509" y="283"/>
                  <a:pt x="509" y="283"/>
                </a:cubicBezTo>
                <a:lnTo>
                  <a:pt x="509" y="3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33" name="Freeform 47">
            <a:extLst>
              <a:ext uri="{FF2B5EF4-FFF2-40B4-BE49-F238E27FC236}">
                <a16:creationId xmlns:a16="http://schemas.microsoft.com/office/drawing/2014/main" id="{62B0DF8C-E463-8918-00DC-BDA5017D156A}"/>
              </a:ext>
            </a:extLst>
          </p:cNvPr>
          <p:cNvSpPr>
            <a:spLocks noChangeArrowheads="1"/>
          </p:cNvSpPr>
          <p:nvPr/>
        </p:nvSpPr>
        <p:spPr bwMode="auto">
          <a:xfrm>
            <a:off x="1542236" y="2334975"/>
            <a:ext cx="425281" cy="497499"/>
          </a:xfrm>
          <a:custGeom>
            <a:avLst/>
            <a:gdLst>
              <a:gd name="T0" fmla="*/ 2147483646 w 467"/>
              <a:gd name="T1" fmla="*/ 2147483646 h 545"/>
              <a:gd name="T2" fmla="*/ 2147483646 w 467"/>
              <a:gd name="T3" fmla="*/ 2147483646 h 545"/>
              <a:gd name="T4" fmla="*/ 2147483646 w 467"/>
              <a:gd name="T5" fmla="*/ 2147483646 h 545"/>
              <a:gd name="T6" fmla="*/ 0 w 467"/>
              <a:gd name="T7" fmla="*/ 2147483646 h 545"/>
              <a:gd name="T8" fmla="*/ 0 w 467"/>
              <a:gd name="T9" fmla="*/ 2147483646 h 545"/>
              <a:gd name="T10" fmla="*/ 2147483646 w 467"/>
              <a:gd name="T11" fmla="*/ 0 h 545"/>
              <a:gd name="T12" fmla="*/ 2147483646 w 467"/>
              <a:gd name="T13" fmla="*/ 0 h 545"/>
              <a:gd name="T14" fmla="*/ 2147483646 w 467"/>
              <a:gd name="T15" fmla="*/ 2147483646 h 545"/>
              <a:gd name="T16" fmla="*/ 2147483646 w 467"/>
              <a:gd name="T17" fmla="*/ 2147483646 h 545"/>
              <a:gd name="T18" fmla="*/ 2147483646 w 467"/>
              <a:gd name="T19" fmla="*/ 2147483646 h 545"/>
              <a:gd name="T20" fmla="*/ 2147483646 w 467"/>
              <a:gd name="T21" fmla="*/ 2147483646 h 545"/>
              <a:gd name="T22" fmla="*/ 2147483646 w 467"/>
              <a:gd name="T23" fmla="*/ 2147483646 h 545"/>
              <a:gd name="T24" fmla="*/ 2147483646 w 467"/>
              <a:gd name="T25" fmla="*/ 2147483646 h 545"/>
              <a:gd name="T26" fmla="*/ 2147483646 w 467"/>
              <a:gd name="T27" fmla="*/ 2147483646 h 545"/>
              <a:gd name="T28" fmla="*/ 2147483646 w 467"/>
              <a:gd name="T29" fmla="*/ 2147483646 h 545"/>
              <a:gd name="T30" fmla="*/ 2147483646 w 467"/>
              <a:gd name="T31" fmla="*/ 2147483646 h 545"/>
              <a:gd name="T32" fmla="*/ 2147483646 w 467"/>
              <a:gd name="T33" fmla="*/ 2147483646 h 545"/>
              <a:gd name="T34" fmla="*/ 2147483646 w 467"/>
              <a:gd name="T35" fmla="*/ 2147483646 h 545"/>
              <a:gd name="T36" fmla="*/ 2147483646 w 467"/>
              <a:gd name="T37" fmla="*/ 2147483646 h 545"/>
              <a:gd name="T38" fmla="*/ 2147483646 w 467"/>
              <a:gd name="T39" fmla="*/ 2147483646 h 545"/>
              <a:gd name="T40" fmla="*/ 2147483646 w 467"/>
              <a:gd name="T41" fmla="*/ 2147483646 h 545"/>
              <a:gd name="T42" fmla="*/ 2147483646 w 467"/>
              <a:gd name="T43" fmla="*/ 2147483646 h 54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67" h="545">
                <a:moveTo>
                  <a:pt x="438" y="544"/>
                </a:moveTo>
                <a:lnTo>
                  <a:pt x="438" y="544"/>
                </a:lnTo>
                <a:cubicBezTo>
                  <a:pt x="28" y="544"/>
                  <a:pt x="28" y="544"/>
                  <a:pt x="28" y="544"/>
                </a:cubicBezTo>
                <a:cubicBezTo>
                  <a:pt x="7" y="544"/>
                  <a:pt x="0" y="530"/>
                  <a:pt x="0" y="515"/>
                </a:cubicBezTo>
                <a:cubicBezTo>
                  <a:pt x="0" y="28"/>
                  <a:pt x="0" y="28"/>
                  <a:pt x="0" y="28"/>
                </a:cubicBezTo>
                <a:cubicBezTo>
                  <a:pt x="0" y="7"/>
                  <a:pt x="7" y="0"/>
                  <a:pt x="28" y="0"/>
                </a:cubicBezTo>
                <a:cubicBezTo>
                  <a:pt x="438" y="0"/>
                  <a:pt x="438" y="0"/>
                  <a:pt x="438" y="0"/>
                </a:cubicBezTo>
                <a:cubicBezTo>
                  <a:pt x="459" y="0"/>
                  <a:pt x="466" y="7"/>
                  <a:pt x="466" y="28"/>
                </a:cubicBezTo>
                <a:cubicBezTo>
                  <a:pt x="466" y="515"/>
                  <a:pt x="466" y="515"/>
                  <a:pt x="466" y="515"/>
                </a:cubicBezTo>
                <a:cubicBezTo>
                  <a:pt x="466" y="530"/>
                  <a:pt x="459" y="544"/>
                  <a:pt x="438" y="544"/>
                </a:cubicBezTo>
                <a:close/>
                <a:moveTo>
                  <a:pt x="233" y="522"/>
                </a:moveTo>
                <a:lnTo>
                  <a:pt x="233" y="522"/>
                </a:lnTo>
                <a:cubicBezTo>
                  <a:pt x="240" y="522"/>
                  <a:pt x="254" y="515"/>
                  <a:pt x="254" y="508"/>
                </a:cubicBezTo>
                <a:cubicBezTo>
                  <a:pt x="254" y="494"/>
                  <a:pt x="240" y="487"/>
                  <a:pt x="233" y="487"/>
                </a:cubicBezTo>
                <a:cubicBezTo>
                  <a:pt x="226" y="487"/>
                  <a:pt x="212" y="494"/>
                  <a:pt x="212" y="508"/>
                </a:cubicBezTo>
                <a:cubicBezTo>
                  <a:pt x="212" y="515"/>
                  <a:pt x="226" y="522"/>
                  <a:pt x="233" y="522"/>
                </a:cubicBezTo>
                <a:close/>
                <a:moveTo>
                  <a:pt x="410" y="56"/>
                </a:moveTo>
                <a:lnTo>
                  <a:pt x="410" y="56"/>
                </a:lnTo>
                <a:cubicBezTo>
                  <a:pt x="56" y="56"/>
                  <a:pt x="56" y="56"/>
                  <a:pt x="56" y="56"/>
                </a:cubicBezTo>
                <a:cubicBezTo>
                  <a:pt x="56" y="466"/>
                  <a:pt x="56" y="466"/>
                  <a:pt x="56" y="466"/>
                </a:cubicBezTo>
                <a:cubicBezTo>
                  <a:pt x="410" y="466"/>
                  <a:pt x="410" y="466"/>
                  <a:pt x="410" y="466"/>
                </a:cubicBezTo>
                <a:lnTo>
                  <a:pt x="410" y="5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34" name="Freeform 48">
            <a:extLst>
              <a:ext uri="{FF2B5EF4-FFF2-40B4-BE49-F238E27FC236}">
                <a16:creationId xmlns:a16="http://schemas.microsoft.com/office/drawing/2014/main" id="{51D74713-E046-B08C-AFB6-D7CEB41CC6FC}"/>
              </a:ext>
            </a:extLst>
          </p:cNvPr>
          <p:cNvSpPr>
            <a:spLocks noChangeArrowheads="1"/>
          </p:cNvSpPr>
          <p:nvPr/>
        </p:nvSpPr>
        <p:spPr bwMode="auto">
          <a:xfrm>
            <a:off x="647542" y="2334975"/>
            <a:ext cx="288870" cy="497499"/>
          </a:xfrm>
          <a:custGeom>
            <a:avLst/>
            <a:gdLst>
              <a:gd name="T0" fmla="*/ 2147483646 w 319"/>
              <a:gd name="T1" fmla="*/ 2147483646 h 545"/>
              <a:gd name="T2" fmla="*/ 2147483646 w 319"/>
              <a:gd name="T3" fmla="*/ 2147483646 h 545"/>
              <a:gd name="T4" fmla="*/ 2147483646 w 319"/>
              <a:gd name="T5" fmla="*/ 2147483646 h 545"/>
              <a:gd name="T6" fmla="*/ 0 w 319"/>
              <a:gd name="T7" fmla="*/ 2147483646 h 545"/>
              <a:gd name="T8" fmla="*/ 0 w 319"/>
              <a:gd name="T9" fmla="*/ 2147483646 h 545"/>
              <a:gd name="T10" fmla="*/ 2147483646 w 319"/>
              <a:gd name="T11" fmla="*/ 0 h 545"/>
              <a:gd name="T12" fmla="*/ 2147483646 w 319"/>
              <a:gd name="T13" fmla="*/ 0 h 545"/>
              <a:gd name="T14" fmla="*/ 2147483646 w 319"/>
              <a:gd name="T15" fmla="*/ 2147483646 h 545"/>
              <a:gd name="T16" fmla="*/ 2147483646 w 319"/>
              <a:gd name="T17" fmla="*/ 2147483646 h 545"/>
              <a:gd name="T18" fmla="*/ 2147483646 w 319"/>
              <a:gd name="T19" fmla="*/ 2147483646 h 545"/>
              <a:gd name="T20" fmla="*/ 2147483646 w 319"/>
              <a:gd name="T21" fmla="*/ 2147483646 h 545"/>
              <a:gd name="T22" fmla="*/ 2147483646 w 319"/>
              <a:gd name="T23" fmla="*/ 2147483646 h 545"/>
              <a:gd name="T24" fmla="*/ 2147483646 w 319"/>
              <a:gd name="T25" fmla="*/ 2147483646 h 545"/>
              <a:gd name="T26" fmla="*/ 2147483646 w 319"/>
              <a:gd name="T27" fmla="*/ 2147483646 h 545"/>
              <a:gd name="T28" fmla="*/ 2147483646 w 319"/>
              <a:gd name="T29" fmla="*/ 2147483646 h 545"/>
              <a:gd name="T30" fmla="*/ 2147483646 w 319"/>
              <a:gd name="T31" fmla="*/ 2147483646 h 545"/>
              <a:gd name="T32" fmla="*/ 2147483646 w 319"/>
              <a:gd name="T33" fmla="*/ 2147483646 h 545"/>
              <a:gd name="T34" fmla="*/ 2147483646 w 319"/>
              <a:gd name="T35" fmla="*/ 2147483646 h 545"/>
              <a:gd name="T36" fmla="*/ 2147483646 w 319"/>
              <a:gd name="T37" fmla="*/ 2147483646 h 545"/>
              <a:gd name="T38" fmla="*/ 2147483646 w 319"/>
              <a:gd name="T39" fmla="*/ 2147483646 h 545"/>
              <a:gd name="T40" fmla="*/ 2147483646 w 319"/>
              <a:gd name="T41" fmla="*/ 2147483646 h 545"/>
              <a:gd name="T42" fmla="*/ 2147483646 w 319"/>
              <a:gd name="T43" fmla="*/ 2147483646 h 545"/>
              <a:gd name="T44" fmla="*/ 2147483646 w 319"/>
              <a:gd name="T45" fmla="*/ 2147483646 h 545"/>
              <a:gd name="T46" fmla="*/ 2147483646 w 319"/>
              <a:gd name="T47" fmla="*/ 2147483646 h 545"/>
              <a:gd name="T48" fmla="*/ 2147483646 w 319"/>
              <a:gd name="T49" fmla="*/ 2147483646 h 545"/>
              <a:gd name="T50" fmla="*/ 2147483646 w 319"/>
              <a:gd name="T51" fmla="*/ 2147483646 h 54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19" h="545">
                <a:moveTo>
                  <a:pt x="290" y="544"/>
                </a:moveTo>
                <a:lnTo>
                  <a:pt x="290" y="544"/>
                </a:lnTo>
                <a:cubicBezTo>
                  <a:pt x="29" y="544"/>
                  <a:pt x="29" y="544"/>
                  <a:pt x="29" y="544"/>
                </a:cubicBezTo>
                <a:cubicBezTo>
                  <a:pt x="15" y="544"/>
                  <a:pt x="0" y="530"/>
                  <a:pt x="0" y="515"/>
                </a:cubicBezTo>
                <a:cubicBezTo>
                  <a:pt x="0" y="28"/>
                  <a:pt x="0" y="28"/>
                  <a:pt x="0" y="28"/>
                </a:cubicBezTo>
                <a:cubicBezTo>
                  <a:pt x="0" y="7"/>
                  <a:pt x="15" y="0"/>
                  <a:pt x="29" y="0"/>
                </a:cubicBezTo>
                <a:cubicBezTo>
                  <a:pt x="290" y="0"/>
                  <a:pt x="290" y="0"/>
                  <a:pt x="290" y="0"/>
                </a:cubicBezTo>
                <a:cubicBezTo>
                  <a:pt x="311" y="0"/>
                  <a:pt x="318" y="7"/>
                  <a:pt x="318" y="28"/>
                </a:cubicBezTo>
                <a:cubicBezTo>
                  <a:pt x="318" y="515"/>
                  <a:pt x="318" y="515"/>
                  <a:pt x="318" y="515"/>
                </a:cubicBezTo>
                <a:cubicBezTo>
                  <a:pt x="318" y="530"/>
                  <a:pt x="311" y="544"/>
                  <a:pt x="290" y="544"/>
                </a:cubicBezTo>
                <a:close/>
                <a:moveTo>
                  <a:pt x="163" y="515"/>
                </a:moveTo>
                <a:lnTo>
                  <a:pt x="163" y="515"/>
                </a:lnTo>
                <a:cubicBezTo>
                  <a:pt x="170" y="515"/>
                  <a:pt x="177" y="508"/>
                  <a:pt x="177" y="494"/>
                </a:cubicBezTo>
                <a:cubicBezTo>
                  <a:pt x="177" y="487"/>
                  <a:pt x="170" y="480"/>
                  <a:pt x="163" y="480"/>
                </a:cubicBezTo>
                <a:cubicBezTo>
                  <a:pt x="149" y="480"/>
                  <a:pt x="142" y="487"/>
                  <a:pt x="142" y="494"/>
                </a:cubicBezTo>
                <a:cubicBezTo>
                  <a:pt x="142" y="508"/>
                  <a:pt x="149" y="515"/>
                  <a:pt x="163" y="515"/>
                </a:cubicBezTo>
                <a:close/>
                <a:moveTo>
                  <a:pt x="290" y="56"/>
                </a:moveTo>
                <a:lnTo>
                  <a:pt x="290" y="56"/>
                </a:lnTo>
                <a:cubicBezTo>
                  <a:pt x="283" y="56"/>
                  <a:pt x="283" y="56"/>
                  <a:pt x="283" y="56"/>
                </a:cubicBezTo>
                <a:cubicBezTo>
                  <a:pt x="36" y="56"/>
                  <a:pt x="36" y="56"/>
                  <a:pt x="36" y="56"/>
                </a:cubicBezTo>
                <a:cubicBezTo>
                  <a:pt x="29" y="56"/>
                  <a:pt x="29" y="56"/>
                  <a:pt x="29" y="56"/>
                </a:cubicBezTo>
                <a:cubicBezTo>
                  <a:pt x="29" y="452"/>
                  <a:pt x="29" y="452"/>
                  <a:pt x="29" y="452"/>
                </a:cubicBezTo>
                <a:cubicBezTo>
                  <a:pt x="36" y="452"/>
                  <a:pt x="36" y="452"/>
                  <a:pt x="36" y="452"/>
                </a:cubicBezTo>
                <a:cubicBezTo>
                  <a:pt x="283" y="452"/>
                  <a:pt x="283" y="452"/>
                  <a:pt x="283" y="452"/>
                </a:cubicBezTo>
                <a:cubicBezTo>
                  <a:pt x="290" y="452"/>
                  <a:pt x="290" y="452"/>
                  <a:pt x="290" y="452"/>
                </a:cubicBezTo>
                <a:lnTo>
                  <a:pt x="290" y="5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35" name="Freeform 49">
            <a:extLst>
              <a:ext uri="{FF2B5EF4-FFF2-40B4-BE49-F238E27FC236}">
                <a16:creationId xmlns:a16="http://schemas.microsoft.com/office/drawing/2014/main" id="{FE9D56B2-2E7B-B6EF-5756-02A18A36E322}"/>
              </a:ext>
            </a:extLst>
          </p:cNvPr>
          <p:cNvSpPr>
            <a:spLocks noChangeArrowheads="1"/>
          </p:cNvSpPr>
          <p:nvPr/>
        </p:nvSpPr>
        <p:spPr bwMode="auto">
          <a:xfrm>
            <a:off x="11132320" y="1396146"/>
            <a:ext cx="413244" cy="449354"/>
          </a:xfrm>
          <a:custGeom>
            <a:avLst/>
            <a:gdLst>
              <a:gd name="T0" fmla="*/ 2147483646 w 453"/>
              <a:gd name="T1" fmla="*/ 2147483646 h 496"/>
              <a:gd name="T2" fmla="*/ 2147483646 w 453"/>
              <a:gd name="T3" fmla="*/ 2147483646 h 496"/>
              <a:gd name="T4" fmla="*/ 2147483646 w 453"/>
              <a:gd name="T5" fmla="*/ 2147483646 h 496"/>
              <a:gd name="T6" fmla="*/ 2147483646 w 453"/>
              <a:gd name="T7" fmla="*/ 2147483646 h 496"/>
              <a:gd name="T8" fmla="*/ 2147483646 w 453"/>
              <a:gd name="T9" fmla="*/ 2147483646 h 496"/>
              <a:gd name="T10" fmla="*/ 2147483646 w 453"/>
              <a:gd name="T11" fmla="*/ 2147483646 h 496"/>
              <a:gd name="T12" fmla="*/ 2147483646 w 453"/>
              <a:gd name="T13" fmla="*/ 2147483646 h 496"/>
              <a:gd name="T14" fmla="*/ 2147483646 w 453"/>
              <a:gd name="T15" fmla="*/ 2147483646 h 496"/>
              <a:gd name="T16" fmla="*/ 2147483646 w 453"/>
              <a:gd name="T17" fmla="*/ 2147483646 h 496"/>
              <a:gd name="T18" fmla="*/ 2147483646 w 453"/>
              <a:gd name="T19" fmla="*/ 2147483646 h 496"/>
              <a:gd name="T20" fmla="*/ 2147483646 w 453"/>
              <a:gd name="T21" fmla="*/ 2147483646 h 496"/>
              <a:gd name="T22" fmla="*/ 2147483646 w 453"/>
              <a:gd name="T23" fmla="*/ 2147483646 h 496"/>
              <a:gd name="T24" fmla="*/ 2147483646 w 453"/>
              <a:gd name="T25" fmla="*/ 2147483646 h 496"/>
              <a:gd name="T26" fmla="*/ 2147483646 w 453"/>
              <a:gd name="T27" fmla="*/ 2147483646 h 496"/>
              <a:gd name="T28" fmla="*/ 2147483646 w 453"/>
              <a:gd name="T29" fmla="*/ 2147483646 h 496"/>
              <a:gd name="T30" fmla="*/ 2147483646 w 453"/>
              <a:gd name="T31" fmla="*/ 2147483646 h 496"/>
              <a:gd name="T32" fmla="*/ 2147483646 w 453"/>
              <a:gd name="T33" fmla="*/ 2147483646 h 496"/>
              <a:gd name="T34" fmla="*/ 2147483646 w 453"/>
              <a:gd name="T35" fmla="*/ 2147483646 h 496"/>
              <a:gd name="T36" fmla="*/ 2147483646 w 453"/>
              <a:gd name="T37" fmla="*/ 2147483646 h 496"/>
              <a:gd name="T38" fmla="*/ 2147483646 w 453"/>
              <a:gd name="T39" fmla="*/ 2147483646 h 496"/>
              <a:gd name="T40" fmla="*/ 2147483646 w 453"/>
              <a:gd name="T41" fmla="*/ 2147483646 h 496"/>
              <a:gd name="T42" fmla="*/ 2147483646 w 453"/>
              <a:gd name="T43" fmla="*/ 2147483646 h 496"/>
              <a:gd name="T44" fmla="*/ 2147483646 w 453"/>
              <a:gd name="T45" fmla="*/ 2147483646 h 496"/>
              <a:gd name="T46" fmla="*/ 2147483646 w 453"/>
              <a:gd name="T47" fmla="*/ 2147483646 h 496"/>
              <a:gd name="T48" fmla="*/ 2147483646 w 453"/>
              <a:gd name="T49" fmla="*/ 2147483646 h 496"/>
              <a:gd name="T50" fmla="*/ 2147483646 w 453"/>
              <a:gd name="T51" fmla="*/ 2147483646 h 496"/>
              <a:gd name="T52" fmla="*/ 2147483646 w 453"/>
              <a:gd name="T53" fmla="*/ 2147483646 h 496"/>
              <a:gd name="T54" fmla="*/ 2147483646 w 453"/>
              <a:gd name="T55" fmla="*/ 2147483646 h 496"/>
              <a:gd name="T56" fmla="*/ 2147483646 w 453"/>
              <a:gd name="T57" fmla="*/ 2147483646 h 496"/>
              <a:gd name="T58" fmla="*/ 2147483646 w 453"/>
              <a:gd name="T59" fmla="*/ 2147483646 h 496"/>
              <a:gd name="T60" fmla="*/ 2147483646 w 453"/>
              <a:gd name="T61" fmla="*/ 2147483646 h 496"/>
              <a:gd name="T62" fmla="*/ 2147483646 w 453"/>
              <a:gd name="T63" fmla="*/ 2147483646 h 496"/>
              <a:gd name="T64" fmla="*/ 2147483646 w 453"/>
              <a:gd name="T65" fmla="*/ 2147483646 h 496"/>
              <a:gd name="T66" fmla="*/ 2147483646 w 453"/>
              <a:gd name="T67" fmla="*/ 2147483646 h 496"/>
              <a:gd name="T68" fmla="*/ 0 w 453"/>
              <a:gd name="T69" fmla="*/ 2147483646 h 496"/>
              <a:gd name="T70" fmla="*/ 0 w 453"/>
              <a:gd name="T71" fmla="*/ 2147483646 h 496"/>
              <a:gd name="T72" fmla="*/ 2147483646 w 453"/>
              <a:gd name="T73" fmla="*/ 0 h 496"/>
              <a:gd name="T74" fmla="*/ 2147483646 w 453"/>
              <a:gd name="T75" fmla="*/ 0 h 496"/>
              <a:gd name="T76" fmla="*/ 2147483646 w 453"/>
              <a:gd name="T77" fmla="*/ 2147483646 h 496"/>
              <a:gd name="T78" fmla="*/ 2147483646 w 453"/>
              <a:gd name="T79" fmla="*/ 2147483646 h 49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53" h="496">
                <a:moveTo>
                  <a:pt x="452" y="248"/>
                </a:moveTo>
                <a:lnTo>
                  <a:pt x="452" y="248"/>
                </a:lnTo>
                <a:cubicBezTo>
                  <a:pt x="452" y="255"/>
                  <a:pt x="445" y="262"/>
                  <a:pt x="438" y="269"/>
                </a:cubicBezTo>
                <a:cubicBezTo>
                  <a:pt x="346" y="354"/>
                  <a:pt x="346" y="354"/>
                  <a:pt x="346" y="354"/>
                </a:cubicBezTo>
                <a:cubicBezTo>
                  <a:pt x="339" y="361"/>
                  <a:pt x="332" y="361"/>
                  <a:pt x="325" y="361"/>
                </a:cubicBezTo>
                <a:cubicBezTo>
                  <a:pt x="311" y="361"/>
                  <a:pt x="297" y="347"/>
                  <a:pt x="297" y="333"/>
                </a:cubicBezTo>
                <a:cubicBezTo>
                  <a:pt x="297" y="326"/>
                  <a:pt x="304" y="319"/>
                  <a:pt x="311" y="311"/>
                </a:cubicBezTo>
                <a:cubicBezTo>
                  <a:pt x="346" y="276"/>
                  <a:pt x="346" y="276"/>
                  <a:pt x="346" y="276"/>
                </a:cubicBezTo>
                <a:cubicBezTo>
                  <a:pt x="177" y="276"/>
                  <a:pt x="177" y="276"/>
                  <a:pt x="177" y="276"/>
                </a:cubicBezTo>
                <a:cubicBezTo>
                  <a:pt x="163" y="276"/>
                  <a:pt x="148" y="262"/>
                  <a:pt x="148" y="248"/>
                </a:cubicBezTo>
                <a:cubicBezTo>
                  <a:pt x="148" y="234"/>
                  <a:pt x="163" y="220"/>
                  <a:pt x="177" y="220"/>
                </a:cubicBezTo>
                <a:cubicBezTo>
                  <a:pt x="346" y="220"/>
                  <a:pt x="346" y="220"/>
                  <a:pt x="346" y="220"/>
                </a:cubicBezTo>
                <a:cubicBezTo>
                  <a:pt x="311" y="184"/>
                  <a:pt x="311" y="184"/>
                  <a:pt x="311" y="184"/>
                </a:cubicBezTo>
                <a:cubicBezTo>
                  <a:pt x="304" y="177"/>
                  <a:pt x="297" y="170"/>
                  <a:pt x="297" y="163"/>
                </a:cubicBezTo>
                <a:cubicBezTo>
                  <a:pt x="297" y="149"/>
                  <a:pt x="311" y="135"/>
                  <a:pt x="325" y="135"/>
                </a:cubicBezTo>
                <a:cubicBezTo>
                  <a:pt x="332" y="135"/>
                  <a:pt x="339" y="135"/>
                  <a:pt x="346" y="142"/>
                </a:cubicBezTo>
                <a:cubicBezTo>
                  <a:pt x="438" y="227"/>
                  <a:pt x="438" y="227"/>
                  <a:pt x="438" y="227"/>
                </a:cubicBezTo>
                <a:cubicBezTo>
                  <a:pt x="445" y="234"/>
                  <a:pt x="452" y="241"/>
                  <a:pt x="452" y="248"/>
                </a:cubicBezTo>
                <a:close/>
                <a:moveTo>
                  <a:pt x="170" y="57"/>
                </a:moveTo>
                <a:lnTo>
                  <a:pt x="170" y="57"/>
                </a:lnTo>
                <a:cubicBezTo>
                  <a:pt x="56" y="57"/>
                  <a:pt x="56" y="57"/>
                  <a:pt x="56" y="57"/>
                </a:cubicBezTo>
                <a:cubicBezTo>
                  <a:pt x="56" y="439"/>
                  <a:pt x="56" y="439"/>
                  <a:pt x="56" y="439"/>
                </a:cubicBezTo>
                <a:cubicBezTo>
                  <a:pt x="170" y="439"/>
                  <a:pt x="170" y="439"/>
                  <a:pt x="170" y="439"/>
                </a:cubicBezTo>
                <a:cubicBezTo>
                  <a:pt x="184" y="439"/>
                  <a:pt x="198" y="446"/>
                  <a:pt x="198" y="467"/>
                </a:cubicBezTo>
                <a:cubicBezTo>
                  <a:pt x="198" y="481"/>
                  <a:pt x="184" y="495"/>
                  <a:pt x="170" y="495"/>
                </a:cubicBezTo>
                <a:cubicBezTo>
                  <a:pt x="28" y="495"/>
                  <a:pt x="28" y="495"/>
                  <a:pt x="28" y="495"/>
                </a:cubicBezTo>
                <a:cubicBezTo>
                  <a:pt x="7" y="495"/>
                  <a:pt x="0" y="481"/>
                  <a:pt x="0" y="467"/>
                </a:cubicBezTo>
                <a:cubicBezTo>
                  <a:pt x="0" y="29"/>
                  <a:pt x="0" y="29"/>
                  <a:pt x="0" y="29"/>
                </a:cubicBezTo>
                <a:cubicBezTo>
                  <a:pt x="0" y="15"/>
                  <a:pt x="7" y="0"/>
                  <a:pt x="28" y="0"/>
                </a:cubicBezTo>
                <a:cubicBezTo>
                  <a:pt x="170" y="0"/>
                  <a:pt x="170" y="0"/>
                  <a:pt x="170" y="0"/>
                </a:cubicBezTo>
                <a:cubicBezTo>
                  <a:pt x="184" y="0"/>
                  <a:pt x="198" y="15"/>
                  <a:pt x="198" y="29"/>
                </a:cubicBezTo>
                <a:cubicBezTo>
                  <a:pt x="198" y="50"/>
                  <a:pt x="184" y="57"/>
                  <a:pt x="170" y="5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36" name="Freeform 50">
            <a:extLst>
              <a:ext uri="{FF2B5EF4-FFF2-40B4-BE49-F238E27FC236}">
                <a16:creationId xmlns:a16="http://schemas.microsoft.com/office/drawing/2014/main" id="{0A749CEC-5945-2B5B-4CFE-3BCB69C71258}"/>
              </a:ext>
            </a:extLst>
          </p:cNvPr>
          <p:cNvSpPr>
            <a:spLocks noChangeArrowheads="1"/>
          </p:cNvSpPr>
          <p:nvPr/>
        </p:nvSpPr>
        <p:spPr bwMode="auto">
          <a:xfrm>
            <a:off x="10157381" y="1396146"/>
            <a:ext cx="413246" cy="449354"/>
          </a:xfrm>
          <a:custGeom>
            <a:avLst/>
            <a:gdLst>
              <a:gd name="T0" fmla="*/ 2147483646 w 453"/>
              <a:gd name="T1" fmla="*/ 2147483646 h 496"/>
              <a:gd name="T2" fmla="*/ 2147483646 w 453"/>
              <a:gd name="T3" fmla="*/ 2147483646 h 496"/>
              <a:gd name="T4" fmla="*/ 2147483646 w 453"/>
              <a:gd name="T5" fmla="*/ 2147483646 h 496"/>
              <a:gd name="T6" fmla="*/ 2147483646 w 453"/>
              <a:gd name="T7" fmla="*/ 2147483646 h 496"/>
              <a:gd name="T8" fmla="*/ 2147483646 w 453"/>
              <a:gd name="T9" fmla="*/ 2147483646 h 496"/>
              <a:gd name="T10" fmla="*/ 2147483646 w 453"/>
              <a:gd name="T11" fmla="*/ 2147483646 h 496"/>
              <a:gd name="T12" fmla="*/ 2147483646 w 453"/>
              <a:gd name="T13" fmla="*/ 2147483646 h 496"/>
              <a:gd name="T14" fmla="*/ 2147483646 w 453"/>
              <a:gd name="T15" fmla="*/ 2147483646 h 496"/>
              <a:gd name="T16" fmla="*/ 2147483646 w 453"/>
              <a:gd name="T17" fmla="*/ 2147483646 h 496"/>
              <a:gd name="T18" fmla="*/ 2147483646 w 453"/>
              <a:gd name="T19" fmla="*/ 2147483646 h 496"/>
              <a:gd name="T20" fmla="*/ 2147483646 w 453"/>
              <a:gd name="T21" fmla="*/ 2147483646 h 496"/>
              <a:gd name="T22" fmla="*/ 2147483646 w 453"/>
              <a:gd name="T23" fmla="*/ 0 h 496"/>
              <a:gd name="T24" fmla="*/ 2147483646 w 453"/>
              <a:gd name="T25" fmla="*/ 0 h 496"/>
              <a:gd name="T26" fmla="*/ 2147483646 w 453"/>
              <a:gd name="T27" fmla="*/ 2147483646 h 496"/>
              <a:gd name="T28" fmla="*/ 2147483646 w 453"/>
              <a:gd name="T29" fmla="*/ 2147483646 h 496"/>
              <a:gd name="T30" fmla="*/ 2147483646 w 453"/>
              <a:gd name="T31" fmla="*/ 2147483646 h 496"/>
              <a:gd name="T32" fmla="*/ 2147483646 w 453"/>
              <a:gd name="T33" fmla="*/ 2147483646 h 496"/>
              <a:gd name="T34" fmla="*/ 2147483646 w 453"/>
              <a:gd name="T35" fmla="*/ 2147483646 h 496"/>
              <a:gd name="T36" fmla="*/ 2147483646 w 453"/>
              <a:gd name="T37" fmla="*/ 2147483646 h 496"/>
              <a:gd name="T38" fmla="*/ 2147483646 w 453"/>
              <a:gd name="T39" fmla="*/ 2147483646 h 496"/>
              <a:gd name="T40" fmla="*/ 2147483646 w 453"/>
              <a:gd name="T41" fmla="*/ 2147483646 h 496"/>
              <a:gd name="T42" fmla="*/ 2147483646 w 453"/>
              <a:gd name="T43" fmla="*/ 2147483646 h 496"/>
              <a:gd name="T44" fmla="*/ 2147483646 w 453"/>
              <a:gd name="T45" fmla="*/ 2147483646 h 496"/>
              <a:gd name="T46" fmla="*/ 2147483646 w 453"/>
              <a:gd name="T47" fmla="*/ 2147483646 h 496"/>
              <a:gd name="T48" fmla="*/ 2147483646 w 453"/>
              <a:gd name="T49" fmla="*/ 2147483646 h 496"/>
              <a:gd name="T50" fmla="*/ 2147483646 w 453"/>
              <a:gd name="T51" fmla="*/ 2147483646 h 496"/>
              <a:gd name="T52" fmla="*/ 2147483646 w 453"/>
              <a:gd name="T53" fmla="*/ 2147483646 h 496"/>
              <a:gd name="T54" fmla="*/ 2147483646 w 453"/>
              <a:gd name="T55" fmla="*/ 2147483646 h 496"/>
              <a:gd name="T56" fmla="*/ 2147483646 w 453"/>
              <a:gd name="T57" fmla="*/ 2147483646 h 496"/>
              <a:gd name="T58" fmla="*/ 0 w 453"/>
              <a:gd name="T59" fmla="*/ 2147483646 h 496"/>
              <a:gd name="T60" fmla="*/ 2147483646 w 453"/>
              <a:gd name="T61" fmla="*/ 2147483646 h 496"/>
              <a:gd name="T62" fmla="*/ 2147483646 w 453"/>
              <a:gd name="T63" fmla="*/ 2147483646 h 496"/>
              <a:gd name="T64" fmla="*/ 2147483646 w 453"/>
              <a:gd name="T65" fmla="*/ 2147483646 h 496"/>
              <a:gd name="T66" fmla="*/ 2147483646 w 453"/>
              <a:gd name="T67" fmla="*/ 2147483646 h 496"/>
              <a:gd name="T68" fmla="*/ 2147483646 w 453"/>
              <a:gd name="T69" fmla="*/ 2147483646 h 496"/>
              <a:gd name="T70" fmla="*/ 2147483646 w 453"/>
              <a:gd name="T71" fmla="*/ 2147483646 h 496"/>
              <a:gd name="T72" fmla="*/ 2147483646 w 453"/>
              <a:gd name="T73" fmla="*/ 2147483646 h 496"/>
              <a:gd name="T74" fmla="*/ 2147483646 w 453"/>
              <a:gd name="T75" fmla="*/ 2147483646 h 496"/>
              <a:gd name="T76" fmla="*/ 2147483646 w 453"/>
              <a:gd name="T77" fmla="*/ 2147483646 h 496"/>
              <a:gd name="T78" fmla="*/ 2147483646 w 453"/>
              <a:gd name="T79" fmla="*/ 2147483646 h 49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53" h="496">
                <a:moveTo>
                  <a:pt x="452" y="248"/>
                </a:moveTo>
                <a:lnTo>
                  <a:pt x="452" y="248"/>
                </a:lnTo>
                <a:cubicBezTo>
                  <a:pt x="452" y="467"/>
                  <a:pt x="452" y="467"/>
                  <a:pt x="452" y="467"/>
                </a:cubicBezTo>
                <a:cubicBezTo>
                  <a:pt x="452" y="481"/>
                  <a:pt x="438" y="495"/>
                  <a:pt x="424" y="495"/>
                </a:cubicBezTo>
                <a:cubicBezTo>
                  <a:pt x="282" y="495"/>
                  <a:pt x="282" y="495"/>
                  <a:pt x="282" y="495"/>
                </a:cubicBezTo>
                <a:cubicBezTo>
                  <a:pt x="261" y="495"/>
                  <a:pt x="254" y="481"/>
                  <a:pt x="254" y="467"/>
                </a:cubicBezTo>
                <a:cubicBezTo>
                  <a:pt x="254" y="446"/>
                  <a:pt x="261" y="439"/>
                  <a:pt x="282" y="439"/>
                </a:cubicBezTo>
                <a:cubicBezTo>
                  <a:pt x="395" y="439"/>
                  <a:pt x="395" y="439"/>
                  <a:pt x="395" y="439"/>
                </a:cubicBezTo>
                <a:cubicBezTo>
                  <a:pt x="395" y="57"/>
                  <a:pt x="395" y="57"/>
                  <a:pt x="395" y="57"/>
                </a:cubicBezTo>
                <a:cubicBezTo>
                  <a:pt x="282" y="57"/>
                  <a:pt x="282" y="57"/>
                  <a:pt x="282" y="57"/>
                </a:cubicBezTo>
                <a:cubicBezTo>
                  <a:pt x="261" y="57"/>
                  <a:pt x="254" y="43"/>
                  <a:pt x="254" y="29"/>
                </a:cubicBezTo>
                <a:cubicBezTo>
                  <a:pt x="254" y="15"/>
                  <a:pt x="261" y="0"/>
                  <a:pt x="282" y="0"/>
                </a:cubicBezTo>
                <a:cubicBezTo>
                  <a:pt x="424" y="0"/>
                  <a:pt x="424" y="0"/>
                  <a:pt x="424" y="0"/>
                </a:cubicBezTo>
                <a:cubicBezTo>
                  <a:pt x="438" y="0"/>
                  <a:pt x="452" y="15"/>
                  <a:pt x="452" y="29"/>
                </a:cubicBezTo>
                <a:cubicBezTo>
                  <a:pt x="452" y="248"/>
                  <a:pt x="452" y="248"/>
                  <a:pt x="452" y="248"/>
                </a:cubicBezTo>
                <a:close/>
                <a:moveTo>
                  <a:pt x="289" y="227"/>
                </a:moveTo>
                <a:lnTo>
                  <a:pt x="289" y="227"/>
                </a:lnTo>
                <a:cubicBezTo>
                  <a:pt x="296" y="234"/>
                  <a:pt x="296" y="241"/>
                  <a:pt x="296" y="248"/>
                </a:cubicBezTo>
                <a:cubicBezTo>
                  <a:pt x="296" y="255"/>
                  <a:pt x="296" y="262"/>
                  <a:pt x="289" y="269"/>
                </a:cubicBezTo>
                <a:cubicBezTo>
                  <a:pt x="198" y="354"/>
                  <a:pt x="198" y="354"/>
                  <a:pt x="198" y="354"/>
                </a:cubicBezTo>
                <a:cubicBezTo>
                  <a:pt x="191" y="361"/>
                  <a:pt x="183" y="361"/>
                  <a:pt x="176" y="361"/>
                </a:cubicBezTo>
                <a:cubicBezTo>
                  <a:pt x="162" y="361"/>
                  <a:pt x="148" y="347"/>
                  <a:pt x="148" y="333"/>
                </a:cubicBezTo>
                <a:cubicBezTo>
                  <a:pt x="148" y="326"/>
                  <a:pt x="155" y="319"/>
                  <a:pt x="155" y="311"/>
                </a:cubicBezTo>
                <a:cubicBezTo>
                  <a:pt x="198" y="276"/>
                  <a:pt x="198" y="276"/>
                  <a:pt x="198" y="276"/>
                </a:cubicBezTo>
                <a:cubicBezTo>
                  <a:pt x="28" y="276"/>
                  <a:pt x="28" y="276"/>
                  <a:pt x="28" y="276"/>
                </a:cubicBezTo>
                <a:cubicBezTo>
                  <a:pt x="7" y="276"/>
                  <a:pt x="0" y="262"/>
                  <a:pt x="0" y="248"/>
                </a:cubicBezTo>
                <a:cubicBezTo>
                  <a:pt x="0" y="234"/>
                  <a:pt x="7" y="220"/>
                  <a:pt x="28" y="220"/>
                </a:cubicBezTo>
                <a:cubicBezTo>
                  <a:pt x="198" y="220"/>
                  <a:pt x="198" y="220"/>
                  <a:pt x="198" y="220"/>
                </a:cubicBezTo>
                <a:cubicBezTo>
                  <a:pt x="155" y="184"/>
                  <a:pt x="155" y="184"/>
                  <a:pt x="155" y="184"/>
                </a:cubicBezTo>
                <a:cubicBezTo>
                  <a:pt x="155" y="177"/>
                  <a:pt x="148" y="170"/>
                  <a:pt x="148" y="163"/>
                </a:cubicBezTo>
                <a:cubicBezTo>
                  <a:pt x="148" y="149"/>
                  <a:pt x="162" y="135"/>
                  <a:pt x="176" y="135"/>
                </a:cubicBezTo>
                <a:cubicBezTo>
                  <a:pt x="183" y="135"/>
                  <a:pt x="191" y="135"/>
                  <a:pt x="198" y="142"/>
                </a:cubicBezTo>
                <a:cubicBezTo>
                  <a:pt x="289" y="227"/>
                  <a:pt x="289" y="227"/>
                  <a:pt x="289" y="22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37" name="Freeform 51">
            <a:extLst>
              <a:ext uri="{FF2B5EF4-FFF2-40B4-BE49-F238E27FC236}">
                <a16:creationId xmlns:a16="http://schemas.microsoft.com/office/drawing/2014/main" id="{73E0D225-5504-8E7D-3E36-5C8C260C09EA}"/>
              </a:ext>
            </a:extLst>
          </p:cNvPr>
          <p:cNvSpPr>
            <a:spLocks noChangeArrowheads="1"/>
          </p:cNvSpPr>
          <p:nvPr/>
        </p:nvSpPr>
        <p:spPr bwMode="auto">
          <a:xfrm>
            <a:off x="9182445" y="1416205"/>
            <a:ext cx="445341" cy="413246"/>
          </a:xfrm>
          <a:custGeom>
            <a:avLst/>
            <a:gdLst>
              <a:gd name="T0" fmla="*/ 2147483646 w 489"/>
              <a:gd name="T1" fmla="*/ 2147483646 h 453"/>
              <a:gd name="T2" fmla="*/ 2147483646 w 489"/>
              <a:gd name="T3" fmla="*/ 2147483646 h 453"/>
              <a:gd name="T4" fmla="*/ 2147483646 w 489"/>
              <a:gd name="T5" fmla="*/ 2147483646 h 453"/>
              <a:gd name="T6" fmla="*/ 0 w 489"/>
              <a:gd name="T7" fmla="*/ 2147483646 h 453"/>
              <a:gd name="T8" fmla="*/ 0 w 489"/>
              <a:gd name="T9" fmla="*/ 2147483646 h 453"/>
              <a:gd name="T10" fmla="*/ 2147483646 w 489"/>
              <a:gd name="T11" fmla="*/ 2147483646 h 453"/>
              <a:gd name="T12" fmla="*/ 2147483646 w 489"/>
              <a:gd name="T13" fmla="*/ 2147483646 h 453"/>
              <a:gd name="T14" fmla="*/ 2147483646 w 489"/>
              <a:gd name="T15" fmla="*/ 2147483646 h 453"/>
              <a:gd name="T16" fmla="*/ 2147483646 w 489"/>
              <a:gd name="T17" fmla="*/ 2147483646 h 453"/>
              <a:gd name="T18" fmla="*/ 2147483646 w 489"/>
              <a:gd name="T19" fmla="*/ 2147483646 h 453"/>
              <a:gd name="T20" fmla="*/ 2147483646 w 489"/>
              <a:gd name="T21" fmla="*/ 2147483646 h 453"/>
              <a:gd name="T22" fmla="*/ 2147483646 w 489"/>
              <a:gd name="T23" fmla="*/ 2147483646 h 453"/>
              <a:gd name="T24" fmla="*/ 2147483646 w 489"/>
              <a:gd name="T25" fmla="*/ 2147483646 h 453"/>
              <a:gd name="T26" fmla="*/ 2147483646 w 489"/>
              <a:gd name="T27" fmla="*/ 2147483646 h 453"/>
              <a:gd name="T28" fmla="*/ 2147483646 w 489"/>
              <a:gd name="T29" fmla="*/ 2147483646 h 453"/>
              <a:gd name="T30" fmla="*/ 2147483646 w 489"/>
              <a:gd name="T31" fmla="*/ 2147483646 h 453"/>
              <a:gd name="T32" fmla="*/ 2147483646 w 489"/>
              <a:gd name="T33" fmla="*/ 2147483646 h 453"/>
              <a:gd name="T34" fmla="*/ 2147483646 w 489"/>
              <a:gd name="T35" fmla="*/ 2147483646 h 453"/>
              <a:gd name="T36" fmla="*/ 2147483646 w 489"/>
              <a:gd name="T37" fmla="*/ 2147483646 h 453"/>
              <a:gd name="T38" fmla="*/ 2147483646 w 489"/>
              <a:gd name="T39" fmla="*/ 2147483646 h 453"/>
              <a:gd name="T40" fmla="*/ 2147483646 w 489"/>
              <a:gd name="T41" fmla="*/ 2147483646 h 453"/>
              <a:gd name="T42" fmla="*/ 2147483646 w 489"/>
              <a:gd name="T43" fmla="*/ 2147483646 h 453"/>
              <a:gd name="T44" fmla="*/ 2147483646 w 489"/>
              <a:gd name="T45" fmla="*/ 2147483646 h 453"/>
              <a:gd name="T46" fmla="*/ 2147483646 w 489"/>
              <a:gd name="T47" fmla="*/ 2147483646 h 453"/>
              <a:gd name="T48" fmla="*/ 2147483646 w 489"/>
              <a:gd name="T49" fmla="*/ 2147483646 h 453"/>
              <a:gd name="T50" fmla="*/ 2147483646 w 489"/>
              <a:gd name="T51" fmla="*/ 2147483646 h 453"/>
              <a:gd name="T52" fmla="*/ 2147483646 w 489"/>
              <a:gd name="T53" fmla="*/ 2147483646 h 453"/>
              <a:gd name="T54" fmla="*/ 2147483646 w 489"/>
              <a:gd name="T55" fmla="*/ 2147483646 h 453"/>
              <a:gd name="T56" fmla="*/ 2147483646 w 489"/>
              <a:gd name="T57" fmla="*/ 2147483646 h 453"/>
              <a:gd name="T58" fmla="*/ 2147483646 w 489"/>
              <a:gd name="T59" fmla="*/ 2147483646 h 453"/>
              <a:gd name="T60" fmla="*/ 2147483646 w 489"/>
              <a:gd name="T61" fmla="*/ 2147483646 h 453"/>
              <a:gd name="T62" fmla="*/ 2147483646 w 489"/>
              <a:gd name="T63" fmla="*/ 2147483646 h 453"/>
              <a:gd name="T64" fmla="*/ 2147483646 w 489"/>
              <a:gd name="T65" fmla="*/ 2147483646 h 453"/>
              <a:gd name="T66" fmla="*/ 2147483646 w 489"/>
              <a:gd name="T67" fmla="*/ 0 h 453"/>
              <a:gd name="T68" fmla="*/ 2147483646 w 489"/>
              <a:gd name="T69" fmla="*/ 2147483646 h 453"/>
              <a:gd name="T70" fmla="*/ 2147483646 w 489"/>
              <a:gd name="T71" fmla="*/ 2147483646 h 453"/>
              <a:gd name="T72" fmla="*/ 2147483646 w 489"/>
              <a:gd name="T73" fmla="*/ 2147483646 h 453"/>
              <a:gd name="T74" fmla="*/ 2147483646 w 489"/>
              <a:gd name="T75" fmla="*/ 2147483646 h 453"/>
              <a:gd name="T76" fmla="*/ 2147483646 w 489"/>
              <a:gd name="T77" fmla="*/ 2147483646 h 453"/>
              <a:gd name="T78" fmla="*/ 2147483646 w 489"/>
              <a:gd name="T79" fmla="*/ 2147483646 h 45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89" h="453">
                <a:moveTo>
                  <a:pt x="460" y="452"/>
                </a:moveTo>
                <a:lnTo>
                  <a:pt x="460" y="452"/>
                </a:lnTo>
                <a:cubicBezTo>
                  <a:pt x="29" y="452"/>
                  <a:pt x="29" y="452"/>
                  <a:pt x="29" y="452"/>
                </a:cubicBezTo>
                <a:cubicBezTo>
                  <a:pt x="15" y="452"/>
                  <a:pt x="0" y="438"/>
                  <a:pt x="0" y="424"/>
                </a:cubicBezTo>
                <a:cubicBezTo>
                  <a:pt x="0" y="282"/>
                  <a:pt x="0" y="282"/>
                  <a:pt x="0" y="282"/>
                </a:cubicBezTo>
                <a:cubicBezTo>
                  <a:pt x="0" y="268"/>
                  <a:pt x="15" y="254"/>
                  <a:pt x="29" y="254"/>
                </a:cubicBezTo>
                <a:cubicBezTo>
                  <a:pt x="43" y="254"/>
                  <a:pt x="57" y="268"/>
                  <a:pt x="57" y="282"/>
                </a:cubicBezTo>
                <a:cubicBezTo>
                  <a:pt x="57" y="396"/>
                  <a:pt x="57" y="396"/>
                  <a:pt x="57" y="396"/>
                </a:cubicBezTo>
                <a:cubicBezTo>
                  <a:pt x="431" y="396"/>
                  <a:pt x="431" y="396"/>
                  <a:pt x="431" y="396"/>
                </a:cubicBezTo>
                <a:cubicBezTo>
                  <a:pt x="431" y="282"/>
                  <a:pt x="431" y="282"/>
                  <a:pt x="431" y="282"/>
                </a:cubicBezTo>
                <a:cubicBezTo>
                  <a:pt x="431" y="268"/>
                  <a:pt x="446" y="254"/>
                  <a:pt x="460" y="254"/>
                </a:cubicBezTo>
                <a:cubicBezTo>
                  <a:pt x="481" y="254"/>
                  <a:pt x="488" y="268"/>
                  <a:pt x="488" y="282"/>
                </a:cubicBezTo>
                <a:cubicBezTo>
                  <a:pt x="488" y="424"/>
                  <a:pt x="488" y="424"/>
                  <a:pt x="488" y="424"/>
                </a:cubicBezTo>
                <a:cubicBezTo>
                  <a:pt x="488" y="438"/>
                  <a:pt x="481" y="452"/>
                  <a:pt x="460" y="452"/>
                </a:cubicBezTo>
                <a:close/>
                <a:moveTo>
                  <a:pt x="333" y="148"/>
                </a:moveTo>
                <a:lnTo>
                  <a:pt x="333" y="148"/>
                </a:lnTo>
                <a:cubicBezTo>
                  <a:pt x="318" y="148"/>
                  <a:pt x="311" y="148"/>
                  <a:pt x="311" y="141"/>
                </a:cubicBezTo>
                <a:cubicBezTo>
                  <a:pt x="276" y="99"/>
                  <a:pt x="276" y="99"/>
                  <a:pt x="276" y="99"/>
                </a:cubicBezTo>
                <a:cubicBezTo>
                  <a:pt x="276" y="275"/>
                  <a:pt x="276" y="275"/>
                  <a:pt x="276" y="275"/>
                </a:cubicBezTo>
                <a:cubicBezTo>
                  <a:pt x="276" y="289"/>
                  <a:pt x="262" y="304"/>
                  <a:pt x="248" y="304"/>
                </a:cubicBezTo>
                <a:cubicBezTo>
                  <a:pt x="227" y="304"/>
                  <a:pt x="220" y="289"/>
                  <a:pt x="220" y="275"/>
                </a:cubicBezTo>
                <a:cubicBezTo>
                  <a:pt x="220" y="99"/>
                  <a:pt x="220" y="99"/>
                  <a:pt x="220" y="99"/>
                </a:cubicBezTo>
                <a:cubicBezTo>
                  <a:pt x="184" y="141"/>
                  <a:pt x="184" y="141"/>
                  <a:pt x="184" y="141"/>
                </a:cubicBezTo>
                <a:cubicBezTo>
                  <a:pt x="177" y="148"/>
                  <a:pt x="170" y="148"/>
                  <a:pt x="163" y="148"/>
                </a:cubicBezTo>
                <a:cubicBezTo>
                  <a:pt x="142" y="148"/>
                  <a:pt x="135" y="141"/>
                  <a:pt x="135" y="120"/>
                </a:cubicBezTo>
                <a:cubicBezTo>
                  <a:pt x="135" y="113"/>
                  <a:pt x="135" y="106"/>
                  <a:pt x="142" y="106"/>
                </a:cubicBezTo>
                <a:cubicBezTo>
                  <a:pt x="227" y="7"/>
                  <a:pt x="227" y="7"/>
                  <a:pt x="227" y="7"/>
                </a:cubicBezTo>
                <a:cubicBezTo>
                  <a:pt x="227" y="7"/>
                  <a:pt x="234" y="0"/>
                  <a:pt x="248" y="0"/>
                </a:cubicBezTo>
                <a:cubicBezTo>
                  <a:pt x="255" y="0"/>
                  <a:pt x="262" y="7"/>
                  <a:pt x="269" y="7"/>
                </a:cubicBezTo>
                <a:cubicBezTo>
                  <a:pt x="354" y="106"/>
                  <a:pt x="354" y="106"/>
                  <a:pt x="354" y="106"/>
                </a:cubicBezTo>
                <a:cubicBezTo>
                  <a:pt x="354" y="106"/>
                  <a:pt x="361" y="113"/>
                  <a:pt x="361" y="120"/>
                </a:cubicBezTo>
                <a:cubicBezTo>
                  <a:pt x="361" y="141"/>
                  <a:pt x="347" y="148"/>
                  <a:pt x="333" y="14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38" name="Freeform 52">
            <a:extLst>
              <a:ext uri="{FF2B5EF4-FFF2-40B4-BE49-F238E27FC236}">
                <a16:creationId xmlns:a16="http://schemas.microsoft.com/office/drawing/2014/main" id="{FF263D85-02F4-19CA-1BD7-57B1FF7D718A}"/>
              </a:ext>
            </a:extLst>
          </p:cNvPr>
          <p:cNvSpPr>
            <a:spLocks noChangeArrowheads="1"/>
          </p:cNvSpPr>
          <p:nvPr/>
        </p:nvSpPr>
        <p:spPr bwMode="auto">
          <a:xfrm>
            <a:off x="8227568" y="1416205"/>
            <a:ext cx="445341" cy="413246"/>
          </a:xfrm>
          <a:custGeom>
            <a:avLst/>
            <a:gdLst>
              <a:gd name="T0" fmla="*/ 2147483646 w 489"/>
              <a:gd name="T1" fmla="*/ 2147483646 h 453"/>
              <a:gd name="T2" fmla="*/ 2147483646 w 489"/>
              <a:gd name="T3" fmla="*/ 2147483646 h 453"/>
              <a:gd name="T4" fmla="*/ 2147483646 w 489"/>
              <a:gd name="T5" fmla="*/ 2147483646 h 453"/>
              <a:gd name="T6" fmla="*/ 2147483646 w 489"/>
              <a:gd name="T7" fmla="*/ 2147483646 h 453"/>
              <a:gd name="T8" fmla="*/ 2147483646 w 489"/>
              <a:gd name="T9" fmla="*/ 2147483646 h 453"/>
              <a:gd name="T10" fmla="*/ 2147483646 w 489"/>
              <a:gd name="T11" fmla="*/ 2147483646 h 453"/>
              <a:gd name="T12" fmla="*/ 0 w 489"/>
              <a:gd name="T13" fmla="*/ 2147483646 h 453"/>
              <a:gd name="T14" fmla="*/ 0 w 489"/>
              <a:gd name="T15" fmla="*/ 2147483646 h 453"/>
              <a:gd name="T16" fmla="*/ 2147483646 w 489"/>
              <a:gd name="T17" fmla="*/ 2147483646 h 453"/>
              <a:gd name="T18" fmla="*/ 2147483646 w 489"/>
              <a:gd name="T19" fmla="*/ 2147483646 h 453"/>
              <a:gd name="T20" fmla="*/ 2147483646 w 489"/>
              <a:gd name="T21" fmla="*/ 2147483646 h 453"/>
              <a:gd name="T22" fmla="*/ 2147483646 w 489"/>
              <a:gd name="T23" fmla="*/ 2147483646 h 453"/>
              <a:gd name="T24" fmla="*/ 2147483646 w 489"/>
              <a:gd name="T25" fmla="*/ 2147483646 h 453"/>
              <a:gd name="T26" fmla="*/ 2147483646 w 489"/>
              <a:gd name="T27" fmla="*/ 2147483646 h 453"/>
              <a:gd name="T28" fmla="*/ 2147483646 w 489"/>
              <a:gd name="T29" fmla="*/ 2147483646 h 453"/>
              <a:gd name="T30" fmla="*/ 2147483646 w 489"/>
              <a:gd name="T31" fmla="*/ 2147483646 h 453"/>
              <a:gd name="T32" fmla="*/ 2147483646 w 489"/>
              <a:gd name="T33" fmla="*/ 2147483646 h 453"/>
              <a:gd name="T34" fmla="*/ 2147483646 w 489"/>
              <a:gd name="T35" fmla="*/ 2147483646 h 453"/>
              <a:gd name="T36" fmla="*/ 2147483646 w 489"/>
              <a:gd name="T37" fmla="*/ 2147483646 h 453"/>
              <a:gd name="T38" fmla="*/ 2147483646 w 489"/>
              <a:gd name="T39" fmla="*/ 2147483646 h 453"/>
              <a:gd name="T40" fmla="*/ 2147483646 w 489"/>
              <a:gd name="T41" fmla="*/ 2147483646 h 453"/>
              <a:gd name="T42" fmla="*/ 2147483646 w 489"/>
              <a:gd name="T43" fmla="*/ 2147483646 h 453"/>
              <a:gd name="T44" fmla="*/ 2147483646 w 489"/>
              <a:gd name="T45" fmla="*/ 2147483646 h 453"/>
              <a:gd name="T46" fmla="*/ 2147483646 w 489"/>
              <a:gd name="T47" fmla="*/ 2147483646 h 453"/>
              <a:gd name="T48" fmla="*/ 2147483646 w 489"/>
              <a:gd name="T49" fmla="*/ 2147483646 h 453"/>
              <a:gd name="T50" fmla="*/ 2147483646 w 489"/>
              <a:gd name="T51" fmla="*/ 2147483646 h 453"/>
              <a:gd name="T52" fmla="*/ 2147483646 w 489"/>
              <a:gd name="T53" fmla="*/ 2147483646 h 453"/>
              <a:gd name="T54" fmla="*/ 2147483646 w 489"/>
              <a:gd name="T55" fmla="*/ 2147483646 h 453"/>
              <a:gd name="T56" fmla="*/ 2147483646 w 489"/>
              <a:gd name="T57" fmla="*/ 2147483646 h 453"/>
              <a:gd name="T58" fmla="*/ 2147483646 w 489"/>
              <a:gd name="T59" fmla="*/ 2147483646 h 453"/>
              <a:gd name="T60" fmla="*/ 2147483646 w 489"/>
              <a:gd name="T61" fmla="*/ 2147483646 h 453"/>
              <a:gd name="T62" fmla="*/ 2147483646 w 489"/>
              <a:gd name="T63" fmla="*/ 2147483646 h 453"/>
              <a:gd name="T64" fmla="*/ 2147483646 w 489"/>
              <a:gd name="T65" fmla="*/ 2147483646 h 453"/>
              <a:gd name="T66" fmla="*/ 2147483646 w 489"/>
              <a:gd name="T67" fmla="*/ 0 h 453"/>
              <a:gd name="T68" fmla="*/ 2147483646 w 489"/>
              <a:gd name="T69" fmla="*/ 2147483646 h 453"/>
              <a:gd name="T70" fmla="*/ 2147483646 w 489"/>
              <a:gd name="T71" fmla="*/ 2147483646 h 453"/>
              <a:gd name="T72" fmla="*/ 2147483646 w 489"/>
              <a:gd name="T73" fmla="*/ 2147483646 h 453"/>
              <a:gd name="T74" fmla="*/ 2147483646 w 489"/>
              <a:gd name="T75" fmla="*/ 2147483646 h 453"/>
              <a:gd name="T76" fmla="*/ 2147483646 w 489"/>
              <a:gd name="T77" fmla="*/ 2147483646 h 453"/>
              <a:gd name="T78" fmla="*/ 2147483646 w 489"/>
              <a:gd name="T79" fmla="*/ 2147483646 h 453"/>
              <a:gd name="T80" fmla="*/ 2147483646 w 489"/>
              <a:gd name="T81" fmla="*/ 2147483646 h 453"/>
              <a:gd name="T82" fmla="*/ 2147483646 w 489"/>
              <a:gd name="T83" fmla="*/ 2147483646 h 45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489" h="453">
                <a:moveTo>
                  <a:pt x="460" y="452"/>
                </a:moveTo>
                <a:lnTo>
                  <a:pt x="460" y="452"/>
                </a:lnTo>
                <a:cubicBezTo>
                  <a:pt x="241" y="452"/>
                  <a:pt x="241" y="452"/>
                  <a:pt x="241" y="452"/>
                </a:cubicBezTo>
                <a:cubicBezTo>
                  <a:pt x="29" y="452"/>
                  <a:pt x="29" y="452"/>
                  <a:pt x="29" y="452"/>
                </a:cubicBezTo>
                <a:cubicBezTo>
                  <a:pt x="7" y="452"/>
                  <a:pt x="0" y="438"/>
                  <a:pt x="0" y="424"/>
                </a:cubicBezTo>
                <a:cubicBezTo>
                  <a:pt x="0" y="282"/>
                  <a:pt x="0" y="282"/>
                  <a:pt x="0" y="282"/>
                </a:cubicBezTo>
                <a:cubicBezTo>
                  <a:pt x="0" y="268"/>
                  <a:pt x="7" y="254"/>
                  <a:pt x="29" y="254"/>
                </a:cubicBezTo>
                <a:cubicBezTo>
                  <a:pt x="43" y="254"/>
                  <a:pt x="57" y="268"/>
                  <a:pt x="57" y="282"/>
                </a:cubicBezTo>
                <a:cubicBezTo>
                  <a:pt x="57" y="396"/>
                  <a:pt x="57" y="396"/>
                  <a:pt x="57" y="396"/>
                </a:cubicBezTo>
                <a:cubicBezTo>
                  <a:pt x="431" y="396"/>
                  <a:pt x="431" y="396"/>
                  <a:pt x="431" y="396"/>
                </a:cubicBezTo>
                <a:cubicBezTo>
                  <a:pt x="431" y="282"/>
                  <a:pt x="431" y="282"/>
                  <a:pt x="431" y="282"/>
                </a:cubicBezTo>
                <a:cubicBezTo>
                  <a:pt x="431" y="268"/>
                  <a:pt x="446" y="254"/>
                  <a:pt x="460" y="254"/>
                </a:cubicBezTo>
                <a:cubicBezTo>
                  <a:pt x="474" y="254"/>
                  <a:pt x="488" y="268"/>
                  <a:pt x="488" y="282"/>
                </a:cubicBezTo>
                <a:cubicBezTo>
                  <a:pt x="488" y="424"/>
                  <a:pt x="488" y="424"/>
                  <a:pt x="488" y="424"/>
                </a:cubicBezTo>
                <a:cubicBezTo>
                  <a:pt x="488" y="438"/>
                  <a:pt x="474" y="452"/>
                  <a:pt x="460" y="452"/>
                </a:cubicBezTo>
                <a:close/>
                <a:moveTo>
                  <a:pt x="347" y="198"/>
                </a:moveTo>
                <a:lnTo>
                  <a:pt x="347" y="198"/>
                </a:lnTo>
                <a:cubicBezTo>
                  <a:pt x="262" y="289"/>
                  <a:pt x="262" y="289"/>
                  <a:pt x="262" y="289"/>
                </a:cubicBezTo>
                <a:cubicBezTo>
                  <a:pt x="262" y="297"/>
                  <a:pt x="255" y="304"/>
                  <a:pt x="241" y="304"/>
                </a:cubicBezTo>
                <a:cubicBezTo>
                  <a:pt x="234" y="304"/>
                  <a:pt x="227" y="297"/>
                  <a:pt x="220" y="289"/>
                </a:cubicBezTo>
                <a:cubicBezTo>
                  <a:pt x="135" y="198"/>
                  <a:pt x="135" y="198"/>
                  <a:pt x="135" y="198"/>
                </a:cubicBezTo>
                <a:cubicBezTo>
                  <a:pt x="135" y="191"/>
                  <a:pt x="127" y="184"/>
                  <a:pt x="127" y="176"/>
                </a:cubicBezTo>
                <a:cubicBezTo>
                  <a:pt x="127" y="162"/>
                  <a:pt x="142" y="148"/>
                  <a:pt x="156" y="148"/>
                </a:cubicBezTo>
                <a:cubicBezTo>
                  <a:pt x="170" y="148"/>
                  <a:pt x="177" y="155"/>
                  <a:pt x="177" y="162"/>
                </a:cubicBezTo>
                <a:cubicBezTo>
                  <a:pt x="212" y="198"/>
                  <a:pt x="212" y="198"/>
                  <a:pt x="212" y="198"/>
                </a:cubicBezTo>
                <a:cubicBezTo>
                  <a:pt x="212" y="28"/>
                  <a:pt x="212" y="28"/>
                  <a:pt x="212" y="28"/>
                </a:cubicBezTo>
                <a:cubicBezTo>
                  <a:pt x="212" y="14"/>
                  <a:pt x="227" y="0"/>
                  <a:pt x="241" y="0"/>
                </a:cubicBezTo>
                <a:cubicBezTo>
                  <a:pt x="262" y="0"/>
                  <a:pt x="269" y="14"/>
                  <a:pt x="269" y="28"/>
                </a:cubicBezTo>
                <a:cubicBezTo>
                  <a:pt x="269" y="198"/>
                  <a:pt x="269" y="198"/>
                  <a:pt x="269" y="198"/>
                </a:cubicBezTo>
                <a:cubicBezTo>
                  <a:pt x="304" y="162"/>
                  <a:pt x="304" y="162"/>
                  <a:pt x="304" y="162"/>
                </a:cubicBezTo>
                <a:cubicBezTo>
                  <a:pt x="311" y="155"/>
                  <a:pt x="318" y="148"/>
                  <a:pt x="325" y="148"/>
                </a:cubicBezTo>
                <a:cubicBezTo>
                  <a:pt x="347" y="148"/>
                  <a:pt x="354" y="162"/>
                  <a:pt x="354" y="176"/>
                </a:cubicBezTo>
                <a:cubicBezTo>
                  <a:pt x="354" y="184"/>
                  <a:pt x="354" y="191"/>
                  <a:pt x="347" y="19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39" name="Freeform 53">
            <a:extLst>
              <a:ext uri="{FF2B5EF4-FFF2-40B4-BE49-F238E27FC236}">
                <a16:creationId xmlns:a16="http://schemas.microsoft.com/office/drawing/2014/main" id="{4AFC4FA3-7979-71D4-E5B3-3C49921140A1}"/>
              </a:ext>
            </a:extLst>
          </p:cNvPr>
          <p:cNvSpPr>
            <a:spLocks noChangeArrowheads="1"/>
          </p:cNvSpPr>
          <p:nvPr/>
        </p:nvSpPr>
        <p:spPr bwMode="auto">
          <a:xfrm>
            <a:off x="7212508" y="1343988"/>
            <a:ext cx="553668" cy="553668"/>
          </a:xfrm>
          <a:custGeom>
            <a:avLst/>
            <a:gdLst>
              <a:gd name="T0" fmla="*/ 2147483646 w 608"/>
              <a:gd name="T1" fmla="*/ 2147483646 h 609"/>
              <a:gd name="T2" fmla="*/ 0 w 608"/>
              <a:gd name="T3" fmla="*/ 2147483646 h 609"/>
              <a:gd name="T4" fmla="*/ 2147483646 w 608"/>
              <a:gd name="T5" fmla="*/ 2147483646 h 609"/>
              <a:gd name="T6" fmla="*/ 2147483646 w 608"/>
              <a:gd name="T7" fmla="*/ 2147483646 h 609"/>
              <a:gd name="T8" fmla="*/ 2147483646 w 608"/>
              <a:gd name="T9" fmla="*/ 2147483646 h 609"/>
              <a:gd name="T10" fmla="*/ 2147483646 w 608"/>
              <a:gd name="T11" fmla="*/ 2147483646 h 609"/>
              <a:gd name="T12" fmla="*/ 2147483646 w 608"/>
              <a:gd name="T13" fmla="*/ 2147483646 h 609"/>
              <a:gd name="T14" fmla="*/ 2147483646 w 608"/>
              <a:gd name="T15" fmla="*/ 2147483646 h 609"/>
              <a:gd name="T16" fmla="*/ 2147483646 w 608"/>
              <a:gd name="T17" fmla="*/ 2147483646 h 609"/>
              <a:gd name="T18" fmla="*/ 2147483646 w 608"/>
              <a:gd name="T19" fmla="*/ 2147483646 h 609"/>
              <a:gd name="T20" fmla="*/ 2147483646 w 608"/>
              <a:gd name="T21" fmla="*/ 2147483646 h 609"/>
              <a:gd name="T22" fmla="*/ 2147483646 w 608"/>
              <a:gd name="T23" fmla="*/ 2147483646 h 609"/>
              <a:gd name="T24" fmla="*/ 2147483646 w 608"/>
              <a:gd name="T25" fmla="*/ 2147483646 h 609"/>
              <a:gd name="T26" fmla="*/ 2147483646 w 608"/>
              <a:gd name="T27" fmla="*/ 2147483646 h 609"/>
              <a:gd name="T28" fmla="*/ 2147483646 w 608"/>
              <a:gd name="T29" fmla="*/ 2147483646 h 609"/>
              <a:gd name="T30" fmla="*/ 2147483646 w 608"/>
              <a:gd name="T31" fmla="*/ 2147483646 h 609"/>
              <a:gd name="T32" fmla="*/ 2147483646 w 608"/>
              <a:gd name="T33" fmla="*/ 2147483646 h 609"/>
              <a:gd name="T34" fmla="*/ 2147483646 w 608"/>
              <a:gd name="T35" fmla="*/ 2147483646 h 609"/>
              <a:gd name="T36" fmla="*/ 2147483646 w 608"/>
              <a:gd name="T37" fmla="*/ 2147483646 h 609"/>
              <a:gd name="T38" fmla="*/ 2147483646 w 608"/>
              <a:gd name="T39" fmla="*/ 2147483646 h 609"/>
              <a:gd name="T40" fmla="*/ 2147483646 w 608"/>
              <a:gd name="T41" fmla="*/ 2147483646 h 609"/>
              <a:gd name="T42" fmla="*/ 2147483646 w 608"/>
              <a:gd name="T43" fmla="*/ 2147483646 h 609"/>
              <a:gd name="T44" fmla="*/ 2147483646 w 608"/>
              <a:gd name="T45" fmla="*/ 2147483646 h 609"/>
              <a:gd name="T46" fmla="*/ 2147483646 w 608"/>
              <a:gd name="T47" fmla="*/ 2147483646 h 609"/>
              <a:gd name="T48" fmla="*/ 2147483646 w 608"/>
              <a:gd name="T49" fmla="*/ 2147483646 h 609"/>
              <a:gd name="T50" fmla="*/ 2147483646 w 608"/>
              <a:gd name="T51" fmla="*/ 2147483646 h 609"/>
              <a:gd name="T52" fmla="*/ 2147483646 w 608"/>
              <a:gd name="T53" fmla="*/ 2147483646 h 609"/>
              <a:gd name="T54" fmla="*/ 2147483646 w 608"/>
              <a:gd name="T55" fmla="*/ 2147483646 h 609"/>
              <a:gd name="T56" fmla="*/ 2147483646 w 608"/>
              <a:gd name="T57" fmla="*/ 2147483646 h 609"/>
              <a:gd name="T58" fmla="*/ 2147483646 w 608"/>
              <a:gd name="T59" fmla="*/ 2147483646 h 609"/>
              <a:gd name="T60" fmla="*/ 2147483646 w 608"/>
              <a:gd name="T61" fmla="*/ 2147483646 h 609"/>
              <a:gd name="T62" fmla="*/ 2147483646 w 608"/>
              <a:gd name="T63" fmla="*/ 2147483646 h 609"/>
              <a:gd name="T64" fmla="*/ 2147483646 w 608"/>
              <a:gd name="T65" fmla="*/ 2147483646 h 609"/>
              <a:gd name="T66" fmla="*/ 2147483646 w 608"/>
              <a:gd name="T67" fmla="*/ 2147483646 h 609"/>
              <a:gd name="T68" fmla="*/ 2147483646 w 608"/>
              <a:gd name="T69" fmla="*/ 2147483646 h 609"/>
              <a:gd name="T70" fmla="*/ 2147483646 w 608"/>
              <a:gd name="T71" fmla="*/ 2147483646 h 609"/>
              <a:gd name="T72" fmla="*/ 2147483646 w 608"/>
              <a:gd name="T73" fmla="*/ 2147483646 h 609"/>
              <a:gd name="T74" fmla="*/ 2147483646 w 608"/>
              <a:gd name="T75" fmla="*/ 2147483646 h 609"/>
              <a:gd name="T76" fmla="*/ 2147483646 w 608"/>
              <a:gd name="T77" fmla="*/ 2147483646 h 609"/>
              <a:gd name="T78" fmla="*/ 2147483646 w 608"/>
              <a:gd name="T79" fmla="*/ 2147483646 h 609"/>
              <a:gd name="T80" fmla="*/ 2147483646 w 608"/>
              <a:gd name="T81" fmla="*/ 2147483646 h 609"/>
              <a:gd name="T82" fmla="*/ 2147483646 w 608"/>
              <a:gd name="T83" fmla="*/ 2147483646 h 609"/>
              <a:gd name="T84" fmla="*/ 2147483646 w 608"/>
              <a:gd name="T85" fmla="*/ 2147483646 h 609"/>
              <a:gd name="T86" fmla="*/ 2147483646 w 608"/>
              <a:gd name="T87" fmla="*/ 2147483646 h 609"/>
              <a:gd name="T88" fmla="*/ 2147483646 w 608"/>
              <a:gd name="T89" fmla="*/ 2147483646 h 609"/>
              <a:gd name="T90" fmla="*/ 2147483646 w 608"/>
              <a:gd name="T91" fmla="*/ 2147483646 h 609"/>
              <a:gd name="T92" fmla="*/ 2147483646 w 608"/>
              <a:gd name="T93" fmla="*/ 2147483646 h 609"/>
              <a:gd name="T94" fmla="*/ 2147483646 w 608"/>
              <a:gd name="T95" fmla="*/ 2147483646 h 609"/>
              <a:gd name="T96" fmla="*/ 2147483646 w 608"/>
              <a:gd name="T97" fmla="*/ 2147483646 h 609"/>
              <a:gd name="T98" fmla="*/ 2147483646 w 608"/>
              <a:gd name="T99" fmla="*/ 2147483646 h 609"/>
              <a:gd name="T100" fmla="*/ 2147483646 w 608"/>
              <a:gd name="T101" fmla="*/ 2147483646 h 609"/>
              <a:gd name="T102" fmla="*/ 2147483646 w 608"/>
              <a:gd name="T103" fmla="*/ 2147483646 h 609"/>
              <a:gd name="T104" fmla="*/ 2147483646 w 608"/>
              <a:gd name="T105" fmla="*/ 2147483646 h 609"/>
              <a:gd name="T106" fmla="*/ 2147483646 w 608"/>
              <a:gd name="T107" fmla="*/ 2147483646 h 609"/>
              <a:gd name="T108" fmla="*/ 2147483646 w 608"/>
              <a:gd name="T109" fmla="*/ 2147483646 h 609"/>
              <a:gd name="T110" fmla="*/ 2147483646 w 608"/>
              <a:gd name="T111" fmla="*/ 2147483646 h 60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608" h="609">
                <a:moveTo>
                  <a:pt x="579" y="608"/>
                </a:moveTo>
                <a:lnTo>
                  <a:pt x="579" y="608"/>
                </a:lnTo>
                <a:cubicBezTo>
                  <a:pt x="28" y="608"/>
                  <a:pt x="28" y="608"/>
                  <a:pt x="28" y="608"/>
                </a:cubicBezTo>
                <a:cubicBezTo>
                  <a:pt x="14" y="608"/>
                  <a:pt x="0" y="594"/>
                  <a:pt x="0" y="580"/>
                </a:cubicBezTo>
                <a:cubicBezTo>
                  <a:pt x="0" y="106"/>
                  <a:pt x="0" y="106"/>
                  <a:pt x="0" y="106"/>
                </a:cubicBezTo>
                <a:cubicBezTo>
                  <a:pt x="0" y="92"/>
                  <a:pt x="14" y="78"/>
                  <a:pt x="28" y="78"/>
                </a:cubicBezTo>
                <a:cubicBezTo>
                  <a:pt x="84" y="78"/>
                  <a:pt x="84" y="78"/>
                  <a:pt x="84" y="78"/>
                </a:cubicBezTo>
                <a:cubicBezTo>
                  <a:pt x="84" y="106"/>
                  <a:pt x="84" y="106"/>
                  <a:pt x="84" y="106"/>
                </a:cubicBezTo>
                <a:cubicBezTo>
                  <a:pt x="84" y="141"/>
                  <a:pt x="120" y="170"/>
                  <a:pt x="155" y="170"/>
                </a:cubicBezTo>
                <a:cubicBezTo>
                  <a:pt x="190" y="170"/>
                  <a:pt x="219" y="141"/>
                  <a:pt x="219" y="106"/>
                </a:cubicBezTo>
                <a:cubicBezTo>
                  <a:pt x="219" y="78"/>
                  <a:pt x="219" y="78"/>
                  <a:pt x="219" y="78"/>
                </a:cubicBezTo>
                <a:cubicBezTo>
                  <a:pt x="388" y="78"/>
                  <a:pt x="388" y="78"/>
                  <a:pt x="388" y="78"/>
                </a:cubicBezTo>
                <a:cubicBezTo>
                  <a:pt x="388" y="106"/>
                  <a:pt x="388" y="106"/>
                  <a:pt x="388" y="106"/>
                </a:cubicBezTo>
                <a:cubicBezTo>
                  <a:pt x="388" y="141"/>
                  <a:pt x="417" y="170"/>
                  <a:pt x="452" y="170"/>
                </a:cubicBezTo>
                <a:cubicBezTo>
                  <a:pt x="487" y="170"/>
                  <a:pt x="523" y="141"/>
                  <a:pt x="523" y="106"/>
                </a:cubicBezTo>
                <a:cubicBezTo>
                  <a:pt x="523" y="78"/>
                  <a:pt x="523" y="78"/>
                  <a:pt x="523" y="78"/>
                </a:cubicBezTo>
                <a:cubicBezTo>
                  <a:pt x="579" y="78"/>
                  <a:pt x="579" y="78"/>
                  <a:pt x="579" y="78"/>
                </a:cubicBezTo>
                <a:cubicBezTo>
                  <a:pt x="593" y="78"/>
                  <a:pt x="607" y="92"/>
                  <a:pt x="607" y="106"/>
                </a:cubicBezTo>
                <a:cubicBezTo>
                  <a:pt x="607" y="580"/>
                  <a:pt x="607" y="580"/>
                  <a:pt x="607" y="580"/>
                </a:cubicBezTo>
                <a:cubicBezTo>
                  <a:pt x="607" y="594"/>
                  <a:pt x="593" y="608"/>
                  <a:pt x="579" y="608"/>
                </a:cubicBezTo>
                <a:close/>
                <a:moveTo>
                  <a:pt x="551" y="226"/>
                </a:moveTo>
                <a:lnTo>
                  <a:pt x="551" y="226"/>
                </a:lnTo>
                <a:cubicBezTo>
                  <a:pt x="56" y="226"/>
                  <a:pt x="56" y="226"/>
                  <a:pt x="56" y="226"/>
                </a:cubicBezTo>
                <a:cubicBezTo>
                  <a:pt x="56" y="551"/>
                  <a:pt x="56" y="551"/>
                  <a:pt x="56" y="551"/>
                </a:cubicBezTo>
                <a:cubicBezTo>
                  <a:pt x="551" y="551"/>
                  <a:pt x="551" y="551"/>
                  <a:pt x="551" y="551"/>
                </a:cubicBezTo>
                <a:lnTo>
                  <a:pt x="551" y="226"/>
                </a:lnTo>
                <a:close/>
                <a:moveTo>
                  <a:pt x="190" y="424"/>
                </a:moveTo>
                <a:lnTo>
                  <a:pt x="190" y="424"/>
                </a:lnTo>
                <a:cubicBezTo>
                  <a:pt x="190" y="417"/>
                  <a:pt x="197" y="410"/>
                  <a:pt x="205" y="410"/>
                </a:cubicBezTo>
                <a:cubicBezTo>
                  <a:pt x="212" y="403"/>
                  <a:pt x="219" y="396"/>
                  <a:pt x="226" y="396"/>
                </a:cubicBezTo>
                <a:cubicBezTo>
                  <a:pt x="233" y="389"/>
                  <a:pt x="233" y="389"/>
                  <a:pt x="240" y="382"/>
                </a:cubicBezTo>
                <a:cubicBezTo>
                  <a:pt x="240" y="382"/>
                  <a:pt x="247" y="382"/>
                  <a:pt x="247" y="375"/>
                </a:cubicBezTo>
                <a:cubicBezTo>
                  <a:pt x="254" y="375"/>
                  <a:pt x="254" y="367"/>
                  <a:pt x="261" y="367"/>
                </a:cubicBezTo>
                <a:cubicBezTo>
                  <a:pt x="261" y="360"/>
                  <a:pt x="261" y="353"/>
                  <a:pt x="261" y="353"/>
                </a:cubicBezTo>
                <a:cubicBezTo>
                  <a:pt x="261" y="339"/>
                  <a:pt x="261" y="339"/>
                  <a:pt x="254" y="332"/>
                </a:cubicBezTo>
                <a:cubicBezTo>
                  <a:pt x="254" y="325"/>
                  <a:pt x="247" y="325"/>
                  <a:pt x="240" y="325"/>
                </a:cubicBezTo>
                <a:cubicBezTo>
                  <a:pt x="233" y="325"/>
                  <a:pt x="226" y="325"/>
                  <a:pt x="226" y="325"/>
                </a:cubicBezTo>
                <a:cubicBezTo>
                  <a:pt x="219" y="332"/>
                  <a:pt x="219" y="332"/>
                  <a:pt x="219" y="339"/>
                </a:cubicBezTo>
                <a:cubicBezTo>
                  <a:pt x="212" y="339"/>
                  <a:pt x="212" y="346"/>
                  <a:pt x="212" y="353"/>
                </a:cubicBezTo>
                <a:lnTo>
                  <a:pt x="212" y="360"/>
                </a:lnTo>
                <a:cubicBezTo>
                  <a:pt x="176" y="360"/>
                  <a:pt x="176" y="360"/>
                  <a:pt x="176" y="360"/>
                </a:cubicBezTo>
                <a:cubicBezTo>
                  <a:pt x="176" y="353"/>
                  <a:pt x="176" y="346"/>
                  <a:pt x="183" y="339"/>
                </a:cubicBezTo>
                <a:cubicBezTo>
                  <a:pt x="183" y="325"/>
                  <a:pt x="183" y="318"/>
                  <a:pt x="190" y="311"/>
                </a:cubicBezTo>
                <a:cubicBezTo>
                  <a:pt x="197" y="311"/>
                  <a:pt x="205" y="304"/>
                  <a:pt x="212" y="297"/>
                </a:cubicBezTo>
                <a:cubicBezTo>
                  <a:pt x="219" y="297"/>
                  <a:pt x="226" y="297"/>
                  <a:pt x="240" y="297"/>
                </a:cubicBezTo>
                <a:cubicBezTo>
                  <a:pt x="247" y="297"/>
                  <a:pt x="254" y="297"/>
                  <a:pt x="261" y="297"/>
                </a:cubicBezTo>
                <a:cubicBezTo>
                  <a:pt x="268" y="304"/>
                  <a:pt x="275" y="304"/>
                  <a:pt x="282" y="311"/>
                </a:cubicBezTo>
                <a:cubicBezTo>
                  <a:pt x="282" y="311"/>
                  <a:pt x="290" y="318"/>
                  <a:pt x="290" y="325"/>
                </a:cubicBezTo>
                <a:cubicBezTo>
                  <a:pt x="297" y="332"/>
                  <a:pt x="297" y="339"/>
                  <a:pt x="297" y="346"/>
                </a:cubicBezTo>
                <a:cubicBezTo>
                  <a:pt x="297" y="353"/>
                  <a:pt x="297" y="367"/>
                  <a:pt x="297" y="367"/>
                </a:cubicBezTo>
                <a:cubicBezTo>
                  <a:pt x="290" y="375"/>
                  <a:pt x="290" y="382"/>
                  <a:pt x="282" y="389"/>
                </a:cubicBezTo>
                <a:cubicBezTo>
                  <a:pt x="275" y="389"/>
                  <a:pt x="275" y="396"/>
                  <a:pt x="268" y="403"/>
                </a:cubicBezTo>
                <a:cubicBezTo>
                  <a:pt x="261" y="403"/>
                  <a:pt x="254" y="410"/>
                  <a:pt x="247" y="410"/>
                </a:cubicBezTo>
                <a:cubicBezTo>
                  <a:pt x="240" y="417"/>
                  <a:pt x="240" y="417"/>
                  <a:pt x="233" y="424"/>
                </a:cubicBezTo>
                <a:cubicBezTo>
                  <a:pt x="226" y="431"/>
                  <a:pt x="219" y="431"/>
                  <a:pt x="219" y="438"/>
                </a:cubicBezTo>
                <a:cubicBezTo>
                  <a:pt x="297" y="438"/>
                  <a:pt x="297" y="438"/>
                  <a:pt x="297" y="438"/>
                </a:cubicBezTo>
                <a:cubicBezTo>
                  <a:pt x="297" y="467"/>
                  <a:pt x="297" y="467"/>
                  <a:pt x="297" y="467"/>
                </a:cubicBezTo>
                <a:cubicBezTo>
                  <a:pt x="169" y="467"/>
                  <a:pt x="169" y="467"/>
                  <a:pt x="169" y="467"/>
                </a:cubicBezTo>
                <a:cubicBezTo>
                  <a:pt x="169" y="460"/>
                  <a:pt x="176" y="452"/>
                  <a:pt x="176" y="445"/>
                </a:cubicBezTo>
                <a:cubicBezTo>
                  <a:pt x="176" y="438"/>
                  <a:pt x="183" y="431"/>
                  <a:pt x="190" y="424"/>
                </a:cubicBezTo>
                <a:close/>
                <a:moveTo>
                  <a:pt x="353" y="438"/>
                </a:moveTo>
                <a:lnTo>
                  <a:pt x="353" y="438"/>
                </a:lnTo>
                <a:cubicBezTo>
                  <a:pt x="360" y="445"/>
                  <a:pt x="360" y="445"/>
                  <a:pt x="374" y="445"/>
                </a:cubicBezTo>
                <a:cubicBezTo>
                  <a:pt x="374" y="445"/>
                  <a:pt x="381" y="445"/>
                  <a:pt x="381" y="438"/>
                </a:cubicBezTo>
                <a:cubicBezTo>
                  <a:pt x="388" y="438"/>
                  <a:pt x="388" y="438"/>
                  <a:pt x="395" y="431"/>
                </a:cubicBezTo>
                <a:lnTo>
                  <a:pt x="395" y="424"/>
                </a:lnTo>
                <a:cubicBezTo>
                  <a:pt x="403" y="417"/>
                  <a:pt x="403" y="417"/>
                  <a:pt x="403" y="410"/>
                </a:cubicBezTo>
                <a:cubicBezTo>
                  <a:pt x="403" y="410"/>
                  <a:pt x="403" y="403"/>
                  <a:pt x="395" y="396"/>
                </a:cubicBezTo>
                <a:lnTo>
                  <a:pt x="395" y="389"/>
                </a:lnTo>
                <a:cubicBezTo>
                  <a:pt x="388" y="389"/>
                  <a:pt x="388" y="382"/>
                  <a:pt x="381" y="382"/>
                </a:cubicBezTo>
                <a:lnTo>
                  <a:pt x="374" y="382"/>
                </a:lnTo>
                <a:cubicBezTo>
                  <a:pt x="367" y="382"/>
                  <a:pt x="360" y="382"/>
                  <a:pt x="353" y="382"/>
                </a:cubicBezTo>
                <a:cubicBezTo>
                  <a:pt x="353" y="382"/>
                  <a:pt x="346" y="389"/>
                  <a:pt x="346" y="396"/>
                </a:cubicBezTo>
                <a:cubicBezTo>
                  <a:pt x="311" y="396"/>
                  <a:pt x="311" y="396"/>
                  <a:pt x="311" y="396"/>
                </a:cubicBezTo>
                <a:cubicBezTo>
                  <a:pt x="332" y="297"/>
                  <a:pt x="332" y="297"/>
                  <a:pt x="332" y="297"/>
                </a:cubicBezTo>
                <a:cubicBezTo>
                  <a:pt x="424" y="297"/>
                  <a:pt x="424" y="297"/>
                  <a:pt x="424" y="297"/>
                </a:cubicBezTo>
                <a:cubicBezTo>
                  <a:pt x="424" y="325"/>
                  <a:pt x="424" y="325"/>
                  <a:pt x="424" y="325"/>
                </a:cubicBezTo>
                <a:cubicBezTo>
                  <a:pt x="353" y="325"/>
                  <a:pt x="353" y="325"/>
                  <a:pt x="353" y="325"/>
                </a:cubicBezTo>
                <a:cubicBezTo>
                  <a:pt x="346" y="367"/>
                  <a:pt x="346" y="367"/>
                  <a:pt x="346" y="367"/>
                </a:cubicBezTo>
                <a:cubicBezTo>
                  <a:pt x="353" y="360"/>
                  <a:pt x="360" y="360"/>
                  <a:pt x="367" y="353"/>
                </a:cubicBezTo>
                <a:cubicBezTo>
                  <a:pt x="367" y="353"/>
                  <a:pt x="374" y="353"/>
                  <a:pt x="381" y="353"/>
                </a:cubicBezTo>
                <a:cubicBezTo>
                  <a:pt x="388" y="353"/>
                  <a:pt x="395" y="353"/>
                  <a:pt x="403" y="360"/>
                </a:cubicBezTo>
                <a:cubicBezTo>
                  <a:pt x="410" y="360"/>
                  <a:pt x="417" y="367"/>
                  <a:pt x="424" y="367"/>
                </a:cubicBezTo>
                <a:cubicBezTo>
                  <a:pt x="424" y="375"/>
                  <a:pt x="431" y="382"/>
                  <a:pt x="431" y="389"/>
                </a:cubicBezTo>
                <a:cubicBezTo>
                  <a:pt x="438" y="396"/>
                  <a:pt x="438" y="403"/>
                  <a:pt x="438" y="410"/>
                </a:cubicBezTo>
                <a:cubicBezTo>
                  <a:pt x="438" y="417"/>
                  <a:pt x="431" y="431"/>
                  <a:pt x="431" y="438"/>
                </a:cubicBezTo>
                <a:cubicBezTo>
                  <a:pt x="424" y="445"/>
                  <a:pt x="424" y="452"/>
                  <a:pt x="417" y="452"/>
                </a:cubicBezTo>
                <a:cubicBezTo>
                  <a:pt x="410" y="460"/>
                  <a:pt x="403" y="467"/>
                  <a:pt x="395" y="467"/>
                </a:cubicBezTo>
                <a:cubicBezTo>
                  <a:pt x="388" y="474"/>
                  <a:pt x="381" y="474"/>
                  <a:pt x="374" y="474"/>
                </a:cubicBezTo>
                <a:cubicBezTo>
                  <a:pt x="360" y="474"/>
                  <a:pt x="353" y="474"/>
                  <a:pt x="346" y="467"/>
                </a:cubicBezTo>
                <a:cubicBezTo>
                  <a:pt x="339" y="467"/>
                  <a:pt x="332" y="467"/>
                  <a:pt x="325" y="460"/>
                </a:cubicBezTo>
                <a:cubicBezTo>
                  <a:pt x="325" y="452"/>
                  <a:pt x="318" y="452"/>
                  <a:pt x="311" y="445"/>
                </a:cubicBezTo>
                <a:cubicBezTo>
                  <a:pt x="311" y="438"/>
                  <a:pt x="311" y="424"/>
                  <a:pt x="311" y="417"/>
                </a:cubicBezTo>
                <a:cubicBezTo>
                  <a:pt x="346" y="417"/>
                  <a:pt x="346" y="417"/>
                  <a:pt x="346" y="417"/>
                </a:cubicBezTo>
                <a:cubicBezTo>
                  <a:pt x="346" y="424"/>
                  <a:pt x="346" y="431"/>
                  <a:pt x="353" y="438"/>
                </a:cubicBezTo>
                <a:close/>
                <a:moveTo>
                  <a:pt x="452" y="134"/>
                </a:moveTo>
                <a:lnTo>
                  <a:pt x="452" y="134"/>
                </a:lnTo>
                <a:cubicBezTo>
                  <a:pt x="438" y="134"/>
                  <a:pt x="424" y="120"/>
                  <a:pt x="424" y="106"/>
                </a:cubicBezTo>
                <a:cubicBezTo>
                  <a:pt x="424" y="28"/>
                  <a:pt x="424" y="28"/>
                  <a:pt x="424" y="28"/>
                </a:cubicBezTo>
                <a:cubicBezTo>
                  <a:pt x="424" y="14"/>
                  <a:pt x="438" y="0"/>
                  <a:pt x="452" y="0"/>
                </a:cubicBezTo>
                <a:cubicBezTo>
                  <a:pt x="473" y="0"/>
                  <a:pt x="480" y="14"/>
                  <a:pt x="480" y="28"/>
                </a:cubicBezTo>
                <a:cubicBezTo>
                  <a:pt x="480" y="106"/>
                  <a:pt x="480" y="106"/>
                  <a:pt x="480" y="106"/>
                </a:cubicBezTo>
                <a:cubicBezTo>
                  <a:pt x="480" y="120"/>
                  <a:pt x="473" y="134"/>
                  <a:pt x="452" y="134"/>
                </a:cubicBezTo>
                <a:close/>
                <a:moveTo>
                  <a:pt x="155" y="134"/>
                </a:moveTo>
                <a:lnTo>
                  <a:pt x="155" y="134"/>
                </a:lnTo>
                <a:cubicBezTo>
                  <a:pt x="134" y="134"/>
                  <a:pt x="127" y="120"/>
                  <a:pt x="127" y="106"/>
                </a:cubicBezTo>
                <a:cubicBezTo>
                  <a:pt x="127" y="28"/>
                  <a:pt x="127" y="28"/>
                  <a:pt x="127" y="28"/>
                </a:cubicBezTo>
                <a:cubicBezTo>
                  <a:pt x="127" y="14"/>
                  <a:pt x="134" y="0"/>
                  <a:pt x="155" y="0"/>
                </a:cubicBezTo>
                <a:cubicBezTo>
                  <a:pt x="169" y="0"/>
                  <a:pt x="183" y="14"/>
                  <a:pt x="183" y="28"/>
                </a:cubicBezTo>
                <a:cubicBezTo>
                  <a:pt x="183" y="106"/>
                  <a:pt x="183" y="106"/>
                  <a:pt x="183" y="106"/>
                </a:cubicBezTo>
                <a:cubicBezTo>
                  <a:pt x="183" y="120"/>
                  <a:pt x="169" y="134"/>
                  <a:pt x="155" y="13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40" name="Freeform 54">
            <a:extLst>
              <a:ext uri="{FF2B5EF4-FFF2-40B4-BE49-F238E27FC236}">
                <a16:creationId xmlns:a16="http://schemas.microsoft.com/office/drawing/2014/main" id="{E775173B-ED31-F689-5E8A-96B0261A9A84}"/>
              </a:ext>
            </a:extLst>
          </p:cNvPr>
          <p:cNvSpPr>
            <a:spLocks noChangeArrowheads="1"/>
          </p:cNvSpPr>
          <p:nvPr/>
        </p:nvSpPr>
        <p:spPr bwMode="auto">
          <a:xfrm>
            <a:off x="6253620" y="1343988"/>
            <a:ext cx="545644" cy="553668"/>
          </a:xfrm>
          <a:custGeom>
            <a:avLst/>
            <a:gdLst>
              <a:gd name="T0" fmla="*/ 2147483646 w 601"/>
              <a:gd name="T1" fmla="*/ 2147483646 h 609"/>
              <a:gd name="T2" fmla="*/ 0 w 601"/>
              <a:gd name="T3" fmla="*/ 2147483646 h 609"/>
              <a:gd name="T4" fmla="*/ 2147483646 w 601"/>
              <a:gd name="T5" fmla="*/ 2147483646 h 609"/>
              <a:gd name="T6" fmla="*/ 2147483646 w 601"/>
              <a:gd name="T7" fmla="*/ 2147483646 h 609"/>
              <a:gd name="T8" fmla="*/ 2147483646 w 601"/>
              <a:gd name="T9" fmla="*/ 2147483646 h 609"/>
              <a:gd name="T10" fmla="*/ 2147483646 w 601"/>
              <a:gd name="T11" fmla="*/ 2147483646 h 609"/>
              <a:gd name="T12" fmla="*/ 2147483646 w 601"/>
              <a:gd name="T13" fmla="*/ 2147483646 h 609"/>
              <a:gd name="T14" fmla="*/ 2147483646 w 601"/>
              <a:gd name="T15" fmla="*/ 2147483646 h 609"/>
              <a:gd name="T16" fmla="*/ 2147483646 w 601"/>
              <a:gd name="T17" fmla="*/ 2147483646 h 609"/>
              <a:gd name="T18" fmla="*/ 2147483646 w 601"/>
              <a:gd name="T19" fmla="*/ 2147483646 h 609"/>
              <a:gd name="T20" fmla="*/ 2147483646 w 601"/>
              <a:gd name="T21" fmla="*/ 2147483646 h 609"/>
              <a:gd name="T22" fmla="*/ 2147483646 w 601"/>
              <a:gd name="T23" fmla="*/ 2147483646 h 609"/>
              <a:gd name="T24" fmla="*/ 2147483646 w 601"/>
              <a:gd name="T25" fmla="*/ 2147483646 h 609"/>
              <a:gd name="T26" fmla="*/ 2147483646 w 601"/>
              <a:gd name="T27" fmla="*/ 2147483646 h 609"/>
              <a:gd name="T28" fmla="*/ 2147483646 w 601"/>
              <a:gd name="T29" fmla="*/ 2147483646 h 609"/>
              <a:gd name="T30" fmla="*/ 2147483646 w 601"/>
              <a:gd name="T31" fmla="*/ 2147483646 h 609"/>
              <a:gd name="T32" fmla="*/ 2147483646 w 601"/>
              <a:gd name="T33" fmla="*/ 2147483646 h 609"/>
              <a:gd name="T34" fmla="*/ 2147483646 w 601"/>
              <a:gd name="T35" fmla="*/ 2147483646 h 609"/>
              <a:gd name="T36" fmla="*/ 2147483646 w 601"/>
              <a:gd name="T37" fmla="*/ 2147483646 h 609"/>
              <a:gd name="T38" fmla="*/ 2147483646 w 601"/>
              <a:gd name="T39" fmla="*/ 2147483646 h 609"/>
              <a:gd name="T40" fmla="*/ 2147483646 w 601"/>
              <a:gd name="T41" fmla="*/ 2147483646 h 609"/>
              <a:gd name="T42" fmla="*/ 2147483646 w 601"/>
              <a:gd name="T43" fmla="*/ 2147483646 h 609"/>
              <a:gd name="T44" fmla="*/ 2147483646 w 601"/>
              <a:gd name="T45" fmla="*/ 2147483646 h 609"/>
              <a:gd name="T46" fmla="*/ 2147483646 w 601"/>
              <a:gd name="T47" fmla="*/ 2147483646 h 609"/>
              <a:gd name="T48" fmla="*/ 2147483646 w 601"/>
              <a:gd name="T49" fmla="*/ 2147483646 h 609"/>
              <a:gd name="T50" fmla="*/ 2147483646 w 601"/>
              <a:gd name="T51" fmla="*/ 2147483646 h 609"/>
              <a:gd name="T52" fmla="*/ 2147483646 w 601"/>
              <a:gd name="T53" fmla="*/ 0 h 609"/>
              <a:gd name="T54" fmla="*/ 2147483646 w 601"/>
              <a:gd name="T55" fmla="*/ 2147483646 h 609"/>
              <a:gd name="T56" fmla="*/ 2147483646 w 601"/>
              <a:gd name="T57" fmla="*/ 2147483646 h 609"/>
              <a:gd name="T58" fmla="*/ 2147483646 w 601"/>
              <a:gd name="T59" fmla="*/ 2147483646 h 609"/>
              <a:gd name="T60" fmla="*/ 2147483646 w 601"/>
              <a:gd name="T61" fmla="*/ 0 h 609"/>
              <a:gd name="T62" fmla="*/ 2147483646 w 601"/>
              <a:gd name="T63" fmla="*/ 2147483646 h 60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601" h="609">
                <a:moveTo>
                  <a:pt x="572" y="608"/>
                </a:moveTo>
                <a:lnTo>
                  <a:pt x="572" y="608"/>
                </a:lnTo>
                <a:cubicBezTo>
                  <a:pt x="28" y="608"/>
                  <a:pt x="28" y="608"/>
                  <a:pt x="28" y="608"/>
                </a:cubicBezTo>
                <a:cubicBezTo>
                  <a:pt x="14" y="608"/>
                  <a:pt x="0" y="594"/>
                  <a:pt x="0" y="580"/>
                </a:cubicBezTo>
                <a:cubicBezTo>
                  <a:pt x="0" y="106"/>
                  <a:pt x="0" y="106"/>
                  <a:pt x="0" y="106"/>
                </a:cubicBezTo>
                <a:cubicBezTo>
                  <a:pt x="0" y="92"/>
                  <a:pt x="14" y="78"/>
                  <a:pt x="28" y="78"/>
                </a:cubicBezTo>
                <a:cubicBezTo>
                  <a:pt x="84" y="78"/>
                  <a:pt x="84" y="78"/>
                  <a:pt x="84" y="78"/>
                </a:cubicBezTo>
                <a:cubicBezTo>
                  <a:pt x="84" y="106"/>
                  <a:pt x="84" y="106"/>
                  <a:pt x="84" y="106"/>
                </a:cubicBezTo>
                <a:cubicBezTo>
                  <a:pt x="84" y="141"/>
                  <a:pt x="113" y="170"/>
                  <a:pt x="148" y="170"/>
                </a:cubicBezTo>
                <a:cubicBezTo>
                  <a:pt x="183" y="170"/>
                  <a:pt x="219" y="141"/>
                  <a:pt x="219" y="106"/>
                </a:cubicBezTo>
                <a:cubicBezTo>
                  <a:pt x="219" y="78"/>
                  <a:pt x="219" y="78"/>
                  <a:pt x="219" y="78"/>
                </a:cubicBezTo>
                <a:cubicBezTo>
                  <a:pt x="388" y="78"/>
                  <a:pt x="388" y="78"/>
                  <a:pt x="388" y="78"/>
                </a:cubicBezTo>
                <a:cubicBezTo>
                  <a:pt x="388" y="106"/>
                  <a:pt x="388" y="106"/>
                  <a:pt x="388" y="106"/>
                </a:cubicBezTo>
                <a:cubicBezTo>
                  <a:pt x="388" y="141"/>
                  <a:pt x="417" y="170"/>
                  <a:pt x="452" y="170"/>
                </a:cubicBezTo>
                <a:cubicBezTo>
                  <a:pt x="487" y="170"/>
                  <a:pt x="515" y="141"/>
                  <a:pt x="515" y="106"/>
                </a:cubicBezTo>
                <a:cubicBezTo>
                  <a:pt x="515" y="78"/>
                  <a:pt x="515" y="78"/>
                  <a:pt x="515" y="78"/>
                </a:cubicBezTo>
                <a:cubicBezTo>
                  <a:pt x="572" y="78"/>
                  <a:pt x="572" y="78"/>
                  <a:pt x="572" y="78"/>
                </a:cubicBezTo>
                <a:cubicBezTo>
                  <a:pt x="593" y="78"/>
                  <a:pt x="600" y="92"/>
                  <a:pt x="600" y="106"/>
                </a:cubicBezTo>
                <a:cubicBezTo>
                  <a:pt x="600" y="580"/>
                  <a:pt x="600" y="580"/>
                  <a:pt x="600" y="580"/>
                </a:cubicBezTo>
                <a:cubicBezTo>
                  <a:pt x="600" y="594"/>
                  <a:pt x="593" y="608"/>
                  <a:pt x="572" y="608"/>
                </a:cubicBezTo>
                <a:close/>
                <a:moveTo>
                  <a:pt x="544" y="226"/>
                </a:moveTo>
                <a:lnTo>
                  <a:pt x="544" y="226"/>
                </a:lnTo>
                <a:cubicBezTo>
                  <a:pt x="56" y="226"/>
                  <a:pt x="56" y="226"/>
                  <a:pt x="56" y="226"/>
                </a:cubicBezTo>
                <a:cubicBezTo>
                  <a:pt x="56" y="551"/>
                  <a:pt x="56" y="551"/>
                  <a:pt x="56" y="551"/>
                </a:cubicBezTo>
                <a:cubicBezTo>
                  <a:pt x="544" y="551"/>
                  <a:pt x="544" y="551"/>
                  <a:pt x="544" y="551"/>
                </a:cubicBezTo>
                <a:lnTo>
                  <a:pt x="544" y="226"/>
                </a:lnTo>
                <a:close/>
                <a:moveTo>
                  <a:pt x="233" y="360"/>
                </a:moveTo>
                <a:lnTo>
                  <a:pt x="233" y="360"/>
                </a:lnTo>
                <a:cubicBezTo>
                  <a:pt x="275" y="360"/>
                  <a:pt x="275" y="360"/>
                  <a:pt x="275" y="360"/>
                </a:cubicBezTo>
                <a:cubicBezTo>
                  <a:pt x="275" y="325"/>
                  <a:pt x="275" y="325"/>
                  <a:pt x="275" y="325"/>
                </a:cubicBezTo>
                <a:cubicBezTo>
                  <a:pt x="275" y="304"/>
                  <a:pt x="282" y="297"/>
                  <a:pt x="304" y="297"/>
                </a:cubicBezTo>
                <a:cubicBezTo>
                  <a:pt x="318" y="297"/>
                  <a:pt x="332" y="304"/>
                  <a:pt x="332" y="325"/>
                </a:cubicBezTo>
                <a:cubicBezTo>
                  <a:pt x="332" y="360"/>
                  <a:pt x="332" y="360"/>
                  <a:pt x="332" y="360"/>
                </a:cubicBezTo>
                <a:cubicBezTo>
                  <a:pt x="367" y="360"/>
                  <a:pt x="367" y="360"/>
                  <a:pt x="367" y="360"/>
                </a:cubicBezTo>
                <a:cubicBezTo>
                  <a:pt x="381" y="360"/>
                  <a:pt x="395" y="375"/>
                  <a:pt x="395" y="389"/>
                </a:cubicBezTo>
                <a:cubicBezTo>
                  <a:pt x="395" y="403"/>
                  <a:pt x="381" y="417"/>
                  <a:pt x="367" y="417"/>
                </a:cubicBezTo>
                <a:cubicBezTo>
                  <a:pt x="332" y="417"/>
                  <a:pt x="332" y="417"/>
                  <a:pt x="332" y="417"/>
                </a:cubicBezTo>
                <a:cubicBezTo>
                  <a:pt x="332" y="452"/>
                  <a:pt x="332" y="452"/>
                  <a:pt x="332" y="452"/>
                </a:cubicBezTo>
                <a:cubicBezTo>
                  <a:pt x="332" y="474"/>
                  <a:pt x="318" y="481"/>
                  <a:pt x="304" y="481"/>
                </a:cubicBezTo>
                <a:cubicBezTo>
                  <a:pt x="282" y="481"/>
                  <a:pt x="275" y="474"/>
                  <a:pt x="275" y="452"/>
                </a:cubicBezTo>
                <a:cubicBezTo>
                  <a:pt x="275" y="417"/>
                  <a:pt x="275" y="417"/>
                  <a:pt x="275" y="417"/>
                </a:cubicBezTo>
                <a:cubicBezTo>
                  <a:pt x="233" y="417"/>
                  <a:pt x="233" y="417"/>
                  <a:pt x="233" y="417"/>
                </a:cubicBezTo>
                <a:cubicBezTo>
                  <a:pt x="219" y="417"/>
                  <a:pt x="204" y="403"/>
                  <a:pt x="204" y="389"/>
                </a:cubicBezTo>
                <a:cubicBezTo>
                  <a:pt x="204" y="375"/>
                  <a:pt x="219" y="360"/>
                  <a:pt x="233" y="360"/>
                </a:cubicBezTo>
                <a:close/>
                <a:moveTo>
                  <a:pt x="240" y="297"/>
                </a:moveTo>
                <a:lnTo>
                  <a:pt x="240" y="297"/>
                </a:lnTo>
                <a:cubicBezTo>
                  <a:pt x="233" y="297"/>
                  <a:pt x="233" y="297"/>
                  <a:pt x="233" y="297"/>
                </a:cubicBezTo>
                <a:cubicBezTo>
                  <a:pt x="233" y="297"/>
                  <a:pt x="233" y="297"/>
                  <a:pt x="240" y="297"/>
                </a:cubicBezTo>
                <a:close/>
                <a:moveTo>
                  <a:pt x="452" y="134"/>
                </a:moveTo>
                <a:lnTo>
                  <a:pt x="452" y="134"/>
                </a:lnTo>
                <a:cubicBezTo>
                  <a:pt x="438" y="134"/>
                  <a:pt x="424" y="120"/>
                  <a:pt x="424" y="106"/>
                </a:cubicBezTo>
                <a:cubicBezTo>
                  <a:pt x="424" y="28"/>
                  <a:pt x="424" y="28"/>
                  <a:pt x="424" y="28"/>
                </a:cubicBezTo>
                <a:cubicBezTo>
                  <a:pt x="424" y="14"/>
                  <a:pt x="438" y="0"/>
                  <a:pt x="452" y="0"/>
                </a:cubicBezTo>
                <a:cubicBezTo>
                  <a:pt x="466" y="0"/>
                  <a:pt x="480" y="14"/>
                  <a:pt x="480" y="28"/>
                </a:cubicBezTo>
                <a:cubicBezTo>
                  <a:pt x="480" y="106"/>
                  <a:pt x="480" y="106"/>
                  <a:pt x="480" y="106"/>
                </a:cubicBezTo>
                <a:cubicBezTo>
                  <a:pt x="480" y="120"/>
                  <a:pt x="466" y="134"/>
                  <a:pt x="452" y="134"/>
                </a:cubicBezTo>
                <a:close/>
                <a:moveTo>
                  <a:pt x="148" y="134"/>
                </a:moveTo>
                <a:lnTo>
                  <a:pt x="148" y="134"/>
                </a:lnTo>
                <a:cubicBezTo>
                  <a:pt x="134" y="134"/>
                  <a:pt x="120" y="120"/>
                  <a:pt x="120" y="106"/>
                </a:cubicBezTo>
                <a:cubicBezTo>
                  <a:pt x="120" y="28"/>
                  <a:pt x="120" y="28"/>
                  <a:pt x="120" y="28"/>
                </a:cubicBezTo>
                <a:cubicBezTo>
                  <a:pt x="120" y="14"/>
                  <a:pt x="134" y="0"/>
                  <a:pt x="148" y="0"/>
                </a:cubicBezTo>
                <a:cubicBezTo>
                  <a:pt x="169" y="0"/>
                  <a:pt x="176" y="14"/>
                  <a:pt x="176" y="28"/>
                </a:cubicBezTo>
                <a:cubicBezTo>
                  <a:pt x="176" y="106"/>
                  <a:pt x="176" y="106"/>
                  <a:pt x="176" y="106"/>
                </a:cubicBezTo>
                <a:cubicBezTo>
                  <a:pt x="176" y="120"/>
                  <a:pt x="169" y="134"/>
                  <a:pt x="148" y="13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41" name="Freeform 55">
            <a:extLst>
              <a:ext uri="{FF2B5EF4-FFF2-40B4-BE49-F238E27FC236}">
                <a16:creationId xmlns:a16="http://schemas.microsoft.com/office/drawing/2014/main" id="{912B0FDC-B1E9-C5F5-8285-FBF93B5580FE}"/>
              </a:ext>
            </a:extLst>
          </p:cNvPr>
          <p:cNvSpPr>
            <a:spLocks noChangeArrowheads="1"/>
          </p:cNvSpPr>
          <p:nvPr/>
        </p:nvSpPr>
        <p:spPr bwMode="auto">
          <a:xfrm>
            <a:off x="5294730" y="1343988"/>
            <a:ext cx="545644" cy="553668"/>
          </a:xfrm>
          <a:custGeom>
            <a:avLst/>
            <a:gdLst>
              <a:gd name="T0" fmla="*/ 2147483646 w 601"/>
              <a:gd name="T1" fmla="*/ 2147483646 h 609"/>
              <a:gd name="T2" fmla="*/ 2147483646 w 601"/>
              <a:gd name="T3" fmla="*/ 2147483646 h 609"/>
              <a:gd name="T4" fmla="*/ 2147483646 w 601"/>
              <a:gd name="T5" fmla="*/ 2147483646 h 609"/>
              <a:gd name="T6" fmla="*/ 0 w 601"/>
              <a:gd name="T7" fmla="*/ 2147483646 h 609"/>
              <a:gd name="T8" fmla="*/ 0 w 601"/>
              <a:gd name="T9" fmla="*/ 2147483646 h 609"/>
              <a:gd name="T10" fmla="*/ 2147483646 w 601"/>
              <a:gd name="T11" fmla="*/ 2147483646 h 609"/>
              <a:gd name="T12" fmla="*/ 2147483646 w 601"/>
              <a:gd name="T13" fmla="*/ 2147483646 h 609"/>
              <a:gd name="T14" fmla="*/ 2147483646 w 601"/>
              <a:gd name="T15" fmla="*/ 2147483646 h 609"/>
              <a:gd name="T16" fmla="*/ 2147483646 w 601"/>
              <a:gd name="T17" fmla="*/ 2147483646 h 609"/>
              <a:gd name="T18" fmla="*/ 2147483646 w 601"/>
              <a:gd name="T19" fmla="*/ 2147483646 h 609"/>
              <a:gd name="T20" fmla="*/ 2147483646 w 601"/>
              <a:gd name="T21" fmla="*/ 2147483646 h 609"/>
              <a:gd name="T22" fmla="*/ 2147483646 w 601"/>
              <a:gd name="T23" fmla="*/ 2147483646 h 609"/>
              <a:gd name="T24" fmla="*/ 2147483646 w 601"/>
              <a:gd name="T25" fmla="*/ 2147483646 h 609"/>
              <a:gd name="T26" fmla="*/ 2147483646 w 601"/>
              <a:gd name="T27" fmla="*/ 2147483646 h 609"/>
              <a:gd name="T28" fmla="*/ 2147483646 w 601"/>
              <a:gd name="T29" fmla="*/ 2147483646 h 609"/>
              <a:gd name="T30" fmla="*/ 2147483646 w 601"/>
              <a:gd name="T31" fmla="*/ 2147483646 h 609"/>
              <a:gd name="T32" fmla="*/ 2147483646 w 601"/>
              <a:gd name="T33" fmla="*/ 2147483646 h 609"/>
              <a:gd name="T34" fmla="*/ 2147483646 w 601"/>
              <a:gd name="T35" fmla="*/ 2147483646 h 609"/>
              <a:gd name="T36" fmla="*/ 2147483646 w 601"/>
              <a:gd name="T37" fmla="*/ 2147483646 h 609"/>
              <a:gd name="T38" fmla="*/ 2147483646 w 601"/>
              <a:gd name="T39" fmla="*/ 2147483646 h 609"/>
              <a:gd name="T40" fmla="*/ 2147483646 w 601"/>
              <a:gd name="T41" fmla="*/ 2147483646 h 609"/>
              <a:gd name="T42" fmla="*/ 2147483646 w 601"/>
              <a:gd name="T43" fmla="*/ 2147483646 h 609"/>
              <a:gd name="T44" fmla="*/ 2147483646 w 601"/>
              <a:gd name="T45" fmla="*/ 2147483646 h 609"/>
              <a:gd name="T46" fmla="*/ 2147483646 w 601"/>
              <a:gd name="T47" fmla="*/ 2147483646 h 609"/>
              <a:gd name="T48" fmla="*/ 2147483646 w 601"/>
              <a:gd name="T49" fmla="*/ 2147483646 h 609"/>
              <a:gd name="T50" fmla="*/ 2147483646 w 601"/>
              <a:gd name="T51" fmla="*/ 2147483646 h 609"/>
              <a:gd name="T52" fmla="*/ 2147483646 w 601"/>
              <a:gd name="T53" fmla="*/ 2147483646 h 609"/>
              <a:gd name="T54" fmla="*/ 2147483646 w 601"/>
              <a:gd name="T55" fmla="*/ 2147483646 h 609"/>
              <a:gd name="T56" fmla="*/ 2147483646 w 601"/>
              <a:gd name="T57" fmla="*/ 2147483646 h 609"/>
              <a:gd name="T58" fmla="*/ 2147483646 w 601"/>
              <a:gd name="T59" fmla="*/ 2147483646 h 609"/>
              <a:gd name="T60" fmla="*/ 2147483646 w 601"/>
              <a:gd name="T61" fmla="*/ 2147483646 h 609"/>
              <a:gd name="T62" fmla="*/ 2147483646 w 601"/>
              <a:gd name="T63" fmla="*/ 2147483646 h 609"/>
              <a:gd name="T64" fmla="*/ 2147483646 w 601"/>
              <a:gd name="T65" fmla="*/ 2147483646 h 609"/>
              <a:gd name="T66" fmla="*/ 2147483646 w 601"/>
              <a:gd name="T67" fmla="*/ 2147483646 h 609"/>
              <a:gd name="T68" fmla="*/ 2147483646 w 601"/>
              <a:gd name="T69" fmla="*/ 2147483646 h 609"/>
              <a:gd name="T70" fmla="*/ 2147483646 w 601"/>
              <a:gd name="T71" fmla="*/ 2147483646 h 609"/>
              <a:gd name="T72" fmla="*/ 2147483646 w 601"/>
              <a:gd name="T73" fmla="*/ 2147483646 h 609"/>
              <a:gd name="T74" fmla="*/ 2147483646 w 601"/>
              <a:gd name="T75" fmla="*/ 2147483646 h 609"/>
              <a:gd name="T76" fmla="*/ 2147483646 w 601"/>
              <a:gd name="T77" fmla="*/ 2147483646 h 609"/>
              <a:gd name="T78" fmla="*/ 2147483646 w 601"/>
              <a:gd name="T79" fmla="*/ 2147483646 h 609"/>
              <a:gd name="T80" fmla="*/ 2147483646 w 601"/>
              <a:gd name="T81" fmla="*/ 2147483646 h 609"/>
              <a:gd name="T82" fmla="*/ 2147483646 w 601"/>
              <a:gd name="T83" fmla="*/ 2147483646 h 609"/>
              <a:gd name="T84" fmla="*/ 2147483646 w 601"/>
              <a:gd name="T85" fmla="*/ 2147483646 h 609"/>
              <a:gd name="T86" fmla="*/ 2147483646 w 601"/>
              <a:gd name="T87" fmla="*/ 2147483646 h 609"/>
              <a:gd name="T88" fmla="*/ 2147483646 w 601"/>
              <a:gd name="T89" fmla="*/ 0 h 609"/>
              <a:gd name="T90" fmla="*/ 2147483646 w 601"/>
              <a:gd name="T91" fmla="*/ 2147483646 h 609"/>
              <a:gd name="T92" fmla="*/ 2147483646 w 601"/>
              <a:gd name="T93" fmla="*/ 2147483646 h 609"/>
              <a:gd name="T94" fmla="*/ 2147483646 w 601"/>
              <a:gd name="T95" fmla="*/ 2147483646 h 609"/>
              <a:gd name="T96" fmla="*/ 2147483646 w 601"/>
              <a:gd name="T97" fmla="*/ 2147483646 h 609"/>
              <a:gd name="T98" fmla="*/ 2147483646 w 601"/>
              <a:gd name="T99" fmla="*/ 2147483646 h 609"/>
              <a:gd name="T100" fmla="*/ 2147483646 w 601"/>
              <a:gd name="T101" fmla="*/ 2147483646 h 609"/>
              <a:gd name="T102" fmla="*/ 2147483646 w 601"/>
              <a:gd name="T103" fmla="*/ 2147483646 h 609"/>
              <a:gd name="T104" fmla="*/ 2147483646 w 601"/>
              <a:gd name="T105" fmla="*/ 0 h 609"/>
              <a:gd name="T106" fmla="*/ 2147483646 w 601"/>
              <a:gd name="T107" fmla="*/ 2147483646 h 609"/>
              <a:gd name="T108" fmla="*/ 2147483646 w 601"/>
              <a:gd name="T109" fmla="*/ 2147483646 h 609"/>
              <a:gd name="T110" fmla="*/ 2147483646 w 601"/>
              <a:gd name="T111" fmla="*/ 2147483646 h 60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601" h="609">
                <a:moveTo>
                  <a:pt x="572" y="608"/>
                </a:moveTo>
                <a:lnTo>
                  <a:pt x="572" y="608"/>
                </a:lnTo>
                <a:cubicBezTo>
                  <a:pt x="28" y="608"/>
                  <a:pt x="28" y="608"/>
                  <a:pt x="28" y="608"/>
                </a:cubicBezTo>
                <a:cubicBezTo>
                  <a:pt x="7" y="608"/>
                  <a:pt x="0" y="594"/>
                  <a:pt x="0" y="580"/>
                </a:cubicBezTo>
                <a:cubicBezTo>
                  <a:pt x="0" y="106"/>
                  <a:pt x="0" y="106"/>
                  <a:pt x="0" y="106"/>
                </a:cubicBezTo>
                <a:cubicBezTo>
                  <a:pt x="0" y="92"/>
                  <a:pt x="7" y="78"/>
                  <a:pt x="28" y="78"/>
                </a:cubicBezTo>
                <a:cubicBezTo>
                  <a:pt x="84" y="78"/>
                  <a:pt x="84" y="78"/>
                  <a:pt x="84" y="78"/>
                </a:cubicBezTo>
                <a:cubicBezTo>
                  <a:pt x="84" y="106"/>
                  <a:pt x="84" y="106"/>
                  <a:pt x="84" y="106"/>
                </a:cubicBezTo>
                <a:cubicBezTo>
                  <a:pt x="84" y="141"/>
                  <a:pt x="113" y="170"/>
                  <a:pt x="148" y="170"/>
                </a:cubicBezTo>
                <a:cubicBezTo>
                  <a:pt x="183" y="170"/>
                  <a:pt x="211" y="141"/>
                  <a:pt x="211" y="106"/>
                </a:cubicBezTo>
                <a:cubicBezTo>
                  <a:pt x="211" y="78"/>
                  <a:pt x="211" y="78"/>
                  <a:pt x="211" y="78"/>
                </a:cubicBezTo>
                <a:cubicBezTo>
                  <a:pt x="381" y="78"/>
                  <a:pt x="381" y="78"/>
                  <a:pt x="381" y="78"/>
                </a:cubicBezTo>
                <a:cubicBezTo>
                  <a:pt x="381" y="106"/>
                  <a:pt x="381" y="106"/>
                  <a:pt x="381" y="106"/>
                </a:cubicBezTo>
                <a:cubicBezTo>
                  <a:pt x="381" y="141"/>
                  <a:pt x="417" y="170"/>
                  <a:pt x="452" y="170"/>
                </a:cubicBezTo>
                <a:cubicBezTo>
                  <a:pt x="487" y="170"/>
                  <a:pt x="515" y="141"/>
                  <a:pt x="515" y="106"/>
                </a:cubicBezTo>
                <a:cubicBezTo>
                  <a:pt x="515" y="78"/>
                  <a:pt x="515" y="78"/>
                  <a:pt x="515" y="78"/>
                </a:cubicBezTo>
                <a:cubicBezTo>
                  <a:pt x="572" y="78"/>
                  <a:pt x="572" y="78"/>
                  <a:pt x="572" y="78"/>
                </a:cubicBezTo>
                <a:cubicBezTo>
                  <a:pt x="586" y="78"/>
                  <a:pt x="600" y="92"/>
                  <a:pt x="600" y="106"/>
                </a:cubicBezTo>
                <a:cubicBezTo>
                  <a:pt x="600" y="580"/>
                  <a:pt x="600" y="580"/>
                  <a:pt x="600" y="580"/>
                </a:cubicBezTo>
                <a:cubicBezTo>
                  <a:pt x="600" y="594"/>
                  <a:pt x="586" y="608"/>
                  <a:pt x="572" y="608"/>
                </a:cubicBezTo>
                <a:close/>
                <a:moveTo>
                  <a:pt x="544" y="226"/>
                </a:moveTo>
                <a:lnTo>
                  <a:pt x="544" y="226"/>
                </a:lnTo>
                <a:cubicBezTo>
                  <a:pt x="56" y="226"/>
                  <a:pt x="56" y="226"/>
                  <a:pt x="56" y="226"/>
                </a:cubicBezTo>
                <a:cubicBezTo>
                  <a:pt x="56" y="551"/>
                  <a:pt x="56" y="551"/>
                  <a:pt x="56" y="551"/>
                </a:cubicBezTo>
                <a:cubicBezTo>
                  <a:pt x="544" y="551"/>
                  <a:pt x="544" y="551"/>
                  <a:pt x="544" y="551"/>
                </a:cubicBezTo>
                <a:lnTo>
                  <a:pt x="544" y="226"/>
                </a:lnTo>
                <a:close/>
                <a:moveTo>
                  <a:pt x="204" y="360"/>
                </a:moveTo>
                <a:lnTo>
                  <a:pt x="204" y="360"/>
                </a:lnTo>
                <a:cubicBezTo>
                  <a:pt x="211" y="360"/>
                  <a:pt x="219" y="360"/>
                  <a:pt x="226" y="367"/>
                </a:cubicBezTo>
                <a:cubicBezTo>
                  <a:pt x="268" y="417"/>
                  <a:pt x="268" y="417"/>
                  <a:pt x="268" y="417"/>
                </a:cubicBezTo>
                <a:cubicBezTo>
                  <a:pt x="381" y="304"/>
                  <a:pt x="381" y="304"/>
                  <a:pt x="381" y="304"/>
                </a:cubicBezTo>
                <a:cubicBezTo>
                  <a:pt x="388" y="297"/>
                  <a:pt x="395" y="297"/>
                  <a:pt x="402" y="297"/>
                </a:cubicBezTo>
                <a:cubicBezTo>
                  <a:pt x="417" y="297"/>
                  <a:pt x="431" y="304"/>
                  <a:pt x="431" y="325"/>
                </a:cubicBezTo>
                <a:cubicBezTo>
                  <a:pt x="431" y="332"/>
                  <a:pt x="431" y="339"/>
                  <a:pt x="424" y="339"/>
                </a:cubicBezTo>
                <a:cubicBezTo>
                  <a:pt x="289" y="474"/>
                  <a:pt x="289" y="474"/>
                  <a:pt x="289" y="474"/>
                </a:cubicBezTo>
                <a:cubicBezTo>
                  <a:pt x="282" y="481"/>
                  <a:pt x="275" y="481"/>
                  <a:pt x="268" y="481"/>
                </a:cubicBezTo>
                <a:cubicBezTo>
                  <a:pt x="261" y="481"/>
                  <a:pt x="254" y="481"/>
                  <a:pt x="254" y="474"/>
                </a:cubicBezTo>
                <a:cubicBezTo>
                  <a:pt x="183" y="410"/>
                  <a:pt x="183" y="410"/>
                  <a:pt x="183" y="410"/>
                </a:cubicBezTo>
                <a:cubicBezTo>
                  <a:pt x="176" y="403"/>
                  <a:pt x="176" y="396"/>
                  <a:pt x="176" y="389"/>
                </a:cubicBezTo>
                <a:cubicBezTo>
                  <a:pt x="176" y="375"/>
                  <a:pt x="190" y="360"/>
                  <a:pt x="204" y="360"/>
                </a:cubicBezTo>
                <a:close/>
                <a:moveTo>
                  <a:pt x="452" y="134"/>
                </a:moveTo>
                <a:lnTo>
                  <a:pt x="452" y="134"/>
                </a:lnTo>
                <a:cubicBezTo>
                  <a:pt x="431" y="134"/>
                  <a:pt x="424" y="120"/>
                  <a:pt x="424" y="106"/>
                </a:cubicBezTo>
                <a:cubicBezTo>
                  <a:pt x="424" y="28"/>
                  <a:pt x="424" y="28"/>
                  <a:pt x="424" y="28"/>
                </a:cubicBezTo>
                <a:cubicBezTo>
                  <a:pt x="424" y="14"/>
                  <a:pt x="431" y="0"/>
                  <a:pt x="452" y="0"/>
                </a:cubicBezTo>
                <a:cubicBezTo>
                  <a:pt x="466" y="0"/>
                  <a:pt x="480" y="14"/>
                  <a:pt x="480" y="28"/>
                </a:cubicBezTo>
                <a:cubicBezTo>
                  <a:pt x="480" y="106"/>
                  <a:pt x="480" y="106"/>
                  <a:pt x="480" y="106"/>
                </a:cubicBezTo>
                <a:cubicBezTo>
                  <a:pt x="480" y="120"/>
                  <a:pt x="466" y="134"/>
                  <a:pt x="452" y="134"/>
                </a:cubicBezTo>
                <a:close/>
                <a:moveTo>
                  <a:pt x="148" y="134"/>
                </a:moveTo>
                <a:lnTo>
                  <a:pt x="148" y="134"/>
                </a:lnTo>
                <a:cubicBezTo>
                  <a:pt x="134" y="134"/>
                  <a:pt x="120" y="120"/>
                  <a:pt x="120" y="106"/>
                </a:cubicBezTo>
                <a:cubicBezTo>
                  <a:pt x="120" y="28"/>
                  <a:pt x="120" y="28"/>
                  <a:pt x="120" y="28"/>
                </a:cubicBezTo>
                <a:cubicBezTo>
                  <a:pt x="120" y="14"/>
                  <a:pt x="134" y="0"/>
                  <a:pt x="148" y="0"/>
                </a:cubicBezTo>
                <a:cubicBezTo>
                  <a:pt x="162" y="0"/>
                  <a:pt x="176" y="14"/>
                  <a:pt x="176" y="28"/>
                </a:cubicBezTo>
                <a:cubicBezTo>
                  <a:pt x="176" y="106"/>
                  <a:pt x="176" y="106"/>
                  <a:pt x="176" y="106"/>
                </a:cubicBezTo>
                <a:cubicBezTo>
                  <a:pt x="176" y="120"/>
                  <a:pt x="162" y="134"/>
                  <a:pt x="148" y="13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42" name="Freeform 56">
            <a:extLst>
              <a:ext uri="{FF2B5EF4-FFF2-40B4-BE49-F238E27FC236}">
                <a16:creationId xmlns:a16="http://schemas.microsoft.com/office/drawing/2014/main" id="{1051BB39-CF06-98A2-0B80-D6A9ED9891EB}"/>
              </a:ext>
            </a:extLst>
          </p:cNvPr>
          <p:cNvSpPr>
            <a:spLocks noChangeArrowheads="1"/>
          </p:cNvSpPr>
          <p:nvPr/>
        </p:nvSpPr>
        <p:spPr bwMode="auto">
          <a:xfrm>
            <a:off x="4355901" y="1343988"/>
            <a:ext cx="529596" cy="553668"/>
          </a:xfrm>
          <a:custGeom>
            <a:avLst/>
            <a:gdLst>
              <a:gd name="T0" fmla="*/ 2147483646 w 580"/>
              <a:gd name="T1" fmla="*/ 2147483646 h 609"/>
              <a:gd name="T2" fmla="*/ 2147483646 w 580"/>
              <a:gd name="T3" fmla="*/ 2147483646 h 609"/>
              <a:gd name="T4" fmla="*/ 2147483646 w 580"/>
              <a:gd name="T5" fmla="*/ 2147483646 h 609"/>
              <a:gd name="T6" fmla="*/ 2147483646 w 580"/>
              <a:gd name="T7" fmla="*/ 2147483646 h 609"/>
              <a:gd name="T8" fmla="*/ 2147483646 w 580"/>
              <a:gd name="T9" fmla="*/ 2147483646 h 609"/>
              <a:gd name="T10" fmla="*/ 2147483646 w 580"/>
              <a:gd name="T11" fmla="*/ 2147483646 h 609"/>
              <a:gd name="T12" fmla="*/ 2147483646 w 580"/>
              <a:gd name="T13" fmla="*/ 2147483646 h 609"/>
              <a:gd name="T14" fmla="*/ 2147483646 w 580"/>
              <a:gd name="T15" fmla="*/ 2147483646 h 609"/>
              <a:gd name="T16" fmla="*/ 0 w 580"/>
              <a:gd name="T17" fmla="*/ 2147483646 h 609"/>
              <a:gd name="T18" fmla="*/ 2147483646 w 580"/>
              <a:gd name="T19" fmla="*/ 2147483646 h 609"/>
              <a:gd name="T20" fmla="*/ 2147483646 w 580"/>
              <a:gd name="T21" fmla="*/ 2147483646 h 609"/>
              <a:gd name="T22" fmla="*/ 2147483646 w 580"/>
              <a:gd name="T23" fmla="*/ 2147483646 h 609"/>
              <a:gd name="T24" fmla="*/ 2147483646 w 580"/>
              <a:gd name="T25" fmla="*/ 2147483646 h 609"/>
              <a:gd name="T26" fmla="*/ 2147483646 w 580"/>
              <a:gd name="T27" fmla="*/ 2147483646 h 609"/>
              <a:gd name="T28" fmla="*/ 2147483646 w 580"/>
              <a:gd name="T29" fmla="*/ 2147483646 h 609"/>
              <a:gd name="T30" fmla="*/ 2147483646 w 580"/>
              <a:gd name="T31" fmla="*/ 2147483646 h 609"/>
              <a:gd name="T32" fmla="*/ 2147483646 w 580"/>
              <a:gd name="T33" fmla="*/ 2147483646 h 609"/>
              <a:gd name="T34" fmla="*/ 2147483646 w 580"/>
              <a:gd name="T35" fmla="*/ 2147483646 h 609"/>
              <a:gd name="T36" fmla="*/ 2147483646 w 580"/>
              <a:gd name="T37" fmla="*/ 2147483646 h 609"/>
              <a:gd name="T38" fmla="*/ 2147483646 w 580"/>
              <a:gd name="T39" fmla="*/ 2147483646 h 609"/>
              <a:gd name="T40" fmla="*/ 2147483646 w 580"/>
              <a:gd name="T41" fmla="*/ 2147483646 h 609"/>
              <a:gd name="T42" fmla="*/ 2147483646 w 580"/>
              <a:gd name="T43" fmla="*/ 2147483646 h 609"/>
              <a:gd name="T44" fmla="*/ 2147483646 w 580"/>
              <a:gd name="T45" fmla="*/ 2147483646 h 609"/>
              <a:gd name="T46" fmla="*/ 2147483646 w 580"/>
              <a:gd name="T47" fmla="*/ 2147483646 h 609"/>
              <a:gd name="T48" fmla="*/ 2147483646 w 580"/>
              <a:gd name="T49" fmla="*/ 2147483646 h 609"/>
              <a:gd name="T50" fmla="*/ 2147483646 w 580"/>
              <a:gd name="T51" fmla="*/ 2147483646 h 609"/>
              <a:gd name="T52" fmla="*/ 2147483646 w 580"/>
              <a:gd name="T53" fmla="*/ 2147483646 h 609"/>
              <a:gd name="T54" fmla="*/ 2147483646 w 580"/>
              <a:gd name="T55" fmla="*/ 2147483646 h 609"/>
              <a:gd name="T56" fmla="*/ 2147483646 w 580"/>
              <a:gd name="T57" fmla="*/ 2147483646 h 609"/>
              <a:gd name="T58" fmla="*/ 2147483646 w 580"/>
              <a:gd name="T59" fmla="*/ 2147483646 h 609"/>
              <a:gd name="T60" fmla="*/ 2147483646 w 580"/>
              <a:gd name="T61" fmla="*/ 2147483646 h 609"/>
              <a:gd name="T62" fmla="*/ 2147483646 w 580"/>
              <a:gd name="T63" fmla="*/ 2147483646 h 609"/>
              <a:gd name="T64" fmla="*/ 2147483646 w 580"/>
              <a:gd name="T65" fmla="*/ 2147483646 h 609"/>
              <a:gd name="T66" fmla="*/ 2147483646 w 580"/>
              <a:gd name="T67" fmla="*/ 2147483646 h 609"/>
              <a:gd name="T68" fmla="*/ 2147483646 w 580"/>
              <a:gd name="T69" fmla="*/ 2147483646 h 609"/>
              <a:gd name="T70" fmla="*/ 2147483646 w 580"/>
              <a:gd name="T71" fmla="*/ 2147483646 h 609"/>
              <a:gd name="T72" fmla="*/ 2147483646 w 580"/>
              <a:gd name="T73" fmla="*/ 2147483646 h 609"/>
              <a:gd name="T74" fmla="*/ 2147483646 w 580"/>
              <a:gd name="T75" fmla="*/ 2147483646 h 609"/>
              <a:gd name="T76" fmla="*/ 2147483646 w 580"/>
              <a:gd name="T77" fmla="*/ 2147483646 h 609"/>
              <a:gd name="T78" fmla="*/ 2147483646 w 580"/>
              <a:gd name="T79" fmla="*/ 2147483646 h 609"/>
              <a:gd name="T80" fmla="*/ 2147483646 w 580"/>
              <a:gd name="T81" fmla="*/ 2147483646 h 609"/>
              <a:gd name="T82" fmla="*/ 2147483646 w 580"/>
              <a:gd name="T83" fmla="*/ 2147483646 h 609"/>
              <a:gd name="T84" fmla="*/ 2147483646 w 580"/>
              <a:gd name="T85" fmla="*/ 2147483646 h 609"/>
              <a:gd name="T86" fmla="*/ 2147483646 w 580"/>
              <a:gd name="T87" fmla="*/ 2147483646 h 609"/>
              <a:gd name="T88" fmla="*/ 2147483646 w 580"/>
              <a:gd name="T89" fmla="*/ 2147483646 h 609"/>
              <a:gd name="T90" fmla="*/ 2147483646 w 580"/>
              <a:gd name="T91" fmla="*/ 2147483646 h 609"/>
              <a:gd name="T92" fmla="*/ 2147483646 w 580"/>
              <a:gd name="T93" fmla="*/ 2147483646 h 60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580" h="609">
                <a:moveTo>
                  <a:pt x="551" y="551"/>
                </a:moveTo>
                <a:lnTo>
                  <a:pt x="551" y="551"/>
                </a:lnTo>
                <a:cubicBezTo>
                  <a:pt x="438" y="551"/>
                  <a:pt x="438" y="551"/>
                  <a:pt x="438" y="551"/>
                </a:cubicBezTo>
                <a:cubicBezTo>
                  <a:pt x="417" y="551"/>
                  <a:pt x="410" y="537"/>
                  <a:pt x="410" y="523"/>
                </a:cubicBezTo>
                <a:cubicBezTo>
                  <a:pt x="410" y="502"/>
                  <a:pt x="417" y="495"/>
                  <a:pt x="438" y="495"/>
                </a:cubicBezTo>
                <a:cubicBezTo>
                  <a:pt x="551" y="495"/>
                  <a:pt x="551" y="495"/>
                  <a:pt x="551" y="495"/>
                </a:cubicBezTo>
                <a:cubicBezTo>
                  <a:pt x="565" y="495"/>
                  <a:pt x="579" y="502"/>
                  <a:pt x="579" y="523"/>
                </a:cubicBezTo>
                <a:cubicBezTo>
                  <a:pt x="579" y="537"/>
                  <a:pt x="565" y="551"/>
                  <a:pt x="551" y="551"/>
                </a:cubicBezTo>
                <a:close/>
                <a:moveTo>
                  <a:pt x="438" y="467"/>
                </a:moveTo>
                <a:lnTo>
                  <a:pt x="438" y="467"/>
                </a:lnTo>
                <a:cubicBezTo>
                  <a:pt x="403" y="467"/>
                  <a:pt x="381" y="488"/>
                  <a:pt x="381" y="523"/>
                </a:cubicBezTo>
                <a:cubicBezTo>
                  <a:pt x="381" y="551"/>
                  <a:pt x="403" y="580"/>
                  <a:pt x="438" y="580"/>
                </a:cubicBezTo>
                <a:cubicBezTo>
                  <a:pt x="445" y="580"/>
                  <a:pt x="445" y="580"/>
                  <a:pt x="445" y="580"/>
                </a:cubicBezTo>
                <a:cubicBezTo>
                  <a:pt x="551" y="580"/>
                  <a:pt x="551" y="580"/>
                  <a:pt x="551" y="580"/>
                </a:cubicBezTo>
                <a:cubicBezTo>
                  <a:pt x="551" y="594"/>
                  <a:pt x="537" y="608"/>
                  <a:pt x="523" y="608"/>
                </a:cubicBezTo>
                <a:cubicBezTo>
                  <a:pt x="28" y="608"/>
                  <a:pt x="28" y="608"/>
                  <a:pt x="28" y="608"/>
                </a:cubicBezTo>
                <a:cubicBezTo>
                  <a:pt x="14" y="608"/>
                  <a:pt x="0" y="594"/>
                  <a:pt x="0" y="580"/>
                </a:cubicBezTo>
                <a:cubicBezTo>
                  <a:pt x="0" y="85"/>
                  <a:pt x="0" y="85"/>
                  <a:pt x="0" y="85"/>
                </a:cubicBezTo>
                <a:cubicBezTo>
                  <a:pt x="0" y="71"/>
                  <a:pt x="14" y="56"/>
                  <a:pt x="28" y="56"/>
                </a:cubicBezTo>
                <a:cubicBezTo>
                  <a:pt x="77" y="56"/>
                  <a:pt x="77" y="56"/>
                  <a:pt x="77" y="56"/>
                </a:cubicBezTo>
                <a:cubicBezTo>
                  <a:pt x="77" y="85"/>
                  <a:pt x="77" y="85"/>
                  <a:pt x="77" y="85"/>
                </a:cubicBezTo>
                <a:cubicBezTo>
                  <a:pt x="77" y="120"/>
                  <a:pt x="106" y="141"/>
                  <a:pt x="134" y="141"/>
                </a:cubicBezTo>
                <a:cubicBezTo>
                  <a:pt x="162" y="141"/>
                  <a:pt x="190" y="120"/>
                  <a:pt x="190" y="85"/>
                </a:cubicBezTo>
                <a:cubicBezTo>
                  <a:pt x="190" y="56"/>
                  <a:pt x="190" y="56"/>
                  <a:pt x="190" y="56"/>
                </a:cubicBezTo>
                <a:cubicBezTo>
                  <a:pt x="219" y="56"/>
                  <a:pt x="219" y="56"/>
                  <a:pt x="219" y="56"/>
                </a:cubicBezTo>
                <a:cubicBezTo>
                  <a:pt x="219" y="85"/>
                  <a:pt x="219" y="85"/>
                  <a:pt x="219" y="85"/>
                </a:cubicBezTo>
                <a:cubicBezTo>
                  <a:pt x="219" y="120"/>
                  <a:pt x="247" y="141"/>
                  <a:pt x="275" y="141"/>
                </a:cubicBezTo>
                <a:cubicBezTo>
                  <a:pt x="304" y="141"/>
                  <a:pt x="332" y="120"/>
                  <a:pt x="332" y="85"/>
                </a:cubicBezTo>
                <a:cubicBezTo>
                  <a:pt x="332" y="56"/>
                  <a:pt x="332" y="56"/>
                  <a:pt x="332" y="56"/>
                </a:cubicBezTo>
                <a:cubicBezTo>
                  <a:pt x="360" y="56"/>
                  <a:pt x="360" y="56"/>
                  <a:pt x="360" y="56"/>
                </a:cubicBezTo>
                <a:cubicBezTo>
                  <a:pt x="360" y="85"/>
                  <a:pt x="360" y="85"/>
                  <a:pt x="360" y="85"/>
                </a:cubicBezTo>
                <a:cubicBezTo>
                  <a:pt x="360" y="120"/>
                  <a:pt x="388" y="141"/>
                  <a:pt x="417" y="141"/>
                </a:cubicBezTo>
                <a:cubicBezTo>
                  <a:pt x="445" y="141"/>
                  <a:pt x="473" y="120"/>
                  <a:pt x="473" y="85"/>
                </a:cubicBezTo>
                <a:cubicBezTo>
                  <a:pt x="473" y="56"/>
                  <a:pt x="473" y="56"/>
                  <a:pt x="473" y="56"/>
                </a:cubicBezTo>
                <a:cubicBezTo>
                  <a:pt x="523" y="56"/>
                  <a:pt x="523" y="56"/>
                  <a:pt x="523" y="56"/>
                </a:cubicBezTo>
                <a:cubicBezTo>
                  <a:pt x="537" y="56"/>
                  <a:pt x="551" y="71"/>
                  <a:pt x="551" y="85"/>
                </a:cubicBezTo>
                <a:cubicBezTo>
                  <a:pt x="551" y="467"/>
                  <a:pt x="551" y="467"/>
                  <a:pt x="551" y="467"/>
                </a:cubicBezTo>
                <a:cubicBezTo>
                  <a:pt x="523" y="467"/>
                  <a:pt x="523" y="467"/>
                  <a:pt x="523" y="467"/>
                </a:cubicBezTo>
                <a:lnTo>
                  <a:pt x="438" y="467"/>
                </a:lnTo>
                <a:close/>
                <a:moveTo>
                  <a:pt x="99" y="509"/>
                </a:moveTo>
                <a:lnTo>
                  <a:pt x="99" y="509"/>
                </a:lnTo>
                <a:cubicBezTo>
                  <a:pt x="282" y="509"/>
                  <a:pt x="282" y="509"/>
                  <a:pt x="282" y="509"/>
                </a:cubicBezTo>
                <a:cubicBezTo>
                  <a:pt x="297" y="509"/>
                  <a:pt x="304" y="502"/>
                  <a:pt x="304" y="488"/>
                </a:cubicBezTo>
                <a:cubicBezTo>
                  <a:pt x="304" y="474"/>
                  <a:pt x="297" y="467"/>
                  <a:pt x="282" y="467"/>
                </a:cubicBezTo>
                <a:cubicBezTo>
                  <a:pt x="99" y="467"/>
                  <a:pt x="99" y="467"/>
                  <a:pt x="99" y="467"/>
                </a:cubicBezTo>
                <a:cubicBezTo>
                  <a:pt x="84" y="467"/>
                  <a:pt x="77" y="474"/>
                  <a:pt x="77" y="488"/>
                </a:cubicBezTo>
                <a:cubicBezTo>
                  <a:pt x="77" y="502"/>
                  <a:pt x="84" y="509"/>
                  <a:pt x="99" y="509"/>
                </a:cubicBezTo>
                <a:close/>
                <a:moveTo>
                  <a:pt x="445" y="219"/>
                </a:moveTo>
                <a:lnTo>
                  <a:pt x="445" y="219"/>
                </a:lnTo>
                <a:cubicBezTo>
                  <a:pt x="106" y="219"/>
                  <a:pt x="106" y="219"/>
                  <a:pt x="106" y="219"/>
                </a:cubicBezTo>
                <a:cubicBezTo>
                  <a:pt x="92" y="219"/>
                  <a:pt x="77" y="233"/>
                  <a:pt x="77" y="247"/>
                </a:cubicBezTo>
                <a:cubicBezTo>
                  <a:pt x="77" y="262"/>
                  <a:pt x="92" y="276"/>
                  <a:pt x="106" y="276"/>
                </a:cubicBezTo>
                <a:cubicBezTo>
                  <a:pt x="445" y="276"/>
                  <a:pt x="445" y="276"/>
                  <a:pt x="445" y="276"/>
                </a:cubicBezTo>
                <a:cubicBezTo>
                  <a:pt x="459" y="276"/>
                  <a:pt x="473" y="262"/>
                  <a:pt x="473" y="247"/>
                </a:cubicBezTo>
                <a:cubicBezTo>
                  <a:pt x="473" y="233"/>
                  <a:pt x="459" y="219"/>
                  <a:pt x="445" y="219"/>
                </a:cubicBezTo>
                <a:close/>
                <a:moveTo>
                  <a:pt x="445" y="339"/>
                </a:moveTo>
                <a:lnTo>
                  <a:pt x="445" y="339"/>
                </a:lnTo>
                <a:cubicBezTo>
                  <a:pt x="275" y="339"/>
                  <a:pt x="275" y="339"/>
                  <a:pt x="275" y="339"/>
                </a:cubicBezTo>
                <a:cubicBezTo>
                  <a:pt x="226" y="339"/>
                  <a:pt x="226" y="339"/>
                  <a:pt x="226" y="339"/>
                </a:cubicBezTo>
                <a:cubicBezTo>
                  <a:pt x="219" y="339"/>
                  <a:pt x="219" y="339"/>
                  <a:pt x="219" y="339"/>
                </a:cubicBezTo>
                <a:cubicBezTo>
                  <a:pt x="106" y="339"/>
                  <a:pt x="106" y="339"/>
                  <a:pt x="106" y="339"/>
                </a:cubicBezTo>
                <a:cubicBezTo>
                  <a:pt x="92" y="339"/>
                  <a:pt x="77" y="353"/>
                  <a:pt x="77" y="367"/>
                </a:cubicBezTo>
                <a:cubicBezTo>
                  <a:pt x="77" y="389"/>
                  <a:pt x="92" y="396"/>
                  <a:pt x="106" y="396"/>
                </a:cubicBezTo>
                <a:cubicBezTo>
                  <a:pt x="219" y="396"/>
                  <a:pt x="219" y="396"/>
                  <a:pt x="219" y="396"/>
                </a:cubicBezTo>
                <a:cubicBezTo>
                  <a:pt x="226" y="396"/>
                  <a:pt x="226" y="396"/>
                  <a:pt x="226" y="396"/>
                </a:cubicBezTo>
                <a:cubicBezTo>
                  <a:pt x="275" y="396"/>
                  <a:pt x="275" y="396"/>
                  <a:pt x="275" y="396"/>
                </a:cubicBezTo>
                <a:cubicBezTo>
                  <a:pt x="445" y="396"/>
                  <a:pt x="445" y="396"/>
                  <a:pt x="445" y="396"/>
                </a:cubicBezTo>
                <a:cubicBezTo>
                  <a:pt x="459" y="396"/>
                  <a:pt x="473" y="389"/>
                  <a:pt x="473" y="367"/>
                </a:cubicBezTo>
                <a:cubicBezTo>
                  <a:pt x="473" y="353"/>
                  <a:pt x="459" y="339"/>
                  <a:pt x="445" y="339"/>
                </a:cubicBezTo>
                <a:close/>
                <a:moveTo>
                  <a:pt x="417" y="113"/>
                </a:moveTo>
                <a:lnTo>
                  <a:pt x="417" y="113"/>
                </a:lnTo>
                <a:cubicBezTo>
                  <a:pt x="403" y="113"/>
                  <a:pt x="388" y="106"/>
                  <a:pt x="388" y="85"/>
                </a:cubicBezTo>
                <a:cubicBezTo>
                  <a:pt x="388" y="28"/>
                  <a:pt x="388" y="28"/>
                  <a:pt x="388" y="28"/>
                </a:cubicBezTo>
                <a:cubicBezTo>
                  <a:pt x="388" y="14"/>
                  <a:pt x="403" y="0"/>
                  <a:pt x="417" y="0"/>
                </a:cubicBezTo>
                <a:cubicBezTo>
                  <a:pt x="431" y="0"/>
                  <a:pt x="445" y="14"/>
                  <a:pt x="445" y="28"/>
                </a:cubicBezTo>
                <a:cubicBezTo>
                  <a:pt x="445" y="85"/>
                  <a:pt x="445" y="85"/>
                  <a:pt x="445" y="85"/>
                </a:cubicBezTo>
                <a:cubicBezTo>
                  <a:pt x="445" y="106"/>
                  <a:pt x="431" y="113"/>
                  <a:pt x="417" y="113"/>
                </a:cubicBezTo>
                <a:close/>
                <a:moveTo>
                  <a:pt x="275" y="113"/>
                </a:moveTo>
                <a:lnTo>
                  <a:pt x="275" y="113"/>
                </a:lnTo>
                <a:cubicBezTo>
                  <a:pt x="261" y="113"/>
                  <a:pt x="247" y="106"/>
                  <a:pt x="247" y="85"/>
                </a:cubicBezTo>
                <a:cubicBezTo>
                  <a:pt x="247" y="28"/>
                  <a:pt x="247" y="28"/>
                  <a:pt x="247" y="28"/>
                </a:cubicBezTo>
                <a:cubicBezTo>
                  <a:pt x="247" y="14"/>
                  <a:pt x="261" y="0"/>
                  <a:pt x="275" y="0"/>
                </a:cubicBezTo>
                <a:cubicBezTo>
                  <a:pt x="289" y="0"/>
                  <a:pt x="304" y="14"/>
                  <a:pt x="304" y="28"/>
                </a:cubicBezTo>
                <a:cubicBezTo>
                  <a:pt x="304" y="85"/>
                  <a:pt x="304" y="85"/>
                  <a:pt x="304" y="85"/>
                </a:cubicBezTo>
                <a:cubicBezTo>
                  <a:pt x="304" y="106"/>
                  <a:pt x="289" y="113"/>
                  <a:pt x="275" y="113"/>
                </a:cubicBezTo>
                <a:close/>
                <a:moveTo>
                  <a:pt x="134" y="113"/>
                </a:moveTo>
                <a:lnTo>
                  <a:pt x="134" y="113"/>
                </a:lnTo>
                <a:cubicBezTo>
                  <a:pt x="120" y="113"/>
                  <a:pt x="106" y="106"/>
                  <a:pt x="106" y="85"/>
                </a:cubicBezTo>
                <a:cubicBezTo>
                  <a:pt x="106" y="28"/>
                  <a:pt x="106" y="28"/>
                  <a:pt x="106" y="28"/>
                </a:cubicBezTo>
                <a:cubicBezTo>
                  <a:pt x="106" y="14"/>
                  <a:pt x="120" y="0"/>
                  <a:pt x="134" y="0"/>
                </a:cubicBezTo>
                <a:cubicBezTo>
                  <a:pt x="148" y="0"/>
                  <a:pt x="162" y="14"/>
                  <a:pt x="162" y="28"/>
                </a:cubicBezTo>
                <a:cubicBezTo>
                  <a:pt x="162" y="85"/>
                  <a:pt x="162" y="85"/>
                  <a:pt x="162" y="85"/>
                </a:cubicBezTo>
                <a:cubicBezTo>
                  <a:pt x="162" y="106"/>
                  <a:pt x="148" y="113"/>
                  <a:pt x="134" y="11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43" name="Freeform 57">
            <a:extLst>
              <a:ext uri="{FF2B5EF4-FFF2-40B4-BE49-F238E27FC236}">
                <a16:creationId xmlns:a16="http://schemas.microsoft.com/office/drawing/2014/main" id="{D6141EB0-C31A-FADE-31A4-1DDFCF86923F}"/>
              </a:ext>
            </a:extLst>
          </p:cNvPr>
          <p:cNvSpPr>
            <a:spLocks noChangeArrowheads="1"/>
          </p:cNvSpPr>
          <p:nvPr/>
        </p:nvSpPr>
        <p:spPr bwMode="auto">
          <a:xfrm>
            <a:off x="3397013" y="1343988"/>
            <a:ext cx="521572" cy="553668"/>
          </a:xfrm>
          <a:custGeom>
            <a:avLst/>
            <a:gdLst>
              <a:gd name="T0" fmla="*/ 2147483646 w 573"/>
              <a:gd name="T1" fmla="*/ 2147483646 h 609"/>
              <a:gd name="T2" fmla="*/ 2147483646 w 573"/>
              <a:gd name="T3" fmla="*/ 2147483646 h 609"/>
              <a:gd name="T4" fmla="*/ 2147483646 w 573"/>
              <a:gd name="T5" fmla="*/ 2147483646 h 609"/>
              <a:gd name="T6" fmla="*/ 2147483646 w 573"/>
              <a:gd name="T7" fmla="*/ 2147483646 h 609"/>
              <a:gd name="T8" fmla="*/ 2147483646 w 573"/>
              <a:gd name="T9" fmla="*/ 2147483646 h 609"/>
              <a:gd name="T10" fmla="*/ 2147483646 w 573"/>
              <a:gd name="T11" fmla="*/ 2147483646 h 609"/>
              <a:gd name="T12" fmla="*/ 2147483646 w 573"/>
              <a:gd name="T13" fmla="*/ 2147483646 h 609"/>
              <a:gd name="T14" fmla="*/ 2147483646 w 573"/>
              <a:gd name="T15" fmla="*/ 2147483646 h 609"/>
              <a:gd name="T16" fmla="*/ 2147483646 w 573"/>
              <a:gd name="T17" fmla="*/ 2147483646 h 609"/>
              <a:gd name="T18" fmla="*/ 2147483646 w 573"/>
              <a:gd name="T19" fmla="*/ 2147483646 h 609"/>
              <a:gd name="T20" fmla="*/ 2147483646 w 573"/>
              <a:gd name="T21" fmla="*/ 2147483646 h 609"/>
              <a:gd name="T22" fmla="*/ 2147483646 w 573"/>
              <a:gd name="T23" fmla="*/ 2147483646 h 609"/>
              <a:gd name="T24" fmla="*/ 0 w 573"/>
              <a:gd name="T25" fmla="*/ 2147483646 h 609"/>
              <a:gd name="T26" fmla="*/ 2147483646 w 573"/>
              <a:gd name="T27" fmla="*/ 2147483646 h 609"/>
              <a:gd name="T28" fmla="*/ 2147483646 w 573"/>
              <a:gd name="T29" fmla="*/ 2147483646 h 609"/>
              <a:gd name="T30" fmla="*/ 2147483646 w 573"/>
              <a:gd name="T31" fmla="*/ 2147483646 h 609"/>
              <a:gd name="T32" fmla="*/ 2147483646 w 573"/>
              <a:gd name="T33" fmla="*/ 2147483646 h 609"/>
              <a:gd name="T34" fmla="*/ 2147483646 w 573"/>
              <a:gd name="T35" fmla="*/ 2147483646 h 609"/>
              <a:gd name="T36" fmla="*/ 2147483646 w 573"/>
              <a:gd name="T37" fmla="*/ 2147483646 h 609"/>
              <a:gd name="T38" fmla="*/ 2147483646 w 573"/>
              <a:gd name="T39" fmla="*/ 2147483646 h 609"/>
              <a:gd name="T40" fmla="*/ 2147483646 w 573"/>
              <a:gd name="T41" fmla="*/ 2147483646 h 609"/>
              <a:gd name="T42" fmla="*/ 2147483646 w 573"/>
              <a:gd name="T43" fmla="*/ 2147483646 h 609"/>
              <a:gd name="T44" fmla="*/ 2147483646 w 573"/>
              <a:gd name="T45" fmla="*/ 2147483646 h 609"/>
              <a:gd name="T46" fmla="*/ 2147483646 w 573"/>
              <a:gd name="T47" fmla="*/ 2147483646 h 609"/>
              <a:gd name="T48" fmla="*/ 2147483646 w 573"/>
              <a:gd name="T49" fmla="*/ 2147483646 h 609"/>
              <a:gd name="T50" fmla="*/ 2147483646 w 573"/>
              <a:gd name="T51" fmla="*/ 2147483646 h 609"/>
              <a:gd name="T52" fmla="*/ 2147483646 w 573"/>
              <a:gd name="T53" fmla="*/ 2147483646 h 609"/>
              <a:gd name="T54" fmla="*/ 2147483646 w 573"/>
              <a:gd name="T55" fmla="*/ 2147483646 h 609"/>
              <a:gd name="T56" fmla="*/ 2147483646 w 573"/>
              <a:gd name="T57" fmla="*/ 2147483646 h 609"/>
              <a:gd name="T58" fmla="*/ 2147483646 w 573"/>
              <a:gd name="T59" fmla="*/ 2147483646 h 609"/>
              <a:gd name="T60" fmla="*/ 2147483646 w 573"/>
              <a:gd name="T61" fmla="*/ 2147483646 h 609"/>
              <a:gd name="T62" fmla="*/ 2147483646 w 573"/>
              <a:gd name="T63" fmla="*/ 2147483646 h 609"/>
              <a:gd name="T64" fmla="*/ 2147483646 w 573"/>
              <a:gd name="T65" fmla="*/ 2147483646 h 609"/>
              <a:gd name="T66" fmla="*/ 2147483646 w 573"/>
              <a:gd name="T67" fmla="*/ 2147483646 h 609"/>
              <a:gd name="T68" fmla="*/ 2147483646 w 573"/>
              <a:gd name="T69" fmla="*/ 2147483646 h 609"/>
              <a:gd name="T70" fmla="*/ 2147483646 w 573"/>
              <a:gd name="T71" fmla="*/ 2147483646 h 609"/>
              <a:gd name="T72" fmla="*/ 2147483646 w 573"/>
              <a:gd name="T73" fmla="*/ 2147483646 h 609"/>
              <a:gd name="T74" fmla="*/ 2147483646 w 573"/>
              <a:gd name="T75" fmla="*/ 2147483646 h 609"/>
              <a:gd name="T76" fmla="*/ 2147483646 w 573"/>
              <a:gd name="T77" fmla="*/ 2147483646 h 609"/>
              <a:gd name="T78" fmla="*/ 2147483646 w 573"/>
              <a:gd name="T79" fmla="*/ 2147483646 h 609"/>
              <a:gd name="T80" fmla="*/ 2147483646 w 573"/>
              <a:gd name="T81" fmla="*/ 2147483646 h 609"/>
              <a:gd name="T82" fmla="*/ 2147483646 w 573"/>
              <a:gd name="T83" fmla="*/ 2147483646 h 609"/>
              <a:gd name="T84" fmla="*/ 2147483646 w 573"/>
              <a:gd name="T85" fmla="*/ 2147483646 h 609"/>
              <a:gd name="T86" fmla="*/ 2147483646 w 573"/>
              <a:gd name="T87" fmla="*/ 0 h 609"/>
              <a:gd name="T88" fmla="*/ 2147483646 w 573"/>
              <a:gd name="T89" fmla="*/ 2147483646 h 609"/>
              <a:gd name="T90" fmla="*/ 2147483646 w 573"/>
              <a:gd name="T91" fmla="*/ 2147483646 h 609"/>
              <a:gd name="T92" fmla="*/ 2147483646 w 573"/>
              <a:gd name="T93" fmla="*/ 2147483646 h 609"/>
              <a:gd name="T94" fmla="*/ 2147483646 w 573"/>
              <a:gd name="T95" fmla="*/ 0 h 609"/>
              <a:gd name="T96" fmla="*/ 2147483646 w 573"/>
              <a:gd name="T97" fmla="*/ 2147483646 h 609"/>
              <a:gd name="T98" fmla="*/ 2147483646 w 573"/>
              <a:gd name="T99" fmla="*/ 2147483646 h 609"/>
              <a:gd name="T100" fmla="*/ 2147483646 w 573"/>
              <a:gd name="T101" fmla="*/ 2147483646 h 609"/>
              <a:gd name="T102" fmla="*/ 2147483646 w 573"/>
              <a:gd name="T103" fmla="*/ 0 h 609"/>
              <a:gd name="T104" fmla="*/ 2147483646 w 573"/>
              <a:gd name="T105" fmla="*/ 2147483646 h 60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73" h="609">
                <a:moveTo>
                  <a:pt x="544" y="551"/>
                </a:moveTo>
                <a:lnTo>
                  <a:pt x="544" y="551"/>
                </a:lnTo>
                <a:cubicBezTo>
                  <a:pt x="515" y="551"/>
                  <a:pt x="515" y="551"/>
                  <a:pt x="515" y="551"/>
                </a:cubicBezTo>
                <a:cubicBezTo>
                  <a:pt x="515" y="580"/>
                  <a:pt x="515" y="580"/>
                  <a:pt x="515" y="580"/>
                </a:cubicBezTo>
                <a:cubicBezTo>
                  <a:pt x="515" y="594"/>
                  <a:pt x="508" y="608"/>
                  <a:pt x="487" y="608"/>
                </a:cubicBezTo>
                <a:cubicBezTo>
                  <a:pt x="473" y="608"/>
                  <a:pt x="459" y="594"/>
                  <a:pt x="459" y="580"/>
                </a:cubicBezTo>
                <a:cubicBezTo>
                  <a:pt x="459" y="551"/>
                  <a:pt x="459" y="551"/>
                  <a:pt x="459" y="551"/>
                </a:cubicBezTo>
                <a:cubicBezTo>
                  <a:pt x="431" y="551"/>
                  <a:pt x="431" y="551"/>
                  <a:pt x="431" y="551"/>
                </a:cubicBezTo>
                <a:cubicBezTo>
                  <a:pt x="417" y="551"/>
                  <a:pt x="402" y="537"/>
                  <a:pt x="402" y="523"/>
                </a:cubicBezTo>
                <a:cubicBezTo>
                  <a:pt x="402" y="502"/>
                  <a:pt x="417" y="495"/>
                  <a:pt x="431" y="495"/>
                </a:cubicBezTo>
                <a:cubicBezTo>
                  <a:pt x="459" y="495"/>
                  <a:pt x="459" y="495"/>
                  <a:pt x="459" y="495"/>
                </a:cubicBezTo>
                <a:cubicBezTo>
                  <a:pt x="459" y="467"/>
                  <a:pt x="459" y="467"/>
                  <a:pt x="459" y="467"/>
                </a:cubicBezTo>
                <a:cubicBezTo>
                  <a:pt x="459" y="445"/>
                  <a:pt x="473" y="438"/>
                  <a:pt x="487" y="438"/>
                </a:cubicBezTo>
                <a:cubicBezTo>
                  <a:pt x="508" y="438"/>
                  <a:pt x="515" y="445"/>
                  <a:pt x="515" y="467"/>
                </a:cubicBezTo>
                <a:cubicBezTo>
                  <a:pt x="515" y="495"/>
                  <a:pt x="515" y="495"/>
                  <a:pt x="515" y="495"/>
                </a:cubicBezTo>
                <a:cubicBezTo>
                  <a:pt x="544" y="495"/>
                  <a:pt x="544" y="495"/>
                  <a:pt x="544" y="495"/>
                </a:cubicBezTo>
                <a:cubicBezTo>
                  <a:pt x="565" y="495"/>
                  <a:pt x="572" y="502"/>
                  <a:pt x="572" y="523"/>
                </a:cubicBezTo>
                <a:cubicBezTo>
                  <a:pt x="572" y="537"/>
                  <a:pt x="565" y="551"/>
                  <a:pt x="544" y="551"/>
                </a:cubicBezTo>
                <a:close/>
                <a:moveTo>
                  <a:pt x="487" y="410"/>
                </a:moveTo>
                <a:lnTo>
                  <a:pt x="487" y="410"/>
                </a:lnTo>
                <a:cubicBezTo>
                  <a:pt x="459" y="410"/>
                  <a:pt x="431" y="431"/>
                  <a:pt x="431" y="467"/>
                </a:cubicBezTo>
                <a:cubicBezTo>
                  <a:pt x="402" y="467"/>
                  <a:pt x="374" y="488"/>
                  <a:pt x="374" y="523"/>
                </a:cubicBezTo>
                <a:cubicBezTo>
                  <a:pt x="374" y="551"/>
                  <a:pt x="402" y="580"/>
                  <a:pt x="431" y="580"/>
                </a:cubicBezTo>
                <a:cubicBezTo>
                  <a:pt x="431" y="608"/>
                  <a:pt x="431" y="608"/>
                  <a:pt x="431" y="608"/>
                </a:cubicBezTo>
                <a:cubicBezTo>
                  <a:pt x="28" y="608"/>
                  <a:pt x="28" y="608"/>
                  <a:pt x="28" y="608"/>
                </a:cubicBezTo>
                <a:cubicBezTo>
                  <a:pt x="14" y="608"/>
                  <a:pt x="0" y="594"/>
                  <a:pt x="0" y="580"/>
                </a:cubicBezTo>
                <a:cubicBezTo>
                  <a:pt x="0" y="85"/>
                  <a:pt x="0" y="85"/>
                  <a:pt x="0" y="85"/>
                </a:cubicBezTo>
                <a:cubicBezTo>
                  <a:pt x="0" y="71"/>
                  <a:pt x="14" y="56"/>
                  <a:pt x="28" y="56"/>
                </a:cubicBezTo>
                <a:cubicBezTo>
                  <a:pt x="77" y="56"/>
                  <a:pt x="77" y="56"/>
                  <a:pt x="77" y="56"/>
                </a:cubicBezTo>
                <a:cubicBezTo>
                  <a:pt x="77" y="85"/>
                  <a:pt x="77" y="85"/>
                  <a:pt x="77" y="85"/>
                </a:cubicBezTo>
                <a:cubicBezTo>
                  <a:pt x="77" y="120"/>
                  <a:pt x="99" y="141"/>
                  <a:pt x="134" y="141"/>
                </a:cubicBezTo>
                <a:cubicBezTo>
                  <a:pt x="162" y="141"/>
                  <a:pt x="190" y="120"/>
                  <a:pt x="190" y="85"/>
                </a:cubicBezTo>
                <a:cubicBezTo>
                  <a:pt x="190" y="56"/>
                  <a:pt x="190" y="56"/>
                  <a:pt x="190" y="56"/>
                </a:cubicBezTo>
                <a:cubicBezTo>
                  <a:pt x="219" y="56"/>
                  <a:pt x="219" y="56"/>
                  <a:pt x="219" y="56"/>
                </a:cubicBezTo>
                <a:cubicBezTo>
                  <a:pt x="219" y="85"/>
                  <a:pt x="219" y="85"/>
                  <a:pt x="219" y="85"/>
                </a:cubicBezTo>
                <a:cubicBezTo>
                  <a:pt x="219" y="120"/>
                  <a:pt x="240" y="141"/>
                  <a:pt x="275" y="141"/>
                </a:cubicBezTo>
                <a:cubicBezTo>
                  <a:pt x="304" y="141"/>
                  <a:pt x="332" y="120"/>
                  <a:pt x="332" y="85"/>
                </a:cubicBezTo>
                <a:cubicBezTo>
                  <a:pt x="332" y="56"/>
                  <a:pt x="332" y="56"/>
                  <a:pt x="332" y="56"/>
                </a:cubicBezTo>
                <a:cubicBezTo>
                  <a:pt x="360" y="56"/>
                  <a:pt x="360" y="56"/>
                  <a:pt x="360" y="56"/>
                </a:cubicBezTo>
                <a:cubicBezTo>
                  <a:pt x="360" y="85"/>
                  <a:pt x="360" y="85"/>
                  <a:pt x="360" y="85"/>
                </a:cubicBezTo>
                <a:cubicBezTo>
                  <a:pt x="360" y="120"/>
                  <a:pt x="381" y="141"/>
                  <a:pt x="417" y="141"/>
                </a:cubicBezTo>
                <a:cubicBezTo>
                  <a:pt x="445" y="141"/>
                  <a:pt x="473" y="120"/>
                  <a:pt x="473" y="85"/>
                </a:cubicBezTo>
                <a:cubicBezTo>
                  <a:pt x="473" y="56"/>
                  <a:pt x="473" y="56"/>
                  <a:pt x="473" y="56"/>
                </a:cubicBezTo>
                <a:cubicBezTo>
                  <a:pt x="515" y="56"/>
                  <a:pt x="515" y="56"/>
                  <a:pt x="515" y="56"/>
                </a:cubicBezTo>
                <a:cubicBezTo>
                  <a:pt x="537" y="56"/>
                  <a:pt x="544" y="71"/>
                  <a:pt x="544" y="85"/>
                </a:cubicBezTo>
                <a:cubicBezTo>
                  <a:pt x="544" y="467"/>
                  <a:pt x="544" y="467"/>
                  <a:pt x="544" y="467"/>
                </a:cubicBezTo>
                <a:cubicBezTo>
                  <a:pt x="544" y="431"/>
                  <a:pt x="523" y="410"/>
                  <a:pt x="487" y="410"/>
                </a:cubicBezTo>
                <a:close/>
                <a:moveTo>
                  <a:pt x="77" y="488"/>
                </a:moveTo>
                <a:lnTo>
                  <a:pt x="77" y="488"/>
                </a:lnTo>
                <a:cubicBezTo>
                  <a:pt x="77" y="502"/>
                  <a:pt x="84" y="509"/>
                  <a:pt x="99" y="509"/>
                </a:cubicBezTo>
                <a:cubicBezTo>
                  <a:pt x="275" y="509"/>
                  <a:pt x="275" y="509"/>
                  <a:pt x="275" y="509"/>
                </a:cubicBezTo>
                <a:cubicBezTo>
                  <a:pt x="289" y="509"/>
                  <a:pt x="304" y="502"/>
                  <a:pt x="304" y="488"/>
                </a:cubicBezTo>
                <a:cubicBezTo>
                  <a:pt x="304" y="474"/>
                  <a:pt x="289" y="467"/>
                  <a:pt x="275" y="467"/>
                </a:cubicBezTo>
                <a:cubicBezTo>
                  <a:pt x="99" y="467"/>
                  <a:pt x="99" y="467"/>
                  <a:pt x="99" y="467"/>
                </a:cubicBezTo>
                <a:cubicBezTo>
                  <a:pt x="84" y="467"/>
                  <a:pt x="77" y="474"/>
                  <a:pt x="77" y="488"/>
                </a:cubicBezTo>
                <a:close/>
                <a:moveTo>
                  <a:pt x="106" y="396"/>
                </a:moveTo>
                <a:lnTo>
                  <a:pt x="106" y="396"/>
                </a:lnTo>
                <a:cubicBezTo>
                  <a:pt x="226" y="396"/>
                  <a:pt x="226" y="396"/>
                  <a:pt x="226" y="396"/>
                </a:cubicBezTo>
                <a:cubicBezTo>
                  <a:pt x="275" y="396"/>
                  <a:pt x="275" y="396"/>
                  <a:pt x="275" y="396"/>
                </a:cubicBezTo>
                <a:cubicBezTo>
                  <a:pt x="282" y="396"/>
                  <a:pt x="282" y="396"/>
                  <a:pt x="282" y="396"/>
                </a:cubicBezTo>
                <a:cubicBezTo>
                  <a:pt x="318" y="396"/>
                  <a:pt x="318" y="396"/>
                  <a:pt x="318" y="396"/>
                </a:cubicBezTo>
                <a:cubicBezTo>
                  <a:pt x="346" y="396"/>
                  <a:pt x="346" y="396"/>
                  <a:pt x="346" y="396"/>
                </a:cubicBezTo>
                <a:cubicBezTo>
                  <a:pt x="367" y="396"/>
                  <a:pt x="374" y="389"/>
                  <a:pt x="374" y="367"/>
                </a:cubicBezTo>
                <a:cubicBezTo>
                  <a:pt x="374" y="353"/>
                  <a:pt x="367" y="339"/>
                  <a:pt x="346" y="339"/>
                </a:cubicBezTo>
                <a:cubicBezTo>
                  <a:pt x="282" y="339"/>
                  <a:pt x="282" y="339"/>
                  <a:pt x="282" y="339"/>
                </a:cubicBezTo>
                <a:cubicBezTo>
                  <a:pt x="275" y="339"/>
                  <a:pt x="275" y="339"/>
                  <a:pt x="275" y="339"/>
                </a:cubicBezTo>
                <a:cubicBezTo>
                  <a:pt x="226" y="339"/>
                  <a:pt x="226" y="339"/>
                  <a:pt x="226" y="339"/>
                </a:cubicBezTo>
                <a:cubicBezTo>
                  <a:pt x="106" y="339"/>
                  <a:pt x="106" y="339"/>
                  <a:pt x="106" y="339"/>
                </a:cubicBezTo>
                <a:cubicBezTo>
                  <a:pt x="84" y="339"/>
                  <a:pt x="77" y="353"/>
                  <a:pt x="77" y="367"/>
                </a:cubicBezTo>
                <a:cubicBezTo>
                  <a:pt x="77" y="389"/>
                  <a:pt x="84" y="396"/>
                  <a:pt x="106" y="396"/>
                </a:cubicBezTo>
                <a:close/>
                <a:moveTo>
                  <a:pt x="445" y="219"/>
                </a:moveTo>
                <a:lnTo>
                  <a:pt x="445" y="219"/>
                </a:lnTo>
                <a:cubicBezTo>
                  <a:pt x="106" y="219"/>
                  <a:pt x="106" y="219"/>
                  <a:pt x="106" y="219"/>
                </a:cubicBezTo>
                <a:cubicBezTo>
                  <a:pt x="84" y="219"/>
                  <a:pt x="77" y="233"/>
                  <a:pt x="77" y="247"/>
                </a:cubicBezTo>
                <a:cubicBezTo>
                  <a:pt x="77" y="262"/>
                  <a:pt x="84" y="276"/>
                  <a:pt x="106" y="276"/>
                </a:cubicBezTo>
                <a:cubicBezTo>
                  <a:pt x="445" y="276"/>
                  <a:pt x="445" y="276"/>
                  <a:pt x="445" y="276"/>
                </a:cubicBezTo>
                <a:cubicBezTo>
                  <a:pt x="459" y="276"/>
                  <a:pt x="473" y="262"/>
                  <a:pt x="473" y="247"/>
                </a:cubicBezTo>
                <a:cubicBezTo>
                  <a:pt x="473" y="233"/>
                  <a:pt x="459" y="219"/>
                  <a:pt x="445" y="219"/>
                </a:cubicBezTo>
                <a:close/>
                <a:moveTo>
                  <a:pt x="417" y="113"/>
                </a:moveTo>
                <a:lnTo>
                  <a:pt x="417" y="113"/>
                </a:lnTo>
                <a:cubicBezTo>
                  <a:pt x="395" y="113"/>
                  <a:pt x="388" y="106"/>
                  <a:pt x="388" y="85"/>
                </a:cubicBezTo>
                <a:cubicBezTo>
                  <a:pt x="388" y="28"/>
                  <a:pt x="388" y="28"/>
                  <a:pt x="388" y="28"/>
                </a:cubicBezTo>
                <a:cubicBezTo>
                  <a:pt x="388" y="14"/>
                  <a:pt x="395" y="0"/>
                  <a:pt x="417" y="0"/>
                </a:cubicBezTo>
                <a:cubicBezTo>
                  <a:pt x="431" y="0"/>
                  <a:pt x="445" y="14"/>
                  <a:pt x="445" y="28"/>
                </a:cubicBezTo>
                <a:cubicBezTo>
                  <a:pt x="445" y="85"/>
                  <a:pt x="445" y="85"/>
                  <a:pt x="445" y="85"/>
                </a:cubicBezTo>
                <a:cubicBezTo>
                  <a:pt x="445" y="106"/>
                  <a:pt x="431" y="113"/>
                  <a:pt x="417" y="113"/>
                </a:cubicBezTo>
                <a:close/>
                <a:moveTo>
                  <a:pt x="275" y="113"/>
                </a:moveTo>
                <a:lnTo>
                  <a:pt x="275" y="113"/>
                </a:lnTo>
                <a:cubicBezTo>
                  <a:pt x="254" y="113"/>
                  <a:pt x="247" y="106"/>
                  <a:pt x="247" y="85"/>
                </a:cubicBezTo>
                <a:cubicBezTo>
                  <a:pt x="247" y="28"/>
                  <a:pt x="247" y="28"/>
                  <a:pt x="247" y="28"/>
                </a:cubicBezTo>
                <a:cubicBezTo>
                  <a:pt x="247" y="14"/>
                  <a:pt x="254" y="0"/>
                  <a:pt x="275" y="0"/>
                </a:cubicBezTo>
                <a:cubicBezTo>
                  <a:pt x="289" y="0"/>
                  <a:pt x="304" y="14"/>
                  <a:pt x="304" y="28"/>
                </a:cubicBezTo>
                <a:cubicBezTo>
                  <a:pt x="304" y="85"/>
                  <a:pt x="304" y="85"/>
                  <a:pt x="304" y="85"/>
                </a:cubicBezTo>
                <a:cubicBezTo>
                  <a:pt x="304" y="106"/>
                  <a:pt x="289" y="113"/>
                  <a:pt x="275" y="113"/>
                </a:cubicBezTo>
                <a:close/>
                <a:moveTo>
                  <a:pt x="134" y="113"/>
                </a:moveTo>
                <a:lnTo>
                  <a:pt x="134" y="113"/>
                </a:lnTo>
                <a:cubicBezTo>
                  <a:pt x="113" y="113"/>
                  <a:pt x="106" y="106"/>
                  <a:pt x="106" y="85"/>
                </a:cubicBezTo>
                <a:cubicBezTo>
                  <a:pt x="106" y="28"/>
                  <a:pt x="106" y="28"/>
                  <a:pt x="106" y="28"/>
                </a:cubicBezTo>
                <a:cubicBezTo>
                  <a:pt x="106" y="14"/>
                  <a:pt x="113" y="0"/>
                  <a:pt x="134" y="0"/>
                </a:cubicBezTo>
                <a:cubicBezTo>
                  <a:pt x="148" y="0"/>
                  <a:pt x="162" y="14"/>
                  <a:pt x="162" y="28"/>
                </a:cubicBezTo>
                <a:cubicBezTo>
                  <a:pt x="162" y="85"/>
                  <a:pt x="162" y="85"/>
                  <a:pt x="162" y="85"/>
                </a:cubicBezTo>
                <a:cubicBezTo>
                  <a:pt x="162" y="106"/>
                  <a:pt x="148" y="113"/>
                  <a:pt x="134" y="11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44" name="Freeform 58">
            <a:extLst>
              <a:ext uri="{FF2B5EF4-FFF2-40B4-BE49-F238E27FC236}">
                <a16:creationId xmlns:a16="http://schemas.microsoft.com/office/drawing/2014/main" id="{6A33F340-0B58-2F7D-9A6B-FB64895BA28B}"/>
              </a:ext>
            </a:extLst>
          </p:cNvPr>
          <p:cNvSpPr>
            <a:spLocks noChangeArrowheads="1"/>
          </p:cNvSpPr>
          <p:nvPr/>
        </p:nvSpPr>
        <p:spPr bwMode="auto">
          <a:xfrm>
            <a:off x="2442136" y="1339977"/>
            <a:ext cx="521572" cy="549655"/>
          </a:xfrm>
          <a:custGeom>
            <a:avLst/>
            <a:gdLst>
              <a:gd name="T0" fmla="*/ 2147483646 w 573"/>
              <a:gd name="T1" fmla="*/ 2147483646 h 602"/>
              <a:gd name="T2" fmla="*/ 2147483646 w 573"/>
              <a:gd name="T3" fmla="*/ 2147483646 h 602"/>
              <a:gd name="T4" fmla="*/ 2147483646 w 573"/>
              <a:gd name="T5" fmla="*/ 2147483646 h 602"/>
              <a:gd name="T6" fmla="*/ 2147483646 w 573"/>
              <a:gd name="T7" fmla="*/ 2147483646 h 602"/>
              <a:gd name="T8" fmla="*/ 2147483646 w 573"/>
              <a:gd name="T9" fmla="*/ 2147483646 h 602"/>
              <a:gd name="T10" fmla="*/ 2147483646 w 573"/>
              <a:gd name="T11" fmla="*/ 2147483646 h 602"/>
              <a:gd name="T12" fmla="*/ 2147483646 w 573"/>
              <a:gd name="T13" fmla="*/ 2147483646 h 602"/>
              <a:gd name="T14" fmla="*/ 2147483646 w 573"/>
              <a:gd name="T15" fmla="*/ 2147483646 h 602"/>
              <a:gd name="T16" fmla="*/ 2147483646 w 573"/>
              <a:gd name="T17" fmla="*/ 2147483646 h 602"/>
              <a:gd name="T18" fmla="*/ 2147483646 w 573"/>
              <a:gd name="T19" fmla="*/ 2147483646 h 602"/>
              <a:gd name="T20" fmla="*/ 2147483646 w 573"/>
              <a:gd name="T21" fmla="*/ 2147483646 h 602"/>
              <a:gd name="T22" fmla="*/ 2147483646 w 573"/>
              <a:gd name="T23" fmla="*/ 2147483646 h 602"/>
              <a:gd name="T24" fmla="*/ 2147483646 w 573"/>
              <a:gd name="T25" fmla="*/ 2147483646 h 602"/>
              <a:gd name="T26" fmla="*/ 2147483646 w 573"/>
              <a:gd name="T27" fmla="*/ 2147483646 h 602"/>
              <a:gd name="T28" fmla="*/ 2147483646 w 573"/>
              <a:gd name="T29" fmla="*/ 2147483646 h 602"/>
              <a:gd name="T30" fmla="*/ 2147483646 w 573"/>
              <a:gd name="T31" fmla="*/ 2147483646 h 602"/>
              <a:gd name="T32" fmla="*/ 2147483646 w 573"/>
              <a:gd name="T33" fmla="*/ 2147483646 h 602"/>
              <a:gd name="T34" fmla="*/ 0 w 573"/>
              <a:gd name="T35" fmla="*/ 2147483646 h 602"/>
              <a:gd name="T36" fmla="*/ 2147483646 w 573"/>
              <a:gd name="T37" fmla="*/ 2147483646 h 602"/>
              <a:gd name="T38" fmla="*/ 2147483646 w 573"/>
              <a:gd name="T39" fmla="*/ 2147483646 h 602"/>
              <a:gd name="T40" fmla="*/ 2147483646 w 573"/>
              <a:gd name="T41" fmla="*/ 2147483646 h 602"/>
              <a:gd name="T42" fmla="*/ 2147483646 w 573"/>
              <a:gd name="T43" fmla="*/ 2147483646 h 602"/>
              <a:gd name="T44" fmla="*/ 2147483646 w 573"/>
              <a:gd name="T45" fmla="*/ 2147483646 h 602"/>
              <a:gd name="T46" fmla="*/ 2147483646 w 573"/>
              <a:gd name="T47" fmla="*/ 2147483646 h 602"/>
              <a:gd name="T48" fmla="*/ 2147483646 w 573"/>
              <a:gd name="T49" fmla="*/ 2147483646 h 602"/>
              <a:gd name="T50" fmla="*/ 2147483646 w 573"/>
              <a:gd name="T51" fmla="*/ 2147483646 h 602"/>
              <a:gd name="T52" fmla="*/ 2147483646 w 573"/>
              <a:gd name="T53" fmla="*/ 2147483646 h 602"/>
              <a:gd name="T54" fmla="*/ 2147483646 w 573"/>
              <a:gd name="T55" fmla="*/ 2147483646 h 602"/>
              <a:gd name="T56" fmla="*/ 2147483646 w 573"/>
              <a:gd name="T57" fmla="*/ 2147483646 h 602"/>
              <a:gd name="T58" fmla="*/ 2147483646 w 573"/>
              <a:gd name="T59" fmla="*/ 2147483646 h 602"/>
              <a:gd name="T60" fmla="*/ 2147483646 w 573"/>
              <a:gd name="T61" fmla="*/ 2147483646 h 602"/>
              <a:gd name="T62" fmla="*/ 2147483646 w 573"/>
              <a:gd name="T63" fmla="*/ 2147483646 h 602"/>
              <a:gd name="T64" fmla="*/ 2147483646 w 573"/>
              <a:gd name="T65" fmla="*/ 2147483646 h 602"/>
              <a:gd name="T66" fmla="*/ 2147483646 w 573"/>
              <a:gd name="T67" fmla="*/ 2147483646 h 602"/>
              <a:gd name="T68" fmla="*/ 2147483646 w 573"/>
              <a:gd name="T69" fmla="*/ 2147483646 h 602"/>
              <a:gd name="T70" fmla="*/ 2147483646 w 573"/>
              <a:gd name="T71" fmla="*/ 2147483646 h 602"/>
              <a:gd name="T72" fmla="*/ 2147483646 w 573"/>
              <a:gd name="T73" fmla="*/ 2147483646 h 602"/>
              <a:gd name="T74" fmla="*/ 2147483646 w 573"/>
              <a:gd name="T75" fmla="*/ 2147483646 h 602"/>
              <a:gd name="T76" fmla="*/ 2147483646 w 573"/>
              <a:gd name="T77" fmla="*/ 2147483646 h 602"/>
              <a:gd name="T78" fmla="*/ 2147483646 w 573"/>
              <a:gd name="T79" fmla="*/ 2147483646 h 602"/>
              <a:gd name="T80" fmla="*/ 2147483646 w 573"/>
              <a:gd name="T81" fmla="*/ 2147483646 h 602"/>
              <a:gd name="T82" fmla="*/ 2147483646 w 573"/>
              <a:gd name="T83" fmla="*/ 2147483646 h 602"/>
              <a:gd name="T84" fmla="*/ 2147483646 w 573"/>
              <a:gd name="T85" fmla="*/ 2147483646 h 602"/>
              <a:gd name="T86" fmla="*/ 2147483646 w 573"/>
              <a:gd name="T87" fmla="*/ 2147483646 h 602"/>
              <a:gd name="T88" fmla="*/ 2147483646 w 573"/>
              <a:gd name="T89" fmla="*/ 0 h 602"/>
              <a:gd name="T90" fmla="*/ 2147483646 w 573"/>
              <a:gd name="T91" fmla="*/ 2147483646 h 602"/>
              <a:gd name="T92" fmla="*/ 2147483646 w 573"/>
              <a:gd name="T93" fmla="*/ 2147483646 h 602"/>
              <a:gd name="T94" fmla="*/ 2147483646 w 573"/>
              <a:gd name="T95" fmla="*/ 2147483646 h 602"/>
              <a:gd name="T96" fmla="*/ 2147483646 w 573"/>
              <a:gd name="T97" fmla="*/ 0 h 602"/>
              <a:gd name="T98" fmla="*/ 2147483646 w 573"/>
              <a:gd name="T99" fmla="*/ 2147483646 h 602"/>
              <a:gd name="T100" fmla="*/ 2147483646 w 573"/>
              <a:gd name="T101" fmla="*/ 2147483646 h 602"/>
              <a:gd name="T102" fmla="*/ 2147483646 w 573"/>
              <a:gd name="T103" fmla="*/ 2147483646 h 602"/>
              <a:gd name="T104" fmla="*/ 2147483646 w 573"/>
              <a:gd name="T105" fmla="*/ 0 h 602"/>
              <a:gd name="T106" fmla="*/ 2147483646 w 573"/>
              <a:gd name="T107" fmla="*/ 2147483646 h 60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73" h="602">
                <a:moveTo>
                  <a:pt x="530" y="516"/>
                </a:moveTo>
                <a:lnTo>
                  <a:pt x="530" y="516"/>
                </a:lnTo>
                <a:cubicBezTo>
                  <a:pt x="565" y="558"/>
                  <a:pt x="565" y="558"/>
                  <a:pt x="565" y="558"/>
                </a:cubicBezTo>
                <a:cubicBezTo>
                  <a:pt x="572" y="558"/>
                  <a:pt x="572" y="565"/>
                  <a:pt x="572" y="572"/>
                </a:cubicBezTo>
                <a:cubicBezTo>
                  <a:pt x="572" y="594"/>
                  <a:pt x="558" y="601"/>
                  <a:pt x="544" y="601"/>
                </a:cubicBezTo>
                <a:cubicBezTo>
                  <a:pt x="537" y="601"/>
                  <a:pt x="530" y="601"/>
                  <a:pt x="522" y="594"/>
                </a:cubicBezTo>
                <a:cubicBezTo>
                  <a:pt x="487" y="558"/>
                  <a:pt x="487" y="558"/>
                  <a:pt x="487" y="558"/>
                </a:cubicBezTo>
                <a:cubicBezTo>
                  <a:pt x="452" y="594"/>
                  <a:pt x="452" y="594"/>
                  <a:pt x="452" y="594"/>
                </a:cubicBezTo>
                <a:cubicBezTo>
                  <a:pt x="445" y="601"/>
                  <a:pt x="438" y="601"/>
                  <a:pt x="431" y="601"/>
                </a:cubicBezTo>
                <a:cubicBezTo>
                  <a:pt x="417" y="601"/>
                  <a:pt x="402" y="594"/>
                  <a:pt x="402" y="572"/>
                </a:cubicBezTo>
                <a:cubicBezTo>
                  <a:pt x="402" y="565"/>
                  <a:pt x="402" y="558"/>
                  <a:pt x="409" y="558"/>
                </a:cubicBezTo>
                <a:cubicBezTo>
                  <a:pt x="445" y="516"/>
                  <a:pt x="445" y="516"/>
                  <a:pt x="445" y="516"/>
                </a:cubicBezTo>
                <a:cubicBezTo>
                  <a:pt x="409" y="481"/>
                  <a:pt x="409" y="481"/>
                  <a:pt x="409" y="481"/>
                </a:cubicBezTo>
                <a:cubicBezTo>
                  <a:pt x="402" y="474"/>
                  <a:pt x="402" y="467"/>
                  <a:pt x="402" y="459"/>
                </a:cubicBezTo>
                <a:cubicBezTo>
                  <a:pt x="402" y="445"/>
                  <a:pt x="417" y="431"/>
                  <a:pt x="431" y="431"/>
                </a:cubicBezTo>
                <a:cubicBezTo>
                  <a:pt x="438" y="431"/>
                  <a:pt x="445" y="438"/>
                  <a:pt x="452" y="445"/>
                </a:cubicBezTo>
                <a:cubicBezTo>
                  <a:pt x="487" y="481"/>
                  <a:pt x="487" y="481"/>
                  <a:pt x="487" y="481"/>
                </a:cubicBezTo>
                <a:cubicBezTo>
                  <a:pt x="522" y="445"/>
                  <a:pt x="522" y="445"/>
                  <a:pt x="522" y="445"/>
                </a:cubicBezTo>
                <a:cubicBezTo>
                  <a:pt x="530" y="438"/>
                  <a:pt x="537" y="431"/>
                  <a:pt x="544" y="431"/>
                </a:cubicBezTo>
                <a:cubicBezTo>
                  <a:pt x="558" y="431"/>
                  <a:pt x="572" y="445"/>
                  <a:pt x="572" y="459"/>
                </a:cubicBezTo>
                <a:cubicBezTo>
                  <a:pt x="572" y="467"/>
                  <a:pt x="572" y="474"/>
                  <a:pt x="565" y="481"/>
                </a:cubicBezTo>
                <a:lnTo>
                  <a:pt x="530" y="516"/>
                </a:lnTo>
                <a:close/>
                <a:moveTo>
                  <a:pt x="501" y="424"/>
                </a:moveTo>
                <a:lnTo>
                  <a:pt x="501" y="424"/>
                </a:lnTo>
                <a:cubicBezTo>
                  <a:pt x="487" y="438"/>
                  <a:pt x="487" y="438"/>
                  <a:pt x="487" y="438"/>
                </a:cubicBezTo>
                <a:cubicBezTo>
                  <a:pt x="473" y="424"/>
                  <a:pt x="473" y="424"/>
                  <a:pt x="473" y="424"/>
                </a:cubicBezTo>
                <a:cubicBezTo>
                  <a:pt x="459" y="410"/>
                  <a:pt x="445" y="403"/>
                  <a:pt x="431" y="403"/>
                </a:cubicBezTo>
                <a:cubicBezTo>
                  <a:pt x="402" y="403"/>
                  <a:pt x="374" y="431"/>
                  <a:pt x="374" y="459"/>
                </a:cubicBezTo>
                <a:cubicBezTo>
                  <a:pt x="374" y="481"/>
                  <a:pt x="381" y="495"/>
                  <a:pt x="388" y="502"/>
                </a:cubicBezTo>
                <a:cubicBezTo>
                  <a:pt x="409" y="516"/>
                  <a:pt x="409" y="516"/>
                  <a:pt x="409" y="516"/>
                </a:cubicBezTo>
                <a:cubicBezTo>
                  <a:pt x="388" y="537"/>
                  <a:pt x="388" y="537"/>
                  <a:pt x="388" y="537"/>
                </a:cubicBezTo>
                <a:cubicBezTo>
                  <a:pt x="381" y="544"/>
                  <a:pt x="374" y="558"/>
                  <a:pt x="374" y="572"/>
                </a:cubicBezTo>
                <a:cubicBezTo>
                  <a:pt x="374" y="587"/>
                  <a:pt x="374" y="594"/>
                  <a:pt x="381" y="601"/>
                </a:cubicBezTo>
                <a:cubicBezTo>
                  <a:pt x="28" y="601"/>
                  <a:pt x="28" y="601"/>
                  <a:pt x="28" y="601"/>
                </a:cubicBezTo>
                <a:cubicBezTo>
                  <a:pt x="7" y="601"/>
                  <a:pt x="0" y="594"/>
                  <a:pt x="0" y="572"/>
                </a:cubicBezTo>
                <a:cubicBezTo>
                  <a:pt x="0" y="85"/>
                  <a:pt x="0" y="85"/>
                  <a:pt x="0" y="85"/>
                </a:cubicBezTo>
                <a:cubicBezTo>
                  <a:pt x="0" y="71"/>
                  <a:pt x="7" y="56"/>
                  <a:pt x="28" y="56"/>
                </a:cubicBezTo>
                <a:cubicBezTo>
                  <a:pt x="70" y="56"/>
                  <a:pt x="70" y="56"/>
                  <a:pt x="70" y="56"/>
                </a:cubicBezTo>
                <a:cubicBezTo>
                  <a:pt x="70" y="85"/>
                  <a:pt x="70" y="85"/>
                  <a:pt x="70" y="85"/>
                </a:cubicBezTo>
                <a:cubicBezTo>
                  <a:pt x="70" y="113"/>
                  <a:pt x="98" y="141"/>
                  <a:pt x="127" y="141"/>
                </a:cubicBezTo>
                <a:cubicBezTo>
                  <a:pt x="162" y="141"/>
                  <a:pt x="183" y="113"/>
                  <a:pt x="183" y="85"/>
                </a:cubicBezTo>
                <a:cubicBezTo>
                  <a:pt x="183" y="56"/>
                  <a:pt x="183" y="56"/>
                  <a:pt x="183" y="56"/>
                </a:cubicBezTo>
                <a:cubicBezTo>
                  <a:pt x="211" y="56"/>
                  <a:pt x="211" y="56"/>
                  <a:pt x="211" y="56"/>
                </a:cubicBezTo>
                <a:cubicBezTo>
                  <a:pt x="211" y="85"/>
                  <a:pt x="211" y="85"/>
                  <a:pt x="211" y="85"/>
                </a:cubicBezTo>
                <a:cubicBezTo>
                  <a:pt x="211" y="113"/>
                  <a:pt x="240" y="141"/>
                  <a:pt x="268" y="141"/>
                </a:cubicBezTo>
                <a:cubicBezTo>
                  <a:pt x="303" y="141"/>
                  <a:pt x="325" y="113"/>
                  <a:pt x="325" y="85"/>
                </a:cubicBezTo>
                <a:cubicBezTo>
                  <a:pt x="325" y="56"/>
                  <a:pt x="325" y="56"/>
                  <a:pt x="325" y="56"/>
                </a:cubicBezTo>
                <a:cubicBezTo>
                  <a:pt x="353" y="56"/>
                  <a:pt x="353" y="56"/>
                  <a:pt x="353" y="56"/>
                </a:cubicBezTo>
                <a:cubicBezTo>
                  <a:pt x="353" y="85"/>
                  <a:pt x="353" y="85"/>
                  <a:pt x="353" y="85"/>
                </a:cubicBezTo>
                <a:cubicBezTo>
                  <a:pt x="353" y="113"/>
                  <a:pt x="381" y="141"/>
                  <a:pt x="409" y="141"/>
                </a:cubicBezTo>
                <a:cubicBezTo>
                  <a:pt x="445" y="141"/>
                  <a:pt x="466" y="113"/>
                  <a:pt x="466" y="85"/>
                </a:cubicBezTo>
                <a:cubicBezTo>
                  <a:pt x="466" y="56"/>
                  <a:pt x="466" y="56"/>
                  <a:pt x="466" y="56"/>
                </a:cubicBezTo>
                <a:cubicBezTo>
                  <a:pt x="515" y="56"/>
                  <a:pt x="515" y="56"/>
                  <a:pt x="515" y="56"/>
                </a:cubicBezTo>
                <a:cubicBezTo>
                  <a:pt x="530" y="56"/>
                  <a:pt x="544" y="71"/>
                  <a:pt x="544" y="85"/>
                </a:cubicBezTo>
                <a:cubicBezTo>
                  <a:pt x="544" y="403"/>
                  <a:pt x="544" y="403"/>
                  <a:pt x="544" y="403"/>
                </a:cubicBezTo>
                <a:cubicBezTo>
                  <a:pt x="530" y="403"/>
                  <a:pt x="515" y="410"/>
                  <a:pt x="501" y="424"/>
                </a:cubicBezTo>
                <a:close/>
                <a:moveTo>
                  <a:pt x="353" y="367"/>
                </a:moveTo>
                <a:lnTo>
                  <a:pt x="353" y="367"/>
                </a:lnTo>
                <a:cubicBezTo>
                  <a:pt x="353" y="353"/>
                  <a:pt x="346" y="339"/>
                  <a:pt x="325" y="339"/>
                </a:cubicBezTo>
                <a:cubicBezTo>
                  <a:pt x="268" y="339"/>
                  <a:pt x="268" y="339"/>
                  <a:pt x="268" y="339"/>
                </a:cubicBezTo>
                <a:cubicBezTo>
                  <a:pt x="226" y="339"/>
                  <a:pt x="226" y="339"/>
                  <a:pt x="226" y="339"/>
                </a:cubicBezTo>
                <a:cubicBezTo>
                  <a:pt x="98" y="339"/>
                  <a:pt x="98" y="339"/>
                  <a:pt x="98" y="339"/>
                </a:cubicBezTo>
                <a:cubicBezTo>
                  <a:pt x="84" y="339"/>
                  <a:pt x="70" y="353"/>
                  <a:pt x="70" y="367"/>
                </a:cubicBezTo>
                <a:cubicBezTo>
                  <a:pt x="70" y="382"/>
                  <a:pt x="84" y="396"/>
                  <a:pt x="98" y="396"/>
                </a:cubicBezTo>
                <a:cubicBezTo>
                  <a:pt x="226" y="396"/>
                  <a:pt x="226" y="396"/>
                  <a:pt x="226" y="396"/>
                </a:cubicBezTo>
                <a:cubicBezTo>
                  <a:pt x="268" y="396"/>
                  <a:pt x="268" y="396"/>
                  <a:pt x="268" y="396"/>
                </a:cubicBezTo>
                <a:cubicBezTo>
                  <a:pt x="325" y="396"/>
                  <a:pt x="325" y="396"/>
                  <a:pt x="325" y="396"/>
                </a:cubicBezTo>
                <a:cubicBezTo>
                  <a:pt x="346" y="396"/>
                  <a:pt x="353" y="382"/>
                  <a:pt x="353" y="367"/>
                </a:cubicBezTo>
                <a:close/>
                <a:moveTo>
                  <a:pt x="70" y="488"/>
                </a:moveTo>
                <a:lnTo>
                  <a:pt x="70" y="488"/>
                </a:lnTo>
                <a:cubicBezTo>
                  <a:pt x="70" y="502"/>
                  <a:pt x="84" y="509"/>
                  <a:pt x="98" y="509"/>
                </a:cubicBezTo>
                <a:cubicBezTo>
                  <a:pt x="275" y="509"/>
                  <a:pt x="275" y="509"/>
                  <a:pt x="275" y="509"/>
                </a:cubicBezTo>
                <a:cubicBezTo>
                  <a:pt x="289" y="509"/>
                  <a:pt x="296" y="502"/>
                  <a:pt x="296" y="488"/>
                </a:cubicBezTo>
                <a:cubicBezTo>
                  <a:pt x="296" y="474"/>
                  <a:pt x="289" y="459"/>
                  <a:pt x="275" y="459"/>
                </a:cubicBezTo>
                <a:cubicBezTo>
                  <a:pt x="98" y="459"/>
                  <a:pt x="98" y="459"/>
                  <a:pt x="98" y="459"/>
                </a:cubicBezTo>
                <a:cubicBezTo>
                  <a:pt x="84" y="459"/>
                  <a:pt x="70" y="474"/>
                  <a:pt x="70" y="488"/>
                </a:cubicBezTo>
                <a:close/>
                <a:moveTo>
                  <a:pt x="438" y="219"/>
                </a:moveTo>
                <a:lnTo>
                  <a:pt x="438" y="219"/>
                </a:lnTo>
                <a:cubicBezTo>
                  <a:pt x="98" y="219"/>
                  <a:pt x="98" y="219"/>
                  <a:pt x="98" y="219"/>
                </a:cubicBezTo>
                <a:cubicBezTo>
                  <a:pt x="84" y="219"/>
                  <a:pt x="70" y="226"/>
                  <a:pt x="70" y="247"/>
                </a:cubicBezTo>
                <a:cubicBezTo>
                  <a:pt x="70" y="261"/>
                  <a:pt x="84" y="276"/>
                  <a:pt x="98" y="276"/>
                </a:cubicBezTo>
                <a:cubicBezTo>
                  <a:pt x="438" y="276"/>
                  <a:pt x="438" y="276"/>
                  <a:pt x="438" y="276"/>
                </a:cubicBezTo>
                <a:cubicBezTo>
                  <a:pt x="459" y="276"/>
                  <a:pt x="466" y="261"/>
                  <a:pt x="466" y="247"/>
                </a:cubicBezTo>
                <a:cubicBezTo>
                  <a:pt x="466" y="226"/>
                  <a:pt x="459" y="219"/>
                  <a:pt x="438" y="219"/>
                </a:cubicBezTo>
                <a:close/>
                <a:moveTo>
                  <a:pt x="409" y="113"/>
                </a:moveTo>
                <a:lnTo>
                  <a:pt x="409" y="113"/>
                </a:lnTo>
                <a:cubicBezTo>
                  <a:pt x="395" y="113"/>
                  <a:pt x="381" y="99"/>
                  <a:pt x="381" y="85"/>
                </a:cubicBezTo>
                <a:cubicBezTo>
                  <a:pt x="381" y="28"/>
                  <a:pt x="381" y="28"/>
                  <a:pt x="381" y="28"/>
                </a:cubicBezTo>
                <a:cubicBezTo>
                  <a:pt x="381" y="14"/>
                  <a:pt x="395" y="0"/>
                  <a:pt x="409" y="0"/>
                </a:cubicBezTo>
                <a:cubicBezTo>
                  <a:pt x="431" y="0"/>
                  <a:pt x="438" y="14"/>
                  <a:pt x="438" y="28"/>
                </a:cubicBezTo>
                <a:cubicBezTo>
                  <a:pt x="438" y="85"/>
                  <a:pt x="438" y="85"/>
                  <a:pt x="438" y="85"/>
                </a:cubicBezTo>
                <a:cubicBezTo>
                  <a:pt x="438" y="99"/>
                  <a:pt x="431" y="113"/>
                  <a:pt x="409" y="113"/>
                </a:cubicBezTo>
                <a:close/>
                <a:moveTo>
                  <a:pt x="268" y="113"/>
                </a:moveTo>
                <a:lnTo>
                  <a:pt x="268" y="113"/>
                </a:lnTo>
                <a:cubicBezTo>
                  <a:pt x="254" y="113"/>
                  <a:pt x="240" y="99"/>
                  <a:pt x="240" y="85"/>
                </a:cubicBezTo>
                <a:cubicBezTo>
                  <a:pt x="240" y="28"/>
                  <a:pt x="240" y="28"/>
                  <a:pt x="240" y="28"/>
                </a:cubicBezTo>
                <a:cubicBezTo>
                  <a:pt x="240" y="14"/>
                  <a:pt x="254" y="0"/>
                  <a:pt x="268" y="0"/>
                </a:cubicBezTo>
                <a:cubicBezTo>
                  <a:pt x="289" y="0"/>
                  <a:pt x="296" y="14"/>
                  <a:pt x="296" y="28"/>
                </a:cubicBezTo>
                <a:cubicBezTo>
                  <a:pt x="296" y="85"/>
                  <a:pt x="296" y="85"/>
                  <a:pt x="296" y="85"/>
                </a:cubicBezTo>
                <a:cubicBezTo>
                  <a:pt x="296" y="99"/>
                  <a:pt x="289" y="113"/>
                  <a:pt x="268" y="113"/>
                </a:cubicBezTo>
                <a:close/>
                <a:moveTo>
                  <a:pt x="127" y="113"/>
                </a:moveTo>
                <a:lnTo>
                  <a:pt x="127" y="113"/>
                </a:lnTo>
                <a:cubicBezTo>
                  <a:pt x="113" y="113"/>
                  <a:pt x="98" y="99"/>
                  <a:pt x="98" y="85"/>
                </a:cubicBezTo>
                <a:cubicBezTo>
                  <a:pt x="98" y="28"/>
                  <a:pt x="98" y="28"/>
                  <a:pt x="98" y="28"/>
                </a:cubicBezTo>
                <a:cubicBezTo>
                  <a:pt x="98" y="14"/>
                  <a:pt x="113" y="0"/>
                  <a:pt x="127" y="0"/>
                </a:cubicBezTo>
                <a:cubicBezTo>
                  <a:pt x="148" y="0"/>
                  <a:pt x="155" y="14"/>
                  <a:pt x="155" y="28"/>
                </a:cubicBezTo>
                <a:cubicBezTo>
                  <a:pt x="155" y="85"/>
                  <a:pt x="155" y="85"/>
                  <a:pt x="155" y="85"/>
                </a:cubicBezTo>
                <a:cubicBezTo>
                  <a:pt x="155" y="99"/>
                  <a:pt x="148" y="113"/>
                  <a:pt x="127" y="11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45" name="Freeform 59">
            <a:extLst>
              <a:ext uri="{FF2B5EF4-FFF2-40B4-BE49-F238E27FC236}">
                <a16:creationId xmlns:a16="http://schemas.microsoft.com/office/drawing/2014/main" id="{215BBA7C-1FCA-BDAC-8998-7EB0D93C6BB3}"/>
              </a:ext>
            </a:extLst>
          </p:cNvPr>
          <p:cNvSpPr>
            <a:spLocks noChangeArrowheads="1"/>
          </p:cNvSpPr>
          <p:nvPr/>
        </p:nvSpPr>
        <p:spPr bwMode="auto">
          <a:xfrm>
            <a:off x="1475221" y="1343988"/>
            <a:ext cx="529596" cy="553668"/>
          </a:xfrm>
          <a:custGeom>
            <a:avLst/>
            <a:gdLst>
              <a:gd name="T0" fmla="*/ 2147483646 w 581"/>
              <a:gd name="T1" fmla="*/ 2147483646 h 609"/>
              <a:gd name="T2" fmla="*/ 2147483646 w 581"/>
              <a:gd name="T3" fmla="*/ 2147483646 h 609"/>
              <a:gd name="T4" fmla="*/ 2147483646 w 581"/>
              <a:gd name="T5" fmla="*/ 2147483646 h 609"/>
              <a:gd name="T6" fmla="*/ 2147483646 w 581"/>
              <a:gd name="T7" fmla="*/ 2147483646 h 609"/>
              <a:gd name="T8" fmla="*/ 2147483646 w 581"/>
              <a:gd name="T9" fmla="*/ 2147483646 h 609"/>
              <a:gd name="T10" fmla="*/ 2147483646 w 581"/>
              <a:gd name="T11" fmla="*/ 2147483646 h 609"/>
              <a:gd name="T12" fmla="*/ 2147483646 w 581"/>
              <a:gd name="T13" fmla="*/ 2147483646 h 609"/>
              <a:gd name="T14" fmla="*/ 2147483646 w 581"/>
              <a:gd name="T15" fmla="*/ 2147483646 h 609"/>
              <a:gd name="T16" fmla="*/ 2147483646 w 581"/>
              <a:gd name="T17" fmla="*/ 2147483646 h 609"/>
              <a:gd name="T18" fmla="*/ 2147483646 w 581"/>
              <a:gd name="T19" fmla="*/ 2147483646 h 609"/>
              <a:gd name="T20" fmla="*/ 2147483646 w 581"/>
              <a:gd name="T21" fmla="*/ 2147483646 h 609"/>
              <a:gd name="T22" fmla="*/ 0 w 581"/>
              <a:gd name="T23" fmla="*/ 2147483646 h 609"/>
              <a:gd name="T24" fmla="*/ 2147483646 w 581"/>
              <a:gd name="T25" fmla="*/ 2147483646 h 609"/>
              <a:gd name="T26" fmla="*/ 2147483646 w 581"/>
              <a:gd name="T27" fmla="*/ 2147483646 h 609"/>
              <a:gd name="T28" fmla="*/ 2147483646 w 581"/>
              <a:gd name="T29" fmla="*/ 2147483646 h 609"/>
              <a:gd name="T30" fmla="*/ 2147483646 w 581"/>
              <a:gd name="T31" fmla="*/ 2147483646 h 609"/>
              <a:gd name="T32" fmla="*/ 2147483646 w 581"/>
              <a:gd name="T33" fmla="*/ 2147483646 h 609"/>
              <a:gd name="T34" fmla="*/ 2147483646 w 581"/>
              <a:gd name="T35" fmla="*/ 2147483646 h 609"/>
              <a:gd name="T36" fmla="*/ 2147483646 w 581"/>
              <a:gd name="T37" fmla="*/ 2147483646 h 609"/>
              <a:gd name="T38" fmla="*/ 2147483646 w 581"/>
              <a:gd name="T39" fmla="*/ 2147483646 h 609"/>
              <a:gd name="T40" fmla="*/ 2147483646 w 581"/>
              <a:gd name="T41" fmla="*/ 2147483646 h 609"/>
              <a:gd name="T42" fmla="*/ 2147483646 w 581"/>
              <a:gd name="T43" fmla="*/ 2147483646 h 609"/>
              <a:gd name="T44" fmla="*/ 2147483646 w 581"/>
              <a:gd name="T45" fmla="*/ 2147483646 h 609"/>
              <a:gd name="T46" fmla="*/ 2147483646 w 581"/>
              <a:gd name="T47" fmla="*/ 2147483646 h 609"/>
              <a:gd name="T48" fmla="*/ 2147483646 w 581"/>
              <a:gd name="T49" fmla="*/ 2147483646 h 609"/>
              <a:gd name="T50" fmla="*/ 2147483646 w 581"/>
              <a:gd name="T51" fmla="*/ 2147483646 h 609"/>
              <a:gd name="T52" fmla="*/ 2147483646 w 581"/>
              <a:gd name="T53" fmla="*/ 2147483646 h 609"/>
              <a:gd name="T54" fmla="*/ 2147483646 w 581"/>
              <a:gd name="T55" fmla="*/ 2147483646 h 609"/>
              <a:gd name="T56" fmla="*/ 2147483646 w 581"/>
              <a:gd name="T57" fmla="*/ 2147483646 h 609"/>
              <a:gd name="T58" fmla="*/ 2147483646 w 581"/>
              <a:gd name="T59" fmla="*/ 2147483646 h 609"/>
              <a:gd name="T60" fmla="*/ 2147483646 w 581"/>
              <a:gd name="T61" fmla="*/ 2147483646 h 609"/>
              <a:gd name="T62" fmla="*/ 2147483646 w 581"/>
              <a:gd name="T63" fmla="*/ 2147483646 h 609"/>
              <a:gd name="T64" fmla="*/ 2147483646 w 581"/>
              <a:gd name="T65" fmla="*/ 2147483646 h 609"/>
              <a:gd name="T66" fmla="*/ 2147483646 w 581"/>
              <a:gd name="T67" fmla="*/ 2147483646 h 609"/>
              <a:gd name="T68" fmla="*/ 2147483646 w 581"/>
              <a:gd name="T69" fmla="*/ 2147483646 h 609"/>
              <a:gd name="T70" fmla="*/ 2147483646 w 581"/>
              <a:gd name="T71" fmla="*/ 2147483646 h 609"/>
              <a:gd name="T72" fmla="*/ 2147483646 w 581"/>
              <a:gd name="T73" fmla="*/ 2147483646 h 609"/>
              <a:gd name="T74" fmla="*/ 2147483646 w 581"/>
              <a:gd name="T75" fmla="*/ 2147483646 h 609"/>
              <a:gd name="T76" fmla="*/ 2147483646 w 581"/>
              <a:gd name="T77" fmla="*/ 2147483646 h 609"/>
              <a:gd name="T78" fmla="*/ 2147483646 w 581"/>
              <a:gd name="T79" fmla="*/ 2147483646 h 609"/>
              <a:gd name="T80" fmla="*/ 2147483646 w 581"/>
              <a:gd name="T81" fmla="*/ 0 h 609"/>
              <a:gd name="T82" fmla="*/ 2147483646 w 581"/>
              <a:gd name="T83" fmla="*/ 2147483646 h 609"/>
              <a:gd name="T84" fmla="*/ 2147483646 w 581"/>
              <a:gd name="T85" fmla="*/ 2147483646 h 609"/>
              <a:gd name="T86" fmla="*/ 2147483646 w 581"/>
              <a:gd name="T87" fmla="*/ 2147483646 h 609"/>
              <a:gd name="T88" fmla="*/ 2147483646 w 581"/>
              <a:gd name="T89" fmla="*/ 0 h 609"/>
              <a:gd name="T90" fmla="*/ 2147483646 w 581"/>
              <a:gd name="T91" fmla="*/ 2147483646 h 609"/>
              <a:gd name="T92" fmla="*/ 2147483646 w 581"/>
              <a:gd name="T93" fmla="*/ 2147483646 h 609"/>
              <a:gd name="T94" fmla="*/ 2147483646 w 581"/>
              <a:gd name="T95" fmla="*/ 2147483646 h 609"/>
              <a:gd name="T96" fmla="*/ 2147483646 w 581"/>
              <a:gd name="T97" fmla="*/ 0 h 609"/>
              <a:gd name="T98" fmla="*/ 2147483646 w 581"/>
              <a:gd name="T99" fmla="*/ 214748364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46" name="Freeform 60">
            <a:extLst>
              <a:ext uri="{FF2B5EF4-FFF2-40B4-BE49-F238E27FC236}">
                <a16:creationId xmlns:a16="http://schemas.microsoft.com/office/drawing/2014/main" id="{C377FC5F-522A-2743-52BB-AC6171E4C598}"/>
              </a:ext>
            </a:extLst>
          </p:cNvPr>
          <p:cNvSpPr>
            <a:spLocks noChangeArrowheads="1"/>
          </p:cNvSpPr>
          <p:nvPr/>
        </p:nvSpPr>
        <p:spPr bwMode="auto">
          <a:xfrm>
            <a:off x="516334" y="1343988"/>
            <a:ext cx="497499" cy="553668"/>
          </a:xfrm>
          <a:custGeom>
            <a:avLst/>
            <a:gdLst>
              <a:gd name="T0" fmla="*/ 2147483646 w 545"/>
              <a:gd name="T1" fmla="*/ 2147483646 h 609"/>
              <a:gd name="T2" fmla="*/ 0 w 545"/>
              <a:gd name="T3" fmla="*/ 2147483646 h 609"/>
              <a:gd name="T4" fmla="*/ 2147483646 w 545"/>
              <a:gd name="T5" fmla="*/ 2147483646 h 609"/>
              <a:gd name="T6" fmla="*/ 2147483646 w 545"/>
              <a:gd name="T7" fmla="*/ 2147483646 h 609"/>
              <a:gd name="T8" fmla="*/ 2147483646 w 545"/>
              <a:gd name="T9" fmla="*/ 2147483646 h 609"/>
              <a:gd name="T10" fmla="*/ 2147483646 w 545"/>
              <a:gd name="T11" fmla="*/ 2147483646 h 609"/>
              <a:gd name="T12" fmla="*/ 2147483646 w 545"/>
              <a:gd name="T13" fmla="*/ 2147483646 h 609"/>
              <a:gd name="T14" fmla="*/ 2147483646 w 545"/>
              <a:gd name="T15" fmla="*/ 2147483646 h 609"/>
              <a:gd name="T16" fmla="*/ 2147483646 w 545"/>
              <a:gd name="T17" fmla="*/ 2147483646 h 609"/>
              <a:gd name="T18" fmla="*/ 2147483646 w 545"/>
              <a:gd name="T19" fmla="*/ 2147483646 h 609"/>
              <a:gd name="T20" fmla="*/ 2147483646 w 545"/>
              <a:gd name="T21" fmla="*/ 2147483646 h 609"/>
              <a:gd name="T22" fmla="*/ 2147483646 w 545"/>
              <a:gd name="T23" fmla="*/ 2147483646 h 609"/>
              <a:gd name="T24" fmla="*/ 2147483646 w 545"/>
              <a:gd name="T25" fmla="*/ 2147483646 h 609"/>
              <a:gd name="T26" fmla="*/ 2147483646 w 545"/>
              <a:gd name="T27" fmla="*/ 2147483646 h 609"/>
              <a:gd name="T28" fmla="*/ 2147483646 w 545"/>
              <a:gd name="T29" fmla="*/ 2147483646 h 609"/>
              <a:gd name="T30" fmla="*/ 2147483646 w 545"/>
              <a:gd name="T31" fmla="*/ 2147483646 h 609"/>
              <a:gd name="T32" fmla="*/ 2147483646 w 545"/>
              <a:gd name="T33" fmla="*/ 2147483646 h 609"/>
              <a:gd name="T34" fmla="*/ 2147483646 w 545"/>
              <a:gd name="T35" fmla="*/ 2147483646 h 609"/>
              <a:gd name="T36" fmla="*/ 2147483646 w 545"/>
              <a:gd name="T37" fmla="*/ 2147483646 h 609"/>
              <a:gd name="T38" fmla="*/ 2147483646 w 545"/>
              <a:gd name="T39" fmla="*/ 2147483646 h 609"/>
              <a:gd name="T40" fmla="*/ 2147483646 w 545"/>
              <a:gd name="T41" fmla="*/ 2147483646 h 609"/>
              <a:gd name="T42" fmla="*/ 2147483646 w 545"/>
              <a:gd name="T43" fmla="*/ 2147483646 h 609"/>
              <a:gd name="T44" fmla="*/ 2147483646 w 545"/>
              <a:gd name="T45" fmla="*/ 2147483646 h 609"/>
              <a:gd name="T46" fmla="*/ 2147483646 w 545"/>
              <a:gd name="T47" fmla="*/ 2147483646 h 609"/>
              <a:gd name="T48" fmla="*/ 2147483646 w 545"/>
              <a:gd name="T49" fmla="*/ 2147483646 h 609"/>
              <a:gd name="T50" fmla="*/ 2147483646 w 545"/>
              <a:gd name="T51" fmla="*/ 2147483646 h 609"/>
              <a:gd name="T52" fmla="*/ 2147483646 w 545"/>
              <a:gd name="T53" fmla="*/ 0 h 609"/>
              <a:gd name="T54" fmla="*/ 2147483646 w 545"/>
              <a:gd name="T55" fmla="*/ 2147483646 h 609"/>
              <a:gd name="T56" fmla="*/ 2147483646 w 545"/>
              <a:gd name="T57" fmla="*/ 2147483646 h 609"/>
              <a:gd name="T58" fmla="*/ 2147483646 w 545"/>
              <a:gd name="T59" fmla="*/ 2147483646 h 609"/>
              <a:gd name="T60" fmla="*/ 2147483646 w 545"/>
              <a:gd name="T61" fmla="*/ 0 h 609"/>
              <a:gd name="T62" fmla="*/ 2147483646 w 545"/>
              <a:gd name="T63" fmla="*/ 2147483646 h 609"/>
              <a:gd name="T64" fmla="*/ 2147483646 w 545"/>
              <a:gd name="T65" fmla="*/ 2147483646 h 609"/>
              <a:gd name="T66" fmla="*/ 2147483646 w 545"/>
              <a:gd name="T67" fmla="*/ 2147483646 h 609"/>
              <a:gd name="T68" fmla="*/ 2147483646 w 545"/>
              <a:gd name="T69" fmla="*/ 0 h 609"/>
              <a:gd name="T70" fmla="*/ 2147483646 w 545"/>
              <a:gd name="T71" fmla="*/ 2147483646 h 60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45" h="609">
                <a:moveTo>
                  <a:pt x="516" y="608"/>
                </a:moveTo>
                <a:lnTo>
                  <a:pt x="516" y="608"/>
                </a:lnTo>
                <a:cubicBezTo>
                  <a:pt x="29" y="608"/>
                  <a:pt x="29" y="608"/>
                  <a:pt x="29" y="608"/>
                </a:cubicBezTo>
                <a:cubicBezTo>
                  <a:pt x="14" y="608"/>
                  <a:pt x="0" y="594"/>
                  <a:pt x="0" y="580"/>
                </a:cubicBezTo>
                <a:cubicBezTo>
                  <a:pt x="0" y="85"/>
                  <a:pt x="0" y="85"/>
                  <a:pt x="0" y="85"/>
                </a:cubicBezTo>
                <a:cubicBezTo>
                  <a:pt x="0" y="71"/>
                  <a:pt x="14" y="56"/>
                  <a:pt x="29" y="56"/>
                </a:cubicBezTo>
                <a:cubicBezTo>
                  <a:pt x="78" y="56"/>
                  <a:pt x="78" y="56"/>
                  <a:pt x="78" y="56"/>
                </a:cubicBezTo>
                <a:cubicBezTo>
                  <a:pt x="78" y="85"/>
                  <a:pt x="78" y="85"/>
                  <a:pt x="78" y="85"/>
                </a:cubicBezTo>
                <a:cubicBezTo>
                  <a:pt x="78" y="120"/>
                  <a:pt x="99"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1"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2" y="141"/>
                  <a:pt x="417" y="141"/>
                </a:cubicBezTo>
                <a:cubicBezTo>
                  <a:pt x="446" y="141"/>
                  <a:pt x="474" y="120"/>
                  <a:pt x="474" y="85"/>
                </a:cubicBezTo>
                <a:cubicBezTo>
                  <a:pt x="474" y="56"/>
                  <a:pt x="474" y="56"/>
                  <a:pt x="474" y="56"/>
                </a:cubicBezTo>
                <a:cubicBezTo>
                  <a:pt x="516" y="56"/>
                  <a:pt x="516" y="56"/>
                  <a:pt x="516" y="56"/>
                </a:cubicBezTo>
                <a:cubicBezTo>
                  <a:pt x="537" y="56"/>
                  <a:pt x="544" y="71"/>
                  <a:pt x="544" y="85"/>
                </a:cubicBezTo>
                <a:cubicBezTo>
                  <a:pt x="544" y="580"/>
                  <a:pt x="544" y="580"/>
                  <a:pt x="544" y="580"/>
                </a:cubicBezTo>
                <a:cubicBezTo>
                  <a:pt x="544" y="594"/>
                  <a:pt x="537" y="608"/>
                  <a:pt x="516" y="608"/>
                </a:cubicBezTo>
                <a:close/>
                <a:moveTo>
                  <a:pt x="446" y="219"/>
                </a:moveTo>
                <a:lnTo>
                  <a:pt x="446" y="219"/>
                </a:lnTo>
                <a:cubicBezTo>
                  <a:pt x="106" y="219"/>
                  <a:pt x="106" y="219"/>
                  <a:pt x="106" y="219"/>
                </a:cubicBezTo>
                <a:cubicBezTo>
                  <a:pt x="85" y="219"/>
                  <a:pt x="78" y="233"/>
                  <a:pt x="78" y="247"/>
                </a:cubicBezTo>
                <a:cubicBezTo>
                  <a:pt x="78" y="262"/>
                  <a:pt x="85"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106" y="339"/>
                  <a:pt x="106" y="339"/>
                  <a:pt x="106" y="339"/>
                </a:cubicBezTo>
                <a:cubicBezTo>
                  <a:pt x="85" y="339"/>
                  <a:pt x="78" y="353"/>
                  <a:pt x="78" y="367"/>
                </a:cubicBezTo>
                <a:cubicBezTo>
                  <a:pt x="78" y="389"/>
                  <a:pt x="85" y="396"/>
                  <a:pt x="106" y="396"/>
                </a:cubicBezTo>
                <a:cubicBezTo>
                  <a:pt x="446" y="396"/>
                  <a:pt x="446" y="396"/>
                  <a:pt x="446" y="396"/>
                </a:cubicBezTo>
                <a:cubicBezTo>
                  <a:pt x="460" y="396"/>
                  <a:pt x="474" y="389"/>
                  <a:pt x="474" y="367"/>
                </a:cubicBezTo>
                <a:cubicBezTo>
                  <a:pt x="474" y="353"/>
                  <a:pt x="460" y="339"/>
                  <a:pt x="446" y="339"/>
                </a:cubicBezTo>
                <a:close/>
                <a:moveTo>
                  <a:pt x="446" y="467"/>
                </a:moveTo>
                <a:lnTo>
                  <a:pt x="446" y="467"/>
                </a:lnTo>
                <a:cubicBezTo>
                  <a:pt x="99" y="467"/>
                  <a:pt x="99" y="467"/>
                  <a:pt x="99" y="467"/>
                </a:cubicBezTo>
                <a:cubicBezTo>
                  <a:pt x="85" y="467"/>
                  <a:pt x="78" y="474"/>
                  <a:pt x="78" y="488"/>
                </a:cubicBezTo>
                <a:cubicBezTo>
                  <a:pt x="78" y="502"/>
                  <a:pt x="85" y="509"/>
                  <a:pt x="99" y="509"/>
                </a:cubicBezTo>
                <a:cubicBezTo>
                  <a:pt x="446" y="509"/>
                  <a:pt x="446" y="509"/>
                  <a:pt x="446" y="509"/>
                </a:cubicBezTo>
                <a:cubicBezTo>
                  <a:pt x="460" y="509"/>
                  <a:pt x="474" y="502"/>
                  <a:pt x="474" y="488"/>
                </a:cubicBezTo>
                <a:cubicBezTo>
                  <a:pt x="474" y="474"/>
                  <a:pt x="460" y="467"/>
                  <a:pt x="446" y="467"/>
                </a:cubicBezTo>
                <a:close/>
                <a:moveTo>
                  <a:pt x="417" y="113"/>
                </a:moveTo>
                <a:lnTo>
                  <a:pt x="417" y="113"/>
                </a:lnTo>
                <a:cubicBezTo>
                  <a:pt x="396" y="113"/>
                  <a:pt x="389" y="106"/>
                  <a:pt x="389" y="85"/>
                </a:cubicBezTo>
                <a:cubicBezTo>
                  <a:pt x="389" y="28"/>
                  <a:pt x="389" y="28"/>
                  <a:pt x="389" y="28"/>
                </a:cubicBezTo>
                <a:cubicBezTo>
                  <a:pt x="389" y="14"/>
                  <a:pt x="396"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55" y="113"/>
                  <a:pt x="248" y="106"/>
                  <a:pt x="248" y="85"/>
                </a:cubicBezTo>
                <a:cubicBezTo>
                  <a:pt x="248" y="28"/>
                  <a:pt x="248" y="28"/>
                  <a:pt x="248" y="28"/>
                </a:cubicBezTo>
                <a:cubicBezTo>
                  <a:pt x="248" y="14"/>
                  <a:pt x="255"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13" y="113"/>
                  <a:pt x="106" y="106"/>
                  <a:pt x="106" y="85"/>
                </a:cubicBezTo>
                <a:cubicBezTo>
                  <a:pt x="106" y="28"/>
                  <a:pt x="106" y="28"/>
                  <a:pt x="106" y="28"/>
                </a:cubicBezTo>
                <a:cubicBezTo>
                  <a:pt x="106" y="14"/>
                  <a:pt x="113" y="0"/>
                  <a:pt x="135" y="0"/>
                </a:cubicBezTo>
                <a:cubicBezTo>
                  <a:pt x="149" y="0"/>
                  <a:pt x="163" y="14"/>
                  <a:pt x="163" y="28"/>
                </a:cubicBezTo>
                <a:cubicBezTo>
                  <a:pt x="163" y="85"/>
                  <a:pt x="163" y="85"/>
                  <a:pt x="163" y="85"/>
                </a:cubicBezTo>
                <a:cubicBezTo>
                  <a:pt x="163" y="106"/>
                  <a:pt x="149" y="113"/>
                  <a:pt x="135" y="11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 name="Slide Number Placeholder 1">
            <a:extLst>
              <a:ext uri="{FF2B5EF4-FFF2-40B4-BE49-F238E27FC236}">
                <a16:creationId xmlns:a16="http://schemas.microsoft.com/office/drawing/2014/main" id="{BF9487AF-A0F7-B54B-4333-E71D84E7FC51}"/>
              </a:ext>
            </a:extLst>
          </p:cNvPr>
          <p:cNvSpPr>
            <a:spLocks noGrp="1"/>
          </p:cNvSpPr>
          <p:nvPr>
            <p:ph type="sldNum" sz="quarter" idx="12"/>
          </p:nvPr>
        </p:nvSpPr>
        <p:spPr/>
        <p:txBody>
          <a:bodyPr/>
          <a:lstStyle/>
          <a:p>
            <a:fld id="{7737D3DD-0AB3-4F16-99FA-6262B2B4036D}" type="slidenum">
              <a:rPr lang="en-MY" smtClean="0"/>
              <a:t>28</a:t>
            </a:fld>
            <a:endParaRPr lang="en-MY"/>
          </a:p>
        </p:txBody>
      </p:sp>
    </p:spTree>
    <p:extLst>
      <p:ext uri="{BB962C8B-B14F-4D97-AF65-F5344CB8AC3E}">
        <p14:creationId xmlns:p14="http://schemas.microsoft.com/office/powerpoint/2010/main" val="15433434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Freeform 7">
            <a:extLst>
              <a:ext uri="{FF2B5EF4-FFF2-40B4-BE49-F238E27FC236}">
                <a16:creationId xmlns:a16="http://schemas.microsoft.com/office/drawing/2014/main" id="{B428282D-7554-6343-1724-B2A3CABFFE6F}"/>
              </a:ext>
            </a:extLst>
          </p:cNvPr>
          <p:cNvSpPr>
            <a:spLocks noChangeArrowheads="1"/>
          </p:cNvSpPr>
          <p:nvPr/>
        </p:nvSpPr>
        <p:spPr bwMode="auto">
          <a:xfrm>
            <a:off x="6019910" y="4407546"/>
            <a:ext cx="444536" cy="436095"/>
          </a:xfrm>
          <a:custGeom>
            <a:avLst/>
            <a:gdLst>
              <a:gd name="T0" fmla="*/ 275 w 461"/>
              <a:gd name="T1" fmla="*/ 0 h 453"/>
              <a:gd name="T2" fmla="*/ 275 w 461"/>
              <a:gd name="T3" fmla="*/ 0 h 453"/>
              <a:gd name="T4" fmla="*/ 97 w 461"/>
              <a:gd name="T5" fmla="*/ 159 h 453"/>
              <a:gd name="T6" fmla="*/ 0 w 461"/>
              <a:gd name="T7" fmla="*/ 302 h 453"/>
              <a:gd name="T8" fmla="*/ 150 w 461"/>
              <a:gd name="T9" fmla="*/ 452 h 453"/>
              <a:gd name="T10" fmla="*/ 292 w 461"/>
              <a:gd name="T11" fmla="*/ 355 h 453"/>
              <a:gd name="T12" fmla="*/ 460 w 461"/>
              <a:gd name="T13" fmla="*/ 177 h 453"/>
              <a:gd name="T14" fmla="*/ 275 w 461"/>
              <a:gd name="T15" fmla="*/ 0 h 453"/>
              <a:gd name="T16" fmla="*/ 150 w 461"/>
              <a:gd name="T17" fmla="*/ 408 h 453"/>
              <a:gd name="T18" fmla="*/ 150 w 461"/>
              <a:gd name="T19" fmla="*/ 408 h 453"/>
              <a:gd name="T20" fmla="*/ 53 w 461"/>
              <a:gd name="T21" fmla="*/ 302 h 453"/>
              <a:gd name="T22" fmla="*/ 106 w 461"/>
              <a:gd name="T23" fmla="*/ 212 h 453"/>
              <a:gd name="T24" fmla="*/ 239 w 461"/>
              <a:gd name="T25" fmla="*/ 355 h 453"/>
              <a:gd name="T26" fmla="*/ 150 w 461"/>
              <a:gd name="T27" fmla="*/ 408 h 453"/>
              <a:gd name="T28" fmla="*/ 150 w 461"/>
              <a:gd name="T29" fmla="*/ 204 h 453"/>
              <a:gd name="T30" fmla="*/ 150 w 461"/>
              <a:gd name="T31" fmla="*/ 204 h 453"/>
              <a:gd name="T32" fmla="*/ 256 w 461"/>
              <a:gd name="T33" fmla="*/ 302 h 453"/>
              <a:gd name="T34" fmla="*/ 150 w 461"/>
              <a:gd name="T35" fmla="*/ 204 h 453"/>
              <a:gd name="T36" fmla="*/ 301 w 461"/>
              <a:gd name="T37" fmla="*/ 302 h 453"/>
              <a:gd name="T38" fmla="*/ 301 w 461"/>
              <a:gd name="T39" fmla="*/ 302 h 453"/>
              <a:gd name="T40" fmla="*/ 150 w 461"/>
              <a:gd name="T41" fmla="*/ 151 h 453"/>
              <a:gd name="T42" fmla="*/ 275 w 461"/>
              <a:gd name="T43" fmla="*/ 53 h 453"/>
              <a:gd name="T44" fmla="*/ 407 w 461"/>
              <a:gd name="T45" fmla="*/ 177 h 453"/>
              <a:gd name="T46" fmla="*/ 301 w 461"/>
              <a:gd name="T47" fmla="*/ 302 h 453"/>
              <a:gd name="T48" fmla="*/ 53 w 461"/>
              <a:gd name="T49" fmla="*/ 106 h 453"/>
              <a:gd name="T50" fmla="*/ 53 w 461"/>
              <a:gd name="T51" fmla="*/ 106 h 453"/>
              <a:gd name="T52" fmla="*/ 106 w 461"/>
              <a:gd name="T53" fmla="*/ 53 h 453"/>
              <a:gd name="T54" fmla="*/ 53 w 461"/>
              <a:gd name="T55" fmla="*/ 0 h 453"/>
              <a:gd name="T56" fmla="*/ 0 w 461"/>
              <a:gd name="T57" fmla="*/ 53 h 453"/>
              <a:gd name="T58" fmla="*/ 53 w 461"/>
              <a:gd name="T59" fmla="*/ 106 h 453"/>
              <a:gd name="T60" fmla="*/ 53 w 461"/>
              <a:gd name="T61" fmla="*/ 27 h 453"/>
              <a:gd name="T62" fmla="*/ 53 w 461"/>
              <a:gd name="T63" fmla="*/ 27 h 453"/>
              <a:gd name="T64" fmla="*/ 79 w 461"/>
              <a:gd name="T65" fmla="*/ 53 h 453"/>
              <a:gd name="T66" fmla="*/ 53 w 461"/>
              <a:gd name="T67" fmla="*/ 80 h 453"/>
              <a:gd name="T68" fmla="*/ 26 w 461"/>
              <a:gd name="T69" fmla="*/ 53 h 453"/>
              <a:gd name="T70" fmla="*/ 53 w 461"/>
              <a:gd name="T71" fmla="*/ 27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1" h="453">
                <a:moveTo>
                  <a:pt x="275" y="0"/>
                </a:moveTo>
                <a:lnTo>
                  <a:pt x="275" y="0"/>
                </a:lnTo>
                <a:cubicBezTo>
                  <a:pt x="185" y="0"/>
                  <a:pt x="106" y="71"/>
                  <a:pt x="97" y="159"/>
                </a:cubicBezTo>
                <a:cubicBezTo>
                  <a:pt x="44" y="187"/>
                  <a:pt x="0" y="240"/>
                  <a:pt x="0" y="302"/>
                </a:cubicBezTo>
                <a:cubicBezTo>
                  <a:pt x="0" y="390"/>
                  <a:pt x="71" y="452"/>
                  <a:pt x="150" y="452"/>
                </a:cubicBezTo>
                <a:cubicBezTo>
                  <a:pt x="212" y="452"/>
                  <a:pt x="275" y="417"/>
                  <a:pt x="292" y="355"/>
                </a:cubicBezTo>
                <a:cubicBezTo>
                  <a:pt x="390" y="346"/>
                  <a:pt x="460" y="275"/>
                  <a:pt x="460" y="177"/>
                </a:cubicBezTo>
                <a:cubicBezTo>
                  <a:pt x="460" y="80"/>
                  <a:pt x="381" y="0"/>
                  <a:pt x="275" y="0"/>
                </a:cubicBezTo>
                <a:close/>
                <a:moveTo>
                  <a:pt x="150" y="408"/>
                </a:moveTo>
                <a:lnTo>
                  <a:pt x="150" y="408"/>
                </a:lnTo>
                <a:cubicBezTo>
                  <a:pt x="97" y="408"/>
                  <a:pt x="53" y="355"/>
                  <a:pt x="53" y="302"/>
                </a:cubicBezTo>
                <a:cubicBezTo>
                  <a:pt x="53" y="266"/>
                  <a:pt x="71" y="231"/>
                  <a:pt x="106" y="212"/>
                </a:cubicBezTo>
                <a:cubicBezTo>
                  <a:pt x="115" y="284"/>
                  <a:pt x="168" y="337"/>
                  <a:pt x="239" y="355"/>
                </a:cubicBezTo>
                <a:cubicBezTo>
                  <a:pt x="221" y="381"/>
                  <a:pt x="185" y="408"/>
                  <a:pt x="150" y="408"/>
                </a:cubicBezTo>
                <a:close/>
                <a:moveTo>
                  <a:pt x="150" y="204"/>
                </a:moveTo>
                <a:lnTo>
                  <a:pt x="150" y="204"/>
                </a:lnTo>
                <a:cubicBezTo>
                  <a:pt x="212" y="204"/>
                  <a:pt x="248" y="248"/>
                  <a:pt x="256" y="302"/>
                </a:cubicBezTo>
                <a:cubicBezTo>
                  <a:pt x="203" y="293"/>
                  <a:pt x="168" y="248"/>
                  <a:pt x="150" y="204"/>
                </a:cubicBezTo>
                <a:close/>
                <a:moveTo>
                  <a:pt x="301" y="302"/>
                </a:moveTo>
                <a:lnTo>
                  <a:pt x="301" y="302"/>
                </a:lnTo>
                <a:cubicBezTo>
                  <a:pt x="301" y="222"/>
                  <a:pt x="239" y="151"/>
                  <a:pt x="150" y="151"/>
                </a:cubicBezTo>
                <a:cubicBezTo>
                  <a:pt x="168" y="98"/>
                  <a:pt x="221" y="53"/>
                  <a:pt x="275" y="53"/>
                </a:cubicBezTo>
                <a:cubicBezTo>
                  <a:pt x="345" y="53"/>
                  <a:pt x="407" y="106"/>
                  <a:pt x="407" y="177"/>
                </a:cubicBezTo>
                <a:cubicBezTo>
                  <a:pt x="407" y="240"/>
                  <a:pt x="363" y="293"/>
                  <a:pt x="301" y="302"/>
                </a:cubicBezTo>
                <a:close/>
                <a:moveTo>
                  <a:pt x="53" y="106"/>
                </a:moveTo>
                <a:lnTo>
                  <a:pt x="53" y="106"/>
                </a:lnTo>
                <a:cubicBezTo>
                  <a:pt x="79" y="106"/>
                  <a:pt x="106" y="80"/>
                  <a:pt x="106" y="53"/>
                </a:cubicBezTo>
                <a:cubicBezTo>
                  <a:pt x="106" y="27"/>
                  <a:pt x="79" y="0"/>
                  <a:pt x="53" y="0"/>
                </a:cubicBezTo>
                <a:cubicBezTo>
                  <a:pt x="26" y="0"/>
                  <a:pt x="0" y="27"/>
                  <a:pt x="0" y="53"/>
                </a:cubicBezTo>
                <a:cubicBezTo>
                  <a:pt x="0" y="80"/>
                  <a:pt x="26" y="106"/>
                  <a:pt x="53" y="106"/>
                </a:cubicBezTo>
                <a:close/>
                <a:moveTo>
                  <a:pt x="53" y="27"/>
                </a:moveTo>
                <a:lnTo>
                  <a:pt x="53" y="27"/>
                </a:lnTo>
                <a:cubicBezTo>
                  <a:pt x="71" y="27"/>
                  <a:pt x="79" y="36"/>
                  <a:pt x="79" y="53"/>
                </a:cubicBezTo>
                <a:cubicBezTo>
                  <a:pt x="79" y="71"/>
                  <a:pt x="71" y="80"/>
                  <a:pt x="53" y="80"/>
                </a:cubicBezTo>
                <a:cubicBezTo>
                  <a:pt x="35" y="80"/>
                  <a:pt x="26" y="71"/>
                  <a:pt x="26" y="53"/>
                </a:cubicBezTo>
                <a:cubicBezTo>
                  <a:pt x="26" y="36"/>
                  <a:pt x="35" y="27"/>
                  <a:pt x="53" y="27"/>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89" name="Freeform 45">
            <a:extLst>
              <a:ext uri="{FF2B5EF4-FFF2-40B4-BE49-F238E27FC236}">
                <a16:creationId xmlns:a16="http://schemas.microsoft.com/office/drawing/2014/main" id="{37BD2369-11EC-6178-DA71-7B7B6F8158CA}"/>
              </a:ext>
            </a:extLst>
          </p:cNvPr>
          <p:cNvSpPr>
            <a:spLocks noChangeArrowheads="1"/>
          </p:cNvSpPr>
          <p:nvPr/>
        </p:nvSpPr>
        <p:spPr bwMode="auto">
          <a:xfrm>
            <a:off x="5057680" y="1550151"/>
            <a:ext cx="452976" cy="447349"/>
          </a:xfrm>
          <a:custGeom>
            <a:avLst/>
            <a:gdLst>
              <a:gd name="T0" fmla="*/ 443 w 470"/>
              <a:gd name="T1" fmla="*/ 143 h 463"/>
              <a:gd name="T2" fmla="*/ 443 w 470"/>
              <a:gd name="T3" fmla="*/ 143 h 463"/>
              <a:gd name="T4" fmla="*/ 239 w 470"/>
              <a:gd name="T5" fmla="*/ 435 h 463"/>
              <a:gd name="T6" fmla="*/ 141 w 470"/>
              <a:gd name="T7" fmla="*/ 391 h 463"/>
              <a:gd name="T8" fmla="*/ 62 w 470"/>
              <a:gd name="T9" fmla="*/ 160 h 463"/>
              <a:gd name="T10" fmla="*/ 18 w 470"/>
              <a:gd name="T11" fmla="*/ 178 h 463"/>
              <a:gd name="T12" fmla="*/ 0 w 470"/>
              <a:gd name="T13" fmla="*/ 151 h 463"/>
              <a:gd name="T14" fmla="*/ 132 w 470"/>
              <a:gd name="T15" fmla="*/ 45 h 463"/>
              <a:gd name="T16" fmla="*/ 203 w 470"/>
              <a:gd name="T17" fmla="*/ 204 h 463"/>
              <a:gd name="T18" fmla="*/ 247 w 470"/>
              <a:gd name="T19" fmla="*/ 293 h 463"/>
              <a:gd name="T20" fmla="*/ 310 w 470"/>
              <a:gd name="T21" fmla="*/ 213 h 463"/>
              <a:gd name="T22" fmla="*/ 256 w 470"/>
              <a:gd name="T23" fmla="*/ 151 h 463"/>
              <a:gd name="T24" fmla="*/ 443 w 470"/>
              <a:gd name="T25" fmla="*/ 143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0" h="463">
                <a:moveTo>
                  <a:pt x="443" y="143"/>
                </a:moveTo>
                <a:lnTo>
                  <a:pt x="443" y="143"/>
                </a:lnTo>
                <a:cubicBezTo>
                  <a:pt x="416" y="284"/>
                  <a:pt x="275" y="408"/>
                  <a:pt x="239" y="435"/>
                </a:cubicBezTo>
                <a:cubicBezTo>
                  <a:pt x="194" y="462"/>
                  <a:pt x="159" y="417"/>
                  <a:pt x="141" y="391"/>
                </a:cubicBezTo>
                <a:cubicBezTo>
                  <a:pt x="124" y="355"/>
                  <a:pt x="79" y="178"/>
                  <a:pt x="62" y="160"/>
                </a:cubicBezTo>
                <a:cubicBezTo>
                  <a:pt x="53" y="151"/>
                  <a:pt x="18" y="178"/>
                  <a:pt x="18" y="178"/>
                </a:cubicBezTo>
                <a:cubicBezTo>
                  <a:pt x="0" y="151"/>
                  <a:pt x="0" y="151"/>
                  <a:pt x="0" y="151"/>
                </a:cubicBezTo>
                <a:cubicBezTo>
                  <a:pt x="0" y="151"/>
                  <a:pt x="71" y="63"/>
                  <a:pt x="132" y="45"/>
                </a:cubicBezTo>
                <a:cubicBezTo>
                  <a:pt x="194" y="36"/>
                  <a:pt x="194" y="143"/>
                  <a:pt x="203" y="204"/>
                </a:cubicBezTo>
                <a:cubicBezTo>
                  <a:pt x="222" y="266"/>
                  <a:pt x="230" y="293"/>
                  <a:pt x="247" y="293"/>
                </a:cubicBezTo>
                <a:cubicBezTo>
                  <a:pt x="256" y="293"/>
                  <a:pt x="283" y="266"/>
                  <a:pt x="310" y="213"/>
                </a:cubicBezTo>
                <a:cubicBezTo>
                  <a:pt x="328" y="160"/>
                  <a:pt x="301" y="125"/>
                  <a:pt x="256" y="151"/>
                </a:cubicBezTo>
                <a:cubicBezTo>
                  <a:pt x="275" y="27"/>
                  <a:pt x="469" y="0"/>
                  <a:pt x="443" y="143"/>
                </a:cubicBez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90" name="Freeform 46">
            <a:extLst>
              <a:ext uri="{FF2B5EF4-FFF2-40B4-BE49-F238E27FC236}">
                <a16:creationId xmlns:a16="http://schemas.microsoft.com/office/drawing/2014/main" id="{A9E385B2-2D72-2B4C-FBE3-75C9D5B64161}"/>
              </a:ext>
            </a:extLst>
          </p:cNvPr>
          <p:cNvSpPr>
            <a:spLocks noChangeArrowheads="1"/>
          </p:cNvSpPr>
          <p:nvPr/>
        </p:nvSpPr>
        <p:spPr bwMode="auto">
          <a:xfrm>
            <a:off x="3152925" y="1690827"/>
            <a:ext cx="427655" cy="194132"/>
          </a:xfrm>
          <a:custGeom>
            <a:avLst/>
            <a:gdLst>
              <a:gd name="T0" fmla="*/ 98 w 444"/>
              <a:gd name="T1" fmla="*/ 204 h 205"/>
              <a:gd name="T2" fmla="*/ 98 w 444"/>
              <a:gd name="T3" fmla="*/ 204 h 205"/>
              <a:gd name="T4" fmla="*/ 0 w 444"/>
              <a:gd name="T5" fmla="*/ 97 h 205"/>
              <a:gd name="T6" fmla="*/ 98 w 444"/>
              <a:gd name="T7" fmla="*/ 0 h 205"/>
              <a:gd name="T8" fmla="*/ 195 w 444"/>
              <a:gd name="T9" fmla="*/ 97 h 205"/>
              <a:gd name="T10" fmla="*/ 98 w 444"/>
              <a:gd name="T11" fmla="*/ 204 h 205"/>
              <a:gd name="T12" fmla="*/ 345 w 444"/>
              <a:gd name="T13" fmla="*/ 204 h 205"/>
              <a:gd name="T14" fmla="*/ 345 w 444"/>
              <a:gd name="T15" fmla="*/ 204 h 205"/>
              <a:gd name="T16" fmla="*/ 248 w 444"/>
              <a:gd name="T17" fmla="*/ 97 h 205"/>
              <a:gd name="T18" fmla="*/ 345 w 444"/>
              <a:gd name="T19" fmla="*/ 0 h 205"/>
              <a:gd name="T20" fmla="*/ 443 w 444"/>
              <a:gd name="T21" fmla="*/ 97 h 205"/>
              <a:gd name="T22" fmla="*/ 345 w 444"/>
              <a:gd name="T23" fmla="*/ 204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4" h="205">
                <a:moveTo>
                  <a:pt x="98" y="204"/>
                </a:moveTo>
                <a:lnTo>
                  <a:pt x="98" y="204"/>
                </a:lnTo>
                <a:cubicBezTo>
                  <a:pt x="45" y="204"/>
                  <a:pt x="0" y="159"/>
                  <a:pt x="0" y="97"/>
                </a:cubicBezTo>
                <a:cubicBezTo>
                  <a:pt x="0" y="44"/>
                  <a:pt x="45" y="0"/>
                  <a:pt x="98" y="0"/>
                </a:cubicBezTo>
                <a:cubicBezTo>
                  <a:pt x="151" y="0"/>
                  <a:pt x="195" y="44"/>
                  <a:pt x="195" y="97"/>
                </a:cubicBezTo>
                <a:cubicBezTo>
                  <a:pt x="195" y="159"/>
                  <a:pt x="151" y="204"/>
                  <a:pt x="98" y="204"/>
                </a:cubicBezTo>
                <a:close/>
                <a:moveTo>
                  <a:pt x="345" y="204"/>
                </a:moveTo>
                <a:lnTo>
                  <a:pt x="345" y="204"/>
                </a:lnTo>
                <a:cubicBezTo>
                  <a:pt x="292" y="204"/>
                  <a:pt x="248" y="159"/>
                  <a:pt x="248" y="97"/>
                </a:cubicBezTo>
                <a:cubicBezTo>
                  <a:pt x="248" y="44"/>
                  <a:pt x="292" y="0"/>
                  <a:pt x="345" y="0"/>
                </a:cubicBezTo>
                <a:cubicBezTo>
                  <a:pt x="399" y="0"/>
                  <a:pt x="443" y="44"/>
                  <a:pt x="443" y="97"/>
                </a:cubicBezTo>
                <a:cubicBezTo>
                  <a:pt x="443" y="159"/>
                  <a:pt x="399" y="204"/>
                  <a:pt x="345" y="204"/>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91" name="Freeform 47">
            <a:extLst>
              <a:ext uri="{FF2B5EF4-FFF2-40B4-BE49-F238E27FC236}">
                <a16:creationId xmlns:a16="http://schemas.microsoft.com/office/drawing/2014/main" id="{3C9384D0-25C7-5AC9-F198-4189F973D317}"/>
              </a:ext>
            </a:extLst>
          </p:cNvPr>
          <p:cNvSpPr>
            <a:spLocks noChangeArrowheads="1"/>
          </p:cNvSpPr>
          <p:nvPr/>
        </p:nvSpPr>
        <p:spPr bwMode="auto">
          <a:xfrm>
            <a:off x="3152925" y="2529257"/>
            <a:ext cx="92847" cy="419214"/>
          </a:xfrm>
          <a:custGeom>
            <a:avLst/>
            <a:gdLst>
              <a:gd name="T0" fmla="*/ 98 w 99"/>
              <a:gd name="T1" fmla="*/ 44 h 435"/>
              <a:gd name="T2" fmla="*/ 98 w 99"/>
              <a:gd name="T3" fmla="*/ 44 h 435"/>
              <a:gd name="T4" fmla="*/ 45 w 99"/>
              <a:gd name="T5" fmla="*/ 88 h 435"/>
              <a:gd name="T6" fmla="*/ 0 w 99"/>
              <a:gd name="T7" fmla="*/ 44 h 435"/>
              <a:gd name="T8" fmla="*/ 45 w 99"/>
              <a:gd name="T9" fmla="*/ 0 h 435"/>
              <a:gd name="T10" fmla="*/ 98 w 99"/>
              <a:gd name="T11" fmla="*/ 44 h 435"/>
              <a:gd name="T12" fmla="*/ 0 w 99"/>
              <a:gd name="T13" fmla="*/ 434 h 435"/>
              <a:gd name="T14" fmla="*/ 0 w 99"/>
              <a:gd name="T15" fmla="*/ 434 h 435"/>
              <a:gd name="T16" fmla="*/ 0 w 99"/>
              <a:gd name="T17" fmla="*/ 132 h 435"/>
              <a:gd name="T18" fmla="*/ 98 w 99"/>
              <a:gd name="T19" fmla="*/ 132 h 435"/>
              <a:gd name="T20" fmla="*/ 98 w 99"/>
              <a:gd name="T21" fmla="*/ 434 h 435"/>
              <a:gd name="T22" fmla="*/ 0 w 99"/>
              <a:gd name="T23" fmla="*/ 434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9" h="435">
                <a:moveTo>
                  <a:pt x="98" y="44"/>
                </a:moveTo>
                <a:lnTo>
                  <a:pt x="98" y="44"/>
                </a:lnTo>
                <a:cubicBezTo>
                  <a:pt x="98" y="71"/>
                  <a:pt x="80" y="88"/>
                  <a:pt x="45" y="88"/>
                </a:cubicBezTo>
                <a:cubicBezTo>
                  <a:pt x="17" y="88"/>
                  <a:pt x="0" y="71"/>
                  <a:pt x="0" y="44"/>
                </a:cubicBezTo>
                <a:cubicBezTo>
                  <a:pt x="0" y="18"/>
                  <a:pt x="17" y="0"/>
                  <a:pt x="45" y="0"/>
                </a:cubicBezTo>
                <a:cubicBezTo>
                  <a:pt x="80" y="0"/>
                  <a:pt x="98" y="18"/>
                  <a:pt x="98" y="44"/>
                </a:cubicBezTo>
                <a:close/>
                <a:moveTo>
                  <a:pt x="0" y="434"/>
                </a:moveTo>
                <a:lnTo>
                  <a:pt x="0" y="434"/>
                </a:lnTo>
                <a:cubicBezTo>
                  <a:pt x="0" y="132"/>
                  <a:pt x="0" y="132"/>
                  <a:pt x="0" y="132"/>
                </a:cubicBezTo>
                <a:cubicBezTo>
                  <a:pt x="98" y="132"/>
                  <a:pt x="98" y="132"/>
                  <a:pt x="98" y="132"/>
                </a:cubicBezTo>
                <a:cubicBezTo>
                  <a:pt x="98" y="434"/>
                  <a:pt x="98" y="434"/>
                  <a:pt x="98" y="434"/>
                </a:cubicBezTo>
                <a:lnTo>
                  <a:pt x="0" y="434"/>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92" name="Freeform 48">
            <a:extLst>
              <a:ext uri="{FF2B5EF4-FFF2-40B4-BE49-F238E27FC236}">
                <a16:creationId xmlns:a16="http://schemas.microsoft.com/office/drawing/2014/main" id="{9FF35603-D675-CC67-8876-26184DE46D9F}"/>
              </a:ext>
            </a:extLst>
          </p:cNvPr>
          <p:cNvSpPr>
            <a:spLocks noChangeArrowheads="1"/>
          </p:cNvSpPr>
          <p:nvPr/>
        </p:nvSpPr>
        <p:spPr bwMode="auto">
          <a:xfrm>
            <a:off x="3296416" y="2653052"/>
            <a:ext cx="278538" cy="301046"/>
          </a:xfrm>
          <a:custGeom>
            <a:avLst/>
            <a:gdLst>
              <a:gd name="T0" fmla="*/ 0 w 293"/>
              <a:gd name="T1" fmla="*/ 106 h 311"/>
              <a:gd name="T2" fmla="*/ 0 w 293"/>
              <a:gd name="T3" fmla="*/ 106 h 311"/>
              <a:gd name="T4" fmla="*/ 0 w 293"/>
              <a:gd name="T5" fmla="*/ 8 h 311"/>
              <a:gd name="T6" fmla="*/ 79 w 293"/>
              <a:gd name="T7" fmla="*/ 8 h 311"/>
              <a:gd name="T8" fmla="*/ 88 w 293"/>
              <a:gd name="T9" fmla="*/ 44 h 311"/>
              <a:gd name="T10" fmla="*/ 88 w 293"/>
              <a:gd name="T11" fmla="*/ 44 h 311"/>
              <a:gd name="T12" fmla="*/ 186 w 293"/>
              <a:gd name="T13" fmla="*/ 0 h 311"/>
              <a:gd name="T14" fmla="*/ 292 w 293"/>
              <a:gd name="T15" fmla="*/ 132 h 311"/>
              <a:gd name="T16" fmla="*/ 292 w 293"/>
              <a:gd name="T17" fmla="*/ 310 h 311"/>
              <a:gd name="T18" fmla="*/ 194 w 293"/>
              <a:gd name="T19" fmla="*/ 310 h 311"/>
              <a:gd name="T20" fmla="*/ 194 w 293"/>
              <a:gd name="T21" fmla="*/ 141 h 311"/>
              <a:gd name="T22" fmla="*/ 150 w 293"/>
              <a:gd name="T23" fmla="*/ 79 h 311"/>
              <a:gd name="T24" fmla="*/ 97 w 293"/>
              <a:gd name="T25" fmla="*/ 115 h 311"/>
              <a:gd name="T26" fmla="*/ 97 w 293"/>
              <a:gd name="T27" fmla="*/ 132 h 311"/>
              <a:gd name="T28" fmla="*/ 97 w 293"/>
              <a:gd name="T29" fmla="*/ 310 h 311"/>
              <a:gd name="T30" fmla="*/ 0 w 293"/>
              <a:gd name="T31" fmla="*/ 310 h 311"/>
              <a:gd name="T32" fmla="*/ 0 w 293"/>
              <a:gd name="T33" fmla="*/ 106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3" h="311">
                <a:moveTo>
                  <a:pt x="0" y="106"/>
                </a:moveTo>
                <a:lnTo>
                  <a:pt x="0" y="106"/>
                </a:lnTo>
                <a:cubicBezTo>
                  <a:pt x="0" y="62"/>
                  <a:pt x="0" y="35"/>
                  <a:pt x="0" y="8"/>
                </a:cubicBezTo>
                <a:cubicBezTo>
                  <a:pt x="79" y="8"/>
                  <a:pt x="79" y="8"/>
                  <a:pt x="79" y="8"/>
                </a:cubicBezTo>
                <a:cubicBezTo>
                  <a:pt x="88" y="44"/>
                  <a:pt x="88" y="44"/>
                  <a:pt x="88" y="44"/>
                </a:cubicBezTo>
                <a:lnTo>
                  <a:pt x="88" y="44"/>
                </a:lnTo>
                <a:cubicBezTo>
                  <a:pt x="97" y="26"/>
                  <a:pt x="132" y="0"/>
                  <a:pt x="186" y="0"/>
                </a:cubicBezTo>
                <a:cubicBezTo>
                  <a:pt x="248" y="0"/>
                  <a:pt x="292" y="44"/>
                  <a:pt x="292" y="132"/>
                </a:cubicBezTo>
                <a:cubicBezTo>
                  <a:pt x="292" y="310"/>
                  <a:pt x="292" y="310"/>
                  <a:pt x="292" y="310"/>
                </a:cubicBezTo>
                <a:cubicBezTo>
                  <a:pt x="194" y="310"/>
                  <a:pt x="194" y="310"/>
                  <a:pt x="194" y="310"/>
                </a:cubicBezTo>
                <a:cubicBezTo>
                  <a:pt x="194" y="141"/>
                  <a:pt x="194" y="141"/>
                  <a:pt x="194" y="141"/>
                </a:cubicBezTo>
                <a:cubicBezTo>
                  <a:pt x="194" y="106"/>
                  <a:pt x="186" y="79"/>
                  <a:pt x="150" y="79"/>
                </a:cubicBezTo>
                <a:cubicBezTo>
                  <a:pt x="123" y="79"/>
                  <a:pt x="106" y="97"/>
                  <a:pt x="97" y="115"/>
                </a:cubicBezTo>
                <a:cubicBezTo>
                  <a:pt x="97" y="115"/>
                  <a:pt x="97" y="124"/>
                  <a:pt x="97" y="132"/>
                </a:cubicBezTo>
                <a:cubicBezTo>
                  <a:pt x="97" y="310"/>
                  <a:pt x="97" y="310"/>
                  <a:pt x="97" y="310"/>
                </a:cubicBezTo>
                <a:cubicBezTo>
                  <a:pt x="0" y="310"/>
                  <a:pt x="0" y="310"/>
                  <a:pt x="0" y="310"/>
                </a:cubicBezTo>
                <a:lnTo>
                  <a:pt x="0" y="106"/>
                </a:ln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93" name="Freeform 49">
            <a:extLst>
              <a:ext uri="{FF2B5EF4-FFF2-40B4-BE49-F238E27FC236}">
                <a16:creationId xmlns:a16="http://schemas.microsoft.com/office/drawing/2014/main" id="{2F1F5906-7D6D-7C22-3F85-A23D6100CC4A}"/>
              </a:ext>
            </a:extLst>
          </p:cNvPr>
          <p:cNvSpPr>
            <a:spLocks noChangeArrowheads="1"/>
          </p:cNvSpPr>
          <p:nvPr/>
        </p:nvSpPr>
        <p:spPr bwMode="auto">
          <a:xfrm>
            <a:off x="4087014" y="2512376"/>
            <a:ext cx="461418" cy="452976"/>
          </a:xfrm>
          <a:custGeom>
            <a:avLst/>
            <a:gdLst>
              <a:gd name="T0" fmla="*/ 239 w 479"/>
              <a:gd name="T1" fmla="*/ 0 h 471"/>
              <a:gd name="T2" fmla="*/ 239 w 479"/>
              <a:gd name="T3" fmla="*/ 0 h 471"/>
              <a:gd name="T4" fmla="*/ 0 w 479"/>
              <a:gd name="T5" fmla="*/ 231 h 471"/>
              <a:gd name="T6" fmla="*/ 239 w 479"/>
              <a:gd name="T7" fmla="*/ 470 h 471"/>
              <a:gd name="T8" fmla="*/ 478 w 479"/>
              <a:gd name="T9" fmla="*/ 231 h 471"/>
              <a:gd name="T10" fmla="*/ 239 w 479"/>
              <a:gd name="T11" fmla="*/ 0 h 471"/>
              <a:gd name="T12" fmla="*/ 177 w 479"/>
              <a:gd name="T13" fmla="*/ 338 h 471"/>
              <a:gd name="T14" fmla="*/ 177 w 479"/>
              <a:gd name="T15" fmla="*/ 338 h 471"/>
              <a:gd name="T16" fmla="*/ 133 w 479"/>
              <a:gd name="T17" fmla="*/ 338 h 471"/>
              <a:gd name="T18" fmla="*/ 133 w 479"/>
              <a:gd name="T19" fmla="*/ 178 h 471"/>
              <a:gd name="T20" fmla="*/ 177 w 479"/>
              <a:gd name="T21" fmla="*/ 178 h 471"/>
              <a:gd name="T22" fmla="*/ 177 w 479"/>
              <a:gd name="T23" fmla="*/ 338 h 471"/>
              <a:gd name="T24" fmla="*/ 159 w 479"/>
              <a:gd name="T25" fmla="*/ 160 h 471"/>
              <a:gd name="T26" fmla="*/ 159 w 479"/>
              <a:gd name="T27" fmla="*/ 160 h 471"/>
              <a:gd name="T28" fmla="*/ 133 w 479"/>
              <a:gd name="T29" fmla="*/ 134 h 471"/>
              <a:gd name="T30" fmla="*/ 159 w 479"/>
              <a:gd name="T31" fmla="*/ 107 h 471"/>
              <a:gd name="T32" fmla="*/ 186 w 479"/>
              <a:gd name="T33" fmla="*/ 134 h 471"/>
              <a:gd name="T34" fmla="*/ 159 w 479"/>
              <a:gd name="T35" fmla="*/ 160 h 471"/>
              <a:gd name="T36" fmla="*/ 354 w 479"/>
              <a:gd name="T37" fmla="*/ 338 h 471"/>
              <a:gd name="T38" fmla="*/ 354 w 479"/>
              <a:gd name="T39" fmla="*/ 338 h 471"/>
              <a:gd name="T40" fmla="*/ 310 w 479"/>
              <a:gd name="T41" fmla="*/ 338 h 471"/>
              <a:gd name="T42" fmla="*/ 310 w 479"/>
              <a:gd name="T43" fmla="*/ 249 h 471"/>
              <a:gd name="T44" fmla="*/ 284 w 479"/>
              <a:gd name="T45" fmla="*/ 213 h 471"/>
              <a:gd name="T46" fmla="*/ 256 w 479"/>
              <a:gd name="T47" fmla="*/ 231 h 471"/>
              <a:gd name="T48" fmla="*/ 256 w 479"/>
              <a:gd name="T49" fmla="*/ 240 h 471"/>
              <a:gd name="T50" fmla="*/ 256 w 479"/>
              <a:gd name="T51" fmla="*/ 338 h 471"/>
              <a:gd name="T52" fmla="*/ 212 w 479"/>
              <a:gd name="T53" fmla="*/ 338 h 471"/>
              <a:gd name="T54" fmla="*/ 212 w 479"/>
              <a:gd name="T55" fmla="*/ 231 h 471"/>
              <a:gd name="T56" fmla="*/ 203 w 479"/>
              <a:gd name="T57" fmla="*/ 178 h 471"/>
              <a:gd name="T58" fmla="*/ 247 w 479"/>
              <a:gd name="T59" fmla="*/ 178 h 471"/>
              <a:gd name="T60" fmla="*/ 247 w 479"/>
              <a:gd name="T61" fmla="*/ 196 h 471"/>
              <a:gd name="T62" fmla="*/ 256 w 479"/>
              <a:gd name="T63" fmla="*/ 196 h 471"/>
              <a:gd name="T64" fmla="*/ 300 w 479"/>
              <a:gd name="T65" fmla="*/ 178 h 471"/>
              <a:gd name="T66" fmla="*/ 354 w 479"/>
              <a:gd name="T67" fmla="*/ 240 h 471"/>
              <a:gd name="T68" fmla="*/ 354 w 479"/>
              <a:gd name="T69" fmla="*/ 338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79" h="471">
                <a:moveTo>
                  <a:pt x="239" y="0"/>
                </a:moveTo>
                <a:lnTo>
                  <a:pt x="239" y="0"/>
                </a:lnTo>
                <a:cubicBezTo>
                  <a:pt x="106" y="0"/>
                  <a:pt x="0" y="107"/>
                  <a:pt x="0" y="231"/>
                </a:cubicBezTo>
                <a:cubicBezTo>
                  <a:pt x="0" y="364"/>
                  <a:pt x="106" y="470"/>
                  <a:pt x="239" y="470"/>
                </a:cubicBezTo>
                <a:cubicBezTo>
                  <a:pt x="372" y="470"/>
                  <a:pt x="478" y="364"/>
                  <a:pt x="478" y="231"/>
                </a:cubicBezTo>
                <a:cubicBezTo>
                  <a:pt x="478" y="107"/>
                  <a:pt x="372" y="0"/>
                  <a:pt x="239" y="0"/>
                </a:cubicBezTo>
                <a:close/>
                <a:moveTo>
                  <a:pt x="177" y="338"/>
                </a:moveTo>
                <a:lnTo>
                  <a:pt x="177" y="338"/>
                </a:lnTo>
                <a:cubicBezTo>
                  <a:pt x="133" y="338"/>
                  <a:pt x="133" y="338"/>
                  <a:pt x="133" y="338"/>
                </a:cubicBezTo>
                <a:cubicBezTo>
                  <a:pt x="133" y="178"/>
                  <a:pt x="133" y="178"/>
                  <a:pt x="133" y="178"/>
                </a:cubicBezTo>
                <a:cubicBezTo>
                  <a:pt x="177" y="178"/>
                  <a:pt x="177" y="178"/>
                  <a:pt x="177" y="178"/>
                </a:cubicBezTo>
                <a:lnTo>
                  <a:pt x="177" y="338"/>
                </a:lnTo>
                <a:close/>
                <a:moveTo>
                  <a:pt x="159" y="160"/>
                </a:moveTo>
                <a:lnTo>
                  <a:pt x="159" y="160"/>
                </a:lnTo>
                <a:cubicBezTo>
                  <a:pt x="141" y="160"/>
                  <a:pt x="133" y="151"/>
                  <a:pt x="133" y="134"/>
                </a:cubicBezTo>
                <a:cubicBezTo>
                  <a:pt x="133" y="125"/>
                  <a:pt x="141" y="107"/>
                  <a:pt x="159" y="107"/>
                </a:cubicBezTo>
                <a:cubicBezTo>
                  <a:pt x="168" y="107"/>
                  <a:pt x="177" y="125"/>
                  <a:pt x="186" y="134"/>
                </a:cubicBezTo>
                <a:cubicBezTo>
                  <a:pt x="186" y="151"/>
                  <a:pt x="168" y="160"/>
                  <a:pt x="159" y="160"/>
                </a:cubicBezTo>
                <a:close/>
                <a:moveTo>
                  <a:pt x="354" y="338"/>
                </a:moveTo>
                <a:lnTo>
                  <a:pt x="354" y="338"/>
                </a:lnTo>
                <a:cubicBezTo>
                  <a:pt x="310" y="338"/>
                  <a:pt x="310" y="338"/>
                  <a:pt x="310" y="338"/>
                </a:cubicBezTo>
                <a:cubicBezTo>
                  <a:pt x="310" y="249"/>
                  <a:pt x="310" y="249"/>
                  <a:pt x="310" y="249"/>
                </a:cubicBezTo>
                <a:cubicBezTo>
                  <a:pt x="310" y="231"/>
                  <a:pt x="300" y="213"/>
                  <a:pt x="284" y="213"/>
                </a:cubicBezTo>
                <a:cubicBezTo>
                  <a:pt x="275" y="213"/>
                  <a:pt x="265" y="222"/>
                  <a:pt x="256" y="231"/>
                </a:cubicBezTo>
                <a:lnTo>
                  <a:pt x="256" y="240"/>
                </a:lnTo>
                <a:cubicBezTo>
                  <a:pt x="256" y="338"/>
                  <a:pt x="256" y="338"/>
                  <a:pt x="256" y="338"/>
                </a:cubicBezTo>
                <a:cubicBezTo>
                  <a:pt x="212" y="338"/>
                  <a:pt x="212" y="338"/>
                  <a:pt x="212" y="338"/>
                </a:cubicBezTo>
                <a:cubicBezTo>
                  <a:pt x="212" y="231"/>
                  <a:pt x="212" y="231"/>
                  <a:pt x="212" y="231"/>
                </a:cubicBezTo>
                <a:cubicBezTo>
                  <a:pt x="212" y="205"/>
                  <a:pt x="212" y="196"/>
                  <a:pt x="203" y="178"/>
                </a:cubicBezTo>
                <a:cubicBezTo>
                  <a:pt x="247" y="178"/>
                  <a:pt x="247" y="178"/>
                  <a:pt x="247" y="178"/>
                </a:cubicBezTo>
                <a:cubicBezTo>
                  <a:pt x="247" y="196"/>
                  <a:pt x="247" y="196"/>
                  <a:pt x="247" y="196"/>
                </a:cubicBezTo>
                <a:cubicBezTo>
                  <a:pt x="256" y="196"/>
                  <a:pt x="256" y="196"/>
                  <a:pt x="256" y="196"/>
                </a:cubicBezTo>
                <a:cubicBezTo>
                  <a:pt x="256" y="187"/>
                  <a:pt x="275" y="178"/>
                  <a:pt x="300" y="178"/>
                </a:cubicBezTo>
                <a:cubicBezTo>
                  <a:pt x="337" y="178"/>
                  <a:pt x="354" y="196"/>
                  <a:pt x="354" y="240"/>
                </a:cubicBezTo>
                <a:lnTo>
                  <a:pt x="354" y="338"/>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94" name="Freeform 50">
            <a:extLst>
              <a:ext uri="{FF2B5EF4-FFF2-40B4-BE49-F238E27FC236}">
                <a16:creationId xmlns:a16="http://schemas.microsoft.com/office/drawing/2014/main" id="{A9A120EF-99AB-4B4A-C0FD-B9F8257EE743}"/>
              </a:ext>
            </a:extLst>
          </p:cNvPr>
          <p:cNvSpPr>
            <a:spLocks noChangeArrowheads="1"/>
          </p:cNvSpPr>
          <p:nvPr/>
        </p:nvSpPr>
        <p:spPr bwMode="auto">
          <a:xfrm>
            <a:off x="2182261" y="3474601"/>
            <a:ext cx="461418" cy="436095"/>
          </a:xfrm>
          <a:custGeom>
            <a:avLst/>
            <a:gdLst>
              <a:gd name="T0" fmla="*/ 142 w 480"/>
              <a:gd name="T1" fmla="*/ 0 h 453"/>
              <a:gd name="T2" fmla="*/ 142 w 480"/>
              <a:gd name="T3" fmla="*/ 0 h 453"/>
              <a:gd name="T4" fmla="*/ 0 w 480"/>
              <a:gd name="T5" fmla="*/ 89 h 453"/>
              <a:gd name="T6" fmla="*/ 98 w 480"/>
              <a:gd name="T7" fmla="*/ 168 h 453"/>
              <a:gd name="T8" fmla="*/ 239 w 480"/>
              <a:gd name="T9" fmla="*/ 80 h 453"/>
              <a:gd name="T10" fmla="*/ 142 w 480"/>
              <a:gd name="T11" fmla="*/ 0 h 453"/>
              <a:gd name="T12" fmla="*/ 327 w 480"/>
              <a:gd name="T13" fmla="*/ 372 h 453"/>
              <a:gd name="T14" fmla="*/ 327 w 480"/>
              <a:gd name="T15" fmla="*/ 372 h 453"/>
              <a:gd name="T16" fmla="*/ 319 w 480"/>
              <a:gd name="T17" fmla="*/ 372 h 453"/>
              <a:gd name="T18" fmla="*/ 239 w 480"/>
              <a:gd name="T19" fmla="*/ 310 h 453"/>
              <a:gd name="T20" fmla="*/ 159 w 480"/>
              <a:gd name="T21" fmla="*/ 372 h 453"/>
              <a:gd name="T22" fmla="*/ 151 w 480"/>
              <a:gd name="T23" fmla="*/ 372 h 453"/>
              <a:gd name="T24" fmla="*/ 151 w 480"/>
              <a:gd name="T25" fmla="*/ 372 h 453"/>
              <a:gd name="T26" fmla="*/ 88 w 480"/>
              <a:gd name="T27" fmla="*/ 337 h 453"/>
              <a:gd name="T28" fmla="*/ 88 w 480"/>
              <a:gd name="T29" fmla="*/ 355 h 453"/>
              <a:gd name="T30" fmla="*/ 239 w 480"/>
              <a:gd name="T31" fmla="*/ 452 h 453"/>
              <a:gd name="T32" fmla="*/ 389 w 480"/>
              <a:gd name="T33" fmla="*/ 355 h 453"/>
              <a:gd name="T34" fmla="*/ 389 w 480"/>
              <a:gd name="T35" fmla="*/ 337 h 453"/>
              <a:gd name="T36" fmla="*/ 327 w 480"/>
              <a:gd name="T37" fmla="*/ 372 h 453"/>
              <a:gd name="T38" fmla="*/ 479 w 480"/>
              <a:gd name="T39" fmla="*/ 89 h 453"/>
              <a:gd name="T40" fmla="*/ 479 w 480"/>
              <a:gd name="T41" fmla="*/ 89 h 453"/>
              <a:gd name="T42" fmla="*/ 336 w 480"/>
              <a:gd name="T43" fmla="*/ 0 h 453"/>
              <a:gd name="T44" fmla="*/ 239 w 480"/>
              <a:gd name="T45" fmla="*/ 80 h 453"/>
              <a:gd name="T46" fmla="*/ 380 w 480"/>
              <a:gd name="T47" fmla="*/ 168 h 453"/>
              <a:gd name="T48" fmla="*/ 479 w 480"/>
              <a:gd name="T49" fmla="*/ 89 h 453"/>
              <a:gd name="T50" fmla="*/ 239 w 480"/>
              <a:gd name="T51" fmla="*/ 257 h 453"/>
              <a:gd name="T52" fmla="*/ 239 w 480"/>
              <a:gd name="T53" fmla="*/ 257 h 453"/>
              <a:gd name="T54" fmla="*/ 327 w 480"/>
              <a:gd name="T55" fmla="*/ 328 h 453"/>
              <a:gd name="T56" fmla="*/ 470 w 480"/>
              <a:gd name="T57" fmla="*/ 240 h 453"/>
              <a:gd name="T58" fmla="*/ 380 w 480"/>
              <a:gd name="T59" fmla="*/ 168 h 453"/>
              <a:gd name="T60" fmla="*/ 239 w 480"/>
              <a:gd name="T61" fmla="*/ 257 h 453"/>
              <a:gd name="T62" fmla="*/ 151 w 480"/>
              <a:gd name="T63" fmla="*/ 328 h 453"/>
              <a:gd name="T64" fmla="*/ 151 w 480"/>
              <a:gd name="T65" fmla="*/ 328 h 453"/>
              <a:gd name="T66" fmla="*/ 239 w 480"/>
              <a:gd name="T67" fmla="*/ 257 h 453"/>
              <a:gd name="T68" fmla="*/ 98 w 480"/>
              <a:gd name="T69" fmla="*/ 168 h 453"/>
              <a:gd name="T70" fmla="*/ 8 w 480"/>
              <a:gd name="T71" fmla="*/ 240 h 453"/>
              <a:gd name="T72" fmla="*/ 151 w 480"/>
              <a:gd name="T73" fmla="*/ 328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80" h="453">
                <a:moveTo>
                  <a:pt x="142" y="0"/>
                </a:moveTo>
                <a:lnTo>
                  <a:pt x="142" y="0"/>
                </a:lnTo>
                <a:cubicBezTo>
                  <a:pt x="0" y="89"/>
                  <a:pt x="0" y="89"/>
                  <a:pt x="0" y="89"/>
                </a:cubicBezTo>
                <a:cubicBezTo>
                  <a:pt x="98" y="168"/>
                  <a:pt x="98" y="168"/>
                  <a:pt x="98" y="168"/>
                </a:cubicBezTo>
                <a:cubicBezTo>
                  <a:pt x="239" y="80"/>
                  <a:pt x="239" y="80"/>
                  <a:pt x="239" y="80"/>
                </a:cubicBezTo>
                <a:lnTo>
                  <a:pt x="142" y="0"/>
                </a:lnTo>
                <a:close/>
                <a:moveTo>
                  <a:pt x="327" y="372"/>
                </a:moveTo>
                <a:lnTo>
                  <a:pt x="327" y="372"/>
                </a:lnTo>
                <a:cubicBezTo>
                  <a:pt x="319" y="372"/>
                  <a:pt x="319" y="372"/>
                  <a:pt x="319" y="372"/>
                </a:cubicBezTo>
                <a:cubicBezTo>
                  <a:pt x="239" y="310"/>
                  <a:pt x="239" y="310"/>
                  <a:pt x="239" y="310"/>
                </a:cubicBezTo>
                <a:cubicBezTo>
                  <a:pt x="159" y="372"/>
                  <a:pt x="159" y="372"/>
                  <a:pt x="159" y="372"/>
                </a:cubicBezTo>
                <a:cubicBezTo>
                  <a:pt x="159" y="372"/>
                  <a:pt x="159" y="372"/>
                  <a:pt x="151" y="372"/>
                </a:cubicBezTo>
                <a:lnTo>
                  <a:pt x="151" y="372"/>
                </a:lnTo>
                <a:cubicBezTo>
                  <a:pt x="88" y="337"/>
                  <a:pt x="88" y="337"/>
                  <a:pt x="88" y="337"/>
                </a:cubicBezTo>
                <a:cubicBezTo>
                  <a:pt x="88" y="355"/>
                  <a:pt x="88" y="355"/>
                  <a:pt x="88" y="355"/>
                </a:cubicBezTo>
                <a:cubicBezTo>
                  <a:pt x="239" y="452"/>
                  <a:pt x="239" y="452"/>
                  <a:pt x="239" y="452"/>
                </a:cubicBezTo>
                <a:cubicBezTo>
                  <a:pt x="389" y="355"/>
                  <a:pt x="389" y="355"/>
                  <a:pt x="389" y="355"/>
                </a:cubicBezTo>
                <a:cubicBezTo>
                  <a:pt x="389" y="337"/>
                  <a:pt x="389" y="337"/>
                  <a:pt x="389" y="337"/>
                </a:cubicBezTo>
                <a:cubicBezTo>
                  <a:pt x="327" y="372"/>
                  <a:pt x="327" y="372"/>
                  <a:pt x="327" y="372"/>
                </a:cubicBezTo>
                <a:close/>
                <a:moveTo>
                  <a:pt x="479" y="89"/>
                </a:moveTo>
                <a:lnTo>
                  <a:pt x="479" y="89"/>
                </a:lnTo>
                <a:cubicBezTo>
                  <a:pt x="336" y="0"/>
                  <a:pt x="336" y="0"/>
                  <a:pt x="336" y="0"/>
                </a:cubicBezTo>
                <a:cubicBezTo>
                  <a:pt x="239" y="80"/>
                  <a:pt x="239" y="80"/>
                  <a:pt x="239" y="80"/>
                </a:cubicBezTo>
                <a:cubicBezTo>
                  <a:pt x="380" y="168"/>
                  <a:pt x="380" y="168"/>
                  <a:pt x="380" y="168"/>
                </a:cubicBezTo>
                <a:lnTo>
                  <a:pt x="479" y="89"/>
                </a:lnTo>
                <a:close/>
                <a:moveTo>
                  <a:pt x="239" y="257"/>
                </a:moveTo>
                <a:lnTo>
                  <a:pt x="239" y="257"/>
                </a:lnTo>
                <a:cubicBezTo>
                  <a:pt x="327" y="328"/>
                  <a:pt x="327" y="328"/>
                  <a:pt x="327" y="328"/>
                </a:cubicBezTo>
                <a:cubicBezTo>
                  <a:pt x="470" y="240"/>
                  <a:pt x="470" y="240"/>
                  <a:pt x="470" y="240"/>
                </a:cubicBezTo>
                <a:cubicBezTo>
                  <a:pt x="380" y="168"/>
                  <a:pt x="380" y="168"/>
                  <a:pt x="380" y="168"/>
                </a:cubicBezTo>
                <a:lnTo>
                  <a:pt x="239" y="257"/>
                </a:lnTo>
                <a:close/>
                <a:moveTo>
                  <a:pt x="151" y="328"/>
                </a:moveTo>
                <a:lnTo>
                  <a:pt x="151" y="328"/>
                </a:lnTo>
                <a:cubicBezTo>
                  <a:pt x="239" y="257"/>
                  <a:pt x="239" y="257"/>
                  <a:pt x="239" y="257"/>
                </a:cubicBezTo>
                <a:cubicBezTo>
                  <a:pt x="98" y="168"/>
                  <a:pt x="98" y="168"/>
                  <a:pt x="98" y="168"/>
                </a:cubicBezTo>
                <a:cubicBezTo>
                  <a:pt x="8" y="240"/>
                  <a:pt x="8" y="240"/>
                  <a:pt x="8" y="240"/>
                </a:cubicBezTo>
                <a:lnTo>
                  <a:pt x="151" y="328"/>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95" name="Freeform 51">
            <a:extLst>
              <a:ext uri="{FF2B5EF4-FFF2-40B4-BE49-F238E27FC236}">
                <a16:creationId xmlns:a16="http://schemas.microsoft.com/office/drawing/2014/main" id="{C0D20318-5379-6477-FE73-B208EEA4A998}"/>
              </a:ext>
            </a:extLst>
          </p:cNvPr>
          <p:cNvSpPr>
            <a:spLocks noChangeArrowheads="1"/>
          </p:cNvSpPr>
          <p:nvPr/>
        </p:nvSpPr>
        <p:spPr bwMode="auto">
          <a:xfrm>
            <a:off x="4129218" y="4388997"/>
            <a:ext cx="385452" cy="489553"/>
          </a:xfrm>
          <a:custGeom>
            <a:avLst/>
            <a:gdLst>
              <a:gd name="T0" fmla="*/ 160 w 400"/>
              <a:gd name="T1" fmla="*/ 336 h 506"/>
              <a:gd name="T2" fmla="*/ 160 w 400"/>
              <a:gd name="T3" fmla="*/ 336 h 506"/>
              <a:gd name="T4" fmla="*/ 89 w 400"/>
              <a:gd name="T5" fmla="*/ 505 h 506"/>
              <a:gd name="T6" fmla="*/ 124 w 400"/>
              <a:gd name="T7" fmla="*/ 248 h 506"/>
              <a:gd name="T8" fmla="*/ 186 w 400"/>
              <a:gd name="T9" fmla="*/ 124 h 506"/>
              <a:gd name="T10" fmla="*/ 213 w 400"/>
              <a:gd name="T11" fmla="*/ 319 h 506"/>
              <a:gd name="T12" fmla="*/ 293 w 400"/>
              <a:gd name="T13" fmla="*/ 97 h 506"/>
              <a:gd name="T14" fmla="*/ 62 w 400"/>
              <a:gd name="T15" fmla="*/ 213 h 506"/>
              <a:gd name="T16" fmla="*/ 71 w 400"/>
              <a:gd name="T17" fmla="*/ 301 h 506"/>
              <a:gd name="T18" fmla="*/ 0 w 400"/>
              <a:gd name="T19" fmla="*/ 186 h 506"/>
              <a:gd name="T20" fmla="*/ 168 w 400"/>
              <a:gd name="T21" fmla="*/ 17 h 506"/>
              <a:gd name="T22" fmla="*/ 390 w 400"/>
              <a:gd name="T23" fmla="*/ 151 h 506"/>
              <a:gd name="T24" fmla="*/ 231 w 400"/>
              <a:gd name="T25" fmla="*/ 372 h 506"/>
              <a:gd name="T26" fmla="*/ 160 w 400"/>
              <a:gd name="T27" fmla="*/ 336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0" h="506">
                <a:moveTo>
                  <a:pt x="160" y="336"/>
                </a:moveTo>
                <a:lnTo>
                  <a:pt x="160" y="336"/>
                </a:lnTo>
                <a:cubicBezTo>
                  <a:pt x="150" y="408"/>
                  <a:pt x="133" y="479"/>
                  <a:pt x="89" y="505"/>
                </a:cubicBezTo>
                <a:cubicBezTo>
                  <a:pt x="71" y="408"/>
                  <a:pt x="106" y="327"/>
                  <a:pt x="124" y="248"/>
                </a:cubicBezTo>
                <a:cubicBezTo>
                  <a:pt x="97" y="195"/>
                  <a:pt x="124" y="97"/>
                  <a:pt x="186" y="124"/>
                </a:cubicBezTo>
                <a:cubicBezTo>
                  <a:pt x="257" y="151"/>
                  <a:pt x="124" y="301"/>
                  <a:pt x="213" y="319"/>
                </a:cubicBezTo>
                <a:cubicBezTo>
                  <a:pt x="310" y="336"/>
                  <a:pt x="355" y="151"/>
                  <a:pt x="293" y="97"/>
                </a:cubicBezTo>
                <a:cubicBezTo>
                  <a:pt x="204" y="8"/>
                  <a:pt x="36" y="89"/>
                  <a:pt x="62" y="213"/>
                </a:cubicBezTo>
                <a:cubicBezTo>
                  <a:pt x="62" y="248"/>
                  <a:pt x="97" y="257"/>
                  <a:pt x="71" y="301"/>
                </a:cubicBezTo>
                <a:cubicBezTo>
                  <a:pt x="18" y="283"/>
                  <a:pt x="0" y="239"/>
                  <a:pt x="0" y="186"/>
                </a:cubicBezTo>
                <a:cubicBezTo>
                  <a:pt x="9" y="89"/>
                  <a:pt x="89" y="26"/>
                  <a:pt x="168" y="17"/>
                </a:cubicBezTo>
                <a:cubicBezTo>
                  <a:pt x="275" y="0"/>
                  <a:pt x="372" y="53"/>
                  <a:pt x="390" y="151"/>
                </a:cubicBezTo>
                <a:cubicBezTo>
                  <a:pt x="399" y="257"/>
                  <a:pt x="337" y="380"/>
                  <a:pt x="231" y="372"/>
                </a:cubicBezTo>
                <a:cubicBezTo>
                  <a:pt x="195" y="372"/>
                  <a:pt x="186" y="354"/>
                  <a:pt x="160" y="336"/>
                </a:cubicBez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96" name="Freeform 52">
            <a:extLst>
              <a:ext uri="{FF2B5EF4-FFF2-40B4-BE49-F238E27FC236}">
                <a16:creationId xmlns:a16="http://schemas.microsoft.com/office/drawing/2014/main" id="{41050CDB-F035-131C-AA12-77C16EBC2A61}"/>
              </a:ext>
            </a:extLst>
          </p:cNvPr>
          <p:cNvSpPr>
            <a:spLocks noChangeArrowheads="1"/>
          </p:cNvSpPr>
          <p:nvPr/>
        </p:nvSpPr>
        <p:spPr bwMode="auto">
          <a:xfrm>
            <a:off x="5049239" y="4387850"/>
            <a:ext cx="461418" cy="455791"/>
          </a:xfrm>
          <a:custGeom>
            <a:avLst/>
            <a:gdLst>
              <a:gd name="T0" fmla="*/ 240 w 479"/>
              <a:gd name="T1" fmla="*/ 0 h 471"/>
              <a:gd name="T2" fmla="*/ 240 w 479"/>
              <a:gd name="T3" fmla="*/ 0 h 471"/>
              <a:gd name="T4" fmla="*/ 0 w 479"/>
              <a:gd name="T5" fmla="*/ 231 h 471"/>
              <a:gd name="T6" fmla="*/ 240 w 479"/>
              <a:gd name="T7" fmla="*/ 470 h 471"/>
              <a:gd name="T8" fmla="*/ 478 w 479"/>
              <a:gd name="T9" fmla="*/ 231 h 471"/>
              <a:gd name="T10" fmla="*/ 240 w 479"/>
              <a:gd name="T11" fmla="*/ 0 h 471"/>
              <a:gd name="T12" fmla="*/ 257 w 479"/>
              <a:gd name="T13" fmla="*/ 293 h 471"/>
              <a:gd name="T14" fmla="*/ 257 w 479"/>
              <a:gd name="T15" fmla="*/ 293 h 471"/>
              <a:gd name="T16" fmla="*/ 222 w 479"/>
              <a:gd name="T17" fmla="*/ 275 h 471"/>
              <a:gd name="T18" fmla="*/ 186 w 479"/>
              <a:gd name="T19" fmla="*/ 363 h 471"/>
              <a:gd name="T20" fmla="*/ 204 w 479"/>
              <a:gd name="T21" fmla="*/ 231 h 471"/>
              <a:gd name="T22" fmla="*/ 240 w 479"/>
              <a:gd name="T23" fmla="*/ 169 h 471"/>
              <a:gd name="T24" fmla="*/ 249 w 479"/>
              <a:gd name="T25" fmla="*/ 266 h 471"/>
              <a:gd name="T26" fmla="*/ 284 w 479"/>
              <a:gd name="T27" fmla="*/ 151 h 471"/>
              <a:gd name="T28" fmla="*/ 169 w 479"/>
              <a:gd name="T29" fmla="*/ 213 h 471"/>
              <a:gd name="T30" fmla="*/ 178 w 479"/>
              <a:gd name="T31" fmla="*/ 257 h 471"/>
              <a:gd name="T32" fmla="*/ 142 w 479"/>
              <a:gd name="T33" fmla="*/ 195 h 471"/>
              <a:gd name="T34" fmla="*/ 231 w 479"/>
              <a:gd name="T35" fmla="*/ 107 h 471"/>
              <a:gd name="T36" fmla="*/ 337 w 479"/>
              <a:gd name="T37" fmla="*/ 178 h 471"/>
              <a:gd name="T38" fmla="*/ 257 w 479"/>
              <a:gd name="T39" fmla="*/ 293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79" h="471">
                <a:moveTo>
                  <a:pt x="240" y="0"/>
                </a:moveTo>
                <a:lnTo>
                  <a:pt x="240" y="0"/>
                </a:lnTo>
                <a:cubicBezTo>
                  <a:pt x="106" y="0"/>
                  <a:pt x="0" y="107"/>
                  <a:pt x="0" y="231"/>
                </a:cubicBezTo>
                <a:cubicBezTo>
                  <a:pt x="0" y="363"/>
                  <a:pt x="106" y="470"/>
                  <a:pt x="240" y="470"/>
                </a:cubicBezTo>
                <a:cubicBezTo>
                  <a:pt x="372" y="470"/>
                  <a:pt x="478" y="363"/>
                  <a:pt x="478" y="231"/>
                </a:cubicBezTo>
                <a:cubicBezTo>
                  <a:pt x="478" y="107"/>
                  <a:pt x="372" y="0"/>
                  <a:pt x="240" y="0"/>
                </a:cubicBezTo>
                <a:close/>
                <a:moveTo>
                  <a:pt x="257" y="293"/>
                </a:moveTo>
                <a:lnTo>
                  <a:pt x="257" y="293"/>
                </a:lnTo>
                <a:cubicBezTo>
                  <a:pt x="240" y="293"/>
                  <a:pt x="231" y="284"/>
                  <a:pt x="222" y="275"/>
                </a:cubicBezTo>
                <a:cubicBezTo>
                  <a:pt x="213" y="310"/>
                  <a:pt x="204" y="346"/>
                  <a:pt x="186" y="363"/>
                </a:cubicBezTo>
                <a:cubicBezTo>
                  <a:pt x="178" y="310"/>
                  <a:pt x="195" y="266"/>
                  <a:pt x="204" y="231"/>
                </a:cubicBezTo>
                <a:cubicBezTo>
                  <a:pt x="186" y="204"/>
                  <a:pt x="204" y="151"/>
                  <a:pt x="240" y="169"/>
                </a:cubicBezTo>
                <a:cubicBezTo>
                  <a:pt x="275" y="178"/>
                  <a:pt x="204" y="257"/>
                  <a:pt x="249" y="266"/>
                </a:cubicBezTo>
                <a:cubicBezTo>
                  <a:pt x="302" y="275"/>
                  <a:pt x="319" y="178"/>
                  <a:pt x="284" y="151"/>
                </a:cubicBezTo>
                <a:cubicBezTo>
                  <a:pt x="249" y="107"/>
                  <a:pt x="159" y="151"/>
                  <a:pt x="169" y="213"/>
                </a:cubicBezTo>
                <a:cubicBezTo>
                  <a:pt x="178" y="231"/>
                  <a:pt x="186" y="231"/>
                  <a:pt x="178" y="257"/>
                </a:cubicBezTo>
                <a:cubicBezTo>
                  <a:pt x="151" y="248"/>
                  <a:pt x="142" y="222"/>
                  <a:pt x="142" y="195"/>
                </a:cubicBezTo>
                <a:cubicBezTo>
                  <a:pt x="142" y="151"/>
                  <a:pt x="186" y="116"/>
                  <a:pt x="231" y="107"/>
                </a:cubicBezTo>
                <a:cubicBezTo>
                  <a:pt x="284" y="107"/>
                  <a:pt x="328" y="134"/>
                  <a:pt x="337" y="178"/>
                </a:cubicBezTo>
                <a:cubicBezTo>
                  <a:pt x="346" y="231"/>
                  <a:pt x="310" y="293"/>
                  <a:pt x="257" y="293"/>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97" name="Freeform 53">
            <a:extLst>
              <a:ext uri="{FF2B5EF4-FFF2-40B4-BE49-F238E27FC236}">
                <a16:creationId xmlns:a16="http://schemas.microsoft.com/office/drawing/2014/main" id="{298CB4CD-889E-C3FB-3A67-EF76DE6E40EA}"/>
              </a:ext>
            </a:extLst>
          </p:cNvPr>
          <p:cNvSpPr>
            <a:spLocks noChangeArrowheads="1"/>
          </p:cNvSpPr>
          <p:nvPr/>
        </p:nvSpPr>
        <p:spPr bwMode="auto">
          <a:xfrm>
            <a:off x="6956807" y="3474601"/>
            <a:ext cx="444536" cy="436095"/>
          </a:xfrm>
          <a:custGeom>
            <a:avLst/>
            <a:gdLst>
              <a:gd name="T0" fmla="*/ 195 w 462"/>
              <a:gd name="T1" fmla="*/ 0 h 453"/>
              <a:gd name="T2" fmla="*/ 195 w 462"/>
              <a:gd name="T3" fmla="*/ 0 h 453"/>
              <a:gd name="T4" fmla="*/ 0 w 462"/>
              <a:gd name="T5" fmla="*/ 222 h 453"/>
              <a:gd name="T6" fmla="*/ 53 w 462"/>
              <a:gd name="T7" fmla="*/ 372 h 453"/>
              <a:gd name="T8" fmla="*/ 195 w 462"/>
              <a:gd name="T9" fmla="*/ 142 h 453"/>
              <a:gd name="T10" fmla="*/ 195 w 462"/>
              <a:gd name="T11" fmla="*/ 0 h 453"/>
              <a:gd name="T12" fmla="*/ 230 w 462"/>
              <a:gd name="T13" fmla="*/ 284 h 453"/>
              <a:gd name="T14" fmla="*/ 230 w 462"/>
              <a:gd name="T15" fmla="*/ 284 h 453"/>
              <a:gd name="T16" fmla="*/ 124 w 462"/>
              <a:gd name="T17" fmla="*/ 425 h 453"/>
              <a:gd name="T18" fmla="*/ 230 w 462"/>
              <a:gd name="T19" fmla="*/ 452 h 453"/>
              <a:gd name="T20" fmla="*/ 336 w 462"/>
              <a:gd name="T21" fmla="*/ 425 h 453"/>
              <a:gd name="T22" fmla="*/ 230 w 462"/>
              <a:gd name="T23" fmla="*/ 284 h 453"/>
              <a:gd name="T24" fmla="*/ 265 w 462"/>
              <a:gd name="T25" fmla="*/ 142 h 453"/>
              <a:gd name="T26" fmla="*/ 265 w 462"/>
              <a:gd name="T27" fmla="*/ 142 h 453"/>
              <a:gd name="T28" fmla="*/ 408 w 462"/>
              <a:gd name="T29" fmla="*/ 372 h 453"/>
              <a:gd name="T30" fmla="*/ 461 w 462"/>
              <a:gd name="T31" fmla="*/ 222 h 453"/>
              <a:gd name="T32" fmla="*/ 265 w 462"/>
              <a:gd name="T33" fmla="*/ 0 h 453"/>
              <a:gd name="T34" fmla="*/ 265 w 462"/>
              <a:gd name="T35" fmla="*/ 142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62" h="453">
                <a:moveTo>
                  <a:pt x="195" y="0"/>
                </a:moveTo>
                <a:lnTo>
                  <a:pt x="195" y="0"/>
                </a:lnTo>
                <a:cubicBezTo>
                  <a:pt x="79" y="18"/>
                  <a:pt x="0" y="106"/>
                  <a:pt x="0" y="222"/>
                </a:cubicBezTo>
                <a:cubicBezTo>
                  <a:pt x="0" y="284"/>
                  <a:pt x="26" y="328"/>
                  <a:pt x="53" y="372"/>
                </a:cubicBezTo>
                <a:cubicBezTo>
                  <a:pt x="133" y="337"/>
                  <a:pt x="195" y="248"/>
                  <a:pt x="195" y="142"/>
                </a:cubicBezTo>
                <a:lnTo>
                  <a:pt x="195" y="0"/>
                </a:lnTo>
                <a:close/>
                <a:moveTo>
                  <a:pt x="230" y="284"/>
                </a:moveTo>
                <a:lnTo>
                  <a:pt x="230" y="284"/>
                </a:lnTo>
                <a:cubicBezTo>
                  <a:pt x="212" y="337"/>
                  <a:pt x="177" y="390"/>
                  <a:pt x="124" y="425"/>
                </a:cubicBezTo>
                <a:cubicBezTo>
                  <a:pt x="151" y="443"/>
                  <a:pt x="186" y="452"/>
                  <a:pt x="230" y="452"/>
                </a:cubicBezTo>
                <a:cubicBezTo>
                  <a:pt x="265" y="452"/>
                  <a:pt x="310" y="443"/>
                  <a:pt x="336" y="425"/>
                </a:cubicBezTo>
                <a:cubicBezTo>
                  <a:pt x="283" y="390"/>
                  <a:pt x="248" y="337"/>
                  <a:pt x="230" y="284"/>
                </a:cubicBezTo>
                <a:close/>
                <a:moveTo>
                  <a:pt x="265" y="142"/>
                </a:moveTo>
                <a:lnTo>
                  <a:pt x="265" y="142"/>
                </a:lnTo>
                <a:cubicBezTo>
                  <a:pt x="265" y="248"/>
                  <a:pt x="327" y="328"/>
                  <a:pt x="408" y="372"/>
                </a:cubicBezTo>
                <a:cubicBezTo>
                  <a:pt x="434" y="328"/>
                  <a:pt x="461" y="284"/>
                  <a:pt x="461" y="222"/>
                </a:cubicBezTo>
                <a:cubicBezTo>
                  <a:pt x="461" y="106"/>
                  <a:pt x="372" y="18"/>
                  <a:pt x="265" y="0"/>
                </a:cubicBezTo>
                <a:lnTo>
                  <a:pt x="265" y="142"/>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98" name="Freeform 54">
            <a:extLst>
              <a:ext uri="{FF2B5EF4-FFF2-40B4-BE49-F238E27FC236}">
                <a16:creationId xmlns:a16="http://schemas.microsoft.com/office/drawing/2014/main" id="{9B11C8B6-DE1A-A2B0-D095-176A8B30DA83}"/>
              </a:ext>
            </a:extLst>
          </p:cNvPr>
          <p:cNvSpPr>
            <a:spLocks noChangeArrowheads="1"/>
          </p:cNvSpPr>
          <p:nvPr/>
        </p:nvSpPr>
        <p:spPr bwMode="auto">
          <a:xfrm>
            <a:off x="10771943" y="2554578"/>
            <a:ext cx="461418" cy="368572"/>
          </a:xfrm>
          <a:custGeom>
            <a:avLst/>
            <a:gdLst>
              <a:gd name="T0" fmla="*/ 381 w 480"/>
              <a:gd name="T1" fmla="*/ 168 h 382"/>
              <a:gd name="T2" fmla="*/ 381 w 480"/>
              <a:gd name="T3" fmla="*/ 168 h 382"/>
              <a:gd name="T4" fmla="*/ 453 w 480"/>
              <a:gd name="T5" fmla="*/ 80 h 382"/>
              <a:gd name="T6" fmla="*/ 302 w 480"/>
              <a:gd name="T7" fmla="*/ 27 h 382"/>
              <a:gd name="T8" fmla="*/ 284 w 480"/>
              <a:gd name="T9" fmla="*/ 18 h 382"/>
              <a:gd name="T10" fmla="*/ 284 w 480"/>
              <a:gd name="T11" fmla="*/ 160 h 382"/>
              <a:gd name="T12" fmla="*/ 222 w 480"/>
              <a:gd name="T13" fmla="*/ 266 h 382"/>
              <a:gd name="T14" fmla="*/ 106 w 480"/>
              <a:gd name="T15" fmla="*/ 230 h 382"/>
              <a:gd name="T16" fmla="*/ 160 w 480"/>
              <a:gd name="T17" fmla="*/ 115 h 382"/>
              <a:gd name="T18" fmla="*/ 240 w 480"/>
              <a:gd name="T19" fmla="*/ 115 h 382"/>
              <a:gd name="T20" fmla="*/ 240 w 480"/>
              <a:gd name="T21" fmla="*/ 0 h 382"/>
              <a:gd name="T22" fmla="*/ 196 w 480"/>
              <a:gd name="T23" fmla="*/ 0 h 382"/>
              <a:gd name="T24" fmla="*/ 0 w 480"/>
              <a:gd name="T25" fmla="*/ 186 h 382"/>
              <a:gd name="T26" fmla="*/ 196 w 480"/>
              <a:gd name="T27" fmla="*/ 381 h 382"/>
              <a:gd name="T28" fmla="*/ 381 w 480"/>
              <a:gd name="T29" fmla="*/ 186 h 382"/>
              <a:gd name="T30" fmla="*/ 381 w 480"/>
              <a:gd name="T31" fmla="*/ 168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80" h="382">
                <a:moveTo>
                  <a:pt x="381" y="168"/>
                </a:moveTo>
                <a:lnTo>
                  <a:pt x="381" y="168"/>
                </a:lnTo>
                <a:cubicBezTo>
                  <a:pt x="443" y="151"/>
                  <a:pt x="479" y="89"/>
                  <a:pt x="453" y="80"/>
                </a:cubicBezTo>
                <a:cubicBezTo>
                  <a:pt x="390" y="80"/>
                  <a:pt x="337" y="53"/>
                  <a:pt x="302" y="27"/>
                </a:cubicBezTo>
                <a:cubicBezTo>
                  <a:pt x="293" y="27"/>
                  <a:pt x="293" y="27"/>
                  <a:pt x="284" y="18"/>
                </a:cubicBezTo>
                <a:cubicBezTo>
                  <a:pt x="284" y="160"/>
                  <a:pt x="284" y="160"/>
                  <a:pt x="284" y="160"/>
                </a:cubicBezTo>
                <a:cubicBezTo>
                  <a:pt x="284" y="213"/>
                  <a:pt x="257" y="248"/>
                  <a:pt x="222" y="266"/>
                </a:cubicBezTo>
                <a:cubicBezTo>
                  <a:pt x="178" y="283"/>
                  <a:pt x="124" y="275"/>
                  <a:pt x="106" y="230"/>
                </a:cubicBezTo>
                <a:cubicBezTo>
                  <a:pt x="90" y="195"/>
                  <a:pt x="115" y="142"/>
                  <a:pt x="160" y="115"/>
                </a:cubicBezTo>
                <a:cubicBezTo>
                  <a:pt x="187" y="106"/>
                  <a:pt x="213" y="106"/>
                  <a:pt x="240" y="115"/>
                </a:cubicBezTo>
                <a:cubicBezTo>
                  <a:pt x="240" y="0"/>
                  <a:pt x="240" y="0"/>
                  <a:pt x="240" y="0"/>
                </a:cubicBezTo>
                <a:cubicBezTo>
                  <a:pt x="222" y="0"/>
                  <a:pt x="213" y="0"/>
                  <a:pt x="196" y="0"/>
                </a:cubicBezTo>
                <a:cubicBezTo>
                  <a:pt x="90" y="0"/>
                  <a:pt x="0" y="80"/>
                  <a:pt x="0" y="186"/>
                </a:cubicBezTo>
                <a:cubicBezTo>
                  <a:pt x="0" y="293"/>
                  <a:pt x="90" y="381"/>
                  <a:pt x="196" y="381"/>
                </a:cubicBezTo>
                <a:cubicBezTo>
                  <a:pt x="302" y="381"/>
                  <a:pt x="381" y="293"/>
                  <a:pt x="381" y="186"/>
                </a:cubicBezTo>
                <a:cubicBezTo>
                  <a:pt x="381" y="177"/>
                  <a:pt x="381" y="168"/>
                  <a:pt x="381" y="168"/>
                </a:cubicBez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99" name="Freeform 55">
            <a:extLst>
              <a:ext uri="{FF2B5EF4-FFF2-40B4-BE49-F238E27FC236}">
                <a16:creationId xmlns:a16="http://schemas.microsoft.com/office/drawing/2014/main" id="{7E4F7FFA-4AA2-FCCC-567E-7F6CF1A17746}"/>
              </a:ext>
            </a:extLst>
          </p:cNvPr>
          <p:cNvSpPr>
            <a:spLocks noChangeArrowheads="1"/>
          </p:cNvSpPr>
          <p:nvPr/>
        </p:nvSpPr>
        <p:spPr bwMode="auto">
          <a:xfrm>
            <a:off x="3085405" y="5345593"/>
            <a:ext cx="461418" cy="452976"/>
          </a:xfrm>
          <a:custGeom>
            <a:avLst/>
            <a:gdLst>
              <a:gd name="T0" fmla="*/ 239 w 480"/>
              <a:gd name="T1" fmla="*/ 0 h 471"/>
              <a:gd name="T2" fmla="*/ 239 w 480"/>
              <a:gd name="T3" fmla="*/ 0 h 471"/>
              <a:gd name="T4" fmla="*/ 0 w 480"/>
              <a:gd name="T5" fmla="*/ 231 h 471"/>
              <a:gd name="T6" fmla="*/ 239 w 480"/>
              <a:gd name="T7" fmla="*/ 470 h 471"/>
              <a:gd name="T8" fmla="*/ 479 w 480"/>
              <a:gd name="T9" fmla="*/ 231 h 471"/>
              <a:gd name="T10" fmla="*/ 239 w 480"/>
              <a:gd name="T11" fmla="*/ 0 h 471"/>
              <a:gd name="T12" fmla="*/ 328 w 480"/>
              <a:gd name="T13" fmla="*/ 222 h 471"/>
              <a:gd name="T14" fmla="*/ 328 w 480"/>
              <a:gd name="T15" fmla="*/ 222 h 471"/>
              <a:gd name="T16" fmla="*/ 328 w 480"/>
              <a:gd name="T17" fmla="*/ 231 h 471"/>
              <a:gd name="T18" fmla="*/ 230 w 480"/>
              <a:gd name="T19" fmla="*/ 328 h 471"/>
              <a:gd name="T20" fmla="*/ 133 w 480"/>
              <a:gd name="T21" fmla="*/ 231 h 471"/>
              <a:gd name="T22" fmla="*/ 230 w 480"/>
              <a:gd name="T23" fmla="*/ 134 h 471"/>
              <a:gd name="T24" fmla="*/ 248 w 480"/>
              <a:gd name="T25" fmla="*/ 143 h 471"/>
              <a:gd name="T26" fmla="*/ 248 w 480"/>
              <a:gd name="T27" fmla="*/ 196 h 471"/>
              <a:gd name="T28" fmla="*/ 213 w 480"/>
              <a:gd name="T29" fmla="*/ 196 h 471"/>
              <a:gd name="T30" fmla="*/ 186 w 480"/>
              <a:gd name="T31" fmla="*/ 258 h 471"/>
              <a:gd name="T32" fmla="*/ 248 w 480"/>
              <a:gd name="T33" fmla="*/ 275 h 471"/>
              <a:gd name="T34" fmla="*/ 275 w 480"/>
              <a:gd name="T35" fmla="*/ 222 h 471"/>
              <a:gd name="T36" fmla="*/ 275 w 480"/>
              <a:gd name="T37" fmla="*/ 151 h 471"/>
              <a:gd name="T38" fmla="*/ 283 w 480"/>
              <a:gd name="T39" fmla="*/ 151 h 471"/>
              <a:gd name="T40" fmla="*/ 354 w 480"/>
              <a:gd name="T41" fmla="*/ 178 h 471"/>
              <a:gd name="T42" fmla="*/ 328 w 480"/>
              <a:gd name="T43" fmla="*/ 222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80" h="471">
                <a:moveTo>
                  <a:pt x="239" y="0"/>
                </a:moveTo>
                <a:lnTo>
                  <a:pt x="239" y="0"/>
                </a:lnTo>
                <a:cubicBezTo>
                  <a:pt x="107" y="0"/>
                  <a:pt x="0" y="107"/>
                  <a:pt x="0" y="231"/>
                </a:cubicBezTo>
                <a:cubicBezTo>
                  <a:pt x="0" y="364"/>
                  <a:pt x="107" y="470"/>
                  <a:pt x="239" y="470"/>
                </a:cubicBezTo>
                <a:cubicBezTo>
                  <a:pt x="372" y="470"/>
                  <a:pt x="479" y="364"/>
                  <a:pt x="479" y="231"/>
                </a:cubicBezTo>
                <a:cubicBezTo>
                  <a:pt x="479" y="107"/>
                  <a:pt x="372" y="0"/>
                  <a:pt x="239" y="0"/>
                </a:cubicBezTo>
                <a:close/>
                <a:moveTo>
                  <a:pt x="328" y="222"/>
                </a:moveTo>
                <a:lnTo>
                  <a:pt x="328" y="222"/>
                </a:lnTo>
                <a:lnTo>
                  <a:pt x="328" y="231"/>
                </a:lnTo>
                <a:cubicBezTo>
                  <a:pt x="328" y="293"/>
                  <a:pt x="283" y="328"/>
                  <a:pt x="230" y="328"/>
                </a:cubicBezTo>
                <a:cubicBezTo>
                  <a:pt x="177" y="328"/>
                  <a:pt x="133" y="293"/>
                  <a:pt x="133" y="231"/>
                </a:cubicBezTo>
                <a:cubicBezTo>
                  <a:pt x="133" y="178"/>
                  <a:pt x="177" y="134"/>
                  <a:pt x="230" y="134"/>
                </a:cubicBezTo>
                <a:cubicBezTo>
                  <a:pt x="239" y="134"/>
                  <a:pt x="248" y="134"/>
                  <a:pt x="248" y="143"/>
                </a:cubicBezTo>
                <a:cubicBezTo>
                  <a:pt x="248" y="196"/>
                  <a:pt x="248" y="196"/>
                  <a:pt x="248" y="196"/>
                </a:cubicBezTo>
                <a:cubicBezTo>
                  <a:pt x="239" y="187"/>
                  <a:pt x="222" y="196"/>
                  <a:pt x="213" y="196"/>
                </a:cubicBezTo>
                <a:cubicBezTo>
                  <a:pt x="186" y="213"/>
                  <a:pt x="177" y="231"/>
                  <a:pt x="186" y="258"/>
                </a:cubicBezTo>
                <a:cubicBezTo>
                  <a:pt x="195" y="275"/>
                  <a:pt x="222" y="284"/>
                  <a:pt x="248" y="275"/>
                </a:cubicBezTo>
                <a:cubicBezTo>
                  <a:pt x="257" y="267"/>
                  <a:pt x="275" y="249"/>
                  <a:pt x="275" y="222"/>
                </a:cubicBezTo>
                <a:cubicBezTo>
                  <a:pt x="275" y="151"/>
                  <a:pt x="275" y="151"/>
                  <a:pt x="275" y="151"/>
                </a:cubicBezTo>
                <a:lnTo>
                  <a:pt x="283" y="151"/>
                </a:lnTo>
                <a:cubicBezTo>
                  <a:pt x="301" y="160"/>
                  <a:pt x="328" y="178"/>
                  <a:pt x="354" y="178"/>
                </a:cubicBezTo>
                <a:cubicBezTo>
                  <a:pt x="372" y="178"/>
                  <a:pt x="354" y="213"/>
                  <a:pt x="328" y="222"/>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0" name="Freeform 56">
            <a:extLst>
              <a:ext uri="{FF2B5EF4-FFF2-40B4-BE49-F238E27FC236}">
                <a16:creationId xmlns:a16="http://schemas.microsoft.com/office/drawing/2014/main" id="{977186A8-636B-B998-8091-53F2BF114D6A}"/>
              </a:ext>
            </a:extLst>
          </p:cNvPr>
          <p:cNvSpPr>
            <a:spLocks noChangeArrowheads="1"/>
          </p:cNvSpPr>
          <p:nvPr/>
        </p:nvSpPr>
        <p:spPr bwMode="auto">
          <a:xfrm>
            <a:off x="3186687" y="3474601"/>
            <a:ext cx="393893" cy="436095"/>
          </a:xfrm>
          <a:custGeom>
            <a:avLst/>
            <a:gdLst>
              <a:gd name="T0" fmla="*/ 364 w 409"/>
              <a:gd name="T1" fmla="*/ 80 h 453"/>
              <a:gd name="T2" fmla="*/ 364 w 409"/>
              <a:gd name="T3" fmla="*/ 80 h 453"/>
              <a:gd name="T4" fmla="*/ 329 w 409"/>
              <a:gd name="T5" fmla="*/ 53 h 453"/>
              <a:gd name="T6" fmla="*/ 222 w 409"/>
              <a:gd name="T7" fmla="*/ 45 h 453"/>
              <a:gd name="T8" fmla="*/ 204 w 409"/>
              <a:gd name="T9" fmla="*/ 9 h 453"/>
              <a:gd name="T10" fmla="*/ 142 w 409"/>
              <a:gd name="T11" fmla="*/ 0 h 453"/>
              <a:gd name="T12" fmla="*/ 124 w 409"/>
              <a:gd name="T13" fmla="*/ 45 h 453"/>
              <a:gd name="T14" fmla="*/ 124 w 409"/>
              <a:gd name="T15" fmla="*/ 98 h 453"/>
              <a:gd name="T16" fmla="*/ 80 w 409"/>
              <a:gd name="T17" fmla="*/ 133 h 453"/>
              <a:gd name="T18" fmla="*/ 27 w 409"/>
              <a:gd name="T19" fmla="*/ 133 h 453"/>
              <a:gd name="T20" fmla="*/ 0 w 409"/>
              <a:gd name="T21" fmla="*/ 151 h 453"/>
              <a:gd name="T22" fmla="*/ 45 w 409"/>
              <a:gd name="T23" fmla="*/ 302 h 453"/>
              <a:gd name="T24" fmla="*/ 169 w 409"/>
              <a:gd name="T25" fmla="*/ 319 h 453"/>
              <a:gd name="T26" fmla="*/ 186 w 409"/>
              <a:gd name="T27" fmla="*/ 266 h 453"/>
              <a:gd name="T28" fmla="*/ 231 w 409"/>
              <a:gd name="T29" fmla="*/ 310 h 453"/>
              <a:gd name="T30" fmla="*/ 302 w 409"/>
              <a:gd name="T31" fmla="*/ 337 h 453"/>
              <a:gd name="T32" fmla="*/ 293 w 409"/>
              <a:gd name="T33" fmla="*/ 399 h 453"/>
              <a:gd name="T34" fmla="*/ 248 w 409"/>
              <a:gd name="T35" fmla="*/ 408 h 453"/>
              <a:gd name="T36" fmla="*/ 239 w 409"/>
              <a:gd name="T37" fmla="*/ 372 h 453"/>
              <a:gd name="T38" fmla="*/ 257 w 409"/>
              <a:gd name="T39" fmla="*/ 372 h 453"/>
              <a:gd name="T40" fmla="*/ 257 w 409"/>
              <a:gd name="T41" fmla="*/ 337 h 453"/>
              <a:gd name="T42" fmla="*/ 186 w 409"/>
              <a:gd name="T43" fmla="*/ 372 h 453"/>
              <a:gd name="T44" fmla="*/ 195 w 409"/>
              <a:gd name="T45" fmla="*/ 434 h 453"/>
              <a:gd name="T46" fmla="*/ 293 w 409"/>
              <a:gd name="T47" fmla="*/ 452 h 453"/>
              <a:gd name="T48" fmla="*/ 364 w 409"/>
              <a:gd name="T49" fmla="*/ 80 h 453"/>
              <a:gd name="T50" fmla="*/ 319 w 409"/>
              <a:gd name="T51" fmla="*/ 231 h 453"/>
              <a:gd name="T52" fmla="*/ 319 w 409"/>
              <a:gd name="T53" fmla="*/ 231 h 453"/>
              <a:gd name="T54" fmla="*/ 284 w 409"/>
              <a:gd name="T55" fmla="*/ 222 h 453"/>
              <a:gd name="T56" fmla="*/ 248 w 409"/>
              <a:gd name="T57" fmla="*/ 231 h 453"/>
              <a:gd name="T58" fmla="*/ 284 w 409"/>
              <a:gd name="T59" fmla="*/ 177 h 453"/>
              <a:gd name="T60" fmla="*/ 319 w 409"/>
              <a:gd name="T61" fmla="*/ 231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09" h="453">
                <a:moveTo>
                  <a:pt x="364" y="80"/>
                </a:moveTo>
                <a:lnTo>
                  <a:pt x="364" y="80"/>
                </a:lnTo>
                <a:cubicBezTo>
                  <a:pt x="364" y="53"/>
                  <a:pt x="329" y="53"/>
                  <a:pt x="329" y="53"/>
                </a:cubicBezTo>
                <a:cubicBezTo>
                  <a:pt x="222" y="45"/>
                  <a:pt x="222" y="45"/>
                  <a:pt x="222" y="45"/>
                </a:cubicBezTo>
                <a:cubicBezTo>
                  <a:pt x="222" y="45"/>
                  <a:pt x="222" y="18"/>
                  <a:pt x="204" y="9"/>
                </a:cubicBezTo>
                <a:cubicBezTo>
                  <a:pt x="177" y="0"/>
                  <a:pt x="160" y="0"/>
                  <a:pt x="142" y="0"/>
                </a:cubicBezTo>
                <a:cubicBezTo>
                  <a:pt x="124" y="0"/>
                  <a:pt x="124" y="27"/>
                  <a:pt x="124" y="45"/>
                </a:cubicBezTo>
                <a:cubicBezTo>
                  <a:pt x="124" y="62"/>
                  <a:pt x="124" y="89"/>
                  <a:pt x="124" y="98"/>
                </a:cubicBezTo>
                <a:cubicBezTo>
                  <a:pt x="124" y="124"/>
                  <a:pt x="116" y="133"/>
                  <a:pt x="80" y="133"/>
                </a:cubicBezTo>
                <a:cubicBezTo>
                  <a:pt x="27" y="133"/>
                  <a:pt x="27" y="133"/>
                  <a:pt x="27" y="133"/>
                </a:cubicBezTo>
                <a:cubicBezTo>
                  <a:pt x="10" y="133"/>
                  <a:pt x="0" y="133"/>
                  <a:pt x="0" y="151"/>
                </a:cubicBezTo>
                <a:cubicBezTo>
                  <a:pt x="0" y="159"/>
                  <a:pt x="18" y="275"/>
                  <a:pt x="45" y="302"/>
                </a:cubicBezTo>
                <a:cubicBezTo>
                  <a:pt x="63" y="310"/>
                  <a:pt x="151" y="319"/>
                  <a:pt x="169" y="319"/>
                </a:cubicBezTo>
                <a:cubicBezTo>
                  <a:pt x="186" y="319"/>
                  <a:pt x="177" y="266"/>
                  <a:pt x="186" y="266"/>
                </a:cubicBezTo>
                <a:cubicBezTo>
                  <a:pt x="195" y="266"/>
                  <a:pt x="195" y="302"/>
                  <a:pt x="231" y="310"/>
                </a:cubicBezTo>
                <a:cubicBezTo>
                  <a:pt x="257" y="310"/>
                  <a:pt x="302" y="310"/>
                  <a:pt x="302" y="337"/>
                </a:cubicBezTo>
                <a:cubicBezTo>
                  <a:pt x="302" y="363"/>
                  <a:pt x="310" y="399"/>
                  <a:pt x="293" y="399"/>
                </a:cubicBezTo>
                <a:cubicBezTo>
                  <a:pt x="248" y="408"/>
                  <a:pt x="248" y="408"/>
                  <a:pt x="248" y="408"/>
                </a:cubicBezTo>
                <a:cubicBezTo>
                  <a:pt x="213" y="399"/>
                  <a:pt x="222" y="372"/>
                  <a:pt x="239" y="372"/>
                </a:cubicBezTo>
                <a:cubicBezTo>
                  <a:pt x="248" y="372"/>
                  <a:pt x="257" y="372"/>
                  <a:pt x="257" y="372"/>
                </a:cubicBezTo>
                <a:cubicBezTo>
                  <a:pt x="257" y="337"/>
                  <a:pt x="257" y="337"/>
                  <a:pt x="257" y="337"/>
                </a:cubicBezTo>
                <a:cubicBezTo>
                  <a:pt x="257" y="337"/>
                  <a:pt x="195" y="328"/>
                  <a:pt x="186" y="372"/>
                </a:cubicBezTo>
                <a:cubicBezTo>
                  <a:pt x="186" y="417"/>
                  <a:pt x="195" y="434"/>
                  <a:pt x="195" y="434"/>
                </a:cubicBezTo>
                <a:cubicBezTo>
                  <a:pt x="204" y="443"/>
                  <a:pt x="213" y="452"/>
                  <a:pt x="293" y="452"/>
                </a:cubicBezTo>
                <a:cubicBezTo>
                  <a:pt x="408" y="452"/>
                  <a:pt x="364" y="115"/>
                  <a:pt x="364" y="80"/>
                </a:cubicBezTo>
                <a:close/>
                <a:moveTo>
                  <a:pt x="319" y="231"/>
                </a:moveTo>
                <a:lnTo>
                  <a:pt x="319" y="231"/>
                </a:lnTo>
                <a:cubicBezTo>
                  <a:pt x="319" y="240"/>
                  <a:pt x="302" y="222"/>
                  <a:pt x="284" y="222"/>
                </a:cubicBezTo>
                <a:cubicBezTo>
                  <a:pt x="266" y="222"/>
                  <a:pt x="248" y="231"/>
                  <a:pt x="248" y="231"/>
                </a:cubicBezTo>
                <a:cubicBezTo>
                  <a:pt x="239" y="222"/>
                  <a:pt x="248" y="177"/>
                  <a:pt x="284" y="177"/>
                </a:cubicBezTo>
                <a:cubicBezTo>
                  <a:pt x="310" y="177"/>
                  <a:pt x="329" y="231"/>
                  <a:pt x="319" y="231"/>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1" name="Freeform 57">
            <a:extLst>
              <a:ext uri="{FF2B5EF4-FFF2-40B4-BE49-F238E27FC236}">
                <a16:creationId xmlns:a16="http://schemas.microsoft.com/office/drawing/2014/main" id="{462F0393-E4FD-519F-7FBB-EF91C8BB54A7}"/>
              </a:ext>
            </a:extLst>
          </p:cNvPr>
          <p:cNvSpPr>
            <a:spLocks noChangeArrowheads="1"/>
          </p:cNvSpPr>
          <p:nvPr/>
        </p:nvSpPr>
        <p:spPr bwMode="auto">
          <a:xfrm>
            <a:off x="3186687" y="3483041"/>
            <a:ext cx="75966" cy="75966"/>
          </a:xfrm>
          <a:custGeom>
            <a:avLst/>
            <a:gdLst>
              <a:gd name="T0" fmla="*/ 80 w 81"/>
              <a:gd name="T1" fmla="*/ 71 h 81"/>
              <a:gd name="T2" fmla="*/ 80 w 81"/>
              <a:gd name="T3" fmla="*/ 71 h 81"/>
              <a:gd name="T4" fmla="*/ 80 w 81"/>
              <a:gd name="T5" fmla="*/ 0 h 81"/>
              <a:gd name="T6" fmla="*/ 0 w 81"/>
              <a:gd name="T7" fmla="*/ 80 h 81"/>
              <a:gd name="T8" fmla="*/ 71 w 81"/>
              <a:gd name="T9" fmla="*/ 80 h 81"/>
              <a:gd name="T10" fmla="*/ 80 w 81"/>
              <a:gd name="T11" fmla="*/ 71 h 81"/>
            </a:gdLst>
            <a:ahLst/>
            <a:cxnLst>
              <a:cxn ang="0">
                <a:pos x="T0" y="T1"/>
              </a:cxn>
              <a:cxn ang="0">
                <a:pos x="T2" y="T3"/>
              </a:cxn>
              <a:cxn ang="0">
                <a:pos x="T4" y="T5"/>
              </a:cxn>
              <a:cxn ang="0">
                <a:pos x="T6" y="T7"/>
              </a:cxn>
              <a:cxn ang="0">
                <a:pos x="T8" y="T9"/>
              </a:cxn>
              <a:cxn ang="0">
                <a:pos x="T10" y="T11"/>
              </a:cxn>
            </a:cxnLst>
            <a:rect l="0" t="0" r="r" b="b"/>
            <a:pathLst>
              <a:path w="81" h="81">
                <a:moveTo>
                  <a:pt x="80" y="71"/>
                </a:moveTo>
                <a:lnTo>
                  <a:pt x="80" y="71"/>
                </a:lnTo>
                <a:cubicBezTo>
                  <a:pt x="80" y="62"/>
                  <a:pt x="80" y="0"/>
                  <a:pt x="80" y="0"/>
                </a:cubicBezTo>
                <a:cubicBezTo>
                  <a:pt x="0" y="80"/>
                  <a:pt x="0" y="80"/>
                  <a:pt x="0" y="80"/>
                </a:cubicBezTo>
                <a:cubicBezTo>
                  <a:pt x="0" y="80"/>
                  <a:pt x="54" y="80"/>
                  <a:pt x="71" y="80"/>
                </a:cubicBezTo>
                <a:cubicBezTo>
                  <a:pt x="80" y="80"/>
                  <a:pt x="80" y="80"/>
                  <a:pt x="80" y="71"/>
                </a:cubicBez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2" name="Freeform 58">
            <a:extLst>
              <a:ext uri="{FF2B5EF4-FFF2-40B4-BE49-F238E27FC236}">
                <a16:creationId xmlns:a16="http://schemas.microsoft.com/office/drawing/2014/main" id="{DBB80149-D58A-93C1-4CBF-A014171B7D36}"/>
              </a:ext>
            </a:extLst>
          </p:cNvPr>
          <p:cNvSpPr>
            <a:spLocks noChangeArrowheads="1"/>
          </p:cNvSpPr>
          <p:nvPr/>
        </p:nvSpPr>
        <p:spPr bwMode="auto">
          <a:xfrm>
            <a:off x="5994582" y="1558591"/>
            <a:ext cx="461418" cy="455791"/>
          </a:xfrm>
          <a:custGeom>
            <a:avLst/>
            <a:gdLst>
              <a:gd name="T0" fmla="*/ 240 w 480"/>
              <a:gd name="T1" fmla="*/ 0 h 471"/>
              <a:gd name="T2" fmla="*/ 240 w 480"/>
              <a:gd name="T3" fmla="*/ 0 h 471"/>
              <a:gd name="T4" fmla="*/ 0 w 480"/>
              <a:gd name="T5" fmla="*/ 231 h 471"/>
              <a:gd name="T6" fmla="*/ 240 w 480"/>
              <a:gd name="T7" fmla="*/ 470 h 471"/>
              <a:gd name="T8" fmla="*/ 479 w 480"/>
              <a:gd name="T9" fmla="*/ 231 h 471"/>
              <a:gd name="T10" fmla="*/ 240 w 480"/>
              <a:gd name="T11" fmla="*/ 0 h 471"/>
              <a:gd name="T12" fmla="*/ 346 w 480"/>
              <a:gd name="T13" fmla="*/ 187 h 471"/>
              <a:gd name="T14" fmla="*/ 346 w 480"/>
              <a:gd name="T15" fmla="*/ 187 h 471"/>
              <a:gd name="T16" fmla="*/ 249 w 480"/>
              <a:gd name="T17" fmla="*/ 338 h 471"/>
              <a:gd name="T18" fmla="*/ 195 w 480"/>
              <a:gd name="T19" fmla="*/ 319 h 471"/>
              <a:gd name="T20" fmla="*/ 160 w 480"/>
              <a:gd name="T21" fmla="*/ 195 h 471"/>
              <a:gd name="T22" fmla="*/ 134 w 480"/>
              <a:gd name="T23" fmla="*/ 204 h 471"/>
              <a:gd name="T24" fmla="*/ 124 w 480"/>
              <a:gd name="T25" fmla="*/ 195 h 471"/>
              <a:gd name="T26" fmla="*/ 195 w 480"/>
              <a:gd name="T27" fmla="*/ 142 h 471"/>
              <a:gd name="T28" fmla="*/ 231 w 480"/>
              <a:gd name="T29" fmla="*/ 222 h 471"/>
              <a:gd name="T30" fmla="*/ 249 w 480"/>
              <a:gd name="T31" fmla="*/ 266 h 471"/>
              <a:gd name="T32" fmla="*/ 284 w 480"/>
              <a:gd name="T33" fmla="*/ 222 h 471"/>
              <a:gd name="T34" fmla="*/ 258 w 480"/>
              <a:gd name="T35" fmla="*/ 195 h 471"/>
              <a:gd name="T36" fmla="*/ 346 w 480"/>
              <a:gd name="T37" fmla="*/ 18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80" h="471">
                <a:moveTo>
                  <a:pt x="240" y="0"/>
                </a:moveTo>
                <a:lnTo>
                  <a:pt x="240" y="0"/>
                </a:lnTo>
                <a:cubicBezTo>
                  <a:pt x="107" y="0"/>
                  <a:pt x="0" y="107"/>
                  <a:pt x="0" y="231"/>
                </a:cubicBezTo>
                <a:cubicBezTo>
                  <a:pt x="0" y="363"/>
                  <a:pt x="107" y="470"/>
                  <a:pt x="240" y="470"/>
                </a:cubicBezTo>
                <a:cubicBezTo>
                  <a:pt x="372" y="470"/>
                  <a:pt x="479" y="363"/>
                  <a:pt x="479" y="231"/>
                </a:cubicBezTo>
                <a:cubicBezTo>
                  <a:pt x="479" y="107"/>
                  <a:pt x="372" y="0"/>
                  <a:pt x="240" y="0"/>
                </a:cubicBezTo>
                <a:close/>
                <a:moveTo>
                  <a:pt x="346" y="187"/>
                </a:moveTo>
                <a:lnTo>
                  <a:pt x="346" y="187"/>
                </a:lnTo>
                <a:cubicBezTo>
                  <a:pt x="337" y="257"/>
                  <a:pt x="266" y="319"/>
                  <a:pt x="249" y="338"/>
                </a:cubicBezTo>
                <a:cubicBezTo>
                  <a:pt x="222" y="346"/>
                  <a:pt x="205" y="328"/>
                  <a:pt x="195" y="319"/>
                </a:cubicBezTo>
                <a:cubicBezTo>
                  <a:pt x="187" y="301"/>
                  <a:pt x="169" y="204"/>
                  <a:pt x="160" y="195"/>
                </a:cubicBezTo>
                <a:cubicBezTo>
                  <a:pt x="151" y="195"/>
                  <a:pt x="134" y="204"/>
                  <a:pt x="134" y="204"/>
                </a:cubicBezTo>
                <a:cubicBezTo>
                  <a:pt x="124" y="195"/>
                  <a:pt x="124" y="195"/>
                  <a:pt x="124" y="195"/>
                </a:cubicBezTo>
                <a:cubicBezTo>
                  <a:pt x="124" y="195"/>
                  <a:pt x="160" y="151"/>
                  <a:pt x="195" y="142"/>
                </a:cubicBezTo>
                <a:cubicBezTo>
                  <a:pt x="222" y="134"/>
                  <a:pt x="222" y="187"/>
                  <a:pt x="231" y="222"/>
                </a:cubicBezTo>
                <a:cubicBezTo>
                  <a:pt x="240" y="248"/>
                  <a:pt x="240" y="266"/>
                  <a:pt x="249" y="266"/>
                </a:cubicBezTo>
                <a:cubicBezTo>
                  <a:pt x="258" y="266"/>
                  <a:pt x="266" y="248"/>
                  <a:pt x="284" y="222"/>
                </a:cubicBezTo>
                <a:cubicBezTo>
                  <a:pt x="293" y="204"/>
                  <a:pt x="275" y="178"/>
                  <a:pt x="258" y="195"/>
                </a:cubicBezTo>
                <a:cubicBezTo>
                  <a:pt x="266" y="134"/>
                  <a:pt x="364" y="116"/>
                  <a:pt x="346" y="187"/>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3" name="Freeform 59">
            <a:extLst>
              <a:ext uri="{FF2B5EF4-FFF2-40B4-BE49-F238E27FC236}">
                <a16:creationId xmlns:a16="http://schemas.microsoft.com/office/drawing/2014/main" id="{620DC164-DC03-4D62-D344-9993A98A9D6B}"/>
              </a:ext>
            </a:extLst>
          </p:cNvPr>
          <p:cNvSpPr>
            <a:spLocks noChangeArrowheads="1"/>
          </p:cNvSpPr>
          <p:nvPr/>
        </p:nvSpPr>
        <p:spPr bwMode="auto">
          <a:xfrm>
            <a:off x="4087014" y="1558591"/>
            <a:ext cx="461418" cy="455791"/>
          </a:xfrm>
          <a:custGeom>
            <a:avLst/>
            <a:gdLst>
              <a:gd name="T0" fmla="*/ 239 w 479"/>
              <a:gd name="T1" fmla="*/ 0 h 471"/>
              <a:gd name="T2" fmla="*/ 239 w 479"/>
              <a:gd name="T3" fmla="*/ 0 h 471"/>
              <a:gd name="T4" fmla="*/ 0 w 479"/>
              <a:gd name="T5" fmla="*/ 231 h 471"/>
              <a:gd name="T6" fmla="*/ 239 w 479"/>
              <a:gd name="T7" fmla="*/ 470 h 471"/>
              <a:gd name="T8" fmla="*/ 478 w 479"/>
              <a:gd name="T9" fmla="*/ 231 h 471"/>
              <a:gd name="T10" fmla="*/ 239 w 479"/>
              <a:gd name="T11" fmla="*/ 0 h 471"/>
              <a:gd name="T12" fmla="*/ 177 w 479"/>
              <a:gd name="T13" fmla="*/ 284 h 471"/>
              <a:gd name="T14" fmla="*/ 177 w 479"/>
              <a:gd name="T15" fmla="*/ 284 h 471"/>
              <a:gd name="T16" fmla="*/ 124 w 479"/>
              <a:gd name="T17" fmla="*/ 231 h 471"/>
              <a:gd name="T18" fmla="*/ 177 w 479"/>
              <a:gd name="T19" fmla="*/ 187 h 471"/>
              <a:gd name="T20" fmla="*/ 221 w 479"/>
              <a:gd name="T21" fmla="*/ 231 h 471"/>
              <a:gd name="T22" fmla="*/ 177 w 479"/>
              <a:gd name="T23" fmla="*/ 284 h 471"/>
              <a:gd name="T24" fmla="*/ 300 w 479"/>
              <a:gd name="T25" fmla="*/ 284 h 471"/>
              <a:gd name="T26" fmla="*/ 300 w 479"/>
              <a:gd name="T27" fmla="*/ 284 h 471"/>
              <a:gd name="T28" fmla="*/ 256 w 479"/>
              <a:gd name="T29" fmla="*/ 231 h 471"/>
              <a:gd name="T30" fmla="*/ 300 w 479"/>
              <a:gd name="T31" fmla="*/ 187 h 471"/>
              <a:gd name="T32" fmla="*/ 354 w 479"/>
              <a:gd name="T33" fmla="*/ 231 h 471"/>
              <a:gd name="T34" fmla="*/ 300 w 479"/>
              <a:gd name="T35" fmla="*/ 284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79" h="471">
                <a:moveTo>
                  <a:pt x="239" y="0"/>
                </a:moveTo>
                <a:lnTo>
                  <a:pt x="239" y="0"/>
                </a:lnTo>
                <a:cubicBezTo>
                  <a:pt x="106" y="0"/>
                  <a:pt x="0" y="107"/>
                  <a:pt x="0" y="231"/>
                </a:cubicBezTo>
                <a:cubicBezTo>
                  <a:pt x="0" y="363"/>
                  <a:pt x="106" y="470"/>
                  <a:pt x="239" y="470"/>
                </a:cubicBezTo>
                <a:cubicBezTo>
                  <a:pt x="372" y="470"/>
                  <a:pt x="478" y="363"/>
                  <a:pt x="478" y="231"/>
                </a:cubicBezTo>
                <a:cubicBezTo>
                  <a:pt x="478" y="107"/>
                  <a:pt x="372" y="0"/>
                  <a:pt x="239" y="0"/>
                </a:cubicBezTo>
                <a:close/>
                <a:moveTo>
                  <a:pt x="177" y="284"/>
                </a:moveTo>
                <a:lnTo>
                  <a:pt x="177" y="284"/>
                </a:lnTo>
                <a:cubicBezTo>
                  <a:pt x="150" y="284"/>
                  <a:pt x="124" y="266"/>
                  <a:pt x="124" y="231"/>
                </a:cubicBezTo>
                <a:cubicBezTo>
                  <a:pt x="124" y="204"/>
                  <a:pt x="150" y="187"/>
                  <a:pt x="177" y="187"/>
                </a:cubicBezTo>
                <a:cubicBezTo>
                  <a:pt x="203" y="187"/>
                  <a:pt x="221" y="204"/>
                  <a:pt x="221" y="231"/>
                </a:cubicBezTo>
                <a:cubicBezTo>
                  <a:pt x="221" y="266"/>
                  <a:pt x="203" y="284"/>
                  <a:pt x="177" y="284"/>
                </a:cubicBezTo>
                <a:close/>
                <a:moveTo>
                  <a:pt x="300" y="284"/>
                </a:moveTo>
                <a:lnTo>
                  <a:pt x="300" y="284"/>
                </a:lnTo>
                <a:cubicBezTo>
                  <a:pt x="275" y="284"/>
                  <a:pt x="256" y="266"/>
                  <a:pt x="256" y="231"/>
                </a:cubicBezTo>
                <a:cubicBezTo>
                  <a:pt x="256" y="204"/>
                  <a:pt x="275" y="187"/>
                  <a:pt x="300" y="187"/>
                </a:cubicBezTo>
                <a:cubicBezTo>
                  <a:pt x="328" y="187"/>
                  <a:pt x="354" y="204"/>
                  <a:pt x="354" y="231"/>
                </a:cubicBezTo>
                <a:cubicBezTo>
                  <a:pt x="354" y="266"/>
                  <a:pt x="328" y="284"/>
                  <a:pt x="300" y="284"/>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4" name="Freeform 60">
            <a:extLst>
              <a:ext uri="{FF2B5EF4-FFF2-40B4-BE49-F238E27FC236}">
                <a16:creationId xmlns:a16="http://schemas.microsoft.com/office/drawing/2014/main" id="{4DEB2B42-412F-6787-F42B-7737FE4197A8}"/>
              </a:ext>
            </a:extLst>
          </p:cNvPr>
          <p:cNvSpPr>
            <a:spLocks noChangeArrowheads="1"/>
          </p:cNvSpPr>
          <p:nvPr/>
        </p:nvSpPr>
        <p:spPr bwMode="auto">
          <a:xfrm>
            <a:off x="4129218" y="3499922"/>
            <a:ext cx="377012" cy="379826"/>
          </a:xfrm>
          <a:custGeom>
            <a:avLst/>
            <a:gdLst>
              <a:gd name="T0" fmla="*/ 89 w 391"/>
              <a:gd name="T1" fmla="*/ 160 h 399"/>
              <a:gd name="T2" fmla="*/ 89 w 391"/>
              <a:gd name="T3" fmla="*/ 160 h 399"/>
              <a:gd name="T4" fmla="*/ 133 w 391"/>
              <a:gd name="T5" fmla="*/ 88 h 399"/>
              <a:gd name="T6" fmla="*/ 186 w 391"/>
              <a:gd name="T7" fmla="*/ 88 h 399"/>
              <a:gd name="T8" fmla="*/ 186 w 391"/>
              <a:gd name="T9" fmla="*/ 150 h 399"/>
              <a:gd name="T10" fmla="*/ 186 w 391"/>
              <a:gd name="T11" fmla="*/ 150 h 399"/>
              <a:gd name="T12" fmla="*/ 195 w 391"/>
              <a:gd name="T13" fmla="*/ 160 h 399"/>
              <a:gd name="T14" fmla="*/ 195 w 391"/>
              <a:gd name="T15" fmla="*/ 150 h 399"/>
              <a:gd name="T16" fmla="*/ 354 w 391"/>
              <a:gd name="T17" fmla="*/ 0 h 399"/>
              <a:gd name="T18" fmla="*/ 248 w 391"/>
              <a:gd name="T19" fmla="*/ 0 h 399"/>
              <a:gd name="T20" fmla="*/ 133 w 391"/>
              <a:gd name="T21" fmla="*/ 0 h 399"/>
              <a:gd name="T22" fmla="*/ 0 w 391"/>
              <a:gd name="T23" fmla="*/ 150 h 399"/>
              <a:gd name="T24" fmla="*/ 0 w 391"/>
              <a:gd name="T25" fmla="*/ 354 h 399"/>
              <a:gd name="T26" fmla="*/ 89 w 391"/>
              <a:gd name="T27" fmla="*/ 266 h 399"/>
              <a:gd name="T28" fmla="*/ 89 w 391"/>
              <a:gd name="T29" fmla="*/ 160 h 399"/>
              <a:gd name="T30" fmla="*/ 301 w 391"/>
              <a:gd name="T31" fmla="*/ 132 h 399"/>
              <a:gd name="T32" fmla="*/ 301 w 391"/>
              <a:gd name="T33" fmla="*/ 132 h 399"/>
              <a:gd name="T34" fmla="*/ 301 w 391"/>
              <a:gd name="T35" fmla="*/ 239 h 399"/>
              <a:gd name="T36" fmla="*/ 256 w 391"/>
              <a:gd name="T37" fmla="*/ 310 h 399"/>
              <a:gd name="T38" fmla="*/ 203 w 391"/>
              <a:gd name="T39" fmla="*/ 310 h 399"/>
              <a:gd name="T40" fmla="*/ 203 w 391"/>
              <a:gd name="T41" fmla="*/ 248 h 399"/>
              <a:gd name="T42" fmla="*/ 203 w 391"/>
              <a:gd name="T43" fmla="*/ 248 h 399"/>
              <a:gd name="T44" fmla="*/ 195 w 391"/>
              <a:gd name="T45" fmla="*/ 239 h 399"/>
              <a:gd name="T46" fmla="*/ 195 w 391"/>
              <a:gd name="T47" fmla="*/ 239 h 399"/>
              <a:gd name="T48" fmla="*/ 35 w 391"/>
              <a:gd name="T49" fmla="*/ 398 h 399"/>
              <a:gd name="T50" fmla="*/ 142 w 391"/>
              <a:gd name="T51" fmla="*/ 398 h 399"/>
              <a:gd name="T52" fmla="*/ 256 w 391"/>
              <a:gd name="T53" fmla="*/ 398 h 399"/>
              <a:gd name="T54" fmla="*/ 390 w 391"/>
              <a:gd name="T55" fmla="*/ 248 h 399"/>
              <a:gd name="T56" fmla="*/ 390 w 391"/>
              <a:gd name="T57" fmla="*/ 44 h 399"/>
              <a:gd name="T58" fmla="*/ 301 w 391"/>
              <a:gd name="T59" fmla="*/ 132 h 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1" h="399">
                <a:moveTo>
                  <a:pt x="89" y="160"/>
                </a:moveTo>
                <a:lnTo>
                  <a:pt x="89" y="160"/>
                </a:lnTo>
                <a:cubicBezTo>
                  <a:pt x="89" y="124"/>
                  <a:pt x="97" y="97"/>
                  <a:pt x="133" y="88"/>
                </a:cubicBezTo>
                <a:cubicBezTo>
                  <a:pt x="142" y="88"/>
                  <a:pt x="168" y="88"/>
                  <a:pt x="186" y="88"/>
                </a:cubicBezTo>
                <a:cubicBezTo>
                  <a:pt x="186" y="150"/>
                  <a:pt x="186" y="150"/>
                  <a:pt x="186" y="150"/>
                </a:cubicBezTo>
                <a:lnTo>
                  <a:pt x="186" y="150"/>
                </a:lnTo>
                <a:cubicBezTo>
                  <a:pt x="186" y="160"/>
                  <a:pt x="195" y="160"/>
                  <a:pt x="195" y="160"/>
                </a:cubicBezTo>
                <a:cubicBezTo>
                  <a:pt x="195" y="160"/>
                  <a:pt x="195" y="160"/>
                  <a:pt x="195" y="150"/>
                </a:cubicBezTo>
                <a:cubicBezTo>
                  <a:pt x="354" y="0"/>
                  <a:pt x="354" y="0"/>
                  <a:pt x="354" y="0"/>
                </a:cubicBezTo>
                <a:cubicBezTo>
                  <a:pt x="248" y="0"/>
                  <a:pt x="248" y="0"/>
                  <a:pt x="248" y="0"/>
                </a:cubicBezTo>
                <a:cubicBezTo>
                  <a:pt x="133" y="0"/>
                  <a:pt x="133" y="0"/>
                  <a:pt x="133" y="0"/>
                </a:cubicBezTo>
                <a:cubicBezTo>
                  <a:pt x="44" y="0"/>
                  <a:pt x="0" y="53"/>
                  <a:pt x="0" y="150"/>
                </a:cubicBezTo>
                <a:cubicBezTo>
                  <a:pt x="0" y="354"/>
                  <a:pt x="0" y="354"/>
                  <a:pt x="0" y="354"/>
                </a:cubicBezTo>
                <a:cubicBezTo>
                  <a:pt x="89" y="266"/>
                  <a:pt x="89" y="266"/>
                  <a:pt x="89" y="266"/>
                </a:cubicBezTo>
                <a:lnTo>
                  <a:pt x="89" y="160"/>
                </a:lnTo>
                <a:close/>
                <a:moveTo>
                  <a:pt x="301" y="132"/>
                </a:moveTo>
                <a:lnTo>
                  <a:pt x="301" y="132"/>
                </a:lnTo>
                <a:cubicBezTo>
                  <a:pt x="301" y="239"/>
                  <a:pt x="301" y="239"/>
                  <a:pt x="301" y="239"/>
                </a:cubicBezTo>
                <a:cubicBezTo>
                  <a:pt x="301" y="275"/>
                  <a:pt x="293" y="301"/>
                  <a:pt x="256" y="310"/>
                </a:cubicBezTo>
                <a:cubicBezTo>
                  <a:pt x="248" y="310"/>
                  <a:pt x="221" y="310"/>
                  <a:pt x="203" y="310"/>
                </a:cubicBezTo>
                <a:cubicBezTo>
                  <a:pt x="203" y="248"/>
                  <a:pt x="203" y="248"/>
                  <a:pt x="203" y="248"/>
                </a:cubicBezTo>
                <a:lnTo>
                  <a:pt x="203" y="248"/>
                </a:lnTo>
                <a:cubicBezTo>
                  <a:pt x="203" y="239"/>
                  <a:pt x="195" y="239"/>
                  <a:pt x="195" y="239"/>
                </a:cubicBezTo>
                <a:lnTo>
                  <a:pt x="195" y="239"/>
                </a:lnTo>
                <a:cubicBezTo>
                  <a:pt x="35" y="398"/>
                  <a:pt x="35" y="398"/>
                  <a:pt x="35" y="398"/>
                </a:cubicBezTo>
                <a:cubicBezTo>
                  <a:pt x="142" y="398"/>
                  <a:pt x="142" y="398"/>
                  <a:pt x="142" y="398"/>
                </a:cubicBezTo>
                <a:cubicBezTo>
                  <a:pt x="256" y="398"/>
                  <a:pt x="256" y="398"/>
                  <a:pt x="256" y="398"/>
                </a:cubicBezTo>
                <a:cubicBezTo>
                  <a:pt x="346" y="398"/>
                  <a:pt x="390" y="345"/>
                  <a:pt x="390" y="248"/>
                </a:cubicBezTo>
                <a:cubicBezTo>
                  <a:pt x="390" y="44"/>
                  <a:pt x="390" y="44"/>
                  <a:pt x="390" y="44"/>
                </a:cubicBezTo>
                <a:lnTo>
                  <a:pt x="301" y="132"/>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5" name="Freeform 61">
            <a:extLst>
              <a:ext uri="{FF2B5EF4-FFF2-40B4-BE49-F238E27FC236}">
                <a16:creationId xmlns:a16="http://schemas.microsoft.com/office/drawing/2014/main" id="{D4B67827-F843-B8ED-EED8-351D8884D03F}"/>
              </a:ext>
            </a:extLst>
          </p:cNvPr>
          <p:cNvSpPr>
            <a:spLocks noChangeArrowheads="1"/>
          </p:cNvSpPr>
          <p:nvPr/>
        </p:nvSpPr>
        <p:spPr bwMode="auto">
          <a:xfrm>
            <a:off x="6923041" y="1623302"/>
            <a:ext cx="472672" cy="478299"/>
          </a:xfrm>
          <a:custGeom>
            <a:avLst/>
            <a:gdLst>
              <a:gd name="T0" fmla="*/ 433 w 496"/>
              <a:gd name="T1" fmla="*/ 311 h 498"/>
              <a:gd name="T2" fmla="*/ 433 w 496"/>
              <a:gd name="T3" fmla="*/ 311 h 498"/>
              <a:gd name="T4" fmla="*/ 372 w 496"/>
              <a:gd name="T5" fmla="*/ 320 h 498"/>
              <a:gd name="T6" fmla="*/ 106 w 496"/>
              <a:gd name="T7" fmla="*/ 409 h 498"/>
              <a:gd name="T8" fmla="*/ 123 w 496"/>
              <a:gd name="T9" fmla="*/ 417 h 498"/>
              <a:gd name="T10" fmla="*/ 442 w 496"/>
              <a:gd name="T11" fmla="*/ 364 h 498"/>
              <a:gd name="T12" fmla="*/ 433 w 496"/>
              <a:gd name="T13" fmla="*/ 311 h 498"/>
              <a:gd name="T14" fmla="*/ 132 w 496"/>
              <a:gd name="T15" fmla="*/ 293 h 498"/>
              <a:gd name="T16" fmla="*/ 132 w 496"/>
              <a:gd name="T17" fmla="*/ 293 h 498"/>
              <a:gd name="T18" fmla="*/ 186 w 496"/>
              <a:gd name="T19" fmla="*/ 19 h 498"/>
              <a:gd name="T20" fmla="*/ 159 w 496"/>
              <a:gd name="T21" fmla="*/ 28 h 498"/>
              <a:gd name="T22" fmla="*/ 53 w 496"/>
              <a:gd name="T23" fmla="*/ 328 h 498"/>
              <a:gd name="T24" fmla="*/ 106 w 496"/>
              <a:gd name="T25" fmla="*/ 347 h 498"/>
              <a:gd name="T26" fmla="*/ 132 w 496"/>
              <a:gd name="T27" fmla="*/ 293 h 498"/>
              <a:gd name="T28" fmla="*/ 274 w 496"/>
              <a:gd name="T29" fmla="*/ 9 h 498"/>
              <a:gd name="T30" fmla="*/ 274 w 496"/>
              <a:gd name="T31" fmla="*/ 9 h 498"/>
              <a:gd name="T32" fmla="*/ 239 w 496"/>
              <a:gd name="T33" fmla="*/ 45 h 498"/>
              <a:gd name="T34" fmla="*/ 274 w 496"/>
              <a:gd name="T35" fmla="*/ 90 h 498"/>
              <a:gd name="T36" fmla="*/ 478 w 496"/>
              <a:gd name="T37" fmla="*/ 275 h 498"/>
              <a:gd name="T38" fmla="*/ 487 w 496"/>
              <a:gd name="T39" fmla="*/ 258 h 498"/>
              <a:gd name="T40" fmla="*/ 274 w 496"/>
              <a:gd name="T41" fmla="*/ 9 h 498"/>
              <a:gd name="T42" fmla="*/ 176 w 496"/>
              <a:gd name="T43" fmla="*/ 249 h 498"/>
              <a:gd name="T44" fmla="*/ 176 w 496"/>
              <a:gd name="T45" fmla="*/ 249 h 498"/>
              <a:gd name="T46" fmla="*/ 176 w 496"/>
              <a:gd name="T47" fmla="*/ 284 h 498"/>
              <a:gd name="T48" fmla="*/ 195 w 496"/>
              <a:gd name="T49" fmla="*/ 267 h 498"/>
              <a:gd name="T50" fmla="*/ 203 w 496"/>
              <a:gd name="T51" fmla="*/ 293 h 498"/>
              <a:gd name="T52" fmla="*/ 195 w 496"/>
              <a:gd name="T53" fmla="*/ 303 h 498"/>
              <a:gd name="T54" fmla="*/ 221 w 496"/>
              <a:gd name="T55" fmla="*/ 320 h 498"/>
              <a:gd name="T56" fmla="*/ 257 w 496"/>
              <a:gd name="T57" fmla="*/ 311 h 498"/>
              <a:gd name="T58" fmla="*/ 257 w 496"/>
              <a:gd name="T59" fmla="*/ 311 h 498"/>
              <a:gd name="T60" fmla="*/ 292 w 496"/>
              <a:gd name="T61" fmla="*/ 320 h 498"/>
              <a:gd name="T62" fmla="*/ 319 w 496"/>
              <a:gd name="T63" fmla="*/ 303 h 498"/>
              <a:gd name="T64" fmla="*/ 310 w 496"/>
              <a:gd name="T65" fmla="*/ 293 h 498"/>
              <a:gd name="T66" fmla="*/ 319 w 496"/>
              <a:gd name="T67" fmla="*/ 267 h 498"/>
              <a:gd name="T68" fmla="*/ 336 w 496"/>
              <a:gd name="T69" fmla="*/ 284 h 498"/>
              <a:gd name="T70" fmla="*/ 336 w 496"/>
              <a:gd name="T71" fmla="*/ 249 h 498"/>
              <a:gd name="T72" fmla="*/ 319 w 496"/>
              <a:gd name="T73" fmla="*/ 222 h 498"/>
              <a:gd name="T74" fmla="*/ 319 w 496"/>
              <a:gd name="T75" fmla="*/ 222 h 498"/>
              <a:gd name="T76" fmla="*/ 310 w 496"/>
              <a:gd name="T77" fmla="*/ 213 h 498"/>
              <a:gd name="T78" fmla="*/ 310 w 496"/>
              <a:gd name="T79" fmla="*/ 213 h 498"/>
              <a:gd name="T80" fmla="*/ 310 w 496"/>
              <a:gd name="T81" fmla="*/ 205 h 498"/>
              <a:gd name="T82" fmla="*/ 257 w 496"/>
              <a:gd name="T83" fmla="*/ 151 h 498"/>
              <a:gd name="T84" fmla="*/ 203 w 496"/>
              <a:gd name="T85" fmla="*/ 205 h 498"/>
              <a:gd name="T86" fmla="*/ 203 w 496"/>
              <a:gd name="T87" fmla="*/ 213 h 498"/>
              <a:gd name="T88" fmla="*/ 203 w 496"/>
              <a:gd name="T89" fmla="*/ 213 h 498"/>
              <a:gd name="T90" fmla="*/ 195 w 496"/>
              <a:gd name="T91" fmla="*/ 222 h 498"/>
              <a:gd name="T92" fmla="*/ 195 w 496"/>
              <a:gd name="T93" fmla="*/ 222 h 498"/>
              <a:gd name="T94" fmla="*/ 176 w 496"/>
              <a:gd name="T95" fmla="*/ 249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96" h="498">
                <a:moveTo>
                  <a:pt x="433" y="311"/>
                </a:moveTo>
                <a:lnTo>
                  <a:pt x="433" y="311"/>
                </a:lnTo>
                <a:cubicBezTo>
                  <a:pt x="416" y="293"/>
                  <a:pt x="389" y="293"/>
                  <a:pt x="372" y="320"/>
                </a:cubicBezTo>
                <a:cubicBezTo>
                  <a:pt x="363" y="338"/>
                  <a:pt x="266" y="453"/>
                  <a:pt x="106" y="409"/>
                </a:cubicBezTo>
                <a:cubicBezTo>
                  <a:pt x="115" y="409"/>
                  <a:pt x="123" y="417"/>
                  <a:pt x="123" y="417"/>
                </a:cubicBezTo>
                <a:cubicBezTo>
                  <a:pt x="230" y="497"/>
                  <a:pt x="372" y="470"/>
                  <a:pt x="442" y="364"/>
                </a:cubicBezTo>
                <a:cubicBezTo>
                  <a:pt x="460" y="347"/>
                  <a:pt x="451" y="320"/>
                  <a:pt x="433" y="311"/>
                </a:cubicBezTo>
                <a:close/>
                <a:moveTo>
                  <a:pt x="132" y="293"/>
                </a:moveTo>
                <a:lnTo>
                  <a:pt x="132" y="293"/>
                </a:lnTo>
                <a:cubicBezTo>
                  <a:pt x="115" y="275"/>
                  <a:pt x="62" y="134"/>
                  <a:pt x="186" y="19"/>
                </a:cubicBezTo>
                <a:cubicBezTo>
                  <a:pt x="176" y="19"/>
                  <a:pt x="168" y="28"/>
                  <a:pt x="159" y="28"/>
                </a:cubicBezTo>
                <a:cubicBezTo>
                  <a:pt x="44" y="81"/>
                  <a:pt x="0" y="213"/>
                  <a:pt x="53" y="328"/>
                </a:cubicBezTo>
                <a:cubicBezTo>
                  <a:pt x="62" y="356"/>
                  <a:pt x="88" y="356"/>
                  <a:pt x="106" y="347"/>
                </a:cubicBezTo>
                <a:cubicBezTo>
                  <a:pt x="123" y="338"/>
                  <a:pt x="141" y="320"/>
                  <a:pt x="132" y="293"/>
                </a:cubicBezTo>
                <a:close/>
                <a:moveTo>
                  <a:pt x="274" y="9"/>
                </a:moveTo>
                <a:lnTo>
                  <a:pt x="274" y="9"/>
                </a:lnTo>
                <a:cubicBezTo>
                  <a:pt x="257" y="0"/>
                  <a:pt x="239" y="19"/>
                  <a:pt x="239" y="45"/>
                </a:cubicBezTo>
                <a:cubicBezTo>
                  <a:pt x="230" y="72"/>
                  <a:pt x="248" y="90"/>
                  <a:pt x="274" y="90"/>
                </a:cubicBezTo>
                <a:cubicBezTo>
                  <a:pt x="292" y="98"/>
                  <a:pt x="442" y="116"/>
                  <a:pt x="478" y="275"/>
                </a:cubicBezTo>
                <a:cubicBezTo>
                  <a:pt x="487" y="267"/>
                  <a:pt x="487" y="267"/>
                  <a:pt x="487" y="258"/>
                </a:cubicBezTo>
                <a:cubicBezTo>
                  <a:pt x="495" y="134"/>
                  <a:pt x="407" y="19"/>
                  <a:pt x="274" y="9"/>
                </a:cubicBezTo>
                <a:close/>
                <a:moveTo>
                  <a:pt x="176" y="249"/>
                </a:moveTo>
                <a:lnTo>
                  <a:pt x="176" y="249"/>
                </a:lnTo>
                <a:cubicBezTo>
                  <a:pt x="176" y="267"/>
                  <a:pt x="176" y="275"/>
                  <a:pt x="176" y="284"/>
                </a:cubicBezTo>
                <a:cubicBezTo>
                  <a:pt x="186" y="284"/>
                  <a:pt x="186" y="275"/>
                  <a:pt x="195" y="267"/>
                </a:cubicBezTo>
                <a:cubicBezTo>
                  <a:pt x="195" y="275"/>
                  <a:pt x="203" y="284"/>
                  <a:pt x="203" y="293"/>
                </a:cubicBezTo>
                <a:lnTo>
                  <a:pt x="195" y="303"/>
                </a:lnTo>
                <a:cubicBezTo>
                  <a:pt x="195" y="311"/>
                  <a:pt x="212" y="320"/>
                  <a:pt x="221" y="320"/>
                </a:cubicBezTo>
                <a:cubicBezTo>
                  <a:pt x="239" y="320"/>
                  <a:pt x="257" y="320"/>
                  <a:pt x="257" y="311"/>
                </a:cubicBezTo>
                <a:lnTo>
                  <a:pt x="257" y="311"/>
                </a:lnTo>
                <a:cubicBezTo>
                  <a:pt x="266" y="320"/>
                  <a:pt x="274" y="320"/>
                  <a:pt x="292" y="320"/>
                </a:cubicBezTo>
                <a:cubicBezTo>
                  <a:pt x="310" y="320"/>
                  <a:pt x="319" y="311"/>
                  <a:pt x="319" y="303"/>
                </a:cubicBezTo>
                <a:cubicBezTo>
                  <a:pt x="319" y="303"/>
                  <a:pt x="319" y="293"/>
                  <a:pt x="310" y="293"/>
                </a:cubicBezTo>
                <a:cubicBezTo>
                  <a:pt x="319" y="284"/>
                  <a:pt x="319" y="275"/>
                  <a:pt x="319" y="267"/>
                </a:cubicBezTo>
                <a:cubicBezTo>
                  <a:pt x="327" y="275"/>
                  <a:pt x="336" y="284"/>
                  <a:pt x="336" y="284"/>
                </a:cubicBezTo>
                <a:cubicBezTo>
                  <a:pt x="345" y="275"/>
                  <a:pt x="345" y="267"/>
                  <a:pt x="336" y="249"/>
                </a:cubicBezTo>
                <a:cubicBezTo>
                  <a:pt x="327" y="240"/>
                  <a:pt x="319" y="231"/>
                  <a:pt x="319" y="222"/>
                </a:cubicBezTo>
                <a:lnTo>
                  <a:pt x="319" y="222"/>
                </a:lnTo>
                <a:cubicBezTo>
                  <a:pt x="319" y="222"/>
                  <a:pt x="319" y="213"/>
                  <a:pt x="310" y="213"/>
                </a:cubicBezTo>
                <a:lnTo>
                  <a:pt x="310" y="213"/>
                </a:lnTo>
                <a:cubicBezTo>
                  <a:pt x="310" y="205"/>
                  <a:pt x="310" y="205"/>
                  <a:pt x="310" y="205"/>
                </a:cubicBezTo>
                <a:cubicBezTo>
                  <a:pt x="310" y="169"/>
                  <a:pt x="292" y="151"/>
                  <a:pt x="257" y="151"/>
                </a:cubicBezTo>
                <a:cubicBezTo>
                  <a:pt x="221" y="151"/>
                  <a:pt x="203" y="169"/>
                  <a:pt x="203" y="205"/>
                </a:cubicBezTo>
                <a:cubicBezTo>
                  <a:pt x="203" y="205"/>
                  <a:pt x="203" y="205"/>
                  <a:pt x="203" y="213"/>
                </a:cubicBezTo>
                <a:lnTo>
                  <a:pt x="203" y="213"/>
                </a:lnTo>
                <a:lnTo>
                  <a:pt x="195" y="222"/>
                </a:lnTo>
                <a:lnTo>
                  <a:pt x="195" y="222"/>
                </a:lnTo>
                <a:cubicBezTo>
                  <a:pt x="195" y="231"/>
                  <a:pt x="186" y="240"/>
                  <a:pt x="176" y="249"/>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6" name="Freeform 62">
            <a:extLst>
              <a:ext uri="{FF2B5EF4-FFF2-40B4-BE49-F238E27FC236}">
                <a16:creationId xmlns:a16="http://schemas.microsoft.com/office/drawing/2014/main" id="{4DF423D6-924F-3DD9-3736-8626FE9DF45C}"/>
              </a:ext>
            </a:extLst>
          </p:cNvPr>
          <p:cNvSpPr>
            <a:spLocks noChangeArrowheads="1"/>
          </p:cNvSpPr>
          <p:nvPr/>
        </p:nvSpPr>
        <p:spPr bwMode="auto">
          <a:xfrm>
            <a:off x="1194713" y="5346134"/>
            <a:ext cx="495180" cy="469859"/>
          </a:xfrm>
          <a:custGeom>
            <a:avLst/>
            <a:gdLst>
              <a:gd name="T0" fmla="*/ 248 w 515"/>
              <a:gd name="T1" fmla="*/ 434 h 488"/>
              <a:gd name="T2" fmla="*/ 248 w 515"/>
              <a:gd name="T3" fmla="*/ 434 h 488"/>
              <a:gd name="T4" fmla="*/ 266 w 515"/>
              <a:gd name="T5" fmla="*/ 434 h 488"/>
              <a:gd name="T6" fmla="*/ 266 w 515"/>
              <a:gd name="T7" fmla="*/ 487 h 488"/>
              <a:gd name="T8" fmla="*/ 505 w 515"/>
              <a:gd name="T9" fmla="*/ 194 h 488"/>
              <a:gd name="T10" fmla="*/ 231 w 515"/>
              <a:gd name="T11" fmla="*/ 17 h 488"/>
              <a:gd name="T12" fmla="*/ 9 w 515"/>
              <a:gd name="T13" fmla="*/ 257 h 488"/>
              <a:gd name="T14" fmla="*/ 248 w 515"/>
              <a:gd name="T15" fmla="*/ 434 h 488"/>
              <a:gd name="T16" fmla="*/ 399 w 515"/>
              <a:gd name="T17" fmla="*/ 319 h 488"/>
              <a:gd name="T18" fmla="*/ 399 w 515"/>
              <a:gd name="T19" fmla="*/ 319 h 488"/>
              <a:gd name="T20" fmla="*/ 354 w 515"/>
              <a:gd name="T21" fmla="*/ 319 h 488"/>
              <a:gd name="T22" fmla="*/ 354 w 515"/>
              <a:gd name="T23" fmla="*/ 203 h 488"/>
              <a:gd name="T24" fmla="*/ 354 w 515"/>
              <a:gd name="T25" fmla="*/ 185 h 488"/>
              <a:gd name="T26" fmla="*/ 346 w 515"/>
              <a:gd name="T27" fmla="*/ 177 h 488"/>
              <a:gd name="T28" fmla="*/ 337 w 515"/>
              <a:gd name="T29" fmla="*/ 168 h 488"/>
              <a:gd name="T30" fmla="*/ 328 w 515"/>
              <a:gd name="T31" fmla="*/ 168 h 488"/>
              <a:gd name="T32" fmla="*/ 293 w 515"/>
              <a:gd name="T33" fmla="*/ 177 h 488"/>
              <a:gd name="T34" fmla="*/ 284 w 515"/>
              <a:gd name="T35" fmla="*/ 203 h 488"/>
              <a:gd name="T36" fmla="*/ 284 w 515"/>
              <a:gd name="T37" fmla="*/ 319 h 488"/>
              <a:gd name="T38" fmla="*/ 240 w 515"/>
              <a:gd name="T39" fmla="*/ 319 h 488"/>
              <a:gd name="T40" fmla="*/ 240 w 515"/>
              <a:gd name="T41" fmla="*/ 203 h 488"/>
              <a:gd name="T42" fmla="*/ 240 w 515"/>
              <a:gd name="T43" fmla="*/ 185 h 488"/>
              <a:gd name="T44" fmla="*/ 231 w 515"/>
              <a:gd name="T45" fmla="*/ 177 h 488"/>
              <a:gd name="T46" fmla="*/ 222 w 515"/>
              <a:gd name="T47" fmla="*/ 168 h 488"/>
              <a:gd name="T48" fmla="*/ 213 w 515"/>
              <a:gd name="T49" fmla="*/ 168 h 488"/>
              <a:gd name="T50" fmla="*/ 186 w 515"/>
              <a:gd name="T51" fmla="*/ 168 h 488"/>
              <a:gd name="T52" fmla="*/ 178 w 515"/>
              <a:gd name="T53" fmla="*/ 185 h 488"/>
              <a:gd name="T54" fmla="*/ 169 w 515"/>
              <a:gd name="T55" fmla="*/ 194 h 488"/>
              <a:gd name="T56" fmla="*/ 169 w 515"/>
              <a:gd name="T57" fmla="*/ 203 h 488"/>
              <a:gd name="T58" fmla="*/ 169 w 515"/>
              <a:gd name="T59" fmla="*/ 319 h 488"/>
              <a:gd name="T60" fmla="*/ 125 w 515"/>
              <a:gd name="T61" fmla="*/ 319 h 488"/>
              <a:gd name="T62" fmla="*/ 125 w 515"/>
              <a:gd name="T63" fmla="*/ 132 h 488"/>
              <a:gd name="T64" fmla="*/ 169 w 515"/>
              <a:gd name="T65" fmla="*/ 132 h 488"/>
              <a:gd name="T66" fmla="*/ 169 w 515"/>
              <a:gd name="T67" fmla="*/ 150 h 488"/>
              <a:gd name="T68" fmla="*/ 222 w 515"/>
              <a:gd name="T69" fmla="*/ 124 h 488"/>
              <a:gd name="T70" fmla="*/ 257 w 515"/>
              <a:gd name="T71" fmla="*/ 132 h 488"/>
              <a:gd name="T72" fmla="*/ 275 w 515"/>
              <a:gd name="T73" fmla="*/ 150 h 488"/>
              <a:gd name="T74" fmla="*/ 293 w 515"/>
              <a:gd name="T75" fmla="*/ 132 h 488"/>
              <a:gd name="T76" fmla="*/ 328 w 515"/>
              <a:gd name="T77" fmla="*/ 124 h 488"/>
              <a:gd name="T78" fmla="*/ 354 w 515"/>
              <a:gd name="T79" fmla="*/ 132 h 488"/>
              <a:gd name="T80" fmla="*/ 381 w 515"/>
              <a:gd name="T81" fmla="*/ 141 h 488"/>
              <a:gd name="T82" fmla="*/ 390 w 515"/>
              <a:gd name="T83" fmla="*/ 159 h 488"/>
              <a:gd name="T84" fmla="*/ 399 w 515"/>
              <a:gd name="T85" fmla="*/ 185 h 488"/>
              <a:gd name="T86" fmla="*/ 399 w 515"/>
              <a:gd name="T87" fmla="*/ 319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5" h="488">
                <a:moveTo>
                  <a:pt x="248" y="434"/>
                </a:moveTo>
                <a:lnTo>
                  <a:pt x="248" y="434"/>
                </a:lnTo>
                <a:cubicBezTo>
                  <a:pt x="266" y="434"/>
                  <a:pt x="266" y="434"/>
                  <a:pt x="266" y="434"/>
                </a:cubicBezTo>
                <a:cubicBezTo>
                  <a:pt x="266" y="487"/>
                  <a:pt x="266" y="487"/>
                  <a:pt x="266" y="487"/>
                </a:cubicBezTo>
                <a:cubicBezTo>
                  <a:pt x="435" y="469"/>
                  <a:pt x="514" y="310"/>
                  <a:pt x="505" y="194"/>
                </a:cubicBezTo>
                <a:cubicBezTo>
                  <a:pt x="488" y="79"/>
                  <a:pt x="372" y="0"/>
                  <a:pt x="231" y="17"/>
                </a:cubicBezTo>
                <a:cubicBezTo>
                  <a:pt x="97" y="35"/>
                  <a:pt x="0" y="141"/>
                  <a:pt x="9" y="257"/>
                </a:cubicBezTo>
                <a:cubicBezTo>
                  <a:pt x="27" y="354"/>
                  <a:pt x="125" y="434"/>
                  <a:pt x="248" y="434"/>
                </a:cubicBezTo>
                <a:close/>
                <a:moveTo>
                  <a:pt x="399" y="319"/>
                </a:moveTo>
                <a:lnTo>
                  <a:pt x="399" y="319"/>
                </a:lnTo>
                <a:cubicBezTo>
                  <a:pt x="354" y="319"/>
                  <a:pt x="354" y="319"/>
                  <a:pt x="354" y="319"/>
                </a:cubicBezTo>
                <a:cubicBezTo>
                  <a:pt x="354" y="203"/>
                  <a:pt x="354" y="203"/>
                  <a:pt x="354" y="203"/>
                </a:cubicBezTo>
                <a:cubicBezTo>
                  <a:pt x="354" y="194"/>
                  <a:pt x="354" y="185"/>
                  <a:pt x="354" y="185"/>
                </a:cubicBezTo>
                <a:lnTo>
                  <a:pt x="346" y="177"/>
                </a:lnTo>
                <a:cubicBezTo>
                  <a:pt x="346" y="177"/>
                  <a:pt x="346" y="168"/>
                  <a:pt x="337" y="168"/>
                </a:cubicBezTo>
                <a:lnTo>
                  <a:pt x="328" y="168"/>
                </a:lnTo>
                <a:cubicBezTo>
                  <a:pt x="310" y="168"/>
                  <a:pt x="301" y="168"/>
                  <a:pt x="293" y="177"/>
                </a:cubicBezTo>
                <a:cubicBezTo>
                  <a:pt x="284" y="185"/>
                  <a:pt x="284" y="194"/>
                  <a:pt x="284" y="203"/>
                </a:cubicBezTo>
                <a:cubicBezTo>
                  <a:pt x="284" y="319"/>
                  <a:pt x="284" y="319"/>
                  <a:pt x="284" y="319"/>
                </a:cubicBezTo>
                <a:cubicBezTo>
                  <a:pt x="240" y="319"/>
                  <a:pt x="240" y="319"/>
                  <a:pt x="240" y="319"/>
                </a:cubicBezTo>
                <a:cubicBezTo>
                  <a:pt x="240" y="203"/>
                  <a:pt x="240" y="203"/>
                  <a:pt x="240" y="203"/>
                </a:cubicBezTo>
                <a:cubicBezTo>
                  <a:pt x="240" y="194"/>
                  <a:pt x="240" y="185"/>
                  <a:pt x="240" y="185"/>
                </a:cubicBezTo>
                <a:cubicBezTo>
                  <a:pt x="231" y="185"/>
                  <a:pt x="231" y="177"/>
                  <a:pt x="231" y="177"/>
                </a:cubicBezTo>
                <a:cubicBezTo>
                  <a:pt x="231" y="177"/>
                  <a:pt x="231" y="168"/>
                  <a:pt x="222" y="168"/>
                </a:cubicBezTo>
                <a:lnTo>
                  <a:pt x="213" y="168"/>
                </a:lnTo>
                <a:cubicBezTo>
                  <a:pt x="204" y="168"/>
                  <a:pt x="195" y="168"/>
                  <a:pt x="186" y="168"/>
                </a:cubicBezTo>
                <a:cubicBezTo>
                  <a:pt x="186" y="177"/>
                  <a:pt x="178" y="177"/>
                  <a:pt x="178" y="185"/>
                </a:cubicBezTo>
                <a:cubicBezTo>
                  <a:pt x="169" y="185"/>
                  <a:pt x="169" y="194"/>
                  <a:pt x="169" y="194"/>
                </a:cubicBezTo>
                <a:cubicBezTo>
                  <a:pt x="169" y="203"/>
                  <a:pt x="169" y="203"/>
                  <a:pt x="169" y="203"/>
                </a:cubicBezTo>
                <a:cubicBezTo>
                  <a:pt x="169" y="319"/>
                  <a:pt x="169" y="319"/>
                  <a:pt x="169" y="319"/>
                </a:cubicBezTo>
                <a:cubicBezTo>
                  <a:pt x="125" y="319"/>
                  <a:pt x="125" y="319"/>
                  <a:pt x="125" y="319"/>
                </a:cubicBezTo>
                <a:cubicBezTo>
                  <a:pt x="125" y="132"/>
                  <a:pt x="125" y="132"/>
                  <a:pt x="125" y="132"/>
                </a:cubicBezTo>
                <a:cubicBezTo>
                  <a:pt x="169" y="132"/>
                  <a:pt x="169" y="132"/>
                  <a:pt x="169" y="132"/>
                </a:cubicBezTo>
                <a:cubicBezTo>
                  <a:pt x="169" y="150"/>
                  <a:pt x="169" y="150"/>
                  <a:pt x="169" y="150"/>
                </a:cubicBezTo>
                <a:cubicBezTo>
                  <a:pt x="178" y="132"/>
                  <a:pt x="195" y="124"/>
                  <a:pt x="222" y="124"/>
                </a:cubicBezTo>
                <a:cubicBezTo>
                  <a:pt x="231" y="124"/>
                  <a:pt x="240" y="132"/>
                  <a:pt x="257" y="132"/>
                </a:cubicBezTo>
                <a:cubicBezTo>
                  <a:pt x="257" y="141"/>
                  <a:pt x="266" y="141"/>
                  <a:pt x="275" y="150"/>
                </a:cubicBezTo>
                <a:cubicBezTo>
                  <a:pt x="275" y="141"/>
                  <a:pt x="284" y="141"/>
                  <a:pt x="293" y="132"/>
                </a:cubicBezTo>
                <a:cubicBezTo>
                  <a:pt x="301" y="132"/>
                  <a:pt x="319" y="124"/>
                  <a:pt x="328" y="124"/>
                </a:cubicBezTo>
                <a:cubicBezTo>
                  <a:pt x="337" y="124"/>
                  <a:pt x="346" y="132"/>
                  <a:pt x="354" y="132"/>
                </a:cubicBezTo>
                <a:cubicBezTo>
                  <a:pt x="363" y="132"/>
                  <a:pt x="372" y="132"/>
                  <a:pt x="381" y="141"/>
                </a:cubicBezTo>
                <a:cubicBezTo>
                  <a:pt x="381" y="141"/>
                  <a:pt x="390" y="150"/>
                  <a:pt x="390" y="159"/>
                </a:cubicBezTo>
                <a:cubicBezTo>
                  <a:pt x="399" y="168"/>
                  <a:pt x="399" y="177"/>
                  <a:pt x="399" y="185"/>
                </a:cubicBezTo>
                <a:lnTo>
                  <a:pt x="399" y="319"/>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7" name="Freeform 63">
            <a:extLst>
              <a:ext uri="{FF2B5EF4-FFF2-40B4-BE49-F238E27FC236}">
                <a16:creationId xmlns:a16="http://schemas.microsoft.com/office/drawing/2014/main" id="{2DFE78D8-F8E3-12ED-3923-65AB6D50E7B7}"/>
              </a:ext>
            </a:extLst>
          </p:cNvPr>
          <p:cNvSpPr>
            <a:spLocks noChangeArrowheads="1"/>
          </p:cNvSpPr>
          <p:nvPr/>
        </p:nvSpPr>
        <p:spPr bwMode="auto">
          <a:xfrm>
            <a:off x="5049239" y="3466159"/>
            <a:ext cx="444536" cy="452978"/>
          </a:xfrm>
          <a:custGeom>
            <a:avLst/>
            <a:gdLst>
              <a:gd name="T0" fmla="*/ 443 w 461"/>
              <a:gd name="T1" fmla="*/ 284 h 471"/>
              <a:gd name="T2" fmla="*/ 443 w 461"/>
              <a:gd name="T3" fmla="*/ 284 h 471"/>
              <a:gd name="T4" fmla="*/ 452 w 461"/>
              <a:gd name="T5" fmla="*/ 240 h 471"/>
              <a:gd name="T6" fmla="*/ 231 w 461"/>
              <a:gd name="T7" fmla="*/ 9 h 471"/>
              <a:gd name="T8" fmla="*/ 194 w 461"/>
              <a:gd name="T9" fmla="*/ 18 h 471"/>
              <a:gd name="T10" fmla="*/ 124 w 461"/>
              <a:gd name="T11" fmla="*/ 0 h 471"/>
              <a:gd name="T12" fmla="*/ 0 w 461"/>
              <a:gd name="T13" fmla="*/ 124 h 471"/>
              <a:gd name="T14" fmla="*/ 18 w 461"/>
              <a:gd name="T15" fmla="*/ 196 h 471"/>
              <a:gd name="T16" fmla="*/ 18 w 461"/>
              <a:gd name="T17" fmla="*/ 240 h 471"/>
              <a:gd name="T18" fmla="*/ 231 w 461"/>
              <a:gd name="T19" fmla="*/ 461 h 471"/>
              <a:gd name="T20" fmla="*/ 275 w 461"/>
              <a:gd name="T21" fmla="*/ 461 h 471"/>
              <a:gd name="T22" fmla="*/ 328 w 461"/>
              <a:gd name="T23" fmla="*/ 470 h 471"/>
              <a:gd name="T24" fmla="*/ 460 w 461"/>
              <a:gd name="T25" fmla="*/ 346 h 471"/>
              <a:gd name="T26" fmla="*/ 443 w 461"/>
              <a:gd name="T27" fmla="*/ 284 h 471"/>
              <a:gd name="T28" fmla="*/ 346 w 461"/>
              <a:gd name="T29" fmla="*/ 346 h 471"/>
              <a:gd name="T30" fmla="*/ 346 w 461"/>
              <a:gd name="T31" fmla="*/ 346 h 471"/>
              <a:gd name="T32" fmla="*/ 301 w 461"/>
              <a:gd name="T33" fmla="*/ 381 h 471"/>
              <a:gd name="T34" fmla="*/ 231 w 461"/>
              <a:gd name="T35" fmla="*/ 390 h 471"/>
              <a:gd name="T36" fmla="*/ 150 w 461"/>
              <a:gd name="T37" fmla="*/ 372 h 471"/>
              <a:gd name="T38" fmla="*/ 115 w 461"/>
              <a:gd name="T39" fmla="*/ 337 h 471"/>
              <a:gd name="T40" fmla="*/ 106 w 461"/>
              <a:gd name="T41" fmla="*/ 302 h 471"/>
              <a:gd name="T42" fmla="*/ 115 w 461"/>
              <a:gd name="T43" fmla="*/ 284 h 471"/>
              <a:gd name="T44" fmla="*/ 133 w 461"/>
              <a:gd name="T45" fmla="*/ 275 h 471"/>
              <a:gd name="T46" fmla="*/ 150 w 461"/>
              <a:gd name="T47" fmla="*/ 275 h 471"/>
              <a:gd name="T48" fmla="*/ 168 w 461"/>
              <a:gd name="T49" fmla="*/ 293 h 471"/>
              <a:gd name="T50" fmla="*/ 177 w 461"/>
              <a:gd name="T51" fmla="*/ 319 h 471"/>
              <a:gd name="T52" fmla="*/ 194 w 461"/>
              <a:gd name="T53" fmla="*/ 337 h 471"/>
              <a:gd name="T54" fmla="*/ 231 w 461"/>
              <a:gd name="T55" fmla="*/ 337 h 471"/>
              <a:gd name="T56" fmla="*/ 275 w 461"/>
              <a:gd name="T57" fmla="*/ 328 h 471"/>
              <a:gd name="T58" fmla="*/ 292 w 461"/>
              <a:gd name="T59" fmla="*/ 302 h 471"/>
              <a:gd name="T60" fmla="*/ 284 w 461"/>
              <a:gd name="T61" fmla="*/ 275 h 471"/>
              <a:gd name="T62" fmla="*/ 256 w 461"/>
              <a:gd name="T63" fmla="*/ 266 h 471"/>
              <a:gd name="T64" fmla="*/ 221 w 461"/>
              <a:gd name="T65" fmla="*/ 257 h 471"/>
              <a:gd name="T66" fmla="*/ 159 w 461"/>
              <a:gd name="T67" fmla="*/ 240 h 471"/>
              <a:gd name="T68" fmla="*/ 124 w 461"/>
              <a:gd name="T69" fmla="*/ 213 h 471"/>
              <a:gd name="T70" fmla="*/ 106 w 461"/>
              <a:gd name="T71" fmla="*/ 168 h 471"/>
              <a:gd name="T72" fmla="*/ 124 w 461"/>
              <a:gd name="T73" fmla="*/ 115 h 471"/>
              <a:gd name="T74" fmla="*/ 168 w 461"/>
              <a:gd name="T75" fmla="*/ 89 h 471"/>
              <a:gd name="T76" fmla="*/ 231 w 461"/>
              <a:gd name="T77" fmla="*/ 80 h 471"/>
              <a:gd name="T78" fmla="*/ 284 w 461"/>
              <a:gd name="T79" fmla="*/ 89 h 471"/>
              <a:gd name="T80" fmla="*/ 319 w 461"/>
              <a:gd name="T81" fmla="*/ 107 h 471"/>
              <a:gd name="T82" fmla="*/ 337 w 461"/>
              <a:gd name="T83" fmla="*/ 133 h 471"/>
              <a:gd name="T84" fmla="*/ 346 w 461"/>
              <a:gd name="T85" fmla="*/ 151 h 471"/>
              <a:gd name="T86" fmla="*/ 337 w 461"/>
              <a:gd name="T87" fmla="*/ 177 h 471"/>
              <a:gd name="T88" fmla="*/ 310 w 461"/>
              <a:gd name="T89" fmla="*/ 186 h 471"/>
              <a:gd name="T90" fmla="*/ 292 w 461"/>
              <a:gd name="T91" fmla="*/ 177 h 471"/>
              <a:gd name="T92" fmla="*/ 284 w 461"/>
              <a:gd name="T93" fmla="*/ 160 h 471"/>
              <a:gd name="T94" fmla="*/ 265 w 461"/>
              <a:gd name="T95" fmla="*/ 133 h 471"/>
              <a:gd name="T96" fmla="*/ 231 w 461"/>
              <a:gd name="T97" fmla="*/ 124 h 471"/>
              <a:gd name="T98" fmla="*/ 186 w 461"/>
              <a:gd name="T99" fmla="*/ 142 h 471"/>
              <a:gd name="T100" fmla="*/ 177 w 461"/>
              <a:gd name="T101" fmla="*/ 160 h 471"/>
              <a:gd name="T102" fmla="*/ 177 w 461"/>
              <a:gd name="T103" fmla="*/ 168 h 471"/>
              <a:gd name="T104" fmla="*/ 194 w 461"/>
              <a:gd name="T105" fmla="*/ 186 h 471"/>
              <a:gd name="T106" fmla="*/ 212 w 461"/>
              <a:gd name="T107" fmla="*/ 186 h 471"/>
              <a:gd name="T108" fmla="*/ 239 w 461"/>
              <a:gd name="T109" fmla="*/ 196 h 471"/>
              <a:gd name="T110" fmla="*/ 292 w 461"/>
              <a:gd name="T111" fmla="*/ 213 h 471"/>
              <a:gd name="T112" fmla="*/ 328 w 461"/>
              <a:gd name="T113" fmla="*/ 231 h 471"/>
              <a:gd name="T114" fmla="*/ 354 w 461"/>
              <a:gd name="T115" fmla="*/ 257 h 471"/>
              <a:gd name="T116" fmla="*/ 363 w 461"/>
              <a:gd name="T117" fmla="*/ 293 h 471"/>
              <a:gd name="T118" fmla="*/ 346 w 461"/>
              <a:gd name="T119" fmla="*/ 346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61" h="471">
                <a:moveTo>
                  <a:pt x="443" y="284"/>
                </a:moveTo>
                <a:lnTo>
                  <a:pt x="443" y="284"/>
                </a:lnTo>
                <a:cubicBezTo>
                  <a:pt x="452" y="266"/>
                  <a:pt x="452" y="257"/>
                  <a:pt x="452" y="240"/>
                </a:cubicBezTo>
                <a:cubicBezTo>
                  <a:pt x="452" y="115"/>
                  <a:pt x="354" y="9"/>
                  <a:pt x="231" y="9"/>
                </a:cubicBezTo>
                <a:cubicBezTo>
                  <a:pt x="221" y="9"/>
                  <a:pt x="203" y="18"/>
                  <a:pt x="194" y="18"/>
                </a:cubicBezTo>
                <a:cubicBezTo>
                  <a:pt x="177" y="0"/>
                  <a:pt x="150" y="0"/>
                  <a:pt x="124" y="0"/>
                </a:cubicBezTo>
                <a:cubicBezTo>
                  <a:pt x="62" y="0"/>
                  <a:pt x="0" y="54"/>
                  <a:pt x="0" y="124"/>
                </a:cubicBezTo>
                <a:cubicBezTo>
                  <a:pt x="0" y="151"/>
                  <a:pt x="9" y="168"/>
                  <a:pt x="18" y="196"/>
                </a:cubicBezTo>
                <a:cubicBezTo>
                  <a:pt x="18" y="204"/>
                  <a:pt x="18" y="221"/>
                  <a:pt x="18" y="240"/>
                </a:cubicBezTo>
                <a:cubicBezTo>
                  <a:pt x="18" y="364"/>
                  <a:pt x="115" y="461"/>
                  <a:pt x="231" y="461"/>
                </a:cubicBezTo>
                <a:cubicBezTo>
                  <a:pt x="248" y="461"/>
                  <a:pt x="256" y="461"/>
                  <a:pt x="275" y="461"/>
                </a:cubicBezTo>
                <a:cubicBezTo>
                  <a:pt x="292" y="470"/>
                  <a:pt x="310" y="470"/>
                  <a:pt x="328" y="470"/>
                </a:cubicBezTo>
                <a:cubicBezTo>
                  <a:pt x="399" y="470"/>
                  <a:pt x="460" y="417"/>
                  <a:pt x="460" y="346"/>
                </a:cubicBezTo>
                <a:cubicBezTo>
                  <a:pt x="460" y="319"/>
                  <a:pt x="452" y="302"/>
                  <a:pt x="443" y="284"/>
                </a:cubicBezTo>
                <a:close/>
                <a:moveTo>
                  <a:pt x="346" y="346"/>
                </a:moveTo>
                <a:lnTo>
                  <a:pt x="346" y="346"/>
                </a:lnTo>
                <a:cubicBezTo>
                  <a:pt x="337" y="355"/>
                  <a:pt x="319" y="372"/>
                  <a:pt x="301" y="381"/>
                </a:cubicBezTo>
                <a:cubicBezTo>
                  <a:pt x="284" y="390"/>
                  <a:pt x="256" y="390"/>
                  <a:pt x="231" y="390"/>
                </a:cubicBezTo>
                <a:cubicBezTo>
                  <a:pt x="203" y="390"/>
                  <a:pt x="177" y="381"/>
                  <a:pt x="150" y="372"/>
                </a:cubicBezTo>
                <a:cubicBezTo>
                  <a:pt x="141" y="364"/>
                  <a:pt x="124" y="355"/>
                  <a:pt x="115" y="337"/>
                </a:cubicBezTo>
                <a:cubicBezTo>
                  <a:pt x="106" y="328"/>
                  <a:pt x="106" y="311"/>
                  <a:pt x="106" y="302"/>
                </a:cubicBezTo>
                <a:cubicBezTo>
                  <a:pt x="106" y="293"/>
                  <a:pt x="106" y="284"/>
                  <a:pt x="115" y="284"/>
                </a:cubicBezTo>
                <a:cubicBezTo>
                  <a:pt x="115" y="275"/>
                  <a:pt x="124" y="275"/>
                  <a:pt x="133" y="275"/>
                </a:cubicBezTo>
                <a:cubicBezTo>
                  <a:pt x="141" y="275"/>
                  <a:pt x="150" y="275"/>
                  <a:pt x="150" y="275"/>
                </a:cubicBezTo>
                <a:cubicBezTo>
                  <a:pt x="159" y="284"/>
                  <a:pt x="168" y="293"/>
                  <a:pt x="168" y="293"/>
                </a:cubicBezTo>
                <a:cubicBezTo>
                  <a:pt x="168" y="311"/>
                  <a:pt x="177" y="311"/>
                  <a:pt x="177" y="319"/>
                </a:cubicBezTo>
                <a:cubicBezTo>
                  <a:pt x="186" y="328"/>
                  <a:pt x="194" y="328"/>
                  <a:pt x="194" y="337"/>
                </a:cubicBezTo>
                <a:cubicBezTo>
                  <a:pt x="203" y="337"/>
                  <a:pt x="212" y="337"/>
                  <a:pt x="231" y="337"/>
                </a:cubicBezTo>
                <a:cubicBezTo>
                  <a:pt x="248" y="337"/>
                  <a:pt x="265" y="337"/>
                  <a:pt x="275" y="328"/>
                </a:cubicBezTo>
                <a:cubicBezTo>
                  <a:pt x="284" y="319"/>
                  <a:pt x="292" y="311"/>
                  <a:pt x="292" y="302"/>
                </a:cubicBezTo>
                <a:cubicBezTo>
                  <a:pt x="292" y="293"/>
                  <a:pt x="284" y="284"/>
                  <a:pt x="284" y="275"/>
                </a:cubicBezTo>
                <a:cubicBezTo>
                  <a:pt x="275" y="275"/>
                  <a:pt x="265" y="266"/>
                  <a:pt x="256" y="266"/>
                </a:cubicBezTo>
                <a:cubicBezTo>
                  <a:pt x="248" y="266"/>
                  <a:pt x="239" y="257"/>
                  <a:pt x="221" y="257"/>
                </a:cubicBezTo>
                <a:cubicBezTo>
                  <a:pt x="194" y="249"/>
                  <a:pt x="177" y="249"/>
                  <a:pt x="159" y="240"/>
                </a:cubicBezTo>
                <a:cubicBezTo>
                  <a:pt x="141" y="231"/>
                  <a:pt x="133" y="221"/>
                  <a:pt x="124" y="213"/>
                </a:cubicBezTo>
                <a:cubicBezTo>
                  <a:pt x="115" y="196"/>
                  <a:pt x="106" y="186"/>
                  <a:pt x="106" y="168"/>
                </a:cubicBezTo>
                <a:cubicBezTo>
                  <a:pt x="106" y="151"/>
                  <a:pt x="115" y="133"/>
                  <a:pt x="124" y="115"/>
                </a:cubicBezTo>
                <a:cubicBezTo>
                  <a:pt x="133" y="107"/>
                  <a:pt x="150" y="98"/>
                  <a:pt x="168" y="89"/>
                </a:cubicBezTo>
                <a:cubicBezTo>
                  <a:pt x="186" y="80"/>
                  <a:pt x="203" y="80"/>
                  <a:pt x="231" y="80"/>
                </a:cubicBezTo>
                <a:cubicBezTo>
                  <a:pt x="248" y="80"/>
                  <a:pt x="265" y="80"/>
                  <a:pt x="284" y="89"/>
                </a:cubicBezTo>
                <a:cubicBezTo>
                  <a:pt x="292" y="89"/>
                  <a:pt x="310" y="98"/>
                  <a:pt x="319" y="107"/>
                </a:cubicBezTo>
                <a:cubicBezTo>
                  <a:pt x="328" y="115"/>
                  <a:pt x="337" y="124"/>
                  <a:pt x="337" y="133"/>
                </a:cubicBezTo>
                <a:cubicBezTo>
                  <a:pt x="346" y="142"/>
                  <a:pt x="346" y="142"/>
                  <a:pt x="346" y="151"/>
                </a:cubicBezTo>
                <a:cubicBezTo>
                  <a:pt x="346" y="160"/>
                  <a:pt x="346" y="168"/>
                  <a:pt x="337" y="177"/>
                </a:cubicBezTo>
                <a:cubicBezTo>
                  <a:pt x="328" y="186"/>
                  <a:pt x="319" y="186"/>
                  <a:pt x="310" y="186"/>
                </a:cubicBezTo>
                <a:cubicBezTo>
                  <a:pt x="310" y="186"/>
                  <a:pt x="301" y="186"/>
                  <a:pt x="292" y="177"/>
                </a:cubicBezTo>
                <a:cubicBezTo>
                  <a:pt x="292" y="177"/>
                  <a:pt x="284" y="168"/>
                  <a:pt x="284" y="160"/>
                </a:cubicBezTo>
                <a:cubicBezTo>
                  <a:pt x="275" y="151"/>
                  <a:pt x="275" y="142"/>
                  <a:pt x="265" y="133"/>
                </a:cubicBezTo>
                <a:cubicBezTo>
                  <a:pt x="256" y="133"/>
                  <a:pt x="239" y="124"/>
                  <a:pt x="231" y="124"/>
                </a:cubicBezTo>
                <a:cubicBezTo>
                  <a:pt x="212" y="124"/>
                  <a:pt x="194" y="133"/>
                  <a:pt x="186" y="142"/>
                </a:cubicBezTo>
                <a:cubicBezTo>
                  <a:pt x="177" y="142"/>
                  <a:pt x="177" y="151"/>
                  <a:pt x="177" y="160"/>
                </a:cubicBezTo>
                <a:cubicBezTo>
                  <a:pt x="177" y="168"/>
                  <a:pt x="177" y="168"/>
                  <a:pt x="177" y="168"/>
                </a:cubicBezTo>
                <a:cubicBezTo>
                  <a:pt x="186" y="177"/>
                  <a:pt x="186" y="177"/>
                  <a:pt x="194" y="186"/>
                </a:cubicBezTo>
                <a:cubicBezTo>
                  <a:pt x="194" y="186"/>
                  <a:pt x="203" y="186"/>
                  <a:pt x="212" y="186"/>
                </a:cubicBezTo>
                <a:cubicBezTo>
                  <a:pt x="212" y="196"/>
                  <a:pt x="231" y="196"/>
                  <a:pt x="239" y="196"/>
                </a:cubicBezTo>
                <a:cubicBezTo>
                  <a:pt x="256" y="204"/>
                  <a:pt x="275" y="204"/>
                  <a:pt x="292" y="213"/>
                </a:cubicBezTo>
                <a:cubicBezTo>
                  <a:pt x="301" y="213"/>
                  <a:pt x="319" y="221"/>
                  <a:pt x="328" y="231"/>
                </a:cubicBezTo>
                <a:cubicBezTo>
                  <a:pt x="337" y="231"/>
                  <a:pt x="346" y="240"/>
                  <a:pt x="354" y="257"/>
                </a:cubicBezTo>
                <a:cubicBezTo>
                  <a:pt x="354" y="266"/>
                  <a:pt x="363" y="275"/>
                  <a:pt x="363" y="293"/>
                </a:cubicBezTo>
                <a:cubicBezTo>
                  <a:pt x="363" y="311"/>
                  <a:pt x="354" y="328"/>
                  <a:pt x="346" y="346"/>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8" name="Freeform 64">
            <a:extLst>
              <a:ext uri="{FF2B5EF4-FFF2-40B4-BE49-F238E27FC236}">
                <a16:creationId xmlns:a16="http://schemas.microsoft.com/office/drawing/2014/main" id="{83974E91-9349-77CD-3DB9-6E04E2206579}"/>
              </a:ext>
            </a:extLst>
          </p:cNvPr>
          <p:cNvSpPr>
            <a:spLocks noChangeArrowheads="1"/>
          </p:cNvSpPr>
          <p:nvPr/>
        </p:nvSpPr>
        <p:spPr bwMode="auto">
          <a:xfrm>
            <a:off x="9820973" y="3474601"/>
            <a:ext cx="444536" cy="436095"/>
          </a:xfrm>
          <a:custGeom>
            <a:avLst/>
            <a:gdLst>
              <a:gd name="T0" fmla="*/ 124 w 461"/>
              <a:gd name="T1" fmla="*/ 27 h 453"/>
              <a:gd name="T2" fmla="*/ 124 w 461"/>
              <a:gd name="T3" fmla="*/ 27 h 453"/>
              <a:gd name="T4" fmla="*/ 0 w 461"/>
              <a:gd name="T5" fmla="*/ 222 h 453"/>
              <a:gd name="T6" fmla="*/ 9 w 461"/>
              <a:gd name="T7" fmla="*/ 275 h 453"/>
              <a:gd name="T8" fmla="*/ 204 w 461"/>
              <a:gd name="T9" fmla="*/ 98 h 453"/>
              <a:gd name="T10" fmla="*/ 124 w 461"/>
              <a:gd name="T11" fmla="*/ 27 h 453"/>
              <a:gd name="T12" fmla="*/ 328 w 461"/>
              <a:gd name="T13" fmla="*/ 18 h 453"/>
              <a:gd name="T14" fmla="*/ 328 w 461"/>
              <a:gd name="T15" fmla="*/ 18 h 453"/>
              <a:gd name="T16" fmla="*/ 231 w 461"/>
              <a:gd name="T17" fmla="*/ 0 h 453"/>
              <a:gd name="T18" fmla="*/ 160 w 461"/>
              <a:gd name="T19" fmla="*/ 9 h 453"/>
              <a:gd name="T20" fmla="*/ 328 w 461"/>
              <a:gd name="T21" fmla="*/ 159 h 453"/>
              <a:gd name="T22" fmla="*/ 328 w 461"/>
              <a:gd name="T23" fmla="*/ 18 h 453"/>
              <a:gd name="T24" fmla="*/ 363 w 461"/>
              <a:gd name="T25" fmla="*/ 36 h 453"/>
              <a:gd name="T26" fmla="*/ 363 w 461"/>
              <a:gd name="T27" fmla="*/ 36 h 453"/>
              <a:gd name="T28" fmla="*/ 363 w 461"/>
              <a:gd name="T29" fmla="*/ 302 h 453"/>
              <a:gd name="T30" fmla="*/ 443 w 461"/>
              <a:gd name="T31" fmla="*/ 302 h 453"/>
              <a:gd name="T32" fmla="*/ 460 w 461"/>
              <a:gd name="T33" fmla="*/ 222 h 453"/>
              <a:gd name="T34" fmla="*/ 363 w 461"/>
              <a:gd name="T35" fmla="*/ 36 h 453"/>
              <a:gd name="T36" fmla="*/ 18 w 461"/>
              <a:gd name="T37" fmla="*/ 310 h 453"/>
              <a:gd name="T38" fmla="*/ 18 w 461"/>
              <a:gd name="T39" fmla="*/ 310 h 453"/>
              <a:gd name="T40" fmla="*/ 106 w 461"/>
              <a:gd name="T41" fmla="*/ 417 h 453"/>
              <a:gd name="T42" fmla="*/ 106 w 461"/>
              <a:gd name="T43" fmla="*/ 231 h 453"/>
              <a:gd name="T44" fmla="*/ 53 w 461"/>
              <a:gd name="T45" fmla="*/ 284 h 453"/>
              <a:gd name="T46" fmla="*/ 18 w 461"/>
              <a:gd name="T47" fmla="*/ 310 h 453"/>
              <a:gd name="T48" fmla="*/ 133 w 461"/>
              <a:gd name="T49" fmla="*/ 434 h 453"/>
              <a:gd name="T50" fmla="*/ 133 w 461"/>
              <a:gd name="T51" fmla="*/ 434 h 453"/>
              <a:gd name="T52" fmla="*/ 213 w 461"/>
              <a:gd name="T53" fmla="*/ 452 h 453"/>
              <a:gd name="T54" fmla="*/ 248 w 461"/>
              <a:gd name="T55" fmla="*/ 452 h 453"/>
              <a:gd name="T56" fmla="*/ 434 w 461"/>
              <a:gd name="T57" fmla="*/ 337 h 453"/>
              <a:gd name="T58" fmla="*/ 133 w 461"/>
              <a:gd name="T59" fmla="*/ 337 h 453"/>
              <a:gd name="T60" fmla="*/ 133 w 461"/>
              <a:gd name="T61" fmla="*/ 434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61" h="453">
                <a:moveTo>
                  <a:pt x="124" y="27"/>
                </a:moveTo>
                <a:lnTo>
                  <a:pt x="124" y="27"/>
                </a:lnTo>
                <a:cubicBezTo>
                  <a:pt x="53" y="62"/>
                  <a:pt x="0" y="142"/>
                  <a:pt x="0" y="222"/>
                </a:cubicBezTo>
                <a:cubicBezTo>
                  <a:pt x="0" y="240"/>
                  <a:pt x="0" y="257"/>
                  <a:pt x="9" y="275"/>
                </a:cubicBezTo>
                <a:cubicBezTo>
                  <a:pt x="204" y="98"/>
                  <a:pt x="204" y="98"/>
                  <a:pt x="204" y="98"/>
                </a:cubicBezTo>
                <a:cubicBezTo>
                  <a:pt x="186" y="71"/>
                  <a:pt x="124" y="27"/>
                  <a:pt x="124" y="27"/>
                </a:cubicBezTo>
                <a:close/>
                <a:moveTo>
                  <a:pt x="328" y="18"/>
                </a:moveTo>
                <a:lnTo>
                  <a:pt x="328" y="18"/>
                </a:lnTo>
                <a:cubicBezTo>
                  <a:pt x="293" y="0"/>
                  <a:pt x="266" y="0"/>
                  <a:pt x="231" y="0"/>
                </a:cubicBezTo>
                <a:cubicBezTo>
                  <a:pt x="204" y="0"/>
                  <a:pt x="186" y="0"/>
                  <a:pt x="160" y="9"/>
                </a:cubicBezTo>
                <a:cubicBezTo>
                  <a:pt x="328" y="159"/>
                  <a:pt x="328" y="159"/>
                  <a:pt x="328" y="159"/>
                </a:cubicBezTo>
                <a:lnTo>
                  <a:pt x="328" y="18"/>
                </a:lnTo>
                <a:close/>
                <a:moveTo>
                  <a:pt x="363" y="36"/>
                </a:moveTo>
                <a:lnTo>
                  <a:pt x="363" y="36"/>
                </a:lnTo>
                <a:cubicBezTo>
                  <a:pt x="363" y="302"/>
                  <a:pt x="363" y="302"/>
                  <a:pt x="363" y="302"/>
                </a:cubicBezTo>
                <a:cubicBezTo>
                  <a:pt x="443" y="302"/>
                  <a:pt x="443" y="302"/>
                  <a:pt x="443" y="302"/>
                </a:cubicBezTo>
                <a:cubicBezTo>
                  <a:pt x="452" y="275"/>
                  <a:pt x="460" y="248"/>
                  <a:pt x="460" y="222"/>
                </a:cubicBezTo>
                <a:cubicBezTo>
                  <a:pt x="460" y="151"/>
                  <a:pt x="416" y="80"/>
                  <a:pt x="363" y="36"/>
                </a:cubicBezTo>
                <a:close/>
                <a:moveTo>
                  <a:pt x="18" y="310"/>
                </a:moveTo>
                <a:lnTo>
                  <a:pt x="18" y="310"/>
                </a:lnTo>
                <a:cubicBezTo>
                  <a:pt x="35" y="355"/>
                  <a:pt x="62" y="390"/>
                  <a:pt x="106" y="417"/>
                </a:cubicBezTo>
                <a:cubicBezTo>
                  <a:pt x="106" y="231"/>
                  <a:pt x="106" y="231"/>
                  <a:pt x="106" y="231"/>
                </a:cubicBezTo>
                <a:cubicBezTo>
                  <a:pt x="53" y="284"/>
                  <a:pt x="53" y="284"/>
                  <a:pt x="53" y="284"/>
                </a:cubicBezTo>
                <a:cubicBezTo>
                  <a:pt x="35" y="293"/>
                  <a:pt x="18" y="310"/>
                  <a:pt x="18" y="310"/>
                </a:cubicBezTo>
                <a:close/>
                <a:moveTo>
                  <a:pt x="133" y="434"/>
                </a:moveTo>
                <a:lnTo>
                  <a:pt x="133" y="434"/>
                </a:lnTo>
                <a:cubicBezTo>
                  <a:pt x="160" y="443"/>
                  <a:pt x="186" y="452"/>
                  <a:pt x="213" y="452"/>
                </a:cubicBezTo>
                <a:cubicBezTo>
                  <a:pt x="248" y="452"/>
                  <a:pt x="248" y="452"/>
                  <a:pt x="248" y="452"/>
                </a:cubicBezTo>
                <a:cubicBezTo>
                  <a:pt x="328" y="443"/>
                  <a:pt x="390" y="399"/>
                  <a:pt x="434" y="337"/>
                </a:cubicBezTo>
                <a:cubicBezTo>
                  <a:pt x="133" y="337"/>
                  <a:pt x="133" y="337"/>
                  <a:pt x="133" y="337"/>
                </a:cubicBezTo>
                <a:lnTo>
                  <a:pt x="133" y="434"/>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9" name="Freeform 65">
            <a:extLst>
              <a:ext uri="{FF2B5EF4-FFF2-40B4-BE49-F238E27FC236}">
                <a16:creationId xmlns:a16="http://schemas.microsoft.com/office/drawing/2014/main" id="{CE9AAB1E-AE9A-D688-C54C-0C4D8A485773}"/>
              </a:ext>
            </a:extLst>
          </p:cNvPr>
          <p:cNvSpPr>
            <a:spLocks noChangeArrowheads="1"/>
          </p:cNvSpPr>
          <p:nvPr/>
        </p:nvSpPr>
        <p:spPr bwMode="auto">
          <a:xfrm>
            <a:off x="8850308" y="2605221"/>
            <a:ext cx="478299" cy="267286"/>
          </a:xfrm>
          <a:custGeom>
            <a:avLst/>
            <a:gdLst>
              <a:gd name="T0" fmla="*/ 195 w 497"/>
              <a:gd name="T1" fmla="*/ 205 h 276"/>
              <a:gd name="T2" fmla="*/ 195 w 497"/>
              <a:gd name="T3" fmla="*/ 205 h 276"/>
              <a:gd name="T4" fmla="*/ 133 w 497"/>
              <a:gd name="T5" fmla="*/ 230 h 276"/>
              <a:gd name="T6" fmla="*/ 53 w 497"/>
              <a:gd name="T7" fmla="*/ 142 h 276"/>
              <a:gd name="T8" fmla="*/ 133 w 497"/>
              <a:gd name="T9" fmla="*/ 45 h 276"/>
              <a:gd name="T10" fmla="*/ 212 w 497"/>
              <a:gd name="T11" fmla="*/ 115 h 276"/>
              <a:gd name="T12" fmla="*/ 230 w 497"/>
              <a:gd name="T13" fmla="*/ 177 h 276"/>
              <a:gd name="T14" fmla="*/ 381 w 497"/>
              <a:gd name="T15" fmla="*/ 275 h 276"/>
              <a:gd name="T16" fmla="*/ 496 w 497"/>
              <a:gd name="T17" fmla="*/ 195 h 276"/>
              <a:gd name="T18" fmla="*/ 425 w 497"/>
              <a:gd name="T19" fmla="*/ 115 h 276"/>
              <a:gd name="T20" fmla="*/ 381 w 497"/>
              <a:gd name="T21" fmla="*/ 107 h 276"/>
              <a:gd name="T22" fmla="*/ 354 w 497"/>
              <a:gd name="T23" fmla="*/ 71 h 276"/>
              <a:gd name="T24" fmla="*/ 390 w 497"/>
              <a:gd name="T25" fmla="*/ 45 h 276"/>
              <a:gd name="T26" fmla="*/ 434 w 497"/>
              <a:gd name="T27" fmla="*/ 80 h 276"/>
              <a:gd name="T28" fmla="*/ 496 w 497"/>
              <a:gd name="T29" fmla="*/ 71 h 276"/>
              <a:gd name="T30" fmla="*/ 399 w 497"/>
              <a:gd name="T31" fmla="*/ 0 h 276"/>
              <a:gd name="T32" fmla="*/ 293 w 497"/>
              <a:gd name="T33" fmla="*/ 80 h 276"/>
              <a:gd name="T34" fmla="*/ 363 w 497"/>
              <a:gd name="T35" fmla="*/ 151 h 276"/>
              <a:gd name="T36" fmla="*/ 399 w 497"/>
              <a:gd name="T37" fmla="*/ 160 h 276"/>
              <a:gd name="T38" fmla="*/ 434 w 497"/>
              <a:gd name="T39" fmla="*/ 195 h 276"/>
              <a:gd name="T40" fmla="*/ 381 w 497"/>
              <a:gd name="T41" fmla="*/ 230 h 276"/>
              <a:gd name="T42" fmla="*/ 284 w 497"/>
              <a:gd name="T43" fmla="*/ 160 h 276"/>
              <a:gd name="T44" fmla="*/ 256 w 497"/>
              <a:gd name="T45" fmla="*/ 98 h 276"/>
              <a:gd name="T46" fmla="*/ 133 w 497"/>
              <a:gd name="T47" fmla="*/ 0 h 276"/>
              <a:gd name="T48" fmla="*/ 0 w 497"/>
              <a:gd name="T49" fmla="*/ 142 h 276"/>
              <a:gd name="T50" fmla="*/ 133 w 497"/>
              <a:gd name="T51" fmla="*/ 275 h 276"/>
              <a:gd name="T52" fmla="*/ 212 w 497"/>
              <a:gd name="T53" fmla="*/ 249 h 276"/>
              <a:gd name="T54" fmla="*/ 195 w 497"/>
              <a:gd name="T55" fmla="*/ 205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97" h="276">
                <a:moveTo>
                  <a:pt x="195" y="205"/>
                </a:moveTo>
                <a:lnTo>
                  <a:pt x="195" y="205"/>
                </a:lnTo>
                <a:cubicBezTo>
                  <a:pt x="186" y="213"/>
                  <a:pt x="168" y="230"/>
                  <a:pt x="133" y="230"/>
                </a:cubicBezTo>
                <a:cubicBezTo>
                  <a:pt x="89" y="230"/>
                  <a:pt x="53" y="195"/>
                  <a:pt x="53" y="142"/>
                </a:cubicBezTo>
                <a:cubicBezTo>
                  <a:pt x="53" y="71"/>
                  <a:pt x="97" y="45"/>
                  <a:pt x="133" y="45"/>
                </a:cubicBezTo>
                <a:cubicBezTo>
                  <a:pt x="186" y="45"/>
                  <a:pt x="195" y="80"/>
                  <a:pt x="212" y="115"/>
                </a:cubicBezTo>
                <a:cubicBezTo>
                  <a:pt x="230" y="177"/>
                  <a:pt x="230" y="177"/>
                  <a:pt x="230" y="177"/>
                </a:cubicBezTo>
                <a:cubicBezTo>
                  <a:pt x="248" y="230"/>
                  <a:pt x="284" y="275"/>
                  <a:pt x="381" y="275"/>
                </a:cubicBezTo>
                <a:cubicBezTo>
                  <a:pt x="452" y="275"/>
                  <a:pt x="496" y="258"/>
                  <a:pt x="496" y="195"/>
                </a:cubicBezTo>
                <a:cubicBezTo>
                  <a:pt x="496" y="151"/>
                  <a:pt x="469" y="124"/>
                  <a:pt x="425" y="115"/>
                </a:cubicBezTo>
                <a:cubicBezTo>
                  <a:pt x="381" y="107"/>
                  <a:pt x="381" y="107"/>
                  <a:pt x="381" y="107"/>
                </a:cubicBezTo>
                <a:cubicBezTo>
                  <a:pt x="363" y="98"/>
                  <a:pt x="354" y="89"/>
                  <a:pt x="354" y="71"/>
                </a:cubicBezTo>
                <a:cubicBezTo>
                  <a:pt x="354" y="53"/>
                  <a:pt x="363" y="45"/>
                  <a:pt x="390" y="45"/>
                </a:cubicBezTo>
                <a:cubicBezTo>
                  <a:pt x="416" y="45"/>
                  <a:pt x="434" y="53"/>
                  <a:pt x="434" y="80"/>
                </a:cubicBezTo>
                <a:cubicBezTo>
                  <a:pt x="496" y="71"/>
                  <a:pt x="496" y="71"/>
                  <a:pt x="496" y="71"/>
                </a:cubicBezTo>
                <a:cubicBezTo>
                  <a:pt x="487" y="18"/>
                  <a:pt x="452" y="0"/>
                  <a:pt x="399" y="0"/>
                </a:cubicBezTo>
                <a:cubicBezTo>
                  <a:pt x="346" y="0"/>
                  <a:pt x="293" y="18"/>
                  <a:pt x="293" y="80"/>
                </a:cubicBezTo>
                <a:cubicBezTo>
                  <a:pt x="293" y="115"/>
                  <a:pt x="309" y="142"/>
                  <a:pt x="363" y="151"/>
                </a:cubicBezTo>
                <a:cubicBezTo>
                  <a:pt x="399" y="160"/>
                  <a:pt x="399" y="160"/>
                  <a:pt x="399" y="160"/>
                </a:cubicBezTo>
                <a:cubicBezTo>
                  <a:pt x="425" y="169"/>
                  <a:pt x="434" y="186"/>
                  <a:pt x="434" y="195"/>
                </a:cubicBezTo>
                <a:cubicBezTo>
                  <a:pt x="434" y="222"/>
                  <a:pt x="416" y="230"/>
                  <a:pt x="381" y="230"/>
                </a:cubicBezTo>
                <a:cubicBezTo>
                  <a:pt x="319" y="230"/>
                  <a:pt x="293" y="195"/>
                  <a:pt x="284" y="160"/>
                </a:cubicBezTo>
                <a:cubicBezTo>
                  <a:pt x="256" y="98"/>
                  <a:pt x="256" y="98"/>
                  <a:pt x="256" y="98"/>
                </a:cubicBezTo>
                <a:cubicBezTo>
                  <a:pt x="239" y="27"/>
                  <a:pt x="212" y="0"/>
                  <a:pt x="133" y="0"/>
                </a:cubicBezTo>
                <a:cubicBezTo>
                  <a:pt x="62" y="0"/>
                  <a:pt x="0" y="53"/>
                  <a:pt x="0" y="142"/>
                </a:cubicBezTo>
                <a:cubicBezTo>
                  <a:pt x="0" y="230"/>
                  <a:pt x="62" y="275"/>
                  <a:pt x="133" y="275"/>
                </a:cubicBezTo>
                <a:cubicBezTo>
                  <a:pt x="177" y="275"/>
                  <a:pt x="203" y="258"/>
                  <a:pt x="212" y="249"/>
                </a:cubicBezTo>
                <a:lnTo>
                  <a:pt x="195" y="205"/>
                </a:ln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10" name="Freeform 66">
            <a:extLst>
              <a:ext uri="{FF2B5EF4-FFF2-40B4-BE49-F238E27FC236}">
                <a16:creationId xmlns:a16="http://schemas.microsoft.com/office/drawing/2014/main" id="{3D9677FD-6A09-4292-E83E-15CEEF264059}"/>
              </a:ext>
            </a:extLst>
          </p:cNvPr>
          <p:cNvSpPr>
            <a:spLocks noChangeArrowheads="1"/>
          </p:cNvSpPr>
          <p:nvPr/>
        </p:nvSpPr>
        <p:spPr bwMode="auto">
          <a:xfrm>
            <a:off x="9812533" y="2512376"/>
            <a:ext cx="461418" cy="452976"/>
          </a:xfrm>
          <a:custGeom>
            <a:avLst/>
            <a:gdLst>
              <a:gd name="T0" fmla="*/ 240 w 479"/>
              <a:gd name="T1" fmla="*/ 0 h 471"/>
              <a:gd name="T2" fmla="*/ 240 w 479"/>
              <a:gd name="T3" fmla="*/ 0 h 471"/>
              <a:gd name="T4" fmla="*/ 0 w 479"/>
              <a:gd name="T5" fmla="*/ 231 h 471"/>
              <a:gd name="T6" fmla="*/ 240 w 479"/>
              <a:gd name="T7" fmla="*/ 470 h 471"/>
              <a:gd name="T8" fmla="*/ 478 w 479"/>
              <a:gd name="T9" fmla="*/ 231 h 471"/>
              <a:gd name="T10" fmla="*/ 240 w 479"/>
              <a:gd name="T11" fmla="*/ 0 h 471"/>
              <a:gd name="T12" fmla="*/ 302 w 479"/>
              <a:gd name="T13" fmla="*/ 303 h 471"/>
              <a:gd name="T14" fmla="*/ 302 w 479"/>
              <a:gd name="T15" fmla="*/ 303 h 471"/>
              <a:gd name="T16" fmla="*/ 230 w 479"/>
              <a:gd name="T17" fmla="*/ 258 h 471"/>
              <a:gd name="T18" fmla="*/ 222 w 479"/>
              <a:gd name="T19" fmla="*/ 222 h 471"/>
              <a:gd name="T20" fmla="*/ 186 w 479"/>
              <a:gd name="T21" fmla="*/ 187 h 471"/>
              <a:gd name="T22" fmla="*/ 142 w 479"/>
              <a:gd name="T23" fmla="*/ 240 h 471"/>
              <a:gd name="T24" fmla="*/ 177 w 479"/>
              <a:gd name="T25" fmla="*/ 284 h 471"/>
              <a:gd name="T26" fmla="*/ 213 w 479"/>
              <a:gd name="T27" fmla="*/ 267 h 471"/>
              <a:gd name="T28" fmla="*/ 222 w 479"/>
              <a:gd name="T29" fmla="*/ 293 h 471"/>
              <a:gd name="T30" fmla="*/ 177 w 479"/>
              <a:gd name="T31" fmla="*/ 303 h 471"/>
              <a:gd name="T32" fmla="*/ 115 w 479"/>
              <a:gd name="T33" fmla="*/ 240 h 471"/>
              <a:gd name="T34" fmla="*/ 177 w 479"/>
              <a:gd name="T35" fmla="*/ 160 h 471"/>
              <a:gd name="T36" fmla="*/ 249 w 479"/>
              <a:gd name="T37" fmla="*/ 213 h 471"/>
              <a:gd name="T38" fmla="*/ 257 w 479"/>
              <a:gd name="T39" fmla="*/ 249 h 471"/>
              <a:gd name="T40" fmla="*/ 310 w 479"/>
              <a:gd name="T41" fmla="*/ 284 h 471"/>
              <a:gd name="T42" fmla="*/ 337 w 479"/>
              <a:gd name="T43" fmla="*/ 267 h 471"/>
              <a:gd name="T44" fmla="*/ 319 w 479"/>
              <a:gd name="T45" fmla="*/ 249 h 471"/>
              <a:gd name="T46" fmla="*/ 293 w 479"/>
              <a:gd name="T47" fmla="*/ 240 h 471"/>
              <a:gd name="T48" fmla="*/ 266 w 479"/>
              <a:gd name="T49" fmla="*/ 205 h 471"/>
              <a:gd name="T50" fmla="*/ 319 w 479"/>
              <a:gd name="T51" fmla="*/ 160 h 471"/>
              <a:gd name="T52" fmla="*/ 363 w 479"/>
              <a:gd name="T53" fmla="*/ 205 h 471"/>
              <a:gd name="T54" fmla="*/ 337 w 479"/>
              <a:gd name="T55" fmla="*/ 205 h 471"/>
              <a:gd name="T56" fmla="*/ 310 w 479"/>
              <a:gd name="T57" fmla="*/ 187 h 471"/>
              <a:gd name="T58" fmla="*/ 293 w 479"/>
              <a:gd name="T59" fmla="*/ 205 h 471"/>
              <a:gd name="T60" fmla="*/ 310 w 479"/>
              <a:gd name="T61" fmla="*/ 222 h 471"/>
              <a:gd name="T62" fmla="*/ 328 w 479"/>
              <a:gd name="T63" fmla="*/ 222 h 471"/>
              <a:gd name="T64" fmla="*/ 363 w 479"/>
              <a:gd name="T65" fmla="*/ 267 h 471"/>
              <a:gd name="T66" fmla="*/ 302 w 479"/>
              <a:gd name="T67" fmla="*/ 303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79" h="471">
                <a:moveTo>
                  <a:pt x="240" y="0"/>
                </a:moveTo>
                <a:lnTo>
                  <a:pt x="240" y="0"/>
                </a:lnTo>
                <a:cubicBezTo>
                  <a:pt x="106" y="0"/>
                  <a:pt x="0" y="107"/>
                  <a:pt x="0" y="231"/>
                </a:cubicBezTo>
                <a:cubicBezTo>
                  <a:pt x="0" y="364"/>
                  <a:pt x="106" y="470"/>
                  <a:pt x="240" y="470"/>
                </a:cubicBezTo>
                <a:cubicBezTo>
                  <a:pt x="372" y="470"/>
                  <a:pt x="478" y="364"/>
                  <a:pt x="478" y="231"/>
                </a:cubicBezTo>
                <a:cubicBezTo>
                  <a:pt x="478" y="107"/>
                  <a:pt x="372" y="0"/>
                  <a:pt x="240" y="0"/>
                </a:cubicBezTo>
                <a:close/>
                <a:moveTo>
                  <a:pt x="302" y="303"/>
                </a:moveTo>
                <a:lnTo>
                  <a:pt x="302" y="303"/>
                </a:lnTo>
                <a:cubicBezTo>
                  <a:pt x="257" y="303"/>
                  <a:pt x="240" y="284"/>
                  <a:pt x="230" y="258"/>
                </a:cubicBezTo>
                <a:cubicBezTo>
                  <a:pt x="222" y="222"/>
                  <a:pt x="222" y="222"/>
                  <a:pt x="222" y="222"/>
                </a:cubicBezTo>
                <a:cubicBezTo>
                  <a:pt x="213" y="205"/>
                  <a:pt x="204" y="187"/>
                  <a:pt x="186" y="187"/>
                </a:cubicBezTo>
                <a:cubicBezTo>
                  <a:pt x="169" y="187"/>
                  <a:pt x="142" y="205"/>
                  <a:pt x="142" y="240"/>
                </a:cubicBezTo>
                <a:cubicBezTo>
                  <a:pt x="142" y="267"/>
                  <a:pt x="159" y="284"/>
                  <a:pt x="177" y="284"/>
                </a:cubicBezTo>
                <a:cubicBezTo>
                  <a:pt x="195" y="284"/>
                  <a:pt x="204" y="275"/>
                  <a:pt x="213" y="267"/>
                </a:cubicBezTo>
                <a:cubicBezTo>
                  <a:pt x="222" y="293"/>
                  <a:pt x="222" y="293"/>
                  <a:pt x="222" y="293"/>
                </a:cubicBezTo>
                <a:cubicBezTo>
                  <a:pt x="213" y="293"/>
                  <a:pt x="204" y="303"/>
                  <a:pt x="177" y="303"/>
                </a:cubicBezTo>
                <a:cubicBezTo>
                  <a:pt x="151" y="303"/>
                  <a:pt x="115" y="284"/>
                  <a:pt x="115" y="240"/>
                </a:cubicBezTo>
                <a:cubicBezTo>
                  <a:pt x="115" y="196"/>
                  <a:pt x="151" y="160"/>
                  <a:pt x="177" y="160"/>
                </a:cubicBezTo>
                <a:cubicBezTo>
                  <a:pt x="222" y="160"/>
                  <a:pt x="230" y="178"/>
                  <a:pt x="249" y="213"/>
                </a:cubicBezTo>
                <a:cubicBezTo>
                  <a:pt x="257" y="249"/>
                  <a:pt x="257" y="249"/>
                  <a:pt x="257" y="249"/>
                </a:cubicBezTo>
                <a:cubicBezTo>
                  <a:pt x="266" y="267"/>
                  <a:pt x="275" y="284"/>
                  <a:pt x="310" y="284"/>
                </a:cubicBezTo>
                <a:cubicBezTo>
                  <a:pt x="328" y="284"/>
                  <a:pt x="337" y="275"/>
                  <a:pt x="337" y="267"/>
                </a:cubicBezTo>
                <a:cubicBezTo>
                  <a:pt x="337" y="258"/>
                  <a:pt x="328" y="249"/>
                  <a:pt x="319" y="249"/>
                </a:cubicBezTo>
                <a:cubicBezTo>
                  <a:pt x="293" y="240"/>
                  <a:pt x="293" y="240"/>
                  <a:pt x="293" y="240"/>
                </a:cubicBezTo>
                <a:cubicBezTo>
                  <a:pt x="275" y="240"/>
                  <a:pt x="266" y="222"/>
                  <a:pt x="266" y="205"/>
                </a:cubicBezTo>
                <a:cubicBezTo>
                  <a:pt x="266" y="178"/>
                  <a:pt x="293" y="160"/>
                  <a:pt x="319" y="160"/>
                </a:cubicBezTo>
                <a:cubicBezTo>
                  <a:pt x="346" y="160"/>
                  <a:pt x="363" y="178"/>
                  <a:pt x="363" y="205"/>
                </a:cubicBezTo>
                <a:cubicBezTo>
                  <a:pt x="337" y="205"/>
                  <a:pt x="337" y="205"/>
                  <a:pt x="337" y="205"/>
                </a:cubicBezTo>
                <a:cubicBezTo>
                  <a:pt x="337" y="196"/>
                  <a:pt x="328" y="187"/>
                  <a:pt x="310" y="187"/>
                </a:cubicBezTo>
                <a:cubicBezTo>
                  <a:pt x="302" y="187"/>
                  <a:pt x="293" y="196"/>
                  <a:pt x="293" y="205"/>
                </a:cubicBezTo>
                <a:cubicBezTo>
                  <a:pt x="293" y="213"/>
                  <a:pt x="293" y="213"/>
                  <a:pt x="310" y="222"/>
                </a:cubicBezTo>
                <a:cubicBezTo>
                  <a:pt x="328" y="222"/>
                  <a:pt x="328" y="222"/>
                  <a:pt x="328" y="222"/>
                </a:cubicBezTo>
                <a:cubicBezTo>
                  <a:pt x="355" y="231"/>
                  <a:pt x="363" y="240"/>
                  <a:pt x="363" y="267"/>
                </a:cubicBezTo>
                <a:cubicBezTo>
                  <a:pt x="363" y="293"/>
                  <a:pt x="337" y="303"/>
                  <a:pt x="302" y="303"/>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11" name="Freeform 67">
            <a:extLst>
              <a:ext uri="{FF2B5EF4-FFF2-40B4-BE49-F238E27FC236}">
                <a16:creationId xmlns:a16="http://schemas.microsoft.com/office/drawing/2014/main" id="{45DB4E42-A964-1E3F-7F9C-99685A1403B5}"/>
              </a:ext>
            </a:extLst>
          </p:cNvPr>
          <p:cNvSpPr>
            <a:spLocks noChangeArrowheads="1"/>
          </p:cNvSpPr>
          <p:nvPr/>
        </p:nvSpPr>
        <p:spPr bwMode="auto">
          <a:xfrm>
            <a:off x="6939926" y="2554578"/>
            <a:ext cx="478299" cy="368572"/>
          </a:xfrm>
          <a:custGeom>
            <a:avLst/>
            <a:gdLst>
              <a:gd name="T0" fmla="*/ 275 w 497"/>
              <a:gd name="T1" fmla="*/ 142 h 382"/>
              <a:gd name="T2" fmla="*/ 275 w 497"/>
              <a:gd name="T3" fmla="*/ 142 h 382"/>
              <a:gd name="T4" fmla="*/ 310 w 497"/>
              <a:gd name="T5" fmla="*/ 160 h 382"/>
              <a:gd name="T6" fmla="*/ 354 w 497"/>
              <a:gd name="T7" fmla="*/ 142 h 382"/>
              <a:gd name="T8" fmla="*/ 354 w 497"/>
              <a:gd name="T9" fmla="*/ 115 h 382"/>
              <a:gd name="T10" fmla="*/ 248 w 497"/>
              <a:gd name="T11" fmla="*/ 0 h 382"/>
              <a:gd name="T12" fmla="*/ 132 w 497"/>
              <a:gd name="T13" fmla="*/ 115 h 382"/>
              <a:gd name="T14" fmla="*/ 132 w 497"/>
              <a:gd name="T15" fmla="*/ 266 h 382"/>
              <a:gd name="T16" fmla="*/ 107 w 497"/>
              <a:gd name="T17" fmla="*/ 293 h 382"/>
              <a:gd name="T18" fmla="*/ 88 w 497"/>
              <a:gd name="T19" fmla="*/ 266 h 382"/>
              <a:gd name="T20" fmla="*/ 88 w 497"/>
              <a:gd name="T21" fmla="*/ 204 h 382"/>
              <a:gd name="T22" fmla="*/ 0 w 497"/>
              <a:gd name="T23" fmla="*/ 204 h 382"/>
              <a:gd name="T24" fmla="*/ 0 w 497"/>
              <a:gd name="T25" fmla="*/ 266 h 382"/>
              <a:gd name="T26" fmla="*/ 107 w 497"/>
              <a:gd name="T27" fmla="*/ 381 h 382"/>
              <a:gd name="T28" fmla="*/ 222 w 497"/>
              <a:gd name="T29" fmla="*/ 266 h 382"/>
              <a:gd name="T30" fmla="*/ 222 w 497"/>
              <a:gd name="T31" fmla="*/ 115 h 382"/>
              <a:gd name="T32" fmla="*/ 248 w 497"/>
              <a:gd name="T33" fmla="*/ 89 h 382"/>
              <a:gd name="T34" fmla="*/ 275 w 497"/>
              <a:gd name="T35" fmla="*/ 115 h 382"/>
              <a:gd name="T36" fmla="*/ 275 w 497"/>
              <a:gd name="T37" fmla="*/ 142 h 382"/>
              <a:gd name="T38" fmla="*/ 407 w 497"/>
              <a:gd name="T39" fmla="*/ 204 h 382"/>
              <a:gd name="T40" fmla="*/ 407 w 497"/>
              <a:gd name="T41" fmla="*/ 204 h 382"/>
              <a:gd name="T42" fmla="*/ 407 w 497"/>
              <a:gd name="T43" fmla="*/ 266 h 382"/>
              <a:gd name="T44" fmla="*/ 381 w 497"/>
              <a:gd name="T45" fmla="*/ 293 h 382"/>
              <a:gd name="T46" fmla="*/ 354 w 497"/>
              <a:gd name="T47" fmla="*/ 266 h 382"/>
              <a:gd name="T48" fmla="*/ 354 w 497"/>
              <a:gd name="T49" fmla="*/ 204 h 382"/>
              <a:gd name="T50" fmla="*/ 310 w 497"/>
              <a:gd name="T51" fmla="*/ 222 h 382"/>
              <a:gd name="T52" fmla="*/ 275 w 497"/>
              <a:gd name="T53" fmla="*/ 204 h 382"/>
              <a:gd name="T54" fmla="*/ 275 w 497"/>
              <a:gd name="T55" fmla="*/ 266 h 382"/>
              <a:gd name="T56" fmla="*/ 381 w 497"/>
              <a:gd name="T57" fmla="*/ 381 h 382"/>
              <a:gd name="T58" fmla="*/ 496 w 497"/>
              <a:gd name="T59" fmla="*/ 266 h 382"/>
              <a:gd name="T60" fmla="*/ 496 w 497"/>
              <a:gd name="T61" fmla="*/ 204 h 382"/>
              <a:gd name="T62" fmla="*/ 407 w 497"/>
              <a:gd name="T63" fmla="*/ 204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97" h="382">
                <a:moveTo>
                  <a:pt x="275" y="142"/>
                </a:moveTo>
                <a:lnTo>
                  <a:pt x="275" y="142"/>
                </a:lnTo>
                <a:cubicBezTo>
                  <a:pt x="310" y="160"/>
                  <a:pt x="310" y="160"/>
                  <a:pt x="310" y="160"/>
                </a:cubicBezTo>
                <a:cubicBezTo>
                  <a:pt x="354" y="142"/>
                  <a:pt x="354" y="142"/>
                  <a:pt x="354" y="142"/>
                </a:cubicBezTo>
                <a:cubicBezTo>
                  <a:pt x="354" y="115"/>
                  <a:pt x="354" y="115"/>
                  <a:pt x="354" y="115"/>
                </a:cubicBezTo>
                <a:cubicBezTo>
                  <a:pt x="354" y="53"/>
                  <a:pt x="310" y="0"/>
                  <a:pt x="248" y="0"/>
                </a:cubicBezTo>
                <a:cubicBezTo>
                  <a:pt x="186" y="0"/>
                  <a:pt x="132" y="53"/>
                  <a:pt x="132" y="115"/>
                </a:cubicBezTo>
                <a:cubicBezTo>
                  <a:pt x="132" y="266"/>
                  <a:pt x="132" y="266"/>
                  <a:pt x="132" y="266"/>
                </a:cubicBezTo>
                <a:cubicBezTo>
                  <a:pt x="132" y="283"/>
                  <a:pt x="124" y="293"/>
                  <a:pt x="107" y="293"/>
                </a:cubicBezTo>
                <a:cubicBezTo>
                  <a:pt x="97" y="293"/>
                  <a:pt x="88" y="283"/>
                  <a:pt x="88" y="266"/>
                </a:cubicBezTo>
                <a:cubicBezTo>
                  <a:pt x="88" y="204"/>
                  <a:pt x="88" y="204"/>
                  <a:pt x="88" y="204"/>
                </a:cubicBezTo>
                <a:cubicBezTo>
                  <a:pt x="0" y="204"/>
                  <a:pt x="0" y="204"/>
                  <a:pt x="0" y="204"/>
                </a:cubicBezTo>
                <a:cubicBezTo>
                  <a:pt x="0" y="266"/>
                  <a:pt x="0" y="266"/>
                  <a:pt x="0" y="266"/>
                </a:cubicBezTo>
                <a:cubicBezTo>
                  <a:pt x="0" y="328"/>
                  <a:pt x="53" y="381"/>
                  <a:pt x="107" y="381"/>
                </a:cubicBezTo>
                <a:cubicBezTo>
                  <a:pt x="169" y="381"/>
                  <a:pt x="222" y="328"/>
                  <a:pt x="222" y="266"/>
                </a:cubicBezTo>
                <a:cubicBezTo>
                  <a:pt x="222" y="115"/>
                  <a:pt x="222" y="115"/>
                  <a:pt x="222" y="115"/>
                </a:cubicBezTo>
                <a:cubicBezTo>
                  <a:pt x="222" y="98"/>
                  <a:pt x="230" y="89"/>
                  <a:pt x="248" y="89"/>
                </a:cubicBezTo>
                <a:cubicBezTo>
                  <a:pt x="266" y="89"/>
                  <a:pt x="275" y="98"/>
                  <a:pt x="275" y="115"/>
                </a:cubicBezTo>
                <a:lnTo>
                  <a:pt x="275" y="142"/>
                </a:lnTo>
                <a:close/>
                <a:moveTo>
                  <a:pt x="407" y="204"/>
                </a:moveTo>
                <a:lnTo>
                  <a:pt x="407" y="204"/>
                </a:lnTo>
                <a:cubicBezTo>
                  <a:pt x="407" y="266"/>
                  <a:pt x="407" y="266"/>
                  <a:pt x="407" y="266"/>
                </a:cubicBezTo>
                <a:cubicBezTo>
                  <a:pt x="407" y="283"/>
                  <a:pt x="399" y="293"/>
                  <a:pt x="381" y="293"/>
                </a:cubicBezTo>
                <a:cubicBezTo>
                  <a:pt x="372" y="293"/>
                  <a:pt x="354" y="283"/>
                  <a:pt x="354" y="266"/>
                </a:cubicBezTo>
                <a:cubicBezTo>
                  <a:pt x="354" y="204"/>
                  <a:pt x="354" y="204"/>
                  <a:pt x="354" y="204"/>
                </a:cubicBezTo>
                <a:cubicBezTo>
                  <a:pt x="310" y="222"/>
                  <a:pt x="310" y="222"/>
                  <a:pt x="310" y="222"/>
                </a:cubicBezTo>
                <a:cubicBezTo>
                  <a:pt x="275" y="204"/>
                  <a:pt x="275" y="204"/>
                  <a:pt x="275" y="204"/>
                </a:cubicBezTo>
                <a:cubicBezTo>
                  <a:pt x="275" y="266"/>
                  <a:pt x="275" y="266"/>
                  <a:pt x="275" y="266"/>
                </a:cubicBezTo>
                <a:cubicBezTo>
                  <a:pt x="275" y="328"/>
                  <a:pt x="328" y="381"/>
                  <a:pt x="381" y="381"/>
                </a:cubicBezTo>
                <a:cubicBezTo>
                  <a:pt x="443" y="381"/>
                  <a:pt x="496" y="328"/>
                  <a:pt x="496" y="266"/>
                </a:cubicBezTo>
                <a:cubicBezTo>
                  <a:pt x="496" y="204"/>
                  <a:pt x="496" y="204"/>
                  <a:pt x="496" y="204"/>
                </a:cubicBezTo>
                <a:lnTo>
                  <a:pt x="407" y="204"/>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12" name="Freeform 68">
            <a:extLst>
              <a:ext uri="{FF2B5EF4-FFF2-40B4-BE49-F238E27FC236}">
                <a16:creationId xmlns:a16="http://schemas.microsoft.com/office/drawing/2014/main" id="{4CB83E17-E084-A415-A14D-D5361519AF7D}"/>
              </a:ext>
            </a:extLst>
          </p:cNvPr>
          <p:cNvSpPr>
            <a:spLocks noChangeArrowheads="1"/>
          </p:cNvSpPr>
          <p:nvPr/>
        </p:nvSpPr>
        <p:spPr bwMode="auto">
          <a:xfrm>
            <a:off x="5049239" y="2520816"/>
            <a:ext cx="444536" cy="436097"/>
          </a:xfrm>
          <a:custGeom>
            <a:avLst/>
            <a:gdLst>
              <a:gd name="T0" fmla="*/ 221 w 461"/>
              <a:gd name="T1" fmla="*/ 160 h 454"/>
              <a:gd name="T2" fmla="*/ 221 w 461"/>
              <a:gd name="T3" fmla="*/ 160 h 454"/>
              <a:gd name="T4" fmla="*/ 150 w 461"/>
              <a:gd name="T5" fmla="*/ 54 h 454"/>
              <a:gd name="T6" fmla="*/ 35 w 461"/>
              <a:gd name="T7" fmla="*/ 187 h 454"/>
              <a:gd name="T8" fmla="*/ 221 w 461"/>
              <a:gd name="T9" fmla="*/ 160 h 454"/>
              <a:gd name="T10" fmla="*/ 239 w 461"/>
              <a:gd name="T11" fmla="*/ 231 h 454"/>
              <a:gd name="T12" fmla="*/ 239 w 461"/>
              <a:gd name="T13" fmla="*/ 231 h 454"/>
              <a:gd name="T14" fmla="*/ 248 w 461"/>
              <a:gd name="T15" fmla="*/ 222 h 454"/>
              <a:gd name="T16" fmla="*/ 239 w 461"/>
              <a:gd name="T17" fmla="*/ 196 h 454"/>
              <a:gd name="T18" fmla="*/ 35 w 461"/>
              <a:gd name="T19" fmla="*/ 222 h 454"/>
              <a:gd name="T20" fmla="*/ 35 w 461"/>
              <a:gd name="T21" fmla="*/ 222 h 454"/>
              <a:gd name="T22" fmla="*/ 88 w 461"/>
              <a:gd name="T23" fmla="*/ 355 h 454"/>
              <a:gd name="T24" fmla="*/ 88 w 461"/>
              <a:gd name="T25" fmla="*/ 355 h 454"/>
              <a:gd name="T26" fmla="*/ 239 w 461"/>
              <a:gd name="T27" fmla="*/ 231 h 454"/>
              <a:gd name="T28" fmla="*/ 106 w 461"/>
              <a:gd name="T29" fmla="*/ 382 h 454"/>
              <a:gd name="T30" fmla="*/ 106 w 461"/>
              <a:gd name="T31" fmla="*/ 382 h 454"/>
              <a:gd name="T32" fmla="*/ 106 w 461"/>
              <a:gd name="T33" fmla="*/ 382 h 454"/>
              <a:gd name="T34" fmla="*/ 106 w 461"/>
              <a:gd name="T35" fmla="*/ 373 h 454"/>
              <a:gd name="T36" fmla="*/ 106 w 461"/>
              <a:gd name="T37" fmla="*/ 382 h 454"/>
              <a:gd name="T38" fmla="*/ 186 w 461"/>
              <a:gd name="T39" fmla="*/ 36 h 454"/>
              <a:gd name="T40" fmla="*/ 186 w 461"/>
              <a:gd name="T41" fmla="*/ 36 h 454"/>
              <a:gd name="T42" fmla="*/ 354 w 461"/>
              <a:gd name="T43" fmla="*/ 81 h 454"/>
              <a:gd name="T44" fmla="*/ 354 w 461"/>
              <a:gd name="T45" fmla="*/ 81 h 454"/>
              <a:gd name="T46" fmla="*/ 231 w 461"/>
              <a:gd name="T47" fmla="*/ 28 h 454"/>
              <a:gd name="T48" fmla="*/ 186 w 461"/>
              <a:gd name="T49" fmla="*/ 36 h 454"/>
              <a:gd name="T50" fmla="*/ 256 w 461"/>
              <a:gd name="T51" fmla="*/ 151 h 454"/>
              <a:gd name="T52" fmla="*/ 354 w 461"/>
              <a:gd name="T53" fmla="*/ 81 h 454"/>
              <a:gd name="T54" fmla="*/ 231 w 461"/>
              <a:gd name="T55" fmla="*/ 453 h 454"/>
              <a:gd name="T56" fmla="*/ 231 w 461"/>
              <a:gd name="T57" fmla="*/ 453 h 454"/>
              <a:gd name="T58" fmla="*/ 0 w 461"/>
              <a:gd name="T59" fmla="*/ 222 h 454"/>
              <a:gd name="T60" fmla="*/ 231 w 461"/>
              <a:gd name="T61" fmla="*/ 0 h 454"/>
              <a:gd name="T62" fmla="*/ 460 w 461"/>
              <a:gd name="T63" fmla="*/ 222 h 454"/>
              <a:gd name="T64" fmla="*/ 231 w 461"/>
              <a:gd name="T65" fmla="*/ 453 h 454"/>
              <a:gd name="T66" fmla="*/ 265 w 461"/>
              <a:gd name="T67" fmla="*/ 258 h 454"/>
              <a:gd name="T68" fmla="*/ 265 w 461"/>
              <a:gd name="T69" fmla="*/ 258 h 454"/>
              <a:gd name="T70" fmla="*/ 106 w 461"/>
              <a:gd name="T71" fmla="*/ 382 h 454"/>
              <a:gd name="T72" fmla="*/ 231 w 461"/>
              <a:gd name="T73" fmla="*/ 417 h 454"/>
              <a:gd name="T74" fmla="*/ 310 w 461"/>
              <a:gd name="T75" fmla="*/ 408 h 454"/>
              <a:gd name="T76" fmla="*/ 265 w 461"/>
              <a:gd name="T77" fmla="*/ 258 h 454"/>
              <a:gd name="T78" fmla="*/ 275 w 461"/>
              <a:gd name="T79" fmla="*/ 178 h 454"/>
              <a:gd name="T80" fmla="*/ 275 w 461"/>
              <a:gd name="T81" fmla="*/ 178 h 454"/>
              <a:gd name="T82" fmla="*/ 284 w 461"/>
              <a:gd name="T83" fmla="*/ 204 h 454"/>
              <a:gd name="T84" fmla="*/ 292 w 461"/>
              <a:gd name="T85" fmla="*/ 213 h 454"/>
              <a:gd name="T86" fmla="*/ 425 w 461"/>
              <a:gd name="T87" fmla="*/ 222 h 454"/>
              <a:gd name="T88" fmla="*/ 381 w 461"/>
              <a:gd name="T89" fmla="*/ 98 h 454"/>
              <a:gd name="T90" fmla="*/ 275 w 461"/>
              <a:gd name="T91" fmla="*/ 178 h 454"/>
              <a:gd name="T92" fmla="*/ 301 w 461"/>
              <a:gd name="T93" fmla="*/ 249 h 454"/>
              <a:gd name="T94" fmla="*/ 301 w 461"/>
              <a:gd name="T95" fmla="*/ 249 h 454"/>
              <a:gd name="T96" fmla="*/ 337 w 461"/>
              <a:gd name="T97" fmla="*/ 391 h 454"/>
              <a:gd name="T98" fmla="*/ 425 w 461"/>
              <a:gd name="T99" fmla="*/ 258 h 454"/>
              <a:gd name="T100" fmla="*/ 301 w 461"/>
              <a:gd name="T101" fmla="*/ 249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61" h="454">
                <a:moveTo>
                  <a:pt x="221" y="160"/>
                </a:moveTo>
                <a:lnTo>
                  <a:pt x="221" y="160"/>
                </a:lnTo>
                <a:cubicBezTo>
                  <a:pt x="186" y="98"/>
                  <a:pt x="150" y="54"/>
                  <a:pt x="150" y="54"/>
                </a:cubicBezTo>
                <a:cubicBezTo>
                  <a:pt x="88" y="72"/>
                  <a:pt x="53" y="125"/>
                  <a:pt x="35" y="187"/>
                </a:cubicBezTo>
                <a:cubicBezTo>
                  <a:pt x="44" y="187"/>
                  <a:pt x="124" y="187"/>
                  <a:pt x="221" y="160"/>
                </a:cubicBezTo>
                <a:close/>
                <a:moveTo>
                  <a:pt x="239" y="231"/>
                </a:moveTo>
                <a:lnTo>
                  <a:pt x="239" y="231"/>
                </a:lnTo>
                <a:cubicBezTo>
                  <a:pt x="248" y="222"/>
                  <a:pt x="248" y="222"/>
                  <a:pt x="248" y="222"/>
                </a:cubicBezTo>
                <a:cubicBezTo>
                  <a:pt x="248" y="213"/>
                  <a:pt x="239" y="204"/>
                  <a:pt x="239" y="196"/>
                </a:cubicBezTo>
                <a:cubicBezTo>
                  <a:pt x="133" y="222"/>
                  <a:pt x="35" y="222"/>
                  <a:pt x="35" y="222"/>
                </a:cubicBezTo>
                <a:lnTo>
                  <a:pt x="35" y="222"/>
                </a:lnTo>
                <a:cubicBezTo>
                  <a:pt x="35" y="275"/>
                  <a:pt x="53" y="319"/>
                  <a:pt x="88" y="355"/>
                </a:cubicBezTo>
                <a:lnTo>
                  <a:pt x="88" y="355"/>
                </a:lnTo>
                <a:cubicBezTo>
                  <a:pt x="88" y="355"/>
                  <a:pt x="141" y="258"/>
                  <a:pt x="239" y="231"/>
                </a:cubicBezTo>
                <a:close/>
                <a:moveTo>
                  <a:pt x="106" y="382"/>
                </a:moveTo>
                <a:lnTo>
                  <a:pt x="106" y="382"/>
                </a:lnTo>
                <a:lnTo>
                  <a:pt x="106" y="382"/>
                </a:lnTo>
                <a:cubicBezTo>
                  <a:pt x="106" y="382"/>
                  <a:pt x="106" y="382"/>
                  <a:pt x="106" y="373"/>
                </a:cubicBezTo>
                <a:cubicBezTo>
                  <a:pt x="106" y="382"/>
                  <a:pt x="106" y="382"/>
                  <a:pt x="106" y="382"/>
                </a:cubicBezTo>
                <a:close/>
                <a:moveTo>
                  <a:pt x="186" y="36"/>
                </a:moveTo>
                <a:lnTo>
                  <a:pt x="186" y="36"/>
                </a:lnTo>
                <a:close/>
                <a:moveTo>
                  <a:pt x="354" y="81"/>
                </a:moveTo>
                <a:lnTo>
                  <a:pt x="354" y="81"/>
                </a:lnTo>
                <a:cubicBezTo>
                  <a:pt x="328" y="45"/>
                  <a:pt x="284" y="28"/>
                  <a:pt x="231" y="28"/>
                </a:cubicBezTo>
                <a:cubicBezTo>
                  <a:pt x="212" y="28"/>
                  <a:pt x="194" y="36"/>
                  <a:pt x="186" y="36"/>
                </a:cubicBezTo>
                <a:cubicBezTo>
                  <a:pt x="186" y="36"/>
                  <a:pt x="221" y="89"/>
                  <a:pt x="256" y="151"/>
                </a:cubicBezTo>
                <a:cubicBezTo>
                  <a:pt x="328" y="125"/>
                  <a:pt x="354" y="81"/>
                  <a:pt x="354" y="81"/>
                </a:cubicBezTo>
                <a:close/>
                <a:moveTo>
                  <a:pt x="231" y="453"/>
                </a:moveTo>
                <a:lnTo>
                  <a:pt x="231" y="453"/>
                </a:lnTo>
                <a:cubicBezTo>
                  <a:pt x="106" y="453"/>
                  <a:pt x="0" y="355"/>
                  <a:pt x="0" y="222"/>
                </a:cubicBezTo>
                <a:cubicBezTo>
                  <a:pt x="0" y="98"/>
                  <a:pt x="106" y="0"/>
                  <a:pt x="231" y="0"/>
                </a:cubicBezTo>
                <a:cubicBezTo>
                  <a:pt x="354" y="0"/>
                  <a:pt x="460" y="98"/>
                  <a:pt x="460" y="222"/>
                </a:cubicBezTo>
                <a:cubicBezTo>
                  <a:pt x="460" y="355"/>
                  <a:pt x="354" y="453"/>
                  <a:pt x="231" y="453"/>
                </a:cubicBezTo>
                <a:close/>
                <a:moveTo>
                  <a:pt x="265" y="258"/>
                </a:moveTo>
                <a:lnTo>
                  <a:pt x="265" y="258"/>
                </a:lnTo>
                <a:cubicBezTo>
                  <a:pt x="150" y="302"/>
                  <a:pt x="115" y="382"/>
                  <a:pt x="106" y="382"/>
                </a:cubicBezTo>
                <a:cubicBezTo>
                  <a:pt x="141" y="408"/>
                  <a:pt x="186" y="417"/>
                  <a:pt x="231" y="417"/>
                </a:cubicBezTo>
                <a:cubicBezTo>
                  <a:pt x="256" y="417"/>
                  <a:pt x="284" y="417"/>
                  <a:pt x="310" y="408"/>
                </a:cubicBezTo>
                <a:cubicBezTo>
                  <a:pt x="301" y="391"/>
                  <a:pt x="292" y="329"/>
                  <a:pt x="265" y="258"/>
                </a:cubicBezTo>
                <a:close/>
                <a:moveTo>
                  <a:pt x="275" y="178"/>
                </a:moveTo>
                <a:lnTo>
                  <a:pt x="275" y="178"/>
                </a:lnTo>
                <a:cubicBezTo>
                  <a:pt x="275" y="187"/>
                  <a:pt x="284" y="196"/>
                  <a:pt x="284" y="204"/>
                </a:cubicBezTo>
                <a:cubicBezTo>
                  <a:pt x="284" y="213"/>
                  <a:pt x="284" y="213"/>
                  <a:pt x="292" y="213"/>
                </a:cubicBezTo>
                <a:cubicBezTo>
                  <a:pt x="354" y="213"/>
                  <a:pt x="425" y="222"/>
                  <a:pt x="425" y="222"/>
                </a:cubicBezTo>
                <a:cubicBezTo>
                  <a:pt x="425" y="178"/>
                  <a:pt x="407" y="134"/>
                  <a:pt x="381" y="98"/>
                </a:cubicBezTo>
                <a:cubicBezTo>
                  <a:pt x="381" y="107"/>
                  <a:pt x="346" y="151"/>
                  <a:pt x="275" y="178"/>
                </a:cubicBezTo>
                <a:close/>
                <a:moveTo>
                  <a:pt x="301" y="249"/>
                </a:moveTo>
                <a:lnTo>
                  <a:pt x="301" y="249"/>
                </a:lnTo>
                <a:cubicBezTo>
                  <a:pt x="328" y="319"/>
                  <a:pt x="337" y="373"/>
                  <a:pt x="337" y="391"/>
                </a:cubicBezTo>
                <a:cubicBezTo>
                  <a:pt x="381" y="355"/>
                  <a:pt x="416" y="311"/>
                  <a:pt x="425" y="258"/>
                </a:cubicBezTo>
                <a:cubicBezTo>
                  <a:pt x="416" y="258"/>
                  <a:pt x="363" y="240"/>
                  <a:pt x="301" y="249"/>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13" name="Freeform 69">
            <a:extLst>
              <a:ext uri="{FF2B5EF4-FFF2-40B4-BE49-F238E27FC236}">
                <a16:creationId xmlns:a16="http://schemas.microsoft.com/office/drawing/2014/main" id="{56171ADF-58F1-5AD9-3808-F93EA0F307A2}"/>
              </a:ext>
            </a:extLst>
          </p:cNvPr>
          <p:cNvSpPr>
            <a:spLocks noChangeArrowheads="1"/>
          </p:cNvSpPr>
          <p:nvPr/>
        </p:nvSpPr>
        <p:spPr bwMode="auto">
          <a:xfrm>
            <a:off x="3085405" y="4464960"/>
            <a:ext cx="495180" cy="326369"/>
          </a:xfrm>
          <a:custGeom>
            <a:avLst/>
            <a:gdLst>
              <a:gd name="T0" fmla="*/ 203 w 514"/>
              <a:gd name="T1" fmla="*/ 142 h 338"/>
              <a:gd name="T2" fmla="*/ 203 w 514"/>
              <a:gd name="T3" fmla="*/ 142 h 338"/>
              <a:gd name="T4" fmla="*/ 247 w 514"/>
              <a:gd name="T5" fmla="*/ 89 h 338"/>
              <a:gd name="T6" fmla="*/ 159 w 514"/>
              <a:gd name="T7" fmla="*/ 0 h 338"/>
              <a:gd name="T8" fmla="*/ 0 w 514"/>
              <a:gd name="T9" fmla="*/ 0 h 338"/>
              <a:gd name="T10" fmla="*/ 0 w 514"/>
              <a:gd name="T11" fmla="*/ 319 h 338"/>
              <a:gd name="T12" fmla="*/ 159 w 514"/>
              <a:gd name="T13" fmla="*/ 319 h 338"/>
              <a:gd name="T14" fmla="*/ 256 w 514"/>
              <a:gd name="T15" fmla="*/ 222 h 338"/>
              <a:gd name="T16" fmla="*/ 203 w 514"/>
              <a:gd name="T17" fmla="*/ 142 h 338"/>
              <a:gd name="T18" fmla="*/ 71 w 514"/>
              <a:gd name="T19" fmla="*/ 53 h 338"/>
              <a:gd name="T20" fmla="*/ 71 w 514"/>
              <a:gd name="T21" fmla="*/ 53 h 338"/>
              <a:gd name="T22" fmla="*/ 159 w 514"/>
              <a:gd name="T23" fmla="*/ 53 h 338"/>
              <a:gd name="T24" fmla="*/ 186 w 514"/>
              <a:gd name="T25" fmla="*/ 89 h 338"/>
              <a:gd name="T26" fmla="*/ 150 w 514"/>
              <a:gd name="T27" fmla="*/ 125 h 338"/>
              <a:gd name="T28" fmla="*/ 71 w 514"/>
              <a:gd name="T29" fmla="*/ 125 h 338"/>
              <a:gd name="T30" fmla="*/ 71 w 514"/>
              <a:gd name="T31" fmla="*/ 53 h 338"/>
              <a:gd name="T32" fmla="*/ 159 w 514"/>
              <a:gd name="T33" fmla="*/ 266 h 338"/>
              <a:gd name="T34" fmla="*/ 159 w 514"/>
              <a:gd name="T35" fmla="*/ 266 h 338"/>
              <a:gd name="T36" fmla="*/ 71 w 514"/>
              <a:gd name="T37" fmla="*/ 266 h 338"/>
              <a:gd name="T38" fmla="*/ 71 w 514"/>
              <a:gd name="T39" fmla="*/ 178 h 338"/>
              <a:gd name="T40" fmla="*/ 159 w 514"/>
              <a:gd name="T41" fmla="*/ 178 h 338"/>
              <a:gd name="T42" fmla="*/ 194 w 514"/>
              <a:gd name="T43" fmla="*/ 222 h 338"/>
              <a:gd name="T44" fmla="*/ 159 w 514"/>
              <a:gd name="T45" fmla="*/ 266 h 338"/>
              <a:gd name="T46" fmla="*/ 390 w 514"/>
              <a:gd name="T47" fmla="*/ 80 h 338"/>
              <a:gd name="T48" fmla="*/ 390 w 514"/>
              <a:gd name="T49" fmla="*/ 80 h 338"/>
              <a:gd name="T50" fmla="*/ 265 w 514"/>
              <a:gd name="T51" fmla="*/ 204 h 338"/>
              <a:gd name="T52" fmla="*/ 390 w 514"/>
              <a:gd name="T53" fmla="*/ 328 h 338"/>
              <a:gd name="T54" fmla="*/ 496 w 514"/>
              <a:gd name="T55" fmla="*/ 240 h 338"/>
              <a:gd name="T56" fmla="*/ 443 w 514"/>
              <a:gd name="T57" fmla="*/ 240 h 338"/>
              <a:gd name="T58" fmla="*/ 390 w 514"/>
              <a:gd name="T59" fmla="*/ 275 h 338"/>
              <a:gd name="T60" fmla="*/ 337 w 514"/>
              <a:gd name="T61" fmla="*/ 222 h 338"/>
              <a:gd name="T62" fmla="*/ 496 w 514"/>
              <a:gd name="T63" fmla="*/ 222 h 338"/>
              <a:gd name="T64" fmla="*/ 390 w 514"/>
              <a:gd name="T65" fmla="*/ 80 h 338"/>
              <a:gd name="T66" fmla="*/ 434 w 514"/>
              <a:gd name="T67" fmla="*/ 178 h 338"/>
              <a:gd name="T68" fmla="*/ 434 w 514"/>
              <a:gd name="T69" fmla="*/ 178 h 338"/>
              <a:gd name="T70" fmla="*/ 337 w 514"/>
              <a:gd name="T71" fmla="*/ 178 h 338"/>
              <a:gd name="T72" fmla="*/ 390 w 514"/>
              <a:gd name="T73" fmla="*/ 125 h 338"/>
              <a:gd name="T74" fmla="*/ 434 w 514"/>
              <a:gd name="T75" fmla="*/ 178 h 338"/>
              <a:gd name="T76" fmla="*/ 452 w 514"/>
              <a:gd name="T77" fmla="*/ 18 h 338"/>
              <a:gd name="T78" fmla="*/ 452 w 514"/>
              <a:gd name="T79" fmla="*/ 18 h 338"/>
              <a:gd name="T80" fmla="*/ 319 w 514"/>
              <a:gd name="T81" fmla="*/ 18 h 338"/>
              <a:gd name="T82" fmla="*/ 319 w 514"/>
              <a:gd name="T83" fmla="*/ 62 h 338"/>
              <a:gd name="T84" fmla="*/ 452 w 514"/>
              <a:gd name="T85" fmla="*/ 62 h 338"/>
              <a:gd name="T86" fmla="*/ 452 w 514"/>
              <a:gd name="T87" fmla="*/ 18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4" h="338">
                <a:moveTo>
                  <a:pt x="203" y="142"/>
                </a:moveTo>
                <a:lnTo>
                  <a:pt x="203" y="142"/>
                </a:lnTo>
                <a:cubicBezTo>
                  <a:pt x="203" y="142"/>
                  <a:pt x="247" y="142"/>
                  <a:pt x="247" y="89"/>
                </a:cubicBezTo>
                <a:cubicBezTo>
                  <a:pt x="247" y="27"/>
                  <a:pt x="212" y="0"/>
                  <a:pt x="159" y="0"/>
                </a:cubicBezTo>
                <a:cubicBezTo>
                  <a:pt x="0" y="0"/>
                  <a:pt x="0" y="0"/>
                  <a:pt x="0" y="0"/>
                </a:cubicBezTo>
                <a:cubicBezTo>
                  <a:pt x="0" y="319"/>
                  <a:pt x="0" y="319"/>
                  <a:pt x="0" y="319"/>
                </a:cubicBezTo>
                <a:cubicBezTo>
                  <a:pt x="159" y="319"/>
                  <a:pt x="159" y="319"/>
                  <a:pt x="159" y="319"/>
                </a:cubicBezTo>
                <a:cubicBezTo>
                  <a:pt x="159" y="319"/>
                  <a:pt x="256" y="328"/>
                  <a:pt x="256" y="222"/>
                </a:cubicBezTo>
                <a:cubicBezTo>
                  <a:pt x="256" y="222"/>
                  <a:pt x="265" y="142"/>
                  <a:pt x="203" y="142"/>
                </a:cubicBezTo>
                <a:close/>
                <a:moveTo>
                  <a:pt x="71" y="53"/>
                </a:moveTo>
                <a:lnTo>
                  <a:pt x="71" y="53"/>
                </a:lnTo>
                <a:cubicBezTo>
                  <a:pt x="159" y="53"/>
                  <a:pt x="159" y="53"/>
                  <a:pt x="159" y="53"/>
                </a:cubicBezTo>
                <a:cubicBezTo>
                  <a:pt x="159" y="53"/>
                  <a:pt x="186" y="53"/>
                  <a:pt x="186" y="89"/>
                </a:cubicBezTo>
                <a:cubicBezTo>
                  <a:pt x="186" y="125"/>
                  <a:pt x="168" y="125"/>
                  <a:pt x="150" y="125"/>
                </a:cubicBezTo>
                <a:cubicBezTo>
                  <a:pt x="71" y="125"/>
                  <a:pt x="71" y="125"/>
                  <a:pt x="71" y="125"/>
                </a:cubicBezTo>
                <a:lnTo>
                  <a:pt x="71" y="53"/>
                </a:lnTo>
                <a:close/>
                <a:moveTo>
                  <a:pt x="159" y="266"/>
                </a:moveTo>
                <a:lnTo>
                  <a:pt x="159" y="266"/>
                </a:lnTo>
                <a:cubicBezTo>
                  <a:pt x="71" y="266"/>
                  <a:pt x="71" y="266"/>
                  <a:pt x="71" y="266"/>
                </a:cubicBezTo>
                <a:cubicBezTo>
                  <a:pt x="71" y="178"/>
                  <a:pt x="71" y="178"/>
                  <a:pt x="71" y="178"/>
                </a:cubicBezTo>
                <a:cubicBezTo>
                  <a:pt x="159" y="178"/>
                  <a:pt x="159" y="178"/>
                  <a:pt x="159" y="178"/>
                </a:cubicBezTo>
                <a:cubicBezTo>
                  <a:pt x="159" y="178"/>
                  <a:pt x="194" y="178"/>
                  <a:pt x="194" y="222"/>
                </a:cubicBezTo>
                <a:cubicBezTo>
                  <a:pt x="194" y="257"/>
                  <a:pt x="168" y="266"/>
                  <a:pt x="159" y="266"/>
                </a:cubicBezTo>
                <a:close/>
                <a:moveTo>
                  <a:pt x="390" y="80"/>
                </a:moveTo>
                <a:lnTo>
                  <a:pt x="390" y="80"/>
                </a:lnTo>
                <a:cubicBezTo>
                  <a:pt x="265" y="80"/>
                  <a:pt x="265" y="204"/>
                  <a:pt x="265" y="204"/>
                </a:cubicBezTo>
                <a:cubicBezTo>
                  <a:pt x="265" y="204"/>
                  <a:pt x="265" y="328"/>
                  <a:pt x="390" y="328"/>
                </a:cubicBezTo>
                <a:cubicBezTo>
                  <a:pt x="390" y="328"/>
                  <a:pt x="496" y="337"/>
                  <a:pt x="496" y="240"/>
                </a:cubicBezTo>
                <a:cubicBezTo>
                  <a:pt x="443" y="240"/>
                  <a:pt x="443" y="240"/>
                  <a:pt x="443" y="240"/>
                </a:cubicBezTo>
                <a:cubicBezTo>
                  <a:pt x="443" y="240"/>
                  <a:pt x="443" y="275"/>
                  <a:pt x="390" y="275"/>
                </a:cubicBezTo>
                <a:cubicBezTo>
                  <a:pt x="390" y="275"/>
                  <a:pt x="337" y="284"/>
                  <a:pt x="337" y="222"/>
                </a:cubicBezTo>
                <a:cubicBezTo>
                  <a:pt x="496" y="222"/>
                  <a:pt x="496" y="222"/>
                  <a:pt x="496" y="222"/>
                </a:cubicBezTo>
                <a:cubicBezTo>
                  <a:pt x="496" y="222"/>
                  <a:pt x="513" y="80"/>
                  <a:pt x="390" y="80"/>
                </a:cubicBezTo>
                <a:close/>
                <a:moveTo>
                  <a:pt x="434" y="178"/>
                </a:moveTo>
                <a:lnTo>
                  <a:pt x="434" y="178"/>
                </a:lnTo>
                <a:cubicBezTo>
                  <a:pt x="337" y="178"/>
                  <a:pt x="337" y="178"/>
                  <a:pt x="337" y="178"/>
                </a:cubicBezTo>
                <a:cubicBezTo>
                  <a:pt x="337" y="178"/>
                  <a:pt x="345" y="125"/>
                  <a:pt x="390" y="125"/>
                </a:cubicBezTo>
                <a:cubicBezTo>
                  <a:pt x="434" y="125"/>
                  <a:pt x="434" y="178"/>
                  <a:pt x="434" y="178"/>
                </a:cubicBezTo>
                <a:close/>
                <a:moveTo>
                  <a:pt x="452" y="18"/>
                </a:moveTo>
                <a:lnTo>
                  <a:pt x="452" y="18"/>
                </a:lnTo>
                <a:cubicBezTo>
                  <a:pt x="319" y="18"/>
                  <a:pt x="319" y="18"/>
                  <a:pt x="319" y="18"/>
                </a:cubicBezTo>
                <a:cubicBezTo>
                  <a:pt x="319" y="62"/>
                  <a:pt x="319" y="62"/>
                  <a:pt x="319" y="62"/>
                </a:cubicBezTo>
                <a:cubicBezTo>
                  <a:pt x="452" y="62"/>
                  <a:pt x="452" y="62"/>
                  <a:pt x="452" y="62"/>
                </a:cubicBezTo>
                <a:lnTo>
                  <a:pt x="452" y="18"/>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14" name="Freeform 70">
            <a:extLst>
              <a:ext uri="{FF2B5EF4-FFF2-40B4-BE49-F238E27FC236}">
                <a16:creationId xmlns:a16="http://schemas.microsoft.com/office/drawing/2014/main" id="{4DDE676C-115D-14E9-65E7-0AB4B9CB76C5}"/>
              </a:ext>
            </a:extLst>
          </p:cNvPr>
          <p:cNvSpPr>
            <a:spLocks noChangeArrowheads="1"/>
          </p:cNvSpPr>
          <p:nvPr/>
        </p:nvSpPr>
        <p:spPr bwMode="auto">
          <a:xfrm>
            <a:off x="1321323" y="2520816"/>
            <a:ext cx="270098" cy="436097"/>
          </a:xfrm>
          <a:custGeom>
            <a:avLst/>
            <a:gdLst>
              <a:gd name="T0" fmla="*/ 283 w 284"/>
              <a:gd name="T1" fmla="*/ 426 h 454"/>
              <a:gd name="T2" fmla="*/ 283 w 284"/>
              <a:gd name="T3" fmla="*/ 426 h 454"/>
              <a:gd name="T4" fmla="*/ 230 w 284"/>
              <a:gd name="T5" fmla="*/ 453 h 454"/>
              <a:gd name="T6" fmla="*/ 177 w 284"/>
              <a:gd name="T7" fmla="*/ 453 h 454"/>
              <a:gd name="T8" fmla="*/ 124 w 284"/>
              <a:gd name="T9" fmla="*/ 444 h 454"/>
              <a:gd name="T10" fmla="*/ 80 w 284"/>
              <a:gd name="T11" fmla="*/ 426 h 454"/>
              <a:gd name="T12" fmla="*/ 61 w 284"/>
              <a:gd name="T13" fmla="*/ 391 h 454"/>
              <a:gd name="T14" fmla="*/ 53 w 284"/>
              <a:gd name="T15" fmla="*/ 347 h 454"/>
              <a:gd name="T16" fmla="*/ 53 w 284"/>
              <a:gd name="T17" fmla="*/ 187 h 454"/>
              <a:gd name="T18" fmla="*/ 0 w 284"/>
              <a:gd name="T19" fmla="*/ 187 h 454"/>
              <a:gd name="T20" fmla="*/ 0 w 284"/>
              <a:gd name="T21" fmla="*/ 116 h 454"/>
              <a:gd name="T22" fmla="*/ 44 w 284"/>
              <a:gd name="T23" fmla="*/ 98 h 454"/>
              <a:gd name="T24" fmla="*/ 80 w 284"/>
              <a:gd name="T25" fmla="*/ 54 h 454"/>
              <a:gd name="T26" fmla="*/ 97 w 284"/>
              <a:gd name="T27" fmla="*/ 0 h 454"/>
              <a:gd name="T28" fmla="*/ 160 w 284"/>
              <a:gd name="T29" fmla="*/ 0 h 454"/>
              <a:gd name="T30" fmla="*/ 160 w 284"/>
              <a:gd name="T31" fmla="*/ 116 h 454"/>
              <a:gd name="T32" fmla="*/ 266 w 284"/>
              <a:gd name="T33" fmla="*/ 116 h 454"/>
              <a:gd name="T34" fmla="*/ 266 w 284"/>
              <a:gd name="T35" fmla="*/ 187 h 454"/>
              <a:gd name="T36" fmla="*/ 160 w 284"/>
              <a:gd name="T37" fmla="*/ 187 h 454"/>
              <a:gd name="T38" fmla="*/ 160 w 284"/>
              <a:gd name="T39" fmla="*/ 302 h 454"/>
              <a:gd name="T40" fmla="*/ 160 w 284"/>
              <a:gd name="T41" fmla="*/ 355 h 454"/>
              <a:gd name="T42" fmla="*/ 177 w 284"/>
              <a:gd name="T43" fmla="*/ 373 h 454"/>
              <a:gd name="T44" fmla="*/ 213 w 284"/>
              <a:gd name="T45" fmla="*/ 382 h 454"/>
              <a:gd name="T46" fmla="*/ 283 w 284"/>
              <a:gd name="T47" fmla="*/ 355 h 454"/>
              <a:gd name="T48" fmla="*/ 283 w 284"/>
              <a:gd name="T49" fmla="*/ 426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4" h="454">
                <a:moveTo>
                  <a:pt x="283" y="426"/>
                </a:moveTo>
                <a:lnTo>
                  <a:pt x="283" y="426"/>
                </a:lnTo>
                <a:cubicBezTo>
                  <a:pt x="257" y="435"/>
                  <a:pt x="239" y="444"/>
                  <a:pt x="230" y="453"/>
                </a:cubicBezTo>
                <a:cubicBezTo>
                  <a:pt x="213" y="453"/>
                  <a:pt x="195" y="453"/>
                  <a:pt x="177" y="453"/>
                </a:cubicBezTo>
                <a:cubicBezTo>
                  <a:pt x="160" y="453"/>
                  <a:pt x="142" y="453"/>
                  <a:pt x="124" y="444"/>
                </a:cubicBezTo>
                <a:cubicBezTo>
                  <a:pt x="106" y="444"/>
                  <a:pt x="88" y="435"/>
                  <a:pt x="80" y="426"/>
                </a:cubicBezTo>
                <a:cubicBezTo>
                  <a:pt x="71" y="417"/>
                  <a:pt x="61" y="400"/>
                  <a:pt x="61" y="391"/>
                </a:cubicBezTo>
                <a:cubicBezTo>
                  <a:pt x="53" y="382"/>
                  <a:pt x="53" y="364"/>
                  <a:pt x="53" y="347"/>
                </a:cubicBezTo>
                <a:cubicBezTo>
                  <a:pt x="53" y="187"/>
                  <a:pt x="53" y="187"/>
                  <a:pt x="53" y="187"/>
                </a:cubicBezTo>
                <a:cubicBezTo>
                  <a:pt x="0" y="187"/>
                  <a:pt x="0" y="187"/>
                  <a:pt x="0" y="187"/>
                </a:cubicBezTo>
                <a:cubicBezTo>
                  <a:pt x="0" y="116"/>
                  <a:pt x="0" y="116"/>
                  <a:pt x="0" y="116"/>
                </a:cubicBezTo>
                <a:cubicBezTo>
                  <a:pt x="17" y="116"/>
                  <a:pt x="35" y="107"/>
                  <a:pt x="44" y="98"/>
                </a:cubicBezTo>
                <a:cubicBezTo>
                  <a:pt x="61" y="81"/>
                  <a:pt x="71" y="72"/>
                  <a:pt x="80" y="54"/>
                </a:cubicBezTo>
                <a:cubicBezTo>
                  <a:pt x="88" y="36"/>
                  <a:pt x="88" y="19"/>
                  <a:pt x="97" y="0"/>
                </a:cubicBezTo>
                <a:cubicBezTo>
                  <a:pt x="160" y="0"/>
                  <a:pt x="160" y="0"/>
                  <a:pt x="160" y="0"/>
                </a:cubicBezTo>
                <a:cubicBezTo>
                  <a:pt x="160" y="116"/>
                  <a:pt x="160" y="116"/>
                  <a:pt x="160" y="116"/>
                </a:cubicBezTo>
                <a:cubicBezTo>
                  <a:pt x="266" y="116"/>
                  <a:pt x="266" y="116"/>
                  <a:pt x="266" y="116"/>
                </a:cubicBezTo>
                <a:cubicBezTo>
                  <a:pt x="266" y="187"/>
                  <a:pt x="266" y="187"/>
                  <a:pt x="266" y="187"/>
                </a:cubicBezTo>
                <a:cubicBezTo>
                  <a:pt x="160" y="187"/>
                  <a:pt x="160" y="187"/>
                  <a:pt x="160" y="187"/>
                </a:cubicBezTo>
                <a:cubicBezTo>
                  <a:pt x="160" y="302"/>
                  <a:pt x="160" y="302"/>
                  <a:pt x="160" y="302"/>
                </a:cubicBezTo>
                <a:cubicBezTo>
                  <a:pt x="160" y="329"/>
                  <a:pt x="160" y="347"/>
                  <a:pt x="160" y="355"/>
                </a:cubicBezTo>
                <a:cubicBezTo>
                  <a:pt x="168" y="364"/>
                  <a:pt x="168" y="364"/>
                  <a:pt x="177" y="373"/>
                </a:cubicBezTo>
                <a:cubicBezTo>
                  <a:pt x="186" y="373"/>
                  <a:pt x="195" y="382"/>
                  <a:pt x="213" y="382"/>
                </a:cubicBezTo>
                <a:cubicBezTo>
                  <a:pt x="230" y="382"/>
                  <a:pt x="257" y="373"/>
                  <a:pt x="283" y="355"/>
                </a:cubicBezTo>
                <a:lnTo>
                  <a:pt x="283" y="426"/>
                </a:ln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15" name="Freeform 71">
            <a:extLst>
              <a:ext uri="{FF2B5EF4-FFF2-40B4-BE49-F238E27FC236}">
                <a16:creationId xmlns:a16="http://schemas.microsoft.com/office/drawing/2014/main" id="{F9445FB0-ADED-E13C-53F8-12D4423ECE89}"/>
              </a:ext>
            </a:extLst>
          </p:cNvPr>
          <p:cNvSpPr>
            <a:spLocks noChangeArrowheads="1"/>
          </p:cNvSpPr>
          <p:nvPr/>
        </p:nvSpPr>
        <p:spPr bwMode="auto">
          <a:xfrm>
            <a:off x="2182261" y="2512376"/>
            <a:ext cx="461418" cy="452976"/>
          </a:xfrm>
          <a:custGeom>
            <a:avLst/>
            <a:gdLst>
              <a:gd name="T0" fmla="*/ 239 w 480"/>
              <a:gd name="T1" fmla="*/ 0 h 471"/>
              <a:gd name="T2" fmla="*/ 239 w 480"/>
              <a:gd name="T3" fmla="*/ 0 h 471"/>
              <a:gd name="T4" fmla="*/ 0 w 480"/>
              <a:gd name="T5" fmla="*/ 231 h 471"/>
              <a:gd name="T6" fmla="*/ 239 w 480"/>
              <a:gd name="T7" fmla="*/ 470 h 471"/>
              <a:gd name="T8" fmla="*/ 479 w 480"/>
              <a:gd name="T9" fmla="*/ 231 h 471"/>
              <a:gd name="T10" fmla="*/ 239 w 480"/>
              <a:gd name="T11" fmla="*/ 0 h 471"/>
              <a:gd name="T12" fmla="*/ 301 w 480"/>
              <a:gd name="T13" fmla="*/ 338 h 471"/>
              <a:gd name="T14" fmla="*/ 301 w 480"/>
              <a:gd name="T15" fmla="*/ 338 h 471"/>
              <a:gd name="T16" fmla="*/ 274 w 480"/>
              <a:gd name="T17" fmla="*/ 347 h 471"/>
              <a:gd name="T18" fmla="*/ 248 w 480"/>
              <a:gd name="T19" fmla="*/ 347 h 471"/>
              <a:gd name="T20" fmla="*/ 221 w 480"/>
              <a:gd name="T21" fmla="*/ 347 h 471"/>
              <a:gd name="T22" fmla="*/ 204 w 480"/>
              <a:gd name="T23" fmla="*/ 338 h 471"/>
              <a:gd name="T24" fmla="*/ 186 w 480"/>
              <a:gd name="T25" fmla="*/ 320 h 471"/>
              <a:gd name="T26" fmla="*/ 186 w 480"/>
              <a:gd name="T27" fmla="*/ 293 h 471"/>
              <a:gd name="T28" fmla="*/ 186 w 480"/>
              <a:gd name="T29" fmla="*/ 213 h 471"/>
              <a:gd name="T30" fmla="*/ 159 w 480"/>
              <a:gd name="T31" fmla="*/ 213 h 471"/>
              <a:gd name="T32" fmla="*/ 159 w 480"/>
              <a:gd name="T33" fmla="*/ 178 h 471"/>
              <a:gd name="T34" fmla="*/ 186 w 480"/>
              <a:gd name="T35" fmla="*/ 169 h 471"/>
              <a:gd name="T36" fmla="*/ 204 w 480"/>
              <a:gd name="T37" fmla="*/ 151 h 471"/>
              <a:gd name="T38" fmla="*/ 213 w 480"/>
              <a:gd name="T39" fmla="*/ 116 h 471"/>
              <a:gd name="T40" fmla="*/ 239 w 480"/>
              <a:gd name="T41" fmla="*/ 116 h 471"/>
              <a:gd name="T42" fmla="*/ 239 w 480"/>
              <a:gd name="T43" fmla="*/ 178 h 471"/>
              <a:gd name="T44" fmla="*/ 292 w 480"/>
              <a:gd name="T45" fmla="*/ 178 h 471"/>
              <a:gd name="T46" fmla="*/ 292 w 480"/>
              <a:gd name="T47" fmla="*/ 213 h 471"/>
              <a:gd name="T48" fmla="*/ 239 w 480"/>
              <a:gd name="T49" fmla="*/ 213 h 471"/>
              <a:gd name="T50" fmla="*/ 239 w 480"/>
              <a:gd name="T51" fmla="*/ 275 h 471"/>
              <a:gd name="T52" fmla="*/ 239 w 480"/>
              <a:gd name="T53" fmla="*/ 303 h 471"/>
              <a:gd name="T54" fmla="*/ 248 w 480"/>
              <a:gd name="T55" fmla="*/ 311 h 471"/>
              <a:gd name="T56" fmla="*/ 266 w 480"/>
              <a:gd name="T57" fmla="*/ 311 h 471"/>
              <a:gd name="T58" fmla="*/ 301 w 480"/>
              <a:gd name="T59" fmla="*/ 303 h 471"/>
              <a:gd name="T60" fmla="*/ 301 w 480"/>
              <a:gd name="T61" fmla="*/ 338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80" h="471">
                <a:moveTo>
                  <a:pt x="239" y="0"/>
                </a:moveTo>
                <a:lnTo>
                  <a:pt x="239" y="0"/>
                </a:lnTo>
                <a:cubicBezTo>
                  <a:pt x="107" y="0"/>
                  <a:pt x="0" y="107"/>
                  <a:pt x="0" y="231"/>
                </a:cubicBezTo>
                <a:cubicBezTo>
                  <a:pt x="0" y="364"/>
                  <a:pt x="107" y="470"/>
                  <a:pt x="239" y="470"/>
                </a:cubicBezTo>
                <a:cubicBezTo>
                  <a:pt x="372" y="470"/>
                  <a:pt x="479" y="364"/>
                  <a:pt x="479" y="231"/>
                </a:cubicBezTo>
                <a:cubicBezTo>
                  <a:pt x="479" y="107"/>
                  <a:pt x="372" y="0"/>
                  <a:pt x="239" y="0"/>
                </a:cubicBezTo>
                <a:close/>
                <a:moveTo>
                  <a:pt x="301" y="338"/>
                </a:moveTo>
                <a:lnTo>
                  <a:pt x="301" y="338"/>
                </a:lnTo>
                <a:cubicBezTo>
                  <a:pt x="292" y="347"/>
                  <a:pt x="283" y="347"/>
                  <a:pt x="274" y="347"/>
                </a:cubicBezTo>
                <a:cubicBezTo>
                  <a:pt x="266" y="347"/>
                  <a:pt x="257" y="347"/>
                  <a:pt x="248" y="347"/>
                </a:cubicBezTo>
                <a:cubicBezTo>
                  <a:pt x="239" y="347"/>
                  <a:pt x="230" y="347"/>
                  <a:pt x="221" y="347"/>
                </a:cubicBezTo>
                <a:cubicBezTo>
                  <a:pt x="213" y="347"/>
                  <a:pt x="204" y="338"/>
                  <a:pt x="204" y="338"/>
                </a:cubicBezTo>
                <a:cubicBezTo>
                  <a:pt x="195" y="328"/>
                  <a:pt x="195" y="328"/>
                  <a:pt x="186" y="320"/>
                </a:cubicBezTo>
                <a:cubicBezTo>
                  <a:pt x="186" y="311"/>
                  <a:pt x="186" y="303"/>
                  <a:pt x="186" y="293"/>
                </a:cubicBezTo>
                <a:cubicBezTo>
                  <a:pt x="186" y="213"/>
                  <a:pt x="186" y="213"/>
                  <a:pt x="186" y="213"/>
                </a:cubicBezTo>
                <a:cubicBezTo>
                  <a:pt x="159" y="213"/>
                  <a:pt x="159" y="213"/>
                  <a:pt x="159" y="213"/>
                </a:cubicBezTo>
                <a:cubicBezTo>
                  <a:pt x="159" y="178"/>
                  <a:pt x="159" y="178"/>
                  <a:pt x="159" y="178"/>
                </a:cubicBezTo>
                <a:cubicBezTo>
                  <a:pt x="168" y="178"/>
                  <a:pt x="177" y="178"/>
                  <a:pt x="186" y="169"/>
                </a:cubicBezTo>
                <a:cubicBezTo>
                  <a:pt x="195" y="160"/>
                  <a:pt x="195" y="160"/>
                  <a:pt x="204" y="151"/>
                </a:cubicBezTo>
                <a:cubicBezTo>
                  <a:pt x="204" y="143"/>
                  <a:pt x="204" y="134"/>
                  <a:pt x="213" y="116"/>
                </a:cubicBezTo>
                <a:cubicBezTo>
                  <a:pt x="239" y="116"/>
                  <a:pt x="239" y="116"/>
                  <a:pt x="239" y="116"/>
                </a:cubicBezTo>
                <a:cubicBezTo>
                  <a:pt x="239" y="178"/>
                  <a:pt x="239" y="178"/>
                  <a:pt x="239" y="178"/>
                </a:cubicBezTo>
                <a:cubicBezTo>
                  <a:pt x="292" y="178"/>
                  <a:pt x="292" y="178"/>
                  <a:pt x="292" y="178"/>
                </a:cubicBezTo>
                <a:cubicBezTo>
                  <a:pt x="292" y="213"/>
                  <a:pt x="292" y="213"/>
                  <a:pt x="292" y="213"/>
                </a:cubicBezTo>
                <a:cubicBezTo>
                  <a:pt x="239" y="213"/>
                  <a:pt x="239" y="213"/>
                  <a:pt x="239" y="213"/>
                </a:cubicBezTo>
                <a:cubicBezTo>
                  <a:pt x="239" y="275"/>
                  <a:pt x="239" y="275"/>
                  <a:pt x="239" y="275"/>
                </a:cubicBezTo>
                <a:cubicBezTo>
                  <a:pt x="239" y="284"/>
                  <a:pt x="239" y="293"/>
                  <a:pt x="239" y="303"/>
                </a:cubicBezTo>
                <a:cubicBezTo>
                  <a:pt x="248" y="303"/>
                  <a:pt x="248" y="303"/>
                  <a:pt x="248" y="311"/>
                </a:cubicBezTo>
                <a:cubicBezTo>
                  <a:pt x="257" y="311"/>
                  <a:pt x="266" y="311"/>
                  <a:pt x="266" y="311"/>
                </a:cubicBezTo>
                <a:cubicBezTo>
                  <a:pt x="283" y="311"/>
                  <a:pt x="292" y="311"/>
                  <a:pt x="301" y="303"/>
                </a:cubicBezTo>
                <a:lnTo>
                  <a:pt x="301" y="338"/>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16" name="Freeform 72">
            <a:extLst>
              <a:ext uri="{FF2B5EF4-FFF2-40B4-BE49-F238E27FC236}">
                <a16:creationId xmlns:a16="http://schemas.microsoft.com/office/drawing/2014/main" id="{6879B94F-0464-2817-1C1D-F99E3CB1BA24}"/>
              </a:ext>
            </a:extLst>
          </p:cNvPr>
          <p:cNvSpPr>
            <a:spLocks noChangeArrowheads="1"/>
          </p:cNvSpPr>
          <p:nvPr/>
        </p:nvSpPr>
        <p:spPr bwMode="auto">
          <a:xfrm>
            <a:off x="1236917" y="1603607"/>
            <a:ext cx="444536" cy="365758"/>
          </a:xfrm>
          <a:custGeom>
            <a:avLst/>
            <a:gdLst>
              <a:gd name="T0" fmla="*/ 310 w 462"/>
              <a:gd name="T1" fmla="*/ 222 h 383"/>
              <a:gd name="T2" fmla="*/ 310 w 462"/>
              <a:gd name="T3" fmla="*/ 222 h 383"/>
              <a:gd name="T4" fmla="*/ 275 w 462"/>
              <a:gd name="T5" fmla="*/ 266 h 383"/>
              <a:gd name="T6" fmla="*/ 310 w 462"/>
              <a:gd name="T7" fmla="*/ 310 h 383"/>
              <a:gd name="T8" fmla="*/ 337 w 462"/>
              <a:gd name="T9" fmla="*/ 266 h 383"/>
              <a:gd name="T10" fmla="*/ 310 w 462"/>
              <a:gd name="T11" fmla="*/ 222 h 383"/>
              <a:gd name="T12" fmla="*/ 416 w 462"/>
              <a:gd name="T13" fmla="*/ 107 h 383"/>
              <a:gd name="T14" fmla="*/ 416 w 462"/>
              <a:gd name="T15" fmla="*/ 107 h 383"/>
              <a:gd name="T16" fmla="*/ 408 w 462"/>
              <a:gd name="T17" fmla="*/ 0 h 383"/>
              <a:gd name="T18" fmla="*/ 293 w 462"/>
              <a:gd name="T19" fmla="*/ 45 h 383"/>
              <a:gd name="T20" fmla="*/ 231 w 462"/>
              <a:gd name="T21" fmla="*/ 45 h 383"/>
              <a:gd name="T22" fmla="*/ 169 w 462"/>
              <a:gd name="T23" fmla="*/ 45 h 383"/>
              <a:gd name="T24" fmla="*/ 53 w 462"/>
              <a:gd name="T25" fmla="*/ 0 h 383"/>
              <a:gd name="T26" fmla="*/ 36 w 462"/>
              <a:gd name="T27" fmla="*/ 107 h 383"/>
              <a:gd name="T28" fmla="*/ 0 w 462"/>
              <a:gd name="T29" fmla="*/ 204 h 383"/>
              <a:gd name="T30" fmla="*/ 186 w 462"/>
              <a:gd name="T31" fmla="*/ 382 h 383"/>
              <a:gd name="T32" fmla="*/ 231 w 462"/>
              <a:gd name="T33" fmla="*/ 382 h 383"/>
              <a:gd name="T34" fmla="*/ 275 w 462"/>
              <a:gd name="T35" fmla="*/ 382 h 383"/>
              <a:gd name="T36" fmla="*/ 461 w 462"/>
              <a:gd name="T37" fmla="*/ 204 h 383"/>
              <a:gd name="T38" fmla="*/ 416 w 462"/>
              <a:gd name="T39" fmla="*/ 107 h 383"/>
              <a:gd name="T40" fmla="*/ 231 w 462"/>
              <a:gd name="T41" fmla="*/ 364 h 383"/>
              <a:gd name="T42" fmla="*/ 231 w 462"/>
              <a:gd name="T43" fmla="*/ 364 h 383"/>
              <a:gd name="T44" fmla="*/ 231 w 462"/>
              <a:gd name="T45" fmla="*/ 364 h 383"/>
              <a:gd name="T46" fmla="*/ 62 w 462"/>
              <a:gd name="T47" fmla="*/ 257 h 383"/>
              <a:gd name="T48" fmla="*/ 89 w 462"/>
              <a:gd name="T49" fmla="*/ 204 h 383"/>
              <a:gd name="T50" fmla="*/ 231 w 462"/>
              <a:gd name="T51" fmla="*/ 187 h 383"/>
              <a:gd name="T52" fmla="*/ 231 w 462"/>
              <a:gd name="T53" fmla="*/ 187 h 383"/>
              <a:gd name="T54" fmla="*/ 231 w 462"/>
              <a:gd name="T55" fmla="*/ 187 h 383"/>
              <a:gd name="T56" fmla="*/ 372 w 462"/>
              <a:gd name="T57" fmla="*/ 204 h 383"/>
              <a:gd name="T58" fmla="*/ 399 w 462"/>
              <a:gd name="T59" fmla="*/ 257 h 383"/>
              <a:gd name="T60" fmla="*/ 231 w 462"/>
              <a:gd name="T61" fmla="*/ 364 h 383"/>
              <a:gd name="T62" fmla="*/ 150 w 462"/>
              <a:gd name="T63" fmla="*/ 222 h 383"/>
              <a:gd name="T64" fmla="*/ 150 w 462"/>
              <a:gd name="T65" fmla="*/ 222 h 383"/>
              <a:gd name="T66" fmla="*/ 115 w 462"/>
              <a:gd name="T67" fmla="*/ 266 h 383"/>
              <a:gd name="T68" fmla="*/ 150 w 462"/>
              <a:gd name="T69" fmla="*/ 310 h 383"/>
              <a:gd name="T70" fmla="*/ 186 w 462"/>
              <a:gd name="T71" fmla="*/ 266 h 383"/>
              <a:gd name="T72" fmla="*/ 150 w 462"/>
              <a:gd name="T73" fmla="*/ 222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62" h="383">
                <a:moveTo>
                  <a:pt x="310" y="222"/>
                </a:moveTo>
                <a:lnTo>
                  <a:pt x="310" y="222"/>
                </a:lnTo>
                <a:cubicBezTo>
                  <a:pt x="293" y="222"/>
                  <a:pt x="275" y="240"/>
                  <a:pt x="275" y="266"/>
                </a:cubicBezTo>
                <a:cubicBezTo>
                  <a:pt x="275" y="294"/>
                  <a:pt x="293" y="310"/>
                  <a:pt x="310" y="310"/>
                </a:cubicBezTo>
                <a:cubicBezTo>
                  <a:pt x="328" y="310"/>
                  <a:pt x="337" y="294"/>
                  <a:pt x="337" y="266"/>
                </a:cubicBezTo>
                <a:cubicBezTo>
                  <a:pt x="337" y="240"/>
                  <a:pt x="328" y="222"/>
                  <a:pt x="310" y="222"/>
                </a:cubicBezTo>
                <a:close/>
                <a:moveTo>
                  <a:pt x="416" y="107"/>
                </a:moveTo>
                <a:lnTo>
                  <a:pt x="416" y="107"/>
                </a:lnTo>
                <a:cubicBezTo>
                  <a:pt x="425" y="98"/>
                  <a:pt x="425" y="45"/>
                  <a:pt x="408" y="0"/>
                </a:cubicBezTo>
                <a:cubicBezTo>
                  <a:pt x="408" y="0"/>
                  <a:pt x="363" y="0"/>
                  <a:pt x="293" y="45"/>
                </a:cubicBezTo>
                <a:cubicBezTo>
                  <a:pt x="275" y="45"/>
                  <a:pt x="257" y="45"/>
                  <a:pt x="231" y="45"/>
                </a:cubicBezTo>
                <a:cubicBezTo>
                  <a:pt x="204" y="45"/>
                  <a:pt x="177" y="45"/>
                  <a:pt x="169" y="45"/>
                </a:cubicBezTo>
                <a:cubicBezTo>
                  <a:pt x="97" y="0"/>
                  <a:pt x="53" y="0"/>
                  <a:pt x="53" y="0"/>
                </a:cubicBezTo>
                <a:cubicBezTo>
                  <a:pt x="36" y="45"/>
                  <a:pt x="36" y="98"/>
                  <a:pt x="36" y="107"/>
                </a:cubicBezTo>
                <a:cubicBezTo>
                  <a:pt x="18" y="134"/>
                  <a:pt x="0" y="160"/>
                  <a:pt x="0" y="204"/>
                </a:cubicBezTo>
                <a:cubicBezTo>
                  <a:pt x="0" y="382"/>
                  <a:pt x="150" y="382"/>
                  <a:pt x="186" y="382"/>
                </a:cubicBezTo>
                <a:cubicBezTo>
                  <a:pt x="195" y="382"/>
                  <a:pt x="213" y="382"/>
                  <a:pt x="231" y="382"/>
                </a:cubicBezTo>
                <a:cubicBezTo>
                  <a:pt x="249" y="382"/>
                  <a:pt x="266" y="382"/>
                  <a:pt x="275" y="382"/>
                </a:cubicBezTo>
                <a:cubicBezTo>
                  <a:pt x="310" y="382"/>
                  <a:pt x="461" y="382"/>
                  <a:pt x="461" y="204"/>
                </a:cubicBezTo>
                <a:cubicBezTo>
                  <a:pt x="461" y="160"/>
                  <a:pt x="443" y="134"/>
                  <a:pt x="416" y="107"/>
                </a:cubicBezTo>
                <a:close/>
                <a:moveTo>
                  <a:pt x="231" y="364"/>
                </a:moveTo>
                <a:lnTo>
                  <a:pt x="231" y="364"/>
                </a:lnTo>
                <a:lnTo>
                  <a:pt x="231" y="364"/>
                </a:lnTo>
                <a:cubicBezTo>
                  <a:pt x="133" y="364"/>
                  <a:pt x="62" y="355"/>
                  <a:pt x="62" y="257"/>
                </a:cubicBezTo>
                <a:cubicBezTo>
                  <a:pt x="62" y="240"/>
                  <a:pt x="71" y="213"/>
                  <a:pt x="89" y="204"/>
                </a:cubicBezTo>
                <a:cubicBezTo>
                  <a:pt x="115" y="169"/>
                  <a:pt x="169" y="187"/>
                  <a:pt x="231" y="187"/>
                </a:cubicBezTo>
                <a:lnTo>
                  <a:pt x="231" y="187"/>
                </a:lnTo>
                <a:lnTo>
                  <a:pt x="231" y="187"/>
                </a:lnTo>
                <a:cubicBezTo>
                  <a:pt x="293" y="187"/>
                  <a:pt x="337" y="169"/>
                  <a:pt x="372" y="204"/>
                </a:cubicBezTo>
                <a:cubicBezTo>
                  <a:pt x="390" y="213"/>
                  <a:pt x="399" y="240"/>
                  <a:pt x="399" y="257"/>
                </a:cubicBezTo>
                <a:cubicBezTo>
                  <a:pt x="399" y="355"/>
                  <a:pt x="328" y="364"/>
                  <a:pt x="231" y="364"/>
                </a:cubicBezTo>
                <a:close/>
                <a:moveTo>
                  <a:pt x="150" y="222"/>
                </a:moveTo>
                <a:lnTo>
                  <a:pt x="150" y="222"/>
                </a:lnTo>
                <a:cubicBezTo>
                  <a:pt x="133" y="222"/>
                  <a:pt x="115" y="240"/>
                  <a:pt x="115" y="266"/>
                </a:cubicBezTo>
                <a:cubicBezTo>
                  <a:pt x="115" y="294"/>
                  <a:pt x="133" y="310"/>
                  <a:pt x="150" y="310"/>
                </a:cubicBezTo>
                <a:cubicBezTo>
                  <a:pt x="169" y="310"/>
                  <a:pt x="186" y="294"/>
                  <a:pt x="186" y="266"/>
                </a:cubicBezTo>
                <a:cubicBezTo>
                  <a:pt x="186" y="240"/>
                  <a:pt x="169" y="222"/>
                  <a:pt x="150" y="222"/>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17" name="Freeform 73">
            <a:extLst>
              <a:ext uri="{FF2B5EF4-FFF2-40B4-BE49-F238E27FC236}">
                <a16:creationId xmlns:a16="http://schemas.microsoft.com/office/drawing/2014/main" id="{F27F6C1B-B330-074A-1EF9-752335DB050E}"/>
              </a:ext>
            </a:extLst>
          </p:cNvPr>
          <p:cNvSpPr>
            <a:spLocks noChangeArrowheads="1"/>
          </p:cNvSpPr>
          <p:nvPr/>
        </p:nvSpPr>
        <p:spPr bwMode="auto">
          <a:xfrm>
            <a:off x="2182261" y="1558591"/>
            <a:ext cx="461418" cy="455791"/>
          </a:xfrm>
          <a:custGeom>
            <a:avLst/>
            <a:gdLst>
              <a:gd name="T0" fmla="*/ 239 w 480"/>
              <a:gd name="T1" fmla="*/ 231 h 471"/>
              <a:gd name="T2" fmla="*/ 239 w 480"/>
              <a:gd name="T3" fmla="*/ 231 h 471"/>
              <a:gd name="T4" fmla="*/ 239 w 480"/>
              <a:gd name="T5" fmla="*/ 231 h 471"/>
              <a:gd name="T6" fmla="*/ 239 w 480"/>
              <a:gd name="T7" fmla="*/ 231 h 471"/>
              <a:gd name="T8" fmla="*/ 168 w 480"/>
              <a:gd name="T9" fmla="*/ 240 h 471"/>
              <a:gd name="T10" fmla="*/ 151 w 480"/>
              <a:gd name="T11" fmla="*/ 266 h 471"/>
              <a:gd name="T12" fmla="*/ 239 w 480"/>
              <a:gd name="T13" fmla="*/ 319 h 471"/>
              <a:gd name="T14" fmla="*/ 239 w 480"/>
              <a:gd name="T15" fmla="*/ 319 h 471"/>
              <a:gd name="T16" fmla="*/ 319 w 480"/>
              <a:gd name="T17" fmla="*/ 266 h 471"/>
              <a:gd name="T18" fmla="*/ 310 w 480"/>
              <a:gd name="T19" fmla="*/ 240 h 471"/>
              <a:gd name="T20" fmla="*/ 239 w 480"/>
              <a:gd name="T21" fmla="*/ 231 h 471"/>
              <a:gd name="T22" fmla="*/ 195 w 480"/>
              <a:gd name="T23" fmla="*/ 293 h 471"/>
              <a:gd name="T24" fmla="*/ 195 w 480"/>
              <a:gd name="T25" fmla="*/ 293 h 471"/>
              <a:gd name="T26" fmla="*/ 186 w 480"/>
              <a:gd name="T27" fmla="*/ 275 h 471"/>
              <a:gd name="T28" fmla="*/ 195 w 480"/>
              <a:gd name="T29" fmla="*/ 248 h 471"/>
              <a:gd name="T30" fmla="*/ 213 w 480"/>
              <a:gd name="T31" fmla="*/ 275 h 471"/>
              <a:gd name="T32" fmla="*/ 195 w 480"/>
              <a:gd name="T33" fmla="*/ 293 h 471"/>
              <a:gd name="T34" fmla="*/ 274 w 480"/>
              <a:gd name="T35" fmla="*/ 293 h 471"/>
              <a:gd name="T36" fmla="*/ 274 w 480"/>
              <a:gd name="T37" fmla="*/ 293 h 471"/>
              <a:gd name="T38" fmla="*/ 266 w 480"/>
              <a:gd name="T39" fmla="*/ 275 h 471"/>
              <a:gd name="T40" fmla="*/ 274 w 480"/>
              <a:gd name="T41" fmla="*/ 248 h 471"/>
              <a:gd name="T42" fmla="*/ 292 w 480"/>
              <a:gd name="T43" fmla="*/ 275 h 471"/>
              <a:gd name="T44" fmla="*/ 274 w 480"/>
              <a:gd name="T45" fmla="*/ 293 h 471"/>
              <a:gd name="T46" fmla="*/ 239 w 480"/>
              <a:gd name="T47" fmla="*/ 0 h 471"/>
              <a:gd name="T48" fmla="*/ 239 w 480"/>
              <a:gd name="T49" fmla="*/ 0 h 471"/>
              <a:gd name="T50" fmla="*/ 0 w 480"/>
              <a:gd name="T51" fmla="*/ 231 h 471"/>
              <a:gd name="T52" fmla="*/ 239 w 480"/>
              <a:gd name="T53" fmla="*/ 470 h 471"/>
              <a:gd name="T54" fmla="*/ 479 w 480"/>
              <a:gd name="T55" fmla="*/ 231 h 471"/>
              <a:gd name="T56" fmla="*/ 239 w 480"/>
              <a:gd name="T57" fmla="*/ 0 h 471"/>
              <a:gd name="T58" fmla="*/ 257 w 480"/>
              <a:gd name="T59" fmla="*/ 328 h 471"/>
              <a:gd name="T60" fmla="*/ 257 w 480"/>
              <a:gd name="T61" fmla="*/ 328 h 471"/>
              <a:gd name="T62" fmla="*/ 239 w 480"/>
              <a:gd name="T63" fmla="*/ 328 h 471"/>
              <a:gd name="T64" fmla="*/ 213 w 480"/>
              <a:gd name="T65" fmla="*/ 328 h 471"/>
              <a:gd name="T66" fmla="*/ 123 w 480"/>
              <a:gd name="T67" fmla="*/ 240 h 471"/>
              <a:gd name="T68" fmla="*/ 142 w 480"/>
              <a:gd name="T69" fmla="*/ 195 h 471"/>
              <a:gd name="T70" fmla="*/ 151 w 480"/>
              <a:gd name="T71" fmla="*/ 134 h 471"/>
              <a:gd name="T72" fmla="*/ 204 w 480"/>
              <a:gd name="T73" fmla="*/ 160 h 471"/>
              <a:gd name="T74" fmla="*/ 239 w 480"/>
              <a:gd name="T75" fmla="*/ 160 h 471"/>
              <a:gd name="T76" fmla="*/ 266 w 480"/>
              <a:gd name="T77" fmla="*/ 160 h 471"/>
              <a:gd name="T78" fmla="*/ 327 w 480"/>
              <a:gd name="T79" fmla="*/ 134 h 471"/>
              <a:gd name="T80" fmla="*/ 336 w 480"/>
              <a:gd name="T81" fmla="*/ 195 h 471"/>
              <a:gd name="T82" fmla="*/ 354 w 480"/>
              <a:gd name="T83" fmla="*/ 240 h 471"/>
              <a:gd name="T84" fmla="*/ 257 w 480"/>
              <a:gd name="T85" fmla="*/ 328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80" h="471">
                <a:moveTo>
                  <a:pt x="239" y="231"/>
                </a:moveTo>
                <a:lnTo>
                  <a:pt x="239" y="231"/>
                </a:lnTo>
                <a:lnTo>
                  <a:pt x="239" y="231"/>
                </a:lnTo>
                <a:lnTo>
                  <a:pt x="239" y="231"/>
                </a:lnTo>
                <a:cubicBezTo>
                  <a:pt x="213" y="231"/>
                  <a:pt x="186" y="222"/>
                  <a:pt x="168" y="240"/>
                </a:cubicBezTo>
                <a:cubicBezTo>
                  <a:pt x="159" y="248"/>
                  <a:pt x="151" y="257"/>
                  <a:pt x="151" y="266"/>
                </a:cubicBezTo>
                <a:cubicBezTo>
                  <a:pt x="151" y="319"/>
                  <a:pt x="195" y="319"/>
                  <a:pt x="239" y="319"/>
                </a:cubicBezTo>
                <a:lnTo>
                  <a:pt x="239" y="319"/>
                </a:lnTo>
                <a:cubicBezTo>
                  <a:pt x="283" y="319"/>
                  <a:pt x="319" y="319"/>
                  <a:pt x="319" y="266"/>
                </a:cubicBezTo>
                <a:cubicBezTo>
                  <a:pt x="319" y="257"/>
                  <a:pt x="319" y="248"/>
                  <a:pt x="310" y="240"/>
                </a:cubicBezTo>
                <a:cubicBezTo>
                  <a:pt x="292" y="222"/>
                  <a:pt x="266" y="231"/>
                  <a:pt x="239" y="231"/>
                </a:cubicBezTo>
                <a:close/>
                <a:moveTo>
                  <a:pt x="195" y="293"/>
                </a:moveTo>
                <a:lnTo>
                  <a:pt x="195" y="293"/>
                </a:lnTo>
                <a:cubicBezTo>
                  <a:pt x="186" y="293"/>
                  <a:pt x="186" y="284"/>
                  <a:pt x="186" y="275"/>
                </a:cubicBezTo>
                <a:cubicBezTo>
                  <a:pt x="186" y="257"/>
                  <a:pt x="186" y="248"/>
                  <a:pt x="195" y="248"/>
                </a:cubicBezTo>
                <a:cubicBezTo>
                  <a:pt x="204" y="248"/>
                  <a:pt x="213" y="257"/>
                  <a:pt x="213" y="275"/>
                </a:cubicBezTo>
                <a:cubicBezTo>
                  <a:pt x="213" y="284"/>
                  <a:pt x="204" y="293"/>
                  <a:pt x="195" y="293"/>
                </a:cubicBezTo>
                <a:close/>
                <a:moveTo>
                  <a:pt x="274" y="293"/>
                </a:moveTo>
                <a:lnTo>
                  <a:pt x="274" y="293"/>
                </a:lnTo>
                <a:cubicBezTo>
                  <a:pt x="266" y="293"/>
                  <a:pt x="266" y="284"/>
                  <a:pt x="266" y="275"/>
                </a:cubicBezTo>
                <a:cubicBezTo>
                  <a:pt x="266" y="257"/>
                  <a:pt x="266" y="248"/>
                  <a:pt x="274" y="248"/>
                </a:cubicBezTo>
                <a:cubicBezTo>
                  <a:pt x="283" y="248"/>
                  <a:pt x="292" y="257"/>
                  <a:pt x="292" y="275"/>
                </a:cubicBezTo>
                <a:cubicBezTo>
                  <a:pt x="292" y="284"/>
                  <a:pt x="283" y="293"/>
                  <a:pt x="274" y="293"/>
                </a:cubicBezTo>
                <a:close/>
                <a:moveTo>
                  <a:pt x="239" y="0"/>
                </a:moveTo>
                <a:lnTo>
                  <a:pt x="239" y="0"/>
                </a:lnTo>
                <a:cubicBezTo>
                  <a:pt x="107" y="0"/>
                  <a:pt x="0" y="107"/>
                  <a:pt x="0" y="231"/>
                </a:cubicBezTo>
                <a:cubicBezTo>
                  <a:pt x="0" y="363"/>
                  <a:pt x="107" y="470"/>
                  <a:pt x="239" y="470"/>
                </a:cubicBezTo>
                <a:cubicBezTo>
                  <a:pt x="372" y="470"/>
                  <a:pt x="479" y="363"/>
                  <a:pt x="479" y="231"/>
                </a:cubicBezTo>
                <a:cubicBezTo>
                  <a:pt x="479" y="107"/>
                  <a:pt x="372" y="0"/>
                  <a:pt x="239" y="0"/>
                </a:cubicBezTo>
                <a:close/>
                <a:moveTo>
                  <a:pt x="257" y="328"/>
                </a:moveTo>
                <a:lnTo>
                  <a:pt x="257" y="328"/>
                </a:lnTo>
                <a:cubicBezTo>
                  <a:pt x="257" y="328"/>
                  <a:pt x="248" y="328"/>
                  <a:pt x="239" y="328"/>
                </a:cubicBezTo>
                <a:cubicBezTo>
                  <a:pt x="230" y="328"/>
                  <a:pt x="221" y="328"/>
                  <a:pt x="213" y="328"/>
                </a:cubicBezTo>
                <a:cubicBezTo>
                  <a:pt x="195" y="328"/>
                  <a:pt x="123" y="328"/>
                  <a:pt x="123" y="240"/>
                </a:cubicBezTo>
                <a:cubicBezTo>
                  <a:pt x="123" y="222"/>
                  <a:pt x="133" y="204"/>
                  <a:pt x="142" y="195"/>
                </a:cubicBezTo>
                <a:cubicBezTo>
                  <a:pt x="142" y="187"/>
                  <a:pt x="142" y="160"/>
                  <a:pt x="151" y="134"/>
                </a:cubicBezTo>
                <a:cubicBezTo>
                  <a:pt x="151" y="134"/>
                  <a:pt x="168" y="142"/>
                  <a:pt x="204" y="160"/>
                </a:cubicBezTo>
                <a:cubicBezTo>
                  <a:pt x="213" y="160"/>
                  <a:pt x="230" y="160"/>
                  <a:pt x="239" y="160"/>
                </a:cubicBezTo>
                <a:cubicBezTo>
                  <a:pt x="248" y="160"/>
                  <a:pt x="266" y="160"/>
                  <a:pt x="266" y="160"/>
                </a:cubicBezTo>
                <a:cubicBezTo>
                  <a:pt x="301" y="142"/>
                  <a:pt x="327" y="134"/>
                  <a:pt x="327" y="134"/>
                </a:cubicBezTo>
                <a:cubicBezTo>
                  <a:pt x="336" y="160"/>
                  <a:pt x="336" y="187"/>
                  <a:pt x="336" y="195"/>
                </a:cubicBezTo>
                <a:cubicBezTo>
                  <a:pt x="345" y="204"/>
                  <a:pt x="354" y="222"/>
                  <a:pt x="354" y="240"/>
                </a:cubicBezTo>
                <a:cubicBezTo>
                  <a:pt x="354" y="328"/>
                  <a:pt x="274" y="328"/>
                  <a:pt x="257" y="328"/>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18" name="Freeform 74">
            <a:extLst>
              <a:ext uri="{FF2B5EF4-FFF2-40B4-BE49-F238E27FC236}">
                <a16:creationId xmlns:a16="http://schemas.microsoft.com/office/drawing/2014/main" id="{AAB14689-FAC4-A91E-3EAD-59C4E8F62911}"/>
              </a:ext>
            </a:extLst>
          </p:cNvPr>
          <p:cNvSpPr>
            <a:spLocks noChangeArrowheads="1"/>
          </p:cNvSpPr>
          <p:nvPr/>
        </p:nvSpPr>
        <p:spPr bwMode="auto">
          <a:xfrm>
            <a:off x="2226419" y="5406105"/>
            <a:ext cx="427655" cy="422028"/>
          </a:xfrm>
          <a:custGeom>
            <a:avLst/>
            <a:gdLst>
              <a:gd name="T0" fmla="*/ 27 w 445"/>
              <a:gd name="T1" fmla="*/ 107 h 436"/>
              <a:gd name="T2" fmla="*/ 27 w 445"/>
              <a:gd name="T3" fmla="*/ 107 h 436"/>
              <a:gd name="T4" fmla="*/ 62 w 445"/>
              <a:gd name="T5" fmla="*/ 186 h 436"/>
              <a:gd name="T6" fmla="*/ 116 w 445"/>
              <a:gd name="T7" fmla="*/ 204 h 436"/>
              <a:gd name="T8" fmla="*/ 125 w 445"/>
              <a:gd name="T9" fmla="*/ 204 h 436"/>
              <a:gd name="T10" fmla="*/ 134 w 445"/>
              <a:gd name="T11" fmla="*/ 248 h 436"/>
              <a:gd name="T12" fmla="*/ 134 w 445"/>
              <a:gd name="T13" fmla="*/ 248 h 436"/>
              <a:gd name="T14" fmla="*/ 0 w 445"/>
              <a:gd name="T15" fmla="*/ 345 h 436"/>
              <a:gd name="T16" fmla="*/ 116 w 445"/>
              <a:gd name="T17" fmla="*/ 435 h 436"/>
              <a:gd name="T18" fmla="*/ 116 w 445"/>
              <a:gd name="T19" fmla="*/ 435 h 436"/>
              <a:gd name="T20" fmla="*/ 125 w 445"/>
              <a:gd name="T21" fmla="*/ 435 h 436"/>
              <a:gd name="T22" fmla="*/ 196 w 445"/>
              <a:gd name="T23" fmla="*/ 417 h 436"/>
              <a:gd name="T24" fmla="*/ 249 w 445"/>
              <a:gd name="T25" fmla="*/ 320 h 436"/>
              <a:gd name="T26" fmla="*/ 205 w 445"/>
              <a:gd name="T27" fmla="*/ 230 h 436"/>
              <a:gd name="T28" fmla="*/ 178 w 445"/>
              <a:gd name="T29" fmla="*/ 204 h 436"/>
              <a:gd name="T30" fmla="*/ 196 w 445"/>
              <a:gd name="T31" fmla="*/ 177 h 436"/>
              <a:gd name="T32" fmla="*/ 231 w 445"/>
              <a:gd name="T33" fmla="*/ 98 h 436"/>
              <a:gd name="T34" fmla="*/ 196 w 445"/>
              <a:gd name="T35" fmla="*/ 18 h 436"/>
              <a:gd name="T36" fmla="*/ 213 w 445"/>
              <a:gd name="T37" fmla="*/ 18 h 436"/>
              <a:gd name="T38" fmla="*/ 249 w 445"/>
              <a:gd name="T39" fmla="*/ 0 h 436"/>
              <a:gd name="T40" fmla="*/ 249 w 445"/>
              <a:gd name="T41" fmla="*/ 0 h 436"/>
              <a:gd name="T42" fmla="*/ 143 w 445"/>
              <a:gd name="T43" fmla="*/ 0 h 436"/>
              <a:gd name="T44" fmla="*/ 27 w 445"/>
              <a:gd name="T45" fmla="*/ 107 h 436"/>
              <a:gd name="T46" fmla="*/ 205 w 445"/>
              <a:gd name="T47" fmla="*/ 328 h 436"/>
              <a:gd name="T48" fmla="*/ 205 w 445"/>
              <a:gd name="T49" fmla="*/ 328 h 436"/>
              <a:gd name="T50" fmla="*/ 134 w 445"/>
              <a:gd name="T51" fmla="*/ 390 h 436"/>
              <a:gd name="T52" fmla="*/ 54 w 445"/>
              <a:gd name="T53" fmla="*/ 345 h 436"/>
              <a:gd name="T54" fmla="*/ 71 w 445"/>
              <a:gd name="T55" fmla="*/ 292 h 436"/>
              <a:gd name="T56" fmla="*/ 125 w 445"/>
              <a:gd name="T57" fmla="*/ 275 h 436"/>
              <a:gd name="T58" fmla="*/ 134 w 445"/>
              <a:gd name="T59" fmla="*/ 275 h 436"/>
              <a:gd name="T60" fmla="*/ 205 w 445"/>
              <a:gd name="T61" fmla="*/ 328 h 436"/>
              <a:gd name="T62" fmla="*/ 178 w 445"/>
              <a:gd name="T63" fmla="*/ 80 h 436"/>
              <a:gd name="T64" fmla="*/ 178 w 445"/>
              <a:gd name="T65" fmla="*/ 80 h 436"/>
              <a:gd name="T66" fmla="*/ 143 w 445"/>
              <a:gd name="T67" fmla="*/ 169 h 436"/>
              <a:gd name="T68" fmla="*/ 134 w 445"/>
              <a:gd name="T69" fmla="*/ 169 h 436"/>
              <a:gd name="T70" fmla="*/ 81 w 445"/>
              <a:gd name="T71" fmla="*/ 116 h 436"/>
              <a:gd name="T72" fmla="*/ 81 w 445"/>
              <a:gd name="T73" fmla="*/ 62 h 436"/>
              <a:gd name="T74" fmla="*/ 107 w 445"/>
              <a:gd name="T75" fmla="*/ 26 h 436"/>
              <a:gd name="T76" fmla="*/ 116 w 445"/>
              <a:gd name="T77" fmla="*/ 26 h 436"/>
              <a:gd name="T78" fmla="*/ 178 w 445"/>
              <a:gd name="T79" fmla="*/ 80 h 436"/>
              <a:gd name="T80" fmla="*/ 373 w 445"/>
              <a:gd name="T81" fmla="*/ 169 h 436"/>
              <a:gd name="T82" fmla="*/ 373 w 445"/>
              <a:gd name="T83" fmla="*/ 169 h 436"/>
              <a:gd name="T84" fmla="*/ 373 w 445"/>
              <a:gd name="T85" fmla="*/ 98 h 436"/>
              <a:gd name="T86" fmla="*/ 319 w 445"/>
              <a:gd name="T87" fmla="*/ 98 h 436"/>
              <a:gd name="T88" fmla="*/ 319 w 445"/>
              <a:gd name="T89" fmla="*/ 169 h 436"/>
              <a:gd name="T90" fmla="*/ 249 w 445"/>
              <a:gd name="T91" fmla="*/ 169 h 436"/>
              <a:gd name="T92" fmla="*/ 249 w 445"/>
              <a:gd name="T93" fmla="*/ 213 h 436"/>
              <a:gd name="T94" fmla="*/ 319 w 445"/>
              <a:gd name="T95" fmla="*/ 213 h 436"/>
              <a:gd name="T96" fmla="*/ 319 w 445"/>
              <a:gd name="T97" fmla="*/ 292 h 436"/>
              <a:gd name="T98" fmla="*/ 373 w 445"/>
              <a:gd name="T99" fmla="*/ 292 h 436"/>
              <a:gd name="T100" fmla="*/ 373 w 445"/>
              <a:gd name="T101" fmla="*/ 213 h 436"/>
              <a:gd name="T102" fmla="*/ 444 w 445"/>
              <a:gd name="T103" fmla="*/ 213 h 436"/>
              <a:gd name="T104" fmla="*/ 444 w 445"/>
              <a:gd name="T105" fmla="*/ 169 h 436"/>
              <a:gd name="T106" fmla="*/ 373 w 445"/>
              <a:gd name="T107" fmla="*/ 169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45" h="436">
                <a:moveTo>
                  <a:pt x="27" y="107"/>
                </a:moveTo>
                <a:lnTo>
                  <a:pt x="27" y="107"/>
                </a:lnTo>
                <a:cubicBezTo>
                  <a:pt x="27" y="142"/>
                  <a:pt x="36" y="169"/>
                  <a:pt x="62" y="186"/>
                </a:cubicBezTo>
                <a:cubicBezTo>
                  <a:pt x="81" y="195"/>
                  <a:pt x="107" y="204"/>
                  <a:pt x="116" y="204"/>
                </a:cubicBezTo>
                <a:lnTo>
                  <a:pt x="125" y="204"/>
                </a:lnTo>
                <a:cubicBezTo>
                  <a:pt x="125" y="204"/>
                  <a:pt x="116" y="222"/>
                  <a:pt x="134" y="248"/>
                </a:cubicBezTo>
                <a:lnTo>
                  <a:pt x="134" y="248"/>
                </a:lnTo>
                <a:cubicBezTo>
                  <a:pt x="107" y="248"/>
                  <a:pt x="0" y="257"/>
                  <a:pt x="0" y="345"/>
                </a:cubicBezTo>
                <a:cubicBezTo>
                  <a:pt x="0" y="435"/>
                  <a:pt x="98" y="435"/>
                  <a:pt x="116" y="435"/>
                </a:cubicBezTo>
                <a:lnTo>
                  <a:pt x="116" y="435"/>
                </a:lnTo>
                <a:cubicBezTo>
                  <a:pt x="116" y="435"/>
                  <a:pt x="116" y="435"/>
                  <a:pt x="125" y="435"/>
                </a:cubicBezTo>
                <a:cubicBezTo>
                  <a:pt x="134" y="435"/>
                  <a:pt x="169" y="435"/>
                  <a:pt x="196" y="417"/>
                </a:cubicBezTo>
                <a:cubicBezTo>
                  <a:pt x="231" y="399"/>
                  <a:pt x="249" y="364"/>
                  <a:pt x="249" y="320"/>
                </a:cubicBezTo>
                <a:cubicBezTo>
                  <a:pt x="249" y="275"/>
                  <a:pt x="222" y="248"/>
                  <a:pt x="205" y="230"/>
                </a:cubicBezTo>
                <a:cubicBezTo>
                  <a:pt x="187" y="222"/>
                  <a:pt x="178" y="213"/>
                  <a:pt x="178" y="204"/>
                </a:cubicBezTo>
                <a:cubicBezTo>
                  <a:pt x="178" y="195"/>
                  <a:pt x="187" y="186"/>
                  <a:pt x="196" y="177"/>
                </a:cubicBezTo>
                <a:cubicBezTo>
                  <a:pt x="213" y="160"/>
                  <a:pt x="231" y="142"/>
                  <a:pt x="231" y="98"/>
                </a:cubicBezTo>
                <a:cubicBezTo>
                  <a:pt x="231" y="62"/>
                  <a:pt x="222" y="36"/>
                  <a:pt x="196" y="18"/>
                </a:cubicBezTo>
                <a:lnTo>
                  <a:pt x="213" y="18"/>
                </a:lnTo>
                <a:cubicBezTo>
                  <a:pt x="231" y="18"/>
                  <a:pt x="249" y="9"/>
                  <a:pt x="249" y="0"/>
                </a:cubicBezTo>
                <a:lnTo>
                  <a:pt x="249" y="0"/>
                </a:lnTo>
                <a:cubicBezTo>
                  <a:pt x="143" y="0"/>
                  <a:pt x="143" y="0"/>
                  <a:pt x="143" y="0"/>
                </a:cubicBezTo>
                <a:cubicBezTo>
                  <a:pt x="134" y="0"/>
                  <a:pt x="27" y="0"/>
                  <a:pt x="27" y="107"/>
                </a:cubicBezTo>
                <a:close/>
                <a:moveTo>
                  <a:pt x="205" y="328"/>
                </a:moveTo>
                <a:lnTo>
                  <a:pt x="205" y="328"/>
                </a:lnTo>
                <a:cubicBezTo>
                  <a:pt x="213" y="364"/>
                  <a:pt x="178" y="390"/>
                  <a:pt x="134" y="390"/>
                </a:cubicBezTo>
                <a:cubicBezTo>
                  <a:pt x="90" y="399"/>
                  <a:pt x="54" y="381"/>
                  <a:pt x="54" y="345"/>
                </a:cubicBezTo>
                <a:cubicBezTo>
                  <a:pt x="45" y="328"/>
                  <a:pt x="54" y="310"/>
                  <a:pt x="71" y="292"/>
                </a:cubicBezTo>
                <a:cubicBezTo>
                  <a:pt x="90" y="283"/>
                  <a:pt x="107" y="275"/>
                  <a:pt x="125" y="275"/>
                </a:cubicBezTo>
                <a:cubicBezTo>
                  <a:pt x="134" y="275"/>
                  <a:pt x="134" y="275"/>
                  <a:pt x="134" y="275"/>
                </a:cubicBezTo>
                <a:cubicBezTo>
                  <a:pt x="178" y="275"/>
                  <a:pt x="205" y="301"/>
                  <a:pt x="205" y="328"/>
                </a:cubicBezTo>
                <a:close/>
                <a:moveTo>
                  <a:pt x="178" y="80"/>
                </a:moveTo>
                <a:lnTo>
                  <a:pt x="178" y="80"/>
                </a:lnTo>
                <a:cubicBezTo>
                  <a:pt x="187" y="124"/>
                  <a:pt x="169" y="160"/>
                  <a:pt x="143" y="169"/>
                </a:cubicBezTo>
                <a:cubicBezTo>
                  <a:pt x="143" y="169"/>
                  <a:pt x="143" y="169"/>
                  <a:pt x="134" y="169"/>
                </a:cubicBezTo>
                <a:cubicBezTo>
                  <a:pt x="107" y="169"/>
                  <a:pt x="90" y="151"/>
                  <a:pt x="81" y="116"/>
                </a:cubicBezTo>
                <a:cubicBezTo>
                  <a:pt x="71" y="98"/>
                  <a:pt x="71" y="80"/>
                  <a:pt x="81" y="62"/>
                </a:cubicBezTo>
                <a:cubicBezTo>
                  <a:pt x="81" y="45"/>
                  <a:pt x="98" y="36"/>
                  <a:pt x="107" y="26"/>
                </a:cubicBezTo>
                <a:lnTo>
                  <a:pt x="116" y="26"/>
                </a:lnTo>
                <a:cubicBezTo>
                  <a:pt x="151" y="26"/>
                  <a:pt x="169" y="45"/>
                  <a:pt x="178" y="80"/>
                </a:cubicBezTo>
                <a:close/>
                <a:moveTo>
                  <a:pt x="373" y="169"/>
                </a:moveTo>
                <a:lnTo>
                  <a:pt x="373" y="169"/>
                </a:lnTo>
                <a:cubicBezTo>
                  <a:pt x="373" y="98"/>
                  <a:pt x="373" y="98"/>
                  <a:pt x="373" y="98"/>
                </a:cubicBezTo>
                <a:cubicBezTo>
                  <a:pt x="319" y="98"/>
                  <a:pt x="319" y="98"/>
                  <a:pt x="319" y="98"/>
                </a:cubicBezTo>
                <a:cubicBezTo>
                  <a:pt x="319" y="169"/>
                  <a:pt x="319" y="169"/>
                  <a:pt x="319" y="169"/>
                </a:cubicBezTo>
                <a:cubicBezTo>
                  <a:pt x="249" y="169"/>
                  <a:pt x="249" y="169"/>
                  <a:pt x="249" y="169"/>
                </a:cubicBezTo>
                <a:cubicBezTo>
                  <a:pt x="249" y="213"/>
                  <a:pt x="249" y="213"/>
                  <a:pt x="249" y="213"/>
                </a:cubicBezTo>
                <a:cubicBezTo>
                  <a:pt x="319" y="213"/>
                  <a:pt x="319" y="213"/>
                  <a:pt x="319" y="213"/>
                </a:cubicBezTo>
                <a:cubicBezTo>
                  <a:pt x="319" y="292"/>
                  <a:pt x="319" y="292"/>
                  <a:pt x="319" y="292"/>
                </a:cubicBezTo>
                <a:cubicBezTo>
                  <a:pt x="373" y="292"/>
                  <a:pt x="373" y="292"/>
                  <a:pt x="373" y="292"/>
                </a:cubicBezTo>
                <a:cubicBezTo>
                  <a:pt x="373" y="213"/>
                  <a:pt x="373" y="213"/>
                  <a:pt x="373" y="213"/>
                </a:cubicBezTo>
                <a:cubicBezTo>
                  <a:pt x="444" y="213"/>
                  <a:pt x="444" y="213"/>
                  <a:pt x="444" y="213"/>
                </a:cubicBezTo>
                <a:cubicBezTo>
                  <a:pt x="444" y="169"/>
                  <a:pt x="444" y="169"/>
                  <a:pt x="444" y="169"/>
                </a:cubicBezTo>
                <a:lnTo>
                  <a:pt x="373" y="169"/>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19" name="Freeform 75">
            <a:extLst>
              <a:ext uri="{FF2B5EF4-FFF2-40B4-BE49-F238E27FC236}">
                <a16:creationId xmlns:a16="http://schemas.microsoft.com/office/drawing/2014/main" id="{12AB4E38-09BE-45B2-DD1F-24D639DED043}"/>
              </a:ext>
            </a:extLst>
          </p:cNvPr>
          <p:cNvSpPr>
            <a:spLocks noChangeArrowheads="1"/>
          </p:cNvSpPr>
          <p:nvPr/>
        </p:nvSpPr>
        <p:spPr bwMode="auto">
          <a:xfrm>
            <a:off x="8968476" y="1567032"/>
            <a:ext cx="236336" cy="438910"/>
          </a:xfrm>
          <a:custGeom>
            <a:avLst/>
            <a:gdLst>
              <a:gd name="T0" fmla="*/ 248 w 249"/>
              <a:gd name="T1" fmla="*/ 80 h 453"/>
              <a:gd name="T2" fmla="*/ 248 w 249"/>
              <a:gd name="T3" fmla="*/ 80 h 453"/>
              <a:gd name="T4" fmla="*/ 177 w 249"/>
              <a:gd name="T5" fmla="*/ 80 h 453"/>
              <a:gd name="T6" fmla="*/ 160 w 249"/>
              <a:gd name="T7" fmla="*/ 107 h 453"/>
              <a:gd name="T8" fmla="*/ 160 w 249"/>
              <a:gd name="T9" fmla="*/ 160 h 453"/>
              <a:gd name="T10" fmla="*/ 248 w 249"/>
              <a:gd name="T11" fmla="*/ 160 h 453"/>
              <a:gd name="T12" fmla="*/ 248 w 249"/>
              <a:gd name="T13" fmla="*/ 231 h 453"/>
              <a:gd name="T14" fmla="*/ 160 w 249"/>
              <a:gd name="T15" fmla="*/ 231 h 453"/>
              <a:gd name="T16" fmla="*/ 160 w 249"/>
              <a:gd name="T17" fmla="*/ 452 h 453"/>
              <a:gd name="T18" fmla="*/ 79 w 249"/>
              <a:gd name="T19" fmla="*/ 452 h 453"/>
              <a:gd name="T20" fmla="*/ 79 w 249"/>
              <a:gd name="T21" fmla="*/ 231 h 453"/>
              <a:gd name="T22" fmla="*/ 0 w 249"/>
              <a:gd name="T23" fmla="*/ 231 h 453"/>
              <a:gd name="T24" fmla="*/ 0 w 249"/>
              <a:gd name="T25" fmla="*/ 160 h 453"/>
              <a:gd name="T26" fmla="*/ 79 w 249"/>
              <a:gd name="T27" fmla="*/ 160 h 453"/>
              <a:gd name="T28" fmla="*/ 79 w 249"/>
              <a:gd name="T29" fmla="*/ 116 h 453"/>
              <a:gd name="T30" fmla="*/ 177 w 249"/>
              <a:gd name="T31" fmla="*/ 0 h 453"/>
              <a:gd name="T32" fmla="*/ 248 w 249"/>
              <a:gd name="T33" fmla="*/ 0 h 453"/>
              <a:gd name="T34" fmla="*/ 248 w 249"/>
              <a:gd name="T35" fmla="*/ 80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9" h="453">
                <a:moveTo>
                  <a:pt x="248" y="80"/>
                </a:moveTo>
                <a:lnTo>
                  <a:pt x="248" y="80"/>
                </a:lnTo>
                <a:cubicBezTo>
                  <a:pt x="177" y="80"/>
                  <a:pt x="177" y="80"/>
                  <a:pt x="177" y="80"/>
                </a:cubicBezTo>
                <a:cubicBezTo>
                  <a:pt x="169" y="80"/>
                  <a:pt x="160" y="89"/>
                  <a:pt x="160" y="107"/>
                </a:cubicBezTo>
                <a:cubicBezTo>
                  <a:pt x="160" y="160"/>
                  <a:pt x="160" y="160"/>
                  <a:pt x="160" y="160"/>
                </a:cubicBezTo>
                <a:cubicBezTo>
                  <a:pt x="248" y="160"/>
                  <a:pt x="248" y="160"/>
                  <a:pt x="248" y="160"/>
                </a:cubicBezTo>
                <a:cubicBezTo>
                  <a:pt x="248" y="231"/>
                  <a:pt x="248" y="231"/>
                  <a:pt x="248" y="231"/>
                </a:cubicBezTo>
                <a:cubicBezTo>
                  <a:pt x="160" y="231"/>
                  <a:pt x="160" y="231"/>
                  <a:pt x="160" y="231"/>
                </a:cubicBezTo>
                <a:cubicBezTo>
                  <a:pt x="160" y="452"/>
                  <a:pt x="160" y="452"/>
                  <a:pt x="160" y="452"/>
                </a:cubicBezTo>
                <a:cubicBezTo>
                  <a:pt x="79" y="452"/>
                  <a:pt x="79" y="452"/>
                  <a:pt x="79" y="452"/>
                </a:cubicBezTo>
                <a:cubicBezTo>
                  <a:pt x="79" y="231"/>
                  <a:pt x="79" y="231"/>
                  <a:pt x="79" y="231"/>
                </a:cubicBezTo>
                <a:cubicBezTo>
                  <a:pt x="0" y="231"/>
                  <a:pt x="0" y="231"/>
                  <a:pt x="0" y="231"/>
                </a:cubicBezTo>
                <a:cubicBezTo>
                  <a:pt x="0" y="160"/>
                  <a:pt x="0" y="160"/>
                  <a:pt x="0" y="160"/>
                </a:cubicBezTo>
                <a:cubicBezTo>
                  <a:pt x="79" y="160"/>
                  <a:pt x="79" y="160"/>
                  <a:pt x="79" y="160"/>
                </a:cubicBezTo>
                <a:cubicBezTo>
                  <a:pt x="79" y="116"/>
                  <a:pt x="79" y="116"/>
                  <a:pt x="79" y="116"/>
                </a:cubicBezTo>
                <a:cubicBezTo>
                  <a:pt x="79" y="54"/>
                  <a:pt x="115" y="0"/>
                  <a:pt x="177" y="0"/>
                </a:cubicBezTo>
                <a:cubicBezTo>
                  <a:pt x="248" y="0"/>
                  <a:pt x="248" y="0"/>
                  <a:pt x="248" y="0"/>
                </a:cubicBezTo>
                <a:lnTo>
                  <a:pt x="248" y="80"/>
                </a:ln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20" name="Freeform 76">
            <a:extLst>
              <a:ext uri="{FF2B5EF4-FFF2-40B4-BE49-F238E27FC236}">
                <a16:creationId xmlns:a16="http://schemas.microsoft.com/office/drawing/2014/main" id="{EB1A92C0-A19B-4EF8-0CB7-5EA27CE73F42}"/>
              </a:ext>
            </a:extLst>
          </p:cNvPr>
          <p:cNvSpPr>
            <a:spLocks noChangeArrowheads="1"/>
          </p:cNvSpPr>
          <p:nvPr/>
        </p:nvSpPr>
        <p:spPr bwMode="auto">
          <a:xfrm>
            <a:off x="7899338" y="2512376"/>
            <a:ext cx="464230" cy="452976"/>
          </a:xfrm>
          <a:custGeom>
            <a:avLst/>
            <a:gdLst>
              <a:gd name="T0" fmla="*/ 239 w 480"/>
              <a:gd name="T1" fmla="*/ 0 h 471"/>
              <a:gd name="T2" fmla="*/ 239 w 480"/>
              <a:gd name="T3" fmla="*/ 0 h 471"/>
              <a:gd name="T4" fmla="*/ 0 w 480"/>
              <a:gd name="T5" fmla="*/ 231 h 471"/>
              <a:gd name="T6" fmla="*/ 239 w 480"/>
              <a:gd name="T7" fmla="*/ 470 h 471"/>
              <a:gd name="T8" fmla="*/ 479 w 480"/>
              <a:gd name="T9" fmla="*/ 231 h 471"/>
              <a:gd name="T10" fmla="*/ 239 w 480"/>
              <a:gd name="T11" fmla="*/ 0 h 471"/>
              <a:gd name="T12" fmla="*/ 239 w 480"/>
              <a:gd name="T13" fmla="*/ 178 h 471"/>
              <a:gd name="T14" fmla="*/ 239 w 480"/>
              <a:gd name="T15" fmla="*/ 178 h 471"/>
              <a:gd name="T16" fmla="*/ 231 w 480"/>
              <a:gd name="T17" fmla="*/ 196 h 471"/>
              <a:gd name="T18" fmla="*/ 231 w 480"/>
              <a:gd name="T19" fmla="*/ 275 h 471"/>
              <a:gd name="T20" fmla="*/ 169 w 480"/>
              <a:gd name="T21" fmla="*/ 328 h 471"/>
              <a:gd name="T22" fmla="*/ 116 w 480"/>
              <a:gd name="T23" fmla="*/ 275 h 471"/>
              <a:gd name="T24" fmla="*/ 116 w 480"/>
              <a:gd name="T25" fmla="*/ 240 h 471"/>
              <a:gd name="T26" fmla="*/ 160 w 480"/>
              <a:gd name="T27" fmla="*/ 240 h 471"/>
              <a:gd name="T28" fmla="*/ 160 w 480"/>
              <a:gd name="T29" fmla="*/ 275 h 471"/>
              <a:gd name="T30" fmla="*/ 169 w 480"/>
              <a:gd name="T31" fmla="*/ 284 h 471"/>
              <a:gd name="T32" fmla="*/ 186 w 480"/>
              <a:gd name="T33" fmla="*/ 275 h 471"/>
              <a:gd name="T34" fmla="*/ 186 w 480"/>
              <a:gd name="T35" fmla="*/ 196 h 471"/>
              <a:gd name="T36" fmla="*/ 239 w 480"/>
              <a:gd name="T37" fmla="*/ 134 h 471"/>
              <a:gd name="T38" fmla="*/ 292 w 480"/>
              <a:gd name="T39" fmla="*/ 196 h 471"/>
              <a:gd name="T40" fmla="*/ 292 w 480"/>
              <a:gd name="T41" fmla="*/ 205 h 471"/>
              <a:gd name="T42" fmla="*/ 266 w 480"/>
              <a:gd name="T43" fmla="*/ 213 h 471"/>
              <a:gd name="T44" fmla="*/ 257 w 480"/>
              <a:gd name="T45" fmla="*/ 205 h 471"/>
              <a:gd name="T46" fmla="*/ 257 w 480"/>
              <a:gd name="T47" fmla="*/ 196 h 471"/>
              <a:gd name="T48" fmla="*/ 239 w 480"/>
              <a:gd name="T49" fmla="*/ 178 h 471"/>
              <a:gd name="T50" fmla="*/ 364 w 480"/>
              <a:gd name="T51" fmla="*/ 275 h 471"/>
              <a:gd name="T52" fmla="*/ 364 w 480"/>
              <a:gd name="T53" fmla="*/ 275 h 471"/>
              <a:gd name="T54" fmla="*/ 311 w 480"/>
              <a:gd name="T55" fmla="*/ 328 h 471"/>
              <a:gd name="T56" fmla="*/ 257 w 480"/>
              <a:gd name="T57" fmla="*/ 275 h 471"/>
              <a:gd name="T58" fmla="*/ 257 w 480"/>
              <a:gd name="T59" fmla="*/ 240 h 471"/>
              <a:gd name="T60" fmla="*/ 266 w 480"/>
              <a:gd name="T61" fmla="*/ 249 h 471"/>
              <a:gd name="T62" fmla="*/ 292 w 480"/>
              <a:gd name="T63" fmla="*/ 240 h 471"/>
              <a:gd name="T64" fmla="*/ 292 w 480"/>
              <a:gd name="T65" fmla="*/ 275 h 471"/>
              <a:gd name="T66" fmla="*/ 311 w 480"/>
              <a:gd name="T67" fmla="*/ 284 h 471"/>
              <a:gd name="T68" fmla="*/ 319 w 480"/>
              <a:gd name="T69" fmla="*/ 275 h 471"/>
              <a:gd name="T70" fmla="*/ 319 w 480"/>
              <a:gd name="T71" fmla="*/ 240 h 471"/>
              <a:gd name="T72" fmla="*/ 364 w 480"/>
              <a:gd name="T73" fmla="*/ 240 h 471"/>
              <a:gd name="T74" fmla="*/ 364 w 480"/>
              <a:gd name="T75" fmla="*/ 275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80" h="471">
                <a:moveTo>
                  <a:pt x="239" y="0"/>
                </a:moveTo>
                <a:lnTo>
                  <a:pt x="239" y="0"/>
                </a:lnTo>
                <a:cubicBezTo>
                  <a:pt x="107" y="0"/>
                  <a:pt x="0" y="107"/>
                  <a:pt x="0" y="231"/>
                </a:cubicBezTo>
                <a:cubicBezTo>
                  <a:pt x="0" y="364"/>
                  <a:pt x="107" y="470"/>
                  <a:pt x="239" y="470"/>
                </a:cubicBezTo>
                <a:cubicBezTo>
                  <a:pt x="372" y="470"/>
                  <a:pt x="479" y="364"/>
                  <a:pt x="479" y="231"/>
                </a:cubicBezTo>
                <a:cubicBezTo>
                  <a:pt x="479" y="107"/>
                  <a:pt x="372" y="0"/>
                  <a:pt x="239" y="0"/>
                </a:cubicBezTo>
                <a:close/>
                <a:moveTo>
                  <a:pt x="239" y="178"/>
                </a:moveTo>
                <a:lnTo>
                  <a:pt x="239" y="178"/>
                </a:lnTo>
                <a:cubicBezTo>
                  <a:pt x="231" y="178"/>
                  <a:pt x="231" y="187"/>
                  <a:pt x="231" y="196"/>
                </a:cubicBezTo>
                <a:cubicBezTo>
                  <a:pt x="231" y="275"/>
                  <a:pt x="231" y="275"/>
                  <a:pt x="231" y="275"/>
                </a:cubicBezTo>
                <a:cubicBezTo>
                  <a:pt x="231" y="303"/>
                  <a:pt x="204" y="328"/>
                  <a:pt x="169" y="328"/>
                </a:cubicBezTo>
                <a:cubicBezTo>
                  <a:pt x="142" y="328"/>
                  <a:pt x="116" y="303"/>
                  <a:pt x="116" y="275"/>
                </a:cubicBezTo>
                <a:cubicBezTo>
                  <a:pt x="116" y="240"/>
                  <a:pt x="116" y="240"/>
                  <a:pt x="116" y="240"/>
                </a:cubicBezTo>
                <a:cubicBezTo>
                  <a:pt x="160" y="240"/>
                  <a:pt x="160" y="240"/>
                  <a:pt x="160" y="240"/>
                </a:cubicBezTo>
                <a:cubicBezTo>
                  <a:pt x="160" y="275"/>
                  <a:pt x="160" y="275"/>
                  <a:pt x="160" y="275"/>
                </a:cubicBezTo>
                <a:cubicBezTo>
                  <a:pt x="160" y="275"/>
                  <a:pt x="160" y="284"/>
                  <a:pt x="169" y="284"/>
                </a:cubicBezTo>
                <a:cubicBezTo>
                  <a:pt x="178" y="284"/>
                  <a:pt x="186" y="275"/>
                  <a:pt x="186" y="275"/>
                </a:cubicBezTo>
                <a:cubicBezTo>
                  <a:pt x="186" y="196"/>
                  <a:pt x="186" y="196"/>
                  <a:pt x="186" y="196"/>
                </a:cubicBezTo>
                <a:cubicBezTo>
                  <a:pt x="186" y="160"/>
                  <a:pt x="213" y="134"/>
                  <a:pt x="239" y="134"/>
                </a:cubicBezTo>
                <a:cubicBezTo>
                  <a:pt x="275" y="134"/>
                  <a:pt x="292" y="160"/>
                  <a:pt x="292" y="196"/>
                </a:cubicBezTo>
                <a:cubicBezTo>
                  <a:pt x="292" y="205"/>
                  <a:pt x="292" y="205"/>
                  <a:pt x="292" y="205"/>
                </a:cubicBezTo>
                <a:cubicBezTo>
                  <a:pt x="266" y="213"/>
                  <a:pt x="266" y="213"/>
                  <a:pt x="266" y="213"/>
                </a:cubicBezTo>
                <a:cubicBezTo>
                  <a:pt x="257" y="205"/>
                  <a:pt x="257" y="205"/>
                  <a:pt x="257" y="205"/>
                </a:cubicBezTo>
                <a:cubicBezTo>
                  <a:pt x="257" y="196"/>
                  <a:pt x="257" y="196"/>
                  <a:pt x="257" y="196"/>
                </a:cubicBezTo>
                <a:cubicBezTo>
                  <a:pt x="257" y="187"/>
                  <a:pt x="248" y="178"/>
                  <a:pt x="239" y="178"/>
                </a:cubicBezTo>
                <a:close/>
                <a:moveTo>
                  <a:pt x="364" y="275"/>
                </a:moveTo>
                <a:lnTo>
                  <a:pt x="364" y="275"/>
                </a:lnTo>
                <a:cubicBezTo>
                  <a:pt x="364" y="303"/>
                  <a:pt x="337" y="328"/>
                  <a:pt x="311" y="328"/>
                </a:cubicBezTo>
                <a:cubicBezTo>
                  <a:pt x="275" y="328"/>
                  <a:pt x="257" y="303"/>
                  <a:pt x="257" y="275"/>
                </a:cubicBezTo>
                <a:cubicBezTo>
                  <a:pt x="257" y="240"/>
                  <a:pt x="257" y="240"/>
                  <a:pt x="257" y="240"/>
                </a:cubicBezTo>
                <a:cubicBezTo>
                  <a:pt x="266" y="249"/>
                  <a:pt x="266" y="249"/>
                  <a:pt x="266" y="249"/>
                </a:cubicBezTo>
                <a:cubicBezTo>
                  <a:pt x="292" y="240"/>
                  <a:pt x="292" y="240"/>
                  <a:pt x="292" y="240"/>
                </a:cubicBezTo>
                <a:cubicBezTo>
                  <a:pt x="292" y="275"/>
                  <a:pt x="292" y="275"/>
                  <a:pt x="292" y="275"/>
                </a:cubicBezTo>
                <a:cubicBezTo>
                  <a:pt x="292" y="275"/>
                  <a:pt x="301" y="284"/>
                  <a:pt x="311" y="284"/>
                </a:cubicBezTo>
                <a:cubicBezTo>
                  <a:pt x="319" y="284"/>
                  <a:pt x="319" y="275"/>
                  <a:pt x="319" y="275"/>
                </a:cubicBezTo>
                <a:cubicBezTo>
                  <a:pt x="319" y="240"/>
                  <a:pt x="319" y="240"/>
                  <a:pt x="319" y="240"/>
                </a:cubicBezTo>
                <a:cubicBezTo>
                  <a:pt x="364" y="240"/>
                  <a:pt x="364" y="240"/>
                  <a:pt x="364" y="240"/>
                </a:cubicBezTo>
                <a:lnTo>
                  <a:pt x="364" y="275"/>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21" name="Freeform 77">
            <a:extLst>
              <a:ext uri="{FF2B5EF4-FFF2-40B4-BE49-F238E27FC236}">
                <a16:creationId xmlns:a16="http://schemas.microsoft.com/office/drawing/2014/main" id="{34A71447-7015-46E2-B9AF-981AA51A58BF}"/>
              </a:ext>
            </a:extLst>
          </p:cNvPr>
          <p:cNvSpPr>
            <a:spLocks noChangeArrowheads="1"/>
          </p:cNvSpPr>
          <p:nvPr/>
        </p:nvSpPr>
        <p:spPr bwMode="auto">
          <a:xfrm>
            <a:off x="5994582" y="2512376"/>
            <a:ext cx="461418" cy="452976"/>
          </a:xfrm>
          <a:custGeom>
            <a:avLst/>
            <a:gdLst>
              <a:gd name="T0" fmla="*/ 249 w 480"/>
              <a:gd name="T1" fmla="*/ 231 h 471"/>
              <a:gd name="T2" fmla="*/ 249 w 480"/>
              <a:gd name="T3" fmla="*/ 231 h 471"/>
              <a:gd name="T4" fmla="*/ 249 w 480"/>
              <a:gd name="T5" fmla="*/ 231 h 471"/>
              <a:gd name="T6" fmla="*/ 240 w 480"/>
              <a:gd name="T7" fmla="*/ 222 h 471"/>
              <a:gd name="T8" fmla="*/ 142 w 480"/>
              <a:gd name="T9" fmla="*/ 231 h 471"/>
              <a:gd name="T10" fmla="*/ 142 w 480"/>
              <a:gd name="T11" fmla="*/ 231 h 471"/>
              <a:gd name="T12" fmla="*/ 169 w 480"/>
              <a:gd name="T13" fmla="*/ 303 h 471"/>
              <a:gd name="T14" fmla="*/ 249 w 480"/>
              <a:gd name="T15" fmla="*/ 231 h 471"/>
              <a:gd name="T16" fmla="*/ 302 w 480"/>
              <a:gd name="T17" fmla="*/ 160 h 471"/>
              <a:gd name="T18" fmla="*/ 302 w 480"/>
              <a:gd name="T19" fmla="*/ 160 h 471"/>
              <a:gd name="T20" fmla="*/ 240 w 480"/>
              <a:gd name="T21" fmla="*/ 134 h 471"/>
              <a:gd name="T22" fmla="*/ 222 w 480"/>
              <a:gd name="T23" fmla="*/ 143 h 471"/>
              <a:gd name="T24" fmla="*/ 258 w 480"/>
              <a:gd name="T25" fmla="*/ 196 h 471"/>
              <a:gd name="T26" fmla="*/ 302 w 480"/>
              <a:gd name="T27" fmla="*/ 160 h 471"/>
              <a:gd name="T28" fmla="*/ 178 w 480"/>
              <a:gd name="T29" fmla="*/ 311 h 471"/>
              <a:gd name="T30" fmla="*/ 178 w 480"/>
              <a:gd name="T31" fmla="*/ 311 h 471"/>
              <a:gd name="T32" fmla="*/ 240 w 480"/>
              <a:gd name="T33" fmla="*/ 328 h 471"/>
              <a:gd name="T34" fmla="*/ 275 w 480"/>
              <a:gd name="T35" fmla="*/ 328 h 471"/>
              <a:gd name="T36" fmla="*/ 258 w 480"/>
              <a:gd name="T37" fmla="*/ 249 h 471"/>
              <a:gd name="T38" fmla="*/ 178 w 480"/>
              <a:gd name="T39" fmla="*/ 311 h 471"/>
              <a:gd name="T40" fmla="*/ 231 w 480"/>
              <a:gd name="T41" fmla="*/ 205 h 471"/>
              <a:gd name="T42" fmla="*/ 231 w 480"/>
              <a:gd name="T43" fmla="*/ 205 h 471"/>
              <a:gd name="T44" fmla="*/ 195 w 480"/>
              <a:gd name="T45" fmla="*/ 151 h 471"/>
              <a:gd name="T46" fmla="*/ 142 w 480"/>
              <a:gd name="T47" fmla="*/ 213 h 471"/>
              <a:gd name="T48" fmla="*/ 142 w 480"/>
              <a:gd name="T49" fmla="*/ 213 h 471"/>
              <a:gd name="T50" fmla="*/ 231 w 480"/>
              <a:gd name="T51" fmla="*/ 205 h 471"/>
              <a:gd name="T52" fmla="*/ 275 w 480"/>
              <a:gd name="T53" fmla="*/ 249 h 471"/>
              <a:gd name="T54" fmla="*/ 275 w 480"/>
              <a:gd name="T55" fmla="*/ 249 h 471"/>
              <a:gd name="T56" fmla="*/ 293 w 480"/>
              <a:gd name="T57" fmla="*/ 311 h 471"/>
              <a:gd name="T58" fmla="*/ 337 w 480"/>
              <a:gd name="T59" fmla="*/ 249 h 471"/>
              <a:gd name="T60" fmla="*/ 293 w 480"/>
              <a:gd name="T61" fmla="*/ 249 h 471"/>
              <a:gd name="T62" fmla="*/ 275 w 480"/>
              <a:gd name="T63" fmla="*/ 249 h 471"/>
              <a:gd name="T64" fmla="*/ 240 w 480"/>
              <a:gd name="T65" fmla="*/ 0 h 471"/>
              <a:gd name="T66" fmla="*/ 240 w 480"/>
              <a:gd name="T67" fmla="*/ 0 h 471"/>
              <a:gd name="T68" fmla="*/ 0 w 480"/>
              <a:gd name="T69" fmla="*/ 231 h 471"/>
              <a:gd name="T70" fmla="*/ 240 w 480"/>
              <a:gd name="T71" fmla="*/ 470 h 471"/>
              <a:gd name="T72" fmla="*/ 479 w 480"/>
              <a:gd name="T73" fmla="*/ 231 h 471"/>
              <a:gd name="T74" fmla="*/ 240 w 480"/>
              <a:gd name="T75" fmla="*/ 0 h 471"/>
              <a:gd name="T76" fmla="*/ 240 w 480"/>
              <a:gd name="T77" fmla="*/ 356 h 471"/>
              <a:gd name="T78" fmla="*/ 240 w 480"/>
              <a:gd name="T79" fmla="*/ 356 h 471"/>
              <a:gd name="T80" fmla="*/ 124 w 480"/>
              <a:gd name="T81" fmla="*/ 231 h 471"/>
              <a:gd name="T82" fmla="*/ 240 w 480"/>
              <a:gd name="T83" fmla="*/ 116 h 471"/>
              <a:gd name="T84" fmla="*/ 355 w 480"/>
              <a:gd name="T85" fmla="*/ 231 h 471"/>
              <a:gd name="T86" fmla="*/ 240 w 480"/>
              <a:gd name="T87" fmla="*/ 356 h 471"/>
              <a:gd name="T88" fmla="*/ 266 w 480"/>
              <a:gd name="T89" fmla="*/ 213 h 471"/>
              <a:gd name="T90" fmla="*/ 266 w 480"/>
              <a:gd name="T91" fmla="*/ 213 h 471"/>
              <a:gd name="T92" fmla="*/ 266 w 480"/>
              <a:gd name="T93" fmla="*/ 222 h 471"/>
              <a:gd name="T94" fmla="*/ 266 w 480"/>
              <a:gd name="T95" fmla="*/ 231 h 471"/>
              <a:gd name="T96" fmla="*/ 293 w 480"/>
              <a:gd name="T97" fmla="*/ 231 h 471"/>
              <a:gd name="T98" fmla="*/ 337 w 480"/>
              <a:gd name="T99" fmla="*/ 231 h 471"/>
              <a:gd name="T100" fmla="*/ 319 w 480"/>
              <a:gd name="T101" fmla="*/ 178 h 471"/>
              <a:gd name="T102" fmla="*/ 266 w 480"/>
              <a:gd name="T103" fmla="*/ 213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80" h="471">
                <a:moveTo>
                  <a:pt x="249" y="231"/>
                </a:moveTo>
                <a:lnTo>
                  <a:pt x="249" y="231"/>
                </a:lnTo>
                <a:lnTo>
                  <a:pt x="249" y="231"/>
                </a:lnTo>
                <a:lnTo>
                  <a:pt x="240" y="222"/>
                </a:lnTo>
                <a:cubicBezTo>
                  <a:pt x="195" y="231"/>
                  <a:pt x="151" y="231"/>
                  <a:pt x="142" y="231"/>
                </a:cubicBezTo>
                <a:lnTo>
                  <a:pt x="142" y="231"/>
                </a:lnTo>
                <a:cubicBezTo>
                  <a:pt x="142" y="258"/>
                  <a:pt x="151" y="284"/>
                  <a:pt x="169" y="303"/>
                </a:cubicBezTo>
                <a:cubicBezTo>
                  <a:pt x="169" y="293"/>
                  <a:pt x="195" y="249"/>
                  <a:pt x="249" y="231"/>
                </a:cubicBezTo>
                <a:close/>
                <a:moveTo>
                  <a:pt x="302" y="160"/>
                </a:moveTo>
                <a:lnTo>
                  <a:pt x="302" y="160"/>
                </a:lnTo>
                <a:cubicBezTo>
                  <a:pt x="284" y="143"/>
                  <a:pt x="266" y="134"/>
                  <a:pt x="240" y="134"/>
                </a:cubicBezTo>
                <a:cubicBezTo>
                  <a:pt x="231" y="134"/>
                  <a:pt x="222" y="143"/>
                  <a:pt x="222" y="143"/>
                </a:cubicBezTo>
                <a:cubicBezTo>
                  <a:pt x="222" y="143"/>
                  <a:pt x="240" y="169"/>
                  <a:pt x="258" y="196"/>
                </a:cubicBezTo>
                <a:cubicBezTo>
                  <a:pt x="284" y="187"/>
                  <a:pt x="302" y="169"/>
                  <a:pt x="302" y="160"/>
                </a:cubicBezTo>
                <a:close/>
                <a:moveTo>
                  <a:pt x="178" y="311"/>
                </a:moveTo>
                <a:lnTo>
                  <a:pt x="178" y="311"/>
                </a:lnTo>
                <a:cubicBezTo>
                  <a:pt x="195" y="328"/>
                  <a:pt x="222" y="328"/>
                  <a:pt x="240" y="328"/>
                </a:cubicBezTo>
                <a:cubicBezTo>
                  <a:pt x="249" y="328"/>
                  <a:pt x="266" y="328"/>
                  <a:pt x="275" y="328"/>
                </a:cubicBezTo>
                <a:cubicBezTo>
                  <a:pt x="275" y="311"/>
                  <a:pt x="266" y="284"/>
                  <a:pt x="258" y="249"/>
                </a:cubicBezTo>
                <a:cubicBezTo>
                  <a:pt x="205" y="267"/>
                  <a:pt x="187" y="303"/>
                  <a:pt x="178" y="311"/>
                </a:cubicBezTo>
                <a:close/>
                <a:moveTo>
                  <a:pt x="231" y="205"/>
                </a:moveTo>
                <a:lnTo>
                  <a:pt x="231" y="205"/>
                </a:lnTo>
                <a:cubicBezTo>
                  <a:pt x="213" y="178"/>
                  <a:pt x="205" y="151"/>
                  <a:pt x="195" y="151"/>
                </a:cubicBezTo>
                <a:cubicBezTo>
                  <a:pt x="169" y="160"/>
                  <a:pt x="151" y="187"/>
                  <a:pt x="142" y="213"/>
                </a:cubicBezTo>
                <a:lnTo>
                  <a:pt x="142" y="213"/>
                </a:lnTo>
                <a:cubicBezTo>
                  <a:pt x="151" y="213"/>
                  <a:pt x="187" y="213"/>
                  <a:pt x="231" y="205"/>
                </a:cubicBezTo>
                <a:close/>
                <a:moveTo>
                  <a:pt x="275" y="249"/>
                </a:moveTo>
                <a:lnTo>
                  <a:pt x="275" y="249"/>
                </a:lnTo>
                <a:cubicBezTo>
                  <a:pt x="284" y="275"/>
                  <a:pt x="293" y="303"/>
                  <a:pt x="293" y="311"/>
                </a:cubicBezTo>
                <a:cubicBezTo>
                  <a:pt x="319" y="303"/>
                  <a:pt x="328" y="275"/>
                  <a:pt x="337" y="249"/>
                </a:cubicBezTo>
                <a:cubicBezTo>
                  <a:pt x="328" y="249"/>
                  <a:pt x="319" y="249"/>
                  <a:pt x="293" y="249"/>
                </a:cubicBezTo>
                <a:cubicBezTo>
                  <a:pt x="293" y="249"/>
                  <a:pt x="284" y="249"/>
                  <a:pt x="275" y="249"/>
                </a:cubicBezTo>
                <a:close/>
                <a:moveTo>
                  <a:pt x="240" y="0"/>
                </a:moveTo>
                <a:lnTo>
                  <a:pt x="240" y="0"/>
                </a:lnTo>
                <a:cubicBezTo>
                  <a:pt x="107" y="0"/>
                  <a:pt x="0" y="107"/>
                  <a:pt x="0" y="231"/>
                </a:cubicBezTo>
                <a:cubicBezTo>
                  <a:pt x="0" y="364"/>
                  <a:pt x="107" y="470"/>
                  <a:pt x="240" y="470"/>
                </a:cubicBezTo>
                <a:cubicBezTo>
                  <a:pt x="372" y="470"/>
                  <a:pt x="479" y="364"/>
                  <a:pt x="479" y="231"/>
                </a:cubicBezTo>
                <a:cubicBezTo>
                  <a:pt x="479" y="107"/>
                  <a:pt x="372" y="0"/>
                  <a:pt x="240" y="0"/>
                </a:cubicBezTo>
                <a:close/>
                <a:moveTo>
                  <a:pt x="240" y="356"/>
                </a:moveTo>
                <a:lnTo>
                  <a:pt x="240" y="356"/>
                </a:lnTo>
                <a:cubicBezTo>
                  <a:pt x="178" y="356"/>
                  <a:pt x="124" y="303"/>
                  <a:pt x="124" y="231"/>
                </a:cubicBezTo>
                <a:cubicBezTo>
                  <a:pt x="124" y="169"/>
                  <a:pt x="178" y="116"/>
                  <a:pt x="240" y="116"/>
                </a:cubicBezTo>
                <a:cubicBezTo>
                  <a:pt x="302" y="116"/>
                  <a:pt x="355" y="169"/>
                  <a:pt x="355" y="231"/>
                </a:cubicBezTo>
                <a:cubicBezTo>
                  <a:pt x="355" y="303"/>
                  <a:pt x="302" y="356"/>
                  <a:pt x="240" y="356"/>
                </a:cubicBezTo>
                <a:close/>
                <a:moveTo>
                  <a:pt x="266" y="213"/>
                </a:moveTo>
                <a:lnTo>
                  <a:pt x="266" y="213"/>
                </a:lnTo>
                <a:lnTo>
                  <a:pt x="266" y="222"/>
                </a:lnTo>
                <a:lnTo>
                  <a:pt x="266" y="231"/>
                </a:lnTo>
                <a:cubicBezTo>
                  <a:pt x="275" y="231"/>
                  <a:pt x="284" y="231"/>
                  <a:pt x="293" y="231"/>
                </a:cubicBezTo>
                <a:cubicBezTo>
                  <a:pt x="311" y="231"/>
                  <a:pt x="328" y="231"/>
                  <a:pt x="337" y="231"/>
                </a:cubicBezTo>
                <a:cubicBezTo>
                  <a:pt x="337" y="213"/>
                  <a:pt x="328" y="187"/>
                  <a:pt x="319" y="178"/>
                </a:cubicBezTo>
                <a:cubicBezTo>
                  <a:pt x="311" y="178"/>
                  <a:pt x="293" y="196"/>
                  <a:pt x="266" y="213"/>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22" name="Freeform 78">
            <a:extLst>
              <a:ext uri="{FF2B5EF4-FFF2-40B4-BE49-F238E27FC236}">
                <a16:creationId xmlns:a16="http://schemas.microsoft.com/office/drawing/2014/main" id="{BC57734F-DBFA-0B94-B4B0-C3439B80533F}"/>
              </a:ext>
            </a:extLst>
          </p:cNvPr>
          <p:cNvSpPr>
            <a:spLocks noChangeArrowheads="1"/>
          </p:cNvSpPr>
          <p:nvPr/>
        </p:nvSpPr>
        <p:spPr bwMode="auto">
          <a:xfrm>
            <a:off x="2156940" y="4431199"/>
            <a:ext cx="461418" cy="455791"/>
          </a:xfrm>
          <a:custGeom>
            <a:avLst/>
            <a:gdLst>
              <a:gd name="T0" fmla="*/ 212 w 479"/>
              <a:gd name="T1" fmla="*/ 169 h 471"/>
              <a:gd name="T2" fmla="*/ 212 w 479"/>
              <a:gd name="T3" fmla="*/ 169 h 471"/>
              <a:gd name="T4" fmla="*/ 185 w 479"/>
              <a:gd name="T5" fmla="*/ 142 h 471"/>
              <a:gd name="T6" fmla="*/ 177 w 479"/>
              <a:gd name="T7" fmla="*/ 142 h 471"/>
              <a:gd name="T8" fmla="*/ 168 w 479"/>
              <a:gd name="T9" fmla="*/ 160 h 471"/>
              <a:gd name="T10" fmla="*/ 168 w 479"/>
              <a:gd name="T11" fmla="*/ 187 h 471"/>
              <a:gd name="T12" fmla="*/ 194 w 479"/>
              <a:gd name="T13" fmla="*/ 213 h 471"/>
              <a:gd name="T14" fmla="*/ 203 w 479"/>
              <a:gd name="T15" fmla="*/ 213 h 471"/>
              <a:gd name="T16" fmla="*/ 212 w 479"/>
              <a:gd name="T17" fmla="*/ 169 h 471"/>
              <a:gd name="T18" fmla="*/ 238 w 479"/>
              <a:gd name="T19" fmla="*/ 0 h 471"/>
              <a:gd name="T20" fmla="*/ 238 w 479"/>
              <a:gd name="T21" fmla="*/ 0 h 471"/>
              <a:gd name="T22" fmla="*/ 0 w 479"/>
              <a:gd name="T23" fmla="*/ 231 h 471"/>
              <a:gd name="T24" fmla="*/ 238 w 479"/>
              <a:gd name="T25" fmla="*/ 470 h 471"/>
              <a:gd name="T26" fmla="*/ 478 w 479"/>
              <a:gd name="T27" fmla="*/ 231 h 471"/>
              <a:gd name="T28" fmla="*/ 238 w 479"/>
              <a:gd name="T29" fmla="*/ 0 h 471"/>
              <a:gd name="T30" fmla="*/ 221 w 479"/>
              <a:gd name="T31" fmla="*/ 338 h 471"/>
              <a:gd name="T32" fmla="*/ 221 w 479"/>
              <a:gd name="T33" fmla="*/ 338 h 471"/>
              <a:gd name="T34" fmla="*/ 185 w 479"/>
              <a:gd name="T35" fmla="*/ 346 h 471"/>
              <a:gd name="T36" fmla="*/ 185 w 479"/>
              <a:gd name="T37" fmla="*/ 346 h 471"/>
              <a:gd name="T38" fmla="*/ 185 w 479"/>
              <a:gd name="T39" fmla="*/ 346 h 471"/>
              <a:gd name="T40" fmla="*/ 124 w 479"/>
              <a:gd name="T41" fmla="*/ 301 h 471"/>
              <a:gd name="T42" fmla="*/ 194 w 479"/>
              <a:gd name="T43" fmla="*/ 248 h 471"/>
              <a:gd name="T44" fmla="*/ 194 w 479"/>
              <a:gd name="T45" fmla="*/ 248 h 471"/>
              <a:gd name="T46" fmla="*/ 185 w 479"/>
              <a:gd name="T47" fmla="*/ 231 h 471"/>
              <a:gd name="T48" fmla="*/ 185 w 479"/>
              <a:gd name="T49" fmla="*/ 231 h 471"/>
              <a:gd name="T50" fmla="*/ 159 w 479"/>
              <a:gd name="T51" fmla="*/ 222 h 471"/>
              <a:gd name="T52" fmla="*/ 141 w 479"/>
              <a:gd name="T53" fmla="*/ 178 h 471"/>
              <a:gd name="T54" fmla="*/ 194 w 479"/>
              <a:gd name="T55" fmla="*/ 125 h 471"/>
              <a:gd name="T56" fmla="*/ 256 w 479"/>
              <a:gd name="T57" fmla="*/ 125 h 471"/>
              <a:gd name="T58" fmla="*/ 256 w 479"/>
              <a:gd name="T59" fmla="*/ 125 h 471"/>
              <a:gd name="T60" fmla="*/ 238 w 479"/>
              <a:gd name="T61" fmla="*/ 134 h 471"/>
              <a:gd name="T62" fmla="*/ 221 w 479"/>
              <a:gd name="T63" fmla="*/ 134 h 471"/>
              <a:gd name="T64" fmla="*/ 238 w 479"/>
              <a:gd name="T65" fmla="*/ 178 h 471"/>
              <a:gd name="T66" fmla="*/ 230 w 479"/>
              <a:gd name="T67" fmla="*/ 213 h 471"/>
              <a:gd name="T68" fmla="*/ 212 w 479"/>
              <a:gd name="T69" fmla="*/ 231 h 471"/>
              <a:gd name="T70" fmla="*/ 230 w 479"/>
              <a:gd name="T71" fmla="*/ 240 h 471"/>
              <a:gd name="T72" fmla="*/ 256 w 479"/>
              <a:gd name="T73" fmla="*/ 284 h 471"/>
              <a:gd name="T74" fmla="*/ 221 w 479"/>
              <a:gd name="T75" fmla="*/ 338 h 471"/>
              <a:gd name="T76" fmla="*/ 354 w 479"/>
              <a:gd name="T77" fmla="*/ 231 h 471"/>
              <a:gd name="T78" fmla="*/ 354 w 479"/>
              <a:gd name="T79" fmla="*/ 231 h 471"/>
              <a:gd name="T80" fmla="*/ 310 w 479"/>
              <a:gd name="T81" fmla="*/ 231 h 471"/>
              <a:gd name="T82" fmla="*/ 310 w 479"/>
              <a:gd name="T83" fmla="*/ 275 h 471"/>
              <a:gd name="T84" fmla="*/ 291 w 479"/>
              <a:gd name="T85" fmla="*/ 275 h 471"/>
              <a:gd name="T86" fmla="*/ 291 w 479"/>
              <a:gd name="T87" fmla="*/ 231 h 471"/>
              <a:gd name="T88" fmla="*/ 256 w 479"/>
              <a:gd name="T89" fmla="*/ 231 h 471"/>
              <a:gd name="T90" fmla="*/ 256 w 479"/>
              <a:gd name="T91" fmla="*/ 213 h 471"/>
              <a:gd name="T92" fmla="*/ 291 w 479"/>
              <a:gd name="T93" fmla="*/ 213 h 471"/>
              <a:gd name="T94" fmla="*/ 291 w 479"/>
              <a:gd name="T95" fmla="*/ 169 h 471"/>
              <a:gd name="T96" fmla="*/ 310 w 479"/>
              <a:gd name="T97" fmla="*/ 169 h 471"/>
              <a:gd name="T98" fmla="*/ 310 w 479"/>
              <a:gd name="T99" fmla="*/ 213 h 471"/>
              <a:gd name="T100" fmla="*/ 354 w 479"/>
              <a:gd name="T101" fmla="*/ 213 h 471"/>
              <a:gd name="T102" fmla="*/ 354 w 479"/>
              <a:gd name="T103" fmla="*/ 231 h 471"/>
              <a:gd name="T104" fmla="*/ 194 w 479"/>
              <a:gd name="T105" fmla="*/ 266 h 471"/>
              <a:gd name="T106" fmla="*/ 194 w 479"/>
              <a:gd name="T107" fmla="*/ 266 h 471"/>
              <a:gd name="T108" fmla="*/ 194 w 479"/>
              <a:gd name="T109" fmla="*/ 266 h 471"/>
              <a:gd name="T110" fmla="*/ 159 w 479"/>
              <a:gd name="T111" fmla="*/ 275 h 471"/>
              <a:gd name="T112" fmla="*/ 150 w 479"/>
              <a:gd name="T113" fmla="*/ 301 h 471"/>
              <a:gd name="T114" fmla="*/ 194 w 479"/>
              <a:gd name="T115" fmla="*/ 328 h 471"/>
              <a:gd name="T116" fmla="*/ 230 w 479"/>
              <a:gd name="T117" fmla="*/ 293 h 471"/>
              <a:gd name="T118" fmla="*/ 194 w 479"/>
              <a:gd name="T119" fmla="*/ 266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79" h="471">
                <a:moveTo>
                  <a:pt x="212" y="169"/>
                </a:moveTo>
                <a:lnTo>
                  <a:pt x="212" y="169"/>
                </a:lnTo>
                <a:cubicBezTo>
                  <a:pt x="212" y="142"/>
                  <a:pt x="203" y="142"/>
                  <a:pt x="185" y="142"/>
                </a:cubicBezTo>
                <a:cubicBezTo>
                  <a:pt x="185" y="142"/>
                  <a:pt x="185" y="142"/>
                  <a:pt x="177" y="142"/>
                </a:cubicBezTo>
                <a:cubicBezTo>
                  <a:pt x="177" y="142"/>
                  <a:pt x="168" y="151"/>
                  <a:pt x="168" y="160"/>
                </a:cubicBezTo>
                <a:cubicBezTo>
                  <a:pt x="159" y="160"/>
                  <a:pt x="159" y="169"/>
                  <a:pt x="168" y="187"/>
                </a:cubicBezTo>
                <a:cubicBezTo>
                  <a:pt x="168" y="195"/>
                  <a:pt x="185" y="213"/>
                  <a:pt x="194" y="213"/>
                </a:cubicBezTo>
                <a:cubicBezTo>
                  <a:pt x="194" y="213"/>
                  <a:pt x="194" y="213"/>
                  <a:pt x="203" y="213"/>
                </a:cubicBezTo>
                <a:cubicBezTo>
                  <a:pt x="212" y="204"/>
                  <a:pt x="221" y="187"/>
                  <a:pt x="212" y="169"/>
                </a:cubicBezTo>
                <a:close/>
                <a:moveTo>
                  <a:pt x="238" y="0"/>
                </a:moveTo>
                <a:lnTo>
                  <a:pt x="238" y="0"/>
                </a:lnTo>
                <a:cubicBezTo>
                  <a:pt x="106" y="0"/>
                  <a:pt x="0" y="107"/>
                  <a:pt x="0" y="231"/>
                </a:cubicBezTo>
                <a:cubicBezTo>
                  <a:pt x="0" y="363"/>
                  <a:pt x="106" y="470"/>
                  <a:pt x="238" y="470"/>
                </a:cubicBezTo>
                <a:cubicBezTo>
                  <a:pt x="372" y="470"/>
                  <a:pt x="478" y="363"/>
                  <a:pt x="478" y="231"/>
                </a:cubicBezTo>
                <a:cubicBezTo>
                  <a:pt x="478" y="107"/>
                  <a:pt x="372" y="0"/>
                  <a:pt x="238" y="0"/>
                </a:cubicBezTo>
                <a:close/>
                <a:moveTo>
                  <a:pt x="221" y="338"/>
                </a:moveTo>
                <a:lnTo>
                  <a:pt x="221" y="338"/>
                </a:lnTo>
                <a:cubicBezTo>
                  <a:pt x="212" y="346"/>
                  <a:pt x="194" y="346"/>
                  <a:pt x="185" y="346"/>
                </a:cubicBezTo>
                <a:lnTo>
                  <a:pt x="185" y="346"/>
                </a:lnTo>
                <a:lnTo>
                  <a:pt x="185" y="346"/>
                </a:lnTo>
                <a:cubicBezTo>
                  <a:pt x="177" y="346"/>
                  <a:pt x="124" y="346"/>
                  <a:pt x="124" y="301"/>
                </a:cubicBezTo>
                <a:cubicBezTo>
                  <a:pt x="124" y="257"/>
                  <a:pt x="177" y="248"/>
                  <a:pt x="194" y="248"/>
                </a:cubicBezTo>
                <a:lnTo>
                  <a:pt x="194" y="248"/>
                </a:lnTo>
                <a:cubicBezTo>
                  <a:pt x="185" y="240"/>
                  <a:pt x="185" y="231"/>
                  <a:pt x="185" y="231"/>
                </a:cubicBezTo>
                <a:lnTo>
                  <a:pt x="185" y="231"/>
                </a:lnTo>
                <a:cubicBezTo>
                  <a:pt x="177" y="231"/>
                  <a:pt x="168" y="222"/>
                  <a:pt x="159" y="222"/>
                </a:cubicBezTo>
                <a:cubicBezTo>
                  <a:pt x="141" y="213"/>
                  <a:pt x="141" y="195"/>
                  <a:pt x="141" y="178"/>
                </a:cubicBezTo>
                <a:cubicBezTo>
                  <a:pt x="141" y="125"/>
                  <a:pt x="194" y="125"/>
                  <a:pt x="194" y="125"/>
                </a:cubicBezTo>
                <a:cubicBezTo>
                  <a:pt x="256" y="125"/>
                  <a:pt x="256" y="125"/>
                  <a:pt x="256" y="125"/>
                </a:cubicBezTo>
                <a:lnTo>
                  <a:pt x="256" y="125"/>
                </a:lnTo>
                <a:cubicBezTo>
                  <a:pt x="256" y="134"/>
                  <a:pt x="238" y="134"/>
                  <a:pt x="238" y="134"/>
                </a:cubicBezTo>
                <a:cubicBezTo>
                  <a:pt x="230" y="134"/>
                  <a:pt x="230" y="134"/>
                  <a:pt x="221" y="134"/>
                </a:cubicBezTo>
                <a:cubicBezTo>
                  <a:pt x="238" y="142"/>
                  <a:pt x="238" y="160"/>
                  <a:pt x="238" y="178"/>
                </a:cubicBezTo>
                <a:cubicBezTo>
                  <a:pt x="238" y="195"/>
                  <a:pt x="230" y="204"/>
                  <a:pt x="230" y="213"/>
                </a:cubicBezTo>
                <a:cubicBezTo>
                  <a:pt x="221" y="222"/>
                  <a:pt x="212" y="222"/>
                  <a:pt x="212" y="231"/>
                </a:cubicBezTo>
                <a:cubicBezTo>
                  <a:pt x="212" y="231"/>
                  <a:pt x="221" y="240"/>
                  <a:pt x="230" y="240"/>
                </a:cubicBezTo>
                <a:cubicBezTo>
                  <a:pt x="238" y="248"/>
                  <a:pt x="256" y="266"/>
                  <a:pt x="256" y="284"/>
                </a:cubicBezTo>
                <a:cubicBezTo>
                  <a:pt x="256" y="310"/>
                  <a:pt x="247" y="328"/>
                  <a:pt x="221" y="338"/>
                </a:cubicBezTo>
                <a:close/>
                <a:moveTo>
                  <a:pt x="354" y="231"/>
                </a:moveTo>
                <a:lnTo>
                  <a:pt x="354" y="231"/>
                </a:lnTo>
                <a:cubicBezTo>
                  <a:pt x="310" y="231"/>
                  <a:pt x="310" y="231"/>
                  <a:pt x="310" y="231"/>
                </a:cubicBezTo>
                <a:cubicBezTo>
                  <a:pt x="310" y="275"/>
                  <a:pt x="310" y="275"/>
                  <a:pt x="310" y="275"/>
                </a:cubicBezTo>
                <a:cubicBezTo>
                  <a:pt x="291" y="275"/>
                  <a:pt x="291" y="275"/>
                  <a:pt x="291" y="275"/>
                </a:cubicBezTo>
                <a:cubicBezTo>
                  <a:pt x="291" y="231"/>
                  <a:pt x="291" y="231"/>
                  <a:pt x="291" y="231"/>
                </a:cubicBezTo>
                <a:cubicBezTo>
                  <a:pt x="256" y="231"/>
                  <a:pt x="256" y="231"/>
                  <a:pt x="256" y="231"/>
                </a:cubicBezTo>
                <a:cubicBezTo>
                  <a:pt x="256" y="213"/>
                  <a:pt x="256" y="213"/>
                  <a:pt x="256" y="213"/>
                </a:cubicBezTo>
                <a:cubicBezTo>
                  <a:pt x="291" y="213"/>
                  <a:pt x="291" y="213"/>
                  <a:pt x="291" y="213"/>
                </a:cubicBezTo>
                <a:cubicBezTo>
                  <a:pt x="291" y="169"/>
                  <a:pt x="291" y="169"/>
                  <a:pt x="291" y="169"/>
                </a:cubicBezTo>
                <a:cubicBezTo>
                  <a:pt x="310" y="169"/>
                  <a:pt x="310" y="169"/>
                  <a:pt x="310" y="169"/>
                </a:cubicBezTo>
                <a:cubicBezTo>
                  <a:pt x="310" y="213"/>
                  <a:pt x="310" y="213"/>
                  <a:pt x="310" y="213"/>
                </a:cubicBezTo>
                <a:cubicBezTo>
                  <a:pt x="354" y="213"/>
                  <a:pt x="354" y="213"/>
                  <a:pt x="354" y="213"/>
                </a:cubicBezTo>
                <a:lnTo>
                  <a:pt x="354" y="231"/>
                </a:lnTo>
                <a:close/>
                <a:moveTo>
                  <a:pt x="194" y="266"/>
                </a:moveTo>
                <a:lnTo>
                  <a:pt x="194" y="266"/>
                </a:lnTo>
                <a:lnTo>
                  <a:pt x="194" y="266"/>
                </a:lnTo>
                <a:cubicBezTo>
                  <a:pt x="177" y="266"/>
                  <a:pt x="168" y="266"/>
                  <a:pt x="159" y="275"/>
                </a:cubicBezTo>
                <a:cubicBezTo>
                  <a:pt x="159" y="284"/>
                  <a:pt x="150" y="293"/>
                  <a:pt x="150" y="301"/>
                </a:cubicBezTo>
                <a:cubicBezTo>
                  <a:pt x="150" y="319"/>
                  <a:pt x="168" y="328"/>
                  <a:pt x="194" y="328"/>
                </a:cubicBezTo>
                <a:cubicBezTo>
                  <a:pt x="221" y="319"/>
                  <a:pt x="230" y="310"/>
                  <a:pt x="230" y="293"/>
                </a:cubicBezTo>
                <a:cubicBezTo>
                  <a:pt x="230" y="275"/>
                  <a:pt x="212" y="266"/>
                  <a:pt x="194" y="266"/>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23" name="Freeform 79">
            <a:extLst>
              <a:ext uri="{FF2B5EF4-FFF2-40B4-BE49-F238E27FC236}">
                <a16:creationId xmlns:a16="http://schemas.microsoft.com/office/drawing/2014/main" id="{A9A3C077-6787-1952-8CFC-C1BAC2B6DD79}"/>
              </a:ext>
            </a:extLst>
          </p:cNvPr>
          <p:cNvSpPr>
            <a:spLocks noChangeArrowheads="1"/>
          </p:cNvSpPr>
          <p:nvPr/>
        </p:nvSpPr>
        <p:spPr bwMode="auto">
          <a:xfrm>
            <a:off x="9812533" y="1558591"/>
            <a:ext cx="461418" cy="455791"/>
          </a:xfrm>
          <a:custGeom>
            <a:avLst/>
            <a:gdLst>
              <a:gd name="T0" fmla="*/ 240 w 479"/>
              <a:gd name="T1" fmla="*/ 0 h 471"/>
              <a:gd name="T2" fmla="*/ 240 w 479"/>
              <a:gd name="T3" fmla="*/ 0 h 471"/>
              <a:gd name="T4" fmla="*/ 0 w 479"/>
              <a:gd name="T5" fmla="*/ 231 h 471"/>
              <a:gd name="T6" fmla="*/ 240 w 479"/>
              <a:gd name="T7" fmla="*/ 470 h 471"/>
              <a:gd name="T8" fmla="*/ 478 w 479"/>
              <a:gd name="T9" fmla="*/ 231 h 471"/>
              <a:gd name="T10" fmla="*/ 240 w 479"/>
              <a:gd name="T11" fmla="*/ 0 h 471"/>
              <a:gd name="T12" fmla="*/ 293 w 479"/>
              <a:gd name="T13" fmla="*/ 160 h 471"/>
              <a:gd name="T14" fmla="*/ 293 w 479"/>
              <a:gd name="T15" fmla="*/ 160 h 471"/>
              <a:gd name="T16" fmla="*/ 257 w 479"/>
              <a:gd name="T17" fmla="*/ 160 h 471"/>
              <a:gd name="T18" fmla="*/ 249 w 479"/>
              <a:gd name="T19" fmla="*/ 178 h 471"/>
              <a:gd name="T20" fmla="*/ 249 w 479"/>
              <a:gd name="T21" fmla="*/ 195 h 471"/>
              <a:gd name="T22" fmla="*/ 293 w 479"/>
              <a:gd name="T23" fmla="*/ 195 h 471"/>
              <a:gd name="T24" fmla="*/ 293 w 479"/>
              <a:gd name="T25" fmla="*/ 240 h 471"/>
              <a:gd name="T26" fmla="*/ 249 w 479"/>
              <a:gd name="T27" fmla="*/ 240 h 471"/>
              <a:gd name="T28" fmla="*/ 249 w 479"/>
              <a:gd name="T29" fmla="*/ 346 h 471"/>
              <a:gd name="T30" fmla="*/ 213 w 479"/>
              <a:gd name="T31" fmla="*/ 346 h 471"/>
              <a:gd name="T32" fmla="*/ 213 w 479"/>
              <a:gd name="T33" fmla="*/ 240 h 471"/>
              <a:gd name="T34" fmla="*/ 169 w 479"/>
              <a:gd name="T35" fmla="*/ 240 h 471"/>
              <a:gd name="T36" fmla="*/ 169 w 479"/>
              <a:gd name="T37" fmla="*/ 195 h 471"/>
              <a:gd name="T38" fmla="*/ 213 w 479"/>
              <a:gd name="T39" fmla="*/ 195 h 471"/>
              <a:gd name="T40" fmla="*/ 213 w 479"/>
              <a:gd name="T41" fmla="*/ 178 h 471"/>
              <a:gd name="T42" fmla="*/ 257 w 479"/>
              <a:gd name="T43" fmla="*/ 125 h 471"/>
              <a:gd name="T44" fmla="*/ 293 w 479"/>
              <a:gd name="T45" fmla="*/ 125 h 471"/>
              <a:gd name="T46" fmla="*/ 293 w 479"/>
              <a:gd name="T47" fmla="*/ 160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79" h="471">
                <a:moveTo>
                  <a:pt x="240" y="0"/>
                </a:moveTo>
                <a:lnTo>
                  <a:pt x="240" y="0"/>
                </a:lnTo>
                <a:cubicBezTo>
                  <a:pt x="106" y="0"/>
                  <a:pt x="0" y="107"/>
                  <a:pt x="0" y="231"/>
                </a:cubicBezTo>
                <a:cubicBezTo>
                  <a:pt x="0" y="363"/>
                  <a:pt x="106" y="470"/>
                  <a:pt x="240" y="470"/>
                </a:cubicBezTo>
                <a:cubicBezTo>
                  <a:pt x="372" y="470"/>
                  <a:pt x="478" y="363"/>
                  <a:pt x="478" y="231"/>
                </a:cubicBezTo>
                <a:cubicBezTo>
                  <a:pt x="478" y="107"/>
                  <a:pt x="372" y="0"/>
                  <a:pt x="240" y="0"/>
                </a:cubicBezTo>
                <a:close/>
                <a:moveTo>
                  <a:pt x="293" y="160"/>
                </a:moveTo>
                <a:lnTo>
                  <a:pt x="293" y="160"/>
                </a:lnTo>
                <a:cubicBezTo>
                  <a:pt x="257" y="160"/>
                  <a:pt x="257" y="160"/>
                  <a:pt x="257" y="160"/>
                </a:cubicBezTo>
                <a:cubicBezTo>
                  <a:pt x="257" y="160"/>
                  <a:pt x="249" y="169"/>
                  <a:pt x="249" y="178"/>
                </a:cubicBezTo>
                <a:cubicBezTo>
                  <a:pt x="249" y="195"/>
                  <a:pt x="249" y="195"/>
                  <a:pt x="249" y="195"/>
                </a:cubicBezTo>
                <a:cubicBezTo>
                  <a:pt x="293" y="195"/>
                  <a:pt x="293" y="195"/>
                  <a:pt x="293" y="195"/>
                </a:cubicBezTo>
                <a:cubicBezTo>
                  <a:pt x="293" y="240"/>
                  <a:pt x="293" y="240"/>
                  <a:pt x="293" y="240"/>
                </a:cubicBezTo>
                <a:cubicBezTo>
                  <a:pt x="249" y="240"/>
                  <a:pt x="249" y="240"/>
                  <a:pt x="249" y="240"/>
                </a:cubicBezTo>
                <a:cubicBezTo>
                  <a:pt x="249" y="346"/>
                  <a:pt x="249" y="346"/>
                  <a:pt x="249" y="346"/>
                </a:cubicBezTo>
                <a:cubicBezTo>
                  <a:pt x="213" y="346"/>
                  <a:pt x="213" y="346"/>
                  <a:pt x="213" y="346"/>
                </a:cubicBezTo>
                <a:cubicBezTo>
                  <a:pt x="213" y="240"/>
                  <a:pt x="213" y="240"/>
                  <a:pt x="213" y="240"/>
                </a:cubicBezTo>
                <a:cubicBezTo>
                  <a:pt x="169" y="240"/>
                  <a:pt x="169" y="240"/>
                  <a:pt x="169" y="240"/>
                </a:cubicBezTo>
                <a:cubicBezTo>
                  <a:pt x="169" y="195"/>
                  <a:pt x="169" y="195"/>
                  <a:pt x="169" y="195"/>
                </a:cubicBezTo>
                <a:cubicBezTo>
                  <a:pt x="213" y="195"/>
                  <a:pt x="213" y="195"/>
                  <a:pt x="213" y="195"/>
                </a:cubicBezTo>
                <a:cubicBezTo>
                  <a:pt x="213" y="178"/>
                  <a:pt x="213" y="178"/>
                  <a:pt x="213" y="178"/>
                </a:cubicBezTo>
                <a:cubicBezTo>
                  <a:pt x="213" y="151"/>
                  <a:pt x="230" y="125"/>
                  <a:pt x="257" y="125"/>
                </a:cubicBezTo>
                <a:cubicBezTo>
                  <a:pt x="293" y="125"/>
                  <a:pt x="293" y="125"/>
                  <a:pt x="293" y="125"/>
                </a:cubicBezTo>
                <a:lnTo>
                  <a:pt x="293" y="160"/>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24" name="Freeform 80">
            <a:extLst>
              <a:ext uri="{FF2B5EF4-FFF2-40B4-BE49-F238E27FC236}">
                <a16:creationId xmlns:a16="http://schemas.microsoft.com/office/drawing/2014/main" id="{AA445FDB-3FF8-1F60-B308-0A09C519E12B}"/>
              </a:ext>
            </a:extLst>
          </p:cNvPr>
          <p:cNvSpPr>
            <a:spLocks noChangeArrowheads="1"/>
          </p:cNvSpPr>
          <p:nvPr/>
        </p:nvSpPr>
        <p:spPr bwMode="auto">
          <a:xfrm>
            <a:off x="7935909" y="1605180"/>
            <a:ext cx="427655" cy="419214"/>
          </a:xfrm>
          <a:custGeom>
            <a:avLst/>
            <a:gdLst>
              <a:gd name="T0" fmla="*/ 221 w 444"/>
              <a:gd name="T1" fmla="*/ 0 h 435"/>
              <a:gd name="T2" fmla="*/ 221 w 444"/>
              <a:gd name="T3" fmla="*/ 0 h 435"/>
              <a:gd name="T4" fmla="*/ 0 w 444"/>
              <a:gd name="T5" fmla="*/ 212 h 435"/>
              <a:gd name="T6" fmla="*/ 62 w 444"/>
              <a:gd name="T7" fmla="*/ 363 h 435"/>
              <a:gd name="T8" fmla="*/ 195 w 444"/>
              <a:gd name="T9" fmla="*/ 309 h 435"/>
              <a:gd name="T10" fmla="*/ 346 w 444"/>
              <a:gd name="T11" fmla="*/ 398 h 435"/>
              <a:gd name="T12" fmla="*/ 443 w 444"/>
              <a:gd name="T13" fmla="*/ 212 h 435"/>
              <a:gd name="T14" fmla="*/ 221 w 444"/>
              <a:gd name="T15" fmla="*/ 0 h 435"/>
              <a:gd name="T16" fmla="*/ 328 w 444"/>
              <a:gd name="T17" fmla="*/ 292 h 435"/>
              <a:gd name="T18" fmla="*/ 328 w 444"/>
              <a:gd name="T19" fmla="*/ 292 h 435"/>
              <a:gd name="T20" fmla="*/ 311 w 444"/>
              <a:gd name="T21" fmla="*/ 301 h 435"/>
              <a:gd name="T22" fmla="*/ 124 w 444"/>
              <a:gd name="T23" fmla="*/ 274 h 435"/>
              <a:gd name="T24" fmla="*/ 107 w 444"/>
              <a:gd name="T25" fmla="*/ 265 h 435"/>
              <a:gd name="T26" fmla="*/ 115 w 444"/>
              <a:gd name="T27" fmla="*/ 248 h 435"/>
              <a:gd name="T28" fmla="*/ 328 w 444"/>
              <a:gd name="T29" fmla="*/ 274 h 435"/>
              <a:gd name="T30" fmla="*/ 328 w 444"/>
              <a:gd name="T31" fmla="*/ 292 h 435"/>
              <a:gd name="T32" fmla="*/ 355 w 444"/>
              <a:gd name="T33" fmla="*/ 230 h 435"/>
              <a:gd name="T34" fmla="*/ 355 w 444"/>
              <a:gd name="T35" fmla="*/ 230 h 435"/>
              <a:gd name="T36" fmla="*/ 337 w 444"/>
              <a:gd name="T37" fmla="*/ 239 h 435"/>
              <a:gd name="T38" fmla="*/ 115 w 444"/>
              <a:gd name="T39" fmla="*/ 212 h 435"/>
              <a:gd name="T40" fmla="*/ 98 w 444"/>
              <a:gd name="T41" fmla="*/ 203 h 435"/>
              <a:gd name="T42" fmla="*/ 107 w 444"/>
              <a:gd name="T43" fmla="*/ 177 h 435"/>
              <a:gd name="T44" fmla="*/ 346 w 444"/>
              <a:gd name="T45" fmla="*/ 212 h 435"/>
              <a:gd name="T46" fmla="*/ 355 w 444"/>
              <a:gd name="T47" fmla="*/ 230 h 435"/>
              <a:gd name="T48" fmla="*/ 355 w 444"/>
              <a:gd name="T49" fmla="*/ 168 h 435"/>
              <a:gd name="T50" fmla="*/ 355 w 444"/>
              <a:gd name="T51" fmla="*/ 168 h 435"/>
              <a:gd name="T52" fmla="*/ 107 w 444"/>
              <a:gd name="T53" fmla="*/ 141 h 435"/>
              <a:gd name="T54" fmla="*/ 80 w 444"/>
              <a:gd name="T55" fmla="*/ 132 h 435"/>
              <a:gd name="T56" fmla="*/ 98 w 444"/>
              <a:gd name="T57" fmla="*/ 106 h 435"/>
              <a:gd name="T58" fmla="*/ 381 w 444"/>
              <a:gd name="T59" fmla="*/ 132 h 435"/>
              <a:gd name="T60" fmla="*/ 381 w 444"/>
              <a:gd name="T61" fmla="*/ 159 h 435"/>
              <a:gd name="T62" fmla="*/ 355 w 444"/>
              <a:gd name="T63" fmla="*/ 168 h 435"/>
              <a:gd name="T64" fmla="*/ 195 w 444"/>
              <a:gd name="T65" fmla="*/ 372 h 435"/>
              <a:gd name="T66" fmla="*/ 195 w 444"/>
              <a:gd name="T67" fmla="*/ 372 h 435"/>
              <a:gd name="T68" fmla="*/ 115 w 444"/>
              <a:gd name="T69" fmla="*/ 407 h 435"/>
              <a:gd name="T70" fmla="*/ 221 w 444"/>
              <a:gd name="T71" fmla="*/ 434 h 435"/>
              <a:gd name="T72" fmla="*/ 274 w 444"/>
              <a:gd name="T73" fmla="*/ 425 h 435"/>
              <a:gd name="T74" fmla="*/ 195 w 444"/>
              <a:gd name="T75" fmla="*/ 372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44" h="435">
                <a:moveTo>
                  <a:pt x="221" y="0"/>
                </a:moveTo>
                <a:lnTo>
                  <a:pt x="221" y="0"/>
                </a:lnTo>
                <a:cubicBezTo>
                  <a:pt x="98" y="0"/>
                  <a:pt x="0" y="97"/>
                  <a:pt x="0" y="212"/>
                </a:cubicBezTo>
                <a:cubicBezTo>
                  <a:pt x="0" y="274"/>
                  <a:pt x="27" y="319"/>
                  <a:pt x="62" y="363"/>
                </a:cubicBezTo>
                <a:cubicBezTo>
                  <a:pt x="89" y="328"/>
                  <a:pt x="142" y="309"/>
                  <a:pt x="195" y="309"/>
                </a:cubicBezTo>
                <a:cubicBezTo>
                  <a:pt x="258" y="309"/>
                  <a:pt x="319" y="345"/>
                  <a:pt x="346" y="398"/>
                </a:cubicBezTo>
                <a:cubicBezTo>
                  <a:pt x="408" y="354"/>
                  <a:pt x="443" y="292"/>
                  <a:pt x="443" y="212"/>
                </a:cubicBezTo>
                <a:cubicBezTo>
                  <a:pt x="443" y="97"/>
                  <a:pt x="346" y="0"/>
                  <a:pt x="221" y="0"/>
                </a:cubicBezTo>
                <a:close/>
                <a:moveTo>
                  <a:pt x="328" y="292"/>
                </a:moveTo>
                <a:lnTo>
                  <a:pt x="328" y="292"/>
                </a:lnTo>
                <a:cubicBezTo>
                  <a:pt x="328" y="301"/>
                  <a:pt x="319" y="301"/>
                  <a:pt x="311" y="301"/>
                </a:cubicBezTo>
                <a:cubicBezTo>
                  <a:pt x="258" y="265"/>
                  <a:pt x="195" y="256"/>
                  <a:pt x="124" y="274"/>
                </a:cubicBezTo>
                <a:cubicBezTo>
                  <a:pt x="115" y="284"/>
                  <a:pt x="107" y="274"/>
                  <a:pt x="107" y="265"/>
                </a:cubicBezTo>
                <a:cubicBezTo>
                  <a:pt x="107" y="256"/>
                  <a:pt x="107" y="256"/>
                  <a:pt x="115" y="248"/>
                </a:cubicBezTo>
                <a:cubicBezTo>
                  <a:pt x="195" y="230"/>
                  <a:pt x="266" y="239"/>
                  <a:pt x="328" y="274"/>
                </a:cubicBezTo>
                <a:cubicBezTo>
                  <a:pt x="328" y="284"/>
                  <a:pt x="337" y="284"/>
                  <a:pt x="328" y="292"/>
                </a:cubicBezTo>
                <a:close/>
                <a:moveTo>
                  <a:pt x="355" y="230"/>
                </a:moveTo>
                <a:lnTo>
                  <a:pt x="355" y="230"/>
                </a:lnTo>
                <a:cubicBezTo>
                  <a:pt x="355" y="239"/>
                  <a:pt x="337" y="239"/>
                  <a:pt x="337" y="239"/>
                </a:cubicBezTo>
                <a:cubicBezTo>
                  <a:pt x="274" y="203"/>
                  <a:pt x="186" y="194"/>
                  <a:pt x="115" y="212"/>
                </a:cubicBezTo>
                <a:cubicBezTo>
                  <a:pt x="107" y="212"/>
                  <a:pt x="98" y="212"/>
                  <a:pt x="98" y="203"/>
                </a:cubicBezTo>
                <a:cubicBezTo>
                  <a:pt x="98" y="194"/>
                  <a:pt x="98" y="186"/>
                  <a:pt x="107" y="177"/>
                </a:cubicBezTo>
                <a:cubicBezTo>
                  <a:pt x="186" y="159"/>
                  <a:pt x="283" y="168"/>
                  <a:pt x="346" y="212"/>
                </a:cubicBezTo>
                <a:cubicBezTo>
                  <a:pt x="355" y="212"/>
                  <a:pt x="364" y="221"/>
                  <a:pt x="355" y="230"/>
                </a:cubicBezTo>
                <a:close/>
                <a:moveTo>
                  <a:pt x="355" y="168"/>
                </a:moveTo>
                <a:lnTo>
                  <a:pt x="355" y="168"/>
                </a:lnTo>
                <a:cubicBezTo>
                  <a:pt x="293" y="124"/>
                  <a:pt x="177" y="124"/>
                  <a:pt x="107" y="141"/>
                </a:cubicBezTo>
                <a:cubicBezTo>
                  <a:pt x="98" y="150"/>
                  <a:pt x="89" y="141"/>
                  <a:pt x="80" y="132"/>
                </a:cubicBezTo>
                <a:cubicBezTo>
                  <a:pt x="80" y="115"/>
                  <a:pt x="89" y="106"/>
                  <a:pt x="98" y="106"/>
                </a:cubicBezTo>
                <a:cubicBezTo>
                  <a:pt x="168" y="79"/>
                  <a:pt x="302" y="88"/>
                  <a:pt x="381" y="132"/>
                </a:cubicBezTo>
                <a:cubicBezTo>
                  <a:pt x="390" y="141"/>
                  <a:pt x="390" y="150"/>
                  <a:pt x="381" y="159"/>
                </a:cubicBezTo>
                <a:cubicBezTo>
                  <a:pt x="381" y="168"/>
                  <a:pt x="364" y="177"/>
                  <a:pt x="355" y="168"/>
                </a:cubicBezTo>
                <a:close/>
                <a:moveTo>
                  <a:pt x="195" y="372"/>
                </a:moveTo>
                <a:lnTo>
                  <a:pt x="195" y="372"/>
                </a:lnTo>
                <a:cubicBezTo>
                  <a:pt x="160" y="372"/>
                  <a:pt x="133" y="381"/>
                  <a:pt x="115" y="407"/>
                </a:cubicBezTo>
                <a:cubicBezTo>
                  <a:pt x="151" y="425"/>
                  <a:pt x="186" y="434"/>
                  <a:pt x="221" y="434"/>
                </a:cubicBezTo>
                <a:cubicBezTo>
                  <a:pt x="239" y="434"/>
                  <a:pt x="258" y="434"/>
                  <a:pt x="274" y="425"/>
                </a:cubicBezTo>
                <a:cubicBezTo>
                  <a:pt x="258" y="390"/>
                  <a:pt x="230" y="372"/>
                  <a:pt x="195" y="372"/>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26" name="Freeform 82">
            <a:extLst>
              <a:ext uri="{FF2B5EF4-FFF2-40B4-BE49-F238E27FC236}">
                <a16:creationId xmlns:a16="http://schemas.microsoft.com/office/drawing/2014/main" id="{47B40A7E-CF68-0E1E-8265-336D9F97E695}"/>
              </a:ext>
            </a:extLst>
          </p:cNvPr>
          <p:cNvSpPr>
            <a:spLocks noChangeArrowheads="1"/>
          </p:cNvSpPr>
          <p:nvPr/>
        </p:nvSpPr>
        <p:spPr bwMode="auto">
          <a:xfrm>
            <a:off x="8884071" y="3483041"/>
            <a:ext cx="410774" cy="419216"/>
          </a:xfrm>
          <a:custGeom>
            <a:avLst/>
            <a:gdLst>
              <a:gd name="T0" fmla="*/ 380 w 426"/>
              <a:gd name="T1" fmla="*/ 89 h 435"/>
              <a:gd name="T2" fmla="*/ 380 w 426"/>
              <a:gd name="T3" fmla="*/ 89 h 435"/>
              <a:gd name="T4" fmla="*/ 389 w 426"/>
              <a:gd name="T5" fmla="*/ 133 h 435"/>
              <a:gd name="T6" fmla="*/ 336 w 426"/>
              <a:gd name="T7" fmla="*/ 239 h 435"/>
              <a:gd name="T8" fmla="*/ 185 w 426"/>
              <a:gd name="T9" fmla="*/ 284 h 435"/>
              <a:gd name="T10" fmla="*/ 167 w 426"/>
              <a:gd name="T11" fmla="*/ 284 h 435"/>
              <a:gd name="T12" fmla="*/ 141 w 426"/>
              <a:gd name="T13" fmla="*/ 301 h 435"/>
              <a:gd name="T14" fmla="*/ 123 w 426"/>
              <a:gd name="T15" fmla="*/ 381 h 435"/>
              <a:gd name="T16" fmla="*/ 106 w 426"/>
              <a:gd name="T17" fmla="*/ 399 h 435"/>
              <a:gd name="T18" fmla="*/ 70 w 426"/>
              <a:gd name="T19" fmla="*/ 399 h 435"/>
              <a:gd name="T20" fmla="*/ 61 w 426"/>
              <a:gd name="T21" fmla="*/ 408 h 435"/>
              <a:gd name="T22" fmla="*/ 79 w 426"/>
              <a:gd name="T23" fmla="*/ 434 h 435"/>
              <a:gd name="T24" fmla="*/ 132 w 426"/>
              <a:gd name="T25" fmla="*/ 434 h 435"/>
              <a:gd name="T26" fmla="*/ 159 w 426"/>
              <a:gd name="T27" fmla="*/ 408 h 435"/>
              <a:gd name="T28" fmla="*/ 176 w 426"/>
              <a:gd name="T29" fmla="*/ 328 h 435"/>
              <a:gd name="T30" fmla="*/ 203 w 426"/>
              <a:gd name="T31" fmla="*/ 310 h 435"/>
              <a:gd name="T32" fmla="*/ 220 w 426"/>
              <a:gd name="T33" fmla="*/ 310 h 435"/>
              <a:gd name="T34" fmla="*/ 372 w 426"/>
              <a:gd name="T35" fmla="*/ 275 h 435"/>
              <a:gd name="T36" fmla="*/ 425 w 426"/>
              <a:gd name="T37" fmla="*/ 168 h 435"/>
              <a:gd name="T38" fmla="*/ 416 w 426"/>
              <a:gd name="T39" fmla="*/ 124 h 435"/>
              <a:gd name="T40" fmla="*/ 389 w 426"/>
              <a:gd name="T41" fmla="*/ 89 h 435"/>
              <a:gd name="T42" fmla="*/ 380 w 426"/>
              <a:gd name="T43" fmla="*/ 89 h 435"/>
              <a:gd name="T44" fmla="*/ 97 w 426"/>
              <a:gd name="T45" fmla="*/ 346 h 435"/>
              <a:gd name="T46" fmla="*/ 97 w 426"/>
              <a:gd name="T47" fmla="*/ 346 h 435"/>
              <a:gd name="T48" fmla="*/ 114 w 426"/>
              <a:gd name="T49" fmla="*/ 266 h 435"/>
              <a:gd name="T50" fmla="*/ 141 w 426"/>
              <a:gd name="T51" fmla="*/ 248 h 435"/>
              <a:gd name="T52" fmla="*/ 150 w 426"/>
              <a:gd name="T53" fmla="*/ 248 h 435"/>
              <a:gd name="T54" fmla="*/ 301 w 426"/>
              <a:gd name="T55" fmla="*/ 203 h 435"/>
              <a:gd name="T56" fmla="*/ 363 w 426"/>
              <a:gd name="T57" fmla="*/ 106 h 435"/>
              <a:gd name="T58" fmla="*/ 345 w 426"/>
              <a:gd name="T59" fmla="*/ 53 h 435"/>
              <a:gd name="T60" fmla="*/ 318 w 426"/>
              <a:gd name="T61" fmla="*/ 27 h 435"/>
              <a:gd name="T62" fmla="*/ 273 w 426"/>
              <a:gd name="T63" fmla="*/ 9 h 435"/>
              <a:gd name="T64" fmla="*/ 212 w 426"/>
              <a:gd name="T65" fmla="*/ 0 h 435"/>
              <a:gd name="T66" fmla="*/ 97 w 426"/>
              <a:gd name="T67" fmla="*/ 0 h 435"/>
              <a:gd name="T68" fmla="*/ 70 w 426"/>
              <a:gd name="T69" fmla="*/ 27 h 435"/>
              <a:gd name="T70" fmla="*/ 0 w 426"/>
              <a:gd name="T71" fmla="*/ 346 h 435"/>
              <a:gd name="T72" fmla="*/ 17 w 426"/>
              <a:gd name="T73" fmla="*/ 363 h 435"/>
              <a:gd name="T74" fmla="*/ 70 w 426"/>
              <a:gd name="T75" fmla="*/ 363 h 435"/>
              <a:gd name="T76" fmla="*/ 97 w 426"/>
              <a:gd name="T77" fmla="*/ 346 h 435"/>
              <a:gd name="T78" fmla="*/ 141 w 426"/>
              <a:gd name="T79" fmla="*/ 159 h 435"/>
              <a:gd name="T80" fmla="*/ 141 w 426"/>
              <a:gd name="T81" fmla="*/ 159 h 435"/>
              <a:gd name="T82" fmla="*/ 150 w 426"/>
              <a:gd name="T83" fmla="*/ 89 h 435"/>
              <a:gd name="T84" fmla="*/ 176 w 426"/>
              <a:gd name="T85" fmla="*/ 71 h 435"/>
              <a:gd name="T86" fmla="*/ 194 w 426"/>
              <a:gd name="T87" fmla="*/ 71 h 435"/>
              <a:gd name="T88" fmla="*/ 238 w 426"/>
              <a:gd name="T89" fmla="*/ 80 h 435"/>
              <a:gd name="T90" fmla="*/ 257 w 426"/>
              <a:gd name="T91" fmla="*/ 115 h 435"/>
              <a:gd name="T92" fmla="*/ 229 w 426"/>
              <a:gd name="T93" fmla="*/ 159 h 435"/>
              <a:gd name="T94" fmla="*/ 167 w 426"/>
              <a:gd name="T95" fmla="*/ 178 h 435"/>
              <a:gd name="T96" fmla="*/ 150 w 426"/>
              <a:gd name="T97" fmla="*/ 178 h 435"/>
              <a:gd name="T98" fmla="*/ 141 w 426"/>
              <a:gd name="T99" fmla="*/ 159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26" h="435">
                <a:moveTo>
                  <a:pt x="380" y="89"/>
                </a:moveTo>
                <a:lnTo>
                  <a:pt x="380" y="89"/>
                </a:lnTo>
                <a:cubicBezTo>
                  <a:pt x="389" y="97"/>
                  <a:pt x="389" y="115"/>
                  <a:pt x="389" y="133"/>
                </a:cubicBezTo>
                <a:cubicBezTo>
                  <a:pt x="389" y="178"/>
                  <a:pt x="372" y="213"/>
                  <a:pt x="336" y="239"/>
                </a:cubicBezTo>
                <a:cubicBezTo>
                  <a:pt x="301" y="266"/>
                  <a:pt x="248" y="284"/>
                  <a:pt x="185" y="284"/>
                </a:cubicBezTo>
                <a:cubicBezTo>
                  <a:pt x="167" y="284"/>
                  <a:pt x="167" y="284"/>
                  <a:pt x="167" y="284"/>
                </a:cubicBezTo>
                <a:cubicBezTo>
                  <a:pt x="159" y="284"/>
                  <a:pt x="150" y="293"/>
                  <a:pt x="141" y="301"/>
                </a:cubicBezTo>
                <a:cubicBezTo>
                  <a:pt x="123" y="381"/>
                  <a:pt x="123" y="381"/>
                  <a:pt x="123" y="381"/>
                </a:cubicBezTo>
                <a:cubicBezTo>
                  <a:pt x="123" y="390"/>
                  <a:pt x="114" y="399"/>
                  <a:pt x="106" y="399"/>
                </a:cubicBezTo>
                <a:cubicBezTo>
                  <a:pt x="70" y="399"/>
                  <a:pt x="70" y="399"/>
                  <a:pt x="70" y="399"/>
                </a:cubicBezTo>
                <a:cubicBezTo>
                  <a:pt x="61" y="408"/>
                  <a:pt x="61" y="408"/>
                  <a:pt x="61" y="408"/>
                </a:cubicBezTo>
                <a:cubicBezTo>
                  <a:pt x="61" y="416"/>
                  <a:pt x="70" y="434"/>
                  <a:pt x="79" y="434"/>
                </a:cubicBezTo>
                <a:cubicBezTo>
                  <a:pt x="132" y="434"/>
                  <a:pt x="132" y="434"/>
                  <a:pt x="132" y="434"/>
                </a:cubicBezTo>
                <a:cubicBezTo>
                  <a:pt x="150" y="434"/>
                  <a:pt x="159" y="416"/>
                  <a:pt x="159" y="408"/>
                </a:cubicBezTo>
                <a:cubicBezTo>
                  <a:pt x="176" y="328"/>
                  <a:pt x="176" y="328"/>
                  <a:pt x="176" y="328"/>
                </a:cubicBezTo>
                <a:cubicBezTo>
                  <a:pt x="185" y="319"/>
                  <a:pt x="194" y="310"/>
                  <a:pt x="203" y="310"/>
                </a:cubicBezTo>
                <a:cubicBezTo>
                  <a:pt x="220" y="310"/>
                  <a:pt x="220" y="310"/>
                  <a:pt x="220" y="310"/>
                </a:cubicBezTo>
                <a:cubicBezTo>
                  <a:pt x="283" y="310"/>
                  <a:pt x="336" y="301"/>
                  <a:pt x="372" y="275"/>
                </a:cubicBezTo>
                <a:cubicBezTo>
                  <a:pt x="407" y="248"/>
                  <a:pt x="425" y="213"/>
                  <a:pt x="425" y="168"/>
                </a:cubicBezTo>
                <a:cubicBezTo>
                  <a:pt x="425" y="150"/>
                  <a:pt x="425" y="133"/>
                  <a:pt x="416" y="124"/>
                </a:cubicBezTo>
                <a:cubicBezTo>
                  <a:pt x="407" y="106"/>
                  <a:pt x="398" y="97"/>
                  <a:pt x="389" y="89"/>
                </a:cubicBezTo>
                <a:cubicBezTo>
                  <a:pt x="380" y="89"/>
                  <a:pt x="380" y="89"/>
                  <a:pt x="380" y="89"/>
                </a:cubicBezTo>
                <a:close/>
                <a:moveTo>
                  <a:pt x="97" y="346"/>
                </a:moveTo>
                <a:lnTo>
                  <a:pt x="97" y="346"/>
                </a:lnTo>
                <a:cubicBezTo>
                  <a:pt x="114" y="266"/>
                  <a:pt x="114" y="266"/>
                  <a:pt x="114" y="266"/>
                </a:cubicBezTo>
                <a:cubicBezTo>
                  <a:pt x="114" y="257"/>
                  <a:pt x="123" y="248"/>
                  <a:pt x="141" y="248"/>
                </a:cubicBezTo>
                <a:cubicBezTo>
                  <a:pt x="150" y="248"/>
                  <a:pt x="150" y="248"/>
                  <a:pt x="150" y="248"/>
                </a:cubicBezTo>
                <a:cubicBezTo>
                  <a:pt x="220" y="248"/>
                  <a:pt x="265" y="231"/>
                  <a:pt x="301" y="203"/>
                </a:cubicBezTo>
                <a:cubicBezTo>
                  <a:pt x="345" y="178"/>
                  <a:pt x="363" y="142"/>
                  <a:pt x="363" y="106"/>
                </a:cubicBezTo>
                <a:cubicBezTo>
                  <a:pt x="363" y="80"/>
                  <a:pt x="354" y="71"/>
                  <a:pt x="345" y="53"/>
                </a:cubicBezTo>
                <a:cubicBezTo>
                  <a:pt x="345" y="44"/>
                  <a:pt x="336" y="36"/>
                  <a:pt x="318" y="27"/>
                </a:cubicBezTo>
                <a:cubicBezTo>
                  <a:pt x="310" y="18"/>
                  <a:pt x="292" y="9"/>
                  <a:pt x="273" y="9"/>
                </a:cubicBezTo>
                <a:cubicBezTo>
                  <a:pt x="257" y="9"/>
                  <a:pt x="238" y="0"/>
                  <a:pt x="212" y="0"/>
                </a:cubicBezTo>
                <a:cubicBezTo>
                  <a:pt x="97" y="0"/>
                  <a:pt x="97" y="0"/>
                  <a:pt x="97" y="0"/>
                </a:cubicBezTo>
                <a:cubicBezTo>
                  <a:pt x="88" y="0"/>
                  <a:pt x="79" y="9"/>
                  <a:pt x="70" y="27"/>
                </a:cubicBezTo>
                <a:cubicBezTo>
                  <a:pt x="0" y="346"/>
                  <a:pt x="0" y="346"/>
                  <a:pt x="0" y="346"/>
                </a:cubicBezTo>
                <a:cubicBezTo>
                  <a:pt x="0" y="354"/>
                  <a:pt x="0" y="363"/>
                  <a:pt x="17" y="363"/>
                </a:cubicBezTo>
                <a:cubicBezTo>
                  <a:pt x="70" y="363"/>
                  <a:pt x="70" y="363"/>
                  <a:pt x="70" y="363"/>
                </a:cubicBezTo>
                <a:cubicBezTo>
                  <a:pt x="79" y="363"/>
                  <a:pt x="88" y="354"/>
                  <a:pt x="97" y="346"/>
                </a:cubicBezTo>
                <a:close/>
                <a:moveTo>
                  <a:pt x="141" y="159"/>
                </a:moveTo>
                <a:lnTo>
                  <a:pt x="141" y="159"/>
                </a:lnTo>
                <a:cubicBezTo>
                  <a:pt x="150" y="89"/>
                  <a:pt x="150" y="89"/>
                  <a:pt x="150" y="89"/>
                </a:cubicBezTo>
                <a:cubicBezTo>
                  <a:pt x="159" y="80"/>
                  <a:pt x="167" y="71"/>
                  <a:pt x="176" y="71"/>
                </a:cubicBezTo>
                <a:cubicBezTo>
                  <a:pt x="194" y="71"/>
                  <a:pt x="194" y="71"/>
                  <a:pt x="194" y="71"/>
                </a:cubicBezTo>
                <a:cubicBezTo>
                  <a:pt x="220" y="71"/>
                  <a:pt x="229" y="71"/>
                  <a:pt x="238" y="80"/>
                </a:cubicBezTo>
                <a:cubicBezTo>
                  <a:pt x="257" y="89"/>
                  <a:pt x="257" y="97"/>
                  <a:pt x="257" y="115"/>
                </a:cubicBezTo>
                <a:cubicBezTo>
                  <a:pt x="257" y="133"/>
                  <a:pt x="248" y="150"/>
                  <a:pt x="229" y="159"/>
                </a:cubicBezTo>
                <a:cubicBezTo>
                  <a:pt x="220" y="168"/>
                  <a:pt x="194" y="178"/>
                  <a:pt x="167" y="178"/>
                </a:cubicBezTo>
                <a:cubicBezTo>
                  <a:pt x="150" y="178"/>
                  <a:pt x="150" y="178"/>
                  <a:pt x="150" y="178"/>
                </a:cubicBezTo>
                <a:cubicBezTo>
                  <a:pt x="141" y="178"/>
                  <a:pt x="132" y="168"/>
                  <a:pt x="141" y="159"/>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27" name="Freeform 83">
            <a:extLst>
              <a:ext uri="{FF2B5EF4-FFF2-40B4-BE49-F238E27FC236}">
                <a16:creationId xmlns:a16="http://schemas.microsoft.com/office/drawing/2014/main" id="{150B181F-F6D9-52C1-8275-54DCF3FFA8BD}"/>
              </a:ext>
            </a:extLst>
          </p:cNvPr>
          <p:cNvSpPr>
            <a:spLocks noChangeArrowheads="1"/>
          </p:cNvSpPr>
          <p:nvPr/>
        </p:nvSpPr>
        <p:spPr bwMode="auto">
          <a:xfrm>
            <a:off x="10755062" y="3584327"/>
            <a:ext cx="478299" cy="216642"/>
          </a:xfrm>
          <a:custGeom>
            <a:avLst/>
            <a:gdLst>
              <a:gd name="T0" fmla="*/ 17 w 497"/>
              <a:gd name="T1" fmla="*/ 195 h 223"/>
              <a:gd name="T2" fmla="*/ 17 w 497"/>
              <a:gd name="T3" fmla="*/ 195 h 223"/>
              <a:gd name="T4" fmla="*/ 26 w 497"/>
              <a:gd name="T5" fmla="*/ 160 h 223"/>
              <a:gd name="T6" fmla="*/ 17 w 497"/>
              <a:gd name="T7" fmla="*/ 125 h 223"/>
              <a:gd name="T8" fmla="*/ 9 w 497"/>
              <a:gd name="T9" fmla="*/ 125 h 223"/>
              <a:gd name="T10" fmla="*/ 9 w 497"/>
              <a:gd name="T11" fmla="*/ 125 h 223"/>
              <a:gd name="T12" fmla="*/ 0 w 497"/>
              <a:gd name="T13" fmla="*/ 160 h 223"/>
              <a:gd name="T14" fmla="*/ 9 w 497"/>
              <a:gd name="T15" fmla="*/ 195 h 223"/>
              <a:gd name="T16" fmla="*/ 9 w 497"/>
              <a:gd name="T17" fmla="*/ 195 h 223"/>
              <a:gd name="T18" fmla="*/ 17 w 497"/>
              <a:gd name="T19" fmla="*/ 195 h 223"/>
              <a:gd name="T20" fmla="*/ 70 w 497"/>
              <a:gd name="T21" fmla="*/ 213 h 223"/>
              <a:gd name="T22" fmla="*/ 70 w 497"/>
              <a:gd name="T23" fmla="*/ 213 h 223"/>
              <a:gd name="T24" fmla="*/ 70 w 497"/>
              <a:gd name="T25" fmla="*/ 160 h 223"/>
              <a:gd name="T26" fmla="*/ 70 w 497"/>
              <a:gd name="T27" fmla="*/ 80 h 223"/>
              <a:gd name="T28" fmla="*/ 62 w 497"/>
              <a:gd name="T29" fmla="*/ 72 h 223"/>
              <a:gd name="T30" fmla="*/ 53 w 497"/>
              <a:gd name="T31" fmla="*/ 80 h 223"/>
              <a:gd name="T32" fmla="*/ 53 w 497"/>
              <a:gd name="T33" fmla="*/ 160 h 223"/>
              <a:gd name="T34" fmla="*/ 53 w 497"/>
              <a:gd name="T35" fmla="*/ 213 h 223"/>
              <a:gd name="T36" fmla="*/ 62 w 497"/>
              <a:gd name="T37" fmla="*/ 222 h 223"/>
              <a:gd name="T38" fmla="*/ 70 w 497"/>
              <a:gd name="T39" fmla="*/ 213 h 223"/>
              <a:gd name="T40" fmla="*/ 115 w 497"/>
              <a:gd name="T41" fmla="*/ 213 h 223"/>
              <a:gd name="T42" fmla="*/ 115 w 497"/>
              <a:gd name="T43" fmla="*/ 213 h 223"/>
              <a:gd name="T44" fmla="*/ 123 w 497"/>
              <a:gd name="T45" fmla="*/ 160 h 223"/>
              <a:gd name="T46" fmla="*/ 115 w 497"/>
              <a:gd name="T47" fmla="*/ 53 h 223"/>
              <a:gd name="T48" fmla="*/ 115 w 497"/>
              <a:gd name="T49" fmla="*/ 44 h 223"/>
              <a:gd name="T50" fmla="*/ 107 w 497"/>
              <a:gd name="T51" fmla="*/ 53 h 223"/>
              <a:gd name="T52" fmla="*/ 97 w 497"/>
              <a:gd name="T53" fmla="*/ 160 h 223"/>
              <a:gd name="T54" fmla="*/ 107 w 497"/>
              <a:gd name="T55" fmla="*/ 213 h 223"/>
              <a:gd name="T56" fmla="*/ 115 w 497"/>
              <a:gd name="T57" fmla="*/ 222 h 223"/>
              <a:gd name="T58" fmla="*/ 115 w 497"/>
              <a:gd name="T59" fmla="*/ 213 h 223"/>
              <a:gd name="T60" fmla="*/ 168 w 497"/>
              <a:gd name="T61" fmla="*/ 213 h 223"/>
              <a:gd name="T62" fmla="*/ 168 w 497"/>
              <a:gd name="T63" fmla="*/ 213 h 223"/>
              <a:gd name="T64" fmla="*/ 177 w 497"/>
              <a:gd name="T65" fmla="*/ 160 h 223"/>
              <a:gd name="T66" fmla="*/ 168 w 497"/>
              <a:gd name="T67" fmla="*/ 53 h 223"/>
              <a:gd name="T68" fmla="*/ 160 w 497"/>
              <a:gd name="T69" fmla="*/ 44 h 223"/>
              <a:gd name="T70" fmla="*/ 151 w 497"/>
              <a:gd name="T71" fmla="*/ 53 h 223"/>
              <a:gd name="T72" fmla="*/ 151 w 497"/>
              <a:gd name="T73" fmla="*/ 160 h 223"/>
              <a:gd name="T74" fmla="*/ 151 w 497"/>
              <a:gd name="T75" fmla="*/ 213 h 223"/>
              <a:gd name="T76" fmla="*/ 160 w 497"/>
              <a:gd name="T77" fmla="*/ 222 h 223"/>
              <a:gd name="T78" fmla="*/ 168 w 497"/>
              <a:gd name="T79" fmla="*/ 213 h 223"/>
              <a:gd name="T80" fmla="*/ 221 w 497"/>
              <a:gd name="T81" fmla="*/ 213 h 223"/>
              <a:gd name="T82" fmla="*/ 221 w 497"/>
              <a:gd name="T83" fmla="*/ 213 h 223"/>
              <a:gd name="T84" fmla="*/ 221 w 497"/>
              <a:gd name="T85" fmla="*/ 160 h 223"/>
              <a:gd name="T86" fmla="*/ 221 w 497"/>
              <a:gd name="T87" fmla="*/ 36 h 223"/>
              <a:gd name="T88" fmla="*/ 213 w 497"/>
              <a:gd name="T89" fmla="*/ 27 h 223"/>
              <a:gd name="T90" fmla="*/ 204 w 497"/>
              <a:gd name="T91" fmla="*/ 36 h 223"/>
              <a:gd name="T92" fmla="*/ 195 w 497"/>
              <a:gd name="T93" fmla="*/ 160 h 223"/>
              <a:gd name="T94" fmla="*/ 204 w 497"/>
              <a:gd name="T95" fmla="*/ 213 h 223"/>
              <a:gd name="T96" fmla="*/ 213 w 497"/>
              <a:gd name="T97" fmla="*/ 222 h 223"/>
              <a:gd name="T98" fmla="*/ 221 w 497"/>
              <a:gd name="T99" fmla="*/ 213 h 223"/>
              <a:gd name="T100" fmla="*/ 257 w 497"/>
              <a:gd name="T101" fmla="*/ 222 h 223"/>
              <a:gd name="T102" fmla="*/ 257 w 497"/>
              <a:gd name="T103" fmla="*/ 222 h 223"/>
              <a:gd name="T104" fmla="*/ 434 w 497"/>
              <a:gd name="T105" fmla="*/ 222 h 223"/>
              <a:gd name="T106" fmla="*/ 496 w 497"/>
              <a:gd name="T107" fmla="*/ 160 h 223"/>
              <a:gd name="T108" fmla="*/ 434 w 497"/>
              <a:gd name="T109" fmla="*/ 97 h 223"/>
              <a:gd name="T110" fmla="*/ 407 w 497"/>
              <a:gd name="T111" fmla="*/ 97 h 223"/>
              <a:gd name="T112" fmla="*/ 292 w 497"/>
              <a:gd name="T113" fmla="*/ 0 h 223"/>
              <a:gd name="T114" fmla="*/ 257 w 497"/>
              <a:gd name="T115" fmla="*/ 9 h 223"/>
              <a:gd name="T116" fmla="*/ 248 w 497"/>
              <a:gd name="T117" fmla="*/ 18 h 223"/>
              <a:gd name="T118" fmla="*/ 248 w 497"/>
              <a:gd name="T119" fmla="*/ 213 h 223"/>
              <a:gd name="T120" fmla="*/ 257 w 497"/>
              <a:gd name="T121" fmla="*/ 222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7" h="223">
                <a:moveTo>
                  <a:pt x="17" y="195"/>
                </a:moveTo>
                <a:lnTo>
                  <a:pt x="17" y="195"/>
                </a:lnTo>
                <a:cubicBezTo>
                  <a:pt x="26" y="160"/>
                  <a:pt x="26" y="160"/>
                  <a:pt x="26" y="160"/>
                </a:cubicBezTo>
                <a:cubicBezTo>
                  <a:pt x="17" y="125"/>
                  <a:pt x="17" y="125"/>
                  <a:pt x="17" y="125"/>
                </a:cubicBezTo>
                <a:cubicBezTo>
                  <a:pt x="17" y="125"/>
                  <a:pt x="17" y="125"/>
                  <a:pt x="9" y="125"/>
                </a:cubicBezTo>
                <a:lnTo>
                  <a:pt x="9" y="125"/>
                </a:lnTo>
                <a:cubicBezTo>
                  <a:pt x="0" y="160"/>
                  <a:pt x="0" y="160"/>
                  <a:pt x="0" y="160"/>
                </a:cubicBezTo>
                <a:cubicBezTo>
                  <a:pt x="9" y="195"/>
                  <a:pt x="9" y="195"/>
                  <a:pt x="9" y="195"/>
                </a:cubicBezTo>
                <a:lnTo>
                  <a:pt x="9" y="195"/>
                </a:lnTo>
                <a:cubicBezTo>
                  <a:pt x="17" y="195"/>
                  <a:pt x="17" y="195"/>
                  <a:pt x="17" y="195"/>
                </a:cubicBezTo>
                <a:close/>
                <a:moveTo>
                  <a:pt x="70" y="213"/>
                </a:moveTo>
                <a:lnTo>
                  <a:pt x="70" y="213"/>
                </a:lnTo>
                <a:cubicBezTo>
                  <a:pt x="70" y="160"/>
                  <a:pt x="70" y="160"/>
                  <a:pt x="70" y="160"/>
                </a:cubicBezTo>
                <a:cubicBezTo>
                  <a:pt x="70" y="80"/>
                  <a:pt x="70" y="80"/>
                  <a:pt x="70" y="80"/>
                </a:cubicBezTo>
                <a:lnTo>
                  <a:pt x="62" y="72"/>
                </a:lnTo>
                <a:lnTo>
                  <a:pt x="53" y="80"/>
                </a:lnTo>
                <a:cubicBezTo>
                  <a:pt x="53" y="160"/>
                  <a:pt x="53" y="160"/>
                  <a:pt x="53" y="160"/>
                </a:cubicBezTo>
                <a:cubicBezTo>
                  <a:pt x="53" y="213"/>
                  <a:pt x="53" y="213"/>
                  <a:pt x="53" y="213"/>
                </a:cubicBezTo>
                <a:cubicBezTo>
                  <a:pt x="53" y="222"/>
                  <a:pt x="62" y="222"/>
                  <a:pt x="62" y="222"/>
                </a:cubicBezTo>
                <a:cubicBezTo>
                  <a:pt x="62" y="222"/>
                  <a:pt x="70" y="222"/>
                  <a:pt x="70" y="213"/>
                </a:cubicBezTo>
                <a:close/>
                <a:moveTo>
                  <a:pt x="115" y="213"/>
                </a:moveTo>
                <a:lnTo>
                  <a:pt x="115" y="213"/>
                </a:lnTo>
                <a:cubicBezTo>
                  <a:pt x="123" y="160"/>
                  <a:pt x="123" y="160"/>
                  <a:pt x="123" y="160"/>
                </a:cubicBezTo>
                <a:cubicBezTo>
                  <a:pt x="115" y="53"/>
                  <a:pt x="115" y="53"/>
                  <a:pt x="115" y="53"/>
                </a:cubicBezTo>
                <a:cubicBezTo>
                  <a:pt x="115" y="44"/>
                  <a:pt x="115" y="44"/>
                  <a:pt x="115" y="44"/>
                </a:cubicBezTo>
                <a:cubicBezTo>
                  <a:pt x="107" y="44"/>
                  <a:pt x="107" y="44"/>
                  <a:pt x="107" y="53"/>
                </a:cubicBezTo>
                <a:cubicBezTo>
                  <a:pt x="97" y="160"/>
                  <a:pt x="97" y="160"/>
                  <a:pt x="97" y="160"/>
                </a:cubicBezTo>
                <a:cubicBezTo>
                  <a:pt x="107" y="213"/>
                  <a:pt x="107" y="213"/>
                  <a:pt x="107" y="213"/>
                </a:cubicBezTo>
                <a:cubicBezTo>
                  <a:pt x="107" y="213"/>
                  <a:pt x="107" y="222"/>
                  <a:pt x="115" y="222"/>
                </a:cubicBezTo>
                <a:lnTo>
                  <a:pt x="115" y="213"/>
                </a:lnTo>
                <a:close/>
                <a:moveTo>
                  <a:pt x="168" y="213"/>
                </a:moveTo>
                <a:lnTo>
                  <a:pt x="168" y="213"/>
                </a:lnTo>
                <a:cubicBezTo>
                  <a:pt x="177" y="160"/>
                  <a:pt x="177" y="160"/>
                  <a:pt x="177" y="160"/>
                </a:cubicBezTo>
                <a:cubicBezTo>
                  <a:pt x="168" y="53"/>
                  <a:pt x="168" y="53"/>
                  <a:pt x="168" y="53"/>
                </a:cubicBezTo>
                <a:cubicBezTo>
                  <a:pt x="168" y="44"/>
                  <a:pt x="168" y="44"/>
                  <a:pt x="160" y="44"/>
                </a:cubicBezTo>
                <a:cubicBezTo>
                  <a:pt x="160" y="44"/>
                  <a:pt x="151" y="44"/>
                  <a:pt x="151" y="53"/>
                </a:cubicBezTo>
                <a:cubicBezTo>
                  <a:pt x="151" y="160"/>
                  <a:pt x="151" y="160"/>
                  <a:pt x="151" y="160"/>
                </a:cubicBezTo>
                <a:cubicBezTo>
                  <a:pt x="151" y="213"/>
                  <a:pt x="151" y="213"/>
                  <a:pt x="151" y="213"/>
                </a:cubicBezTo>
                <a:lnTo>
                  <a:pt x="160" y="222"/>
                </a:lnTo>
                <a:cubicBezTo>
                  <a:pt x="168" y="222"/>
                  <a:pt x="168" y="213"/>
                  <a:pt x="168" y="213"/>
                </a:cubicBezTo>
                <a:close/>
                <a:moveTo>
                  <a:pt x="221" y="213"/>
                </a:moveTo>
                <a:lnTo>
                  <a:pt x="221" y="213"/>
                </a:lnTo>
                <a:cubicBezTo>
                  <a:pt x="221" y="160"/>
                  <a:pt x="221" y="160"/>
                  <a:pt x="221" y="160"/>
                </a:cubicBezTo>
                <a:cubicBezTo>
                  <a:pt x="221" y="36"/>
                  <a:pt x="221" y="36"/>
                  <a:pt x="221" y="36"/>
                </a:cubicBezTo>
                <a:cubicBezTo>
                  <a:pt x="221" y="27"/>
                  <a:pt x="213" y="27"/>
                  <a:pt x="213" y="27"/>
                </a:cubicBezTo>
                <a:cubicBezTo>
                  <a:pt x="204" y="27"/>
                  <a:pt x="204" y="27"/>
                  <a:pt x="204" y="36"/>
                </a:cubicBezTo>
                <a:cubicBezTo>
                  <a:pt x="195" y="160"/>
                  <a:pt x="195" y="160"/>
                  <a:pt x="195" y="160"/>
                </a:cubicBezTo>
                <a:lnTo>
                  <a:pt x="204" y="213"/>
                </a:lnTo>
                <a:cubicBezTo>
                  <a:pt x="204" y="213"/>
                  <a:pt x="204" y="222"/>
                  <a:pt x="213" y="222"/>
                </a:cubicBezTo>
                <a:lnTo>
                  <a:pt x="221" y="213"/>
                </a:lnTo>
                <a:close/>
                <a:moveTo>
                  <a:pt x="257" y="222"/>
                </a:moveTo>
                <a:lnTo>
                  <a:pt x="257" y="222"/>
                </a:lnTo>
                <a:lnTo>
                  <a:pt x="434" y="222"/>
                </a:lnTo>
                <a:cubicBezTo>
                  <a:pt x="470" y="222"/>
                  <a:pt x="496" y="195"/>
                  <a:pt x="496" y="160"/>
                </a:cubicBezTo>
                <a:cubicBezTo>
                  <a:pt x="496" y="125"/>
                  <a:pt x="470" y="97"/>
                  <a:pt x="434" y="97"/>
                </a:cubicBezTo>
                <a:cubicBezTo>
                  <a:pt x="425" y="97"/>
                  <a:pt x="416" y="97"/>
                  <a:pt x="407" y="97"/>
                </a:cubicBezTo>
                <a:cubicBezTo>
                  <a:pt x="398" y="44"/>
                  <a:pt x="354" y="0"/>
                  <a:pt x="292" y="0"/>
                </a:cubicBezTo>
                <a:cubicBezTo>
                  <a:pt x="283" y="0"/>
                  <a:pt x="266" y="0"/>
                  <a:pt x="257" y="9"/>
                </a:cubicBezTo>
                <a:cubicBezTo>
                  <a:pt x="248" y="9"/>
                  <a:pt x="248" y="9"/>
                  <a:pt x="248" y="18"/>
                </a:cubicBezTo>
                <a:cubicBezTo>
                  <a:pt x="248" y="213"/>
                  <a:pt x="248" y="213"/>
                  <a:pt x="248" y="213"/>
                </a:cubicBezTo>
                <a:cubicBezTo>
                  <a:pt x="248" y="213"/>
                  <a:pt x="248" y="222"/>
                  <a:pt x="257" y="222"/>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28" name="Freeform 84">
            <a:extLst>
              <a:ext uri="{FF2B5EF4-FFF2-40B4-BE49-F238E27FC236}">
                <a16:creationId xmlns:a16="http://schemas.microsoft.com/office/drawing/2014/main" id="{153FA9D3-0E88-AE1C-3D5C-250F65796076}"/>
              </a:ext>
            </a:extLst>
          </p:cNvPr>
          <p:cNvSpPr>
            <a:spLocks noChangeArrowheads="1"/>
          </p:cNvSpPr>
          <p:nvPr/>
        </p:nvSpPr>
        <p:spPr bwMode="auto">
          <a:xfrm>
            <a:off x="6936377" y="4338351"/>
            <a:ext cx="461418" cy="452978"/>
          </a:xfrm>
          <a:custGeom>
            <a:avLst/>
            <a:gdLst>
              <a:gd name="T0" fmla="*/ 266 w 479"/>
              <a:gd name="T1" fmla="*/ 257 h 471"/>
              <a:gd name="T2" fmla="*/ 266 w 479"/>
              <a:gd name="T3" fmla="*/ 257 h 471"/>
              <a:gd name="T4" fmla="*/ 240 w 479"/>
              <a:gd name="T5" fmla="*/ 257 h 471"/>
              <a:gd name="T6" fmla="*/ 213 w 479"/>
              <a:gd name="T7" fmla="*/ 257 h 471"/>
              <a:gd name="T8" fmla="*/ 213 w 479"/>
              <a:gd name="T9" fmla="*/ 311 h 471"/>
              <a:gd name="T10" fmla="*/ 240 w 479"/>
              <a:gd name="T11" fmla="*/ 311 h 471"/>
              <a:gd name="T12" fmla="*/ 266 w 479"/>
              <a:gd name="T13" fmla="*/ 311 h 471"/>
              <a:gd name="T14" fmla="*/ 275 w 479"/>
              <a:gd name="T15" fmla="*/ 284 h 471"/>
              <a:gd name="T16" fmla="*/ 266 w 479"/>
              <a:gd name="T17" fmla="*/ 257 h 471"/>
              <a:gd name="T18" fmla="*/ 257 w 479"/>
              <a:gd name="T19" fmla="*/ 213 h 471"/>
              <a:gd name="T20" fmla="*/ 257 w 479"/>
              <a:gd name="T21" fmla="*/ 213 h 471"/>
              <a:gd name="T22" fmla="*/ 266 w 479"/>
              <a:gd name="T23" fmla="*/ 186 h 471"/>
              <a:gd name="T24" fmla="*/ 257 w 479"/>
              <a:gd name="T25" fmla="*/ 168 h 471"/>
              <a:gd name="T26" fmla="*/ 222 w 479"/>
              <a:gd name="T27" fmla="*/ 160 h 471"/>
              <a:gd name="T28" fmla="*/ 213 w 479"/>
              <a:gd name="T29" fmla="*/ 160 h 471"/>
              <a:gd name="T30" fmla="*/ 213 w 479"/>
              <a:gd name="T31" fmla="*/ 213 h 471"/>
              <a:gd name="T32" fmla="*/ 231 w 479"/>
              <a:gd name="T33" fmla="*/ 213 h 471"/>
              <a:gd name="T34" fmla="*/ 257 w 479"/>
              <a:gd name="T35" fmla="*/ 213 h 471"/>
              <a:gd name="T36" fmla="*/ 390 w 479"/>
              <a:gd name="T37" fmla="*/ 0 h 471"/>
              <a:gd name="T38" fmla="*/ 390 w 479"/>
              <a:gd name="T39" fmla="*/ 0 h 471"/>
              <a:gd name="T40" fmla="*/ 89 w 479"/>
              <a:gd name="T41" fmla="*/ 0 h 471"/>
              <a:gd name="T42" fmla="*/ 0 w 479"/>
              <a:gd name="T43" fmla="*/ 80 h 471"/>
              <a:gd name="T44" fmla="*/ 0 w 479"/>
              <a:gd name="T45" fmla="*/ 390 h 471"/>
              <a:gd name="T46" fmla="*/ 89 w 479"/>
              <a:gd name="T47" fmla="*/ 470 h 471"/>
              <a:gd name="T48" fmla="*/ 390 w 479"/>
              <a:gd name="T49" fmla="*/ 470 h 471"/>
              <a:gd name="T50" fmla="*/ 478 w 479"/>
              <a:gd name="T51" fmla="*/ 390 h 471"/>
              <a:gd name="T52" fmla="*/ 478 w 479"/>
              <a:gd name="T53" fmla="*/ 80 h 471"/>
              <a:gd name="T54" fmla="*/ 390 w 479"/>
              <a:gd name="T55" fmla="*/ 0 h 471"/>
              <a:gd name="T56" fmla="*/ 249 w 479"/>
              <a:gd name="T57" fmla="*/ 355 h 471"/>
              <a:gd name="T58" fmla="*/ 249 w 479"/>
              <a:gd name="T59" fmla="*/ 355 h 471"/>
              <a:gd name="T60" fmla="*/ 159 w 479"/>
              <a:gd name="T61" fmla="*/ 355 h 471"/>
              <a:gd name="T62" fmla="*/ 159 w 479"/>
              <a:gd name="T63" fmla="*/ 124 h 471"/>
              <a:gd name="T64" fmla="*/ 266 w 479"/>
              <a:gd name="T65" fmla="*/ 124 h 471"/>
              <a:gd name="T66" fmla="*/ 319 w 479"/>
              <a:gd name="T67" fmla="*/ 177 h 471"/>
              <a:gd name="T68" fmla="*/ 284 w 479"/>
              <a:gd name="T69" fmla="*/ 221 h 471"/>
              <a:gd name="T70" fmla="*/ 284 w 479"/>
              <a:gd name="T71" fmla="*/ 231 h 471"/>
              <a:gd name="T72" fmla="*/ 337 w 479"/>
              <a:gd name="T73" fmla="*/ 284 h 471"/>
              <a:gd name="T74" fmla="*/ 249 w 479"/>
              <a:gd name="T75" fmla="*/ 355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79" h="471">
                <a:moveTo>
                  <a:pt x="266" y="257"/>
                </a:moveTo>
                <a:lnTo>
                  <a:pt x="266" y="257"/>
                </a:lnTo>
                <a:cubicBezTo>
                  <a:pt x="257" y="257"/>
                  <a:pt x="249" y="257"/>
                  <a:pt x="240" y="257"/>
                </a:cubicBezTo>
                <a:cubicBezTo>
                  <a:pt x="213" y="257"/>
                  <a:pt x="213" y="257"/>
                  <a:pt x="213" y="257"/>
                </a:cubicBezTo>
                <a:cubicBezTo>
                  <a:pt x="213" y="311"/>
                  <a:pt x="213" y="311"/>
                  <a:pt x="213" y="311"/>
                </a:cubicBezTo>
                <a:cubicBezTo>
                  <a:pt x="240" y="311"/>
                  <a:pt x="240" y="311"/>
                  <a:pt x="240" y="311"/>
                </a:cubicBezTo>
                <a:cubicBezTo>
                  <a:pt x="249" y="311"/>
                  <a:pt x="257" y="311"/>
                  <a:pt x="266" y="311"/>
                </a:cubicBezTo>
                <a:cubicBezTo>
                  <a:pt x="275" y="302"/>
                  <a:pt x="275" y="293"/>
                  <a:pt x="275" y="284"/>
                </a:cubicBezTo>
                <a:cubicBezTo>
                  <a:pt x="275" y="275"/>
                  <a:pt x="275" y="266"/>
                  <a:pt x="266" y="257"/>
                </a:cubicBezTo>
                <a:close/>
                <a:moveTo>
                  <a:pt x="257" y="213"/>
                </a:moveTo>
                <a:lnTo>
                  <a:pt x="257" y="213"/>
                </a:lnTo>
                <a:cubicBezTo>
                  <a:pt x="257" y="204"/>
                  <a:pt x="266" y="196"/>
                  <a:pt x="266" y="186"/>
                </a:cubicBezTo>
                <a:cubicBezTo>
                  <a:pt x="266" y="177"/>
                  <a:pt x="257" y="168"/>
                  <a:pt x="257" y="168"/>
                </a:cubicBezTo>
                <a:cubicBezTo>
                  <a:pt x="249" y="160"/>
                  <a:pt x="231" y="160"/>
                  <a:pt x="222" y="160"/>
                </a:cubicBezTo>
                <a:cubicBezTo>
                  <a:pt x="213" y="160"/>
                  <a:pt x="213" y="160"/>
                  <a:pt x="213" y="160"/>
                </a:cubicBezTo>
                <a:cubicBezTo>
                  <a:pt x="213" y="213"/>
                  <a:pt x="213" y="213"/>
                  <a:pt x="213" y="213"/>
                </a:cubicBezTo>
                <a:cubicBezTo>
                  <a:pt x="231" y="213"/>
                  <a:pt x="231" y="213"/>
                  <a:pt x="231" y="213"/>
                </a:cubicBezTo>
                <a:cubicBezTo>
                  <a:pt x="240" y="213"/>
                  <a:pt x="249" y="213"/>
                  <a:pt x="257" y="213"/>
                </a:cubicBezTo>
                <a:close/>
                <a:moveTo>
                  <a:pt x="390" y="0"/>
                </a:moveTo>
                <a:lnTo>
                  <a:pt x="390" y="0"/>
                </a:lnTo>
                <a:cubicBezTo>
                  <a:pt x="89" y="0"/>
                  <a:pt x="89" y="0"/>
                  <a:pt x="89" y="0"/>
                </a:cubicBezTo>
                <a:cubicBezTo>
                  <a:pt x="36" y="0"/>
                  <a:pt x="0" y="36"/>
                  <a:pt x="0" y="80"/>
                </a:cubicBezTo>
                <a:cubicBezTo>
                  <a:pt x="0" y="390"/>
                  <a:pt x="0" y="390"/>
                  <a:pt x="0" y="390"/>
                </a:cubicBezTo>
                <a:cubicBezTo>
                  <a:pt x="0" y="434"/>
                  <a:pt x="36" y="470"/>
                  <a:pt x="89" y="470"/>
                </a:cubicBezTo>
                <a:cubicBezTo>
                  <a:pt x="390" y="470"/>
                  <a:pt x="390" y="470"/>
                  <a:pt x="390" y="470"/>
                </a:cubicBezTo>
                <a:cubicBezTo>
                  <a:pt x="443" y="470"/>
                  <a:pt x="478" y="434"/>
                  <a:pt x="478" y="390"/>
                </a:cubicBezTo>
                <a:cubicBezTo>
                  <a:pt x="478" y="80"/>
                  <a:pt x="478" y="80"/>
                  <a:pt x="478" y="80"/>
                </a:cubicBezTo>
                <a:cubicBezTo>
                  <a:pt x="478" y="36"/>
                  <a:pt x="443" y="0"/>
                  <a:pt x="390" y="0"/>
                </a:cubicBezTo>
                <a:close/>
                <a:moveTo>
                  <a:pt x="249" y="355"/>
                </a:moveTo>
                <a:lnTo>
                  <a:pt x="249" y="355"/>
                </a:lnTo>
                <a:cubicBezTo>
                  <a:pt x="159" y="355"/>
                  <a:pt x="159" y="355"/>
                  <a:pt x="159" y="355"/>
                </a:cubicBezTo>
                <a:cubicBezTo>
                  <a:pt x="159" y="124"/>
                  <a:pt x="159" y="124"/>
                  <a:pt x="159" y="124"/>
                </a:cubicBezTo>
                <a:cubicBezTo>
                  <a:pt x="266" y="124"/>
                  <a:pt x="266" y="124"/>
                  <a:pt x="266" y="124"/>
                </a:cubicBezTo>
                <a:cubicBezTo>
                  <a:pt x="293" y="124"/>
                  <a:pt x="319" y="142"/>
                  <a:pt x="319" y="177"/>
                </a:cubicBezTo>
                <a:cubicBezTo>
                  <a:pt x="319" y="204"/>
                  <a:pt x="310" y="221"/>
                  <a:pt x="284" y="221"/>
                </a:cubicBezTo>
                <a:cubicBezTo>
                  <a:pt x="284" y="231"/>
                  <a:pt x="284" y="231"/>
                  <a:pt x="284" y="231"/>
                </a:cubicBezTo>
                <a:cubicBezTo>
                  <a:pt x="319" y="231"/>
                  <a:pt x="337" y="249"/>
                  <a:pt x="337" y="284"/>
                </a:cubicBezTo>
                <a:cubicBezTo>
                  <a:pt x="337" y="319"/>
                  <a:pt x="310" y="355"/>
                  <a:pt x="249" y="355"/>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29" name="Freeform 85">
            <a:extLst>
              <a:ext uri="{FF2B5EF4-FFF2-40B4-BE49-F238E27FC236}">
                <a16:creationId xmlns:a16="http://schemas.microsoft.com/office/drawing/2014/main" id="{A9CE0774-CD73-A3EE-47B5-9DCBDE52BE27}"/>
              </a:ext>
            </a:extLst>
          </p:cNvPr>
          <p:cNvSpPr>
            <a:spLocks noChangeArrowheads="1"/>
          </p:cNvSpPr>
          <p:nvPr/>
        </p:nvSpPr>
        <p:spPr bwMode="auto">
          <a:xfrm>
            <a:off x="7941540" y="4364214"/>
            <a:ext cx="444536" cy="357318"/>
          </a:xfrm>
          <a:custGeom>
            <a:avLst/>
            <a:gdLst>
              <a:gd name="T0" fmla="*/ 461 w 462"/>
              <a:gd name="T1" fmla="*/ 45 h 374"/>
              <a:gd name="T2" fmla="*/ 461 w 462"/>
              <a:gd name="T3" fmla="*/ 45 h 374"/>
              <a:gd name="T4" fmla="*/ 408 w 462"/>
              <a:gd name="T5" fmla="*/ 63 h 374"/>
              <a:gd name="T6" fmla="*/ 443 w 462"/>
              <a:gd name="T7" fmla="*/ 10 h 374"/>
              <a:gd name="T8" fmla="*/ 389 w 462"/>
              <a:gd name="T9" fmla="*/ 36 h 374"/>
              <a:gd name="T10" fmla="*/ 319 w 462"/>
              <a:gd name="T11" fmla="*/ 0 h 374"/>
              <a:gd name="T12" fmla="*/ 221 w 462"/>
              <a:gd name="T13" fmla="*/ 98 h 374"/>
              <a:gd name="T14" fmla="*/ 230 w 462"/>
              <a:gd name="T15" fmla="*/ 116 h 374"/>
              <a:gd name="T16" fmla="*/ 35 w 462"/>
              <a:gd name="T17" fmla="*/ 19 h 374"/>
              <a:gd name="T18" fmla="*/ 17 w 462"/>
              <a:gd name="T19" fmla="*/ 72 h 374"/>
              <a:gd name="T20" fmla="*/ 61 w 462"/>
              <a:gd name="T21" fmla="*/ 151 h 374"/>
              <a:gd name="T22" fmla="*/ 17 w 462"/>
              <a:gd name="T23" fmla="*/ 134 h 374"/>
              <a:gd name="T24" fmla="*/ 17 w 462"/>
              <a:gd name="T25" fmla="*/ 134 h 374"/>
              <a:gd name="T26" fmla="*/ 98 w 462"/>
              <a:gd name="T27" fmla="*/ 231 h 374"/>
              <a:gd name="T28" fmla="*/ 70 w 462"/>
              <a:gd name="T29" fmla="*/ 231 h 374"/>
              <a:gd name="T30" fmla="*/ 53 w 462"/>
              <a:gd name="T31" fmla="*/ 231 h 374"/>
              <a:gd name="T32" fmla="*/ 142 w 462"/>
              <a:gd name="T33" fmla="*/ 294 h 374"/>
              <a:gd name="T34" fmla="*/ 26 w 462"/>
              <a:gd name="T35" fmla="*/ 338 h 374"/>
              <a:gd name="T36" fmla="*/ 0 w 462"/>
              <a:gd name="T37" fmla="*/ 338 h 374"/>
              <a:gd name="T38" fmla="*/ 142 w 462"/>
              <a:gd name="T39" fmla="*/ 373 h 374"/>
              <a:gd name="T40" fmla="*/ 408 w 462"/>
              <a:gd name="T41" fmla="*/ 107 h 374"/>
              <a:gd name="T42" fmla="*/ 408 w 462"/>
              <a:gd name="T43" fmla="*/ 98 h 374"/>
              <a:gd name="T44" fmla="*/ 461 w 462"/>
              <a:gd name="T45" fmla="*/ 45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62" h="374">
                <a:moveTo>
                  <a:pt x="461" y="45"/>
                </a:moveTo>
                <a:lnTo>
                  <a:pt x="461" y="45"/>
                </a:lnTo>
                <a:cubicBezTo>
                  <a:pt x="443" y="54"/>
                  <a:pt x="425" y="63"/>
                  <a:pt x="408" y="63"/>
                </a:cubicBezTo>
                <a:cubicBezTo>
                  <a:pt x="425" y="54"/>
                  <a:pt x="443" y="36"/>
                  <a:pt x="443" y="10"/>
                </a:cubicBezTo>
                <a:cubicBezTo>
                  <a:pt x="425" y="19"/>
                  <a:pt x="408" y="27"/>
                  <a:pt x="389" y="36"/>
                </a:cubicBezTo>
                <a:cubicBezTo>
                  <a:pt x="372" y="19"/>
                  <a:pt x="345" y="0"/>
                  <a:pt x="319" y="0"/>
                </a:cubicBezTo>
                <a:cubicBezTo>
                  <a:pt x="265" y="0"/>
                  <a:pt x="221" y="45"/>
                  <a:pt x="221" y="98"/>
                </a:cubicBezTo>
                <a:cubicBezTo>
                  <a:pt x="221" y="107"/>
                  <a:pt x="221" y="116"/>
                  <a:pt x="230" y="116"/>
                </a:cubicBezTo>
                <a:cubicBezTo>
                  <a:pt x="151" y="116"/>
                  <a:pt x="79" y="81"/>
                  <a:pt x="35" y="19"/>
                </a:cubicBezTo>
                <a:cubicBezTo>
                  <a:pt x="26" y="36"/>
                  <a:pt x="17" y="54"/>
                  <a:pt x="17" y="72"/>
                </a:cubicBezTo>
                <a:cubicBezTo>
                  <a:pt x="17" y="98"/>
                  <a:pt x="35" y="134"/>
                  <a:pt x="61" y="151"/>
                </a:cubicBezTo>
                <a:cubicBezTo>
                  <a:pt x="44" y="143"/>
                  <a:pt x="35" y="143"/>
                  <a:pt x="17" y="134"/>
                </a:cubicBezTo>
                <a:lnTo>
                  <a:pt x="17" y="134"/>
                </a:lnTo>
                <a:cubicBezTo>
                  <a:pt x="17" y="178"/>
                  <a:pt x="53" y="222"/>
                  <a:pt x="98" y="231"/>
                </a:cubicBezTo>
                <a:cubicBezTo>
                  <a:pt x="89" y="231"/>
                  <a:pt x="79" y="231"/>
                  <a:pt x="70" y="231"/>
                </a:cubicBezTo>
                <a:cubicBezTo>
                  <a:pt x="61" y="231"/>
                  <a:pt x="61" y="231"/>
                  <a:pt x="53" y="231"/>
                </a:cubicBezTo>
                <a:cubicBezTo>
                  <a:pt x="61" y="266"/>
                  <a:pt x="98" y="294"/>
                  <a:pt x="142" y="294"/>
                </a:cubicBezTo>
                <a:cubicBezTo>
                  <a:pt x="106" y="319"/>
                  <a:pt x="70" y="338"/>
                  <a:pt x="26" y="338"/>
                </a:cubicBezTo>
                <a:cubicBezTo>
                  <a:pt x="17" y="338"/>
                  <a:pt x="8" y="338"/>
                  <a:pt x="0" y="338"/>
                </a:cubicBezTo>
                <a:cubicBezTo>
                  <a:pt x="44" y="364"/>
                  <a:pt x="89" y="373"/>
                  <a:pt x="142" y="373"/>
                </a:cubicBezTo>
                <a:cubicBezTo>
                  <a:pt x="319" y="373"/>
                  <a:pt x="408" y="231"/>
                  <a:pt x="408" y="107"/>
                </a:cubicBezTo>
                <a:lnTo>
                  <a:pt x="408" y="98"/>
                </a:lnTo>
                <a:cubicBezTo>
                  <a:pt x="434" y="81"/>
                  <a:pt x="443" y="72"/>
                  <a:pt x="461" y="45"/>
                </a:cubicBez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30" name="Freeform 86">
            <a:extLst>
              <a:ext uri="{FF2B5EF4-FFF2-40B4-BE49-F238E27FC236}">
                <a16:creationId xmlns:a16="http://schemas.microsoft.com/office/drawing/2014/main" id="{54403994-65DE-BC35-E3FA-AC6F88F86FAC}"/>
              </a:ext>
            </a:extLst>
          </p:cNvPr>
          <p:cNvSpPr>
            <a:spLocks noChangeArrowheads="1"/>
          </p:cNvSpPr>
          <p:nvPr/>
        </p:nvSpPr>
        <p:spPr bwMode="auto">
          <a:xfrm>
            <a:off x="8884071" y="4319198"/>
            <a:ext cx="464230" cy="455791"/>
          </a:xfrm>
          <a:custGeom>
            <a:avLst/>
            <a:gdLst>
              <a:gd name="T0" fmla="*/ 239 w 480"/>
              <a:gd name="T1" fmla="*/ 0 h 471"/>
              <a:gd name="T2" fmla="*/ 239 w 480"/>
              <a:gd name="T3" fmla="*/ 0 h 471"/>
              <a:gd name="T4" fmla="*/ 0 w 480"/>
              <a:gd name="T5" fmla="*/ 231 h 471"/>
              <a:gd name="T6" fmla="*/ 239 w 480"/>
              <a:gd name="T7" fmla="*/ 470 h 471"/>
              <a:gd name="T8" fmla="*/ 479 w 480"/>
              <a:gd name="T9" fmla="*/ 231 h 471"/>
              <a:gd name="T10" fmla="*/ 239 w 480"/>
              <a:gd name="T11" fmla="*/ 0 h 471"/>
              <a:gd name="T12" fmla="*/ 337 w 480"/>
              <a:gd name="T13" fmla="*/ 195 h 471"/>
              <a:gd name="T14" fmla="*/ 337 w 480"/>
              <a:gd name="T15" fmla="*/ 195 h 471"/>
              <a:gd name="T16" fmla="*/ 337 w 480"/>
              <a:gd name="T17" fmla="*/ 195 h 471"/>
              <a:gd name="T18" fmla="*/ 204 w 480"/>
              <a:gd name="T19" fmla="*/ 328 h 471"/>
              <a:gd name="T20" fmla="*/ 133 w 480"/>
              <a:gd name="T21" fmla="*/ 310 h 471"/>
              <a:gd name="T22" fmla="*/ 142 w 480"/>
              <a:gd name="T23" fmla="*/ 310 h 471"/>
              <a:gd name="T24" fmla="*/ 204 w 480"/>
              <a:gd name="T25" fmla="*/ 293 h 471"/>
              <a:gd name="T26" fmla="*/ 160 w 480"/>
              <a:gd name="T27" fmla="*/ 257 h 471"/>
              <a:gd name="T28" fmla="*/ 169 w 480"/>
              <a:gd name="T29" fmla="*/ 257 h 471"/>
              <a:gd name="T30" fmla="*/ 178 w 480"/>
              <a:gd name="T31" fmla="*/ 257 h 471"/>
              <a:gd name="T32" fmla="*/ 142 w 480"/>
              <a:gd name="T33" fmla="*/ 213 h 471"/>
              <a:gd name="T34" fmla="*/ 142 w 480"/>
              <a:gd name="T35" fmla="*/ 213 h 471"/>
              <a:gd name="T36" fmla="*/ 160 w 480"/>
              <a:gd name="T37" fmla="*/ 213 h 471"/>
              <a:gd name="T38" fmla="*/ 142 w 480"/>
              <a:gd name="T39" fmla="*/ 178 h 471"/>
              <a:gd name="T40" fmla="*/ 151 w 480"/>
              <a:gd name="T41" fmla="*/ 151 h 471"/>
              <a:gd name="T42" fmla="*/ 239 w 480"/>
              <a:gd name="T43" fmla="*/ 204 h 471"/>
              <a:gd name="T44" fmla="*/ 239 w 480"/>
              <a:gd name="T45" fmla="*/ 195 h 471"/>
              <a:gd name="T46" fmla="*/ 292 w 480"/>
              <a:gd name="T47" fmla="*/ 142 h 471"/>
              <a:gd name="T48" fmla="*/ 319 w 480"/>
              <a:gd name="T49" fmla="*/ 160 h 471"/>
              <a:gd name="T50" fmla="*/ 355 w 480"/>
              <a:gd name="T51" fmla="*/ 151 h 471"/>
              <a:gd name="T52" fmla="*/ 337 w 480"/>
              <a:gd name="T53" fmla="*/ 178 h 471"/>
              <a:gd name="T54" fmla="*/ 364 w 480"/>
              <a:gd name="T55" fmla="*/ 169 h 471"/>
              <a:gd name="T56" fmla="*/ 337 w 480"/>
              <a:gd name="T57" fmla="*/ 195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80" h="471">
                <a:moveTo>
                  <a:pt x="239" y="0"/>
                </a:moveTo>
                <a:lnTo>
                  <a:pt x="239" y="0"/>
                </a:lnTo>
                <a:cubicBezTo>
                  <a:pt x="107" y="0"/>
                  <a:pt x="0" y="107"/>
                  <a:pt x="0" y="231"/>
                </a:cubicBezTo>
                <a:cubicBezTo>
                  <a:pt x="0" y="363"/>
                  <a:pt x="107" y="470"/>
                  <a:pt x="239" y="470"/>
                </a:cubicBezTo>
                <a:cubicBezTo>
                  <a:pt x="372" y="470"/>
                  <a:pt x="479" y="363"/>
                  <a:pt x="479" y="231"/>
                </a:cubicBezTo>
                <a:cubicBezTo>
                  <a:pt x="479" y="107"/>
                  <a:pt x="372" y="0"/>
                  <a:pt x="239" y="0"/>
                </a:cubicBezTo>
                <a:close/>
                <a:moveTo>
                  <a:pt x="337" y="195"/>
                </a:moveTo>
                <a:lnTo>
                  <a:pt x="337" y="195"/>
                </a:lnTo>
                <a:lnTo>
                  <a:pt x="337" y="195"/>
                </a:lnTo>
                <a:cubicBezTo>
                  <a:pt x="337" y="257"/>
                  <a:pt x="292" y="328"/>
                  <a:pt x="204" y="328"/>
                </a:cubicBezTo>
                <a:cubicBezTo>
                  <a:pt x="178" y="328"/>
                  <a:pt x="151" y="319"/>
                  <a:pt x="133" y="310"/>
                </a:cubicBezTo>
                <a:lnTo>
                  <a:pt x="142" y="310"/>
                </a:lnTo>
                <a:cubicBezTo>
                  <a:pt x="160" y="310"/>
                  <a:pt x="186" y="301"/>
                  <a:pt x="204" y="293"/>
                </a:cubicBezTo>
                <a:cubicBezTo>
                  <a:pt x="178" y="293"/>
                  <a:pt x="160" y="275"/>
                  <a:pt x="160" y="257"/>
                </a:cubicBezTo>
                <a:cubicBezTo>
                  <a:pt x="160" y="257"/>
                  <a:pt x="160" y="257"/>
                  <a:pt x="169" y="257"/>
                </a:cubicBezTo>
                <a:lnTo>
                  <a:pt x="178" y="257"/>
                </a:lnTo>
                <a:cubicBezTo>
                  <a:pt x="160" y="248"/>
                  <a:pt x="142" y="231"/>
                  <a:pt x="142" y="213"/>
                </a:cubicBezTo>
                <a:lnTo>
                  <a:pt x="142" y="213"/>
                </a:lnTo>
                <a:cubicBezTo>
                  <a:pt x="142" y="213"/>
                  <a:pt x="151" y="213"/>
                  <a:pt x="160" y="213"/>
                </a:cubicBezTo>
                <a:cubicBezTo>
                  <a:pt x="151" y="204"/>
                  <a:pt x="142" y="195"/>
                  <a:pt x="142" y="178"/>
                </a:cubicBezTo>
                <a:cubicBezTo>
                  <a:pt x="142" y="169"/>
                  <a:pt x="142" y="160"/>
                  <a:pt x="151" y="151"/>
                </a:cubicBezTo>
                <a:cubicBezTo>
                  <a:pt x="169" y="178"/>
                  <a:pt x="204" y="204"/>
                  <a:pt x="239" y="204"/>
                </a:cubicBezTo>
                <a:cubicBezTo>
                  <a:pt x="239" y="195"/>
                  <a:pt x="239" y="195"/>
                  <a:pt x="239" y="195"/>
                </a:cubicBezTo>
                <a:cubicBezTo>
                  <a:pt x="239" y="169"/>
                  <a:pt x="266" y="142"/>
                  <a:pt x="292" y="142"/>
                </a:cubicBezTo>
                <a:cubicBezTo>
                  <a:pt x="301" y="142"/>
                  <a:pt x="319" y="151"/>
                  <a:pt x="319" y="160"/>
                </a:cubicBezTo>
                <a:cubicBezTo>
                  <a:pt x="337" y="160"/>
                  <a:pt x="346" y="151"/>
                  <a:pt x="355" y="151"/>
                </a:cubicBezTo>
                <a:cubicBezTo>
                  <a:pt x="346" y="160"/>
                  <a:pt x="346" y="169"/>
                  <a:pt x="337" y="178"/>
                </a:cubicBezTo>
                <a:cubicBezTo>
                  <a:pt x="346" y="178"/>
                  <a:pt x="355" y="169"/>
                  <a:pt x="364" y="169"/>
                </a:cubicBezTo>
                <a:cubicBezTo>
                  <a:pt x="355" y="178"/>
                  <a:pt x="346" y="187"/>
                  <a:pt x="337" y="195"/>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31" name="Freeform 87">
            <a:extLst>
              <a:ext uri="{FF2B5EF4-FFF2-40B4-BE49-F238E27FC236}">
                <a16:creationId xmlns:a16="http://schemas.microsoft.com/office/drawing/2014/main" id="{1FF207C2-60DE-6F38-2434-871D91E4C084}"/>
              </a:ext>
            </a:extLst>
          </p:cNvPr>
          <p:cNvSpPr>
            <a:spLocks noChangeArrowheads="1"/>
          </p:cNvSpPr>
          <p:nvPr/>
        </p:nvSpPr>
        <p:spPr bwMode="auto">
          <a:xfrm>
            <a:off x="1253799" y="3483041"/>
            <a:ext cx="410774" cy="419216"/>
          </a:xfrm>
          <a:custGeom>
            <a:avLst/>
            <a:gdLst>
              <a:gd name="T0" fmla="*/ 345 w 426"/>
              <a:gd name="T1" fmla="*/ 213 h 435"/>
              <a:gd name="T2" fmla="*/ 345 w 426"/>
              <a:gd name="T3" fmla="*/ 213 h 435"/>
              <a:gd name="T4" fmla="*/ 213 w 426"/>
              <a:gd name="T5" fmla="*/ 346 h 435"/>
              <a:gd name="T6" fmla="*/ 79 w 426"/>
              <a:gd name="T7" fmla="*/ 213 h 435"/>
              <a:gd name="T8" fmla="*/ 88 w 426"/>
              <a:gd name="T9" fmla="*/ 195 h 435"/>
              <a:gd name="T10" fmla="*/ 0 w 426"/>
              <a:gd name="T11" fmla="*/ 195 h 435"/>
              <a:gd name="T12" fmla="*/ 0 w 426"/>
              <a:gd name="T13" fmla="*/ 363 h 435"/>
              <a:gd name="T14" fmla="*/ 62 w 426"/>
              <a:gd name="T15" fmla="*/ 434 h 435"/>
              <a:gd name="T16" fmla="*/ 363 w 426"/>
              <a:gd name="T17" fmla="*/ 434 h 435"/>
              <a:gd name="T18" fmla="*/ 425 w 426"/>
              <a:gd name="T19" fmla="*/ 363 h 435"/>
              <a:gd name="T20" fmla="*/ 425 w 426"/>
              <a:gd name="T21" fmla="*/ 195 h 435"/>
              <a:gd name="T22" fmla="*/ 337 w 426"/>
              <a:gd name="T23" fmla="*/ 195 h 435"/>
              <a:gd name="T24" fmla="*/ 345 w 426"/>
              <a:gd name="T25" fmla="*/ 213 h 435"/>
              <a:gd name="T26" fmla="*/ 363 w 426"/>
              <a:gd name="T27" fmla="*/ 0 h 435"/>
              <a:gd name="T28" fmla="*/ 363 w 426"/>
              <a:gd name="T29" fmla="*/ 0 h 435"/>
              <a:gd name="T30" fmla="*/ 62 w 426"/>
              <a:gd name="T31" fmla="*/ 0 h 435"/>
              <a:gd name="T32" fmla="*/ 0 w 426"/>
              <a:gd name="T33" fmla="*/ 71 h 435"/>
              <a:gd name="T34" fmla="*/ 0 w 426"/>
              <a:gd name="T35" fmla="*/ 142 h 435"/>
              <a:gd name="T36" fmla="*/ 106 w 426"/>
              <a:gd name="T37" fmla="*/ 142 h 435"/>
              <a:gd name="T38" fmla="*/ 213 w 426"/>
              <a:gd name="T39" fmla="*/ 89 h 435"/>
              <a:gd name="T40" fmla="*/ 319 w 426"/>
              <a:gd name="T41" fmla="*/ 142 h 435"/>
              <a:gd name="T42" fmla="*/ 425 w 426"/>
              <a:gd name="T43" fmla="*/ 142 h 435"/>
              <a:gd name="T44" fmla="*/ 425 w 426"/>
              <a:gd name="T45" fmla="*/ 71 h 435"/>
              <a:gd name="T46" fmla="*/ 363 w 426"/>
              <a:gd name="T47" fmla="*/ 0 h 435"/>
              <a:gd name="T48" fmla="*/ 390 w 426"/>
              <a:gd name="T49" fmla="*/ 89 h 435"/>
              <a:gd name="T50" fmla="*/ 390 w 426"/>
              <a:gd name="T51" fmla="*/ 89 h 435"/>
              <a:gd name="T52" fmla="*/ 381 w 426"/>
              <a:gd name="T53" fmla="*/ 97 h 435"/>
              <a:gd name="T54" fmla="*/ 345 w 426"/>
              <a:gd name="T55" fmla="*/ 97 h 435"/>
              <a:gd name="T56" fmla="*/ 328 w 426"/>
              <a:gd name="T57" fmla="*/ 89 h 435"/>
              <a:gd name="T58" fmla="*/ 328 w 426"/>
              <a:gd name="T59" fmla="*/ 53 h 435"/>
              <a:gd name="T60" fmla="*/ 345 w 426"/>
              <a:gd name="T61" fmla="*/ 36 h 435"/>
              <a:gd name="T62" fmla="*/ 381 w 426"/>
              <a:gd name="T63" fmla="*/ 36 h 435"/>
              <a:gd name="T64" fmla="*/ 390 w 426"/>
              <a:gd name="T65" fmla="*/ 53 h 435"/>
              <a:gd name="T66" fmla="*/ 390 w 426"/>
              <a:gd name="T67" fmla="*/ 89 h 435"/>
              <a:gd name="T68" fmla="*/ 292 w 426"/>
              <a:gd name="T69" fmla="*/ 213 h 435"/>
              <a:gd name="T70" fmla="*/ 292 w 426"/>
              <a:gd name="T71" fmla="*/ 213 h 435"/>
              <a:gd name="T72" fmla="*/ 213 w 426"/>
              <a:gd name="T73" fmla="*/ 133 h 435"/>
              <a:gd name="T74" fmla="*/ 132 w 426"/>
              <a:gd name="T75" fmla="*/ 213 h 435"/>
              <a:gd name="T76" fmla="*/ 213 w 426"/>
              <a:gd name="T77" fmla="*/ 293 h 435"/>
              <a:gd name="T78" fmla="*/ 292 w 426"/>
              <a:gd name="T79" fmla="*/ 213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6" h="435">
                <a:moveTo>
                  <a:pt x="345" y="213"/>
                </a:moveTo>
                <a:lnTo>
                  <a:pt x="345" y="213"/>
                </a:lnTo>
                <a:cubicBezTo>
                  <a:pt x="345" y="284"/>
                  <a:pt x="284" y="346"/>
                  <a:pt x="213" y="346"/>
                </a:cubicBezTo>
                <a:cubicBezTo>
                  <a:pt x="142" y="346"/>
                  <a:pt x="79" y="284"/>
                  <a:pt x="79" y="213"/>
                </a:cubicBezTo>
                <a:cubicBezTo>
                  <a:pt x="79" y="203"/>
                  <a:pt x="88" y="203"/>
                  <a:pt x="88" y="195"/>
                </a:cubicBezTo>
                <a:cubicBezTo>
                  <a:pt x="0" y="195"/>
                  <a:pt x="0" y="195"/>
                  <a:pt x="0" y="195"/>
                </a:cubicBezTo>
                <a:cubicBezTo>
                  <a:pt x="0" y="363"/>
                  <a:pt x="0" y="363"/>
                  <a:pt x="0" y="363"/>
                </a:cubicBezTo>
                <a:cubicBezTo>
                  <a:pt x="0" y="399"/>
                  <a:pt x="26" y="434"/>
                  <a:pt x="62" y="434"/>
                </a:cubicBezTo>
                <a:cubicBezTo>
                  <a:pt x="363" y="434"/>
                  <a:pt x="363" y="434"/>
                  <a:pt x="363" y="434"/>
                </a:cubicBezTo>
                <a:cubicBezTo>
                  <a:pt x="398" y="434"/>
                  <a:pt x="425" y="399"/>
                  <a:pt x="425" y="363"/>
                </a:cubicBezTo>
                <a:cubicBezTo>
                  <a:pt x="425" y="195"/>
                  <a:pt x="425" y="195"/>
                  <a:pt x="425" y="195"/>
                </a:cubicBezTo>
                <a:cubicBezTo>
                  <a:pt x="337" y="195"/>
                  <a:pt x="337" y="195"/>
                  <a:pt x="337" y="195"/>
                </a:cubicBezTo>
                <a:cubicBezTo>
                  <a:pt x="337" y="203"/>
                  <a:pt x="345" y="203"/>
                  <a:pt x="345" y="213"/>
                </a:cubicBezTo>
                <a:close/>
                <a:moveTo>
                  <a:pt x="363" y="0"/>
                </a:moveTo>
                <a:lnTo>
                  <a:pt x="363" y="0"/>
                </a:lnTo>
                <a:cubicBezTo>
                  <a:pt x="62" y="0"/>
                  <a:pt x="62" y="0"/>
                  <a:pt x="62" y="0"/>
                </a:cubicBezTo>
                <a:cubicBezTo>
                  <a:pt x="26" y="0"/>
                  <a:pt x="0" y="36"/>
                  <a:pt x="0" y="71"/>
                </a:cubicBezTo>
                <a:cubicBezTo>
                  <a:pt x="0" y="142"/>
                  <a:pt x="0" y="142"/>
                  <a:pt x="0" y="142"/>
                </a:cubicBezTo>
                <a:cubicBezTo>
                  <a:pt x="106" y="142"/>
                  <a:pt x="106" y="142"/>
                  <a:pt x="106" y="142"/>
                </a:cubicBezTo>
                <a:cubicBezTo>
                  <a:pt x="132" y="106"/>
                  <a:pt x="168" y="89"/>
                  <a:pt x="213" y="89"/>
                </a:cubicBezTo>
                <a:cubicBezTo>
                  <a:pt x="257" y="89"/>
                  <a:pt x="292" y="106"/>
                  <a:pt x="319" y="142"/>
                </a:cubicBezTo>
                <a:cubicBezTo>
                  <a:pt x="425" y="142"/>
                  <a:pt x="425" y="142"/>
                  <a:pt x="425" y="142"/>
                </a:cubicBezTo>
                <a:cubicBezTo>
                  <a:pt x="425" y="71"/>
                  <a:pt x="425" y="71"/>
                  <a:pt x="425" y="71"/>
                </a:cubicBezTo>
                <a:cubicBezTo>
                  <a:pt x="425" y="36"/>
                  <a:pt x="398" y="0"/>
                  <a:pt x="363" y="0"/>
                </a:cubicBezTo>
                <a:close/>
                <a:moveTo>
                  <a:pt x="390" y="89"/>
                </a:moveTo>
                <a:lnTo>
                  <a:pt x="390" y="89"/>
                </a:lnTo>
                <a:cubicBezTo>
                  <a:pt x="390" y="89"/>
                  <a:pt x="390" y="97"/>
                  <a:pt x="381" y="97"/>
                </a:cubicBezTo>
                <a:cubicBezTo>
                  <a:pt x="345" y="97"/>
                  <a:pt x="345" y="97"/>
                  <a:pt x="345" y="97"/>
                </a:cubicBezTo>
                <a:cubicBezTo>
                  <a:pt x="337" y="97"/>
                  <a:pt x="328" y="89"/>
                  <a:pt x="328" y="89"/>
                </a:cubicBezTo>
                <a:cubicBezTo>
                  <a:pt x="328" y="53"/>
                  <a:pt x="328" y="53"/>
                  <a:pt x="328" y="53"/>
                </a:cubicBezTo>
                <a:cubicBezTo>
                  <a:pt x="328" y="44"/>
                  <a:pt x="337" y="36"/>
                  <a:pt x="345" y="36"/>
                </a:cubicBezTo>
                <a:cubicBezTo>
                  <a:pt x="381" y="36"/>
                  <a:pt x="381" y="36"/>
                  <a:pt x="381" y="36"/>
                </a:cubicBezTo>
                <a:cubicBezTo>
                  <a:pt x="390" y="36"/>
                  <a:pt x="390" y="44"/>
                  <a:pt x="390" y="53"/>
                </a:cubicBezTo>
                <a:lnTo>
                  <a:pt x="390" y="89"/>
                </a:lnTo>
                <a:close/>
                <a:moveTo>
                  <a:pt x="292" y="213"/>
                </a:moveTo>
                <a:lnTo>
                  <a:pt x="292" y="213"/>
                </a:lnTo>
                <a:cubicBezTo>
                  <a:pt x="292" y="168"/>
                  <a:pt x="257" y="133"/>
                  <a:pt x="213" y="133"/>
                </a:cubicBezTo>
                <a:cubicBezTo>
                  <a:pt x="168" y="133"/>
                  <a:pt x="132" y="168"/>
                  <a:pt x="132" y="213"/>
                </a:cubicBezTo>
                <a:cubicBezTo>
                  <a:pt x="132" y="257"/>
                  <a:pt x="168" y="293"/>
                  <a:pt x="213" y="293"/>
                </a:cubicBezTo>
                <a:cubicBezTo>
                  <a:pt x="257" y="293"/>
                  <a:pt x="292" y="257"/>
                  <a:pt x="292" y="213"/>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32" name="Freeform 106">
            <a:extLst>
              <a:ext uri="{FF2B5EF4-FFF2-40B4-BE49-F238E27FC236}">
                <a16:creationId xmlns:a16="http://schemas.microsoft.com/office/drawing/2014/main" id="{37FE3509-465B-4FB7-53CF-461FFB049E30}"/>
              </a:ext>
            </a:extLst>
          </p:cNvPr>
          <p:cNvSpPr>
            <a:spLocks noChangeArrowheads="1"/>
          </p:cNvSpPr>
          <p:nvPr/>
        </p:nvSpPr>
        <p:spPr bwMode="auto">
          <a:xfrm>
            <a:off x="10788824" y="1583913"/>
            <a:ext cx="410774" cy="413587"/>
          </a:xfrm>
          <a:custGeom>
            <a:avLst/>
            <a:gdLst>
              <a:gd name="T0" fmla="*/ 372 w 426"/>
              <a:gd name="T1" fmla="*/ 0 h 427"/>
              <a:gd name="T2" fmla="*/ 372 w 426"/>
              <a:gd name="T3" fmla="*/ 0 h 427"/>
              <a:gd name="T4" fmla="*/ 53 w 426"/>
              <a:gd name="T5" fmla="*/ 0 h 427"/>
              <a:gd name="T6" fmla="*/ 0 w 426"/>
              <a:gd name="T7" fmla="*/ 53 h 427"/>
              <a:gd name="T8" fmla="*/ 0 w 426"/>
              <a:gd name="T9" fmla="*/ 372 h 427"/>
              <a:gd name="T10" fmla="*/ 53 w 426"/>
              <a:gd name="T11" fmla="*/ 426 h 427"/>
              <a:gd name="T12" fmla="*/ 213 w 426"/>
              <a:gd name="T13" fmla="*/ 426 h 427"/>
              <a:gd name="T14" fmla="*/ 213 w 426"/>
              <a:gd name="T15" fmla="*/ 274 h 427"/>
              <a:gd name="T16" fmla="*/ 160 w 426"/>
              <a:gd name="T17" fmla="*/ 274 h 427"/>
              <a:gd name="T18" fmla="*/ 160 w 426"/>
              <a:gd name="T19" fmla="*/ 204 h 427"/>
              <a:gd name="T20" fmla="*/ 213 w 426"/>
              <a:gd name="T21" fmla="*/ 204 h 427"/>
              <a:gd name="T22" fmla="*/ 213 w 426"/>
              <a:gd name="T23" fmla="*/ 168 h 427"/>
              <a:gd name="T24" fmla="*/ 301 w 426"/>
              <a:gd name="T25" fmla="*/ 80 h 427"/>
              <a:gd name="T26" fmla="*/ 346 w 426"/>
              <a:gd name="T27" fmla="*/ 80 h 427"/>
              <a:gd name="T28" fmla="*/ 346 w 426"/>
              <a:gd name="T29" fmla="*/ 160 h 427"/>
              <a:gd name="T30" fmla="*/ 310 w 426"/>
              <a:gd name="T31" fmla="*/ 160 h 427"/>
              <a:gd name="T32" fmla="*/ 292 w 426"/>
              <a:gd name="T33" fmla="*/ 168 h 427"/>
              <a:gd name="T34" fmla="*/ 292 w 426"/>
              <a:gd name="T35" fmla="*/ 204 h 427"/>
              <a:gd name="T36" fmla="*/ 346 w 426"/>
              <a:gd name="T37" fmla="*/ 204 h 427"/>
              <a:gd name="T38" fmla="*/ 346 w 426"/>
              <a:gd name="T39" fmla="*/ 274 h 427"/>
              <a:gd name="T40" fmla="*/ 292 w 426"/>
              <a:gd name="T41" fmla="*/ 274 h 427"/>
              <a:gd name="T42" fmla="*/ 292 w 426"/>
              <a:gd name="T43" fmla="*/ 426 h 427"/>
              <a:gd name="T44" fmla="*/ 372 w 426"/>
              <a:gd name="T45" fmla="*/ 426 h 427"/>
              <a:gd name="T46" fmla="*/ 425 w 426"/>
              <a:gd name="T47" fmla="*/ 372 h 427"/>
              <a:gd name="T48" fmla="*/ 425 w 426"/>
              <a:gd name="T49" fmla="*/ 53 h 427"/>
              <a:gd name="T50" fmla="*/ 372 w 426"/>
              <a:gd name="T51" fmla="*/ 0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26" h="427">
                <a:moveTo>
                  <a:pt x="372" y="0"/>
                </a:moveTo>
                <a:lnTo>
                  <a:pt x="372" y="0"/>
                </a:lnTo>
                <a:cubicBezTo>
                  <a:pt x="53" y="0"/>
                  <a:pt x="53" y="0"/>
                  <a:pt x="53" y="0"/>
                </a:cubicBezTo>
                <a:cubicBezTo>
                  <a:pt x="27" y="0"/>
                  <a:pt x="0" y="27"/>
                  <a:pt x="0" y="53"/>
                </a:cubicBezTo>
                <a:cubicBezTo>
                  <a:pt x="0" y="372"/>
                  <a:pt x="0" y="372"/>
                  <a:pt x="0" y="372"/>
                </a:cubicBezTo>
                <a:cubicBezTo>
                  <a:pt x="0" y="399"/>
                  <a:pt x="27" y="426"/>
                  <a:pt x="53" y="426"/>
                </a:cubicBezTo>
                <a:cubicBezTo>
                  <a:pt x="213" y="426"/>
                  <a:pt x="213" y="426"/>
                  <a:pt x="213" y="426"/>
                </a:cubicBezTo>
                <a:cubicBezTo>
                  <a:pt x="213" y="274"/>
                  <a:pt x="213" y="274"/>
                  <a:pt x="213" y="274"/>
                </a:cubicBezTo>
                <a:cubicBezTo>
                  <a:pt x="160" y="274"/>
                  <a:pt x="160" y="274"/>
                  <a:pt x="160" y="274"/>
                </a:cubicBezTo>
                <a:cubicBezTo>
                  <a:pt x="160" y="204"/>
                  <a:pt x="160" y="204"/>
                  <a:pt x="160" y="204"/>
                </a:cubicBezTo>
                <a:cubicBezTo>
                  <a:pt x="213" y="204"/>
                  <a:pt x="213" y="204"/>
                  <a:pt x="213" y="204"/>
                </a:cubicBezTo>
                <a:cubicBezTo>
                  <a:pt x="213" y="168"/>
                  <a:pt x="213" y="168"/>
                  <a:pt x="213" y="168"/>
                </a:cubicBezTo>
                <a:cubicBezTo>
                  <a:pt x="213" y="124"/>
                  <a:pt x="257" y="80"/>
                  <a:pt x="301" y="80"/>
                </a:cubicBezTo>
                <a:cubicBezTo>
                  <a:pt x="346" y="80"/>
                  <a:pt x="346" y="80"/>
                  <a:pt x="346" y="80"/>
                </a:cubicBezTo>
                <a:cubicBezTo>
                  <a:pt x="346" y="160"/>
                  <a:pt x="346" y="160"/>
                  <a:pt x="346" y="160"/>
                </a:cubicBezTo>
                <a:cubicBezTo>
                  <a:pt x="310" y="160"/>
                  <a:pt x="310" y="160"/>
                  <a:pt x="310" y="160"/>
                </a:cubicBezTo>
                <a:cubicBezTo>
                  <a:pt x="292" y="160"/>
                  <a:pt x="292" y="160"/>
                  <a:pt x="292" y="168"/>
                </a:cubicBezTo>
                <a:cubicBezTo>
                  <a:pt x="292" y="204"/>
                  <a:pt x="292" y="204"/>
                  <a:pt x="292" y="204"/>
                </a:cubicBezTo>
                <a:cubicBezTo>
                  <a:pt x="346" y="204"/>
                  <a:pt x="346" y="204"/>
                  <a:pt x="346" y="204"/>
                </a:cubicBezTo>
                <a:cubicBezTo>
                  <a:pt x="346" y="274"/>
                  <a:pt x="346" y="274"/>
                  <a:pt x="346" y="274"/>
                </a:cubicBezTo>
                <a:cubicBezTo>
                  <a:pt x="292" y="274"/>
                  <a:pt x="292" y="274"/>
                  <a:pt x="292" y="274"/>
                </a:cubicBezTo>
                <a:cubicBezTo>
                  <a:pt x="292" y="426"/>
                  <a:pt x="292" y="426"/>
                  <a:pt x="292" y="426"/>
                </a:cubicBezTo>
                <a:cubicBezTo>
                  <a:pt x="372" y="426"/>
                  <a:pt x="372" y="426"/>
                  <a:pt x="372" y="426"/>
                </a:cubicBezTo>
                <a:cubicBezTo>
                  <a:pt x="399" y="426"/>
                  <a:pt x="425" y="399"/>
                  <a:pt x="425" y="372"/>
                </a:cubicBezTo>
                <a:cubicBezTo>
                  <a:pt x="425" y="53"/>
                  <a:pt x="425" y="53"/>
                  <a:pt x="425" y="53"/>
                </a:cubicBezTo>
                <a:cubicBezTo>
                  <a:pt x="425" y="27"/>
                  <a:pt x="399" y="0"/>
                  <a:pt x="372" y="0"/>
                </a:cubicBez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33" name="Freeform 119">
            <a:extLst>
              <a:ext uri="{FF2B5EF4-FFF2-40B4-BE49-F238E27FC236}">
                <a16:creationId xmlns:a16="http://schemas.microsoft.com/office/drawing/2014/main" id="{1D80EAF1-A465-0C64-2323-E12D0055D497}"/>
              </a:ext>
            </a:extLst>
          </p:cNvPr>
          <p:cNvSpPr>
            <a:spLocks noChangeArrowheads="1"/>
          </p:cNvSpPr>
          <p:nvPr/>
        </p:nvSpPr>
        <p:spPr bwMode="auto">
          <a:xfrm>
            <a:off x="5994582" y="3466159"/>
            <a:ext cx="461418" cy="452978"/>
          </a:xfrm>
          <a:custGeom>
            <a:avLst/>
            <a:gdLst>
              <a:gd name="T0" fmla="*/ 293 w 480"/>
              <a:gd name="T1" fmla="*/ 231 h 471"/>
              <a:gd name="T2" fmla="*/ 249 w 480"/>
              <a:gd name="T3" fmla="*/ 213 h 471"/>
              <a:gd name="T4" fmla="*/ 222 w 480"/>
              <a:gd name="T5" fmla="*/ 204 h 471"/>
              <a:gd name="T6" fmla="*/ 213 w 480"/>
              <a:gd name="T7" fmla="*/ 196 h 471"/>
              <a:gd name="T8" fmla="*/ 240 w 480"/>
              <a:gd name="T9" fmla="*/ 177 h 471"/>
              <a:gd name="T10" fmla="*/ 266 w 480"/>
              <a:gd name="T11" fmla="*/ 196 h 471"/>
              <a:gd name="T12" fmla="*/ 284 w 480"/>
              <a:gd name="T13" fmla="*/ 204 h 471"/>
              <a:gd name="T14" fmla="*/ 302 w 480"/>
              <a:gd name="T15" fmla="*/ 186 h 471"/>
              <a:gd name="T16" fmla="*/ 293 w 480"/>
              <a:gd name="T17" fmla="*/ 160 h 471"/>
              <a:gd name="T18" fmla="*/ 240 w 480"/>
              <a:gd name="T19" fmla="*/ 151 h 471"/>
              <a:gd name="T20" fmla="*/ 178 w 480"/>
              <a:gd name="T21" fmla="*/ 168 h 471"/>
              <a:gd name="T22" fmla="*/ 178 w 480"/>
              <a:gd name="T23" fmla="*/ 221 h 471"/>
              <a:gd name="T24" fmla="*/ 231 w 480"/>
              <a:gd name="T25" fmla="*/ 249 h 471"/>
              <a:gd name="T26" fmla="*/ 266 w 480"/>
              <a:gd name="T27" fmla="*/ 257 h 471"/>
              <a:gd name="T28" fmla="*/ 266 w 480"/>
              <a:gd name="T29" fmla="*/ 284 h 471"/>
              <a:gd name="T30" fmla="*/ 222 w 480"/>
              <a:gd name="T31" fmla="*/ 293 h 471"/>
              <a:gd name="T32" fmla="*/ 205 w 480"/>
              <a:gd name="T33" fmla="*/ 266 h 471"/>
              <a:gd name="T34" fmla="*/ 187 w 480"/>
              <a:gd name="T35" fmla="*/ 257 h 471"/>
              <a:gd name="T36" fmla="*/ 169 w 480"/>
              <a:gd name="T37" fmla="*/ 275 h 471"/>
              <a:gd name="T38" fmla="*/ 195 w 480"/>
              <a:gd name="T39" fmla="*/ 311 h 471"/>
              <a:gd name="T40" fmla="*/ 275 w 480"/>
              <a:gd name="T41" fmla="*/ 319 h 471"/>
              <a:gd name="T42" fmla="*/ 311 w 480"/>
              <a:gd name="T43" fmla="*/ 266 h 471"/>
              <a:gd name="T44" fmla="*/ 293 w 480"/>
              <a:gd name="T45" fmla="*/ 231 h 471"/>
              <a:gd name="T46" fmla="*/ 240 w 480"/>
              <a:gd name="T47" fmla="*/ 0 h 471"/>
              <a:gd name="T48" fmla="*/ 240 w 480"/>
              <a:gd name="T49" fmla="*/ 470 h 471"/>
              <a:gd name="T50" fmla="*/ 240 w 480"/>
              <a:gd name="T51" fmla="*/ 0 h 471"/>
              <a:gd name="T52" fmla="*/ 293 w 480"/>
              <a:gd name="T53" fmla="*/ 364 h 471"/>
              <a:gd name="T54" fmla="*/ 240 w 480"/>
              <a:gd name="T55" fmla="*/ 364 h 471"/>
              <a:gd name="T56" fmla="*/ 124 w 480"/>
              <a:gd name="T57" fmla="*/ 213 h 471"/>
              <a:gd name="T58" fmla="*/ 187 w 480"/>
              <a:gd name="T59" fmla="*/ 98 h 471"/>
              <a:gd name="T60" fmla="*/ 240 w 480"/>
              <a:gd name="T61" fmla="*/ 107 h 471"/>
              <a:gd name="T62" fmla="*/ 364 w 480"/>
              <a:gd name="T63" fmla="*/ 266 h 471"/>
              <a:gd name="T64" fmla="*/ 293 w 480"/>
              <a:gd name="T65" fmla="*/ 364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471">
                <a:moveTo>
                  <a:pt x="293" y="231"/>
                </a:moveTo>
                <a:lnTo>
                  <a:pt x="293" y="231"/>
                </a:lnTo>
                <a:cubicBezTo>
                  <a:pt x="284" y="231"/>
                  <a:pt x="284" y="221"/>
                  <a:pt x="275" y="221"/>
                </a:cubicBezTo>
                <a:cubicBezTo>
                  <a:pt x="266" y="221"/>
                  <a:pt x="258" y="213"/>
                  <a:pt x="249" y="213"/>
                </a:cubicBezTo>
                <a:cubicBezTo>
                  <a:pt x="240" y="213"/>
                  <a:pt x="231" y="213"/>
                  <a:pt x="231" y="213"/>
                </a:cubicBezTo>
                <a:cubicBezTo>
                  <a:pt x="222" y="204"/>
                  <a:pt x="222" y="204"/>
                  <a:pt x="222" y="204"/>
                </a:cubicBezTo>
                <a:cubicBezTo>
                  <a:pt x="213" y="204"/>
                  <a:pt x="213" y="204"/>
                  <a:pt x="213" y="204"/>
                </a:cubicBezTo>
                <a:cubicBezTo>
                  <a:pt x="213" y="196"/>
                  <a:pt x="213" y="196"/>
                  <a:pt x="213" y="196"/>
                </a:cubicBezTo>
                <a:cubicBezTo>
                  <a:pt x="213" y="186"/>
                  <a:pt x="213" y="186"/>
                  <a:pt x="213" y="177"/>
                </a:cubicBezTo>
                <a:cubicBezTo>
                  <a:pt x="222" y="177"/>
                  <a:pt x="231" y="177"/>
                  <a:pt x="240" y="177"/>
                </a:cubicBezTo>
                <a:cubicBezTo>
                  <a:pt x="249" y="177"/>
                  <a:pt x="258" y="177"/>
                  <a:pt x="258" y="177"/>
                </a:cubicBezTo>
                <a:cubicBezTo>
                  <a:pt x="266" y="186"/>
                  <a:pt x="266" y="186"/>
                  <a:pt x="266" y="196"/>
                </a:cubicBezTo>
                <a:cubicBezTo>
                  <a:pt x="275" y="196"/>
                  <a:pt x="275" y="204"/>
                  <a:pt x="275" y="204"/>
                </a:cubicBezTo>
                <a:lnTo>
                  <a:pt x="284" y="204"/>
                </a:lnTo>
                <a:cubicBezTo>
                  <a:pt x="293" y="204"/>
                  <a:pt x="293" y="204"/>
                  <a:pt x="302" y="204"/>
                </a:cubicBezTo>
                <a:cubicBezTo>
                  <a:pt x="302" y="196"/>
                  <a:pt x="302" y="196"/>
                  <a:pt x="302" y="186"/>
                </a:cubicBezTo>
                <a:lnTo>
                  <a:pt x="302" y="177"/>
                </a:lnTo>
                <a:cubicBezTo>
                  <a:pt x="302" y="168"/>
                  <a:pt x="293" y="168"/>
                  <a:pt x="293" y="160"/>
                </a:cubicBezTo>
                <a:cubicBezTo>
                  <a:pt x="284" y="160"/>
                  <a:pt x="275" y="151"/>
                  <a:pt x="266" y="151"/>
                </a:cubicBezTo>
                <a:cubicBezTo>
                  <a:pt x="258" y="151"/>
                  <a:pt x="249" y="151"/>
                  <a:pt x="240" y="151"/>
                </a:cubicBezTo>
                <a:cubicBezTo>
                  <a:pt x="222" y="151"/>
                  <a:pt x="213" y="151"/>
                  <a:pt x="205" y="151"/>
                </a:cubicBezTo>
                <a:cubicBezTo>
                  <a:pt x="195" y="160"/>
                  <a:pt x="187" y="160"/>
                  <a:pt x="178" y="168"/>
                </a:cubicBezTo>
                <a:cubicBezTo>
                  <a:pt x="178" y="177"/>
                  <a:pt x="169" y="186"/>
                  <a:pt x="169" y="196"/>
                </a:cubicBezTo>
                <a:cubicBezTo>
                  <a:pt x="169" y="204"/>
                  <a:pt x="178" y="213"/>
                  <a:pt x="178" y="221"/>
                </a:cubicBezTo>
                <a:cubicBezTo>
                  <a:pt x="187" y="231"/>
                  <a:pt x="195" y="231"/>
                  <a:pt x="205" y="240"/>
                </a:cubicBezTo>
                <a:cubicBezTo>
                  <a:pt x="213" y="240"/>
                  <a:pt x="222" y="240"/>
                  <a:pt x="231" y="249"/>
                </a:cubicBezTo>
                <a:cubicBezTo>
                  <a:pt x="240" y="249"/>
                  <a:pt x="249" y="249"/>
                  <a:pt x="258" y="249"/>
                </a:cubicBezTo>
                <a:cubicBezTo>
                  <a:pt x="258" y="257"/>
                  <a:pt x="266" y="257"/>
                  <a:pt x="266" y="257"/>
                </a:cubicBezTo>
                <a:cubicBezTo>
                  <a:pt x="275" y="266"/>
                  <a:pt x="275" y="266"/>
                  <a:pt x="275" y="275"/>
                </a:cubicBezTo>
                <a:lnTo>
                  <a:pt x="266" y="284"/>
                </a:lnTo>
                <a:cubicBezTo>
                  <a:pt x="258" y="293"/>
                  <a:pt x="249" y="293"/>
                  <a:pt x="240" y="293"/>
                </a:cubicBezTo>
                <a:cubicBezTo>
                  <a:pt x="231" y="293"/>
                  <a:pt x="222" y="293"/>
                  <a:pt x="222" y="293"/>
                </a:cubicBezTo>
                <a:cubicBezTo>
                  <a:pt x="213" y="284"/>
                  <a:pt x="213" y="284"/>
                  <a:pt x="213" y="284"/>
                </a:cubicBezTo>
                <a:cubicBezTo>
                  <a:pt x="213" y="275"/>
                  <a:pt x="205" y="275"/>
                  <a:pt x="205" y="266"/>
                </a:cubicBezTo>
                <a:cubicBezTo>
                  <a:pt x="205" y="266"/>
                  <a:pt x="205" y="257"/>
                  <a:pt x="195" y="257"/>
                </a:cubicBezTo>
                <a:lnTo>
                  <a:pt x="187" y="257"/>
                </a:lnTo>
                <a:cubicBezTo>
                  <a:pt x="178" y="257"/>
                  <a:pt x="178" y="257"/>
                  <a:pt x="178" y="257"/>
                </a:cubicBezTo>
                <a:cubicBezTo>
                  <a:pt x="169" y="266"/>
                  <a:pt x="169" y="266"/>
                  <a:pt x="169" y="275"/>
                </a:cubicBezTo>
                <a:cubicBezTo>
                  <a:pt x="169" y="275"/>
                  <a:pt x="169" y="284"/>
                  <a:pt x="178" y="293"/>
                </a:cubicBezTo>
                <a:cubicBezTo>
                  <a:pt x="178" y="302"/>
                  <a:pt x="187" y="311"/>
                  <a:pt x="195" y="311"/>
                </a:cubicBezTo>
                <a:cubicBezTo>
                  <a:pt x="205" y="319"/>
                  <a:pt x="222" y="319"/>
                  <a:pt x="240" y="319"/>
                </a:cubicBezTo>
                <a:cubicBezTo>
                  <a:pt x="258" y="319"/>
                  <a:pt x="266" y="319"/>
                  <a:pt x="275" y="319"/>
                </a:cubicBezTo>
                <a:cubicBezTo>
                  <a:pt x="293" y="311"/>
                  <a:pt x="302" y="302"/>
                  <a:pt x="302" y="293"/>
                </a:cubicBezTo>
                <a:cubicBezTo>
                  <a:pt x="311" y="284"/>
                  <a:pt x="311" y="275"/>
                  <a:pt x="311" y="266"/>
                </a:cubicBezTo>
                <a:cubicBezTo>
                  <a:pt x="311" y="257"/>
                  <a:pt x="311" y="249"/>
                  <a:pt x="311" y="249"/>
                </a:cubicBezTo>
                <a:cubicBezTo>
                  <a:pt x="302" y="240"/>
                  <a:pt x="302" y="231"/>
                  <a:pt x="293" y="231"/>
                </a:cubicBezTo>
                <a:close/>
                <a:moveTo>
                  <a:pt x="240" y="0"/>
                </a:moveTo>
                <a:lnTo>
                  <a:pt x="240" y="0"/>
                </a:lnTo>
                <a:cubicBezTo>
                  <a:pt x="107" y="0"/>
                  <a:pt x="0" y="107"/>
                  <a:pt x="0" y="231"/>
                </a:cubicBezTo>
                <a:cubicBezTo>
                  <a:pt x="0" y="364"/>
                  <a:pt x="107" y="470"/>
                  <a:pt x="240" y="470"/>
                </a:cubicBezTo>
                <a:cubicBezTo>
                  <a:pt x="372" y="470"/>
                  <a:pt x="479" y="364"/>
                  <a:pt x="479" y="231"/>
                </a:cubicBezTo>
                <a:cubicBezTo>
                  <a:pt x="479" y="107"/>
                  <a:pt x="372" y="0"/>
                  <a:pt x="240" y="0"/>
                </a:cubicBezTo>
                <a:close/>
                <a:moveTo>
                  <a:pt x="293" y="364"/>
                </a:moveTo>
                <a:lnTo>
                  <a:pt x="293" y="364"/>
                </a:lnTo>
                <a:cubicBezTo>
                  <a:pt x="284" y="364"/>
                  <a:pt x="275" y="364"/>
                  <a:pt x="266" y="364"/>
                </a:cubicBezTo>
                <a:cubicBezTo>
                  <a:pt x="258" y="364"/>
                  <a:pt x="249" y="364"/>
                  <a:pt x="240" y="364"/>
                </a:cubicBezTo>
                <a:cubicBezTo>
                  <a:pt x="178" y="364"/>
                  <a:pt x="115" y="302"/>
                  <a:pt x="115" y="240"/>
                </a:cubicBezTo>
                <a:cubicBezTo>
                  <a:pt x="115" y="231"/>
                  <a:pt x="115" y="221"/>
                  <a:pt x="124" y="213"/>
                </a:cubicBezTo>
                <a:cubicBezTo>
                  <a:pt x="115" y="204"/>
                  <a:pt x="115" y="186"/>
                  <a:pt x="115" y="177"/>
                </a:cubicBezTo>
                <a:cubicBezTo>
                  <a:pt x="115" y="133"/>
                  <a:pt x="142" y="98"/>
                  <a:pt x="187" y="98"/>
                </a:cubicBezTo>
                <a:cubicBezTo>
                  <a:pt x="195" y="98"/>
                  <a:pt x="213" y="107"/>
                  <a:pt x="222" y="115"/>
                </a:cubicBezTo>
                <a:cubicBezTo>
                  <a:pt x="231" y="107"/>
                  <a:pt x="231" y="107"/>
                  <a:pt x="240" y="107"/>
                </a:cubicBezTo>
                <a:cubicBezTo>
                  <a:pt x="311" y="107"/>
                  <a:pt x="364" y="168"/>
                  <a:pt x="364" y="240"/>
                </a:cubicBezTo>
                <a:cubicBezTo>
                  <a:pt x="364" y="249"/>
                  <a:pt x="364" y="257"/>
                  <a:pt x="364" y="266"/>
                </a:cubicBezTo>
                <a:cubicBezTo>
                  <a:pt x="364" y="275"/>
                  <a:pt x="364" y="284"/>
                  <a:pt x="364" y="293"/>
                </a:cubicBezTo>
                <a:cubicBezTo>
                  <a:pt x="364" y="337"/>
                  <a:pt x="337" y="364"/>
                  <a:pt x="293" y="364"/>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34" name="Freeform 120">
            <a:extLst>
              <a:ext uri="{FF2B5EF4-FFF2-40B4-BE49-F238E27FC236}">
                <a16:creationId xmlns:a16="http://schemas.microsoft.com/office/drawing/2014/main" id="{8CB60A1A-1E72-09C9-2D1F-2606CDFCA2EA}"/>
              </a:ext>
            </a:extLst>
          </p:cNvPr>
          <p:cNvSpPr>
            <a:spLocks noChangeArrowheads="1"/>
          </p:cNvSpPr>
          <p:nvPr/>
        </p:nvSpPr>
        <p:spPr bwMode="auto">
          <a:xfrm>
            <a:off x="7896523" y="3483041"/>
            <a:ext cx="478299" cy="419216"/>
          </a:xfrm>
          <a:custGeom>
            <a:avLst/>
            <a:gdLst>
              <a:gd name="T0" fmla="*/ 363 w 497"/>
              <a:gd name="T1" fmla="*/ 222 h 435"/>
              <a:gd name="T2" fmla="*/ 363 w 497"/>
              <a:gd name="T3" fmla="*/ 222 h 435"/>
              <a:gd name="T4" fmla="*/ 354 w 497"/>
              <a:gd name="T5" fmla="*/ 203 h 435"/>
              <a:gd name="T6" fmla="*/ 354 w 497"/>
              <a:gd name="T7" fmla="*/ 159 h 435"/>
              <a:gd name="T8" fmla="*/ 247 w 497"/>
              <a:gd name="T9" fmla="*/ 159 h 435"/>
              <a:gd name="T10" fmla="*/ 239 w 497"/>
              <a:gd name="T11" fmla="*/ 150 h 435"/>
              <a:gd name="T12" fmla="*/ 230 w 497"/>
              <a:gd name="T13" fmla="*/ 89 h 435"/>
              <a:gd name="T14" fmla="*/ 71 w 497"/>
              <a:gd name="T15" fmla="*/ 159 h 435"/>
              <a:gd name="T16" fmla="*/ 0 w 497"/>
              <a:gd name="T17" fmla="*/ 293 h 435"/>
              <a:gd name="T18" fmla="*/ 203 w 497"/>
              <a:gd name="T19" fmla="*/ 434 h 435"/>
              <a:gd name="T20" fmla="*/ 425 w 497"/>
              <a:gd name="T21" fmla="*/ 284 h 435"/>
              <a:gd name="T22" fmla="*/ 363 w 497"/>
              <a:gd name="T23" fmla="*/ 222 h 435"/>
              <a:gd name="T24" fmla="*/ 203 w 497"/>
              <a:gd name="T25" fmla="*/ 390 h 435"/>
              <a:gd name="T26" fmla="*/ 203 w 497"/>
              <a:gd name="T27" fmla="*/ 390 h 435"/>
              <a:gd name="T28" fmla="*/ 53 w 497"/>
              <a:gd name="T29" fmla="*/ 310 h 435"/>
              <a:gd name="T30" fmla="*/ 186 w 497"/>
              <a:gd name="T31" fmla="*/ 203 h 435"/>
              <a:gd name="T32" fmla="*/ 336 w 497"/>
              <a:gd name="T33" fmla="*/ 284 h 435"/>
              <a:gd name="T34" fmla="*/ 203 w 497"/>
              <a:gd name="T35" fmla="*/ 390 h 435"/>
              <a:gd name="T36" fmla="*/ 496 w 497"/>
              <a:gd name="T37" fmla="*/ 150 h 435"/>
              <a:gd name="T38" fmla="*/ 496 w 497"/>
              <a:gd name="T39" fmla="*/ 150 h 435"/>
              <a:gd name="T40" fmla="*/ 345 w 497"/>
              <a:gd name="T41" fmla="*/ 0 h 435"/>
              <a:gd name="T42" fmla="*/ 327 w 497"/>
              <a:gd name="T43" fmla="*/ 18 h 435"/>
              <a:gd name="T44" fmla="*/ 345 w 497"/>
              <a:gd name="T45" fmla="*/ 36 h 435"/>
              <a:gd name="T46" fmla="*/ 460 w 497"/>
              <a:gd name="T47" fmla="*/ 150 h 435"/>
              <a:gd name="T48" fmla="*/ 478 w 497"/>
              <a:gd name="T49" fmla="*/ 168 h 435"/>
              <a:gd name="T50" fmla="*/ 496 w 497"/>
              <a:gd name="T51" fmla="*/ 150 h 435"/>
              <a:gd name="T52" fmla="*/ 425 w 497"/>
              <a:gd name="T53" fmla="*/ 150 h 435"/>
              <a:gd name="T54" fmla="*/ 425 w 497"/>
              <a:gd name="T55" fmla="*/ 150 h 435"/>
              <a:gd name="T56" fmla="*/ 345 w 497"/>
              <a:gd name="T57" fmla="*/ 71 h 435"/>
              <a:gd name="T58" fmla="*/ 327 w 497"/>
              <a:gd name="T59" fmla="*/ 89 h 435"/>
              <a:gd name="T60" fmla="*/ 345 w 497"/>
              <a:gd name="T61" fmla="*/ 106 h 435"/>
              <a:gd name="T62" fmla="*/ 390 w 497"/>
              <a:gd name="T63" fmla="*/ 159 h 435"/>
              <a:gd name="T64" fmla="*/ 416 w 497"/>
              <a:gd name="T65" fmla="*/ 168 h 435"/>
              <a:gd name="T66" fmla="*/ 425 w 497"/>
              <a:gd name="T67" fmla="*/ 150 h 435"/>
              <a:gd name="T68" fmla="*/ 159 w 497"/>
              <a:gd name="T69" fmla="*/ 257 h 435"/>
              <a:gd name="T70" fmla="*/ 159 w 497"/>
              <a:gd name="T71" fmla="*/ 257 h 435"/>
              <a:gd name="T72" fmla="*/ 115 w 497"/>
              <a:gd name="T73" fmla="*/ 310 h 435"/>
              <a:gd name="T74" fmla="*/ 186 w 497"/>
              <a:gd name="T75" fmla="*/ 354 h 435"/>
              <a:gd name="T76" fmla="*/ 230 w 497"/>
              <a:gd name="T77" fmla="*/ 293 h 435"/>
              <a:gd name="T78" fmla="*/ 159 w 497"/>
              <a:gd name="T79" fmla="*/ 257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97" h="435">
                <a:moveTo>
                  <a:pt x="363" y="222"/>
                </a:moveTo>
                <a:lnTo>
                  <a:pt x="363" y="222"/>
                </a:lnTo>
                <a:cubicBezTo>
                  <a:pt x="354" y="213"/>
                  <a:pt x="354" y="213"/>
                  <a:pt x="354" y="203"/>
                </a:cubicBezTo>
                <a:cubicBezTo>
                  <a:pt x="363" y="186"/>
                  <a:pt x="363" y="168"/>
                  <a:pt x="354" y="159"/>
                </a:cubicBezTo>
                <a:cubicBezTo>
                  <a:pt x="336" y="133"/>
                  <a:pt x="300" y="133"/>
                  <a:pt x="247" y="159"/>
                </a:cubicBezTo>
                <a:cubicBezTo>
                  <a:pt x="247" y="159"/>
                  <a:pt x="230" y="159"/>
                  <a:pt x="239" y="150"/>
                </a:cubicBezTo>
                <a:cubicBezTo>
                  <a:pt x="247" y="124"/>
                  <a:pt x="239" y="106"/>
                  <a:pt x="230" y="89"/>
                </a:cubicBezTo>
                <a:cubicBezTo>
                  <a:pt x="203" y="62"/>
                  <a:pt x="132" y="97"/>
                  <a:pt x="71" y="159"/>
                </a:cubicBezTo>
                <a:cubicBezTo>
                  <a:pt x="26" y="203"/>
                  <a:pt x="0" y="248"/>
                  <a:pt x="0" y="293"/>
                </a:cubicBezTo>
                <a:cubicBezTo>
                  <a:pt x="0" y="372"/>
                  <a:pt x="106" y="434"/>
                  <a:pt x="203" y="434"/>
                </a:cubicBezTo>
                <a:cubicBezTo>
                  <a:pt x="336" y="434"/>
                  <a:pt x="425" y="346"/>
                  <a:pt x="425" y="284"/>
                </a:cubicBezTo>
                <a:cubicBezTo>
                  <a:pt x="425" y="248"/>
                  <a:pt x="390" y="231"/>
                  <a:pt x="363" y="222"/>
                </a:cubicBezTo>
                <a:close/>
                <a:moveTo>
                  <a:pt x="203" y="390"/>
                </a:moveTo>
                <a:lnTo>
                  <a:pt x="203" y="390"/>
                </a:lnTo>
                <a:cubicBezTo>
                  <a:pt x="124" y="399"/>
                  <a:pt x="53" y="363"/>
                  <a:pt x="53" y="310"/>
                </a:cubicBezTo>
                <a:cubicBezTo>
                  <a:pt x="44" y="257"/>
                  <a:pt x="106" y="213"/>
                  <a:pt x="186" y="203"/>
                </a:cubicBezTo>
                <a:cubicBezTo>
                  <a:pt x="265" y="195"/>
                  <a:pt x="336" y="231"/>
                  <a:pt x="336" y="284"/>
                </a:cubicBezTo>
                <a:cubicBezTo>
                  <a:pt x="345" y="337"/>
                  <a:pt x="283" y="381"/>
                  <a:pt x="203" y="390"/>
                </a:cubicBezTo>
                <a:close/>
                <a:moveTo>
                  <a:pt x="496" y="150"/>
                </a:moveTo>
                <a:lnTo>
                  <a:pt x="496" y="150"/>
                </a:lnTo>
                <a:cubicBezTo>
                  <a:pt x="496" y="71"/>
                  <a:pt x="425" y="0"/>
                  <a:pt x="345" y="0"/>
                </a:cubicBezTo>
                <a:cubicBezTo>
                  <a:pt x="336" y="0"/>
                  <a:pt x="327" y="9"/>
                  <a:pt x="327" y="18"/>
                </a:cubicBezTo>
                <a:cubicBezTo>
                  <a:pt x="327" y="27"/>
                  <a:pt x="336" y="36"/>
                  <a:pt x="345" y="36"/>
                </a:cubicBezTo>
                <a:cubicBezTo>
                  <a:pt x="407" y="36"/>
                  <a:pt x="460" y="89"/>
                  <a:pt x="460" y="150"/>
                </a:cubicBezTo>
                <a:cubicBezTo>
                  <a:pt x="460" y="159"/>
                  <a:pt x="469" y="168"/>
                  <a:pt x="478" y="168"/>
                </a:cubicBezTo>
                <a:cubicBezTo>
                  <a:pt x="487" y="168"/>
                  <a:pt x="496" y="159"/>
                  <a:pt x="496" y="150"/>
                </a:cubicBezTo>
                <a:close/>
                <a:moveTo>
                  <a:pt x="425" y="150"/>
                </a:moveTo>
                <a:lnTo>
                  <a:pt x="425" y="150"/>
                </a:lnTo>
                <a:cubicBezTo>
                  <a:pt x="416" y="106"/>
                  <a:pt x="390" y="80"/>
                  <a:pt x="345" y="71"/>
                </a:cubicBezTo>
                <a:cubicBezTo>
                  <a:pt x="336" y="71"/>
                  <a:pt x="327" y="80"/>
                  <a:pt x="327" y="89"/>
                </a:cubicBezTo>
                <a:cubicBezTo>
                  <a:pt x="327" y="97"/>
                  <a:pt x="327" y="106"/>
                  <a:pt x="345" y="106"/>
                </a:cubicBezTo>
                <a:cubicBezTo>
                  <a:pt x="363" y="115"/>
                  <a:pt x="390" y="133"/>
                  <a:pt x="390" y="159"/>
                </a:cubicBezTo>
                <a:cubicBezTo>
                  <a:pt x="390" y="168"/>
                  <a:pt x="398" y="168"/>
                  <a:pt x="416" y="168"/>
                </a:cubicBezTo>
                <a:cubicBezTo>
                  <a:pt x="425" y="168"/>
                  <a:pt x="425" y="159"/>
                  <a:pt x="425" y="150"/>
                </a:cubicBezTo>
                <a:close/>
                <a:moveTo>
                  <a:pt x="159" y="257"/>
                </a:moveTo>
                <a:lnTo>
                  <a:pt x="159" y="257"/>
                </a:lnTo>
                <a:cubicBezTo>
                  <a:pt x="132" y="257"/>
                  <a:pt x="106" y="284"/>
                  <a:pt x="115" y="310"/>
                </a:cubicBezTo>
                <a:cubicBezTo>
                  <a:pt x="124" y="337"/>
                  <a:pt x="150" y="354"/>
                  <a:pt x="186" y="354"/>
                </a:cubicBezTo>
                <a:cubicBezTo>
                  <a:pt x="212" y="346"/>
                  <a:pt x="239" y="319"/>
                  <a:pt x="230" y="293"/>
                </a:cubicBezTo>
                <a:cubicBezTo>
                  <a:pt x="221" y="266"/>
                  <a:pt x="194" y="248"/>
                  <a:pt x="159" y="257"/>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35" name="Freeform 121">
            <a:extLst>
              <a:ext uri="{FF2B5EF4-FFF2-40B4-BE49-F238E27FC236}">
                <a16:creationId xmlns:a16="http://schemas.microsoft.com/office/drawing/2014/main" id="{4A719162-6E34-CFD3-74DC-94ECA7C1696B}"/>
              </a:ext>
            </a:extLst>
          </p:cNvPr>
          <p:cNvSpPr>
            <a:spLocks noChangeArrowheads="1"/>
          </p:cNvSpPr>
          <p:nvPr/>
        </p:nvSpPr>
        <p:spPr bwMode="auto">
          <a:xfrm>
            <a:off x="1228476" y="4481842"/>
            <a:ext cx="317929" cy="402333"/>
          </a:xfrm>
          <a:custGeom>
            <a:avLst/>
            <a:gdLst>
              <a:gd name="T0" fmla="*/ 213 w 329"/>
              <a:gd name="T1" fmla="*/ 213 h 418"/>
              <a:gd name="T2" fmla="*/ 213 w 329"/>
              <a:gd name="T3" fmla="*/ 213 h 418"/>
              <a:gd name="T4" fmla="*/ 98 w 329"/>
              <a:gd name="T5" fmla="*/ 88 h 418"/>
              <a:gd name="T6" fmla="*/ 124 w 329"/>
              <a:gd name="T7" fmla="*/ 0 h 418"/>
              <a:gd name="T8" fmla="*/ 36 w 329"/>
              <a:gd name="T9" fmla="*/ 26 h 418"/>
              <a:gd name="T10" fmla="*/ 9 w 329"/>
              <a:gd name="T11" fmla="*/ 61 h 418"/>
              <a:gd name="T12" fmla="*/ 80 w 329"/>
              <a:gd name="T13" fmla="*/ 389 h 418"/>
              <a:gd name="T14" fmla="*/ 124 w 329"/>
              <a:gd name="T15" fmla="*/ 407 h 418"/>
              <a:gd name="T16" fmla="*/ 169 w 329"/>
              <a:gd name="T17" fmla="*/ 398 h 418"/>
              <a:gd name="T18" fmla="*/ 98 w 329"/>
              <a:gd name="T19" fmla="*/ 372 h 418"/>
              <a:gd name="T20" fmla="*/ 133 w 329"/>
              <a:gd name="T21" fmla="*/ 292 h 418"/>
              <a:gd name="T22" fmla="*/ 240 w 329"/>
              <a:gd name="T23" fmla="*/ 327 h 418"/>
              <a:gd name="T24" fmla="*/ 213 w 329"/>
              <a:gd name="T25" fmla="*/ 213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9" h="418">
                <a:moveTo>
                  <a:pt x="213" y="213"/>
                </a:moveTo>
                <a:lnTo>
                  <a:pt x="213" y="213"/>
                </a:lnTo>
                <a:cubicBezTo>
                  <a:pt x="151" y="186"/>
                  <a:pt x="98" y="151"/>
                  <a:pt x="98" y="88"/>
                </a:cubicBezTo>
                <a:cubicBezTo>
                  <a:pt x="98" y="61"/>
                  <a:pt x="98" y="26"/>
                  <a:pt x="124" y="0"/>
                </a:cubicBezTo>
                <a:cubicBezTo>
                  <a:pt x="36" y="26"/>
                  <a:pt x="36" y="26"/>
                  <a:pt x="36" y="26"/>
                </a:cubicBezTo>
                <a:cubicBezTo>
                  <a:pt x="18" y="26"/>
                  <a:pt x="0" y="44"/>
                  <a:pt x="9" y="61"/>
                </a:cubicBezTo>
                <a:cubicBezTo>
                  <a:pt x="80" y="389"/>
                  <a:pt x="80" y="389"/>
                  <a:pt x="80" y="389"/>
                </a:cubicBezTo>
                <a:cubicBezTo>
                  <a:pt x="89" y="407"/>
                  <a:pt x="106" y="417"/>
                  <a:pt x="124" y="407"/>
                </a:cubicBezTo>
                <a:cubicBezTo>
                  <a:pt x="169" y="398"/>
                  <a:pt x="169" y="398"/>
                  <a:pt x="169" y="398"/>
                </a:cubicBezTo>
                <a:cubicBezTo>
                  <a:pt x="151" y="398"/>
                  <a:pt x="124" y="389"/>
                  <a:pt x="98" y="372"/>
                </a:cubicBezTo>
                <a:cubicBezTo>
                  <a:pt x="133" y="292"/>
                  <a:pt x="133" y="292"/>
                  <a:pt x="133" y="292"/>
                </a:cubicBezTo>
                <a:cubicBezTo>
                  <a:pt x="133" y="292"/>
                  <a:pt x="178" y="327"/>
                  <a:pt x="240" y="327"/>
                </a:cubicBezTo>
                <a:cubicBezTo>
                  <a:pt x="302" y="327"/>
                  <a:pt x="328" y="257"/>
                  <a:pt x="213" y="213"/>
                </a:cubicBez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36" name="Freeform 122">
            <a:extLst>
              <a:ext uri="{FF2B5EF4-FFF2-40B4-BE49-F238E27FC236}">
                <a16:creationId xmlns:a16="http://schemas.microsoft.com/office/drawing/2014/main" id="{2C1A40A5-F9CF-CD14-5DDA-1525DB2579B5}"/>
              </a:ext>
            </a:extLst>
          </p:cNvPr>
          <p:cNvSpPr>
            <a:spLocks noChangeArrowheads="1"/>
          </p:cNvSpPr>
          <p:nvPr/>
        </p:nvSpPr>
        <p:spPr bwMode="auto">
          <a:xfrm>
            <a:off x="1380406" y="4431199"/>
            <a:ext cx="309487" cy="393893"/>
          </a:xfrm>
          <a:custGeom>
            <a:avLst/>
            <a:gdLst>
              <a:gd name="T0" fmla="*/ 311 w 320"/>
              <a:gd name="T1" fmla="*/ 345 h 408"/>
              <a:gd name="T2" fmla="*/ 311 w 320"/>
              <a:gd name="T3" fmla="*/ 345 h 408"/>
              <a:gd name="T4" fmla="*/ 240 w 320"/>
              <a:gd name="T5" fmla="*/ 26 h 408"/>
              <a:gd name="T6" fmla="*/ 196 w 320"/>
              <a:gd name="T7" fmla="*/ 0 h 408"/>
              <a:gd name="T8" fmla="*/ 125 w 320"/>
              <a:gd name="T9" fmla="*/ 17 h 408"/>
              <a:gd name="T10" fmla="*/ 213 w 320"/>
              <a:gd name="T11" fmla="*/ 44 h 408"/>
              <a:gd name="T12" fmla="*/ 187 w 320"/>
              <a:gd name="T13" fmla="*/ 123 h 408"/>
              <a:gd name="T14" fmla="*/ 99 w 320"/>
              <a:gd name="T15" fmla="*/ 97 h 408"/>
              <a:gd name="T16" fmla="*/ 125 w 320"/>
              <a:gd name="T17" fmla="*/ 195 h 408"/>
              <a:gd name="T18" fmla="*/ 240 w 320"/>
              <a:gd name="T19" fmla="*/ 336 h 408"/>
              <a:gd name="T20" fmla="*/ 222 w 320"/>
              <a:gd name="T21" fmla="*/ 407 h 408"/>
              <a:gd name="T22" fmla="*/ 284 w 320"/>
              <a:gd name="T23" fmla="*/ 389 h 408"/>
              <a:gd name="T24" fmla="*/ 311 w 320"/>
              <a:gd name="T25" fmla="*/ 345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0" h="408">
                <a:moveTo>
                  <a:pt x="311" y="345"/>
                </a:moveTo>
                <a:lnTo>
                  <a:pt x="311" y="345"/>
                </a:lnTo>
                <a:cubicBezTo>
                  <a:pt x="240" y="26"/>
                  <a:pt x="240" y="26"/>
                  <a:pt x="240" y="26"/>
                </a:cubicBezTo>
                <a:cubicBezTo>
                  <a:pt x="231" y="8"/>
                  <a:pt x="213" y="0"/>
                  <a:pt x="196" y="0"/>
                </a:cubicBezTo>
                <a:cubicBezTo>
                  <a:pt x="125" y="17"/>
                  <a:pt x="125" y="17"/>
                  <a:pt x="125" y="17"/>
                </a:cubicBezTo>
                <a:cubicBezTo>
                  <a:pt x="143" y="17"/>
                  <a:pt x="178" y="26"/>
                  <a:pt x="213" y="44"/>
                </a:cubicBezTo>
                <a:cubicBezTo>
                  <a:pt x="187" y="123"/>
                  <a:pt x="187" y="123"/>
                  <a:pt x="187" y="123"/>
                </a:cubicBezTo>
                <a:cubicBezTo>
                  <a:pt x="187" y="123"/>
                  <a:pt x="160" y="97"/>
                  <a:pt x="99" y="97"/>
                </a:cubicBezTo>
                <a:cubicBezTo>
                  <a:pt x="36" y="88"/>
                  <a:pt x="0" y="159"/>
                  <a:pt x="125" y="195"/>
                </a:cubicBezTo>
                <a:cubicBezTo>
                  <a:pt x="213" y="230"/>
                  <a:pt x="240" y="283"/>
                  <a:pt x="240" y="336"/>
                </a:cubicBezTo>
                <a:cubicBezTo>
                  <a:pt x="240" y="363"/>
                  <a:pt x="231" y="389"/>
                  <a:pt x="222" y="407"/>
                </a:cubicBezTo>
                <a:cubicBezTo>
                  <a:pt x="284" y="389"/>
                  <a:pt x="284" y="389"/>
                  <a:pt x="284" y="389"/>
                </a:cubicBezTo>
                <a:cubicBezTo>
                  <a:pt x="302" y="380"/>
                  <a:pt x="319" y="363"/>
                  <a:pt x="311" y="345"/>
                </a:cubicBez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2" name="Slide Number Placeholder 1">
            <a:extLst>
              <a:ext uri="{FF2B5EF4-FFF2-40B4-BE49-F238E27FC236}">
                <a16:creationId xmlns:a16="http://schemas.microsoft.com/office/drawing/2014/main" id="{E8C47AD0-18E8-3B39-AA07-5D535D71F23D}"/>
              </a:ext>
            </a:extLst>
          </p:cNvPr>
          <p:cNvSpPr>
            <a:spLocks noGrp="1"/>
          </p:cNvSpPr>
          <p:nvPr>
            <p:ph type="sldNum" sz="quarter" idx="12"/>
          </p:nvPr>
        </p:nvSpPr>
        <p:spPr/>
        <p:txBody>
          <a:bodyPr/>
          <a:lstStyle/>
          <a:p>
            <a:fld id="{7737D3DD-0AB3-4F16-99FA-6262B2B4036D}" type="slidenum">
              <a:rPr lang="en-MY" smtClean="0"/>
              <a:t>29</a:t>
            </a:fld>
            <a:endParaRPr lang="en-MY"/>
          </a:p>
        </p:txBody>
      </p:sp>
      <p:pic>
        <p:nvPicPr>
          <p:cNvPr id="4" name="Picture 3">
            <a:extLst>
              <a:ext uri="{FF2B5EF4-FFF2-40B4-BE49-F238E27FC236}">
                <a16:creationId xmlns:a16="http://schemas.microsoft.com/office/drawing/2014/main" id="{7FACFBE2-8351-DF3A-009A-C23F9FFF97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26595" y="4348740"/>
            <a:ext cx="375442" cy="383655"/>
          </a:xfrm>
          <a:prstGeom prst="rect">
            <a:avLst/>
          </a:prstGeom>
        </p:spPr>
      </p:pic>
    </p:spTree>
    <p:extLst>
      <p:ext uri="{BB962C8B-B14F-4D97-AF65-F5344CB8AC3E}">
        <p14:creationId xmlns:p14="http://schemas.microsoft.com/office/powerpoint/2010/main" val="19900815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7F9274F-897B-0C41-C96A-2EB17A972C32}"/>
              </a:ext>
            </a:extLst>
          </p:cNvPr>
          <p:cNvGrpSpPr/>
          <p:nvPr/>
        </p:nvGrpSpPr>
        <p:grpSpPr>
          <a:xfrm>
            <a:off x="5862426" y="2252424"/>
            <a:ext cx="5265908" cy="2893260"/>
            <a:chOff x="-548507" y="477868"/>
            <a:chExt cx="11570449" cy="6357177"/>
          </a:xfrm>
        </p:grpSpPr>
        <p:sp>
          <p:nvSpPr>
            <p:cNvPr id="3" name="Freeform: Shape 2">
              <a:extLst>
                <a:ext uri="{FF2B5EF4-FFF2-40B4-BE49-F238E27FC236}">
                  <a16:creationId xmlns:a16="http://schemas.microsoft.com/office/drawing/2014/main" id="{AC09AD16-B7B6-CAD5-A92D-C1C0C0DFF75B}"/>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4" name="Freeform: Shape 3">
              <a:extLst>
                <a:ext uri="{FF2B5EF4-FFF2-40B4-BE49-F238E27FC236}">
                  <a16:creationId xmlns:a16="http://schemas.microsoft.com/office/drawing/2014/main" id="{169B11C1-1490-E56D-F030-3986A5294960}"/>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dirty="0"/>
            </a:p>
          </p:txBody>
        </p:sp>
        <p:sp>
          <p:nvSpPr>
            <p:cNvPr id="5" name="Freeform: Shape 4">
              <a:extLst>
                <a:ext uri="{FF2B5EF4-FFF2-40B4-BE49-F238E27FC236}">
                  <a16:creationId xmlns:a16="http://schemas.microsoft.com/office/drawing/2014/main" id="{73CEE6D6-9D3B-A1D4-8D0F-8DF482390278}"/>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D8A3D3FF-419C-F2BB-B80C-E078C1CA119B}"/>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7" name="Freeform: Shape 6">
              <a:extLst>
                <a:ext uri="{FF2B5EF4-FFF2-40B4-BE49-F238E27FC236}">
                  <a16:creationId xmlns:a16="http://schemas.microsoft.com/office/drawing/2014/main" id="{BCA00FC6-9639-D596-433A-C711F480ED9F}"/>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8" name="Group 7">
              <a:extLst>
                <a:ext uri="{FF2B5EF4-FFF2-40B4-BE49-F238E27FC236}">
                  <a16:creationId xmlns:a16="http://schemas.microsoft.com/office/drawing/2014/main" id="{BA29FD9C-8BED-E994-8CDD-F5E7A82D725D}"/>
                </a:ext>
              </a:extLst>
            </p:cNvPr>
            <p:cNvGrpSpPr/>
            <p:nvPr/>
          </p:nvGrpSpPr>
          <p:grpSpPr>
            <a:xfrm>
              <a:off x="1606" y="6382978"/>
              <a:ext cx="413937" cy="115242"/>
              <a:chOff x="5955" y="6353672"/>
              <a:chExt cx="413937" cy="115242"/>
            </a:xfrm>
          </p:grpSpPr>
          <p:sp>
            <p:nvSpPr>
              <p:cNvPr id="13" name="Rectangle: Rounded Corners 12">
                <a:extLst>
                  <a:ext uri="{FF2B5EF4-FFF2-40B4-BE49-F238E27FC236}">
                    <a16:creationId xmlns:a16="http://schemas.microsoft.com/office/drawing/2014/main" id="{BC59FEF6-7922-F3F5-98FD-B47BA8FC4511}"/>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37349908-0475-B150-1C93-29209C152045}"/>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1B9B03E3-2A36-D2EB-FE33-63277CF872DD}"/>
                </a:ext>
              </a:extLst>
            </p:cNvPr>
            <p:cNvGrpSpPr/>
            <p:nvPr/>
          </p:nvGrpSpPr>
          <p:grpSpPr>
            <a:xfrm>
              <a:off x="9855291" y="6381600"/>
              <a:ext cx="885989" cy="115242"/>
              <a:chOff x="5955" y="6353672"/>
              <a:chExt cx="413937" cy="115242"/>
            </a:xfrm>
          </p:grpSpPr>
          <p:sp>
            <p:nvSpPr>
              <p:cNvPr id="11" name="Rectangle: Rounded Corners 10">
                <a:extLst>
                  <a:ext uri="{FF2B5EF4-FFF2-40B4-BE49-F238E27FC236}">
                    <a16:creationId xmlns:a16="http://schemas.microsoft.com/office/drawing/2014/main" id="{ED20F838-26FD-C9A5-80A0-F94A8ECA0E55}"/>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68599C97-9FEF-CB83-886B-FFD50336E159}"/>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Freeform: Shape 9">
              <a:extLst>
                <a:ext uri="{FF2B5EF4-FFF2-40B4-BE49-F238E27FC236}">
                  <a16:creationId xmlns:a16="http://schemas.microsoft.com/office/drawing/2014/main" id="{453AAA6A-4494-4EB8-53EC-920C57805579}"/>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grpSp>
        <p:nvGrpSpPr>
          <p:cNvPr id="15" name="Group 5">
            <a:extLst>
              <a:ext uri="{FF2B5EF4-FFF2-40B4-BE49-F238E27FC236}">
                <a16:creationId xmlns:a16="http://schemas.microsoft.com/office/drawing/2014/main" id="{AA577EE4-0CA7-4A2F-1F24-4CAF45ED31A4}"/>
              </a:ext>
            </a:extLst>
          </p:cNvPr>
          <p:cNvGrpSpPr/>
          <p:nvPr/>
        </p:nvGrpSpPr>
        <p:grpSpPr>
          <a:xfrm>
            <a:off x="2134559" y="1944689"/>
            <a:ext cx="2029599" cy="3505672"/>
            <a:chOff x="1438761" y="2033015"/>
            <a:chExt cx="1980000" cy="3420000"/>
          </a:xfrm>
        </p:grpSpPr>
        <p:sp>
          <p:nvSpPr>
            <p:cNvPr id="16" name="Rounded Rectangle 41">
              <a:extLst>
                <a:ext uri="{FF2B5EF4-FFF2-40B4-BE49-F238E27FC236}">
                  <a16:creationId xmlns:a16="http://schemas.microsoft.com/office/drawing/2014/main" id="{2C643D3A-70DA-6FC5-3913-83A008BCA872}"/>
                </a:ext>
              </a:extLst>
            </p:cNvPr>
            <p:cNvSpPr/>
            <p:nvPr userDrawn="1"/>
          </p:nvSpPr>
          <p:spPr>
            <a:xfrm>
              <a:off x="1438761" y="2033015"/>
              <a:ext cx="1980000" cy="3420000"/>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7" name="Rectangle 42">
              <a:extLst>
                <a:ext uri="{FF2B5EF4-FFF2-40B4-BE49-F238E27FC236}">
                  <a16:creationId xmlns:a16="http://schemas.microsoft.com/office/drawing/2014/main" id="{949FDD4C-7118-679B-9C02-082A5597A758}"/>
                </a:ext>
              </a:extLst>
            </p:cNvPr>
            <p:cNvSpPr/>
            <p:nvPr userDrawn="1"/>
          </p:nvSpPr>
          <p:spPr>
            <a:xfrm>
              <a:off x="2310398" y="2205587"/>
              <a:ext cx="236725" cy="45719"/>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18" name="Group 6">
              <a:extLst>
                <a:ext uri="{FF2B5EF4-FFF2-40B4-BE49-F238E27FC236}">
                  <a16:creationId xmlns:a16="http://schemas.microsoft.com/office/drawing/2014/main" id="{23AE1190-E7D1-FA78-AA94-2A448487A015}"/>
                </a:ext>
              </a:extLst>
            </p:cNvPr>
            <p:cNvGrpSpPr/>
            <p:nvPr userDrawn="1"/>
          </p:nvGrpSpPr>
          <p:grpSpPr>
            <a:xfrm>
              <a:off x="2332851" y="5138854"/>
              <a:ext cx="191820" cy="211002"/>
              <a:chOff x="2453209" y="5151638"/>
              <a:chExt cx="191820" cy="211002"/>
            </a:xfrm>
          </p:grpSpPr>
          <p:sp>
            <p:nvSpPr>
              <p:cNvPr id="19" name="Oval 44">
                <a:extLst>
                  <a:ext uri="{FF2B5EF4-FFF2-40B4-BE49-F238E27FC236}">
                    <a16:creationId xmlns:a16="http://schemas.microsoft.com/office/drawing/2014/main" id="{19FD2680-E5B5-AE5E-33AE-ECB8B46BDB69}"/>
                  </a:ext>
                </a:extLst>
              </p:cNvPr>
              <p:cNvSpPr/>
              <p:nvPr userDrawn="1"/>
            </p:nvSpPr>
            <p:spPr>
              <a:xfrm>
                <a:off x="2453209" y="5151638"/>
                <a:ext cx="191820" cy="211002"/>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0" name="Rounded Rectangle 45">
                <a:extLst>
                  <a:ext uri="{FF2B5EF4-FFF2-40B4-BE49-F238E27FC236}">
                    <a16:creationId xmlns:a16="http://schemas.microsoft.com/office/drawing/2014/main" id="{B914370C-EE71-7879-E387-EF257E80E538}"/>
                  </a:ext>
                </a:extLst>
              </p:cNvPr>
              <p:cNvSpPr/>
              <p:nvPr userDrawn="1"/>
            </p:nvSpPr>
            <p:spPr>
              <a:xfrm>
                <a:off x="2505251" y="5208531"/>
                <a:ext cx="87734" cy="97215"/>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grpSp>
        <p:nvGrpSpPr>
          <p:cNvPr id="21" name="Group 20">
            <a:extLst>
              <a:ext uri="{FF2B5EF4-FFF2-40B4-BE49-F238E27FC236}">
                <a16:creationId xmlns:a16="http://schemas.microsoft.com/office/drawing/2014/main" id="{03329C5C-DDC5-D7A3-BD2B-E5855DCE8F89}"/>
              </a:ext>
            </a:extLst>
          </p:cNvPr>
          <p:cNvGrpSpPr/>
          <p:nvPr/>
        </p:nvGrpSpPr>
        <p:grpSpPr>
          <a:xfrm>
            <a:off x="2226836" y="2237590"/>
            <a:ext cx="1843284" cy="2832420"/>
            <a:chOff x="6789723" y="2740037"/>
            <a:chExt cx="3769912" cy="2315965"/>
          </a:xfrm>
        </p:grpSpPr>
        <p:sp>
          <p:nvSpPr>
            <p:cNvPr id="22" name="Freeform: Shape 21">
              <a:extLst>
                <a:ext uri="{FF2B5EF4-FFF2-40B4-BE49-F238E27FC236}">
                  <a16:creationId xmlns:a16="http://schemas.microsoft.com/office/drawing/2014/main" id="{B6C21150-D444-8472-3EDC-C25E9D054391}"/>
                </a:ext>
              </a:extLst>
            </p:cNvPr>
            <p:cNvSpPr/>
            <p:nvPr/>
          </p:nvSpPr>
          <p:spPr>
            <a:xfrm>
              <a:off x="6789723" y="2740037"/>
              <a:ext cx="3769912" cy="2303836"/>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4CF689B-F6A3-00F8-2458-141003730634}"/>
                </a:ext>
              </a:extLst>
            </p:cNvPr>
            <p:cNvSpPr/>
            <p:nvPr/>
          </p:nvSpPr>
          <p:spPr>
            <a:xfrm>
              <a:off x="8066033" y="2752166"/>
              <a:ext cx="2493602" cy="2303836"/>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7908919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141A9E-3170-950E-DE2A-586DDA26D889}"/>
              </a:ext>
            </a:extLst>
          </p:cNvPr>
          <p:cNvSpPr>
            <a:spLocks noGrp="1"/>
          </p:cNvSpPr>
          <p:nvPr>
            <p:ph type="sldNum" sz="quarter" idx="12"/>
          </p:nvPr>
        </p:nvSpPr>
        <p:spPr/>
        <p:txBody>
          <a:bodyPr/>
          <a:lstStyle/>
          <a:p>
            <a:fld id="{7737D3DD-0AB3-4F16-99FA-6262B2B4036D}" type="slidenum">
              <a:rPr lang="en-MY" smtClean="0"/>
              <a:t>31</a:t>
            </a:fld>
            <a:endParaRPr lang="en-MY"/>
          </a:p>
        </p:txBody>
      </p:sp>
      <p:pic>
        <p:nvPicPr>
          <p:cNvPr id="13" name="Picture 12">
            <a:extLst>
              <a:ext uri="{FF2B5EF4-FFF2-40B4-BE49-F238E27FC236}">
                <a16:creationId xmlns:a16="http://schemas.microsoft.com/office/drawing/2014/main" id="{BA568382-E5B5-7523-8F99-342827733F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000" y="1130400"/>
            <a:ext cx="961800" cy="961800"/>
          </a:xfrm>
          <a:prstGeom prst="rect">
            <a:avLst/>
          </a:prstGeom>
        </p:spPr>
      </p:pic>
      <p:pic>
        <p:nvPicPr>
          <p:cNvPr id="23" name="Picture 22">
            <a:extLst>
              <a:ext uri="{FF2B5EF4-FFF2-40B4-BE49-F238E27FC236}">
                <a16:creationId xmlns:a16="http://schemas.microsoft.com/office/drawing/2014/main" id="{B27224DD-5442-DD18-4972-32BE095753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4800" y="1130400"/>
            <a:ext cx="961800" cy="961800"/>
          </a:xfrm>
          <a:prstGeom prst="rect">
            <a:avLst/>
          </a:prstGeom>
        </p:spPr>
      </p:pic>
      <p:pic>
        <p:nvPicPr>
          <p:cNvPr id="25" name="Picture 24">
            <a:extLst>
              <a:ext uri="{FF2B5EF4-FFF2-40B4-BE49-F238E27FC236}">
                <a16:creationId xmlns:a16="http://schemas.microsoft.com/office/drawing/2014/main" id="{E60FAC43-782F-CAC7-10F3-11A9B08275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46600" y="1130400"/>
            <a:ext cx="961800" cy="961800"/>
          </a:xfrm>
          <a:prstGeom prst="rect">
            <a:avLst/>
          </a:prstGeom>
        </p:spPr>
      </p:pic>
      <p:pic>
        <p:nvPicPr>
          <p:cNvPr id="27" name="Picture 26">
            <a:extLst>
              <a:ext uri="{FF2B5EF4-FFF2-40B4-BE49-F238E27FC236}">
                <a16:creationId xmlns:a16="http://schemas.microsoft.com/office/drawing/2014/main" id="{6C2EE5A6-C084-EE9E-F245-27B5242EE2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08400" y="1130400"/>
            <a:ext cx="961800" cy="961800"/>
          </a:xfrm>
          <a:prstGeom prst="rect">
            <a:avLst/>
          </a:prstGeom>
        </p:spPr>
      </p:pic>
      <p:pic>
        <p:nvPicPr>
          <p:cNvPr id="35" name="Picture 34">
            <a:extLst>
              <a:ext uri="{FF2B5EF4-FFF2-40B4-BE49-F238E27FC236}">
                <a16:creationId xmlns:a16="http://schemas.microsoft.com/office/drawing/2014/main" id="{7B53F9D2-AC65-1B84-5E31-3BBEFAE056A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70200" y="1130400"/>
            <a:ext cx="961800" cy="961800"/>
          </a:xfrm>
          <a:prstGeom prst="rect">
            <a:avLst/>
          </a:prstGeom>
        </p:spPr>
      </p:pic>
      <p:pic>
        <p:nvPicPr>
          <p:cNvPr id="37" name="Picture 36">
            <a:extLst>
              <a:ext uri="{FF2B5EF4-FFF2-40B4-BE49-F238E27FC236}">
                <a16:creationId xmlns:a16="http://schemas.microsoft.com/office/drawing/2014/main" id="{6F3A37EA-096E-F28E-48FC-085836B0086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32000" y="1130400"/>
            <a:ext cx="961800" cy="961800"/>
          </a:xfrm>
          <a:prstGeom prst="rect">
            <a:avLst/>
          </a:prstGeom>
        </p:spPr>
      </p:pic>
      <p:pic>
        <p:nvPicPr>
          <p:cNvPr id="39" name="Picture 38">
            <a:extLst>
              <a:ext uri="{FF2B5EF4-FFF2-40B4-BE49-F238E27FC236}">
                <a16:creationId xmlns:a16="http://schemas.microsoft.com/office/drawing/2014/main" id="{BFFCB631-3DE3-28BB-82FE-2088C65058D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493800" y="1130400"/>
            <a:ext cx="961800" cy="961800"/>
          </a:xfrm>
          <a:prstGeom prst="rect">
            <a:avLst/>
          </a:prstGeom>
        </p:spPr>
      </p:pic>
      <p:pic>
        <p:nvPicPr>
          <p:cNvPr id="50" name="Picture 49">
            <a:extLst>
              <a:ext uri="{FF2B5EF4-FFF2-40B4-BE49-F238E27FC236}">
                <a16:creationId xmlns:a16="http://schemas.microsoft.com/office/drawing/2014/main" id="{E671BC63-4E6B-FF1D-B5B1-9430AA164CC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455600" y="1130400"/>
            <a:ext cx="961800" cy="961800"/>
          </a:xfrm>
          <a:prstGeom prst="rect">
            <a:avLst/>
          </a:prstGeom>
        </p:spPr>
      </p:pic>
      <p:pic>
        <p:nvPicPr>
          <p:cNvPr id="52" name="Picture 51">
            <a:extLst>
              <a:ext uri="{FF2B5EF4-FFF2-40B4-BE49-F238E27FC236}">
                <a16:creationId xmlns:a16="http://schemas.microsoft.com/office/drawing/2014/main" id="{4C2A5E3D-A0D0-2CBA-28C0-CC9A205FF29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23000" y="2092200"/>
            <a:ext cx="961800" cy="961800"/>
          </a:xfrm>
          <a:prstGeom prst="rect">
            <a:avLst/>
          </a:prstGeom>
        </p:spPr>
      </p:pic>
      <p:pic>
        <p:nvPicPr>
          <p:cNvPr id="64" name="Picture 63">
            <a:extLst>
              <a:ext uri="{FF2B5EF4-FFF2-40B4-BE49-F238E27FC236}">
                <a16:creationId xmlns:a16="http://schemas.microsoft.com/office/drawing/2014/main" id="{7D0F9023-AC41-4EED-0E65-45486C48A8D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684800" y="2092200"/>
            <a:ext cx="961800" cy="961800"/>
          </a:xfrm>
          <a:prstGeom prst="rect">
            <a:avLst/>
          </a:prstGeom>
        </p:spPr>
      </p:pic>
      <p:pic>
        <p:nvPicPr>
          <p:cNvPr id="66" name="Picture 65">
            <a:extLst>
              <a:ext uri="{FF2B5EF4-FFF2-40B4-BE49-F238E27FC236}">
                <a16:creationId xmlns:a16="http://schemas.microsoft.com/office/drawing/2014/main" id="{59A2C82C-2CF2-25D6-B057-6009023BF13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646600" y="2092200"/>
            <a:ext cx="961800" cy="961800"/>
          </a:xfrm>
          <a:prstGeom prst="rect">
            <a:avLst/>
          </a:prstGeom>
        </p:spPr>
      </p:pic>
      <p:pic>
        <p:nvPicPr>
          <p:cNvPr id="79" name="Picture 78">
            <a:extLst>
              <a:ext uri="{FF2B5EF4-FFF2-40B4-BE49-F238E27FC236}">
                <a16:creationId xmlns:a16="http://schemas.microsoft.com/office/drawing/2014/main" id="{73B16BD9-4114-D83A-5E05-30310BB04344}"/>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608400" y="2092200"/>
            <a:ext cx="961800" cy="961800"/>
          </a:xfrm>
          <a:prstGeom prst="rect">
            <a:avLst/>
          </a:prstGeom>
        </p:spPr>
      </p:pic>
      <p:pic>
        <p:nvPicPr>
          <p:cNvPr id="81" name="Picture 80">
            <a:extLst>
              <a:ext uri="{FF2B5EF4-FFF2-40B4-BE49-F238E27FC236}">
                <a16:creationId xmlns:a16="http://schemas.microsoft.com/office/drawing/2014/main" id="{131FCAC3-13BF-C9C7-50F8-D5863843846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570200" y="2092200"/>
            <a:ext cx="961800" cy="961800"/>
          </a:xfrm>
          <a:prstGeom prst="rect">
            <a:avLst/>
          </a:prstGeom>
        </p:spPr>
      </p:pic>
      <p:pic>
        <p:nvPicPr>
          <p:cNvPr id="83" name="Picture 82">
            <a:extLst>
              <a:ext uri="{FF2B5EF4-FFF2-40B4-BE49-F238E27FC236}">
                <a16:creationId xmlns:a16="http://schemas.microsoft.com/office/drawing/2014/main" id="{CE74926E-A11E-E523-9455-8891CAC8ACC5}"/>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532000" y="2092200"/>
            <a:ext cx="961800" cy="961800"/>
          </a:xfrm>
          <a:prstGeom prst="rect">
            <a:avLst/>
          </a:prstGeom>
        </p:spPr>
      </p:pic>
      <p:pic>
        <p:nvPicPr>
          <p:cNvPr id="85" name="Picture 84">
            <a:extLst>
              <a:ext uri="{FF2B5EF4-FFF2-40B4-BE49-F238E27FC236}">
                <a16:creationId xmlns:a16="http://schemas.microsoft.com/office/drawing/2014/main" id="{1FD9DDC6-2229-BF87-2D24-CF9E9BEE24F7}"/>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493800" y="2092200"/>
            <a:ext cx="961800" cy="961800"/>
          </a:xfrm>
          <a:prstGeom prst="rect">
            <a:avLst/>
          </a:prstGeom>
        </p:spPr>
      </p:pic>
      <p:pic>
        <p:nvPicPr>
          <p:cNvPr id="87" name="Picture 86">
            <a:extLst>
              <a:ext uri="{FF2B5EF4-FFF2-40B4-BE49-F238E27FC236}">
                <a16:creationId xmlns:a16="http://schemas.microsoft.com/office/drawing/2014/main" id="{C5B87671-261E-1E98-7B19-AFF8D228D523}"/>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7455600" y="2092200"/>
            <a:ext cx="961800" cy="961800"/>
          </a:xfrm>
          <a:prstGeom prst="rect">
            <a:avLst/>
          </a:prstGeom>
        </p:spPr>
      </p:pic>
      <p:pic>
        <p:nvPicPr>
          <p:cNvPr id="89" name="Picture 88">
            <a:extLst>
              <a:ext uri="{FF2B5EF4-FFF2-40B4-BE49-F238E27FC236}">
                <a16:creationId xmlns:a16="http://schemas.microsoft.com/office/drawing/2014/main" id="{D1AE6F75-9B0E-38FC-AE14-CD17D3B64CC2}"/>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8417400" y="2092200"/>
            <a:ext cx="961800" cy="961800"/>
          </a:xfrm>
          <a:prstGeom prst="rect">
            <a:avLst/>
          </a:prstGeom>
        </p:spPr>
      </p:pic>
      <p:pic>
        <p:nvPicPr>
          <p:cNvPr id="91" name="Picture 90">
            <a:extLst>
              <a:ext uri="{FF2B5EF4-FFF2-40B4-BE49-F238E27FC236}">
                <a16:creationId xmlns:a16="http://schemas.microsoft.com/office/drawing/2014/main" id="{E6379BFB-26C0-0146-0BDE-153BCDF1D679}"/>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6336621" y="5196932"/>
            <a:ext cx="4729403" cy="355919"/>
          </a:xfrm>
          <a:prstGeom prst="rect">
            <a:avLst/>
          </a:prstGeom>
        </p:spPr>
      </p:pic>
      <p:pic>
        <p:nvPicPr>
          <p:cNvPr id="93" name="Picture 92">
            <a:extLst>
              <a:ext uri="{FF2B5EF4-FFF2-40B4-BE49-F238E27FC236}">
                <a16:creationId xmlns:a16="http://schemas.microsoft.com/office/drawing/2014/main" id="{202AEF1C-7319-D714-5583-FB7C18C331C5}"/>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6336620" y="5653254"/>
            <a:ext cx="4729403" cy="355919"/>
          </a:xfrm>
          <a:prstGeom prst="rect">
            <a:avLst/>
          </a:prstGeom>
        </p:spPr>
      </p:pic>
      <p:pic>
        <p:nvPicPr>
          <p:cNvPr id="95" name="Picture 94">
            <a:extLst>
              <a:ext uri="{FF2B5EF4-FFF2-40B4-BE49-F238E27FC236}">
                <a16:creationId xmlns:a16="http://schemas.microsoft.com/office/drawing/2014/main" id="{4C1D6BA8-1016-A797-65A2-41BF1FC2BA5E}"/>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1746745" y="4214961"/>
            <a:ext cx="3470110" cy="1159931"/>
          </a:xfrm>
          <a:prstGeom prst="rect">
            <a:avLst/>
          </a:prstGeom>
        </p:spPr>
      </p:pic>
      <p:pic>
        <p:nvPicPr>
          <p:cNvPr id="97" name="Picture 96">
            <a:extLst>
              <a:ext uri="{FF2B5EF4-FFF2-40B4-BE49-F238E27FC236}">
                <a16:creationId xmlns:a16="http://schemas.microsoft.com/office/drawing/2014/main" id="{AEF88B97-62F9-8F16-E044-0A5B4C0A7AE8}"/>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5847900" y="4010893"/>
            <a:ext cx="4809000" cy="361909"/>
          </a:xfrm>
          <a:prstGeom prst="rect">
            <a:avLst/>
          </a:prstGeom>
        </p:spPr>
      </p:pic>
      <p:pic>
        <p:nvPicPr>
          <p:cNvPr id="99" name="Picture 98">
            <a:extLst>
              <a:ext uri="{FF2B5EF4-FFF2-40B4-BE49-F238E27FC236}">
                <a16:creationId xmlns:a16="http://schemas.microsoft.com/office/drawing/2014/main" id="{87211E78-FF53-FF17-D39F-BDE7748DE391}"/>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5847900" y="4433018"/>
            <a:ext cx="4809000" cy="361909"/>
          </a:xfrm>
          <a:prstGeom prst="rect">
            <a:avLst/>
          </a:prstGeom>
        </p:spPr>
      </p:pic>
    </p:spTree>
    <p:extLst>
      <p:ext uri="{BB962C8B-B14F-4D97-AF65-F5344CB8AC3E}">
        <p14:creationId xmlns:p14="http://schemas.microsoft.com/office/powerpoint/2010/main" val="14677383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832A7B-17DE-A49A-0D98-B172644510D5}"/>
              </a:ext>
            </a:extLst>
          </p:cNvPr>
          <p:cNvSpPr>
            <a:spLocks noGrp="1"/>
          </p:cNvSpPr>
          <p:nvPr>
            <p:ph type="title"/>
          </p:nvPr>
        </p:nvSpPr>
        <p:spPr/>
        <p:txBody>
          <a:bodyPr/>
          <a:lstStyle/>
          <a:p>
            <a:endParaRPr lang="en-US"/>
          </a:p>
        </p:txBody>
      </p:sp>
      <p:sp>
        <p:nvSpPr>
          <p:cNvPr id="2" name="Slide Number Placeholder 1">
            <a:extLst>
              <a:ext uri="{FF2B5EF4-FFF2-40B4-BE49-F238E27FC236}">
                <a16:creationId xmlns:a16="http://schemas.microsoft.com/office/drawing/2014/main" id="{624BE87F-5B1E-B127-DCFD-1E4D48217575}"/>
              </a:ext>
            </a:extLst>
          </p:cNvPr>
          <p:cNvSpPr>
            <a:spLocks noGrp="1"/>
          </p:cNvSpPr>
          <p:nvPr>
            <p:ph type="sldNum" sz="quarter" idx="10"/>
          </p:nvPr>
        </p:nvSpPr>
        <p:spPr/>
        <p:txBody>
          <a:bodyPr/>
          <a:lstStyle/>
          <a:p>
            <a:fld id="{7737D3DD-0AB3-4F16-99FA-6262B2B4036D}" type="slidenum">
              <a:rPr lang="en-MY" smtClean="0"/>
              <a:t>32</a:t>
            </a:fld>
            <a:endParaRPr lang="en-MY"/>
          </a:p>
        </p:txBody>
      </p:sp>
      <p:pic>
        <p:nvPicPr>
          <p:cNvPr id="50" name="Picture 49">
            <a:extLst>
              <a:ext uri="{FF2B5EF4-FFF2-40B4-BE49-F238E27FC236}">
                <a16:creationId xmlns:a16="http://schemas.microsoft.com/office/drawing/2014/main" id="{1EC0F348-2D30-7AC1-3CE0-4197AE9882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5188" y="3429000"/>
            <a:ext cx="5327003" cy="400892"/>
          </a:xfrm>
          <a:prstGeom prst="rect">
            <a:avLst/>
          </a:prstGeom>
        </p:spPr>
      </p:pic>
      <p:pic>
        <p:nvPicPr>
          <p:cNvPr id="52" name="Picture 51">
            <a:extLst>
              <a:ext uri="{FF2B5EF4-FFF2-40B4-BE49-F238E27FC236}">
                <a16:creationId xmlns:a16="http://schemas.microsoft.com/office/drawing/2014/main" id="{851558A9-F831-677E-BB04-1C0F9AD971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5089" y="2894401"/>
            <a:ext cx="5327003" cy="400892"/>
          </a:xfrm>
          <a:prstGeom prst="rect">
            <a:avLst/>
          </a:prstGeom>
        </p:spPr>
      </p:pic>
      <p:pic>
        <p:nvPicPr>
          <p:cNvPr id="54" name="Picture 53">
            <a:extLst>
              <a:ext uri="{FF2B5EF4-FFF2-40B4-BE49-F238E27FC236}">
                <a16:creationId xmlns:a16="http://schemas.microsoft.com/office/drawing/2014/main" id="{FCCD5C17-9FCF-9090-0510-5284D0FCF1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5563" y="2684422"/>
            <a:ext cx="3612283" cy="1221741"/>
          </a:xfrm>
          <a:prstGeom prst="rect">
            <a:avLst/>
          </a:prstGeom>
        </p:spPr>
      </p:pic>
    </p:spTree>
    <p:extLst>
      <p:ext uri="{BB962C8B-B14F-4D97-AF65-F5344CB8AC3E}">
        <p14:creationId xmlns:p14="http://schemas.microsoft.com/office/powerpoint/2010/main" val="1502775014"/>
      </p:ext>
    </p:extLst>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696464"/>
      </a:dk2>
      <a:lt2>
        <a:srgbClr val="E9E5DC"/>
      </a:lt2>
      <a:accent1>
        <a:srgbClr val="6C1D35"/>
      </a:accent1>
      <a:accent2>
        <a:srgbClr val="9B2D1F"/>
      </a:accent2>
      <a:accent3>
        <a:srgbClr val="A28E6A"/>
      </a:accent3>
      <a:accent4>
        <a:srgbClr val="956251"/>
      </a:accent4>
      <a:accent5>
        <a:srgbClr val="918485"/>
      </a:accent5>
      <a:accent6>
        <a:srgbClr val="6C3636"/>
      </a:accent6>
      <a:hlink>
        <a:srgbClr val="CC9900"/>
      </a:hlink>
      <a:folHlink>
        <a:srgbClr val="96A9A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7270</TotalTime>
  <Words>2766</Words>
  <Application>Microsoft Macintosh PowerPoint</Application>
  <PresentationFormat>Widescreen</PresentationFormat>
  <Paragraphs>146</Paragraphs>
  <Slides>32</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Antonio</vt:lpstr>
      <vt:lpstr>Arial</vt:lpstr>
      <vt:lpstr>Calibri</vt:lpstr>
      <vt:lpstr>IBM Plex Sans</vt:lpstr>
      <vt:lpstr>Lato</vt:lpstr>
      <vt:lpstr>Montserrat Semi</vt:lpstr>
      <vt:lpstr>Open Sans</vt:lpstr>
      <vt:lpstr>Roboto Condensed Light</vt:lpstr>
      <vt:lpstr>Source Sans Pro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NUR AMALINA BINTI HAMIDI</dc:creator>
  <cp:lastModifiedBy>RADZIAH BINTI MOHAMAD</cp:lastModifiedBy>
  <cp:revision>46</cp:revision>
  <dcterms:created xsi:type="dcterms:W3CDTF">2023-12-31T03:09:43Z</dcterms:created>
  <dcterms:modified xsi:type="dcterms:W3CDTF">2025-11-10T02:03:42Z</dcterms:modified>
</cp:coreProperties>
</file>